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tags/tag16.xml" ContentType="application/vnd.openxmlformats-officedocument.presentationml.tags+xml"/>
  <ns0:Override PartName="/ppt/tags/tag17.xml" ContentType="application/vnd.openxmlformats-officedocument.presentationml.tags+xml"/>
  <ns0:Override PartName="/ppt/tags/tag18.xml" ContentType="application/vnd.openxmlformats-officedocument.presentationml.tags+xml"/>
  <ns0:Override PartName="/ppt/tags/tag19.xml" ContentType="application/vnd.openxmlformats-officedocument.presentationml.tags+xml"/>
  <ns0:Override PartName="/ppt/tags/tag2.xml" ContentType="application/vnd.openxmlformats-officedocument.presentationml.tags+xml"/>
  <ns0:Override PartName="/ppt/tags/tag20.xml" ContentType="application/vnd.openxmlformats-officedocument.presentationml.tags+xml"/>
  <ns0:Override PartName="/ppt/tags/tag21.xml" ContentType="application/vnd.openxmlformats-officedocument.presentationml.tags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63.xml" ContentType="application/vnd.openxmlformats-officedocument.presentationml.tags+xml"/>
  <ns0:Override PartName="/ppt/tags/tag64.xml" ContentType="application/vnd.openxmlformats-officedocument.presentationml.tags+xml"/>
  <ns0:Override PartName="/ppt/tags/tag65.xml" ContentType="application/vnd.openxmlformats-officedocument.presentationml.tags+xml"/>
  <ns0:Override PartName="/ppt/tags/tag66.xml" ContentType="application/vnd.openxmlformats-officedocument.presentationml.tags+xml"/>
  <ns0:Override PartName="/ppt/tags/tag67.xml" ContentType="application/vnd.openxmlformats-officedocument.presentationml.tags+xml"/>
  <ns0:Override PartName="/ppt/tags/tag68.xml" ContentType="application/vnd.openxmlformats-officedocument.presentationml.tags+xml"/>
  <ns0:Override PartName="/ppt/tags/tag69.xml" ContentType="application/vnd.openxmlformats-officedocument.presentationml.tags+xml"/>
  <ns0:Override PartName="/ppt/tags/tag7.xml" ContentType="application/vnd.openxmlformats-officedocument.presentationml.tags+xml"/>
  <ns0:Override PartName="/ppt/tags/tag70.xml" ContentType="application/vnd.openxmlformats-officedocument.presentationml.tags+xml"/>
  <ns0:Override PartName="/ppt/tags/tag71.xml" ContentType="application/vnd.openxmlformats-officedocument.presentationml.tags+xml"/>
  <ns0:Override PartName="/ppt/tags/tag72.xml" ContentType="application/vnd.openxmlformats-officedocument.presentationml.tags+xml"/>
  <ns0:Override PartName="/ppt/tags/tag73.xml" ContentType="application/vnd.openxmlformats-officedocument.presentationml.tags+xml"/>
  <ns0:Override PartName="/ppt/tags/tag74.xml" ContentType="application/vnd.openxmlformats-officedocument.presentationml.tags+xml"/>
  <ns0:Override PartName="/ppt/tags/tag75.xml" ContentType="application/vnd.openxmlformats-officedocument.presentationml.tags+xml"/>
  <ns0:Override PartName="/ppt/tags/tag76.xml" ContentType="application/vnd.openxmlformats-officedocument.presentationml.tags+xml"/>
  <ns0:Override PartName="/ppt/tags/tag77.xml" ContentType="application/vnd.openxmlformats-officedocument.presentationml.tags+xml"/>
  <ns0:Override PartName="/ppt/tags/tag78.xml" ContentType="application/vnd.openxmlformats-officedocument.presentationml.tags+xml"/>
  <ns0:Override PartName="/ppt/tags/tag79.xml" ContentType="application/vnd.openxmlformats-officedocument.presentationml.tags+xml"/>
  <ns0:Override PartName="/ppt/tags/tag8.xml" ContentType="application/vnd.openxmlformats-officedocument.presentationml.tags+xml"/>
  <ns0:Override PartName="/ppt/tags/tag80.xml" ContentType="application/vnd.openxmlformats-officedocument.presentationml.tags+xml"/>
  <ns0:Override PartName="/ppt/tags/tag81.xml" ContentType="application/vnd.openxmlformats-officedocument.presentationml.tags+xml"/>
  <ns0:Override PartName="/ppt/tags/tag82.xml" ContentType="application/vnd.openxmlformats-officedocument.presentationml.tags+xml"/>
  <ns0:Override PartName="/ppt/tags/tag83.xml" ContentType="application/vnd.openxmlformats-officedocument.presentationml.tags+xml"/>
  <ns0:Override PartName="/ppt/tags/tag84.xml" ContentType="application/vnd.openxmlformats-officedocument.presentationml.tags+xml"/>
  <ns0:Override PartName="/ppt/tags/tag85.xml" ContentType="application/vnd.openxmlformats-officedocument.presentationml.tags+xml"/>
  <ns0:Override PartName="/ppt/tags/tag86.xml" ContentType="application/vnd.openxmlformats-officedocument.presentationml.tags+xml"/>
  <ns0:Override PartName="/ppt/tags/tag87.xml" ContentType="application/vnd.openxmlformats-officedocument.presentationml.tags+xml"/>
  <ns0:Override PartName="/ppt/tags/tag88.xml" ContentType="application/vnd.openxmlformats-officedocument.presentationml.tags+xml"/>
  <ns0:Override PartName="/ppt/tags/tag89.xml" ContentType="application/vnd.openxmlformats-officedocument.presentationml.tags+xml"/>
  <ns0:Override PartName="/ppt/tags/tag9.xml" ContentType="application/vnd.openxmlformats-officedocument.presentationml.tags+xml"/>
  <ns0:Override PartName="/ppt/tags/tag90.xml" ContentType="application/vnd.openxmlformats-officedocument.presentationml.tags+xml"/>
  <ns0:Override PartName="/ppt/tags/tag91.xml" ContentType="application/vnd.openxmlformats-officedocument.presentationml.tags+xml"/>
  <ns0:Override PartName="/ppt/tags/tag92.xml" ContentType="application/vnd.openxmlformats-officedocument.presentationml.tags+xml"/>
  <ns0:Override PartName="/ppt/tags/tag93.xml" ContentType="application/vnd.openxmlformats-officedocument.presentationml.tags+xml"/>
  <ns0:Override PartName="/ppt/tags/tag94.xml" ContentType="application/vnd.openxmlformats-officedocument.presentationml.tags+xml"/>
  <ns0:Override PartName="/ppt/tags/tag95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sldIdLst>
    <ns0:sldId id="256" ns1:id="rId3"/>
  </ns0:sldIdLst>
  <ns0:sldSz cx="12192000" cy="6858000"/>
  <ns0:notesSz cx="6858000" cy="9144000"/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160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FFFFFF"/>
    <ns1:srgbClr val="DCDCDC"/>
    <ns1:srgbClr val="F0F0F0"/>
    <ns1:srgbClr val="E6E6E6"/>
    <ns1:srgbClr val="C8C8C8"/>
    <ns1:srgbClr val="FAFAFA"/>
    <ns1:srgbClr val="BEBEBE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>
  <ns0:normalViewPr horzBarState="maximized">
    <ns0:restoredLeft sz="13778" autoAdjust="0"/>
    <ns0:restoredTop sz="94660"/>
  </ns0:normalViewPr>
  <ns0:slideViewPr>
    <ns0:cSldViewPr snapToGrid="0" showGuides="1">
      <ns0:cViewPr varScale="1">
        <ns0:scale>
          <ns1:sx n="99" d="100"/>
          <ns1:sy n="99" d="100"/>
        </ns0:scale>
        <ns0:origin x="84" y="582"/>
      </ns0:cViewPr>
      <ns0:guideLst>
        <ns0:guide orient="horz" pos="2160"/>
        <ns0:guide pos="3840"/>
      </ns0:guideLst>
    </ns0:cSldViewPr>
  </ns0:slideViewPr>
  <ns0:notesTextViewPr>
    <ns0:cViewPr>
      <ns0:scale>
        <ns1:sx n="3" d="2"/>
        <ns1:sy n="3" d="2"/>
      </ns0:scale>
      <ns0:origin x="0" y="0"/>
    </ns0:cViewPr>
  </ns0:notesTextViewPr>
  <ns0:notesViewPr>
    <ns0:cSldViewPr snapToGrid="0">
      <ns0:cViewPr varScale="1">
        <ns0:scale>
          <ns1:sx n="92" d="100"/>
          <ns1:sy n="92" d="100"/>
        </ns0:scale>
        <ns0:origin x="2550" y="102"/>
      </ns0:cViewPr>
      <ns0:guideLst/>
    </ns0:cSldViewPr>
  </ns0:notesViewPr>
  <ns0:gridSpacing cx="72008" cy="72008"/>
</ns0:viewPr>
</file>

<file path=ppt/_rels/presentation.xml.rels><?xml version='1.0' encoding='utf-8'?>
<ns0:Relationships xmlns:ns0="http://schemas.openxmlformats.org/package/2006/relationships"><ns0:Relationship Id="rId7" Type="http://schemas.openxmlformats.org/officeDocument/2006/relationships/tableStyles" Target="tableStyles.xml" /><ns0:Relationship Id="rId6" Type="http://schemas.openxmlformats.org/officeDocument/2006/relationships/viewProps" Target="viewProps.xml" /><ns0:Relationship Id="rId5" Type="http://schemas.openxmlformats.org/officeDocument/2006/relationships/presProps" Target="presProps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" Type="http://schemas.openxmlformats.org/officeDocument/2006/relationships/slideMaster" Target="slideMasters/slideMaster1.xml" /></ns0:Relationships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5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6" Type="http://schemas.openxmlformats.org/officeDocument/2006/relationships/tags" Target="../tags/tag5.xml" /><ns0:Relationship Id="rId5" Type="http://schemas.openxmlformats.org/officeDocument/2006/relationships/tags" Target="../tags/tag4.xml" /><ns0:Relationship Id="rId4" Type="http://schemas.openxmlformats.org/officeDocument/2006/relationships/tags" Target="../tags/tag3.xml" /><ns0:Relationship Id="rId3" Type="http://schemas.openxmlformats.org/officeDocument/2006/relationships/tags" Target="../tags/tag2.xml" /><ns0:Relationship Id="rId2" Type="http://schemas.openxmlformats.org/officeDocument/2006/relationships/tags" Target="../tags/tag1.xml" /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6" Type="http://schemas.openxmlformats.org/officeDocument/2006/relationships/tags" Target="../tags/tag10.xml" /><ns0:Relationship Id="rId5" Type="http://schemas.openxmlformats.org/officeDocument/2006/relationships/tags" Target="../tags/tag9.xml" /><ns0:Relationship Id="rId4" Type="http://schemas.openxmlformats.org/officeDocument/2006/relationships/tags" Target="../tags/tag8.xml" /><ns0:Relationship Id="rId3" Type="http://schemas.openxmlformats.org/officeDocument/2006/relationships/tags" Target="../tags/tag7.xml" /><ns0:Relationship Id="rId2" Type="http://schemas.openxmlformats.org/officeDocument/2006/relationships/tags" Target="../tags/tag6.xml" /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6" Type="http://schemas.openxmlformats.org/officeDocument/2006/relationships/tags" Target="../tags/tag15.xml" /><ns0:Relationship Id="rId5" Type="http://schemas.openxmlformats.org/officeDocument/2006/relationships/tags" Target="../tags/tag14.xml" /><ns0:Relationship Id="rId4" Type="http://schemas.openxmlformats.org/officeDocument/2006/relationships/tags" Target="../tags/tag13.xml" /><ns0:Relationship Id="rId3" Type="http://schemas.openxmlformats.org/officeDocument/2006/relationships/tags" Target="../tags/tag12.xml" /><ns0:Relationship Id="rId2" Type="http://schemas.openxmlformats.org/officeDocument/2006/relationships/tags" Target="../tags/tag11.xml" /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7" Type="http://schemas.openxmlformats.org/officeDocument/2006/relationships/tags" Target="../tags/tag21.xml" /><ns0:Relationship Id="rId6" Type="http://schemas.openxmlformats.org/officeDocument/2006/relationships/tags" Target="../tags/tag20.xml" /><ns0:Relationship Id="rId5" Type="http://schemas.openxmlformats.org/officeDocument/2006/relationships/tags" Target="../tags/tag19.xml" /><ns0:Relationship Id="rId4" Type="http://schemas.openxmlformats.org/officeDocument/2006/relationships/tags" Target="../tags/tag18.xml" /><ns0:Relationship Id="rId3" Type="http://schemas.openxmlformats.org/officeDocument/2006/relationships/tags" Target="../tags/tag17.xml" /><ns0:Relationship Id="rId2" Type="http://schemas.openxmlformats.org/officeDocument/2006/relationships/tags" Target="../tags/tag16.xml" /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9" Type="http://schemas.openxmlformats.org/officeDocument/2006/relationships/tags" Target="../tags/tag29.xml" /><ns0:Relationship Id="rId8" Type="http://schemas.openxmlformats.org/officeDocument/2006/relationships/tags" Target="../tags/tag28.xml" /><ns0:Relationship Id="rId7" Type="http://schemas.openxmlformats.org/officeDocument/2006/relationships/tags" Target="../tags/tag27.xml" /><ns0:Relationship Id="rId6" Type="http://schemas.openxmlformats.org/officeDocument/2006/relationships/tags" Target="../tags/tag26.xml" /><ns0:Relationship Id="rId5" Type="http://schemas.openxmlformats.org/officeDocument/2006/relationships/tags" Target="../tags/tag25.xml" /><ns0:Relationship Id="rId4" Type="http://schemas.openxmlformats.org/officeDocument/2006/relationships/tags" Target="../tags/tag24.xml" /><ns0:Relationship Id="rId3" Type="http://schemas.openxmlformats.org/officeDocument/2006/relationships/tags" Target="../tags/tag23.xml" /><ns0:Relationship Id="rId2" Type="http://schemas.openxmlformats.org/officeDocument/2006/relationships/tags" Target="../tags/tag22.xml" /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5" Type="http://schemas.openxmlformats.org/officeDocument/2006/relationships/tags" Target="../tags/tag33.xml" /><ns0:Relationship Id="rId4" Type="http://schemas.openxmlformats.org/officeDocument/2006/relationships/tags" Target="../tags/tag32.xml" /><ns0:Relationship Id="rId3" Type="http://schemas.openxmlformats.org/officeDocument/2006/relationships/tags" Target="../tags/tag31.xml" /><ns0:Relationship Id="rId2" Type="http://schemas.openxmlformats.org/officeDocument/2006/relationships/tags" Target="../tags/tag30.xml" /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4" Type="http://schemas.openxmlformats.org/officeDocument/2006/relationships/tags" Target="../tags/tag36.xml" /><ns0:Relationship Id="rId3" Type="http://schemas.openxmlformats.org/officeDocument/2006/relationships/tags" Target="../tags/tag35.xml" /><ns0:Relationship Id="rId2" Type="http://schemas.openxmlformats.org/officeDocument/2006/relationships/tags" Target="../tags/tag34.xml" /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7" Type="http://schemas.openxmlformats.org/officeDocument/2006/relationships/tags" Target="../tags/tag42.xml" /><ns0:Relationship Id="rId6" Type="http://schemas.openxmlformats.org/officeDocument/2006/relationships/tags" Target="../tags/tag41.xml" /><ns0:Relationship Id="rId5" Type="http://schemas.openxmlformats.org/officeDocument/2006/relationships/tags" Target="../tags/tag40.xml" /><ns0:Relationship Id="rId4" Type="http://schemas.openxmlformats.org/officeDocument/2006/relationships/tags" Target="../tags/tag39.xml" /><ns0:Relationship Id="rId3" Type="http://schemas.openxmlformats.org/officeDocument/2006/relationships/tags" Target="../tags/tag38.xml" /><ns0:Relationship Id="rId2" Type="http://schemas.openxmlformats.org/officeDocument/2006/relationships/tags" Target="../tags/tag37.xml" /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6" Type="http://schemas.openxmlformats.org/officeDocument/2006/relationships/tags" Target="../tags/tag47.xml" /><ns0:Relationship Id="rId5" Type="http://schemas.openxmlformats.org/officeDocument/2006/relationships/tags" Target="../tags/tag46.xml" /><ns0:Relationship Id="rId4" Type="http://schemas.openxmlformats.org/officeDocument/2006/relationships/tags" Target="../tags/tag45.xml" /><ns0:Relationship Id="rId3" Type="http://schemas.openxmlformats.org/officeDocument/2006/relationships/tags" Target="../tags/tag44.xml" /><ns0:Relationship Id="rId2" Type="http://schemas.openxmlformats.org/officeDocument/2006/relationships/tags" Target="../tags/tag43.xml" /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5" Type="http://schemas.openxmlformats.org/officeDocument/2006/relationships/tags" Target="../tags/tag51.xml" /><ns0:Relationship Id="rId4" Type="http://schemas.openxmlformats.org/officeDocument/2006/relationships/tags" Target="../tags/tag50.xml" /><ns0:Relationship Id="rId3" Type="http://schemas.openxmlformats.org/officeDocument/2006/relationships/tags" Target="../tags/tag49.xml" /><ns0:Relationship Id="rId2" Type="http://schemas.openxmlformats.org/officeDocument/2006/relationships/tags" Target="../tags/tag48.xml" /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6" Type="http://schemas.openxmlformats.org/officeDocument/2006/relationships/tags" Target="../tags/tag56.xml" /><ns0:Relationship Id="rId5" Type="http://schemas.openxmlformats.org/officeDocument/2006/relationships/tags" Target="../tags/tag55.xml" /><ns0:Relationship Id="rId4" Type="http://schemas.openxmlformats.org/officeDocument/2006/relationships/tags" Target="../tags/tag54.xml" /><ns0:Relationship Id="rId3" Type="http://schemas.openxmlformats.org/officeDocument/2006/relationships/tags" Target="../tags/tag53.xml" /><ns0:Relationship Id="rId2" Type="http://schemas.openxmlformats.org/officeDocument/2006/relationships/tags" Target="../tags/tag52.xml" /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  <ns0:custDataLst>
              <ns0:tags ns2:id="rId2"/>
            </ns0:custDataLst>
          </ns0:nvPr>
        </ns0:nvSpPr>
        <ns0:spPr>
          <ns1:xfrm>
            <ns1:off x="1198800" y="914400"/>
            <ns1:ext cx="9799200" cy="2570400"/>
          </ns1:xfrm>
        </ns0:spPr>
        <ns0:txBody>
          <ns1:bodyPr lIns="90000" tIns="46800" rIns="90000" bIns="46800" anchor="b" anchorCtr="0">
            <ns1:normAutofit/>
          </ns1:bodyPr>
          <ns1:lstStyle>
            <ns1:lvl1pPr algn="ctr">
              <ns1:defRPr sz="6000"/>
            </ns1:lvl1pPr>
          </ns1:lstStyle>
          <ns1:p>
            <ns1:r>
              <ns1:rPr lang="zh-CN" altLang="en-US" dirty="0"/>
              <ns1:t>示例内容公开模板示例内容</ns1:t>
            </ns1:r>
            <ns1:endParaRPr lang="zh-CN" altLang="en-US" dirty="0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  <ns0:custDataLst>
              <ns0:tags ns2:id="rId3"/>
            </ns0:custDataLst>
          </ns0:nvPr>
        </ns0:nvSpPr>
        <ns0:spPr>
          <ns1:xfrm>
            <ns1:off x="1198800" y="3560400"/>
            <ns1:ext cx="9799200" cy="1472400"/>
          </ns1:xfrm>
        </ns0:spPr>
        <ns0:txBody>
          <ns1:bodyPr lIns="90000" tIns="46800" rIns="90000" bIns="46800">
            <ns1:normAutofit/>
          </ns1:bodyPr>
          <ns1:lstStyle>
            <ns1:lvl1pPr marL="0" indent="0" algn="ctr">
              <ns1:lnSpc>
                <ns1:spcPct val="110000"/>
              </ns1:lnSpc>
              <ns1:buNone/>
              <ns1:defRPr sz="2400" spc="2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dirty="0"/>
              <ns1:t>示例内容公开模板示例内容公</ns1:t>
            </ns1:r>
            <ns1:endParaRPr lang="zh-CN" altLang="en-US" dirty="0"/>
          </ns1:p>
        </ns0:txBody>
      </ns0:sp>
      <ns0:sp>
        <ns0:nvSpPr>
          <ns0:cNvPr id="16" name="日期占位符 15"/>
          <ns0:cNvSpPr>
            <ns1:spLocks noGrp="1"/>
          </ns0:cNvSpPr>
          <ns0:nvPr>
            <ns0:ph type="dt" sz="half" idx="10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17" name="页脚占位符 16"/>
          <ns0:cNvSpPr>
            <ns1:spLocks noGrp="1"/>
          </ns0:cNvSpPr>
          <ns0:nvPr>
            <ns0:ph type="ftr" sz="quarter" idx="11"/>
            <ns0:custDataLst>
              <ns0:tags ns2:id="rId5"/>
            </ns0:custDataLst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18" name="灯片编号占位符 17"/>
          <ns0:cNvSpPr>
            <ns1:spLocks noGrp="1"/>
          </ns0:cNvSpPr>
          <ns0:nvPr>
            <ns0:ph type="sldNum" sz="quarter" idx="12"/>
            <ns0:custDataLst>
              <ns0:tags ns2:id="rId6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  <ns0:custDataLst>
              <ns0:tags ns2:id="rId2"/>
            </ns0:custDataLst>
          </ns0:nvPr>
        </ns0:nvSpPr>
        <ns0:spPr>
          <ns1:xfrm>
            <ns1:off x="608400" y="608400"/>
            <ns1:ext cx="10969200" cy="705600"/>
          </ns1:xfrm>
        </ns0:spPr>
        <ns0:txBody>
          <ns1:bodyPr vert="horz" lIns="90000" tIns="46800" rIns="90000" bIns="46800" rtlCol="0" anchor="ctr" anchorCtr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  <ns0:custDataLst>
              <ns0:tags ns2:id="rId3"/>
            </ns0:custDataLst>
          </ns0:nvPr>
        </ns0:nvSpPr>
        <ns0:spPr>
          <ns1:xfrm>
            <ns1:off x="608400" y="1490400"/>
            <ns1:ext cx="10969200" cy="4759200"/>
          </ns1:xfrm>
        </ns0:spPr>
        <ns0:txBody>
          <ns1:bodyPr vert="horz" lIns="90000" tIns="46800" rIns="90000" bIns="4680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  <ns0:custDataLst>
              <ns0:tags ns2:id="rId5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  <ns0:custDataLst>
              <ns0:tags ns2:id="rId6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 hasCustomPrompt="1"/>
            <ns0:custDataLst>
              <ns0:tags ns2:id="rId2"/>
            </ns0:custDataLst>
          </ns0:nvPr>
        </ns0:nvSpPr>
        <ns0:spPr>
          <ns1:xfrm>
            <ns1:off x="1990800" y="3848400"/>
            <ns1:ext cx="7768800" cy="766800"/>
          </ns1:xfrm>
        </ns0:spPr>
        <ns0:txBody>
          <ns1:bodyPr lIns="90000" tIns="46800" rIns="90000" bIns="46800" anchor="b" anchorCtr="0">
            <ns1:normAutofit/>
          </ns1:bodyPr>
          <ns1:lstStyle>
            <ns1:lvl1pPr>
              <ns1:defRPr sz="4400"/>
            </ns1:lvl1pPr>
          </ns1:lstStyle>
          <ns1:p>
            <ns1:r>
              <ns1:rPr lang="zh-CN" altLang="en-US" dirty="0"/>
              <ns1:t>示例内容公开模板</ns1:t>
            </ns1:r>
            <ns1:endParaRPr lang="zh-CN" altLang="en-US" dirty="0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  <ns0:custDataLst>
              <ns0:tags ns2:id="rId3"/>
            </ns0:custDataLst>
          </ns0:nvPr>
        </ns0:nvSpPr>
        <ns0:spPr>
          <ns1:xfrm>
            <ns1:off x="1990800" y="4615200"/>
            <ns1:ext cx="7768800" cy="867600"/>
          </ns1:xfrm>
        </ns0:spPr>
        <ns0:txBody>
          <ns1:bodyPr lIns="90000" tIns="46800" rIns="90000" bIns="46800">
            <ns1:normAutofit/>
          </ns1:bodyPr>
          <ns1:lstStyle>
            <ns1:lvl1pPr marL="0" indent="0">
              <ns1:buNone/>
              <ns1:defRPr sz="1800">
                <ns1:solidFill>
                  <ns1:schemeClr val="tx1">
                    <ns1:lumMod val="65000"/>
                    <ns1:lumOff val="35000"/>
                  </ns1:schemeClr>
                </ns1:solidFill>
              </ns1:defRPr>
            </ns1:lvl1pPr>
            <ns1:lvl2pPr marL="457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dirty="0"/>
              <ns1:t>示例内容公开模板</ns1:t>
            </ns1:r>
            <ns1:endParaRPr lang="zh-CN" altLang="en-US" dirty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  <ns0:custDataLst>
              <ns0:tags ns2:id="rId5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  <ns0:custDataLst>
              <ns0:tags ns2:id="rId6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  <ns0:custDataLst>
              <ns0:tags ns2:id="rId2"/>
            </ns0:custDataLst>
          </ns0:nvPr>
        </ns0:nvSpPr>
        <ns0:spPr>
          <ns1:xfrm>
            <ns1:off x="608400" y="608400"/>
            <ns1:ext cx="10969200" cy="705600"/>
          </ns1:xfrm>
        </ns0:spPr>
        <ns0:txBody>
          <ns1:bodyPr vert="horz" lIns="90000" tIns="46800" rIns="90000" bIns="46800" rtlCol="0" anchor="ctr" anchorCtr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  <ns0:custDataLst>
              <ns0:tags ns2:id="rId3"/>
            </ns0:custDataLst>
          </ns0:nvPr>
        </ns0:nvSpPr>
        <ns0:spPr>
          <ns1:xfrm>
            <ns1:off x="608400" y="1501200"/>
            <ns1:ext cx="5176800" cy="4748400"/>
          </ns1:xfrm>
        </ns0:spPr>
        <ns0:txBody>
          <ns1:bodyPr vert="horz" lIns="90000" tIns="46800" rIns="90000" bIns="4680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  <ns0:custDataLst>
              <ns0:tags ns2:id="rId4"/>
            </ns0:custDataLst>
          </ns0:nvPr>
        </ns0:nvSpPr>
        <ns0:spPr>
          <ns1:xfrm>
            <ns1:off x="6411600" y="1501200"/>
            <ns1:ext cx="5176800" cy="4748400"/>
          </ns1:xfrm>
        </ns0:spPr>
        <ns0:txBody>
          <ns1:bodyPr lIns="90000" tIns="46800" rIns="90000" bIns="46800">
            <ns1:normAutofit/>
          </ns1:bodyPr>
          <ns1:lstStyle/>
          <ns1:p>
            <ns1:pPr lvl="0"/>
            <ns1:r>
              <ns1:rPr lang="zh-CN" altLang="en-US" dirty="0"/>
              <ns1:t>示例内容公开模板示例内容</ns1:t>
            </ns1:r>
            <ns1:endParaRPr lang="zh-CN" altLang="en-US" dirty="0"/>
          </ns1:p>
          <ns1:p>
            <ns1:pPr lvl="1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2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3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4"/>
            <ns1:r>
              <ns1:rPr lang="zh-CN" altLang="en-US" dirty="0"/>
              <ns1:t>示例内</ns1:t>
            </ns1:r>
            <ns1:endParaRPr lang="zh-CN" altLang="en-US" dirty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  <ns0:custDataLst>
              <ns0:tags ns2:id="rId5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  <ns0:custDataLst>
              <ns0:tags ns2:id="rId6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  <ns0:custDataLst>
              <ns0:tags ns2:id="rId7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  <ns0:custDataLst>
              <ns0:tags ns2:id="rId2"/>
            </ns0:custDataLst>
          </ns0:nvPr>
        </ns0:nvSpPr>
        <ns0:spPr>
          <ns1:xfrm>
            <ns1:off x="608400" y="608400"/>
            <ns1:ext cx="10969200" cy="705600"/>
          </ns1:xfrm>
        </ns0:spPr>
        <ns0:txBody>
          <ns1:bodyPr vert="horz" lIns="90000" tIns="46800" rIns="90000" bIns="46800" rtlCol="0" anchor="ctr" anchorCtr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 hasCustomPrompt="1"/>
            <ns0:custDataLst>
              <ns0:tags ns2:id="rId3"/>
            </ns0:custDataLst>
          </ns0:nvPr>
        </ns0:nvSpPr>
        <ns0:spPr>
          <ns1:xfrm>
            <ns1:off x="608400" y="1429200"/>
            <ns1:ext cx="5342400" cy="381600"/>
          </ns1:xfrm>
        </ns0:spPr>
        <ns0:txBody>
          <ns1:bodyPr lIns="101600" tIns="38100" rIns="76200" bIns="38100" anchor="t" anchorCtr="0">
            <ns1:normAutofit/>
          </ns1:bodyPr>
          <ns1:lstStyle>
            <ns1:lvl1pPr marL="0" indent="0">
              <ns1:lnSpc>
                <ns1:spcPct val="100000"/>
              </ns1:lnSpc>
              <ns1:buNone/>
              <ns1:defRPr sz="2000" b="1" spc="2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dirty="0"/>
              <ns1:t>示例内容公开模板</ns1:t>
            </ns1:r>
            <ns1:endParaRPr lang="zh-CN" altLang="en-US" dirty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  <ns0:custDataLst>
              <ns0:tags ns2:id="rId4"/>
            </ns0:custDataLst>
          </ns0:nvPr>
        </ns0:nvSpPr>
        <ns0:spPr>
          <ns1:xfrm>
            <ns1:off x="608400" y="1854000"/>
            <ns1:ext cx="5342400" cy="4395600"/>
          </ns1:xfrm>
        </ns0:spPr>
        <ns0:txBody>
          <ns1:bodyPr vert="horz" lIns="101600" tIns="0" rIns="82550" bIns="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 hasCustomPrompt="1"/>
            <ns0:custDataLst>
              <ns0:tags ns2:id="rId5"/>
            </ns0:custDataLst>
          </ns0:nvPr>
        </ns0:nvSpPr>
        <ns0:spPr>
          <ns1:xfrm>
            <ns1:off x="6235750" y="1421729"/>
            <ns1:ext cx="5342400" cy="381600"/>
          </ns1:xfrm>
        </ns0:spPr>
        <ns0:txBody>
          <ns1:bodyPr vert="horz" lIns="101600" tIns="38100" rIns="76200" bIns="38100" rtlCol="0" anchor="t" anchorCtr="0">
            <ns1:normAutofit/>
          </ns1:bodyPr>
          <ns1:lstStyle>
            <ns1:lvl1pPr marL="0" indent="0">
              <ns1:lnSpc>
                <ns1:spcPct val="100000"/>
              </ns1:lnSpc>
              <ns1:buNone/>
              <ns1:defRPr sz="2000" b="1" spc="200">
                <ns1:solidFill>
                  <ns1:schemeClr val="tx1">
                    <ns1:lumMod val="75000"/>
                    <ns1:lumOff val="25000"/>
                  </ns1:schemeClr>
                </ns1:solidFill>
              </ns1:defRPr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  <ns0:custDataLst>
              <ns0:tags ns2:id="rId6"/>
            </ns0:custDataLst>
          </ns0:nvPr>
        </ns0:nvSpPr>
        <ns0:spPr>
          <ns1:xfrm>
            <ns1:off x="6235750" y="1854000"/>
            <ns1:ext cx="5342400" cy="4395600"/>
          </ns1:xfrm>
        </ns0:spPr>
        <ns0:txBody>
          <ns1:bodyPr vert="horz" lIns="101600" tIns="0" rIns="82550" bIns="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  <ns0:custDataLst>
              <ns0:tags ns2:id="rId7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  <ns0:custDataLst>
              <ns0:tags ns2:id="rId8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  <ns0:custDataLst>
              <ns0:tags ns2:id="rId9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  <ns0:custDataLst>
              <ns0:tags ns2:id="rId2"/>
            </ns0:custDataLst>
          </ns0:nvPr>
        </ns0:nvSpPr>
        <ns0:spPr>
          <ns1:xfrm>
            <ns1:off x="608400" y="608400"/>
            <ns1:ext cx="10969200" cy="705600"/>
          </ns1:xfrm>
        </ns0:spPr>
        <ns0:txBody>
          <ns1:bodyPr vert="horz" lIns="90000" tIns="46800" rIns="90000" bIns="46800" rtlCol="0" anchor="ctr" anchorCtr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  <ns0:custDataLst>
              <ns0:tags ns2:id="rId3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  <ns0:custDataLst>
              <ns0:tags ns2:id="rId4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  <ns0:custDataLst>
              <ns0:tags ns2:id="rId5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  <ns0:custDataLst>
              <ns0:tags ns2:id="rId2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  <ns0:custDataLst>
              <ns0:tags ns2:id="rId3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图片占位符 2"/>
          <ns0:cNvSpPr>
            <ns1:spLocks noGrp="1"/>
          </ns0:cNvSpPr>
          <ns0:nvPr>
            <ns0:ph type="pic" idx="1"/>
            <ns0:custDataLst>
              <ns0:tags ns2:id="rId2"/>
            </ns0:custDataLst>
          </ns0:nvPr>
        </ns0:nvSpPr>
        <ns0:spPr>
          <ns1:xfrm>
            <ns1:off x="608400" y="1555200"/>
            <ns1:ext cx="5233077" cy="4608000"/>
          </ns1:xfrm>
        </ns0:spPr>
        <ns0:txBody>
          <ns1:bodyPr vert="horz" lIns="90000" tIns="46800" rIns="90000" bIns="46800" rtlCol="0">
            <ns1:normAutofit/>
          </ns1:bodyPr>
          <ns1:lstStyle>
            <ns1:lvl1pPr>
              <ns1:buNone/>
              <ns1:defRPr sz="1600"/>
            </ns1:lvl1pPr>
          </ns1:lstStyle>
          <ns1:p>
            <ns1:pPr lvl="0"/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  <ns0:custDataLst>
              <ns0:tags ns2:id="rId3"/>
            </ns0:custDataLst>
          </ns0:nvPr>
        </ns0:nvSpPr>
        <ns0:spPr>
          <ns1:xfrm>
            <ns1:off x="6350400" y="1555200"/>
            <ns1:ext cx="5227200" cy="4608000"/>
          </ns1:xfrm>
        </ns0:spPr>
        <ns0:txBody>
          <ns1:bodyPr vert="horz" lIns="90000" tIns="46800" rIns="90000" bIns="46800" rtlCol="0">
            <ns1:normAutofit/>
          </ns1:bodyPr>
          <ns1:lstStyle>
            <ns1:lvl1pPr>
              <ns1:buNone/>
              <ns1:defRPr sz="1600"/>
            </ns1:lvl1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9EFD9D74-47D9-4702-A33C-335B63B48DBF}" type="datetimeFigureOut">
              <ns1:rPr lang="zh-CN" altLang="en-US" smtClean="0"/>
            </ns1:fld>
            <ns1:endParaRPr lang="zh-CN" altLang="en-US" dirty="0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  <ns0:custDataLst>
              <ns0:tags ns2:id="rId5"/>
            </ns0:custDataLst>
          </ns0:nvPr>
        </ns0:nvSpPr>
        <ns0:spPr/>
        <ns0:txBody>
          <ns1:bodyPr/>
          <ns1:lstStyle/>
          <ns1:p>
            <ns1:endParaRPr lang="zh-CN" altLang="en-US" dirty="0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  <ns0:custDataLst>
              <ns0:tags ns2:id="rId6"/>
            </ns0:custDataLst>
          </ns0:nvPr>
        </ns0:nvSpPr>
        <ns0:spPr/>
        <ns0:txBody>
          <ns1:bodyPr/>
          <ns1:lstStyle/>
          <ns1:p>
            <ns1:fld id="{FABC47A4-756D-490B-A52F-7D9E2C9FC05F}" type="slidenum">
              <ns1:rPr lang="zh-CN" altLang="en-US" smtClean="0"/>
            </ns1:fld>
            <ns1:endParaRPr lang="zh-CN" altLang="en-US"/>
          </ns1:p>
        </ns0:txBody>
      </ns0:sp>
      <ns0:sp>
        <ns0:nvSpPr>
          <ns0:cNvPr id="9" name="标题 8"/>
          <ns0:cNvSpPr>
            <ns1:spLocks noGrp="1"/>
          </ns0:cNvSpPr>
          <ns0:nvPr>
            <ns0:ph type="title"/>
            <ns0:custDataLst>
              <ns0:tags ns2:id="rId7"/>
            </ns0:custDataLst>
          </ns0:nvPr>
        </ns0:nvSpPr>
        <ns0:spPr/>
        <ns0:txBody>
          <ns1:bodyPr/>
          <ns1:p>
            <ns1:r>
              <ns1:rPr lang="zh-CN" altLang="en-US"/>
              <ns1:t>示例内容公开模板示例内容</ns1:t>
            </ns1:r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xmlns:ns2="http://schemas.openxmlformats.org/officeDocument/2006/relationships" type="vertTitleAndTx" preserve="1">
  <ns0:cSld name="竖排标题与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 hasCustomPrompt="1"/>
            <ns0:custDataLst>
              <ns0:tags ns2:id="rId2"/>
            </ns0:custDataLst>
          </ns0:nvPr>
        </ns0:nvSpPr>
        <ns0:spPr>
          <ns1:xfrm>
            <ns1:off x="10234800" y="914400"/>
            <ns1:ext cx="1044000" cy="5029200"/>
          </ns1:xfrm>
        </ns0:spPr>
        <ns0:txBody>
          <ns1:bodyPr vert="eaVert" lIns="90000" tIns="46800" rIns="90000" bIns="46800" rtlCol="0" anchor="ctr" anchorCtr="0">
            <ns1:normAutofit/>
          </ns1:bodyPr>
          <ns1:lstStyle>
            <ns1:lvl1pPr>
              <ns1:buNone/>
              <ns1:defRPr sz="2800"/>
            </ns1:lvl1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  <ns0:custDataLst>
              <ns0:tags ns2:id="rId3"/>
            </ns0:custDataLst>
          </ns0:nvPr>
        </ns0:nvSpPr>
        <ns0:spPr>
          <ns1:xfrm>
            <ns1:off x="914400" y="914400"/>
            <ns1:ext cx="9169200" cy="5029200"/>
          </ns1:xfrm>
        </ns0:spPr>
        <ns0:txBody>
          <ns1:bodyPr vert="eaVert" lIns="46800" tIns="46800" rIns="46800" bIns="46800"/>
          <ns1:lstStyle>
            <ns1:lvl1pPr marL="228600" indent="-228600">
              <ns1:spcAft>
                <ns1:spcPts val="1000"/>
              </ns1:spcAft>
              <ns1:defRPr spc="300"/>
            </ns1:lvl1pPr>
            <ns1:lvl2pPr marL="685800" indent="-228600">
              <ns1:defRPr spc="300"/>
            </ns1:lvl2pPr>
            <ns1:lvl3pPr marL="1143000" indent="-228600">
              <ns1:defRPr spc="300"/>
            </ns1:lvl3pPr>
            <ns1:lvl4pPr marL="1600200" indent="-228600">
              <ns1:defRPr spc="300"/>
            </ns1:lvl4pPr>
            <ns1:lvl5pPr marL="2057400" indent="-228600">
              <ns1:defRPr spc="300"/>
            </ns1:lvl5pPr>
          </ns1:lstStyle>
          <ns1:p>
            <ns1:pPr lvl="0"/>
            <ns1:r>
              <ns1:rPr lang="zh-CN" altLang="en-US" dirty="0"/>
              <ns1:t>示例内容公开模板示例内容</ns1:t>
            </ns1:r>
            <ns1:endParaRPr lang="zh-CN" altLang="en-US" dirty="0"/>
          </ns1:p>
          <ns1:p>
            <ns1:pPr lvl="1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2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3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4"/>
            <ns1:r>
              <ns1:rPr lang="zh-CN" altLang="en-US" dirty="0"/>
              <ns1:t>示例内</ns1:t>
            </ns1:r>
            <ns1:endParaRPr lang="zh-CN" altLang="en-US" dirty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  <ns0:custDataLst>
              <ns0:tags ns2:id="rId5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  <ns0:custDataLst>
              <ns0:tags ns2:id="rId6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日期占位符 2"/>
          <ns0:cNvSpPr>
            <ns1:spLocks noGrp="1"/>
          </ns0:cNvSpPr>
          <ns0:nvPr>
            <ns0:ph type="dt" sz="half" idx="10"/>
            <ns0:custDataLst>
              <ns0:tags ns2:id="rId2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  <ns0:custDataLst>
              <ns0:tags ns2:id="rId3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  <ns0:sp>
        <ns0:nvSpPr>
          <ns0:cNvPr id="7" name="内容占位符 6"/>
          <ns0:cNvSpPr>
            <ns1:spLocks noGrp="1"/>
          </ns0:cNvSpPr>
          <ns0:nvPr>
            <ns0:ph sz="quarter" idx="13"/>
            <ns0:custDataLst>
              <ns0:tags ns2:id="rId5"/>
            </ns0:custDataLst>
          </ns0:nvPr>
        </ns0:nvSpPr>
        <ns0:spPr>
          <ns1:xfrm>
            <ns1:off x="608400" y="774000"/>
            <ns1:ext cx="10972800" cy="5482800"/>
          </ns1:xfrm>
        </ns0:spPr>
        <ns0:txBody>
          <ns1:bodyPr/>
          <ns1:lstStyle/>
          <ns1:p>
            <ns1:pPr lvl="0"/>
            <ns1:r>
              <ns1:rPr lang="zh-CN" altLang="en-US" dirty="0"/>
              <ns1:t>示例内容公开模板示例内容</ns1:t>
            </ns1:r>
            <ns1:endParaRPr lang="zh-CN" altLang="en-US" dirty="0"/>
          </ns1:p>
          <ns1:p>
            <ns1:pPr lvl="1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2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3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4"/>
            <ns1:r>
              <ns1:rPr lang="zh-CN" altLang="en-US" dirty="0"/>
              <ns1:t>示例内</ns1:t>
            </ns1:r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xmlns:ns2="http://schemas.openxmlformats.org/officeDocument/2006/relationships" preserve="1" userDrawn="1">
  <ns0:cSld name="末尾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日期占位符 2"/>
          <ns0:cNvSpPr>
            <ns1:spLocks noGrp="1"/>
          </ns0:cNvSpPr>
          <ns0:nvPr>
            <ns0:ph type="dt" sz="half" idx="10"/>
            <ns0:custDataLst>
              <ns0:tags ns2:id="rId2"/>
            </ns0:custDataLst>
          </ns0:nvPr>
        </ns0:nvSpPr>
        <ns0:spPr/>
        <ns0:txBody>
          <ns1:bodyPr/>
          <ns1:lstStyle/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  <ns0:custDataLst>
              <ns0:tags ns2:id="rId3"/>
            </ns0:custDataLst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  <ns0:custDataLst>
              <ns0:tags ns2:id="rId4"/>
            </ns0:custDataLst>
          </ns0:nvPr>
        </ns0:nvSpPr>
        <ns0:spPr/>
        <ns0:txBody>
          <ns1:bodyPr/>
          <ns1:lstStyle/>
          <ns1:p>
            <ns1:fld id="{49AE70B2-8BF9-45C0-BB95-33D1B9D3A854}" type="slidenum">
              <ns1:rPr lang="zh-CN" altLang="en-US" smtClean="0"/>
            </ns1:fld>
            <ns1:endParaRPr lang="zh-CN" altLang="en-US"/>
          </ns1:p>
        </ns0:txBody>
      </ns0:sp>
      <ns0:sp>
        <ns0:nvSpPr>
          <ns0:cNvPr id="2" name="标题 1"/>
          <ns0:cNvSpPr>
            <ns1:spLocks noGrp="1"/>
          </ns0:cNvSpPr>
          <ns0:nvPr>
            <ns0:ph type="title" hasCustomPrompt="1"/>
            <ns0:custDataLst>
              <ns0:tags ns2:id="rId5"/>
            </ns0:custDataLst>
          </ns0:nvPr>
        </ns0:nvSpPr>
        <ns0:spPr>
          <ns1:xfrm>
            <ns1:off x="1198800" y="2484000"/>
            <ns1:ext cx="9799200" cy="1018800"/>
          </ns1:xfrm>
        </ns0:spPr>
        <ns0:txBody>
          <ns1:bodyPr vert="horz" lIns="90000" tIns="46800" rIns="90000" bIns="46800" rtlCol="0" anchor="t" anchorCtr="0">
            <ns1:normAutofit/>
          </ns1:bodyPr>
          <ns1:lstStyle>
            <ns1:lvl1pPr algn="ctr">
              <ns1:defRPr sz="6000"/>
            </ns1:lvl1pPr>
          </ns1:lstStyle>
          <ns1:p>
            <ns1:pPr lvl="0"/>
            <ns1:r>
              <ns1:rPr lang="zh-CN" altLang="en-US" smtClean="0"/>
              <ns1:t>示例内容公开模板</ns1:t>
            </ns1:r>
            <ns1:endParaRPr lang="zh-CN" altLang="en-US"/>
          </ns1:p>
        </ns0:txBody>
      </ns0:sp>
      <ns0:sp>
        <ns0:nvSpPr>
          <ns0:cNvPr id="7" name="文本占位符 6"/>
          <ns0:cNvSpPr>
            <ns1:spLocks noGrp="1"/>
          </ns0:cNvSpPr>
          <ns0:nvPr>
            <ns0:ph type="body" sz="quarter" idx="13"/>
            <ns0:custDataLst>
              <ns0:tags ns2:id="rId6"/>
            </ns0:custDataLst>
          </ns0:nvPr>
        </ns0:nvSpPr>
        <ns0:spPr>
          <ns1:xfrm>
            <ns1:off x="1198800" y="3560400"/>
            <ns1:ext cx="9799200" cy="471600"/>
          </ns1:xfrm>
        </ns0:spPr>
        <ns0:txBody>
          <ns1:bodyPr lIns="90000" tIns="46800" rIns="90000" bIns="46800">
            <ns1:normAutofit/>
          </ns1:bodyPr>
          <ns1:lstStyle>
            <ns1:lvl1pPr algn="ctr">
              <ns1:lnSpc>
                <ns1:spcPct val="110000"/>
              </ns1:lnSpc>
              <ns1:buNone/>
              <ns1:defRPr sz="2400" spc="200"/>
            </ns1:lvl1pPr>
          </ns1:lstStyle>
          <ns1:p>
            <ns1:pPr lvl="0"/>
            <ns1:r>
              <ns1:rPr lang="zh-CN" altLang="en-US" dirty="0"/>
              <ns1:t>示例内容公开模板示例内容</ns1:t>
            </ns1:r>
            <ns1:endParaRPr lang="zh-CN" altLang="en-US" dirty="0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9" Type="http://schemas.openxmlformats.org/officeDocument/2006/relationships/theme" Target="../theme/theme1.xml" /><ns0:Relationship Id="rId18" Type="http://schemas.openxmlformats.org/officeDocument/2006/relationships/tags" Target="../tags/tag62.xml" /><ns0:Relationship Id="rId17" Type="http://schemas.openxmlformats.org/officeDocument/2006/relationships/tags" Target="../tags/tag61.xml" /><ns0:Relationship Id="rId16" Type="http://schemas.openxmlformats.org/officeDocument/2006/relationships/tags" Target="../tags/tag60.xml" /><ns0:Relationship Id="rId15" Type="http://schemas.openxmlformats.org/officeDocument/2006/relationships/tags" Target="../tags/tag59.xml" /><ns0:Relationship Id="rId14" Type="http://schemas.openxmlformats.org/officeDocument/2006/relationships/tags" Target="../tags/tag58.xml" /><ns0:Relationship Id="rId13" Type="http://schemas.openxmlformats.org/officeDocument/2006/relationships/tags" Target="../tags/tag57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  <ns0:custDataLst>
              <ns0:tags ns2:id="rId13"/>
            </ns0:custDataLst>
          </ns0:nvPr>
        </ns0:nvSpPr>
        <ns0:spPr>
          <ns1:xfrm>
            <ns1:off x="608400" y="608400"/>
            <ns1:ext cx="10969200" cy="705600"/>
          </ns1:xfrm>
          <ns1:prstGeom prst="rect">
            <ns1:avLst/>
          </ns1:prstGeom>
        </ns0:spPr>
        <ns0:txBody>
          <ns1:bodyPr vert="horz" lIns="90170" tIns="46990" rIns="90170" bIns="46990" rtlCol="0" anchor="ctr" anchorCtr="0">
            <ns1:normAutofit/>
          </ns1:bodyPr>
          <ns1:lstStyle/>
          <ns1:p>
            <ns1:r>
              <ns1:rPr lang="zh-CN" altLang="en-US" dirty="0"/>
              <ns1:t>示例内容公开模板示例内容</ns1:t>
            </ns1:r>
            <ns1:endParaRPr lang="zh-CN" altLang="en-US" dirty="0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  <ns0:custDataLst>
              <ns0:tags ns2:id="rId14"/>
            </ns0:custDataLst>
          </ns0:nvPr>
        </ns0:nvSpPr>
        <ns0:spPr>
          <ns1:xfrm>
            <ns1:off x="608400" y="1490400"/>
            <ns1:ext cx="10969200" cy="4759200"/>
          </ns1:xfrm>
          <ns1:prstGeom prst="rect">
            <ns1:avLst/>
          </ns1:prstGeom>
        </ns0:spPr>
        <ns0:txBody>
          <ns1:bodyPr vert="horz" lIns="90000" tIns="46800" rIns="90000" bIns="46800" rtlCol="0">
            <ns1:normAutofit/>
          </ns1:bodyPr>
          <ns1:lstStyle/>
          <ns1:p>
            <ns1:pPr lvl="0"/>
            <ns1:r>
              <ns1:rPr lang="zh-CN" altLang="en-US" dirty="0"/>
              <ns1:t>示例内容公开模板示例内容</ns1:t>
            </ns1:r>
            <ns1:endParaRPr lang="zh-CN" altLang="en-US" dirty="0"/>
          </ns1:p>
          <ns1:p>
            <ns1:pPr lvl="1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2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3"/>
            <ns1:r>
              <ns1:rPr lang="zh-CN" altLang="en-US" dirty="0"/>
              <ns1:t>示例内</ns1:t>
            </ns1:r>
            <ns1:endParaRPr lang="zh-CN" altLang="en-US" dirty="0"/>
          </ns1:p>
          <ns1:p>
            <ns1:pPr lvl="4"/>
            <ns1:r>
              <ns1:rPr lang="zh-CN" altLang="en-US" dirty="0"/>
              <ns1:t>示例内</ns1:t>
            </ns1:r>
            <ns1:endParaRPr lang="zh-CN" altLang="en-US" dirty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  <ns0:custDataLst>
              <ns0:tags ns2:id="rId15"/>
            </ns0:custDataLst>
          </ns0:nvPr>
        </ns0:nvSpPr>
        <ns0:spPr>
          <ns1:xfrm>
            <ns1:off x="612000" y="6314400"/>
            <ns1:ext cx="2700000" cy="3168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>
            <ns1:lvl1pPr algn="l">
              <ns1:defRPr sz="1000" baseline="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760FBDFE-C587-4B4C-A407-44438C67B59E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  <ns0:custDataLst>
              <ns0:tags ns2:id="rId16"/>
            </ns0:custDataLst>
          </ns0:nvPr>
        </ns0:nvSpPr>
        <ns0:spPr>
          <ns1:xfrm>
            <ns1:off x="4116000" y="6314400"/>
            <ns1:ext cx="3960000" cy="3168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>
            <ns1:lvl1pPr algn="ctr">
              <ns1:defRPr sz="1000" baseline="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 dirty="0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  <ns0:custDataLst>
              <ns0:tags ns2:id="rId17"/>
            </ns0:custDataLst>
          </ns0:nvPr>
        </ns0:nvSpPr>
        <ns0:spPr>
          <ns1:xfrm>
            <ns1:off x="8877600" y="6314400"/>
            <ns1:ext cx="2700000" cy="3168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>
            <ns1:lvl1pPr algn="r">
              <ns1:defRPr sz="1000" baseline="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49AE70B2-8BF9-45C0-BB95-33D1B9D3A854}" type="slidenum">
              <ns1:rPr lang="zh-CN" altLang="en-US" smtClean="0"/>
            </ns1:fld>
            <ns1:endParaRPr lang="zh-CN" altLang="en-US" dirty="0"/>
          </ns1:p>
        </ns0:txBody>
      </ns0:sp>
    </ns0:spTree>
    <ns0:custDataLst>
      <ns0:tags ns2:id="rId18"/>
    </ns0:custDataLst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fontAlgn="auto" latinLnBrk="0" hangingPunct="1">
        <ns1:lnSpc>
          <ns1:spcPct val="100000"/>
        </ns1:lnSpc>
        <ns1:spcBef>
          <ns1:spcPct val="0"/>
        </ns1:spcBef>
        <ns1:buNone/>
        <ns1:defRPr sz="3600" b="0" u="none" strike="noStrike" kern="1200" cap="none" spc="300" normalizeH="0" baseline="0">
          <ns1:solidFill>
            <ns1:schemeClr val="tx1">
              <ns1:lumMod val="85000"/>
              <ns1:lumOff val="15000"/>
            </ns1:schemeClr>
          </ns1:solidFill>
          <ns1:uFillTx/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fontAlgn="auto" latinLnBrk="0" hangingPunct="1">
        <ns1:lnSpc>
          <ns1:spcPct val="130000"/>
        </ns1:lnSpc>
        <ns1:spcBef>
          <ns1:spcPts val="0"/>
        </ns1:spcBef>
        <ns1:spcAft>
          <ns1:spcPts val="1000"/>
        </ns1:spcAft>
        <ns1:buFont typeface="Arial" panose="020B0604020202020204" pitchFamily="34" charset="0"/>
        <ns1:buChar char="●"/>
        <ns1:defRPr sz="1800" u="none" strike="noStrike" kern="1200" cap="none" spc="150" normalizeH="0" baseline="0">
          <ns1:solidFill>
            <ns1:schemeClr val="tx1">
              <ns1:lumMod val="65000"/>
              <ns1:lumOff val="35000"/>
            </ns1:schemeClr>
          </ns1:solidFill>
          <ns1:uFillTx/>
          <ns1:latin typeface="+mn-lt"/>
          <ns1:ea typeface="+mn-ea"/>
          <ns1:cs typeface="+mn-cs"/>
        </ns1:defRPr>
      </ns1:lvl1pPr>
      <ns1:lvl2pPr marL="685800" indent="-228600" algn="l" defTabSz="914400" rtl="0" eaLnBrk="1" fontAlgn="auto" latinLnBrk="0" hangingPunct="1">
        <ns1:lnSpc>
          <ns1:spcPct val="120000"/>
        </ns1:lnSpc>
        <ns1:spcBef>
          <ns1:spcPts val="0"/>
        </ns1:spcBef>
        <ns1:spcAft>
          <ns1:spcPts val="600"/>
        </ns1:spcAft>
        <ns1:buFont typeface="Arial" panose="020B0604020202020204" pitchFamily="34" charset="0"/>
        <ns1:buChar char="●"/>
        <ns1:tabLst>
          <ns1:tab pos="1609725" algn="l"/>
          <ns1:tab pos="1609725" algn="l"/>
          <ns1:tab pos="1609725" algn="l"/>
          <ns1:tab pos="1609725" algn="l"/>
        </ns1:tabLst>
        <ns1:defRPr sz="1600" u="none" strike="noStrike" kern="1200" cap="none" spc="150" normalizeH="0" baseline="0">
          <ns1:solidFill>
            <ns1:schemeClr val="tx1">
              <ns1:lumMod val="65000"/>
              <ns1:lumOff val="35000"/>
            </ns1:schemeClr>
          </ns1:solidFill>
          <ns1:uFillTx/>
          <ns1:latin typeface="+mn-lt"/>
          <ns1:ea typeface="+mn-ea"/>
          <ns1:cs typeface="+mn-cs"/>
        </ns1:defRPr>
      </ns1:lvl2pPr>
      <ns1:lvl3pPr marL="1143000" indent="-228600" algn="l" defTabSz="914400" rtl="0" eaLnBrk="1" fontAlgn="auto" latinLnBrk="0" hangingPunct="1">
        <ns1:lnSpc>
          <ns1:spcPct val="120000"/>
        </ns1:lnSpc>
        <ns1:spcBef>
          <ns1:spcPts val="0"/>
        </ns1:spcBef>
        <ns1:spcAft>
          <ns1:spcPts val="600"/>
        </ns1:spcAft>
        <ns1:buFont typeface="Arial" panose="020B0604020202020204" pitchFamily="34" charset="0"/>
        <ns1:buChar char="●"/>
        <ns1:defRPr sz="1600" u="none" strike="noStrike" kern="1200" cap="none" spc="150" normalizeH="0" baseline="0">
          <ns1:solidFill>
            <ns1:schemeClr val="tx1">
              <ns1:lumMod val="65000"/>
              <ns1:lumOff val="35000"/>
            </ns1:schemeClr>
          </ns1:solidFill>
          <ns1:uFillTx/>
          <ns1:latin typeface="+mn-lt"/>
          <ns1:ea typeface="+mn-ea"/>
          <ns1:cs typeface="+mn-cs"/>
        </ns1:defRPr>
      </ns1:lvl3pPr>
      <ns1:lvl4pPr marL="1600200" indent="-228600" algn="l" defTabSz="914400" rtl="0" eaLnBrk="1" fontAlgn="auto" latinLnBrk="0" hangingPunct="1">
        <ns1:lnSpc>
          <ns1:spcPct val="120000"/>
        </ns1:lnSpc>
        <ns1:spcBef>
          <ns1:spcPts val="0"/>
        </ns1:spcBef>
        <ns1:spcAft>
          <ns1:spcPts val="300"/>
        </ns1:spcAft>
        <ns1:buFont typeface="Wingdings" panose="05000000000000000000" charset="0"/>
        <ns1:buChar char=""/>
        <ns1:defRPr sz="1400" u="none" strike="noStrike" kern="1200" cap="none" spc="150" normalizeH="0" baseline="0">
          <ns1:solidFill>
            <ns1:schemeClr val="tx1">
              <ns1:lumMod val="65000"/>
              <ns1:lumOff val="35000"/>
            </ns1:schemeClr>
          </ns1:solidFill>
          <ns1:uFillTx/>
          <ns1:latin typeface="+mn-lt"/>
          <ns1:ea typeface="+mn-ea"/>
          <ns1:cs typeface="+mn-cs"/>
        </ns1:defRPr>
      </ns1:lvl4pPr>
      <ns1:lvl5pPr marL="2057400" indent="-228600" algn="l" defTabSz="914400" rtl="0" eaLnBrk="1" fontAlgn="auto" latinLnBrk="0" hangingPunct="1">
        <ns1:lnSpc>
          <ns1:spcPct val="120000"/>
        </ns1:lnSpc>
        <ns1:spcBef>
          <ns1:spcPts val="0"/>
        </ns1:spcBef>
        <ns1:spcAft>
          <ns1:spcPts val="300"/>
        </ns1:spcAft>
        <ns1:buFont typeface="Arial" panose="020B0604020202020204" pitchFamily="34" charset="0"/>
        <ns1:buChar char="•"/>
        <ns1:defRPr sz="1400" u="none" strike="noStrike" kern="1200" cap="none" spc="150" normalizeH="0" baseline="0">
          <ns1:solidFill>
            <ns1:schemeClr val="tx1">
              <ns1:lumMod val="65000"/>
              <ns1:lumOff val="35000"/>
            </ns1:schemeClr>
          </ns1:solidFill>
          <ns1:uFillTx/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9" Type="http://schemas.openxmlformats.org/officeDocument/2006/relationships/tags" Target="../tags/tag70.xml" /><ns0:Relationship Id="rId8" Type="http://schemas.openxmlformats.org/officeDocument/2006/relationships/tags" Target="../tags/tag69.xml" /><ns0:Relationship Id="rId7" Type="http://schemas.openxmlformats.org/officeDocument/2006/relationships/tags" Target="../tags/tag68.xml" /><ns0:Relationship Id="rId6" Type="http://schemas.openxmlformats.org/officeDocument/2006/relationships/image" Target="../media/public-placeholder.png" /><ns0:Relationship Id="rId5" Type="http://schemas.openxmlformats.org/officeDocument/2006/relationships/tags" Target="../tags/tag67.xml" /><ns0:Relationship Id="rId40" Type="http://schemas.openxmlformats.org/officeDocument/2006/relationships/notesSlide" Target="../notesSlides/notesSlide1.xml" /><ns0:Relationship Id="rId4" Type="http://schemas.openxmlformats.org/officeDocument/2006/relationships/tags" Target="../tags/tag66.xml" /><ns0:Relationship Id="rId39" Type="http://schemas.openxmlformats.org/officeDocument/2006/relationships/slideLayout" Target="../slideLayouts/slideLayout12.xml" /><ns0:Relationship Id="rId38" Type="http://schemas.openxmlformats.org/officeDocument/2006/relationships/tags" Target="../tags/tag95.xml" /><ns0:Relationship Id="rId37" Type="http://schemas.openxmlformats.org/officeDocument/2006/relationships/tags" Target="../tags/tag94.xml" /><ns0:Relationship Id="rId36" Type="http://schemas.openxmlformats.org/officeDocument/2006/relationships/tags" Target="../tags/tag93.xml" /><ns0:Relationship Id="rId35" Type="http://schemas.openxmlformats.org/officeDocument/2006/relationships/tags" Target="../tags/tag92.xml" /><ns0:Relationship Id="rId34" Type="http://schemas.openxmlformats.org/officeDocument/2006/relationships/image" Target="../media/public-placeholder.png" /><ns0:Relationship Id="rId33" Type="http://schemas.openxmlformats.org/officeDocument/2006/relationships/tags" Target="../tags/tag91.xml" /><ns0:Relationship Id="rId32" Type="http://schemas.openxmlformats.org/officeDocument/2006/relationships/tags" Target="../tags/tag90.xml" /><ns0:Relationship Id="rId31" Type="http://schemas.openxmlformats.org/officeDocument/2006/relationships/tags" Target="../tags/tag89.xml" /><ns0:Relationship Id="rId30" Type="http://schemas.openxmlformats.org/officeDocument/2006/relationships/tags" Target="../tags/tag88.xml" /><ns0:Relationship Id="rId3" Type="http://schemas.openxmlformats.org/officeDocument/2006/relationships/tags" Target="../tags/tag65.xml" /><ns0:Relationship Id="rId29" Type="http://schemas.openxmlformats.org/officeDocument/2006/relationships/image" Target="../media/public-placeholder.png" /><ns0:Relationship Id="rId28" Type="http://schemas.openxmlformats.org/officeDocument/2006/relationships/tags" Target="../tags/tag87.xml" /><ns0:Relationship Id="rId27" Type="http://schemas.openxmlformats.org/officeDocument/2006/relationships/tags" Target="../tags/tag86.xml" /><ns0:Relationship Id="rId26" Type="http://schemas.openxmlformats.org/officeDocument/2006/relationships/tags" Target="../tags/tag85.xml" /><ns0:Relationship Id="rId25" Type="http://schemas.openxmlformats.org/officeDocument/2006/relationships/tags" Target="../tags/tag84.xml" /><ns0:Relationship Id="rId24" Type="http://schemas.openxmlformats.org/officeDocument/2006/relationships/image" Target="../media/public-placeholder.png" /><ns0:Relationship Id="rId23" Type="http://schemas.openxmlformats.org/officeDocument/2006/relationships/tags" Target="../tags/tag83.xml" /><ns0:Relationship Id="rId22" Type="http://schemas.openxmlformats.org/officeDocument/2006/relationships/tags" Target="../tags/tag82.xml" /><ns0:Relationship Id="rId21" Type="http://schemas.openxmlformats.org/officeDocument/2006/relationships/tags" Target="../tags/tag81.xml" /><ns0:Relationship Id="rId20" Type="http://schemas.openxmlformats.org/officeDocument/2006/relationships/tags" Target="../tags/tag80.xml" /><ns0:Relationship Id="rId2" Type="http://schemas.openxmlformats.org/officeDocument/2006/relationships/tags" Target="../tags/tag64.xml" /><ns0:Relationship Id="rId19" Type="http://schemas.openxmlformats.org/officeDocument/2006/relationships/tags" Target="../tags/tag79.xml" /><ns0:Relationship Id="rId18" Type="http://schemas.openxmlformats.org/officeDocument/2006/relationships/tags" Target="../tags/tag78.xml" /><ns0:Relationship Id="rId17" Type="http://schemas.openxmlformats.org/officeDocument/2006/relationships/tags" Target="../tags/tag77.xml" /><ns0:Relationship Id="rId16" Type="http://schemas.openxmlformats.org/officeDocument/2006/relationships/tags" Target="../tags/tag76.xml" /><ns0:Relationship Id="rId15" Type="http://schemas.openxmlformats.org/officeDocument/2006/relationships/image" Target="../media/public-placeholder.png" /><ns0:Relationship Id="rId14" Type="http://schemas.openxmlformats.org/officeDocument/2006/relationships/tags" Target="../tags/tag75.xml" /><ns0:Relationship Id="rId13" Type="http://schemas.openxmlformats.org/officeDocument/2006/relationships/tags" Target="../tags/tag74.xml" /><ns0:Relationship Id="rId12" Type="http://schemas.openxmlformats.org/officeDocument/2006/relationships/tags" Target="../tags/tag73.xml" /><ns0:Relationship Id="rId11" Type="http://schemas.openxmlformats.org/officeDocument/2006/relationships/tags" Target="../tags/tag72.xml" /><ns0:Relationship Id="rId10" Type="http://schemas.openxmlformats.org/officeDocument/2006/relationships/tags" Target="../tags/tag71.xml" /><ns0:Relationship Id="rId1" Type="http://schemas.openxmlformats.org/officeDocument/2006/relationships/tags" Target="../tags/tag63.xml" /></ns0: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灯片编号占位符 1"/>
          <ns0:cNvSpPr txBox="1"/>
          <ns0:nvPr/>
        </ns0:nvSpPr>
        <ns0:spPr>
          <ns1:xfrm>
            <ns1:off x="11622573" y="6340899"/>
            <ns1:ext cx="537344" cy="517101"/>
          </ns1:xfrm>
          <ns1:prstGeom prst="rect">
            <ns1:avLst/>
          </ns1:prstGeom>
        </ns0:spPr>
        <ns0:txBody>
          <ns1:bodyPr/>
          <ns1:lstStyle>
            <ns1:defPPr>
              <ns1:defRPr lang="zh-CN"/>
            </ns1:defPPr>
            <ns1:lvl1pPr algn="r">
              <ns1:defRPr sz="2400" b="1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tx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fld id="{EB6A8DA3-AF3E-4920-AAF3-1B12726A296E}" type="slidenum">
              <ns1:rPr lang="zh-CN" altLang="en-US"/>
            </ns1:fld>
            <ns1:endParaRPr lang="zh-CN" altLang="en-US" dirty="0"/>
          </ns1:p>
        </ns0:txBody>
      </ns0:sp>
      <ns0:sp>
        <ns0:nvSpPr>
          <ns0:cNvPr id="10" name="矩形 9"/>
          <ns0:cNvSpPr/>
          <ns0:nvPr/>
        </ns0:nvSpPr>
        <ns0:spPr>
          <ns1:xfrm>
            <ns1:off x="224516" y="732541"/>
            <ns1:ext cx="11742967" cy="891540"/>
          </ns1:xfrm>
          <ns1:prstGeom prst="rect">
            <ns1:avLst/>
          </ns1:prstGeom>
          <ns1:solidFill>
            <ns1:srgbClr val="123A85"/>
          </ns1:solidFill>
        </ns0:spPr>
        <ns0:txBody>
          <ns1:bodyPr wrap="square">
            <ns1:spAutoFit/>
          </ns1:bodyPr>
          <ns1:lstStyle/>
          <ns1:p>
            <ns1:pPr algn="ctr"/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、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示例，内容公开模板示例内容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600" b="1" dirty="0">
                <ns1:solidFill>
                  <ns1:srgbClr val="FFC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r>
              <ns1:rPr lang="zh-CN" altLang="en-US" sz="26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示。</ns1:t>
            </ns1:r>
            <ns1:endParaRPr lang="zh-CN" altLang="en-US" sz="26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2" name="文本框 11"/>
          <ns0:cNvSpPr txBox="1"/>
          <ns0:nvPr/>
        </ns0:nvSpPr>
        <ns0:spPr>
          <ns1:xfrm>
            <ns1:off x="-25400" y="98196"/>
            <ns1:ext cx="3568389" cy="523220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en-US" sz="2800" b="1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示例内容公开模板示</ns1:t>
            </ns1:r>
            <ns1:endParaRPr lang="en-US" altLang="zh-CN" sz="2800" b="1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grpSp>
        <ns0:nvGrpSpPr>
          <ns0:cNvPr id="3" name="组合 2"/>
          <ns0:cNvGrpSpPr/>
          <ns0:nvPr>
            <ns0:custDataLst>
              <ns0:tags ns2:id="rId1"/>
            </ns0:custDataLst>
          </ns0:nvPr>
        </ns0:nvGrpSpPr>
        <ns0:grpSpPr>
          <ns1:xfrm>
            <ns1:off x="2666365" y="4171315"/>
            <ns1:ext cx="480695" cy="227330"/>
            <ns1:chOff x="3890" y="3784"/>
            <ns1:chExt cx="757" cy="358"/>
          </ns1:xfrm>
        </ns0:grpSpPr>
        <ns0:sp>
          <ns0:nvSpPr>
            <ns0:cNvPr id="210" name="箭头: V 形 209"/>
            <ns0:cNvSpPr/>
            <ns0:nvPr>
              <ns0:custDataLst>
                <ns0:tags ns2:id="rId2"/>
              </ns0:custDataLst>
            </ns0:nvPr>
          </ns0:nvSpPr>
          <ns0:spPr>
            <ns1:xfrm>
              <ns1:off x="4339" y="3784"/>
              <ns1:ext cx="308" cy="358"/>
            </ns1:xfrm>
            <ns1:prstGeom prst="chevron">
              <ns1:avLst/>
            </ns1:prstGeom>
            <ns1:solidFill>
              <ns1:schemeClr val="accent1"/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11" name="箭头: V 形 210"/>
            <ns0:cNvSpPr/>
            <ns0:nvPr>
              <ns0:custDataLst>
                <ns0:tags ns2:id="rId3"/>
              </ns0:custDataLst>
            </ns0:nvPr>
          </ns0:nvSpPr>
          <ns0:spPr>
            <ns1:xfrm>
              <ns1:off x="4115" y="3784"/>
              <ns1:ext cx="308" cy="358"/>
            </ns1:xfrm>
            <ns1:prstGeom prst="chevron">
              <ns1:avLst/>
            </ns1:prstGeom>
            <ns1:solidFill>
              <ns1:schemeClr val="accent1">
                <ns1:alpha val="32000"/>
              </ns1:schemeClr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2400" b="0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12" name="箭头: V 形 211"/>
            <ns0:cNvSpPr/>
            <ns0:nvPr>
              <ns0:custDataLst>
                <ns0:tags ns2:id="rId4"/>
              </ns0:custDataLst>
            </ns0:nvPr>
          </ns0:nvSpPr>
          <ns0:spPr>
            <ns1:xfrm>
              <ns1:off x="3890" y="3784"/>
              <ns1:ext cx="308" cy="358"/>
            </ns1:xfrm>
            <ns1:prstGeom prst="chevron">
              <ns1:avLst/>
            </ns1:prstGeom>
            <ns1:solidFill>
              <ns1:schemeClr val="accent1">
                <ns1:alpha val="17000"/>
              </ns1:schemeClr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200" b="0" i="0" u="none" strike="noStrike" kern="1200" cap="none" spc="0" normalizeH="0" baseline="0" noProof="0">
                <ns1:ln>
                  <ns1:noFill/>
                </ns1:ln>
                <ns1:solidFill>
                  <ns1:srgbClr val="46647B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33" name="图片 32"/>
          <ns0:cNvPicPr>
            <ns1:picLocks noChangeAspect="1"/>
          </ns0:cNvPicPr>
          <ns0:nvPr>
            <ns0:custDataLst>
              <ns0:tags ns2:id="rId5"/>
            </ns0:custDataLst>
          </ns0:nvPr>
        </ns0:nvPicPr>
        <ns0:blipFill>
          <ns1:blip ns2:embed="rId6"/>
          <ns1:stretch>
            <ns1:fillRect/>
          </ns1:stretch>
        </ns0:blipFill>
        <ns0:spPr>
          <ns1:xfrm>
            <ns1:off x="216694" y="1747360"/>
            <ns1:ext cx="2413000" cy="1630680"/>
          </ns1:xfrm>
          <ns1:prstGeom prst="rect">
            <ns1:avLst/>
          </ns1:prstGeom>
          <ns1:ln w="19050">
            <ns1:solidFill>
              <ns1:schemeClr val="accent1">
                <ns1:lumMod val="75000"/>
              </ns1:schemeClr>
            </ns1:solidFill>
            <ns1:prstDash val="dash"/>
          </ns1:ln>
        </ns0:spPr>
      </ns0:pic>
      <ns0:sp>
        <ns0:nvSpPr>
          <ns0:cNvPr id="4" name="幻云PPT-演示军团2"/>
          <ns0:cNvSpPr/>
          <ns0:nvPr>
            <ns0:custDataLst>
              <ns0:tags ns2:id="rId7"/>
            </ns0:custDataLst>
          </ns0:nvPr>
        </ns0:nvSpPr>
        <ns0:spPr>
          <ns1:xfrm>
            <ns1:off x="194310" y="3430905"/>
            <ns1:ext cx="2434590" cy="3169285"/>
          </ns1:xfrm>
          <ns1:prstGeom prst="roundRect">
            <ns1:avLst>
              <ns1:gd name="adj" fmla="val 1105"/>
            </ns1:avLst>
          </ns1:prstGeom>
          <ns1:solidFill>
            <ns1:schemeClr val="bg1"/>
          </ns1:solidFill>
          <ns1:ln w="3175">
            <ns1:solidFill>
              <ns1:schemeClr val="accent1"/>
            </ns1:solidFill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>
              <ns1:solidFill>
                <ns1:srgbClr val="E5EDF4"/>
              </ns1:solidFill>
            </ns1:endParaRPr>
          </ns1:p>
        </ns0:txBody>
      </ns0:sp>
      <ns0:sp>
        <ns0:nvSpPr>
          <ns0:cNvPr id="8" name="幻云PPT-演示军团19"/>
          <ns0:cNvSpPr/>
          <ns0:nvPr>
            <ns0:custDataLst>
              <ns0:tags ns2:id="rId8"/>
            </ns0:custDataLst>
          </ns0:nvPr>
        </ns0:nvSpPr>
        <ns0:spPr>
          <ns1:xfrm>
            <ns1:off x="194310" y="3432810"/>
            <ns1:ext cx="2434590" cy="484505"/>
          </ns1:xfrm>
          <ns1:prstGeom prst="roundRect">
            <ns1:avLst>
              <ns1:gd name="adj" fmla="val 3727"/>
            </ns1:avLst>
          </ns1:prstGeom>
          <ns1:solidFill>
            <ns1:schemeClr val="accent1">
              <ns1:lumMod val="75000"/>
            </ns1:schemeClr>
          </ns1:solidFill>
          <ns1:ln w="3175" cap="flat" cmpd="sng" algn="ctr">
            <ns1:solidFill>
              <ns1:schemeClr val="accent1"/>
            </ns1:solidFill>
            <ns1:prstDash val="solid"/>
            <ns1:miter lim="800000"/>
          </ns1:ln>
          <ns1:effectLst/>
        </ns0:spPr>
        <ns0:txBody>
          <ns1:bodyPr lIns="76535" tIns="38268" rIns="76535" bIns="38268" rtlCol="0" anchor="ctr"/>
          <ns1:lstStyle/>
          <ns1:p>
            <ns1:pPr algn="ctr">
              <ns1:defRPr/>
            </ns1:pPr>
            <ns1:r>
              <ns1:rPr lang="zh-CN" altLang="en-US" sz="28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OPPOSans B" panose="00020600040101010101" pitchFamily="18" charset="-122"/>
              </ns1:rPr>
              <ns1:t>示例内容</ns1:t>
            </ns1:r>
            <ns1:endParaRPr lang="zh-CN" altLang="en-US" sz="28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OPPOSans B" panose="00020600040101010101" pitchFamily="18" charset="-122"/>
            </ns1:endParaRPr>
          </ns1:p>
        </ns0:txBody>
      </ns0:sp>
      <ns0:sp>
        <ns0:nvSpPr>
          <ns0:cNvPr id="13" name="幻云PPT-演示军团30"/>
          <ns0:cNvSpPr txBox="1"/>
          <ns0:nvPr>
            <ns0:custDataLst>
              <ns0:tags ns2:id="rId9"/>
            </ns0:custDataLst>
          </ns0:nvPr>
        </ns0:nvSpPr>
        <ns0:spPr>
          <ns1:xfrm>
            <ns1:off x="219075" y="3917315"/>
            <ns1:ext cx="2366645" cy="2530475"/>
          </ns1:xfrm>
          <ns1:prstGeom prst="rect">
            <ns1:avLst/>
          </ns1:prstGeom>
          <ns1:noFill/>
        </ns0:spPr>
        <ns0:txBody>
          <ns1:bodyPr wrap="square">
            <ns1:noAutofit/>
          </ns1:bodyPr>
          <ns1:lstStyle/>
          <ns1:p>
            <ns1:pPr algn="ctr">
              <ns1:lnSpc>
                <ns1:spcPct val="130000"/>
              </ns1:lnSpc>
            </ns1:pPr>
            <ns1:r>
              <ns1:rPr kumimoji="0" lang="zh-CN" altLang="en-US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示例内容公开模板、示例内、容公开模板示例内，容公开模板示+例内容公开模板示例内容公开模板示例内</ns1:t>
            </ns1:r>
            <ns1:endParaRPr kumimoji="0" lang="zh-CN" altLang="en-US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OPPOSans R" panose="00020600040101010101" pitchFamily="18" charset="-122"/>
              <ns1:sym typeface="+mn-ea"/>
            </ns1:endParaRPr>
          </ns1:p>
        </ns0:txBody>
      </ns0:sp>
      <ns0:grpSp>
        <ns0:nvGrpSpPr>
          <ns0:cNvPr id="18" name="组合 17"/>
          <ns0:cNvGrpSpPr/>
          <ns0:nvPr>
            <ns0:custDataLst>
              <ns0:tags ns2:id="rId10"/>
            </ns0:custDataLst>
          </ns0:nvPr>
        </ns0:nvGrpSpPr>
        <ns0:grpSpPr>
          <ns1:xfrm>
            <ns1:off x="5706745" y="4205605"/>
            <ns1:ext cx="480695" cy="227330"/>
            <ns1:chOff x="3890" y="3784"/>
            <ns1:chExt cx="757" cy="358"/>
          </ns1:xfrm>
        </ns0:grpSpPr>
        <ns0:sp>
          <ns0:nvSpPr>
            <ns0:cNvPr id="20" name="箭头: V 形 209"/>
            <ns0:cNvSpPr/>
            <ns0:nvPr>
              <ns0:custDataLst>
                <ns0:tags ns2:id="rId11"/>
              </ns0:custDataLst>
            </ns0:nvPr>
          </ns0:nvSpPr>
          <ns0:spPr>
            <ns1:xfrm>
              <ns1:off x="4339" y="3784"/>
              <ns1:ext cx="308" cy="358"/>
            </ns1:xfrm>
            <ns1:prstGeom prst="chevron">
              <ns1:avLst/>
            </ns1:prstGeom>
            <ns1:solidFill>
              <ns1:schemeClr val="accent1"/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2" name="箭头: V 形 210"/>
            <ns0:cNvSpPr/>
            <ns0:nvPr>
              <ns0:custDataLst>
                <ns0:tags ns2:id="rId12"/>
              </ns0:custDataLst>
            </ns0:nvPr>
          </ns0:nvSpPr>
          <ns0:spPr>
            <ns1:xfrm>
              <ns1:off x="4115" y="3784"/>
              <ns1:ext cx="308" cy="358"/>
            </ns1:xfrm>
            <ns1:prstGeom prst="chevron">
              <ns1:avLst/>
            </ns1:prstGeom>
            <ns1:solidFill>
              <ns1:schemeClr val="accent1">
                <ns1:alpha val="32000"/>
              </ns1:schemeClr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2400" b="0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  <ns0:sp>
          <ns0:nvSpPr>
            <ns0:cNvPr id="23" name="箭头: V 形 211"/>
            <ns0:cNvSpPr/>
            <ns0:nvPr>
              <ns0:custDataLst>
                <ns0:tags ns2:id="rId13"/>
              </ns0:custDataLst>
            </ns0:nvPr>
          </ns0:nvSpPr>
          <ns0:spPr>
            <ns1:xfrm>
              <ns1:off x="3890" y="3784"/>
              <ns1:ext cx="308" cy="358"/>
            </ns1:xfrm>
            <ns1:prstGeom prst="chevron">
              <ns1:avLst/>
            </ns1:prstGeom>
            <ns1:solidFill>
              <ns1:schemeClr val="accent1">
                <ns1:alpha val="17000"/>
              </ns1:schemeClr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200" b="0" i="0" u="none" strike="noStrike" kern="1200" cap="none" spc="0" normalizeH="0" baseline="0" noProof="0">
                <ns1:ln>
                  <ns1:noFill/>
                </ns1:ln>
                <ns1:solidFill>
                  <ns1:srgbClr val="46647B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24" name="图片 23" descr="Public template placeholder"/>
          <ns0:cNvPicPr>
            <ns1:picLocks noChangeAspect="1"/>
          </ns0:cNvPicPr>
          <ns0:nvPr>
            <ns0:custDataLst>
              <ns0:tags ns2:id="rId14"/>
            </ns0:custDataLst>
          </ns0:nvPr>
        </ns0:nvPicPr>
        <ns0:blipFill>
          <ns1:blip ns2:embed="rId15"/>
          <ns1:srcRect t="1500" b="1500"/>
          <ns1:stretch>
            <ns1:fillRect/>
          </ns1:stretch>
        </ns0:blipFill>
        <ns0:spPr>
          <ns1:xfrm>
            <ns1:off x="3232150" y="1767840"/>
            <ns1:ext cx="2413000" cy="1630680"/>
          </ns1:xfrm>
          <ns1:prstGeom prst="rect">
            <ns1:avLst/>
          </ns1:prstGeom>
          <ns1:ln w="19050">
            <ns1:solidFill>
              <ns1:schemeClr val="accent1">
                <ns1:lumMod val="75000"/>
              </ns1:schemeClr>
            </ns1:solidFill>
            <ns1:prstDash val="dash"/>
          </ns1:ln>
        </ns0:spPr>
      </ns0:pic>
      <ns0:sp>
        <ns0:nvSpPr>
          <ns0:cNvPr id="25" name="幻云PPT-演示军团2"/>
          <ns0:cNvSpPr/>
          <ns0:nvPr>
            <ns0:custDataLst>
              <ns0:tags ns2:id="rId16"/>
            </ns0:custDataLst>
          </ns0:nvPr>
        </ns0:nvSpPr>
        <ns0:spPr>
          <ns1:xfrm>
            <ns1:off x="3207385" y="3463290"/>
            <ns1:ext cx="2434590" cy="3169285"/>
          </ns1:xfrm>
          <ns1:prstGeom prst="roundRect">
            <ns1:avLst>
              <ns1:gd name="adj" fmla="val 1105"/>
            </ns1:avLst>
          </ns1:prstGeom>
          <ns1:solidFill>
            <ns1:schemeClr val="bg1"/>
          </ns1:solidFill>
          <ns1:ln w="3175">
            <ns1:solidFill>
              <ns1:schemeClr val="accent1"/>
            </ns1:solidFill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>
              <ns1:solidFill>
                <ns1:srgbClr val="E5EDF4"/>
              </ns1:solidFill>
            </ns1:endParaRPr>
          </ns1:p>
        </ns0:txBody>
      </ns0:sp>
      <ns0:sp>
        <ns0:nvSpPr>
          <ns0:cNvPr id="26" name="幻云PPT-演示军团19"/>
          <ns0:cNvSpPr/>
          <ns0:nvPr>
            <ns0:custDataLst>
              <ns0:tags ns2:id="rId17"/>
            </ns0:custDataLst>
          </ns0:nvPr>
        </ns0:nvSpPr>
        <ns0:spPr>
          <ns1:xfrm>
            <ns1:off x="3207385" y="3465195"/>
            <ns1:ext cx="2434590" cy="484505"/>
          </ns1:xfrm>
          <ns1:prstGeom prst="roundRect">
            <ns1:avLst>
              <ns1:gd name="adj" fmla="val 3727"/>
            </ns1:avLst>
          </ns1:prstGeom>
          <ns1:solidFill>
            <ns1:schemeClr val="accent1">
              <ns1:lumMod val="75000"/>
            </ns1:schemeClr>
          </ns1:solidFill>
          <ns1:ln w="3175" cap="flat" cmpd="sng" algn="ctr">
            <ns1:solidFill>
              <ns1:schemeClr val="accent1"/>
            </ns1:solidFill>
            <ns1:prstDash val="solid"/>
            <ns1:miter lim="800000"/>
          </ns1:ln>
          <ns1:effectLst/>
        </ns0:spPr>
        <ns0:txBody>
          <ns1:bodyPr lIns="76535" tIns="38268" rIns="76535" bIns="38268" rtlCol="0" anchor="ctr"/>
          <ns1:lstStyle/>
          <ns1:p>
            <ns1:pPr algn="ctr">
              <ns1:defRPr/>
            </ns1:pPr>
            <ns1:r>
              <ns1:rPr lang="zh-CN" altLang="en-US" sz="28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OPPOSans B" panose="00020600040101010101" pitchFamily="18" charset="-122"/>
              </ns1:rPr>
              <ns1:t>示例内容</ns1:t>
            </ns1:r>
            <ns1:endParaRPr lang="zh-CN" altLang="en-US" sz="28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OPPOSans B" panose="00020600040101010101" pitchFamily="18" charset="-122"/>
            </ns1:endParaRPr>
          </ns1:p>
        </ns0:txBody>
      </ns0:sp>
      <ns0:sp>
        <ns0:nvSpPr>
          <ns0:cNvPr id="28" name="幻云PPT-演示军团30"/>
          <ns0:cNvSpPr txBox="1"/>
          <ns0:nvPr>
            <ns0:custDataLst>
              <ns0:tags ns2:id="rId18"/>
            </ns0:custDataLst>
          </ns0:nvPr>
        </ns0:nvSpPr>
        <ns0:spPr>
          <ns1:xfrm>
            <ns1:off x="3232150" y="3949700"/>
            <ns1:ext cx="2366645" cy="2530475"/>
          </ns1:xfrm>
          <ns1:prstGeom prst="rect">
            <ns1:avLst/>
          </ns1:prstGeom>
          <ns1:noFill/>
        </ns0:spPr>
        <ns0:txBody>
          <ns1:bodyPr wrap="square">
            <ns1:noAutofit/>
          </ns1:bodyPr>
          <ns1:lstStyle/>
          <ns1:p>
            <ns1:pPr algn="ctr">
              <ns1:lnSpc>
                <ns1:spcPct val="130000"/>
              </ns1:lnSpc>
            </ns1:pPr>
            <ns1:r>
              <ns1:rPr kumimoji="0" lang="zh-CN" altLang="en-US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示例内容公开模板示例内容公开模板示例内容公开模板、示例内，容公开模板示例内，容公开模板示例内容公开</ns1:t>
            </ns1:r>
            <ns1:endParaRPr kumimoji="0" lang="zh-CN" altLang="en-US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OPPOSans R" panose="00020600040101010101" pitchFamily="18" charset="-122"/>
              <ns1:sym typeface="+mn-ea"/>
            </ns1:endParaRPr>
          </ns1:p>
        </ns0:txBody>
      </ns0:sp>
      <ns0:grpSp>
        <ns0:nvGrpSpPr>
          <ns0:cNvPr id="29" name="组合 28"/>
          <ns0:cNvGrpSpPr/>
          <ns0:nvPr>
            <ns0:custDataLst>
              <ns0:tags ns2:id="rId19"/>
            </ns0:custDataLst>
          </ns0:nvPr>
        </ns0:nvGrpSpPr>
        <ns0:grpSpPr>
          <ns1:xfrm>
            <ns1:off x="8680450" y="4205605"/>
            <ns1:ext cx="480695" cy="227330"/>
            <ns1:chOff x="3890" y="3784"/>
            <ns1:chExt cx="757" cy="358"/>
          </ns1:xfrm>
        </ns0:grpSpPr>
        <ns0:sp>
          <ns0:nvSpPr>
            <ns0:cNvPr id="32" name="箭头: V 形 209"/>
            <ns0:cNvSpPr/>
            <ns0:nvPr>
              <ns0:custDataLst>
                <ns0:tags ns2:id="rId20"/>
              </ns0:custDataLst>
            </ns0:nvPr>
          </ns0:nvSpPr>
          <ns0:spPr>
            <ns1:xfrm>
              <ns1:off x="4339" y="3784"/>
              <ns1:ext cx="308" cy="358"/>
            </ns1:xfrm>
            <ns1:prstGeom prst="chevron">
              <ns1:avLst/>
            </ns1:prstGeom>
            <ns1:solidFill>
              <ns1:schemeClr val="accent1"/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  <ns0:sp>
          <ns0:nvSpPr>
            <ns0:cNvPr id="35" name="箭头: V 形 210"/>
            <ns0:cNvSpPr/>
            <ns0:nvPr>
              <ns0:custDataLst>
                <ns0:tags ns2:id="rId21"/>
              </ns0:custDataLst>
            </ns0:nvPr>
          </ns0:nvSpPr>
          <ns0:spPr>
            <ns1:xfrm>
              <ns1:off x="4115" y="3784"/>
              <ns1:ext cx="308" cy="358"/>
            </ns1:xfrm>
            <ns1:prstGeom prst="chevron">
              <ns1:avLst/>
            </ns1:prstGeom>
            <ns1:solidFill>
              <ns1:schemeClr val="accent1">
                <ns1:alpha val="32000"/>
              </ns1:schemeClr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2400" b="0" i="0" u="none" strike="noStrike" kern="1200" cap="none" spc="0" normalizeH="0" baseline="0" noProof="0" dirty="0">
                <ns1:ln>
                  <ns1:noFill/>
                </ns1:ln>
                <ns1:solidFill>
                  <ns1:prstClr val="white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  <ns0:sp>
          <ns0:nvSpPr>
            <ns0:cNvPr id="36" name="箭头: V 形 211"/>
            <ns0:cNvSpPr/>
            <ns0:nvPr>
              <ns0:custDataLst>
                <ns0:tags ns2:id="rId22"/>
              </ns0:custDataLst>
            </ns0:nvPr>
          </ns0:nvSpPr>
          <ns0:spPr>
            <ns1:xfrm>
              <ns1:off x="3890" y="3784"/>
              <ns1:ext cx="308" cy="358"/>
            </ns1:xfrm>
            <ns1:prstGeom prst="chevron">
              <ns1:avLst/>
            </ns1:prstGeom>
            <ns1:solidFill>
              <ns1:schemeClr val="accent1">
                <ns1:alpha val="17000"/>
              </ns1:schemeClr>
            </ns1:solidFill>
            <ns1:ln w="19050" cap="flat" cmpd="sng" algn="ctr">
              <ns1:noFill/>
              <ns1:prstDash val="solid"/>
              <ns1:round/>
              <ns1:headEnd type="none" w="med" len="med"/>
              <ns1:tailEnd type="none" w="med" len="med"/>
            </ns1:ln>
            <ns1:effectLst/>
          </ns0:spPr>
          <ns0:txBody>
            <ns1:bodyPr wrap="none" lIns="0" tIns="0" rIns="0" bIns="0"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200" b="0" i="0" u="none" strike="noStrike" kern="1200" cap="none" spc="0" normalizeH="0" baseline="0" noProof="0">
                <ns1:ln>
                  <ns1:noFill/>
                </ns1:ln>
                <ns1:solidFill>
                  <ns1:srgbClr val="46647B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Arial" panose="020B0604020202020204" pitchFamily="34" charset="0"/>
                <ns1:sym typeface="微软雅黑" panose="020B0503020204020204" pitchFamily="34" charset="-122"/>
              </ns1:endParaRPr>
            </ns1:p>
          </ns0:txBody>
        </ns0:sp>
      </ns0:grpSp>
      <ns0:pic>
        <ns0:nvPicPr>
          <ns0:cNvPr id="37" name="图片 36" descr="Public template placeholder"/>
          <ns0:cNvPicPr>
            <ns1:picLocks noChangeAspect="1"/>
          </ns0:cNvPicPr>
          <ns0:nvPr>
            <ns0:custDataLst>
              <ns0:tags ns2:id="rId23"/>
            </ns0:custDataLst>
          </ns0:nvPr>
        </ns0:nvPicPr>
        <ns0:blipFill>
          <ns1:blip ns2:embed="rId24"/>
          <ns1:srcRect l="6815" r="6815"/>
          <ns1:stretch>
            <ns1:fillRect/>
          </ns1:stretch>
        </ns0:blipFill>
        <ns0:spPr>
          <ns1:xfrm>
            <ns1:off x="6245225" y="1776730"/>
            <ns1:ext cx="2413000" cy="1630680"/>
          </ns1:xfrm>
          <ns1:prstGeom prst="rect">
            <ns1:avLst/>
          </ns1:prstGeom>
          <ns1:ln w="19050">
            <ns1:solidFill>
              <ns1:schemeClr val="accent1">
                <ns1:lumMod val="75000"/>
              </ns1:schemeClr>
            </ns1:solidFill>
            <ns1:prstDash val="dash"/>
          </ns1:ln>
        </ns0:spPr>
      </ns0:pic>
      <ns0:sp>
        <ns0:nvSpPr>
          <ns0:cNvPr id="38" name="幻云PPT-演示军团2"/>
          <ns0:cNvSpPr/>
          <ns0:nvPr>
            <ns0:custDataLst>
              <ns0:tags ns2:id="rId25"/>
            </ns0:custDataLst>
          </ns0:nvPr>
        </ns0:nvSpPr>
        <ns0:spPr>
          <ns1:xfrm>
            <ns1:off x="6220460" y="3497580"/>
            <ns1:ext cx="2434590" cy="3169285"/>
          </ns1:xfrm>
          <ns1:prstGeom prst="roundRect">
            <ns1:avLst>
              <ns1:gd name="adj" fmla="val 1105"/>
            </ns1:avLst>
          </ns1:prstGeom>
          <ns1:solidFill>
            <ns1:schemeClr val="bg1"/>
          </ns1:solidFill>
          <ns1:ln w="3175">
            <ns1:solidFill>
              <ns1:schemeClr val="accent1"/>
            </ns1:solidFill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>
              <ns1:solidFill>
                <ns1:srgbClr val="E5EDF4"/>
              </ns1:solidFill>
            </ns1:endParaRPr>
          </ns1:p>
        </ns0:txBody>
      </ns0:sp>
      <ns0:sp>
        <ns0:nvSpPr>
          <ns0:cNvPr id="39" name="幻云PPT-演示军团19"/>
          <ns0:cNvSpPr/>
          <ns0:nvPr>
            <ns0:custDataLst>
              <ns0:tags ns2:id="rId26"/>
            </ns0:custDataLst>
          </ns0:nvPr>
        </ns0:nvSpPr>
        <ns0:spPr>
          <ns1:xfrm>
            <ns1:off x="6220460" y="3461385"/>
            <ns1:ext cx="2434590" cy="484505"/>
          </ns1:xfrm>
          <ns1:prstGeom prst="roundRect">
            <ns1:avLst>
              <ns1:gd name="adj" fmla="val 3727"/>
            </ns1:avLst>
          </ns1:prstGeom>
          <ns1:solidFill>
            <ns1:schemeClr val="accent1">
              <ns1:lumMod val="75000"/>
            </ns1:schemeClr>
          </ns1:solidFill>
          <ns1:ln w="3175" cap="flat" cmpd="sng" algn="ctr">
            <ns1:solidFill>
              <ns1:schemeClr val="accent1"/>
            </ns1:solidFill>
            <ns1:prstDash val="solid"/>
            <ns1:miter lim="800000"/>
          </ns1:ln>
          <ns1:effectLst/>
        </ns0:spPr>
        <ns0:txBody>
          <ns1:bodyPr lIns="76535" tIns="38268" rIns="76535" bIns="38268" rtlCol="0" anchor="ctr"/>
          <ns1:lstStyle/>
          <ns1:p>
            <ns1:pPr algn="ctr">
              <ns1:defRPr/>
            </ns1:pPr>
            <ns1:r>
              <ns1:rPr lang="zh-CN" altLang="en-US" sz="28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OPPOSans B" panose="00020600040101010101" pitchFamily="18" charset="-122"/>
              </ns1:rPr>
              <ns1:t>示例内容</ns1:t>
            </ns1:r>
            <ns1:endParaRPr lang="zh-CN" altLang="en-US" sz="28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OPPOSans B" panose="00020600040101010101" pitchFamily="18" charset="-122"/>
            </ns1:endParaRPr>
          </ns1:p>
        </ns0:txBody>
      </ns0:sp>
      <ns0:sp>
        <ns0:nvSpPr>
          <ns0:cNvPr id="40" name="幻云PPT-演示军团30"/>
          <ns0:cNvSpPr txBox="1"/>
          <ns0:nvPr>
            <ns0:custDataLst>
              <ns0:tags ns2:id="rId27"/>
            </ns0:custDataLst>
          </ns0:nvPr>
        </ns0:nvSpPr>
        <ns0:spPr>
          <ns1:xfrm>
            <ns1:off x="6200775" y="3983990"/>
            <ns1:ext cx="2440940" cy="2530475"/>
          </ns1:xfrm>
          <ns1:prstGeom prst="rect">
            <ns1:avLst/>
          </ns1:prstGeom>
          <ns1:noFill/>
        </ns0:spPr>
        <ns0:txBody>
          <ns1:bodyPr wrap="square">
            <ns1:noAutofit/>
          </ns1:bodyPr>
          <ns1:lstStyle/>
          <ns1:p>
            <ns1:pPr algn="ctr">
              <ns1:lnSpc>
                <ns1:spcPct val="130000"/>
              </ns1:lnSpc>
            </ns1:pPr>
            <ns1:r>
              <ns1:rPr kumimoji="0" lang="en-US" altLang="zh-CN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示例内容</ns1:t>
            </ns1:r>
            <ns1:r>
              <ns1:rPr kumimoji="0" lang="zh-CN" altLang="en-US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示例内-容-公开模板示，例内容公开00</ns1:t>
            </ns1:r>
            <ns1:r>
              <ns1:rPr kumimoji="0" lang="en-US" altLang="zh-CN" sz="2000" b="1" i="0" u="none" strike="noStrike" kern="1200" cap="none" spc="0" normalizeH="0" baseline="3000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0</ns1:t>
            </ns1:r>
            <ns1:r>
              <ns1:rPr kumimoji="0" lang="zh-CN" altLang="en-US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-00</ns1:t>
            </ns1:r>
            <ns1:r>
              <ns1:rPr kumimoji="0" lang="en-US" altLang="zh-CN" b="1" i="0" u="none" strike="noStrike" kern="1200" cap="none" spc="0" normalizeH="0" baseline="3000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0</ns1:t>
            </ns1:r>
            <ns1:r>
              <ns1:rPr kumimoji="0" lang="en-US" altLang="zh-CN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示/例,</ns1:t>
            </ns1:r>
            <ns1:r>
              <ns1:rPr kumimoji="0" lang="zh-CN" altLang="en-US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示例内容公开模板示，例内容公开模板示例内容公开模板示</ns1:t>
            </ns1:r>
            <ns1:endParaRPr kumimoji="0" lang="zh-CN" altLang="en-US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OPPOSans R" panose="00020600040101010101" pitchFamily="18" charset="-122"/>
              <ns1:sym typeface="+mn-ea"/>
            </ns1:endParaRPr>
          </ns1:p>
        </ns0:txBody>
      </ns0:sp>
      <ns0:pic>
        <ns0:nvPicPr>
          <ns0:cNvPr id="45" name="图片 44" descr="Public template placeholder"/>
          <ns0:cNvPicPr>
            <ns1:picLocks noChangeAspect="1"/>
          </ns0:cNvPicPr>
          <ns0:nvPr>
            <ns0:custDataLst>
              <ns0:tags ns2:id="rId28"/>
            </ns0:custDataLst>
          </ns0:nvPr>
        </ns0:nvPicPr>
        <ns0:blipFill>
          <ns1:blip ns2:embed="rId29"/>
          <ns1:srcRect l="7262" r="7262"/>
          <ns1:stretch>
            <ns1:fillRect/>
          </ns1:stretch>
        </ns0:blipFill>
        <ns0:spPr>
          <ns1:xfrm>
            <ns1:off x="9225280" y="1783080"/>
            <ns1:ext cx="2413000" cy="1630680"/>
          </ns1:xfrm>
          <ns1:prstGeom prst="rect">
            <ns1:avLst/>
          </ns1:prstGeom>
          <ns1:ln w="19050">
            <ns1:solidFill>
              <ns1:schemeClr val="accent1">
                <ns1:lumMod val="75000"/>
              </ns1:schemeClr>
            </ns1:solidFill>
            <ns1:prstDash val="dash"/>
          </ns1:ln>
        </ns0:spPr>
      </ns0:pic>
      <ns0:sp>
        <ns0:nvSpPr>
          <ns0:cNvPr id="46" name="幻云PPT-演示军团2"/>
          <ns0:cNvSpPr/>
          <ns0:nvPr>
            <ns0:custDataLst>
              <ns0:tags ns2:id="rId30"/>
            </ns0:custDataLst>
          </ns0:nvPr>
        </ns0:nvSpPr>
        <ns0:spPr>
          <ns1:xfrm>
            <ns1:off x="9200515" y="3497580"/>
            <ns1:ext cx="2434590" cy="3169285"/>
          </ns1:xfrm>
          <ns1:prstGeom prst="roundRect">
            <ns1:avLst>
              <ns1:gd name="adj" fmla="val 1105"/>
            </ns1:avLst>
          </ns1:prstGeom>
          <ns1:solidFill>
            <ns1:schemeClr val="bg1"/>
          </ns1:solidFill>
          <ns1:ln w="3175">
            <ns1:solidFill>
              <ns1:schemeClr val="accent1"/>
            </ns1:solidFill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en-US">
              <ns1:solidFill>
                <ns1:srgbClr val="E5EDF4"/>
              </ns1:solidFill>
            </ns1:endParaRPr>
          </ns1:p>
        </ns0:txBody>
      </ns0:sp>
      <ns0:sp>
        <ns0:nvSpPr>
          <ns0:cNvPr id="48" name="幻云PPT-演示军团19"/>
          <ns0:cNvSpPr/>
          <ns0:nvPr>
            <ns0:custDataLst>
              <ns0:tags ns2:id="rId31"/>
            </ns0:custDataLst>
          </ns0:nvPr>
        </ns0:nvSpPr>
        <ns0:spPr>
          <ns1:xfrm>
            <ns1:off x="9200515" y="3480435"/>
            <ns1:ext cx="2434590" cy="484505"/>
          </ns1:xfrm>
          <ns1:prstGeom prst="roundRect">
            <ns1:avLst>
              <ns1:gd name="adj" fmla="val 3727"/>
            </ns1:avLst>
          </ns1:prstGeom>
          <ns1:solidFill>
            <ns1:schemeClr val="accent1">
              <ns1:lumMod val="75000"/>
            </ns1:schemeClr>
          </ns1:solidFill>
          <ns1:ln w="3175" cap="flat" cmpd="sng" algn="ctr">
            <ns1:solidFill>
              <ns1:schemeClr val="accent1"/>
            </ns1:solidFill>
            <ns1:prstDash val="solid"/>
            <ns1:miter lim="800000"/>
          </ns1:ln>
          <ns1:effectLst/>
        </ns0:spPr>
        <ns0:txBody>
          <ns1:bodyPr lIns="76535" tIns="38268" rIns="76535" bIns="38268" rtlCol="0" anchor="ctr"/>
          <ns1:lstStyle/>
          <ns1:p>
            <ns1:pPr algn="ctr">
              <ns1:defRPr/>
            </ns1:pPr>
            <ns1:r>
              <ns1:rPr lang="zh-CN" altLang="en-US" sz="2800" b="1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OPPOSans B" panose="00020600040101010101" pitchFamily="18" charset="-122"/>
              </ns1:rPr>
              <ns1:t>示例内容</ns1:t>
            </ns1:r>
            <ns1:endParaRPr lang="zh-CN" altLang="en-US" sz="2800" b="1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OPPOSans B" panose="00020600040101010101" pitchFamily="18" charset="-122"/>
            </ns1:endParaRPr>
          </ns1:p>
        </ns0:txBody>
      </ns0:sp>
      <ns0:sp>
        <ns0:nvSpPr>
          <ns0:cNvPr id="52" name="幻云PPT-演示军团30"/>
          <ns0:cNvSpPr txBox="1"/>
          <ns0:nvPr>
            <ns0:custDataLst>
              <ns0:tags ns2:id="rId32"/>
            </ns0:custDataLst>
          </ns0:nvPr>
        </ns0:nvSpPr>
        <ns0:spPr>
          <ns1:xfrm>
            <ns1:off x="9180830" y="3983990"/>
            <ns1:ext cx="2440940" cy="2530475"/>
          </ns1:xfrm>
          <ns1:prstGeom prst="rect">
            <ns1:avLst/>
          </ns1:prstGeom>
          <ns1:noFill/>
        </ns0:spPr>
        <ns0:txBody>
          <ns1:bodyPr wrap="square">
            <ns1:noAutofit/>
          </ns1:bodyPr>
          <ns1:lstStyle/>
          <ns1:p>
            <ns1:pPr algn="ctr">
              <ns1:lnSpc>
                <ns1:spcPct val="130000"/>
              </ns1:lnSpc>
            </ns1:pPr>
            <ns1:r>
              <ns1:rPr kumimoji="0" lang="en-US" altLang="zh-CN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示例内容 公开模板示例内 0容</ns1:t>
            </ns1:r>
            <ns1:r>
              <ns1:rPr kumimoji="0" lang="zh-CN" altLang="en-US" b="1" i="0" u="none" strike="noStrike" kern="1200" cap="none" spc="0" normalizeH="0" noProof="0" dirty="0">
                <ns1:ln>
                  <ns1:noFill/>
                </ns1:ln>
                <ns1:solidFill>
                  <ns1:schemeClr val="tx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OPPOSans R" panose="00020600040101010101" pitchFamily="18" charset="-122"/>
                <ns1:sym typeface="+mn-ea"/>
              </ns1:rPr>
              <ns1:t>示例内容公开模板示例内，容公开模板示例内容公开模板，0000示例内容公开模板</ns1:t>
            </ns1:r>
            <ns1:endParaRPr kumimoji="0" lang="zh-CN" altLang="en-US" b="1" i="0" u="none" strike="noStrike" kern="1200" cap="none" spc="0" normalizeH="0" noProof="0" dirty="0">
              <ns1:ln>
                <ns1:noFill/>
              </ns1:ln>
              <ns1:solidFill>
                <ns1:schemeClr val="tx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OPPOSans R" panose="00020600040101010101" pitchFamily="18" charset="-122"/>
              <ns1:sym typeface="+mn-ea"/>
            </ns1:endParaRPr>
          </ns1:p>
        </ns0:txBody>
      </ns0:sp>
      <ns0:pic>
        <ns0:nvPicPr>
          <ns0:cNvPr id="2" name="图片 1"/>
          <ns0:cNvPicPr>
            <ns1:picLocks noChangeAspect="1"/>
          </ns0:cNvPicPr>
          <ns0:nvPr>
            <ns0:custDataLst>
              <ns0:tags ns2:id="rId33"/>
            </ns0:custDataLst>
          </ns0:nvPr>
        </ns0:nvPicPr>
        <ns0:blipFill>
          <ns1:blip ns2:embed="rId34"/>
          <ns1:srcRect t="1340" r="6855"/>
          <ns1:stretch>
            <ns1:fillRect/>
          </ns1:stretch>
        </ns0:blipFill>
        <ns0:spPr>
          <ns1:xfrm>
            <ns1:off x="218440" y="1752600"/>
            <ns1:ext cx="2407285" cy="1636395"/>
          </ns1:xfrm>
          <ns1:prstGeom prst="rect">
            <ns1:avLst/>
          </ns1:prstGeom>
        </ns0:spPr>
      </ns0:pic>
      <ns0:sp>
        <ns0:nvSpPr>
          <ns0:cNvPr id="5" name="文本框 4"/>
          <ns0:cNvSpPr txBox="1"/>
          <ns0:nvPr>
            <ns0:custDataLst>
              <ns0:tags ns2:id="rId35"/>
            </ns0:custDataLst>
          </ns0:nvPr>
        </ns0:nvSpPr>
        <ns0:spPr>
          <ns1:xfrm>
            <ns1:off x="0" y="6600190"/>
            <ns1:ext cx="3004185" cy="2451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100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 模板示例内容公 开模板示例内容公 / 开模板示 例内容-公开模板示例内</ns1:t>
            </ns1:r>
            <ns1:endParaRPr lang="en-US" altLang="zh-CN" sz="100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6" name="文本框 5"/>
          <ns0:cNvSpPr txBox="1"/>
          <ns0:nvPr>
            <ns0:custDataLst>
              <ns0:tags ns2:id="rId36"/>
            </ns0:custDataLst>
          </ns0:nvPr>
        </ns0:nvSpPr>
        <ns0:spPr>
          <ns1:xfrm>
            <ns1:off x="5977890" y="6600190"/>
            <ns1:ext cx="3004185" cy="2451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altLang="zh-CN" sz="100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 开模板示例内 容公开 模板示例内容 / 公开模板</ns1:t>
            </ns1:r>
            <ns1:endParaRPr lang="en-US" altLang="zh-CN" sz="100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9" name="文本框 8"/>
          <ns0:cNvSpPr txBox="1"/>
          <ns0:nvPr>
            <ns0:custDataLst>
              <ns0:tags ns2:id="rId37"/>
            </ns0:custDataLst>
          </ns0:nvPr>
        </ns0:nvSpPr>
        <ns0:spPr>
          <ns1:xfrm>
            <ns1:off x="2988945" y="6600190"/>
            <ns1:ext cx="3533140" cy="2451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r>
              <ns1:rPr lang="en-US" altLang="zh-CN" sz="100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 0开-模板示例内容公 开模板示例内 容公开模板示例内 / 容公开模, 0000</ns1:t>
            </ns1:r>
            <ns1:endParaRPr lang="en-US" altLang="zh-CN" sz="100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1" name="文本框 10"/>
          <ns0:cNvSpPr txBox="1"/>
          <ns0:nvPr>
            <ns0:custDataLst>
              <ns0:tags ns2:id="rId38"/>
            </ns0:custDataLst>
          </ns0:nvPr>
        </ns0:nvSpPr>
        <ns0:spPr>
          <ns1:xfrm>
            <ns1:off x="8966835" y="6600190"/>
            <ns1:ext cx="3004185" cy="245110"/>
          </ns1:xfrm>
          <ns1:prstGeom prst="rect">
            <ns1:avLst/>
          </ns1:prstGeom>
          <ns1:noFill/>
        </ns0:spPr>
        <ns0:txBody>
          <ns1:bodyPr wrap="square" rtlCol="0">
            <ns1:spAutoFit/>
          </ns1:bodyPr>
          <ns1:lstStyle/>
          <ns1:p>
            <ns1:pPr algn="ctr"/>
            <ns1:r>
              <ns1:rPr lang="en-US" altLang="zh-CN" sz="1000"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 板示例-内容公开 模板示例 / 内容公开, 0000</ns1:t>
            </ns1:r>
            <ns1:endParaRPr lang="en-US" altLang="zh-CN" sz="1000"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**"/>
  <ns0:tag name="KSO_WM_UNIT_LAYERLEVEL" val="1"/>
  <ns0:tag name="KSO_WM_TAG_VERSION" val="1.0"/>
  <ns0:tag name="KSO_WM_BEAUTIFY_FLAG" val="#wm#"/>
</ns0:tagLst>
</file>

<file path=ppt/tags/tag2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**"/>
  <ns0:tag name="KSO_WM_UNIT_LAYERLEVEL" val="1"/>
  <ns0:tag name="KSO_WM_TAG_VERSION" val="1.0"/>
  <ns0:tag name="KSO_WM_BEAUTIFY_FLAG" val="#wm#"/>
</ns0:tagLst>
</file>

<file path=ppt/tags/tag3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**"/>
  <ns0:tag name="KSO_WM_UNIT_LAYERLEVEL" val="1"/>
  <ns0:tag name="KSO_WM_TAG_VERSION" val="1.0"/>
  <ns0:tag name="KSO_WM_BEAUTIFY_FLAG" val="#wm#"/>
</ns0:tagLst>
</file>

<file path=ppt/tags/tag4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**"/>
  <ns0:tag name="KSO_WM_UNIT_LAYERLEVEL" val="1"/>
  <ns0:tag name="KSO_WM_TAG_VERSION" val="1.0"/>
  <ns0:tag name="KSO_WM_BEAUTIFY_FLAG" val="#wm#"/>
</ns0:tagLst>
</file>

<file path=ppt/tags/tag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**"/>
  <ns0:tag name="KSO_WM_UNIT_LAYERLEVEL" val="1"/>
  <ns0:tag name="KSO_WM_TAG_VERSION" val="1.0"/>
  <ns0:tag name="KSO_WM_BEAUTIFY_FLAG" val="#wm#"/>
</ns0:tagLst>
</file>

<file path=ppt/tags/tag6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2**"/>
  <ns0:tag name="KSO_WM_UNIT_LAYERLEVEL" val="1"/>
  <ns0:tag name="KSO_WM_TAG_VERSION" val="1.0"/>
  <ns0:tag name="KSO_WM_BEAUTIFY_FLAG" val="#wm#"/>
</ns0:tagLst>
</file>

<file path=ppt/tags/tag7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2**"/>
  <ns0:tag name="KSO_WM_UNIT_LAYERLEVEL" val="1"/>
  <ns0:tag name="KSO_WM_TAG_VERSION" val="1.0"/>
  <ns0:tag name="KSO_WM_BEAUTIFY_FLAG" val="#wm#"/>
</ns0:tagLst>
</file>

<file path=ppt/tags/tag8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2**"/>
  <ns0:tag name="KSO_WM_UNIT_LAYERLEVEL" val="1"/>
  <ns0:tag name="KSO_WM_TAG_VERSION" val="1.0"/>
  <ns0:tag name="KSO_WM_BEAUTIFY_FLAG" val="#wm#"/>
</ns0:tagLst>
</file>

<file path=ppt/tags/tag9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2**"/>
  <ns0:tag name="KSO_WM_UNIT_LAYERLEVEL" val="1"/>
  <ns0:tag name="KSO_WM_TAG_VERSION" val="1.0"/>
  <ns0:tag name="KSO_WM_BEAUTIFY_FLAG" val="#wm#"/>
</ns0:tagLst>
</file>

<file path=ppt/tags/tag10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2**"/>
  <ns0:tag name="KSO_WM_UNIT_LAYERLEVEL" val="1"/>
  <ns0:tag name="KSO_WM_TAG_VERSION" val="1.0"/>
  <ns0:tag name="KSO_WM_BEAUTIFY_FLAG" val="#wm#"/>
</ns0:tagLst>
</file>

<file path=ppt/tags/tag1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3**"/>
  <ns0:tag name="KSO_WM_UNIT_LAYERLEVEL" val="1"/>
  <ns0:tag name="KSO_WM_TAG_VERSION" val="1.0"/>
  <ns0:tag name="KSO_WM_BEAUTIFY_FLAG" val="#wm#"/>
</ns0:tagLst>
</file>

<file path=ppt/tags/tag12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3**"/>
  <ns0:tag name="KSO_WM_UNIT_LAYERLEVEL" val="1"/>
  <ns0:tag name="KSO_WM_TAG_VERSION" val="1.0"/>
  <ns0:tag name="KSO_WM_BEAUTIFY_FLAG" val="#wm#"/>
</ns0:tagLst>
</file>

<file path=ppt/tags/tag13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3**"/>
  <ns0:tag name="KSO_WM_UNIT_LAYERLEVEL" val="1"/>
  <ns0:tag name="KSO_WM_TAG_VERSION" val="1.0"/>
  <ns0:tag name="KSO_WM_BEAUTIFY_FLAG" val="#wm#"/>
</ns0:tagLst>
</file>

<file path=ppt/tags/tag14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3**"/>
  <ns0:tag name="KSO_WM_UNIT_LAYERLEVEL" val="1"/>
  <ns0:tag name="KSO_WM_TAG_VERSION" val="1.0"/>
  <ns0:tag name="KSO_WM_BEAUTIFY_FLAG" val="#wm#"/>
</ns0:tagLst>
</file>

<file path=ppt/tags/tag1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3**"/>
  <ns0:tag name="KSO_WM_UNIT_LAYERLEVEL" val="1"/>
  <ns0:tag name="KSO_WM_TAG_VERSION" val="1.0"/>
  <ns0:tag name="KSO_WM_BEAUTIFY_FLAG" val="#wm#"/>
</ns0:tagLst>
</file>

<file path=ppt/tags/tag16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4**"/>
  <ns0:tag name="KSO_WM_UNIT_LAYERLEVEL" val="1"/>
  <ns0:tag name="KSO_WM_TAG_VERSION" val="1.0"/>
  <ns0:tag name="KSO_WM_BEAUTIFY_FLAG" val="#wm#"/>
</ns0:tagLst>
</file>

<file path=ppt/tags/tag17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4**"/>
  <ns0:tag name="KSO_WM_UNIT_LAYERLEVEL" val="1"/>
  <ns0:tag name="KSO_WM_TAG_VERSION" val="1.0"/>
  <ns0:tag name="KSO_WM_BEAUTIFY_FLAG" val="#wm#"/>
</ns0:tagLst>
</file>

<file path=ppt/tags/tag18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4**"/>
  <ns0:tag name="KSO_WM_UNIT_LAYERLEVEL" val="1"/>
  <ns0:tag name="KSO_WM_TAG_VERSION" val="1.0"/>
  <ns0:tag name="KSO_WM_BEAUTIFY_FLAG" val="#wm#"/>
</ns0:tagLst>
</file>

<file path=ppt/tags/tag19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4**"/>
  <ns0:tag name="KSO_WM_UNIT_LAYERLEVEL" val="1"/>
  <ns0:tag name="KSO_WM_TAG_VERSION" val="1.0"/>
  <ns0:tag name="KSO_WM_BEAUTIFY_FLAG" val="#wm#"/>
</ns0:tagLst>
</file>

<file path=ppt/tags/tag20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4**"/>
  <ns0:tag name="KSO_WM_UNIT_LAYERLEVEL" val="1"/>
  <ns0:tag name="KSO_WM_TAG_VERSION" val="1.0"/>
  <ns0:tag name="KSO_WM_BEAUTIFY_FLAG" val="#wm#"/>
</ns0:tagLst>
</file>

<file path=ppt/tags/tag2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4**"/>
  <ns0:tag name="KSO_WM_UNIT_LAYERLEVEL" val="1"/>
  <ns0:tag name="KSO_WM_TAG_VERSION" val="1.0"/>
  <ns0:tag name="KSO_WM_BEAUTIFY_FLAG" val="#wm#"/>
</ns0:tagLst>
</file>

<file path=ppt/tags/tag22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3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4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6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7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8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29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5**"/>
  <ns0:tag name="KSO_WM_UNIT_LAYERLEVEL" val="1"/>
  <ns0:tag name="KSO_WM_TAG_VERSION" val="1.0"/>
  <ns0:tag name="KSO_WM_BEAUTIFY_FLAG" val="#wm#"/>
</ns0:tagLst>
</file>

<file path=ppt/tags/tag30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6**"/>
  <ns0:tag name="KSO_WM_UNIT_LAYERLEVEL" val="1"/>
  <ns0:tag name="KSO_WM_TAG_VERSION" val="1.0"/>
  <ns0:tag name="KSO_WM_BEAUTIFY_FLAG" val="#wm#"/>
</ns0:tagLst>
</file>

<file path=ppt/tags/tag3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6**"/>
  <ns0:tag name="KSO_WM_UNIT_LAYERLEVEL" val="1"/>
  <ns0:tag name="KSO_WM_TAG_VERSION" val="1.0"/>
  <ns0:tag name="KSO_WM_BEAUTIFY_FLAG" val="#wm#"/>
</ns0:tagLst>
</file>

<file path=ppt/tags/tag32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6**"/>
  <ns0:tag name="KSO_WM_UNIT_LAYERLEVEL" val="1"/>
  <ns0:tag name="KSO_WM_TAG_VERSION" val="1.0"/>
  <ns0:tag name="KSO_WM_BEAUTIFY_FLAG" val="#wm#"/>
</ns0:tagLst>
</file>

<file path=ppt/tags/tag33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6**"/>
  <ns0:tag name="KSO_WM_UNIT_LAYERLEVEL" val="1"/>
  <ns0:tag name="KSO_WM_TAG_VERSION" val="1.0"/>
  <ns0:tag name="KSO_WM_BEAUTIFY_FLAG" val="#wm#"/>
</ns0:tagLst>
</file>

<file path=ppt/tags/tag34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7**"/>
  <ns0:tag name="KSO_WM_UNIT_LAYERLEVEL" val="1"/>
  <ns0:tag name="KSO_WM_TAG_VERSION" val="1.0"/>
  <ns0:tag name="KSO_WM_BEAUTIFY_FLAG" val="#wm#"/>
</ns0:tagLst>
</file>

<file path=ppt/tags/tag3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7**"/>
  <ns0:tag name="KSO_WM_UNIT_LAYERLEVEL" val="1"/>
  <ns0:tag name="KSO_WM_TAG_VERSION" val="1.0"/>
  <ns0:tag name="KSO_WM_BEAUTIFY_FLAG" val="#wm#"/>
</ns0:tagLst>
</file>

<file path=ppt/tags/tag36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7**"/>
  <ns0:tag name="KSO_WM_UNIT_LAYERLEVEL" val="1"/>
  <ns0:tag name="KSO_WM_TAG_VERSION" val="1.0"/>
  <ns0:tag name="KSO_WM_BEAUTIFY_FLAG" val="#wm#"/>
</ns0:tagLst>
</file>

<file path=ppt/tags/tag37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8**"/>
  <ns0:tag name="KSO_WM_UNIT_LAYERLEVEL" val="1"/>
  <ns0:tag name="KSO_WM_TAG_VERSION" val="1.0"/>
  <ns0:tag name="KSO_WM_BEAUTIFY_FLAG" val="#wm#"/>
</ns0:tagLst>
</file>

<file path=ppt/tags/tag38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8**"/>
  <ns0:tag name="KSO_WM_UNIT_LAYERLEVEL" val="1"/>
  <ns0:tag name="KSO_WM_TAG_VERSION" val="1.0"/>
  <ns0:tag name="KSO_WM_BEAUTIFY_FLAG" val="#wm#"/>
</ns0:tagLst>
</file>

<file path=ppt/tags/tag39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8**"/>
  <ns0:tag name="KSO_WM_UNIT_LAYERLEVEL" val="1"/>
  <ns0:tag name="KSO_WM_TAG_VERSION" val="1.0"/>
  <ns0:tag name="KSO_WM_BEAUTIFY_FLAG" val="#wm#"/>
</ns0:tagLst>
</file>

<file path=ppt/tags/tag40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8**"/>
  <ns0:tag name="KSO_WM_UNIT_LAYERLEVEL" val="1"/>
  <ns0:tag name="KSO_WM_TAG_VERSION" val="1.0"/>
  <ns0:tag name="KSO_WM_BEAUTIFY_FLAG" val="#wm#"/>
</ns0:tagLst>
</file>

<file path=ppt/tags/tag4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8**"/>
  <ns0:tag name="KSO_WM_UNIT_LAYERLEVEL" val="1"/>
  <ns0:tag name="KSO_WM_TAG_VERSION" val="1.0"/>
  <ns0:tag name="KSO_WM_BEAUTIFY_FLAG" val="#wm#"/>
</ns0:tagLst>
</file>

<file path=ppt/tags/tag42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8**"/>
  <ns0:tag name="KSO_WM_UNIT_LAYERLEVEL" val="1"/>
  <ns0:tag name="KSO_WM_TAG_VERSION" val="1.0"/>
  <ns0:tag name="KSO_WM_BEAUTIFY_FLAG" val="#wm#"/>
</ns0:tagLst>
</file>

<file path=ppt/tags/tag43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9**"/>
  <ns0:tag name="KSO_WM_UNIT_LAYERLEVEL" val="1"/>
  <ns0:tag name="KSO_WM_TAG_VERSION" val="1.0"/>
  <ns0:tag name="KSO_WM_BEAUTIFY_FLAG" val="#wm#"/>
</ns0:tagLst>
</file>

<file path=ppt/tags/tag44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9**"/>
  <ns0:tag name="KSO_WM_UNIT_LAYERLEVEL" val="1"/>
  <ns0:tag name="KSO_WM_TAG_VERSION" val="1.0"/>
  <ns0:tag name="KSO_WM_BEAUTIFY_FLAG" val="#wm#"/>
</ns0:tagLst>
</file>

<file path=ppt/tags/tag4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9**"/>
  <ns0:tag name="KSO_WM_UNIT_LAYERLEVEL" val="1"/>
  <ns0:tag name="KSO_WM_TAG_VERSION" val="1.0"/>
  <ns0:tag name="KSO_WM_BEAUTIFY_FLAG" val="#wm#"/>
</ns0:tagLst>
</file>

<file path=ppt/tags/tag46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9**"/>
  <ns0:tag name="KSO_WM_UNIT_LAYERLEVEL" val="1"/>
  <ns0:tag name="KSO_WM_TAG_VERSION" val="1.0"/>
  <ns0:tag name="KSO_WM_BEAUTIFY_FLAG" val="#wm#"/>
</ns0:tagLst>
</file>

<file path=ppt/tags/tag47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9**"/>
  <ns0:tag name="KSO_WM_UNIT_LAYERLEVEL" val="1"/>
  <ns0:tag name="KSO_WM_TAG_VERSION" val="1.0"/>
  <ns0:tag name="KSO_WM_BEAUTIFY_FLAG" val="#wm#"/>
</ns0:tagLst>
</file>

<file path=ppt/tags/tag48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0**"/>
  <ns0:tag name="KSO_WM_UNIT_LAYERLEVEL" val="1"/>
  <ns0:tag name="KSO_WM_TAG_VERSION" val="1.0"/>
  <ns0:tag name="KSO_WM_BEAUTIFY_FLAG" val="#wm#"/>
</ns0:tagLst>
</file>

<file path=ppt/tags/tag49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0**"/>
  <ns0:tag name="KSO_WM_UNIT_LAYERLEVEL" val="1"/>
  <ns0:tag name="KSO_WM_TAG_VERSION" val="1.0"/>
  <ns0:tag name="KSO_WM_BEAUTIFY_FLAG" val="#wm#"/>
</ns0:tagLst>
</file>

<file path=ppt/tags/tag50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0**"/>
  <ns0:tag name="KSO_WM_UNIT_LAYERLEVEL" val="1"/>
  <ns0:tag name="KSO_WM_TAG_VERSION" val="1.0"/>
  <ns0:tag name="KSO_WM_BEAUTIFY_FLAG" val="#wm#"/>
</ns0:tagLst>
</file>

<file path=ppt/tags/tag5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0**"/>
  <ns0:tag name="KSO_WM_UNIT_LAYERLEVEL" val="1"/>
  <ns0:tag name="KSO_WM_TAG_VERSION" val="1.0"/>
  <ns0:tag name="KSO_WM_BEAUTIFY_FLAG" val="#wm#"/>
</ns0:tagLst>
</file>

<file path=ppt/tags/tag52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1**"/>
  <ns0:tag name="KSO_WM_UNIT_LAYERLEVEL" val="1"/>
  <ns0:tag name="KSO_WM_TAG_VERSION" val="1.0"/>
  <ns0:tag name="KSO_WM_BEAUTIFY_FLAG" val="#wm#"/>
</ns0:tagLst>
</file>

<file path=ppt/tags/tag53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1**"/>
  <ns0:tag name="KSO_WM_UNIT_LAYERLEVEL" val="1"/>
  <ns0:tag name="KSO_WM_TAG_VERSION" val="1.0"/>
  <ns0:tag name="KSO_WM_BEAUTIFY_FLAG" val="#wm#"/>
</ns0:tagLst>
</file>

<file path=ppt/tags/tag54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1**"/>
  <ns0:tag name="KSO_WM_UNIT_LAYERLEVEL" val="1"/>
  <ns0:tag name="KSO_WM_TAG_VERSION" val="1.0"/>
  <ns0:tag name="KSO_WM_BEAUTIFY_FLAG" val="#wm#"/>
</ns0:tagLst>
</file>

<file path=ppt/tags/tag55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1**"/>
  <ns0:tag name="KSO_WM_UNIT_LAYERLEVEL" val="1"/>
  <ns0:tag name="KSO_WM_TAG_VERSION" val="1.0"/>
  <ns0:tag name="KSO_WM_BEAUTIFY_FLAG" val="#wm#"/>
</ns0:tagLst>
</file>

<file path=ppt/tags/tag56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11**"/>
  <ns0:tag name="KSO_WM_UNIT_LAYERLEVEL" val="1"/>
  <ns0:tag name="KSO_WM_TAG_VERSION" val="1.0"/>
  <ns0:tag name="KSO_WM_BEAUTIFY_FLAG" val="#wm#"/>
</ns0:tagLst>
</file>

<file path=ppt/tags/tag57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0**"/>
  <ns0:tag name="KSO_WM_UNIT_LAYERLEVEL" val="1"/>
  <ns0:tag name="KSO_WM_TAG_VERSION" val="1.0"/>
  <ns0:tag name="KSO_WM_BEAUTIFY_FLAG" val="#wm#"/>
  <ns0:tag name="KSO_WM_TEMPLATE_CATEGORY" val="custom"/>
  <ns0:tag name="KSO_WM_TEMPLATE_INDEX" val="20205081"/>
</ns0:tagLst>
</file>

<file path=ppt/tags/tag58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0**"/>
  <ns0:tag name="KSO_WM_UNIT_LAYERLEVEL" val="1"/>
  <ns0:tag name="KSO_WM_TAG_VERSION" val="1.0"/>
  <ns0:tag name="KSO_WM_BEAUTIFY_FLAG" val="#wm#"/>
  <ns0:tag name="KSO_WM_TEMPLATE_CATEGORY" val="custom"/>
  <ns0:tag name="KSO_WM_TEMPLATE_INDEX" val="20205081"/>
</ns0:tagLst>
</file>

<file path=ppt/tags/tag59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0**"/>
  <ns0:tag name="KSO_WM_UNIT_LAYERLEVEL" val="1"/>
  <ns0:tag name="KSO_WM_TAG_VERSION" val="1.0"/>
  <ns0:tag name="KSO_WM_BEAUTIFY_FLAG" val="#wm#"/>
</ns0:tagLst>
</file>

<file path=ppt/tags/tag60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0**"/>
  <ns0:tag name="KSO_WM_UNIT_LAYERLEVEL" val="1"/>
  <ns0:tag name="KSO_WM_TAG_VERSION" val="1.0"/>
  <ns0:tag name="KSO_WM_BEAUTIFY_FLAG" val="#wm#"/>
</ns0:tagLst>
</file>

<file path=ppt/tags/tag61.xml><?xml version="1.0" encoding="utf-8"?>
<ns0:tagLst xmlns:ns0="http://schemas.openxmlformats.org/presentationml/2006/main">
  <ns0:tag name="KSO_WM_UNIT_HIGHLIGHT" val="0"/>
  <ns0:tag name="KSO_WM_UNIT_COMPATIBLE" val="0"/>
  <ns0:tag name="KSO_WM_UNIT_DIAGRAM_ISNUMVISUAL" val="0"/>
  <ns0:tag name="KSO_WM_UNIT_DIAGRAM_ISREFERUNIT" val="0"/>
  <ns0:tag name="KSO_WM_UNIT_ID" val="_0**"/>
  <ns0:tag name="KSO_WM_UNIT_LAYERLEVEL" val="1"/>
  <ns0:tag name="KSO_WM_TAG_VERSION" val="1.0"/>
  <ns0:tag name="KSO_WM_BEAUTIFY_FLAG" val="#wm#"/>
</ns0:tagLst>
</file>

<file path=ppt/tags/tag62.xml><?xml version="1.0" encoding="utf-8"?>
<ns0:tagLst xmlns:ns0="http://schemas.openxmlformats.org/presentationml/2006/main">
  <ns0:tag name="KSO_WM_TEMPLATE_THUMBS_INDEX" val="1、4、7、12、13、14、15、16、17、18、20、24、25、28、33、36、40、43、44"/>
  <ns0:tag name="KSO_WM_TEMPLATE_SUBCATEGORY" val="19"/>
  <ns0:tag name="KSO_WM_TAG_VERSION" val="1.0"/>
  <ns0:tag name="KSO_WM_BEAUTIFY_FLAG" val="#wm#"/>
  <ns0:tag name="KSO_WM_TEMPLATE_CATEGORY" val="custom"/>
  <ns0:tag name="KSO_WM_TEMPLATE_INDEX" val="20205081"/>
  <ns0:tag name="KSO_WM_TEMPLATE_MASTER_TYPE" val="0"/>
  <ns0:tag name="KSO_WM_TEMPLATE_COLOR_TYPE" val="1"/>
  <ns0:tag name="KSO_WM_UNIT_SHOW_EDIT_AREA_INDICATION" val="1"/>
</ns0:tagLst>
</file>

<file path=ppt/tags/tag63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64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65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66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67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68.xml><?xml version="1.0" encoding="utf-8"?>
<ns0:tagLst xmlns:ns0="http://schemas.openxmlformats.org/presentationml/2006/main">
  <ns0:tag name="PA" val="v5.2.11"/>
  <ns0:tag name="ADJUSTMENTS" val="18.611"/>
  <ns0:tag name="KSO_WM_DIAGRAM_VIRTUALLY_FRAME" val="{&quot;height&quot;:427.7353543307087,&quot;left&quot;:0,&quot;top&quot;:111.2646456692913,&quot;width&quot;:942.6}"/>
</ns0:tagLst>
</file>

<file path=ppt/tags/tag69.xml><?xml version="1.0" encoding="utf-8"?>
<ns0:tagLst xmlns:ns0="http://schemas.openxmlformats.org/presentationml/2006/main">
  <ns0:tag name="ADJUSTMENTS" val="2.311888"/>
  <ns0:tag name="KSO_WM_DIAGRAM_VIRTUALLY_FRAME" val="{&quot;height&quot;:427.7353543307087,&quot;left&quot;:0,&quot;top&quot;:111.2646456692913,&quot;width&quot;:942.6}"/>
</ns0:tagLst>
</file>

<file path=ppt/tags/tag70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1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2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3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4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5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6.xml><?xml version="1.0" encoding="utf-8"?>
<ns0:tagLst xmlns:ns0="http://schemas.openxmlformats.org/presentationml/2006/main">
  <ns0:tag name="PA" val="v5.2.11"/>
  <ns0:tag name="ADJUSTMENTS" val="18.611"/>
  <ns0:tag name="KSO_WM_DIAGRAM_VIRTUALLY_FRAME" val="{&quot;height&quot;:427.7353543307087,&quot;left&quot;:0,&quot;top&quot;:111.2646456692913,&quot;width&quot;:942.6}"/>
</ns0:tagLst>
</file>

<file path=ppt/tags/tag77.xml><?xml version="1.0" encoding="utf-8"?>
<ns0:tagLst xmlns:ns0="http://schemas.openxmlformats.org/presentationml/2006/main">
  <ns0:tag name="ADJUSTMENTS" val="2.311888"/>
  <ns0:tag name="KSO_WM_DIAGRAM_VIRTUALLY_FRAME" val="{&quot;height&quot;:427.7353543307087,&quot;left&quot;:0,&quot;top&quot;:111.2646456692913,&quot;width&quot;:942.6}"/>
</ns0:tagLst>
</file>

<file path=ppt/tags/tag78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79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0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1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2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3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4.xml><?xml version="1.0" encoding="utf-8"?>
<ns0:tagLst xmlns:ns0="http://schemas.openxmlformats.org/presentationml/2006/main">
  <ns0:tag name="PA" val="v5.2.11"/>
  <ns0:tag name="ADJUSTMENTS" val="18.611"/>
  <ns0:tag name="KSO_WM_DIAGRAM_VIRTUALLY_FRAME" val="{&quot;height&quot;:427.7353543307087,&quot;left&quot;:0,&quot;top&quot;:111.2646456692913,&quot;width&quot;:942.6}"/>
</ns0:tagLst>
</file>

<file path=ppt/tags/tag85.xml><?xml version="1.0" encoding="utf-8"?>
<ns0:tagLst xmlns:ns0="http://schemas.openxmlformats.org/presentationml/2006/main">
  <ns0:tag name="ADJUSTMENTS" val="2.311888"/>
  <ns0:tag name="KSO_WM_DIAGRAM_VIRTUALLY_FRAME" val="{&quot;height&quot;:427.7353543307087,&quot;left&quot;:0,&quot;top&quot;:111.2646456692913,&quot;width&quot;:942.6}"/>
</ns0:tagLst>
</file>

<file path=ppt/tags/tag86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7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88.xml><?xml version="1.0" encoding="utf-8"?>
<ns0:tagLst xmlns:ns0="http://schemas.openxmlformats.org/presentationml/2006/main">
  <ns0:tag name="PA" val="v5.2.11"/>
  <ns0:tag name="ADJUSTMENTS" val="18.611"/>
  <ns0:tag name="KSO_WM_DIAGRAM_VIRTUALLY_FRAME" val="{&quot;height&quot;:427.7353543307087,&quot;left&quot;:0,&quot;top&quot;:111.2646456692913,&quot;width&quot;:942.6}"/>
</ns0:tagLst>
</file>

<file path=ppt/tags/tag89.xml><?xml version="1.0" encoding="utf-8"?>
<ns0:tagLst xmlns:ns0="http://schemas.openxmlformats.org/presentationml/2006/main">
  <ns0:tag name="ADJUSTMENTS" val="2.311888"/>
  <ns0:tag name="KSO_WM_DIAGRAM_VIRTUALLY_FRAME" val="{&quot;height&quot;:427.7353543307087,&quot;left&quot;:0,&quot;top&quot;:111.2646456692913,&quot;width&quot;:942.6}"/>
</ns0:tagLst>
</file>

<file path=ppt/tags/tag90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91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92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93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94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ags/tag95.xml><?xml version="1.0" encoding="utf-8"?>
<ns0:tagLst xmlns:ns0="http://schemas.openxmlformats.org/presentationml/2006/main">
  <ns0:tag name="KSO_WM_DIAGRAM_VIRTUALLY_FRAME" val="{&quot;height&quot;:427.7353543307087,&quot;left&quot;:0,&quot;top&quot;:111.2646456692913,&quot;width&quot;:942.6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Arial"/>
        <ns0:ea typeface="微软雅黑"/>
        <ns0:cs typeface=""/>
      </ns0:majorFont>
      <ns0:minorFont>
        <ns0:latin typeface="Arial"/>
        <ns0:ea typeface="微软雅黑"/>
        <ns0:cs typeface="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431</ns0:Words>
  <ns0:Application>WPS 演示</ns0:Application>
  <ns0:PresentationFormat>宽屏</ns0:PresentationFormat>
  <ns0:Paragraphs>30</ns0:Paragraphs>
  <ns0:Slides>1</ns0:Slides>
  <ns0:Notes>4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8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10" baseType="lpstr">
      <ns1:lpstr>Arial</ns1:lpstr>
      <ns1:lpstr>宋体</ns1:lpstr>
      <ns1:lpstr>Wingdings</ns1:lpstr>
      <ns1:lpstr>Wingdings</ns1:lpstr>
      <ns1:lpstr>微软雅黑</ns1:lpstr>
      <ns1:lpstr>华文中宋</ns1:lpstr>
      <ns1:lpstr>OPPOSans B</ns1:lpstr>
      <ns1:lpstr>OPPOSans R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