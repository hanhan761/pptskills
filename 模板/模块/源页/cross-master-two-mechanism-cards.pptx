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>
  <ns0:sldMasterIdLst>
    <ns0:sldMasterId id="2147483648" ns1:id="rId1"/>
  </ns0:sldMasterIdLst>
  <ns0:notesMasterIdLst>
    <ns0:notesMasterId ns1:id="rId4"/>
  </ns0:notesMasterIdLst>
  <ns0:sldIdLst>
    <ns0:sldId id="303" ns1:id="rId3"/>
  </ns0:sldIdLst>
  <ns0:sldSz cx="12192000" cy="6858000"/>
  <ns0:notesSz cx="6858000" cy="9144000"/>
  <ns0:custDataLst>
    <ns0:tags ns1:id="rId9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commentAuthors.xml><?xml version="1.0" encoding="utf-8"?>
<ns0:cmAuthorLst xmlns:ns0="http://schemas.openxmlformats.org/presentationml/2006/main">
  <ns0:cmAuthor id="1" name="闫 新辉" initials="public" lastIdx="0" clrIdx="0"/>
  <ns0:cmAuthor id="2" name="HJWANG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004E8A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normalViewPr horzBarState="maximized">
    <ns0:restoredLeft sz="15128" autoAdjust="0"/>
    <ns0:restoredTop sz="94660"/>
  </ns0:normalViewPr>
  <ns0:slideViewPr>
    <ns0:cSldViewPr snapToGrid="0">
      <ns0:cViewPr varScale="1">
        <ns0:scale>
          <ns1:sx n="104" d="100"/>
          <ns1:sy n="104" d="100"/>
        </ns0:scale>
        <ns0:origin x="84" y="1428"/>
      </ns0:cViewPr>
      <ns0:guideLst/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gs" Target="tags/tag7.xml" /><ns0:Relationship Id="rId8" Type="http://schemas.openxmlformats.org/officeDocument/2006/relationships/commentAuthors" Target="commentAuthors.xml" /><ns0:Relationship Id="rId7" Type="http://schemas.openxmlformats.org/officeDocument/2006/relationships/tableStyles" Target="tableStyles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" Type="http://schemas.openxmlformats.org/officeDocument/2006/relationships/slideMaster" Target="slideMasters/slideMaster1.xml" /></ns0:Relationships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5CF6A6C5-91B3-40E4-8CB4-C4926AF73EAD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EF130B9-A86B-46D8-A65C-CDE028EEBF0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 hasCustomPrompt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1137222" y="335816"/>
            <ns1:ext cx="10515600" cy="543560"/>
          </ns1:xfrm>
        </ns0:spPr>
        <ns0:txBody>
          <ns1:bodyPr/>
          <ns1:lstStyle/>
          <ns1:p>
            <ns1:r>
              <ns1:rPr lang="zh-CN" altLang="en-US" dirty="0" smtClean="0"/>
              <ns1:t>示例内容公开模板示例内容</ns1:t>
            </ns1:r>
            <ns1:endParaRPr lang="zh-CN" altLang="en-US" dirty="0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  <ns0:grpSp>
        <ns0:nvGrpSpPr>
          <ns0:cNvPr id="7" name="组合 6"/>
          <ns0:cNvGrpSpPr/>
          <ns0:nvPr userDrawn="1"/>
        </ns0:nvGrpSpPr>
        <ns0:grpSpPr>
          <ns1:xfrm>
            <ns1:off x="394159" y="310888"/>
            <ns1:ext cx="682341" cy="539179"/>
            <ns1:chOff x="1801006" y="1526207"/>
            <ns1:chExt cx="1242672" cy="981947"/>
          </ns1:xfrm>
        </ns0:grpSpPr>
        <ns0:sp>
          <ns0:nvSpPr>
            <ns0:cNvPr id="8" name="矩形 7"/>
            <ns0:cNvSpPr/>
            <ns0:nvPr userDrawn="1"/>
          </ns0:nvSpPr>
          <ns0:spPr>
            <ns1:xfrm>
              <ns1:off x="2224301" y="1732937"/>
              <ns1:ext cx="819377" cy="695740"/>
            </ns1:xfrm>
            <ns1:prstGeom prst="rect">
              <ns1:avLst/>
            </ns1:prstGeom>
            <ns1:solidFill>
              <ns1:srgbClr val="89DFFD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800" b="0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B0604020202020204"/>
                <ns1:ea typeface="黑体" panose="02010609060101010101" pitchFamily="49" charset="-122"/>
                <ns1:cs typeface="+mn-cs"/>
              </ns1:endParaRPr>
            </ns1:p>
          </ns0:txBody>
        </ns0:sp>
        <ns0:sp>
          <ns0:nvSpPr>
            <ns0:cNvPr id="9" name="任意多边形 13"/>
            <ns0:cNvSpPr/>
            <ns0:nvPr userDrawn="1"/>
          </ns0:nvSpPr>
          <ns0:spPr>
            <ns1:xfrm>
              <ns1:off x="1801006" y="1526207"/>
              <ns1:ext cx="1063935" cy="981947"/>
            </ns1:xfrm>
            <ns1:custGeom>
              <ns1:avLst/>
              <ns1:gdLst>
                <ns1:gd name="connsiteX0" fmla="*/ 0 w 2864941"/>
                <ns1:gd name="connsiteY0" fmla="*/ 0 h 981947"/>
                <ns1:gd name="connsiteX1" fmla="*/ 2864941 w 2864941"/>
                <ns1:gd name="connsiteY1" fmla="*/ 0 h 981947"/>
                <ns1:gd name="connsiteX2" fmla="*/ 2041802 w 2864941"/>
                <ns1:gd name="connsiteY2" fmla="*/ 981947 h 981947"/>
                <ns1:gd name="connsiteX3" fmla="*/ 0 w 2864941"/>
                <ns1:gd name="connsiteY3" fmla="*/ 981947 h 98194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</ns1:cxnLst>
              <ns1:rect l="l" t="t" r="r" b="b"/>
              <ns1:pathLst>
                <ns1:path w="2864941" h="981947">
                  <ns1:moveTo>
                    <ns1:pt x="0" y="0"/>
                  </ns1:moveTo>
                  <ns1:lnTo>
                    <ns1:pt x="2864941" y="0"/>
                  </ns1:lnTo>
                  <ns1:lnTo>
                    <ns1:pt x="2041802" y="981947"/>
                  </ns1:lnTo>
                  <ns1:lnTo>
                    <ns1:pt x="0" y="981947"/>
                  </ns1:lnTo>
                  <ns1:close/>
                </ns1:path>
              </ns1:pathLst>
            </ns1:custGeom>
            <ns1:solidFill>
              <ns1:srgbClr val="005AA6"/>
            </ns1:solidFill>
            <ns1:ln>
              <ns1:noFill/>
            </ns1:ln>
            <ns1:effectLst>
              <ns1:outerShdw blurRad="50800" dist="38100" algn="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3000" b="1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B0604020202020204"/>
                <ns1:ea typeface="黑体" panose="02010609060101010101" pitchFamily="49" charset="-122"/>
                <ns1:cs typeface="+mn-cs"/>
              </ns1:endParaRPr>
            </ns1:p>
          </ns0:txBody>
        </ns0:sp>
      </ns0:grpSp>
      <ns0:cxnSp>
        <ns0:nvCxnSpPr>
          <ns0:cNvPr id="10" name="直接连接符 9"/>
          <ns0:cNvCxnSpPr/>
          <ns0:nvPr userDrawn="1"/>
        </ns0:nvCxnSpPr>
        <ns0:spPr>
          <ns1:xfrm flipV="1">
            <ns1:off x="0" y="908685"/>
            <ns1:ext cx="12216765" cy="72390"/>
          </ns1:xfrm>
          <ns1:prstGeom prst="line">
            <ns1:avLst/>
          </ns1:prstGeom>
          <ns1:ln w="63500" cap="rnd" cmpd="sng">
            <ns1:gradFill>
              <ns1:gsLst>
                <ns1:gs pos="0">
                  <ns1:schemeClr val="accent1">
                    <ns1:lumMod val="5000"/>
                    <ns1:lumOff val="95000"/>
                  </ns1:schemeClr>
                </ns1:gs>
                <ns1:gs pos="1000">
                  <ns1:srgbClr val="005699"/>
                </ns1:gs>
                <ns1:gs pos="73000">
                  <ns1:schemeClr val="tx2">
                    <ns1:lumMod val="10000"/>
                    <ns1:lumOff val="90000"/>
                  </ns1:schemeClr>
                </ns1:gs>
                <ns1:gs pos="18000">
                  <ns1:srgbClr val="0070C0"/>
                </ns1:gs>
              </ns1:gsLst>
              <ns1:lin ang="0" scaled="0"/>
            </ns1:gradFill>
            <ns1:prstDash val="solid"/>
            <ns1:round/>
          </ns1:ln>
        </ns0:spPr>
        <ns0:style>
          <ns1:lnRef idx="0">
            <ns1:srgbClr val="FFFFFF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userDrawn="1">
  <ns0:cSld name="1_自定义版式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7" Type="http://schemas.openxmlformats.org/officeDocument/2006/relationships/slideLayout" Target="../slideLayouts/slideLayout2.xml" /><ns0:Relationship Id="rId6" Type="http://schemas.openxmlformats.org/officeDocument/2006/relationships/tags" Target="../tags/tag6.xml" /><ns0:Relationship Id="rId5" Type="http://schemas.openxmlformats.org/officeDocument/2006/relationships/tags" Target="../tags/tag5.xml" /><ns0:Relationship Id="rId4" Type="http://schemas.openxmlformats.org/officeDocument/2006/relationships/tags" Target="../tags/tag4.xml" /><ns0:Relationship Id="rId3" Type="http://schemas.openxmlformats.org/officeDocument/2006/relationships/tags" Target="../tags/tag3.xml" /><ns0:Relationship Id="rId2" Type="http://schemas.openxmlformats.org/officeDocument/2006/relationships/tags" Target="../tags/tag2.xml" /><ns0:Relationship Id="rId1" Type="http://schemas.openxmlformats.org/officeDocument/2006/relationships/tags" Target="../tags/tag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 fontScale="90000"/>
          </ns1:bodyPr>
          <ns1:lstStyle/>
          <ns1:p>
            <ns1:r>
              <ns1:rPr lang="en-US" altLang="zh-CN" sz="3200" b="1" dirty="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0.</ns1:t>
            </ns1:r>
            <ns1:r>
              <ns1:rPr lang="zh-CN" altLang="en-US" sz="3200" b="1" dirty="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示例内容公开模、板示例内容</ns1:t>
            </ns1:r>
            <ns1:endParaRPr lang="zh-CN" altLang="en-US" dirty="0">
              <ns1:cs typeface="微软雅黑" panose="020B0503020204020204" pitchFamily="34" charset="-122"/>
            </ns1:endParaRPr>
          </ns1:p>
        </ns0:txBody>
      </ns0:sp>
      <ns0:sp>
        <ns0:nvSpPr>
          <ns0:cNvPr id="15" name="矩形 14"/>
          <ns0:cNvSpPr/>
          <ns0:nvPr/>
        </ns0:nvSpPr>
        <ns0:spPr>
          <ns1:xfrm>
            <ns1:off x="398780" y="1313815"/>
            <ns1:ext cx="11394440" cy="491490"/>
          </ns1:xfrm>
          <ns1:prstGeom prst="rect">
            <ns1:avLst/>
          </ns1:prstGeom>
          <ns1:solidFill>
            <ns1:srgbClr val="2E75B6"/>
          </ns1:solidFill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示例内容公开模板示例内容公开，模板示例内容公开模板示例内容</ns1:t>
            </ns1:r>
            <ns1:endParaRPr lang="zh-CN" altLang="en-US" sz="26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83" name="幻云PPT-演示军团2"/>
          <ns0:cNvSpPr/>
          <ns0:nvPr>
            <ns0:custDataLst>
              <ns0:tags ns2:id="rId1"/>
            </ns0:custDataLst>
          </ns0:nvPr>
        </ns0:nvSpPr>
        <ns0:spPr>
          <ns1:xfrm>
            <ns1:off x="6277610" y="2104390"/>
            <ns1:ext cx="5515610" cy="3331210"/>
          </ns1:xfrm>
          <ns1:prstGeom prst="roundRect">
            <ns1:avLst>
              <ns1:gd name="adj" fmla="val 1105"/>
            </ns1:avLst>
          </ns1:prstGeom>
          <ns1:solidFill>
            <ns1:schemeClr val="bg1"/>
          </ns1:solidFill>
          <ns1:ln w="3175">
            <ns1:solidFill>
              <ns1:schemeClr val="accent1"/>
            </ns1:solidFill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>
              <ns1:solidFill>
                <ns1:srgbClr val="E5EDF4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84" name="幻云PPT-演示军团19"/>
          <ns0:cNvSpPr/>
          <ns0:nvPr>
            <ns0:custDataLst>
              <ns0:tags ns2:id="rId2"/>
            </ns0:custDataLst>
          </ns0:nvPr>
        </ns0:nvSpPr>
        <ns0:spPr>
          <ns1:xfrm>
            <ns1:off x="6277610" y="2106295"/>
            <ns1:ext cx="5515610" cy="484505"/>
          </ns1:xfrm>
          <ns1:prstGeom prst="roundRect">
            <ns1:avLst>
              <ns1:gd name="adj" fmla="val 3727"/>
            </ns1:avLst>
          </ns1:prstGeom>
          <ns1:solidFill>
            <ns1:schemeClr val="accent1">
              <ns1:lumMod val="75000"/>
            </ns1:schemeClr>
          </ns1:solidFill>
          <ns1:ln w="3175" cap="flat" cmpd="sng" algn="ctr">
            <ns1:solidFill>
              <ns1:schemeClr val="accent1"/>
            </ns1:solidFill>
            <ns1:prstDash val="solid"/>
            <ns1:miter lim="800000"/>
          </ns1:ln>
          <ns1:effectLst/>
        </ns0:spPr>
        <ns0:txBody>
          <ns1:bodyPr lIns="76535" tIns="38268" rIns="76535" bIns="38268" rtlCol="0" anchor="ctr"/>
          <ns1:lstStyle/>
          <ns1:p>
            <ns1:pPr algn="ctr">
              <ns1:defRPr/>
            </ns1:pPr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示例内容：公开—模板示例内容公开</ns1:t>
            </ns1:r>
            <ns1:endParaRPr lang="zh-CN" altLang="en-US" sz="26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85" name="幻云PPT-演示军团30"/>
          <ns0:cNvSpPr txBox="1"/>
          <ns0:nvPr>
            <ns0:custDataLst>
              <ns0:tags ns2:id="rId3"/>
            </ns0:custDataLst>
          </ns0:nvPr>
        </ns0:nvSpPr>
        <ns0:spPr>
          <ns1:xfrm>
            <ns1:off x="6277610" y="2590800"/>
            <ns1:ext cx="5133975" cy="1981835"/>
          </ns1:xfrm>
          <ns1:prstGeom prst="rect">
            <ns1:avLst/>
          </ns1:prstGeom>
          <ns1:noFill/>
        </ns0:spPr>
        <ns0:txBody>
          <ns1:bodyPr wrap="square">
            <ns1:noAutofit/>
          </ns1:bodyPr>
          <ns1:lstStyle/>
          <ns1:p>
            <ns1:pPr algn="just">
              <ns1:lnSpc>
                <ns1:spcPct val="130000"/>
              </ns1:lnSpc>
              <ns1:buClrTx/>
              <ns1:buSzTx/>
              <ns1:buFontTx/>
            </ns1:pPr>
            <ns1:r>
              <ns1:rPr kumimoji="0" lang="zh-CN" altLang="en-US" sz="1800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</ns1:t>
            </ns1:r>
            <ns1:endParaRPr kumimoji="0" lang="zh-CN" altLang="en-US" sz="1800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</ns1:pPr>
            <ns1:r>
              <ns1:rPr kumimoji="0" lang="en-US" altLang="zh-CN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</ns1:t>
            </ns1:r>
            <ns1:r>
              <ns1:rPr kumimoji="0" lang="zh-CN" altLang="en-US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示例内容公，开模板示例内容公开模</ns1:t>
            </ns1:r>
            <ns1:endParaRPr kumimoji="0" lang="en-US" altLang="zh-CN" sz="1600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  <ns1:buClrTx/>
              <ns1:buSzTx/>
              <ns1:buFontTx/>
            </ns1:pPr>
            <ns1:r>
              <ns1:rPr kumimoji="0" lang="zh-CN" altLang="en-US" sz="1800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</ns1:t>
            </ns1:r>
            <ns1:endParaRPr kumimoji="0" lang="zh-CN" altLang="en-US" sz="1800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</ns1:pPr>
            <ns1:r>
              <ns1:rPr kumimoji="0" lang="zh-CN" altLang="en-US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示例内容公开模板示例，内容公开模板示例内容</ns1:t>
            </ns1:r>
            <ns1:endParaRPr kumimoji="0" lang="en-US" altLang="zh-CN" sz="1600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  <ns1:buClrTx/>
              <ns1:buSzTx/>
              <ns1:buFontTx/>
            </ns1:pPr>
            <ns1:r>
              <ns1:rPr kumimoji="0" lang="zh-CN" altLang="en-US" sz="1800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</ns1:t>
            </ns1:r>
            <ns1:endParaRPr kumimoji="0" lang="zh-CN" altLang="en-US" sz="1800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</ns1:pPr>
            <ns1:r>
              <ns1:rPr kumimoji="0" lang="zh-CN" altLang="en-US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示例内容公开模板示、例内容公开模</ns1:t>
            </ns1:r>
            <ns1:endParaRPr kumimoji="0" lang="zh-CN" altLang="en-US" sz="1600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sp>
        <ns0:nvSpPr>
          <ns0:cNvPr id="93" name="文本框 92"/>
          <ns0:cNvSpPr txBox="1"/>
          <ns0:nvPr/>
        </ns0:nvSpPr>
        <ns0:spPr>
          <ns1:xfrm>
            <ns1:off x="398780" y="5734685"/>
            <ns1:ext cx="11310620" cy="4914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zh-CN" altLang="en-US" sz="2600" b="1" noProof="0" dirty="0">
                <ns1:ln>
                  <ns1:noFill/>
                </ns1:ln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示例内容公开模板示例内容，公开模—板示例内容公开模板示例内容</ns1:t>
            </ns1:r>
            <ns1:endParaRPr lang="zh-CN" altLang="en-US" sz="2600" b="1" noProof="0" dirty="0">
              <ns1:ln>
                <ns1:noFill/>
              </ns1:ln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94" name="矩形 93"/>
          <ns0:cNvSpPr/>
          <ns0:nvPr/>
        </ns0:nvSpPr>
        <ns0:spPr>
          <ns1:xfrm>
            <ns1:off x="398780" y="5647690"/>
            <ns1:ext cx="11393805" cy="674370"/>
          </ns1:xfrm>
          <ns1:prstGeom prst="rect">
            <ns1:avLst/>
          </ns1:prstGeom>
          <ns1:noFill/>
          <ns1:ln w="12700">
            <ns1:solidFill>
              <ns1:schemeClr val="tx1"/>
            </ns1:solidFill>
            <ns1:prstDash val="dash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285750" indent="-285750">
              <ns1:lnSpc>
                <ns1:spcPct val="150000"/>
              </ns1:lnSpc>
              <ns1:buFont typeface="Arial" panose="020B0604020202020204" pitchFamily="34" charset="0"/>
              <ns1:buChar char="•"/>
            </ns1:pPr>
            <ns1:endParaRPr lang="zh-CN" altLang="en-US" sz="1600">
              <ns1:solidFill>
                <ns1:prstClr val="black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7" name="幻云PPT-演示军团2"/>
          <ns0:cNvSpPr/>
          <ns0:nvPr>
            <ns0:custDataLst>
              <ns0:tags ns2:id="rId4"/>
            </ns0:custDataLst>
          </ns0:nvPr>
        </ns0:nvSpPr>
        <ns0:spPr>
          <ns1:xfrm>
            <ns1:off x="398780" y="2102485"/>
            <ns1:ext cx="5515610" cy="3331210"/>
          </ns1:xfrm>
          <ns1:prstGeom prst="roundRect">
            <ns1:avLst>
              <ns1:gd name="adj" fmla="val 1105"/>
            </ns1:avLst>
          </ns1:prstGeom>
          <ns1:solidFill>
            <ns1:schemeClr val="bg1"/>
          </ns1:solidFill>
          <ns1:ln w="3175">
            <ns1:solidFill>
              <ns1:schemeClr val="accent1"/>
            </ns1:solidFill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>
              <ns1:solidFill>
                <ns1:srgbClr val="E5EDF4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8" name="幻云PPT-演示军团19"/>
          <ns0:cNvSpPr/>
          <ns0:nvPr>
            <ns0:custDataLst>
              <ns0:tags ns2:id="rId5"/>
            </ns0:custDataLst>
          </ns0:nvPr>
        </ns0:nvSpPr>
        <ns0:spPr>
          <ns1:xfrm>
            <ns1:off x="398780" y="2104390"/>
            <ns1:ext cx="5515610" cy="484505"/>
          </ns1:xfrm>
          <ns1:prstGeom prst="roundRect">
            <ns1:avLst>
              <ns1:gd name="adj" fmla="val 3727"/>
            </ns1:avLst>
          </ns1:prstGeom>
          <ns1:solidFill>
            <ns1:schemeClr val="accent1">
              <ns1:lumMod val="75000"/>
            </ns1:schemeClr>
          </ns1:solidFill>
          <ns1:ln w="3175" cap="flat" cmpd="sng" algn="ctr">
            <ns1:solidFill>
              <ns1:schemeClr val="accent1"/>
            </ns1:solidFill>
            <ns1:prstDash val="solid"/>
            <ns1:miter lim="800000"/>
          </ns1:ln>
          <ns1:effectLst/>
        </ns0:spPr>
        <ns0:txBody>
          <ns1:bodyPr lIns="76535" tIns="38268" rIns="76535" bIns="38268" rtlCol="0" anchor="ctr"/>
          <ns1:lstStyle/>
          <ns1:p>
            <ns1:pPr algn="ctr">
              <ns1:defRPr/>
            </ns1:pPr>
            <ns1:r>
              <ns1:rPr lang="zh-CN" altLang="en-US" sz="28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OPPOSans B" panose="00020600040101010101" pitchFamily="18" charset="-122"/>
              </ns1:rPr>
              <ns1:t>示例内</ns1:t>
            </ns1:r>
            <ns1:r>
              <ns1:rPr lang="zh-CN" altLang="en-US" sz="28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OPPOSans B" panose="00020600040101010101" pitchFamily="18" charset="-122"/>
              </ns1:rPr>
              <ns1:t>示：例内容公开模板示例内</ns1:t>
            </ns1:r>
            <ns1:endParaRPr lang="zh-CN" altLang="en-US" sz="28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OPPOSans B" panose="00020600040101010101" pitchFamily="18" charset="-122"/>
            </ns1:endParaRPr>
          </ns1:p>
        </ns0:txBody>
      </ns0:sp>
      <ns0:sp>
        <ns0:nvSpPr>
          <ns0:cNvPr id="9" name="幻云PPT-演示军团30"/>
          <ns0:cNvSpPr txBox="1"/>
          <ns0:nvPr>
            <ns0:custDataLst>
              <ns0:tags ns2:id="rId6"/>
            </ns0:custDataLst>
          </ns0:nvPr>
        </ns0:nvSpPr>
        <ns0:spPr>
          <ns1:xfrm>
            <ns1:off x="398780" y="2588895"/>
            <ns1:ext cx="5133975" cy="1981835"/>
          </ns1:xfrm>
          <ns1:prstGeom prst="rect">
            <ns1:avLst/>
          </ns1:prstGeom>
          <ns1:noFill/>
        </ns0:spPr>
        <ns0:txBody>
          <ns1:bodyPr wrap="square">
            <ns1:noAutofit/>
          </ns1:bodyPr>
          <ns1:lstStyle/>
          <ns1:p>
            <ns1:pPr algn="just">
              <ns1:lnSpc>
                <ns1:spcPct val="130000"/>
              </ns1:lnSpc>
              <ns1:buClrTx/>
              <ns1:buSzTx/>
              <ns1:buFontTx/>
            </ns1:pPr>
            <ns1:r>
              <ns1:rPr kumimoji="0" lang="zh-CN" altLang="en-US" sz="1800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</ns1:t>
            </ns1:r>
            <ns1:endParaRPr kumimoji="0" lang="zh-CN" altLang="en-US" sz="1800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</ns1:pPr>
            <ns1:r>
              <ns1:rPr kumimoji="0" lang="zh-CN" altLang="en-US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示例内容、公开模板，示例—内—容公开模板</ns1:t>
            </ns1:r>
            <ns1:endParaRPr kumimoji="0" lang="en-US" altLang="zh-CN" sz="1600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  <ns1:buClrTx/>
              <ns1:buSzTx/>
              <ns1:buFontTx/>
            </ns1:pPr>
            <ns1:r>
              <ns1:rPr kumimoji="0" lang="zh-CN" altLang="en-US" sz="1800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</ns1:t>
            </ns1:r>
            <ns1:endParaRPr kumimoji="0" lang="zh-CN" altLang="en-US" sz="1800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</ns1:pPr>
            <ns1:r>
              <ns1:rPr kumimoji="0" lang="zh-CN" altLang="en-US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示例内容公—开模—板示—例内容公开模板示例内</ns1:t>
            </ns1:r>
            <ns1:endParaRPr kumimoji="0" lang="en-US" altLang="zh-CN" sz="1600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  <ns1:buClrTx/>
              <ns1:buSzTx/>
              <ns1:buFontTx/>
            </ns1:pPr>
            <ns1:r>
              <ns1:rPr kumimoji="0" lang="zh-CN" altLang="en-US" sz="1800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</ns1:t>
            </ns1:r>
            <ns1:endParaRPr kumimoji="0" lang="zh-CN" altLang="en-US" sz="1800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algn="just">
              <ns1:lnSpc>
                <ns1:spcPct val="130000"/>
              </ns1:lnSpc>
            </ns1:pPr>
            <ns1:r>
              <ns1:rPr kumimoji="0" lang="zh-CN" altLang="en-US" sz="1600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示例内容公开、模板示例内、容公开模板</ns1:t>
            </ns1:r>
            <ns1:endParaRPr kumimoji="0" lang="zh-CN" altLang="en-US" sz="1600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PA" val="v5.2.11"/>
  <ns0:tag name="ADJUSTMENTS" val="18.611"/>
  <ns0:tag name="KSO_WM_DIAGRAM_VIRTUALLY_FRAME" val="{&quot;height&quot;:418.93535433070866,&quot;left&quot;:15.3,&quot;top&quot;:111.2646456692913,&quot;width&quot;:923}"/>
</ns0:tagLst>
</file>

<file path=ppt/tags/tag2.xml><?xml version="1.0" encoding="utf-8"?>
<ns0:tagLst xmlns:ns0="http://schemas.openxmlformats.org/presentationml/2006/main">
  <ns0:tag name="ADJUSTMENTS" val="2.311888"/>
  <ns0:tag name="KSO_WM_DIAGRAM_VIRTUALLY_FRAME" val="{&quot;height&quot;:418.93535433070866,&quot;left&quot;:15.3,&quot;top&quot;:111.2646456692913,&quot;width&quot;:923}"/>
</ns0:tagLst>
</file>

<file path=ppt/tags/tag3.xml><?xml version="1.0" encoding="utf-8"?>
<ns0:tagLst xmlns:ns0="http://schemas.openxmlformats.org/presentationml/2006/main">
  <ns0:tag name="KSO_WM_DIAGRAM_VIRTUALLY_FRAME" val="{&quot;height&quot;:418.93535433070866,&quot;left&quot;:15.3,&quot;top&quot;:111.2646456692913,&quot;width&quot;:923}"/>
</ns0:tagLst>
</file>

<file path=ppt/tags/tag4.xml><?xml version="1.0" encoding="utf-8"?>
<ns0:tagLst xmlns:ns0="http://schemas.openxmlformats.org/presentationml/2006/main">
  <ns0:tag name="PA" val="v5.2.11"/>
  <ns0:tag name="ADJUSTMENTS" val="18.611"/>
  <ns0:tag name="KSO_WM_DIAGRAM_VIRTUALLY_FRAME" val="{&quot;height&quot;:418.93535433070866,&quot;left&quot;:15.3,&quot;top&quot;:111.2646456692913,&quot;width&quot;:923}"/>
</ns0:tagLst>
</file>

<file path=ppt/tags/tag5.xml><?xml version="1.0" encoding="utf-8"?>
<ns0:tagLst xmlns:ns0="http://schemas.openxmlformats.org/presentationml/2006/main">
  <ns0:tag name="ADJUSTMENTS" val="2.311888"/>
  <ns0:tag name="KSO_WM_DIAGRAM_VIRTUALLY_FRAME" val="{&quot;height&quot;:418.93535433070866,&quot;left&quot;:15.3,&quot;top&quot;:111.2646456692913,&quot;width&quot;:923}"/>
</ns0:tagLst>
</file>

<file path=ppt/tags/tag6.xml><?xml version="1.0" encoding="utf-8"?>
<ns0:tagLst xmlns:ns0="http://schemas.openxmlformats.org/presentationml/2006/main">
  <ns0:tag name="KSO_WM_DIAGRAM_VIRTUALLY_FRAME" val="{&quot;height&quot;:418.93535433070866,&quot;left&quot;:15.3,&quot;top&quot;:111.2646456692913,&quot;width&quot;:923}"/>
</ns0:tagLst>
</file>

<file path=ppt/tags/tag7.xml><?xml version="1.0" encoding="utf-8"?>
<ns0:tagLst xmlns:ns0="http://schemas.openxmlformats.org/presentationml/2006/main">
  <ns0:tag name="RESOURCE_RECORD_KEY" val="{&quot;29&quot;:[50053044,50053288,50053324,50053052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254</ns0:Words>
  <ns0:Application>WPS 演示</ns0:Application>
  <ns0:PresentationFormat>宽屏</ns0:PresentationFormat>
  <ns0:Paragraphs>24</ns0:Paragraphs>
  <ns0:Slides>1</ns0:Slides>
  <ns0:Notes>12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15" baseType="lpstr">
      <ns1:lpstr>Arial</ns1:lpstr>
      <ns1:lpstr>宋体</ns1:lpstr>
      <ns1:lpstr>Wingdings</ns1:lpstr>
      <ns1:lpstr>Arial</ns1:lpstr>
      <ns1:lpstr>黑体</ns1:lpstr>
      <ns1:lpstr>微软雅黑</ns1:lpstr>
      <ns1:lpstr>Calibri</ns1:lpstr>
      <ns1:lpstr>Wingdings</ns1:lpstr>
      <ns1:lpstr>OPPOSans B</ns1:lpstr>
      <ns1:lpstr>OPPOSans R</ns1:lpstr>
      <ns1:lpstr>Noto Sans SC</ns1:lpstr>
      <ns1:lpstr>Times New Roman</ns1:lpstr>
      <ns1:lpstr>等线 Light</ns1:lpstr>
      <ns1:lpstr>Office 主题​​</ns1:lpstr>
      <ns1:lpstr>3.项目建设创新点、目标及成果</ns1:lpstr>
    </ns1:vector>
  </ns0:TitlesOfParts>
  <ns0:Company/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