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ags/tag10.xml" ContentType="application/vnd.openxmlformats-officedocument.presentationml.tags+xml"/>
  <ns0:Override PartName="/ppt/tags/tag11.xml" ContentType="application/vnd.openxmlformats-officedocument.presentationml.tags+xml"/>
  <ns0:Override PartName="/ppt/tags/tag12.xml" ContentType="application/vnd.openxmlformats-officedocument.presentationml.tags+xml"/>
  <ns0:Override PartName="/ppt/tags/tag13.xml" ContentType="application/vnd.openxmlformats-officedocument.presentationml.tags+xml"/>
  <ns0:Override PartName="/ppt/tags/tag14.xml" ContentType="application/vnd.openxmlformats-officedocument.presentationml.tags+xml"/>
  <ns0:Override PartName="/ppt/tags/tag15.xml" ContentType="application/vnd.openxmlformats-officedocument.presentationml.tags+xml"/>
  <ns0:Override PartName="/ppt/tags/tag16.xml" ContentType="application/vnd.openxmlformats-officedocument.presentationml.tags+xml"/>
  <ns0:Override PartName="/ppt/tags/tag17.xml" ContentType="application/vnd.openxmlformats-officedocument.presentationml.tags+xml"/>
  <ns0:Override PartName="/ppt/tags/tag18.xml" ContentType="application/vnd.openxmlformats-officedocument.presentationml.tags+xml"/>
  <ns0:Override PartName="/ppt/tags/tag19.xml" ContentType="application/vnd.openxmlformats-officedocument.presentationml.tags+xml"/>
  <ns0:Override PartName="/ppt/tags/tag2.xml" ContentType="application/vnd.openxmlformats-officedocument.presentationml.tags+xml"/>
  <ns0:Override PartName="/ppt/tags/tag20.xml" ContentType="application/vnd.openxmlformats-officedocument.presentationml.tags+xml"/>
  <ns0:Override PartName="/ppt/tags/tag21.xml" ContentType="application/vnd.openxmlformats-officedocument.presentationml.tags+xml"/>
  <ns0:Override PartName="/ppt/tags/tag22.xml" ContentType="application/vnd.openxmlformats-officedocument.presentationml.tags+xml"/>
  <ns0:Override PartName="/ppt/tags/tag23.xml" ContentType="application/vnd.openxmlformats-officedocument.presentationml.tags+xml"/>
  <ns0:Override PartName="/ppt/tags/tag24.xml" ContentType="application/vnd.openxmlformats-officedocument.presentationml.tags+xml"/>
  <ns0:Override PartName="/ppt/tags/tag25.xml" ContentType="application/vnd.openxmlformats-officedocument.presentationml.tags+xml"/>
  <ns0:Override PartName="/ppt/tags/tag26.xml" ContentType="application/vnd.openxmlformats-officedocument.presentationml.tags+xml"/>
  <ns0:Override PartName="/ppt/tags/tag27.xml" ContentType="application/vnd.openxmlformats-officedocument.presentationml.tags+xml"/>
  <ns0:Override PartName="/ppt/tags/tag3.xml" ContentType="application/vnd.openxmlformats-officedocument.presentationml.tags+xml"/>
  <ns0:Override PartName="/ppt/tags/tag4.xml" ContentType="application/vnd.openxmlformats-officedocument.presentationml.tags+xml"/>
  <ns0:Override PartName="/ppt/tags/tag5.xml" ContentType="application/vnd.openxmlformats-officedocument.presentationml.tags+xml"/>
  <ns0:Override PartName="/ppt/tags/tag6.xml" ContentType="application/vnd.openxmlformats-officedocument.presentationml.tags+xml"/>
  <ns0:Override PartName="/ppt/tags/tag7.xml" ContentType="application/vnd.openxmlformats-officedocument.presentationml.tags+xml"/>
  <ns0:Override PartName="/ppt/tags/tag8.xml" ContentType="application/vnd.openxmlformats-officedocument.presentationml.tags+xml"/>
  <ns0:Override PartName="/ppt/tags/tag9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  <ns0:Default Extension="png" ContentType="image/png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>
  <ns0:sldMasterIdLst>
    <ns0:sldMasterId id="2147483648" ns1:id="rId1"/>
  </ns0:sldMasterIdLst>
  <ns0:notesMasterIdLst>
    <ns0:notesMasterId ns1:id="rId4"/>
  </ns0:notesMasterIdLst>
  <ns0:sldIdLst>
    <ns0:sldId id="311" ns1:id="rId3"/>
  </ns0:sldIdLst>
  <ns0:sldSz cx="12192000" cy="6858000"/>
  <ns0:notesSz cx="6858000" cy="9144000"/>
  <ns0:custDataLst>
    <ns0:tags ns1:id="rId9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commentAuthors.xml><?xml version="1.0" encoding="utf-8"?>
<ns0:cmAuthorLst xmlns:ns0="http://schemas.openxmlformats.org/presentationml/2006/main">
  <ns0:cmAuthor id="1" name="闫 新辉" initials="public" lastIdx="0" clrIdx="0"/>
  <ns0:cmAuthor id="2" name="HJWANG" initials="public" lastIdx="0" clrIdx="1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004E8A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>
  <ns0:normalViewPr horzBarState="maximized">
    <ns0:restoredLeft sz="15128" autoAdjust="0"/>
    <ns0:restoredTop sz="94660"/>
  </ns0:normalViewPr>
  <ns0:slideViewPr>
    <ns0:cSldViewPr snapToGrid="0">
      <ns0:cViewPr varScale="1">
        <ns0:scale>
          <ns1:sx n="104" d="100"/>
          <ns1:sy n="104" d="100"/>
        </ns0:scale>
        <ns0:origin x="84" y="1428"/>
      </ns0:cViewPr>
      <ns0:guideLst/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tags" Target="tags/tag27.xml" /><ns0:Relationship Id="rId8" Type="http://schemas.openxmlformats.org/officeDocument/2006/relationships/commentAuthors" Target="commentAuthors.xml" /><ns0:Relationship Id="rId7" Type="http://schemas.openxmlformats.org/officeDocument/2006/relationships/tableStyles" Target="tableStyles.xml" /><ns0:Relationship Id="rId6" Type="http://schemas.openxmlformats.org/officeDocument/2006/relationships/viewProps" Target="viewProps.xml" /><ns0:Relationship Id="rId5" Type="http://schemas.openxmlformats.org/officeDocument/2006/relationships/presProps" Target="presProps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" Type="http://schemas.openxmlformats.org/officeDocument/2006/relationships/slideMaster" Target="slideMasters/slideMaster1.xml" /></ns0:Relationships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5CF6A6C5-91B3-40E4-8CB4-C4926AF73EAD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CEF130B9-A86B-46D8-A65C-CDE028EEBF0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 hasCustomPrompt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1137222" y="335816"/>
            <ns1:ext cx="10515600" cy="543560"/>
          </ns1:xfrm>
        </ns0:spPr>
        <ns0:txBody>
          <ns1:bodyPr/>
          <ns1:lstStyle/>
          <ns1:p>
            <ns1:r>
              <ns1:rPr lang="zh-CN" altLang="en-US" dirty="0" smtClean="0"/>
              <ns1:t>示例内容公开模板示例内容</ns1:t>
            </ns1:r>
            <ns1:endParaRPr lang="zh-CN" altLang="en-US" dirty="0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  <ns0:grpSp>
        <ns0:nvGrpSpPr>
          <ns0:cNvPr id="7" name="组合 6"/>
          <ns0:cNvGrpSpPr/>
          <ns0:nvPr userDrawn="1"/>
        </ns0:nvGrpSpPr>
        <ns0:grpSpPr>
          <ns1:xfrm>
            <ns1:off x="394159" y="310888"/>
            <ns1:ext cx="682341" cy="539179"/>
            <ns1:chOff x="1801006" y="1526207"/>
            <ns1:chExt cx="1242672" cy="981947"/>
          </ns1:xfrm>
        </ns0:grpSpPr>
        <ns0:sp>
          <ns0:nvSpPr>
            <ns0:cNvPr id="8" name="矩形 7"/>
            <ns0:cNvSpPr/>
            <ns0:nvPr userDrawn="1"/>
          </ns0:nvSpPr>
          <ns0:spPr>
            <ns1:xfrm>
              <ns1:off x="2224301" y="1732937"/>
              <ns1:ext cx="819377" cy="695740"/>
            </ns1:xfrm>
            <ns1:prstGeom prst="rect">
              <ns1:avLst/>
            </ns1:prstGeom>
            <ns1:solidFill>
              <ns1:srgbClr val="89DFFD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800" b="0" i="0" u="none" strike="noStrike" kern="1200" cap="none" spc="0" normalizeH="0" baseline="0" noProof="0" dirty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Arial" panose="020B0604020202020204"/>
                <ns1:ea typeface="黑体" panose="02010609060101010101" pitchFamily="49" charset="-122"/>
                <ns1:cs typeface="+mn-cs"/>
              </ns1:endParaRPr>
            </ns1:p>
          </ns0:txBody>
        </ns0:sp>
        <ns0:sp>
          <ns0:nvSpPr>
            <ns0:cNvPr id="9" name="任意多边形 13"/>
            <ns0:cNvSpPr/>
            <ns0:nvPr userDrawn="1"/>
          </ns0:nvSpPr>
          <ns0:spPr>
            <ns1:xfrm>
              <ns1:off x="1801006" y="1526207"/>
              <ns1:ext cx="1063935" cy="981947"/>
            </ns1:xfrm>
            <ns1:custGeom>
              <ns1:avLst/>
              <ns1:gdLst>
                <ns1:gd name="connsiteX0" fmla="*/ 0 w 2864941"/>
                <ns1:gd name="connsiteY0" fmla="*/ 0 h 981947"/>
                <ns1:gd name="connsiteX1" fmla="*/ 2864941 w 2864941"/>
                <ns1:gd name="connsiteY1" fmla="*/ 0 h 981947"/>
                <ns1:gd name="connsiteX2" fmla="*/ 2041802 w 2864941"/>
                <ns1:gd name="connsiteY2" fmla="*/ 981947 h 981947"/>
                <ns1:gd name="connsiteX3" fmla="*/ 0 w 2864941"/>
                <ns1:gd name="connsiteY3" fmla="*/ 981947 h 981947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  <ns1:cxn ang="0">
                  <ns1:pos x="connsiteX2" y="connsiteY2"/>
                </ns1:cxn>
                <ns1:cxn ang="0">
                  <ns1:pos x="connsiteX3" y="connsiteY3"/>
                </ns1:cxn>
              </ns1:cxnLst>
              <ns1:rect l="l" t="t" r="r" b="b"/>
              <ns1:pathLst>
                <ns1:path w="2864941" h="981947">
                  <ns1:moveTo>
                    <ns1:pt x="0" y="0"/>
                  </ns1:moveTo>
                  <ns1:lnTo>
                    <ns1:pt x="2864941" y="0"/>
                  </ns1:lnTo>
                  <ns1:lnTo>
                    <ns1:pt x="2041802" y="981947"/>
                  </ns1:lnTo>
                  <ns1:lnTo>
                    <ns1:pt x="0" y="981947"/>
                  </ns1:lnTo>
                  <ns1:close/>
                </ns1:path>
              </ns1:pathLst>
            </ns1:custGeom>
            <ns1:solidFill>
              <ns1:srgbClr val="005AA6"/>
            </ns1:solidFill>
            <ns1:ln>
              <ns1:noFill/>
            </ns1:ln>
            <ns1:effectLst>
              <ns1:outerShdw blurRad="50800" dist="38100" algn="l" rotWithShape="0">
                <ns1:prstClr val="black">
                  <ns1:alpha val="40000"/>
                </ns1:prstClr>
              </ns1:outerShdw>
            </ns1:effectLst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3000" b="1" i="0" u="none" strike="noStrike" kern="1200" cap="none" spc="0" normalizeH="0" baseline="0" noProof="0" dirty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Arial" panose="020B0604020202020204"/>
                <ns1:ea typeface="黑体" panose="02010609060101010101" pitchFamily="49" charset="-122"/>
                <ns1:cs typeface="+mn-cs"/>
              </ns1:endParaRPr>
            </ns1:p>
          </ns0:txBody>
        </ns0:sp>
      </ns0:grpSp>
      <ns0:cxnSp>
        <ns0:nvCxnSpPr>
          <ns0:cNvPr id="10" name="直接连接符 9"/>
          <ns0:cNvCxnSpPr/>
          <ns0:nvPr userDrawn="1"/>
        </ns0:nvCxnSpPr>
        <ns0:spPr>
          <ns1:xfrm flipV="1">
            <ns1:off x="0" y="908685"/>
            <ns1:ext cx="12216765" cy="72390"/>
          </ns1:xfrm>
          <ns1:prstGeom prst="line">
            <ns1:avLst/>
          </ns1:prstGeom>
          <ns1:ln w="63500" cap="rnd" cmpd="sng">
            <ns1:gradFill>
              <ns1:gsLst>
                <ns1:gs pos="0">
                  <ns1:schemeClr val="accent1">
                    <ns1:lumMod val="5000"/>
                    <ns1:lumOff val="95000"/>
                  </ns1:schemeClr>
                </ns1:gs>
                <ns1:gs pos="1000">
                  <ns1:srgbClr val="005699"/>
                </ns1:gs>
                <ns1:gs pos="73000">
                  <ns1:schemeClr val="tx2">
                    <ns1:lumMod val="10000"/>
                    <ns1:lumOff val="90000"/>
                  </ns1:schemeClr>
                </ns1:gs>
                <ns1:gs pos="18000">
                  <ns1:srgbClr val="0070C0"/>
                </ns1:gs>
              </ns1:gsLst>
              <ns1:lin ang="0" scaled="0"/>
            </ns1:gradFill>
            <ns1:prstDash val="solid"/>
            <ns1:round/>
          </ns1:ln>
        </ns0:spPr>
        <ns0:style>
          <ns1:lnRef idx="0">
            <ns1:srgbClr val="FFFFFF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 hasCustomPrompt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 hasCustomPrompt="1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 hasCustomPrompt="1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竖排标题与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userDrawn="1">
  <ns0:cSld name="1_自定义版式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9" Type="http://schemas.openxmlformats.org/officeDocument/2006/relationships/tags" Target="../tags/tag9.xml" /><ns0:Relationship Id="rId8" Type="http://schemas.openxmlformats.org/officeDocument/2006/relationships/tags" Target="../tags/tag8.xml" /><ns0:Relationship Id="rId7" Type="http://schemas.openxmlformats.org/officeDocument/2006/relationships/tags" Target="../tags/tag7.xml" /><ns0:Relationship Id="rId6" Type="http://schemas.openxmlformats.org/officeDocument/2006/relationships/tags" Target="../tags/tag6.xml" /><ns0:Relationship Id="rId5" Type="http://schemas.openxmlformats.org/officeDocument/2006/relationships/tags" Target="../tags/tag5.xml" /><ns0:Relationship Id="rId4" Type="http://schemas.openxmlformats.org/officeDocument/2006/relationships/tags" Target="../tags/tag4.xml" /><ns0:Relationship Id="rId3" Type="http://schemas.openxmlformats.org/officeDocument/2006/relationships/tags" Target="../tags/tag3.xml" /><ns0:Relationship Id="rId27" Type="http://schemas.openxmlformats.org/officeDocument/2006/relationships/slideLayout" Target="../slideLayouts/slideLayout2.xml" /><ns0:Relationship Id="rId26" Type="http://schemas.openxmlformats.org/officeDocument/2006/relationships/tags" Target="../tags/tag26.xml" /><ns0:Relationship Id="rId25" Type="http://schemas.openxmlformats.org/officeDocument/2006/relationships/tags" Target="../tags/tag25.xml" /><ns0:Relationship Id="rId24" Type="http://schemas.openxmlformats.org/officeDocument/2006/relationships/tags" Target="../tags/tag24.xml" /><ns0:Relationship Id="rId23" Type="http://schemas.openxmlformats.org/officeDocument/2006/relationships/tags" Target="../tags/tag23.xml" /><ns0:Relationship Id="rId22" Type="http://schemas.openxmlformats.org/officeDocument/2006/relationships/tags" Target="../tags/tag22.xml" /><ns0:Relationship Id="rId21" Type="http://schemas.openxmlformats.org/officeDocument/2006/relationships/tags" Target="../tags/tag21.xml" /><ns0:Relationship Id="rId20" Type="http://schemas.openxmlformats.org/officeDocument/2006/relationships/tags" Target="../tags/tag20.xml" /><ns0:Relationship Id="rId2" Type="http://schemas.openxmlformats.org/officeDocument/2006/relationships/tags" Target="../tags/tag2.xml" /><ns0:Relationship Id="rId19" Type="http://schemas.openxmlformats.org/officeDocument/2006/relationships/tags" Target="../tags/tag19.xml" /><ns0:Relationship Id="rId18" Type="http://schemas.openxmlformats.org/officeDocument/2006/relationships/tags" Target="../tags/tag18.xml" /><ns0:Relationship Id="rId17" Type="http://schemas.openxmlformats.org/officeDocument/2006/relationships/tags" Target="../tags/tag17.xml" /><ns0:Relationship Id="rId16" Type="http://schemas.openxmlformats.org/officeDocument/2006/relationships/tags" Target="../tags/tag16.xml" /><ns0:Relationship Id="rId15" Type="http://schemas.openxmlformats.org/officeDocument/2006/relationships/tags" Target="../tags/tag15.xml" /><ns0:Relationship Id="rId14" Type="http://schemas.openxmlformats.org/officeDocument/2006/relationships/tags" Target="../tags/tag14.xml" /><ns0:Relationship Id="rId13" Type="http://schemas.openxmlformats.org/officeDocument/2006/relationships/tags" Target="../tags/tag13.xml" /><ns0:Relationship Id="rId12" Type="http://schemas.openxmlformats.org/officeDocument/2006/relationships/tags" Target="../tags/tag12.xml" /><ns0:Relationship Id="rId11" Type="http://schemas.openxmlformats.org/officeDocument/2006/relationships/tags" Target="../tags/tag11.xml" /><ns0:Relationship Id="rId10" Type="http://schemas.openxmlformats.org/officeDocument/2006/relationships/tags" Target="../tags/tag10.xml" /><ns0:Relationship Id="rId1" Type="http://schemas.openxmlformats.org/officeDocument/2006/relationships/tags" Target="../tags/tag1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" name="矩形 3"/>
          <ns0:cNvSpPr/>
          <ns0:nvPr>
            <ns0:custDataLst>
              <ns0:tags ns2:id="rId1"/>
            </ns0:custDataLst>
          </ns0:nvPr>
        </ns0:nvSpPr>
        <ns0:spPr>
          <ns1:xfrm flipV="1">
            <ns1:off x="2792715" y="4504822"/>
            <ns1:ext cx="4399247" cy="1998000"/>
          </ns1:xfrm>
          <ns1:prstGeom prst="rect">
            <ns1:avLst/>
          </ns1:prstGeom>
          <ns1:solidFill>
            <ns1:schemeClr val="bg1">
              <ns1:alpha val="0"/>
            </ns1:schemeClr>
          </ns1:solidFill>
          <ns1:ln w="12700" cap="flat" cmpd="sng" algn="ctr">
            <ns1:gradFill>
              <ns1:gsLst>
                <ns1:gs pos="0">
                  <ns1:schemeClr val="accent1"/>
                </ns1:gs>
                <ns1:gs pos="80000">
                  <ns1:schemeClr val="accent1">
                    <ns1:alpha val="0"/>
                  </ns1:schemeClr>
                </ns1:gs>
              </ns1:gsLst>
              <ns1:lin ang="16200000" scaled="0"/>
            </ns1:gradFill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</ns1:pPr>
            <ns1:endParaRPr kumimoji="0" lang="zh-CN" altLang="en-US" sz="1800" b="0" i="0" u="none" strike="noStrike" kern="0" cap="none" spc="0" normalizeH="0" baseline="0" noProof="0" dirty="0">
              <ns1:ln>
                <ns1:noFill/>
              </ns1:ln>
              <ns1:solidFill>
                <ns1:srgbClr val="000000">
                  <ns1:lumMod val="75000"/>
                  <ns1:lumOff val="25000"/>
                </ns1:srgbClr>
              </ns1:solidFill>
              <ns1:effectLst/>
              <ns1:uLnTx/>
              <ns1:uFillTx/>
              <ns1:latin typeface="+mj-ea"/>
              <ns1:ea typeface="+mj-ea"/>
              <ns1:sym typeface="Arial" panose="020B0604020202020204" pitchFamily="34" charset="0"/>
            </ns1:endParaRPr>
          </ns1:p>
        </ns0:txBody>
      </ns0:sp>
      <ns0:sp>
        <ns0:nvSpPr>
          <ns0:cNvPr id="5" name="椭圆 4"/>
          <ns0:cNvSpPr/>
          <ns0:nvPr>
            <ns0:custDataLst>
              <ns0:tags ns2:id="rId2"/>
            </ns0:custDataLst>
          </ns0:nvPr>
        </ns0:nvSpPr>
        <ns0:spPr>
          <ns1:xfrm>
            <ns1:off x="2731755" y="4026458"/>
            <ns1:ext cx="249553" cy="249553"/>
          </ns1:xfrm>
          <ns1:prstGeom prst="ellipse">
            <ns1:avLst/>
          </ns1:prstGeom>
          <ns1:solidFill>
            <ns1:schemeClr val="accent1">
              <ns1:alpha val="30000"/>
            </ns1:schemeClr>
          </ns1:solidFill>
          <ns1:ln w="63500" cap="flat" cmpd="sng" algn="ctr">
            <ns1:noFill/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</ns1:pPr>
            <ns1:endParaRPr kumimoji="0" lang="zh-CN" altLang="en-US" sz="1800" b="0" i="0" u="none" strike="noStrike" kern="0" cap="none" spc="0" normalizeH="0" baseline="0" noProof="0">
              <ns1:ln>
                <ns1:noFill/>
              </ns1:ln>
              <ns1:solidFill>
                <ns1:prstClr val="white"/>
              </ns1:solidFill>
              <ns1:effectLst/>
              <ns1:uLnTx/>
              <ns1:uFillTx/>
              <ns1:latin typeface="+mj-ea"/>
              <ns1:ea typeface="+mj-ea"/>
              <ns1:sym typeface="Arial" panose="020B0604020202020204" pitchFamily="34" charset="0"/>
            </ns1:endParaRPr>
          </ns1:p>
        </ns0:txBody>
      </ns0:sp>
      <ns0:sp>
        <ns0:nvSpPr>
          <ns0:cNvPr id="6" name="椭圆 5"/>
          <ns0:cNvSpPr/>
          <ns0:nvPr>
            <ns0:custDataLst>
              <ns0:tags ns2:id="rId3"/>
            </ns0:custDataLst>
          </ns0:nvPr>
        </ns0:nvSpPr>
        <ns0:spPr>
          <ns1:xfrm>
            <ns1:off x="2792715" y="4087417"/>
            <ns1:ext cx="126999" cy="126999"/>
          </ns1:xfrm>
          <ns1:prstGeom prst="ellipse">
            <ns1:avLst/>
          </ns1:prstGeom>
          <ns1:solidFill>
            <ns1:schemeClr val="accent1"/>
          </ns1:solidFill>
          <ns1:ln w="63500" cap="flat" cmpd="sng" algn="ctr">
            <ns1:solidFill>
              <ns1:schemeClr val="accent1">
                <ns1:alpha val="40000"/>
              </ns1:schemeClr>
            </ns1:solidFill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</ns1:pPr>
            <ns1:endParaRPr kumimoji="0" lang="zh-CN" altLang="en-US" sz="1800" b="0" i="0" u="none" strike="noStrike" kern="0" cap="none" spc="0" normalizeH="0" baseline="0" noProof="0" dirty="0">
              <ns1:ln>
                <ns1:noFill/>
              </ns1:ln>
              <ns1:solidFill>
                <ns1:prstClr val="white"/>
              </ns1:solidFill>
              <ns1:effectLst/>
              <ns1:uLnTx/>
              <ns1:uFillTx/>
              <ns1:latin typeface="+mj-ea"/>
              <ns1:ea typeface="+mj-ea"/>
              <ns1:sym typeface="Arial" panose="020B0604020202020204" pitchFamily="34" charset="0"/>
            </ns1:endParaRPr>
          </ns1:p>
        </ns0:txBody>
      </ns0:sp>
      <ns0:sp>
        <ns0:nvSpPr>
          <ns0:cNvPr id="7" name="矩形 6"/>
          <ns0:cNvSpPr/>
          <ns0:nvPr>
            <ns0:custDataLst>
              <ns0:tags ns2:id="rId4"/>
            </ns0:custDataLst>
          </ns0:nvPr>
        </ns0:nvSpPr>
        <ns0:spPr>
          <ns1:xfrm>
            <ns1:off x="1057907" y="1755079"/>
            <ns1:ext cx="3596619" cy="1979915"/>
          </ns1:xfrm>
          <ns1:prstGeom prst="rect">
            <ns1:avLst/>
          </ns1:prstGeom>
          <ns1:solidFill>
            <ns1:schemeClr val="bg1">
              <ns1:alpha val="0"/>
            </ns1:schemeClr>
          </ns1:solidFill>
          <ns1:ln w="12700" cap="flat" cmpd="sng" algn="ctr">
            <ns1:gradFill>
              <ns1:gsLst>
                <ns1:gs pos="0">
                  <ns1:schemeClr val="accent1"/>
                </ns1:gs>
                <ns1:gs pos="80000">
                  <ns1:schemeClr val="accent1">
                    <ns1:alpha val="0"/>
                  </ns1:schemeClr>
                </ns1:gs>
              </ns1:gsLst>
              <ns1:lin ang="16200000" scaled="0"/>
            </ns1:gradFill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</ns1:pPr>
            <ns1:endParaRPr kumimoji="0" lang="zh-CN" altLang="en-US" sz="1800" b="0" i="0" u="none" strike="noStrike" kern="0" cap="none" spc="0" normalizeH="0" baseline="0" noProof="0" dirty="0">
              <ns1:ln>
                <ns1:noFill/>
              </ns1:ln>
              <ns1:solidFill>
                <ns1:srgbClr val="000000">
                  <ns1:lumMod val="75000"/>
                  <ns1:lumOff val="25000"/>
                </ns1:srgbClr>
              </ns1:solidFill>
              <ns1:effectLst/>
              <ns1:uLnTx/>
              <ns1:uFillTx/>
              <ns1:latin typeface="+mj-ea"/>
              <ns1:ea typeface="+mj-ea"/>
              <ns1:sym typeface="Arial" panose="020B0604020202020204" pitchFamily="34" charset="0"/>
            </ns1:endParaRPr>
          </ns1:p>
        </ns0:txBody>
      </ns0:sp>
      <ns0:cxnSp>
        <ns0:nvCxnSpPr>
          <ns0:cNvPr id="8" name="直接连接符 7"/>
          <ns0:cNvCxnSpPr/>
          <ns0:nvPr>
            <ns0:custDataLst>
              <ns0:tags ns2:id="rId5"/>
            </ns0:custDataLst>
          </ns0:nvPr>
        </ns0:nvCxnSpPr>
        <ns0:spPr>
          <ns1:xfrm flipH="1" flipV="1">
            <ns1:off x="2856214" y="3732455"/>
            <ns1:ext cx="1" cy="293583"/>
          </ns1:xfrm>
          <ns1:prstGeom prst="line">
            <ns1:avLst/>
          </ns1:prstGeom>
          <ns1:noFill/>
          <ns1:ln w="12700" cap="flat" cmpd="sng" algn="ctr">
            <ns1:gradFill>
              <ns1:gsLst>
                <ns1:gs pos="0">
                  <ns1:schemeClr val="accent1">
                    <ns1:alpha val="0"/>
                  </ns1:schemeClr>
                </ns1:gs>
                <ns1:gs pos="100000">
                  <ns1:schemeClr val="accent1"/>
                </ns1:gs>
              </ns1:gsLst>
              <ns1:lin ang="5400000" scaled="1"/>
            </ns1:gradFill>
            <ns1:prstDash val="solid"/>
            <ns1:miter lim="800000"/>
          </ns1:ln>
          <ns1:effectLst/>
        </ns0:spPr>
      </ns0:cxnSp>
      <ns0:sp>
        <ns0:nvSpPr>
          <ns0:cNvPr id="9" name="矩形 8"/>
          <ns0:cNvSpPr/>
          <ns0:nvPr>
            <ns0:custDataLst>
              <ns0:tags ns2:id="rId6"/>
            </ns0:custDataLst>
          </ns0:nvPr>
        </ns0:nvSpPr>
        <ns0:spPr>
          <ns1:xfrm>
            <ns1:off x="1159933" y="2367215"/>
            <ns1:ext cx="3494593" cy="1365875"/>
          </ns1:xfrm>
          <ns1:prstGeom prst="rect">
            <ns1:avLst/>
          </ns1:prstGeom>
          <ns1:noFill/>
        </ns0:spPr>
        <ns0:txBody>
          <ns1:bodyPr wrap="square" lIns="0" tIns="0" rIns="0" bIns="0" rtlCol="0" anchor="t" anchorCtr="0">
            <ns1:noAutofit/>
          </ns1:bodyPr>
          <ns1:lstStyle/>
          <ns1:p>
            <ns1:pPr algn="ctr">
              <ns1:lnSpc>
                <ns1:spcPct val="150000"/>
              </ns1:lnSpc>
              <ns1:buClrTx/>
              <ns1:buSzTx/>
              <ns1:buFontTx/>
            </ns1:pPr>
            <ns1:r>
              <ns1:rPr lang="zh-CN" altLang="en-US" sz="2000" b="1" dirty="0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</ns1:rPr>
              <ns1:t>示例内容公开模</ns1:t>
            </ns1:r>
            <ns1:endParaRPr lang="zh-CN" altLang="en-US" sz="2000" b="1" dirty="0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ea"/>
            </ns1:endParaRPr>
          </ns1:p>
          <ns1:p>
            <ns1:pPr algn="ctr">
              <ns1:lnSpc>
                <ns1:spcPct val="150000"/>
              </ns1:lnSpc>
              <ns1:spcBef>
                <ns1:spcPct val="0"/>
              </ns1:spcBef>
              <ns1:spcAft>
                <ns1:spcPct val="0"/>
              </ns1:spcAft>
            </ns1:pPr>
            <ns1:r>
              <ns1:rPr lang="zh-CN" altLang="en-US" sz="1800" b="1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</ns1:rPr>
              <ns1:t>示例内容公、开模板示例内</ns1:t>
            </ns1:r>
            <ns1:endParaRPr lang="zh-CN" altLang="en-US" sz="1800" b="1" dirty="0" smtClean="0">
              <ns1:solidFill>
                <ns1:schemeClr val="tx1">
                  <ns1:lumMod val="85000"/>
                  <ns1:lumOff val="1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ea"/>
            </ns1:endParaRPr>
          </ns1:p>
        </ns0:txBody>
      </ns0:sp>
      <ns0:sp>
        <ns0:nvSpPr>
          <ns0:cNvPr id="10" name="矩形 9"/>
          <ns0:cNvSpPr/>
          <ns0:nvPr>
            <ns0:custDataLst>
              <ns0:tags ns2:id="rId7"/>
            </ns0:custDataLst>
          </ns0:nvPr>
        </ns0:nvSpPr>
        <ns0:spPr>
          <ns1:xfrm>
            <ns1:off x="1434460" y="1758254"/>
            <ns1:ext cx="2853034" cy="532126"/>
          </ns1:xfrm>
          <ns1:prstGeom prst="rect">
            <ns1:avLst/>
          </ns1:prstGeom>
          <ns1:noFill/>
        </ns0:spPr>
        <ns0:txBody>
          <ns1:bodyPr wrap="square" lIns="0" tIns="0" rIns="0" bIns="0" rtlCol="0" anchor="b">
            <ns1:noAutofit/>
          </ns1:bodyPr>
          <ns1:lstStyle/>
          <ns1:p>
            <ns1:pPr algn="ctr">
              <ns1:spcBef>
                <ns1:spcPct val="0"/>
              </ns1:spcBef>
              <ns1:spcAft>
                <ns1:spcPct val="0"/>
              </ns1:spcAft>
            </ns1:pPr>
            <ns1:r>
              <ns1:rPr lang="zh-CN" altLang="en-US" sz="2400" b="1" dirty="0">
                <ns1:solidFill>
                  <ns1:srgbClr val="0070C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</ns1:rPr>
              <ns1:t>示例内</ns1:t>
            </ns1:r>
            <ns1:endParaRPr lang="zh-CN" altLang="en-US" sz="2400" b="1" dirty="0">
              <ns1:solidFill>
                <ns1:srgbClr val="0070C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ea"/>
            </ns1:endParaRPr>
          </ns1:p>
        </ns0:txBody>
      </ns0:sp>
      <ns0:sp>
        <ns0:nvSpPr>
          <ns0:cNvPr id="11" name="椭圆 10"/>
          <ns0:cNvSpPr/>
          <ns0:nvPr>
            <ns0:custDataLst>
              <ns0:tags ns2:id="rId8"/>
            </ns0:custDataLst>
          </ns0:nvPr>
        </ns0:nvSpPr>
        <ns0:spPr>
          <ns1:xfrm flipV="1">
            <ns1:off x="4900899" y="4026458"/>
            <ns1:ext cx="249553" cy="249553"/>
          </ns1:xfrm>
          <ns1:prstGeom prst="ellipse">
            <ns1:avLst/>
          </ns1:prstGeom>
          <ns1:solidFill>
            <ns1:schemeClr val="accent1">
              <ns1:alpha val="30000"/>
            </ns1:schemeClr>
          </ns1:solidFill>
          <ns1:ln w="63500" cap="flat" cmpd="sng" algn="ctr">
            <ns1:noFill/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</ns1:pPr>
            <ns1:endParaRPr kumimoji="0" lang="zh-CN" altLang="en-US" sz="1800" b="0" i="0" u="none" strike="noStrike" kern="0" cap="none" spc="0" normalizeH="0" baseline="0" noProof="0">
              <ns1:ln>
                <ns1:noFill/>
              </ns1:ln>
              <ns1:solidFill>
                <ns1:prstClr val="white"/>
              </ns1:solidFill>
              <ns1:effectLst/>
              <ns1:uLnTx/>
              <ns1:uFillTx/>
              <ns1:latin typeface="+mj-ea"/>
              <ns1:ea typeface="+mj-ea"/>
              <ns1:sym typeface="Arial" panose="020B0604020202020204" pitchFamily="34" charset="0"/>
            </ns1:endParaRPr>
          </ns1:p>
        </ns0:txBody>
      </ns0:sp>
      <ns0:sp>
        <ns0:nvSpPr>
          <ns0:cNvPr id="12" name="椭圆 11"/>
          <ns0:cNvSpPr/>
          <ns0:nvPr>
            <ns0:custDataLst>
              <ns0:tags ns2:id="rId9"/>
            </ns0:custDataLst>
          </ns0:nvPr>
        </ns0:nvSpPr>
        <ns0:spPr>
          <ns1:xfrm flipV="1">
            <ns1:off x="4962493" y="4087417"/>
            <ns1:ext cx="126999" cy="126999"/>
          </ns1:xfrm>
          <ns1:prstGeom prst="ellipse">
            <ns1:avLst/>
          </ns1:prstGeom>
          <ns1:solidFill>
            <ns1:schemeClr val="accent1"/>
          </ns1:solidFill>
          <ns1:ln w="63500" cap="flat" cmpd="sng" algn="ctr">
            <ns1:solidFill>
              <ns1:schemeClr val="accent1">
                <ns1:alpha val="40000"/>
              </ns1:schemeClr>
            </ns1:solidFill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</ns1:pPr>
            <ns1:endParaRPr kumimoji="0" lang="zh-CN" altLang="en-US" sz="1800" b="0" i="0" u="none" strike="noStrike" kern="0" cap="none" spc="0" normalizeH="0" baseline="0" noProof="0" dirty="0">
              <ns1:ln>
                <ns1:noFill/>
              </ns1:ln>
              <ns1:solidFill>
                <ns1:prstClr val="white"/>
              </ns1:solidFill>
              <ns1:effectLst/>
              <ns1:uLnTx/>
              <ns1:uFillTx/>
              <ns1:latin typeface="+mj-ea"/>
              <ns1:ea typeface="+mj-ea"/>
              <ns1:sym typeface="Arial" panose="020B0604020202020204" pitchFamily="34" charset="0"/>
            </ns1:endParaRPr>
          </ns1:p>
        </ns0:txBody>
      </ns0:sp>
      <ns0:cxnSp>
        <ns0:nvCxnSpPr>
          <ns0:cNvPr id="13" name="直接连接符 12"/>
          <ns0:cNvCxnSpPr/>
          <ns0:nvPr>
            <ns0:custDataLst>
              <ns0:tags ns2:id="rId10"/>
            </ns0:custDataLst>
          </ns0:nvPr>
        </ns0:nvCxnSpPr>
        <ns0:spPr>
          <ns1:xfrm flipH="1">
            <ns1:off x="5029803" y="4265216"/>
            <ns1:ext cx="1" cy="293583"/>
          </ns1:xfrm>
          <ns1:prstGeom prst="line">
            <ns1:avLst/>
          </ns1:prstGeom>
          <ns1:noFill/>
          <ns1:ln w="12700" cap="flat" cmpd="sng" algn="ctr">
            <ns1:gradFill>
              <ns1:gsLst>
                <ns1:gs pos="0">
                  <ns1:schemeClr val="accent1">
                    <ns1:alpha val="0"/>
                  </ns1:schemeClr>
                </ns1:gs>
                <ns1:gs pos="100000">
                  <ns1:schemeClr val="accent1"/>
                </ns1:gs>
              </ns1:gsLst>
              <ns1:lin ang="5400000" scaled="1"/>
            </ns1:gradFill>
            <ns1:prstDash val="solid"/>
            <ns1:miter lim="800000"/>
          </ns1:ln>
          <ns1:effectLst/>
        </ns0:spPr>
      </ns0:cxnSp>
      <ns0:sp>
        <ns0:nvSpPr>
          <ns0:cNvPr id="14" name="矩形 13"/>
          <ns0:cNvSpPr/>
          <ns0:nvPr>
            <ns0:custDataLst>
              <ns0:tags ns2:id="rId11"/>
            </ns0:custDataLst>
          </ns0:nvPr>
        </ns0:nvSpPr>
        <ns0:spPr>
          <ns1:xfrm>
            <ns1:off x="2720340" y="5172075"/>
            <ns1:ext cx="4462145" cy="959485"/>
          </ns1:xfrm>
          <ns1:prstGeom prst="rect">
            <ns1:avLst/>
          </ns1:prstGeom>
          <ns1:noFill/>
        </ns0:spPr>
        <ns0:txBody>
          <ns1:bodyPr wrap="square" lIns="0" tIns="0" rIns="0" bIns="0" rtlCol="0" anchor="t" anchorCtr="0">
            <ns1:noAutofit/>
          </ns1:bodyPr>
          <ns1:lstStyle/>
          <ns1:p>
            <ns1:pPr algn="ctr">
              <ns1:lnSpc>
                <ns1:spcPct val="150000"/>
              </ns1:lnSpc>
              <ns1:buClrTx/>
              <ns1:buSzTx/>
              <ns1:buFontTx/>
            </ns1:pPr>
            <ns1:r>
              <ns1:rPr lang="zh-CN" altLang="en-US" sz="2000" b="1" dirty="0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</ns1:rPr>
              <ns1:t>示例内容公开模</ns1:t>
            </ns1:r>
            <ns1:endParaRPr lang="zh-CN" altLang="en-US" sz="2000" b="1" dirty="0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ea"/>
            </ns1:endParaRPr>
          </ns1:p>
          <ns1:p>
            <ns1:pPr algn="ctr">
              <ns1:lnSpc>
                <ns1:spcPct val="150000"/>
              </ns1:lnSpc>
              <ns1:spcBef>
                <ns1:spcPct val="0"/>
              </ns1:spcBef>
              <ns1:spcAft>
                <ns1:spcPct val="0"/>
              </ns1:spcAft>
            </ns1:pPr>
            <ns1:r>
              <ns1:rPr lang="zh-CN" altLang="en-US" b="1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</ns1:rPr>
              <ns1:t>示例内容公开模板示例内</ns1:t>
            </ns1:r>
            <ns1:endParaRPr lang="zh-CN" altLang="en-US" b="1" dirty="0" smtClean="0">
              <ns1:solidFill>
                <ns1:schemeClr val="tx1">
                  <ns1:lumMod val="85000"/>
                  <ns1:lumOff val="1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ea"/>
            </ns1:endParaRPr>
          </ns1:p>
        </ns0:txBody>
      </ns0:sp>
      <ns0:sp>
        <ns0:nvSpPr>
          <ns0:cNvPr id="15" name="矩形 14"/>
          <ns0:cNvSpPr/>
          <ns0:nvPr>
            <ns0:custDataLst>
              <ns0:tags ns2:id="rId12"/>
            </ns0:custDataLst>
          </ns0:nvPr>
        </ns0:nvSpPr>
        <ns0:spPr>
          <ns1:xfrm>
            <ns1:off x="3599159" y="4599223"/>
            <ns1:ext cx="2853034" cy="532126"/>
          </ns1:xfrm>
          <ns1:prstGeom prst="rect">
            <ns1:avLst/>
          </ns1:prstGeom>
          <ns1:noFill/>
        </ns0:spPr>
        <ns0:txBody>
          <ns1:bodyPr wrap="square" lIns="0" tIns="0" rIns="0" bIns="0" rtlCol="0" anchor="b">
            <ns1:noAutofit/>
          </ns1:bodyPr>
          <ns1:lstStyle/>
          <ns1:p>
            <ns1:pPr algn="ctr">
              <ns1:spcBef>
                <ns1:spcPct val="0"/>
              </ns1:spcBef>
              <ns1:spcAft>
                <ns1:spcPct val="0"/>
              </ns1:spcAft>
            </ns1:pPr>
            <ns1:r>
              <ns1:rPr lang="zh-CN" altLang="en-US" sz="2400" b="1" dirty="0">
                <ns1:solidFill>
                  <ns1:srgbClr val="0070C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</ns1:rPr>
              <ns1:t>示例内</ns1:t>
            </ns1:r>
            <ns1:endParaRPr lang="zh-CN" altLang="en-US" sz="2400" b="1" dirty="0">
              <ns1:solidFill>
                <ns1:srgbClr val="0070C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ea"/>
            </ns1:endParaRPr>
          </ns1:p>
        </ns0:txBody>
      </ns0:sp>
      <ns0:sp>
        <ns0:nvSpPr>
          <ns0:cNvPr id="16" name="矩形 15"/>
          <ns0:cNvSpPr/>
          <ns0:nvPr>
            <ns0:custDataLst>
              <ns0:tags ns2:id="rId13"/>
            </ns0:custDataLst>
          </ns0:nvPr>
        </ns0:nvSpPr>
        <ns0:spPr>
          <ns1:xfrm flipV="1">
            <ns1:off x="7553909" y="4565569"/>
            <ns1:ext cx="3596619" cy="1979915"/>
          </ns1:xfrm>
          <ns1:prstGeom prst="rect">
            <ns1:avLst/>
          </ns1:prstGeom>
          <ns1:solidFill>
            <ns1:schemeClr val="bg1">
              <ns1:alpha val="0"/>
            </ns1:schemeClr>
          </ns1:solidFill>
          <ns1:ln w="12700" cap="flat" cmpd="sng" algn="ctr">
            <ns1:gradFill>
              <ns1:gsLst>
                <ns1:gs pos="0">
                  <ns1:schemeClr val="accent1"/>
                </ns1:gs>
                <ns1:gs pos="80000">
                  <ns1:schemeClr val="accent1">
                    <ns1:alpha val="0"/>
                  </ns1:schemeClr>
                </ns1:gs>
              </ns1:gsLst>
              <ns1:lin ang="16200000" scaled="0"/>
            </ns1:gradFill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</ns1:pPr>
            <ns1:endParaRPr kumimoji="0" lang="zh-CN" altLang="en-US" sz="1800" b="0" i="0" u="none" strike="noStrike" kern="0" cap="none" spc="0" normalizeH="0" baseline="0" noProof="0" dirty="0">
              <ns1:ln>
                <ns1:noFill/>
              </ns1:ln>
              <ns1:solidFill>
                <ns1:srgbClr val="000000">
                  <ns1:lumMod val="75000"/>
                  <ns1:lumOff val="25000"/>
                </ns1:srgbClr>
              </ns1:solidFill>
              <ns1:effectLst/>
              <ns1:uLnTx/>
              <ns1:uFillTx/>
              <ns1:latin typeface="+mj-ea"/>
              <ns1:ea typeface="+mj-ea"/>
              <ns1:sym typeface="Arial" panose="020B0604020202020204" pitchFamily="34" charset="0"/>
            </ns1:endParaRPr>
          </ns1:p>
        </ns0:txBody>
      </ns0:sp>
      <ns0:sp>
        <ns0:nvSpPr>
          <ns0:cNvPr id="17" name="椭圆 16"/>
          <ns0:cNvSpPr/>
          <ns0:nvPr>
            <ns0:custDataLst>
              <ns0:tags ns2:id="rId14"/>
            </ns0:custDataLst>
          </ns0:nvPr>
        </ns0:nvSpPr>
        <ns0:spPr>
          <ns1:xfrm>
            <ns1:off x="7066868" y="4034712"/>
            <ns1:ext cx="249553" cy="249553"/>
          </ns1:xfrm>
          <ns1:prstGeom prst="ellipse">
            <ns1:avLst/>
          </ns1:prstGeom>
          <ns1:solidFill>
            <ns1:schemeClr val="accent1">
              <ns1:alpha val="30000"/>
            </ns1:schemeClr>
          </ns1:solidFill>
          <ns1:ln w="63500" cap="flat" cmpd="sng" algn="ctr">
            <ns1:noFill/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</ns1:pPr>
            <ns1:endParaRPr kumimoji="0" lang="zh-CN" altLang="en-US" sz="1800" b="0" i="0" u="none" strike="noStrike" kern="0" cap="none" spc="0" normalizeH="0" baseline="0" noProof="0">
              <ns1:ln>
                <ns1:noFill/>
              </ns1:ln>
              <ns1:solidFill>
                <ns1:prstClr val="white"/>
              </ns1:solidFill>
              <ns1:effectLst/>
              <ns1:uLnTx/>
              <ns1:uFillTx/>
              <ns1:latin typeface="+mj-ea"/>
              <ns1:ea typeface="+mj-ea"/>
              <ns1:sym typeface="Arial" panose="020B0604020202020204" pitchFamily="34" charset="0"/>
            </ns1:endParaRPr>
          </ns1:p>
        </ns0:txBody>
      </ns0:sp>
      <ns0:sp>
        <ns0:nvSpPr>
          <ns0:cNvPr id="18" name="椭圆 17"/>
          <ns0:cNvSpPr/>
          <ns0:nvPr>
            <ns0:custDataLst>
              <ns0:tags ns2:id="rId15"/>
            </ns0:custDataLst>
          </ns0:nvPr>
        </ns0:nvSpPr>
        <ns0:spPr>
          <ns1:xfrm>
            <ns1:off x="7127827" y="4095672"/>
            <ns1:ext cx="126999" cy="126999"/>
          </ns1:xfrm>
          <ns1:prstGeom prst="ellipse">
            <ns1:avLst/>
          </ns1:prstGeom>
          <ns1:solidFill>
            <ns1:schemeClr val="accent1"/>
          </ns1:solidFill>
          <ns1:ln w="63500" cap="flat" cmpd="sng" algn="ctr">
            <ns1:solidFill>
              <ns1:schemeClr val="accent1">
                <ns1:alpha val="40000"/>
              </ns1:schemeClr>
            </ns1:solidFill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</ns1:pPr>
            <ns1:endParaRPr kumimoji="0" lang="zh-CN" altLang="en-US" sz="1800" b="0" i="0" u="none" strike="noStrike" kern="0" cap="none" spc="0" normalizeH="0" baseline="0" noProof="0" dirty="0">
              <ns1:ln>
                <ns1:noFill/>
              </ns1:ln>
              <ns1:solidFill>
                <ns1:prstClr val="white"/>
              </ns1:solidFill>
              <ns1:effectLst/>
              <ns1:uLnTx/>
              <ns1:uFillTx/>
              <ns1:latin typeface="+mj-ea"/>
              <ns1:ea typeface="+mj-ea"/>
              <ns1:sym typeface="Arial" panose="020B0604020202020204" pitchFamily="34" charset="0"/>
            </ns1:endParaRPr>
          </ns1:p>
        </ns0:txBody>
      </ns0:sp>
      <ns0:sp>
        <ns0:nvSpPr>
          <ns0:cNvPr id="19" name="矩形 18"/>
          <ns0:cNvSpPr/>
          <ns0:nvPr>
            <ns0:custDataLst>
              <ns0:tags ns2:id="rId16"/>
            </ns0:custDataLst>
          </ns0:nvPr>
        </ns0:nvSpPr>
        <ns0:spPr>
          <ns1:xfrm>
            <ns1:off x="5384130" y="1755079"/>
            <ns1:ext cx="3596619" cy="1979915"/>
          </ns1:xfrm>
          <ns1:prstGeom prst="rect">
            <ns1:avLst/>
          </ns1:prstGeom>
          <ns1:solidFill>
            <ns1:schemeClr val="bg1">
              <ns1:alpha val="0"/>
            </ns1:schemeClr>
          </ns1:solidFill>
          <ns1:ln w="12700" cap="flat" cmpd="sng" algn="ctr">
            <ns1:gradFill>
              <ns1:gsLst>
                <ns1:gs pos="0">
                  <ns1:schemeClr val="accent1"/>
                </ns1:gs>
                <ns1:gs pos="80000">
                  <ns1:schemeClr val="accent1">
                    <ns1:alpha val="0"/>
                  </ns1:schemeClr>
                </ns1:gs>
              </ns1:gsLst>
              <ns1:lin ang="16200000" scaled="0"/>
            </ns1:gradFill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</ns1:pPr>
            <ns1:endParaRPr kumimoji="0" lang="zh-CN" altLang="en-US" sz="1800" b="0" i="0" u="none" strike="noStrike" kern="0" cap="none" spc="0" normalizeH="0" baseline="0" noProof="0" dirty="0">
              <ns1:ln>
                <ns1:noFill/>
              </ns1:ln>
              <ns1:solidFill>
                <ns1:srgbClr val="000000">
                  <ns1:lumMod val="75000"/>
                  <ns1:lumOff val="25000"/>
                </ns1:srgbClr>
              </ns1:solidFill>
              <ns1:effectLst/>
              <ns1:uLnTx/>
              <ns1:uFillTx/>
              <ns1:latin typeface="+mj-ea"/>
              <ns1:ea typeface="+mj-ea"/>
              <ns1:sym typeface="Arial" panose="020B0604020202020204" pitchFamily="34" charset="0"/>
            </ns1:endParaRPr>
          </ns1:p>
        </ns0:txBody>
      </ns0:sp>
      <ns0:cxnSp>
        <ns0:nvCxnSpPr>
          <ns0:cNvPr id="20" name="直接连接符 19"/>
          <ns0:cNvCxnSpPr/>
          <ns0:nvPr>
            <ns0:custDataLst>
              <ns0:tags ns2:id="rId17"/>
            </ns0:custDataLst>
          </ns0:nvPr>
        </ns0:nvCxnSpPr>
        <ns0:spPr>
          <ns1:xfrm flipH="1" flipV="1">
            <ns1:off x="7182437" y="3734995"/>
            <ns1:ext cx="4445" cy="304798"/>
          </ns1:xfrm>
          <ns1:prstGeom prst="line">
            <ns1:avLst/>
          </ns1:prstGeom>
          <ns1:noFill/>
          <ns1:ln w="12700" cap="flat" cmpd="sng" algn="ctr">
            <ns1:gradFill>
              <ns1:gsLst>
                <ns1:gs pos="0">
                  <ns1:schemeClr val="accent1">
                    <ns1:alpha val="0"/>
                  </ns1:schemeClr>
                </ns1:gs>
                <ns1:gs pos="100000">
                  <ns1:schemeClr val="accent1"/>
                </ns1:gs>
              </ns1:gsLst>
              <ns1:lin ang="5400000" scaled="1"/>
            </ns1:gradFill>
            <ns1:prstDash val="solid"/>
            <ns1:miter lim="800000"/>
          </ns1:ln>
          <ns1:effectLst/>
        </ns0:spPr>
      </ns0:cxnSp>
      <ns0:sp>
        <ns0:nvSpPr>
          <ns0:cNvPr id="21" name="矩形 20"/>
          <ns0:cNvSpPr/>
          <ns0:nvPr>
            <ns0:custDataLst>
              <ns0:tags ns2:id="rId18"/>
            </ns0:custDataLst>
          </ns0:nvPr>
        </ns0:nvSpPr>
        <ns0:spPr>
          <ns1:xfrm>
            <ns1:off x="5756238" y="2367215"/>
            <ns1:ext cx="2853034" cy="1365875"/>
          </ns1:xfrm>
          <ns1:prstGeom prst="rect">
            <ns1:avLst/>
          </ns1:prstGeom>
          <ns1:noFill/>
        </ns0:spPr>
        <ns0:txBody>
          <ns1:bodyPr wrap="square" lIns="0" tIns="0" rIns="0" bIns="0" rtlCol="0" anchor="t" anchorCtr="0">
            <ns1:noAutofit/>
          </ns1:bodyPr>
          <ns1:lstStyle/>
          <ns1:p>
            <ns1:pPr algn="ctr">
              <ns1:lnSpc>
                <ns1:spcPct val="150000"/>
              </ns1:lnSpc>
              <ns1:spcBef>
                <ns1:spcPct val="0"/>
              </ns1:spcBef>
              <ns1:spcAft>
                <ns1:spcPct val="0"/>
              </ns1:spcAft>
            </ns1:pPr>
            <ns1:r>
              <ns1:rPr lang="zh-CN" altLang="en-US" sz="2000" b="1" dirty="0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</ns1:rPr>
              <ns1:t>示例内容公开模</ns1:t>
            </ns1:r>
            <ns1:endParaRPr lang="zh-CN" altLang="en-US" sz="2000" b="1" dirty="0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ea"/>
            </ns1:endParaRPr>
          </ns1:p>
          <ns1:p>
            <ns1:pPr algn="ctr">
              <ns1:lnSpc>
                <ns1:spcPct val="150000"/>
              </ns1:lnSpc>
              <ns1:spcBef>
                <ns1:spcPct val="0"/>
              </ns1:spcBef>
              <ns1:spcAft>
                <ns1:spcPct val="0"/>
              </ns1:spcAft>
            </ns1:pPr>
            <ns1:r>
              <ns1:rPr lang="zh-CN" altLang="en-US" sz="1800" b="1" dirty="0">
                <ns1:solidFill>
                  <ns1:schemeClr val="tx1">
                    <ns1:lumMod val="85000"/>
                    <ns1:lumOff val="15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</ns1:rPr>
              <ns1:t>示例内容公开模板示例内</ns1:t>
            </ns1:r>
            <ns1:endParaRPr lang="zh-CN" altLang="en-US" sz="1800" b="1" dirty="0">
              <ns1:solidFill>
                <ns1:schemeClr val="tx1">
                  <ns1:lumMod val="85000"/>
                  <ns1:lumOff val="1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ea"/>
            </ns1:endParaRPr>
          </ns1:p>
        </ns0:txBody>
      </ns0:sp>
      <ns0:sp>
        <ns0:nvSpPr>
          <ns0:cNvPr id="22" name="矩形 21"/>
          <ns0:cNvSpPr/>
          <ns0:nvPr>
            <ns0:custDataLst>
              <ns0:tags ns2:id="rId19"/>
            </ns0:custDataLst>
          </ns0:nvPr>
        </ns0:nvSpPr>
        <ns0:spPr>
          <ns1:xfrm>
            <ns1:off x="5756238" y="1758254"/>
            <ns1:ext cx="2853034" cy="532126"/>
          </ns1:xfrm>
          <ns1:prstGeom prst="rect">
            <ns1:avLst/>
          </ns1:prstGeom>
          <ns1:noFill/>
        </ns0:spPr>
        <ns0:txBody>
          <ns1:bodyPr wrap="square" lIns="0" tIns="0" rIns="0" bIns="0" rtlCol="0" anchor="b">
            <ns1:noAutofit/>
          </ns1:bodyPr>
          <ns1:lstStyle/>
          <ns1:p>
            <ns1:pPr algn="ctr">
              <ns1:spcBef>
                <ns1:spcPct val="0"/>
              </ns1:spcBef>
              <ns1:spcAft>
                <ns1:spcPct val="0"/>
              </ns1:spcAft>
            </ns1:pPr>
            <ns1:r>
              <ns1:rPr lang="zh-CN" altLang="en-US" sz="2400" b="1" dirty="0">
                <ns1:solidFill>
                  <ns1:srgbClr val="0070C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</ns1:rPr>
              <ns1:t>示例内</ns1:t>
            </ns1:r>
            <ns1:endParaRPr lang="zh-CN" altLang="en-US" sz="2400" b="1" dirty="0">
              <ns1:solidFill>
                <ns1:srgbClr val="0070C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ea"/>
            </ns1:endParaRPr>
          </ns1:p>
        </ns0:txBody>
      </ns0:sp>
      <ns0:sp>
        <ns0:nvSpPr>
          <ns0:cNvPr id="23" name="椭圆 22"/>
          <ns0:cNvSpPr/>
          <ns0:nvPr>
            <ns0:custDataLst>
              <ns0:tags ns2:id="rId20"/>
            </ns0:custDataLst>
          </ns0:nvPr>
        </ns0:nvSpPr>
        <ns0:spPr>
          <ns1:xfrm flipV="1">
            <ns1:off x="9227122" y="4048047"/>
            <ns1:ext cx="249553" cy="249553"/>
          </ns1:xfrm>
          <ns1:prstGeom prst="ellipse">
            <ns1:avLst/>
          </ns1:prstGeom>
          <ns1:solidFill>
            <ns1:schemeClr val="accent1">
              <ns1:alpha val="30000"/>
            </ns1:schemeClr>
          </ns1:solidFill>
          <ns1:ln w="63500" cap="flat" cmpd="sng" algn="ctr">
            <ns1:noFill/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</ns1:pPr>
            <ns1:endParaRPr kumimoji="0" lang="zh-CN" altLang="en-US" sz="1800" b="0" i="0" u="none" strike="noStrike" kern="0" cap="none" spc="0" normalizeH="0" baseline="0" noProof="0">
              <ns1:ln>
                <ns1:noFill/>
              </ns1:ln>
              <ns1:solidFill>
                <ns1:prstClr val="white"/>
              </ns1:solidFill>
              <ns1:effectLst/>
              <ns1:uLnTx/>
              <ns1:uFillTx/>
              <ns1:latin typeface="+mj-ea"/>
              <ns1:ea typeface="+mj-ea"/>
              <ns1:sym typeface="Arial" panose="020B0604020202020204" pitchFamily="34" charset="0"/>
            </ns1:endParaRPr>
          </ns1:p>
        </ns0:txBody>
      </ns0:sp>
      <ns0:sp>
        <ns0:nvSpPr>
          <ns0:cNvPr id="24" name="椭圆 23"/>
          <ns0:cNvSpPr/>
          <ns0:nvPr>
            <ns0:custDataLst>
              <ns0:tags ns2:id="rId21"/>
            </ns0:custDataLst>
          </ns0:nvPr>
        </ns0:nvSpPr>
        <ns0:spPr>
          <ns1:xfrm flipV="1">
            <ns1:off x="9288716" y="4109007"/>
            <ns1:ext cx="126999" cy="126999"/>
          </ns1:xfrm>
          <ns1:prstGeom prst="ellipse">
            <ns1:avLst/>
          </ns1:prstGeom>
          <ns1:solidFill>
            <ns1:schemeClr val="accent1"/>
          </ns1:solidFill>
          <ns1:ln w="63500" cap="flat" cmpd="sng" algn="ctr">
            <ns1:solidFill>
              <ns1:schemeClr val="accent1">
                <ns1:alpha val="40000"/>
              </ns1:schemeClr>
            </ns1:solidFill>
            <ns1:prstDash val="solid"/>
            <ns1:miter lim="800000"/>
          </ns1:ln>
          <ns1:effectLst/>
        </ns0:spPr>
        <ns0:txBody>
          <ns1:bodyPr rtlCol="0" anchor="ctr"/>
          <ns1:lstStyle/>
          <ns1:p>
            <ns1:pPr marL="0" marR="0" lvl="0" indent="0" algn="ctr" defTabSz="91440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</ns1:pPr>
            <ns1:endParaRPr kumimoji="0" lang="zh-CN" altLang="en-US" sz="1800" b="0" i="0" u="none" strike="noStrike" kern="0" cap="none" spc="0" normalizeH="0" baseline="0" noProof="0" dirty="0">
              <ns1:ln>
                <ns1:noFill/>
              </ns1:ln>
              <ns1:solidFill>
                <ns1:prstClr val="white"/>
              </ns1:solidFill>
              <ns1:effectLst/>
              <ns1:uLnTx/>
              <ns1:uFillTx/>
              <ns1:latin typeface="+mj-ea"/>
              <ns1:ea typeface="+mj-ea"/>
              <ns1:sym typeface="Arial" panose="020B0604020202020204" pitchFamily="34" charset="0"/>
            </ns1:endParaRPr>
          </ns1:p>
        </ns0:txBody>
      </ns0:sp>
      <ns0:cxnSp>
        <ns0:nvCxnSpPr>
          <ns0:cNvPr id="25" name="直接连接符 24"/>
          <ns0:cNvCxnSpPr/>
          <ns0:nvPr>
            <ns0:custDataLst>
              <ns0:tags ns2:id="rId22"/>
            </ns0:custDataLst>
          </ns0:nvPr>
        </ns0:nvCxnSpPr>
        <ns0:spPr>
          <ns1:xfrm flipH="1">
            <ns1:off x="9352216" y="4265851"/>
            <ns1:ext cx="1" cy="293583"/>
          </ns1:xfrm>
          <ns1:prstGeom prst="line">
            <ns1:avLst/>
          </ns1:prstGeom>
          <ns1:noFill/>
          <ns1:ln w="12700" cap="flat" cmpd="sng" algn="ctr">
            <ns1:gradFill>
              <ns1:gsLst>
                <ns1:gs pos="0">
                  <ns1:schemeClr val="accent1">
                    <ns1:alpha val="0"/>
                  </ns1:schemeClr>
                </ns1:gs>
                <ns1:gs pos="100000">
                  <ns1:schemeClr val="accent1"/>
                </ns1:gs>
              </ns1:gsLst>
              <ns1:lin ang="5400000" scaled="1"/>
            </ns1:gradFill>
            <ns1:prstDash val="solid"/>
            <ns1:miter lim="800000"/>
          </ns1:ln>
          <ns1:effectLst/>
        </ns0:spPr>
      </ns0:cxnSp>
      <ns0:sp>
        <ns0:nvSpPr>
          <ns0:cNvPr id="26" name="矩形 25"/>
          <ns0:cNvSpPr/>
          <ns0:nvPr>
            <ns0:custDataLst>
              <ns0:tags ns2:id="rId23"/>
            </ns0:custDataLst>
          </ns0:nvPr>
        </ns0:nvSpPr>
        <ns0:spPr>
          <ns1:xfrm>
            <ns1:off x="7730068" y="5176434"/>
            <ns1:ext cx="3420460" cy="1365875"/>
          </ns1:xfrm>
          <ns1:prstGeom prst="rect">
            <ns1:avLst/>
          </ns1:prstGeom>
          <ns1:noFill/>
        </ns0:spPr>
        <ns0:txBody>
          <ns1:bodyPr wrap="square" lIns="0" tIns="0" rIns="0" bIns="0" rtlCol="0" anchor="t" anchorCtr="0">
            <ns1:noAutofit/>
          </ns1:bodyPr>
          <ns1:lstStyle/>
          <ns1:p>
            <ns1:pPr algn="ctr">
              <ns1:lnSpc>
                <ns1:spcPct val="150000"/>
              </ns1:lnSpc>
              <ns1:buClrTx/>
              <ns1:buSzTx/>
              <ns1:buFontTx/>
            </ns1:pPr>
            <ns1:r>
              <ns1:rPr lang="zh-CN" altLang="en-US" sz="2000" b="1" dirty="0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</ns1:rPr>
              <ns1:t>示例内容公开模</ns1:t>
            </ns1:r>
            <ns1:endParaRPr lang="zh-CN" altLang="en-US" sz="2000" b="1" dirty="0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ea"/>
            </ns1:endParaRPr>
          </ns1:p>
          <ns1:p>
            <ns1:pPr algn="ctr">
              <ns1:lnSpc>
                <ns1:spcPct val="150000"/>
              </ns1:lnSpc>
              <ns1:buClrTx/>
              <ns1:buSzTx/>
              <ns1:buFontTx/>
            </ns1:pPr>
            <ns1:r>
              <ns1:rPr lang="zh-CN" altLang="en-US" sz="1800" b="1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</ns1:rPr>
              <ns1:t>示例内容公开模板示例内</ns1:t>
            </ns1:r>
            <ns1:endParaRPr lang="zh-CN" altLang="en-US" sz="1800" b="1" dirty="0" smtClean="0">
              <ns1:solidFill>
                <ns1:schemeClr val="tx1">
                  <ns1:lumMod val="85000"/>
                  <ns1:lumOff val="1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ea"/>
            </ns1:endParaRPr>
          </ns1:p>
        </ns0:txBody>
      </ns0:sp>
      <ns0:sp>
        <ns0:nvSpPr>
          <ns0:cNvPr id="27" name="矩形 26"/>
          <ns0:cNvSpPr/>
          <ns0:nvPr>
            <ns0:custDataLst>
              <ns0:tags ns2:id="rId24"/>
            </ns0:custDataLst>
          </ns0:nvPr>
        </ns0:nvSpPr>
        <ns0:spPr>
          <ns1:xfrm>
            <ns1:off x="7929826" y="4563664"/>
            <ns1:ext cx="2853035" cy="532126"/>
          </ns1:xfrm>
          <ns1:prstGeom prst="rect">
            <ns1:avLst/>
          </ns1:prstGeom>
          <ns1:noFill/>
        </ns0:spPr>
        <ns0:txBody>
          <ns1:bodyPr wrap="square" lIns="0" tIns="0" rIns="0" bIns="0" rtlCol="0" anchor="b">
            <ns1:noAutofit/>
          </ns1:bodyPr>
          <ns1:lstStyle/>
          <ns1:p>
            <ns1:pPr algn="ctr">
              <ns1:spcBef>
                <ns1:spcPct val="0"/>
              </ns1:spcBef>
              <ns1:spcAft>
                <ns1:spcPct val="0"/>
              </ns1:spcAft>
            </ns1:pPr>
            <ns1:r>
              <ns1:rPr lang="zh-CN" altLang="en-US" sz="2400" b="1" dirty="0">
                <ns1:solidFill>
                  <ns1:srgbClr val="0070C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</ns1:rPr>
              <ns1:t>示例内</ns1:t>
            </ns1:r>
            <ns1:endParaRPr lang="zh-CN" altLang="en-US" sz="2400" b="1" dirty="0">
              <ns1:solidFill>
                <ns1:srgbClr val="0070C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ea"/>
            </ns1:endParaRPr>
          </ns1:p>
        </ns0:txBody>
      </ns0:sp>
      <ns0:cxnSp>
        <ns0:nvCxnSpPr>
          <ns0:cNvPr id="28" name="直接连接符 27"/>
          <ns0:cNvCxnSpPr/>
          <ns0:nvPr>
            <ns0:custDataLst>
              <ns0:tags ns2:id="rId25"/>
            </ns0:custDataLst>
          </ns0:nvPr>
        </ns0:nvCxnSpPr>
        <ns0:spPr>
          <ns1:xfrm>
            <ns1:off x="697865" y="4161712"/>
            <ns1:ext cx="10799920" cy="0"/>
          </ns1:xfrm>
          <ns1:prstGeom prst="line">
            <ns1:avLst/>
          </ns1:prstGeom>
          <ns1:noFill/>
          <ns1:ln w="25400" cap="flat" cmpd="sng" algn="ctr">
            <ns1:gradFill>
              <ns1:gsLst>
                <ns1:gs pos="0">
                  <ns1:schemeClr val="accent1">
                    <ns1:alpha val="0"/>
                  </ns1:schemeClr>
                </ns1:gs>
                <ns1:gs pos="54000">
                  <ns1:srgbClr val="FF0000"/>
                </ns1:gs>
                <ns1:gs pos="100000">
                  <ns1:schemeClr val="accent1">
                    <ns1:alpha val="0"/>
                  </ns1:schemeClr>
                </ns1:gs>
              </ns1:gsLst>
              <ns1:lin ang="0" scaled="0"/>
            </ns1:gradFill>
            <ns1:prstDash val="solid"/>
            <ns1:miter lim="800000"/>
          </ns1:ln>
          <ns1:effectLst/>
        </ns0:spPr>
      </ns0:cxnSp>
      <ns0:cxnSp>
        <ns0:nvCxnSpPr>
          <ns0:cNvPr id="2" name="直接连接符 1"/>
          <ns0:cNvCxnSpPr/>
          <ns0:nvPr/>
        </ns0:nvCxnSpPr>
        <ns0:spPr>
          <ns1:xfrm flipV="1">
            <ns1:off x="0" y="908685"/>
            <ns1:ext cx="12216765" cy="72390"/>
          </ns1:xfrm>
          <ns1:prstGeom prst="line">
            <ns1:avLst/>
          </ns1:prstGeom>
          <ns1:ln w="44450" cap="rnd" cmpd="sng">
            <ns1:gradFill>
              <ns1:gsLst>
                <ns1:gs pos="0">
                  <ns1:schemeClr val="accent1">
                    <ns1:lumMod val="5000"/>
                    <ns1:lumOff val="95000"/>
                  </ns1:schemeClr>
                </ns1:gs>
                <ns1:gs pos="1000">
                  <ns1:srgbClr val="005699"/>
                </ns1:gs>
                <ns1:gs pos="73000">
                  <ns1:schemeClr val="tx2">
                    <ns1:lumMod val="10000"/>
                    <ns1:lumOff val="90000"/>
                  </ns1:schemeClr>
                </ns1:gs>
                <ns1:gs pos="18000">
                  <ns1:srgbClr val="0070C0"/>
                </ns1:gs>
              </ns1:gsLst>
              <ns1:lin ang="5400000" scaled="1"/>
            </ns1:gradFill>
            <ns1:prstDash val="solid"/>
            <ns1:round/>
          </ns1:ln>
        </ns0:spPr>
        <ns0:style>
          <ns1:lnRef idx="0">
            <ns1:srgbClr val="FFFFFF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0" name="文本框 29"/>
          <ns0:cNvSpPr txBox="1"/>
          <ns0:nvPr/>
        </ns0:nvSpPr>
        <ns0:spPr>
          <ns1:xfrm>
            <ns1:off x="11581735" y="6433518"/>
            <ns1:ext cx="484325" cy="29787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fld id="{6B9CC34A-D3AD-D246-B3B3-F568C18157A9}" type="slidenum">
              <ns1:rPr kumimoji="1" lang="zh-CN" altLang="en-US" smtClean="0"/>
            </ns1:fld>
            <ns1:endParaRPr kumimoji="1" lang="zh-CN" altLang="en-US" dirty="0"/>
          </ns1:p>
        </ns0:txBody>
      </ns0:sp>
      <ns0:sp>
        <ns0:nvSpPr>
          <ns0:cNvPr id="29" name="标题 1"/>
          <ns0:cNvSpPr txBox="1"/>
          <ns0:nvPr/>
        </ns0:nvSpPr>
        <ns0:spPr>
          <ns1:xfrm>
            <ns1:off x="1116965" y="270798"/>
            <ns1:ext cx="10135235" cy="625669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>
            <ns1:lvl1pPr algn="l" defTabSz="914400" rtl="0" eaLnBrk="1" latinLnBrk="0" hangingPunct="1">
              <ns1:lnSpc>
                <ns1:spcPct val="90000"/>
              </ns1:lnSpc>
              <ns1:spcBef>
                <ns1:spcPct val="0"/>
              </ns1:spcBef>
              <ns1:buNone/>
              <ns1:defRPr sz="4400" kern="1200">
                <ns1:solidFill>
                  <ns1:schemeClr val="tx1"/>
                </ns1:solidFill>
                <ns1:latin typeface="+mj-lt"/>
                <ns1:ea typeface="+mj-ea"/>
                <ns1:cs typeface="+mj-cs"/>
              </ns1:defRPr>
            </ns1:lvl1pPr>
          </ns1:lstStyle>
          <ns1:p>
            <ns1:r>
              <ns1:rPr lang="en-US" altLang="zh-CN" sz="3200" b="1" dirty="0" smtClean="0">
                <ns1:latin typeface="微软雅黑" panose="020B0503020204020204" pitchFamily="34" charset="-122"/>
                <ns1:ea typeface="微软雅黑" panose="020B0503020204020204" pitchFamily="34" charset="-122"/>
              </ns1:rPr>
              <ns1:t>0. 示例</ns1:t>
            </ns1:r>
            <ns1:r>
              <ns1:rPr lang="zh-CN" altLang="en-US" sz="32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32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矩形 31"/>
          <ns0:cNvSpPr/>
          <ns0:nvPr>
            <ns0:custDataLst>
              <ns0:tags ns2:id="rId26"/>
            </ns0:custDataLst>
          </ns0:nvPr>
        </ns0:nvSpPr>
        <ns0:spPr>
          <ns1:xfrm>
            <ns1:off x="635" y="1102360"/>
            <ns1:ext cx="12191365" cy="532130"/>
          </ns1:xfrm>
          <ns1:prstGeom prst="rect">
            <ns1:avLst/>
          </ns1:prstGeom>
          <ns1:noFill/>
        </ns0:spPr>
        <ns0:txBody>
          <ns1:bodyPr wrap="square" lIns="0" tIns="0" rIns="0" bIns="0" rtlCol="0" anchor="b">
            <ns1:noAutofit/>
          </ns1:bodyPr>
          <ns1:lstStyle/>
          <ns1:p>
            <ns1:pPr algn="ctr">
              <ns1:spcBef>
                <ns1:spcPct val="0"/>
              </ns1:spcBef>
              <ns1:spcAft>
                <ns1:spcPct val="0"/>
              </ns1:spcAft>
            </ns1:pPr>
            <ns1:r>
              <ns1:rPr lang="zh-CN" altLang="en-US" sz="2400" b="1" dirty="0">
                <ns1:solidFill>
                  <ns1:schemeClr val="tx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</ns1:rPr>
              <ns1:t>示例内容公开模板示例内容公开</ns1:t>
            </ns1:r>
            <ns1:endParaRPr lang="zh-CN" altLang="en-US" sz="2400" b="1" dirty="0">
              <ns1:solidFill>
                <ns1:schemeClr val="tx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ea"/>
            </ns1:endParaRPr>
          </ns1:p>
        </ns0:txBody>
      </ns0:sp>
    </ns0:spTree>
  </ns0:cSld>
  <ns0:clrMapOvr>
    <ns1:masterClrMapping/>
  </ns0:clrMapOvr>
  <ns0:timing>
    <ns0:tnLst>
      <ns0:par>
        <ns0:cTn id="1" dur="indefinite" restart="never" nodeType="tmRoot"/>
      </ns0:par>
    </ns0:tnLst>
  </ns0:timing>
</ns0:sld>
</file>

<file path=ppt/tags/tag1.xml><?xml version="1.0" encoding="utf-8"?>
<ns0:tagLst xmlns:ns0="http://schemas.openxmlformats.org/presentationml/2006/main">
  <ns0:tag name="KSO_WM_DIAGRAM_VERSION" val="3"/>
  <ns0:tag name="KSO_WM_DIAGRAM_COLOR_TRICK" val="1"/>
  <ns0:tag name="KSO_WM_DIAGRAM_COLOR_TEXT_CAN_REMOVE" val="n"/>
  <ns0:tag name="KSO_WM_UNIT_HIGHLIGHT" val="0"/>
  <ns0:tag name="KSO_WM_UNIT_COMPATIBLE" val="0"/>
  <ns0:tag name="KSO_WM_UNIT_DIAGRAM_ISNUMVISUAL" val="0"/>
  <ns0:tag name="KSO_WM_UNIT_DIAGRAM_ISREFERUNIT" val="0"/>
  <ns0:tag name="KSO_WM_DIAGRAM_GROUP_CODE" val="m1-1"/>
  <ns0:tag name="KSO_WM_UNIT_TYPE" val="m_h_i"/>
  <ns0:tag name="KSO_WM_UNIT_INDEX" val="1_2_4"/>
  <ns0:tag name="KSO_WM_UNIT_ID" val="diagram20231459_3*m_h_i*1_2_4"/>
  <ns0:tag name="KSO_WM_TEMPLATE_CATEGORY" val="diagram"/>
  <ns0:tag name="KSO_WM_TEMPLATE_INDEX" val="20231459"/>
  <ns0:tag name="KSO_WM_UNIT_LAYERLEVEL" val="1_1_1"/>
  <ns0:tag name="KSO_WM_TAG_VERSION" val="3.0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solid&quot;:{&quot;brightness&quot;:0,&quot;colorType&quot;:1,&quot;foreColorIndex&quot;:14,&quot;transparency&quot;:1},&quot;type&quot;:1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00000011920929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FILL_TYPE" val="1"/>
  <ns0:tag name="KSO_WM_UNIT_FILL_FORE_SCHEMECOLOR_INDEX" val="14"/>
  <ns0:tag name="KSO_WM_UNIT_FILL_FORE_SCHEMECOLOR_INDEX_BRIGHTNESS" val="0"/>
</ns0:tagLst>
</file>

<file path=ppt/tags/tag2.xml><?xml version="1.0" encoding="utf-8"?>
<ns0:tagLst xmlns:ns0="http://schemas.openxmlformats.org/presentationml/2006/main">
  <ns0:tag name="KSO_WM_DIAGRAM_VERSION" val="3"/>
  <ns0:tag name="KSO_WM_DIAGRAM_COLOR_TRICK" val="1"/>
  <ns0:tag name="KSO_WM_DIAGRAM_COLOR_TEXT_CAN_REMOVE" val="n"/>
  <ns0:tag name="KSO_WM_UNIT_HIGHLIGHT" val="0"/>
  <ns0:tag name="KSO_WM_UNIT_COMPATIBLE" val="0"/>
  <ns0:tag name="KSO_WM_UNIT_DIAGRAM_ISNUMVISUAL" val="0"/>
  <ns0:tag name="KSO_WM_UNIT_DIAGRAM_ISREFERUNIT" val="0"/>
  <ns0:tag name="KSO_WM_DIAGRAM_GROUP_CODE" val="m1-1"/>
  <ns0:tag name="KSO_WM_UNIT_TYPE" val="m_h_i"/>
  <ns0:tag name="KSO_WM_UNIT_INDEX" val="1_1_3"/>
  <ns0:tag name="KSO_WM_UNIT_ID" val="diagram20231459_3*m_h_i*1_1_3"/>
  <ns0:tag name="KSO_WM_TEMPLATE_CATEGORY" val="diagram"/>
  <ns0:tag name="KSO_WM_TEMPLATE_INDEX" val="20231459"/>
  <ns0:tag name="KSO_WM_UNIT_LAYERLEVEL" val="1_1_1"/>
  <ns0:tag name="KSO_WM_TAG_VERSION" val="3.0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solid&quot;:{&quot;brightness&quot;:0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FILL_TYPE" val="1"/>
  <ns0:tag name="KSO_WM_UNIT_FILL_FORE_SCHEMECOLOR_INDEX" val="5"/>
  <ns0:tag name="KSO_WM_UNIT_FILL_FORE_SCHEMECOLOR_INDEX_BRIGHTNESS" val="0"/>
</ns0:tagLst>
</file>

<file path=ppt/tags/tag3.xml><?xml version="1.0" encoding="utf-8"?>
<ns0:tagLst xmlns:ns0="http://schemas.openxmlformats.org/presentationml/2006/main">
  <ns0:tag name="KSO_WM_DIAGRAM_VERSION" val="3"/>
  <ns0:tag name="KSO_WM_DIAGRAM_COLOR_TRICK" val="1"/>
  <ns0:tag name="KSO_WM_DIAGRAM_COLOR_TEXT_CAN_REMOVE" val="n"/>
  <ns0:tag name="KSO_WM_UNIT_HIGHLIGHT" val="0"/>
  <ns0:tag name="KSO_WM_UNIT_COMPATIBLE" val="0"/>
  <ns0:tag name="KSO_WM_UNIT_DIAGRAM_ISNUMVISUAL" val="0"/>
  <ns0:tag name="KSO_WM_UNIT_DIAGRAM_ISREFERUNIT" val="0"/>
  <ns0:tag name="KSO_WM_DIAGRAM_GROUP_CODE" val="m1-1"/>
  <ns0:tag name="KSO_WM_UNIT_TYPE" val="m_h_i"/>
  <ns0:tag name="KSO_WM_UNIT_INDEX" val="1_1_2"/>
  <ns0:tag name="KSO_WM_UNIT_ID" val="diagram20231459_3*m_h_i*1_1_2"/>
  <ns0:tag name="KSO_WM_TEMPLATE_CATEGORY" val="diagram"/>
  <ns0:tag name="KSO_WM_TEMPLATE_INDEX" val="20231459"/>
  <ns0:tag name="KSO_WM_UNIT_LAYERLEVEL" val="1_1_1"/>
  <ns0:tag name="KSO_WM_TAG_VERSION" val="3.0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FILL_TYPE" val="1"/>
  <ns0:tag name="KSO_WM_UNIT_FILL_FORE_SCHEMECOLOR_INDEX" val="5"/>
  <ns0:tag name="KSO_WM_UNIT_FILL_FORE_SCHEMECOLOR_INDEX_BRIGHTNESS" val="0"/>
  <ns0:tag name="KSO_WM_UNIT_LINE_FORE_SCHEMECOLOR_INDEX" val="5"/>
</ns0:tagLst>
</file>

<file path=ppt/tags/tag4.xml><?xml version="1.0" encoding="utf-8"?>
<ns0:tagLst xmlns:ns0="http://schemas.openxmlformats.org/presentationml/2006/main">
  <ns0:tag name="KSO_WM_DIAGRAM_VERSION" val="3"/>
  <ns0:tag name="KSO_WM_DIAGRAM_COLOR_TRICK" val="1"/>
  <ns0:tag name="KSO_WM_DIAGRAM_COLOR_TEXT_CAN_REMOVE" val="n"/>
  <ns0:tag name="KSO_WM_UNIT_HIGHLIGHT" val="0"/>
  <ns0:tag name="KSO_WM_UNIT_COMPATIBLE" val="0"/>
  <ns0:tag name="KSO_WM_UNIT_DIAGRAM_ISNUMVISUAL" val="0"/>
  <ns0:tag name="KSO_WM_UNIT_DIAGRAM_ISREFERUNIT" val="0"/>
  <ns0:tag name="KSO_WM_DIAGRAM_GROUP_CODE" val="m1-1"/>
  <ns0:tag name="KSO_WM_UNIT_TYPE" val="m_h_i"/>
  <ns0:tag name="KSO_WM_UNIT_INDEX" val="1_1_4"/>
  <ns0:tag name="KSO_WM_UNIT_ID" val="diagram20231459_3*m_h_i*1_1_4"/>
  <ns0:tag name="KSO_WM_TEMPLATE_CATEGORY" val="diagram"/>
  <ns0:tag name="KSO_WM_TEMPLATE_INDEX" val="20231459"/>
  <ns0:tag name="KSO_WM_UNIT_LAYERLEVEL" val="1_1_1"/>
  <ns0:tag name="KSO_WM_TAG_VERSION" val="3.0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solid&quot;:{&quot;brightness&quot;:0,&quot;colorType&quot;:1,&quot;foreColorIndex&quot;:14,&quot;transparency&quot;:1},&quot;type&quot;:1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00000011920929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FILL_TYPE" val="1"/>
  <ns0:tag name="KSO_WM_UNIT_FILL_FORE_SCHEMECOLOR_INDEX" val="14"/>
  <ns0:tag name="KSO_WM_UNIT_FILL_FORE_SCHEMECOLOR_INDEX_BRIGHTNESS" val="0"/>
</ns0:tagLst>
</file>

<file path=ppt/tags/tag5.xml><?xml version="1.0" encoding="utf-8"?>
<ns0:tagLst xmlns:ns0="http://schemas.openxmlformats.org/presentationml/2006/main">
  <ns0:tag name="KSO_WM_DIAGRAM_VERSION" val="3"/>
  <ns0:tag name="KSO_WM_DIAGRAM_COLOR_TRICK" val="1"/>
  <ns0:tag name="KSO_WM_DIAGRAM_COLOR_TEXT_CAN_REMOVE" val="n"/>
  <ns0:tag name="KSO_WM_UNIT_HIGHLIGHT" val="0"/>
  <ns0:tag name="KSO_WM_UNIT_COMPATIBLE" val="0"/>
  <ns0:tag name="KSO_WM_UNIT_DIAGRAM_ISNUMVISUAL" val="0"/>
  <ns0:tag name="KSO_WM_UNIT_DIAGRAM_ISREFERUNIT" val="0"/>
  <ns0:tag name="KSO_WM_DIAGRAM_GROUP_CODE" val="m1-1"/>
  <ns0:tag name="KSO_WM_UNIT_TYPE" val="m_h_i"/>
  <ns0:tag name="KSO_WM_UNIT_INDEX" val="1_1_1"/>
  <ns0:tag name="KSO_WM_UNIT_ID" val="diagram20231459_3*m_h_i*1_1_1"/>
  <ns0:tag name="KSO_WM_TEMPLATE_CATEGORY" val="diagram"/>
  <ns0:tag name="KSO_WM_TEMPLATE_INDEX" val="20231459"/>
  <ns0:tag name="KSO_WM_UNIT_LAYERLEVEL" val="1_1_1"/>
  <ns0:tag name="KSO_WM_TAG_VERSION" val="3.0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ns0:tagLst>
</file>

<file path=ppt/tags/tag6.xml><?xml version="1.0" encoding="utf-8"?>
<ns0:tagLst xmlns:ns0="http://schemas.openxmlformats.org/presentationml/2006/main">
  <ns0:tag name="KSO_WM_UNIT_SUBTYPE" val="a"/>
  <ns0:tag name="KSO_WM_UNIT_NOCLEAR" val="0"/>
  <ns0:tag name="KSO_WM_UNIT_VALUE" val="60"/>
  <ns0:tag name="KSO_WM_UNIT_HIGHLIGHT" val="0"/>
  <ns0:tag name="KSO_WM_UNIT_COMPATIBLE" val="0"/>
  <ns0:tag name="KSO_WM_UNIT_DIAGRAM_ISNUMVISUAL" val="0"/>
  <ns0:tag name="KSO_WM_UNIT_DIAGRAM_ISREFERUNIT" val="0"/>
  <ns0:tag name="KSO_WM_UNIT_TYPE" val="m_h_f"/>
  <ns0:tag name="KSO_WM_UNIT_INDEX" val="1_1_1"/>
  <ns0:tag name="KSO_WM_UNIT_ID" val="diagram20231459_3*m_h_f*1_1_1"/>
  <ns0:tag name="KSO_WM_TEMPLATE_CATEGORY" val="diagram"/>
  <ns0:tag name="KSO_WM_TEMPLATE_INDEX" val="20231459"/>
  <ns0:tag name="KSO_WM_UNIT_LAYERLEVEL" val="1_1_1"/>
  <ns0:tag name="KSO_WM_TAG_VERSION" val="3.0"/>
  <ns0:tag name="KSO_WM_UNIT_TEXT_FILL_FORE_SCHEMECOLOR_INDEX_BRIGHTNESS" val="0.15"/>
  <ns0:tag name="KSO_WM_DIAGRAM_VERSION" val="3"/>
  <ns0:tag name="KSO_WM_DIAGRAM_COLOR_TRICK" val="1"/>
  <ns0:tag name="KSO_WM_DIAGRAM_COLOR_TEXT_CAN_REMOVE" val="n"/>
  <ns0:tag name="KSO_WM_DIAGRAM_GROUP_CODE" val="m1-1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TEXT_TYPE" val="1"/>
  <ns0:tag name="KSO_WM_UNIT_TEXT_LAYER_COUNT" val="1"/>
  <ns0:tag name="KSO_WM_UNIT_PRESET_TEXT" val="单击此处输入您的项正文，文字是您思想的提炼，请尽量言简意赅的阐述您正文内容的观点"/>
  <ns0:tag name="KSO_WM_UNIT_TEXT_FILL_FORE_SCHEMECOLOR_INDEX" val="1"/>
  <ns0:tag name="KSO_WM_UNIT_TEXT_FILL_TYPE" val="1"/>
</ns0:tagLst>
</file>

<file path=ppt/tags/tag7.xml><?xml version="1.0" encoding="utf-8"?>
<ns0:tagLst xmlns:ns0="http://schemas.openxmlformats.org/presentationml/2006/main">
  <ns0:tag name="KSO_WM_UNIT_ISCONTENTSTITLE" val="0"/>
  <ns0:tag name="KSO_WM_UNIT_ISNUMDGMTITLE" val="0"/>
  <ns0:tag name="KSO_WM_UNIT_NOCLEAR" val="0"/>
  <ns0:tag name="KSO_WM_UNIT_VALUE" val="10"/>
  <ns0:tag name="KSO_WM_UNIT_HIGHLIGHT" val="0"/>
  <ns0:tag name="KSO_WM_UNIT_COMPATIBLE" val="0"/>
  <ns0:tag name="KSO_WM_UNIT_DIAGRAM_ISNUMVISUAL" val="0"/>
  <ns0:tag name="KSO_WM_UNIT_DIAGRAM_ISREFERUNIT" val="0"/>
  <ns0:tag name="KSO_WM_UNIT_TYPE" val="m_h_a"/>
  <ns0:tag name="KSO_WM_UNIT_INDEX" val="1_1_1"/>
  <ns0:tag name="KSO_WM_UNIT_ID" val="diagram20231459_3*m_h_a*1_1_1"/>
  <ns0:tag name="KSO_WM_TEMPLATE_CATEGORY" val="diagram"/>
  <ns0:tag name="KSO_WM_TEMPLATE_INDEX" val="20231459"/>
  <ns0:tag name="KSO_WM_UNIT_LAYERLEVEL" val="1_1_1"/>
  <ns0:tag name="KSO_WM_TAG_VERSION" val="3.0"/>
  <ns0:tag name="KSO_WM_UNIT_TEXT_FILL_FORE_SCHEMECOLOR_INDEX_BRIGHTNESS" val="0.15"/>
  <ns0:tag name="KSO_WM_DIAGRAM_VERSION" val="3"/>
  <ns0:tag name="KSO_WM_DIAGRAM_COLOR_TRICK" val="1"/>
  <ns0:tag name="KSO_WM_DIAGRAM_COLOR_TEXT_CAN_REMOVE" val="n"/>
  <ns0:tag name="KSO_WM_DIAGRAM_GROUP_CODE" val="m1-1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TEXT_TYPE" val="1"/>
  <ns0:tag name="KSO_WM_UNIT_PRESET_TEXT" val="添加项标题"/>
  <ns0:tag name="KSO_WM_UNIT_TEXT_FILL_FORE_SCHEMECOLOR_INDEX" val="1"/>
  <ns0:tag name="KSO_WM_UNIT_TEXT_FILL_TYPE" val="1"/>
</ns0:tagLst>
</file>

<file path=ppt/tags/tag8.xml><?xml version="1.0" encoding="utf-8"?>
<ns0:tagLst xmlns:ns0="http://schemas.openxmlformats.org/presentationml/2006/main">
  <ns0:tag name="KSO_WM_DIAGRAM_VERSION" val="3"/>
  <ns0:tag name="KSO_WM_DIAGRAM_COLOR_TRICK" val="1"/>
  <ns0:tag name="KSO_WM_DIAGRAM_COLOR_TEXT_CAN_REMOVE" val="n"/>
  <ns0:tag name="KSO_WM_UNIT_HIGHLIGHT" val="0"/>
  <ns0:tag name="KSO_WM_UNIT_COMPATIBLE" val="0"/>
  <ns0:tag name="KSO_WM_UNIT_DIAGRAM_ISNUMVISUAL" val="0"/>
  <ns0:tag name="KSO_WM_UNIT_DIAGRAM_ISREFERUNIT" val="0"/>
  <ns0:tag name="KSO_WM_DIAGRAM_GROUP_CODE" val="m1-1"/>
  <ns0:tag name="KSO_WM_UNIT_TYPE" val="m_h_i"/>
  <ns0:tag name="KSO_WM_UNIT_INDEX" val="1_2_3"/>
  <ns0:tag name="KSO_WM_UNIT_ID" val="diagram20231459_3*m_h_i*1_2_3"/>
  <ns0:tag name="KSO_WM_TEMPLATE_CATEGORY" val="diagram"/>
  <ns0:tag name="KSO_WM_TEMPLATE_INDEX" val="20231459"/>
  <ns0:tag name="KSO_WM_UNIT_LAYERLEVEL" val="1_1_1"/>
  <ns0:tag name="KSO_WM_TAG_VERSION" val="3.0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solid&quot;:{&quot;brightness&quot;:0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FILL_TYPE" val="1"/>
  <ns0:tag name="KSO_WM_UNIT_FILL_FORE_SCHEMECOLOR_INDEX" val="5"/>
  <ns0:tag name="KSO_WM_UNIT_FILL_FORE_SCHEMECOLOR_INDEX_BRIGHTNESS" val="0"/>
</ns0:tagLst>
</file>

<file path=ppt/tags/tag9.xml><?xml version="1.0" encoding="utf-8"?>
<ns0:tagLst xmlns:ns0="http://schemas.openxmlformats.org/presentationml/2006/main">
  <ns0:tag name="KSO_WM_DIAGRAM_VERSION" val="3"/>
  <ns0:tag name="KSO_WM_DIAGRAM_COLOR_TRICK" val="1"/>
  <ns0:tag name="KSO_WM_DIAGRAM_COLOR_TEXT_CAN_REMOVE" val="n"/>
  <ns0:tag name="KSO_WM_UNIT_HIGHLIGHT" val="0"/>
  <ns0:tag name="KSO_WM_UNIT_COMPATIBLE" val="0"/>
  <ns0:tag name="KSO_WM_UNIT_DIAGRAM_ISNUMVISUAL" val="0"/>
  <ns0:tag name="KSO_WM_UNIT_DIAGRAM_ISREFERUNIT" val="0"/>
  <ns0:tag name="KSO_WM_DIAGRAM_GROUP_CODE" val="m1-1"/>
  <ns0:tag name="KSO_WM_UNIT_TYPE" val="m_h_i"/>
  <ns0:tag name="KSO_WM_UNIT_INDEX" val="1_2_2"/>
  <ns0:tag name="KSO_WM_UNIT_ID" val="diagram20231459_3*m_h_i*1_2_2"/>
  <ns0:tag name="KSO_WM_TEMPLATE_CATEGORY" val="diagram"/>
  <ns0:tag name="KSO_WM_TEMPLATE_INDEX" val="20231459"/>
  <ns0:tag name="KSO_WM_UNIT_LAYERLEVEL" val="1_1_1"/>
  <ns0:tag name="KSO_WM_TAG_VERSION" val="3.0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FILL_TYPE" val="1"/>
  <ns0:tag name="KSO_WM_UNIT_FILL_FORE_SCHEMECOLOR_INDEX" val="5"/>
  <ns0:tag name="KSO_WM_UNIT_FILL_FORE_SCHEMECOLOR_INDEX_BRIGHTNESS" val="0"/>
  <ns0:tag name="KSO_WM_UNIT_LINE_FORE_SCHEMECOLOR_INDEX" val="5"/>
</ns0:tagLst>
</file>

<file path=ppt/tags/tag10.xml><?xml version="1.0" encoding="utf-8"?>
<ns0:tagLst xmlns:ns0="http://schemas.openxmlformats.org/presentationml/2006/main">
  <ns0:tag name="KSO_WM_DIAGRAM_VERSION" val="3"/>
  <ns0:tag name="KSO_WM_DIAGRAM_COLOR_TRICK" val="1"/>
  <ns0:tag name="KSO_WM_DIAGRAM_COLOR_TEXT_CAN_REMOVE" val="n"/>
  <ns0:tag name="KSO_WM_UNIT_HIGHLIGHT" val="0"/>
  <ns0:tag name="KSO_WM_UNIT_COMPATIBLE" val="0"/>
  <ns0:tag name="KSO_WM_UNIT_DIAGRAM_ISNUMVISUAL" val="0"/>
  <ns0:tag name="KSO_WM_UNIT_DIAGRAM_ISREFERUNIT" val="0"/>
  <ns0:tag name="KSO_WM_DIAGRAM_GROUP_CODE" val="m1-1"/>
  <ns0:tag name="KSO_WM_UNIT_TYPE" val="m_h_i"/>
  <ns0:tag name="KSO_WM_UNIT_INDEX" val="1_2_1"/>
  <ns0:tag name="KSO_WM_UNIT_ID" val="diagram20231459_3*m_h_i*1_2_1"/>
  <ns0:tag name="KSO_WM_TEMPLATE_CATEGORY" val="diagram"/>
  <ns0:tag name="KSO_WM_TEMPLATE_INDEX" val="20231459"/>
  <ns0:tag name="KSO_WM_UNIT_LAYERLEVEL" val="1_1_1"/>
  <ns0:tag name="KSO_WM_TAG_VERSION" val="3.0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ns0:tagLst>
</file>

<file path=ppt/tags/tag11.xml><?xml version="1.0" encoding="utf-8"?>
<ns0:tagLst xmlns:ns0="http://schemas.openxmlformats.org/presentationml/2006/main">
  <ns0:tag name="KSO_WM_UNIT_SUBTYPE" val="a"/>
  <ns0:tag name="KSO_WM_UNIT_NOCLEAR" val="0"/>
  <ns0:tag name="KSO_WM_UNIT_VALUE" val="60"/>
  <ns0:tag name="KSO_WM_UNIT_HIGHLIGHT" val="0"/>
  <ns0:tag name="KSO_WM_UNIT_COMPATIBLE" val="0"/>
  <ns0:tag name="KSO_WM_UNIT_DIAGRAM_ISNUMVISUAL" val="0"/>
  <ns0:tag name="KSO_WM_UNIT_DIAGRAM_ISREFERUNIT" val="0"/>
  <ns0:tag name="KSO_WM_UNIT_TYPE" val="m_h_f"/>
  <ns0:tag name="KSO_WM_UNIT_INDEX" val="1_2_1"/>
  <ns0:tag name="KSO_WM_UNIT_ID" val="diagram20231459_3*m_h_f*1_2_1"/>
  <ns0:tag name="KSO_WM_TEMPLATE_CATEGORY" val="diagram"/>
  <ns0:tag name="KSO_WM_TEMPLATE_INDEX" val="20231459"/>
  <ns0:tag name="KSO_WM_UNIT_LAYERLEVEL" val="1_1_1"/>
  <ns0:tag name="KSO_WM_TAG_VERSION" val="3.0"/>
  <ns0:tag name="KSO_WM_UNIT_TEXT_FILL_FORE_SCHEMECOLOR_INDEX_BRIGHTNESS" val="0.15"/>
  <ns0:tag name="KSO_WM_DIAGRAM_VERSION" val="3"/>
  <ns0:tag name="KSO_WM_DIAGRAM_COLOR_TRICK" val="1"/>
  <ns0:tag name="KSO_WM_DIAGRAM_COLOR_TEXT_CAN_REMOVE" val="n"/>
  <ns0:tag name="KSO_WM_DIAGRAM_GROUP_CODE" val="m1-1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TEXT_TYPE" val="1"/>
  <ns0:tag name="KSO_WM_UNIT_TEXT_LAYER_COUNT" val="1"/>
  <ns0:tag name="KSO_WM_UNIT_PRESET_TEXT" val="单击此处输入您的项正文，文字是您思想的提炼，请尽量言简意赅的阐述您正文内容的观点"/>
  <ns0:tag name="KSO_WM_UNIT_TEXT_FILL_FORE_SCHEMECOLOR_INDEX" val="1"/>
  <ns0:tag name="KSO_WM_UNIT_TEXT_FILL_TYPE" val="1"/>
</ns0:tagLst>
</file>

<file path=ppt/tags/tag12.xml><?xml version="1.0" encoding="utf-8"?>
<ns0:tagLst xmlns:ns0="http://schemas.openxmlformats.org/presentationml/2006/main">
  <ns0:tag name="KSO_WM_UNIT_ISCONTENTSTITLE" val="0"/>
  <ns0:tag name="KSO_WM_UNIT_ISNUMDGMTITLE" val="0"/>
  <ns0:tag name="KSO_WM_UNIT_NOCLEAR" val="0"/>
  <ns0:tag name="KSO_WM_UNIT_VALUE" val="10"/>
  <ns0:tag name="KSO_WM_UNIT_HIGHLIGHT" val="0"/>
  <ns0:tag name="KSO_WM_UNIT_COMPATIBLE" val="0"/>
  <ns0:tag name="KSO_WM_UNIT_DIAGRAM_ISNUMVISUAL" val="0"/>
  <ns0:tag name="KSO_WM_UNIT_DIAGRAM_ISREFERUNIT" val="0"/>
  <ns0:tag name="KSO_WM_UNIT_TYPE" val="m_h_a"/>
  <ns0:tag name="KSO_WM_UNIT_INDEX" val="1_2_1"/>
  <ns0:tag name="KSO_WM_UNIT_ID" val="diagram20231459_3*m_h_a*1_2_1"/>
  <ns0:tag name="KSO_WM_TEMPLATE_CATEGORY" val="diagram"/>
  <ns0:tag name="KSO_WM_TEMPLATE_INDEX" val="20231459"/>
  <ns0:tag name="KSO_WM_UNIT_LAYERLEVEL" val="1_1_1"/>
  <ns0:tag name="KSO_WM_TAG_VERSION" val="3.0"/>
  <ns0:tag name="KSO_WM_UNIT_TEXT_FILL_FORE_SCHEMECOLOR_INDEX_BRIGHTNESS" val="0.15"/>
  <ns0:tag name="KSO_WM_DIAGRAM_VERSION" val="3"/>
  <ns0:tag name="KSO_WM_DIAGRAM_COLOR_TRICK" val="1"/>
  <ns0:tag name="KSO_WM_DIAGRAM_COLOR_TEXT_CAN_REMOVE" val="n"/>
  <ns0:tag name="KSO_WM_DIAGRAM_GROUP_CODE" val="m1-1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TEXT_TYPE" val="1"/>
  <ns0:tag name="KSO_WM_UNIT_PRESET_TEXT" val="添加项标题"/>
  <ns0:tag name="KSO_WM_UNIT_TEXT_FILL_FORE_SCHEMECOLOR_INDEX" val="1"/>
  <ns0:tag name="KSO_WM_UNIT_TEXT_FILL_TYPE" val="1"/>
</ns0:tagLst>
</file>

<file path=ppt/tags/tag13.xml><?xml version="1.0" encoding="utf-8"?>
<ns0:tagLst xmlns:ns0="http://schemas.openxmlformats.org/presentationml/2006/main">
  <ns0:tag name="KSO_WM_DIAGRAM_VERSION" val="3"/>
  <ns0:tag name="KSO_WM_DIAGRAM_COLOR_TRICK" val="1"/>
  <ns0:tag name="KSO_WM_DIAGRAM_COLOR_TEXT_CAN_REMOVE" val="n"/>
  <ns0:tag name="KSO_WM_UNIT_HIGHLIGHT" val="0"/>
  <ns0:tag name="KSO_WM_UNIT_COMPATIBLE" val="0"/>
  <ns0:tag name="KSO_WM_UNIT_DIAGRAM_ISNUMVISUAL" val="0"/>
  <ns0:tag name="KSO_WM_UNIT_DIAGRAM_ISREFERUNIT" val="0"/>
  <ns0:tag name="KSO_WM_DIAGRAM_GROUP_CODE" val="m1-1"/>
  <ns0:tag name="KSO_WM_UNIT_TYPE" val="m_h_i"/>
  <ns0:tag name="KSO_WM_UNIT_INDEX" val="1_4_4"/>
  <ns0:tag name="KSO_WM_UNIT_ID" val="diagram20231459_3*m_h_i*1_4_4"/>
  <ns0:tag name="KSO_WM_TEMPLATE_CATEGORY" val="diagram"/>
  <ns0:tag name="KSO_WM_TEMPLATE_INDEX" val="20231459"/>
  <ns0:tag name="KSO_WM_UNIT_LAYERLEVEL" val="1_1_1"/>
  <ns0:tag name="KSO_WM_TAG_VERSION" val="3.0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solid&quot;:{&quot;brightness&quot;:0,&quot;colorType&quot;:1,&quot;foreColorIndex&quot;:14,&quot;transparency&quot;:1},&quot;type&quot;:1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00000011920929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FILL_TYPE" val="1"/>
  <ns0:tag name="KSO_WM_UNIT_FILL_FORE_SCHEMECOLOR_INDEX" val="14"/>
  <ns0:tag name="KSO_WM_UNIT_FILL_FORE_SCHEMECOLOR_INDEX_BRIGHTNESS" val="0"/>
</ns0:tagLst>
</file>

<file path=ppt/tags/tag14.xml><?xml version="1.0" encoding="utf-8"?>
<ns0:tagLst xmlns:ns0="http://schemas.openxmlformats.org/presentationml/2006/main">
  <ns0:tag name="KSO_WM_DIAGRAM_VERSION" val="3"/>
  <ns0:tag name="KSO_WM_DIAGRAM_COLOR_TRICK" val="1"/>
  <ns0:tag name="KSO_WM_DIAGRAM_COLOR_TEXT_CAN_REMOVE" val="n"/>
  <ns0:tag name="KSO_WM_UNIT_HIGHLIGHT" val="0"/>
  <ns0:tag name="KSO_WM_UNIT_COMPATIBLE" val="0"/>
  <ns0:tag name="KSO_WM_UNIT_DIAGRAM_ISNUMVISUAL" val="0"/>
  <ns0:tag name="KSO_WM_UNIT_DIAGRAM_ISREFERUNIT" val="0"/>
  <ns0:tag name="KSO_WM_DIAGRAM_GROUP_CODE" val="m1-1"/>
  <ns0:tag name="KSO_WM_UNIT_TYPE" val="m_h_i"/>
  <ns0:tag name="KSO_WM_UNIT_INDEX" val="1_3_3"/>
  <ns0:tag name="KSO_WM_UNIT_ID" val="diagram20231459_3*m_h_i*1_3_3"/>
  <ns0:tag name="KSO_WM_TEMPLATE_CATEGORY" val="diagram"/>
  <ns0:tag name="KSO_WM_TEMPLATE_INDEX" val="20231459"/>
  <ns0:tag name="KSO_WM_UNIT_LAYERLEVEL" val="1_1_1"/>
  <ns0:tag name="KSO_WM_TAG_VERSION" val="3.0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solid&quot;:{&quot;brightness&quot;:0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FILL_TYPE" val="1"/>
  <ns0:tag name="KSO_WM_UNIT_FILL_FORE_SCHEMECOLOR_INDEX" val="5"/>
  <ns0:tag name="KSO_WM_UNIT_FILL_FORE_SCHEMECOLOR_INDEX_BRIGHTNESS" val="0"/>
</ns0:tagLst>
</file>

<file path=ppt/tags/tag15.xml><?xml version="1.0" encoding="utf-8"?>
<ns0:tagLst xmlns:ns0="http://schemas.openxmlformats.org/presentationml/2006/main">
  <ns0:tag name="KSO_WM_DIAGRAM_VERSION" val="3"/>
  <ns0:tag name="KSO_WM_DIAGRAM_COLOR_TRICK" val="1"/>
  <ns0:tag name="KSO_WM_DIAGRAM_COLOR_TEXT_CAN_REMOVE" val="n"/>
  <ns0:tag name="KSO_WM_UNIT_HIGHLIGHT" val="0"/>
  <ns0:tag name="KSO_WM_UNIT_COMPATIBLE" val="0"/>
  <ns0:tag name="KSO_WM_UNIT_DIAGRAM_ISNUMVISUAL" val="0"/>
  <ns0:tag name="KSO_WM_UNIT_DIAGRAM_ISREFERUNIT" val="0"/>
  <ns0:tag name="KSO_WM_DIAGRAM_GROUP_CODE" val="m1-1"/>
  <ns0:tag name="KSO_WM_UNIT_TYPE" val="m_h_i"/>
  <ns0:tag name="KSO_WM_UNIT_INDEX" val="1_3_2"/>
  <ns0:tag name="KSO_WM_UNIT_ID" val="diagram20231459_3*m_h_i*1_3_2"/>
  <ns0:tag name="KSO_WM_TEMPLATE_CATEGORY" val="diagram"/>
  <ns0:tag name="KSO_WM_TEMPLATE_INDEX" val="20231459"/>
  <ns0:tag name="KSO_WM_UNIT_LAYERLEVEL" val="1_1_1"/>
  <ns0:tag name="KSO_WM_TAG_VERSION" val="3.0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FILL_TYPE" val="1"/>
  <ns0:tag name="KSO_WM_UNIT_FILL_FORE_SCHEMECOLOR_INDEX" val="5"/>
  <ns0:tag name="KSO_WM_UNIT_FILL_FORE_SCHEMECOLOR_INDEX_BRIGHTNESS" val="0"/>
  <ns0:tag name="KSO_WM_UNIT_LINE_FORE_SCHEMECOLOR_INDEX" val="5"/>
</ns0:tagLst>
</file>

<file path=ppt/tags/tag16.xml><?xml version="1.0" encoding="utf-8"?>
<ns0:tagLst xmlns:ns0="http://schemas.openxmlformats.org/presentationml/2006/main">
  <ns0:tag name="KSO_WM_DIAGRAM_VERSION" val="3"/>
  <ns0:tag name="KSO_WM_DIAGRAM_COLOR_TRICK" val="1"/>
  <ns0:tag name="KSO_WM_DIAGRAM_COLOR_TEXT_CAN_REMOVE" val="n"/>
  <ns0:tag name="KSO_WM_UNIT_HIGHLIGHT" val="0"/>
  <ns0:tag name="KSO_WM_UNIT_COMPATIBLE" val="0"/>
  <ns0:tag name="KSO_WM_UNIT_DIAGRAM_ISNUMVISUAL" val="0"/>
  <ns0:tag name="KSO_WM_UNIT_DIAGRAM_ISREFERUNIT" val="0"/>
  <ns0:tag name="KSO_WM_DIAGRAM_GROUP_CODE" val="m1-1"/>
  <ns0:tag name="KSO_WM_UNIT_TYPE" val="m_h_i"/>
  <ns0:tag name="KSO_WM_UNIT_INDEX" val="1_3_4"/>
  <ns0:tag name="KSO_WM_UNIT_ID" val="diagram20231459_3*m_h_i*1_3_4"/>
  <ns0:tag name="KSO_WM_TEMPLATE_CATEGORY" val="diagram"/>
  <ns0:tag name="KSO_WM_TEMPLATE_INDEX" val="20231459"/>
  <ns0:tag name="KSO_WM_UNIT_LAYERLEVEL" val="1_1_1"/>
  <ns0:tag name="KSO_WM_TAG_VERSION" val="3.0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solid&quot;:{&quot;brightness&quot;:0,&quot;colorType&quot;:1,&quot;foreColorIndex&quot;:14,&quot;transparency&quot;:1},&quot;type&quot;:1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00000011920929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FILL_TYPE" val="1"/>
  <ns0:tag name="KSO_WM_UNIT_FILL_FORE_SCHEMECOLOR_INDEX" val="14"/>
  <ns0:tag name="KSO_WM_UNIT_FILL_FORE_SCHEMECOLOR_INDEX_BRIGHTNESS" val="0"/>
</ns0:tagLst>
</file>

<file path=ppt/tags/tag17.xml><?xml version="1.0" encoding="utf-8"?>
<ns0:tagLst xmlns:ns0="http://schemas.openxmlformats.org/presentationml/2006/main">
  <ns0:tag name="KSO_WM_DIAGRAM_VERSION" val="3"/>
  <ns0:tag name="KSO_WM_DIAGRAM_COLOR_TRICK" val="1"/>
  <ns0:tag name="KSO_WM_DIAGRAM_COLOR_TEXT_CAN_REMOVE" val="n"/>
  <ns0:tag name="KSO_WM_UNIT_HIGHLIGHT" val="0"/>
  <ns0:tag name="KSO_WM_UNIT_COMPATIBLE" val="0"/>
  <ns0:tag name="KSO_WM_UNIT_DIAGRAM_ISNUMVISUAL" val="0"/>
  <ns0:tag name="KSO_WM_UNIT_DIAGRAM_ISREFERUNIT" val="0"/>
  <ns0:tag name="KSO_WM_DIAGRAM_GROUP_CODE" val="m1-1"/>
  <ns0:tag name="KSO_WM_UNIT_TYPE" val="m_h_i"/>
  <ns0:tag name="KSO_WM_UNIT_INDEX" val="1_3_1"/>
  <ns0:tag name="KSO_WM_UNIT_ID" val="diagram20231459_3*m_h_i*1_3_1"/>
  <ns0:tag name="KSO_WM_TEMPLATE_CATEGORY" val="diagram"/>
  <ns0:tag name="KSO_WM_TEMPLATE_INDEX" val="20231459"/>
  <ns0:tag name="KSO_WM_UNIT_LAYERLEVEL" val="1_1_1"/>
  <ns0:tag name="KSO_WM_TAG_VERSION" val="3.0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ns0:tagLst>
</file>

<file path=ppt/tags/tag18.xml><?xml version="1.0" encoding="utf-8"?>
<ns0:tagLst xmlns:ns0="http://schemas.openxmlformats.org/presentationml/2006/main">
  <ns0:tag name="KSO_WM_UNIT_SUBTYPE" val="a"/>
  <ns0:tag name="KSO_WM_UNIT_NOCLEAR" val="0"/>
  <ns0:tag name="KSO_WM_UNIT_VALUE" val="60"/>
  <ns0:tag name="KSO_WM_UNIT_HIGHLIGHT" val="0"/>
  <ns0:tag name="KSO_WM_UNIT_COMPATIBLE" val="0"/>
  <ns0:tag name="KSO_WM_UNIT_DIAGRAM_ISNUMVISUAL" val="0"/>
  <ns0:tag name="KSO_WM_UNIT_DIAGRAM_ISREFERUNIT" val="0"/>
  <ns0:tag name="KSO_WM_UNIT_TYPE" val="m_h_f"/>
  <ns0:tag name="KSO_WM_UNIT_INDEX" val="1_3_1"/>
  <ns0:tag name="KSO_WM_UNIT_ID" val="diagram20231459_3*m_h_f*1_3_1"/>
  <ns0:tag name="KSO_WM_TEMPLATE_CATEGORY" val="diagram"/>
  <ns0:tag name="KSO_WM_TEMPLATE_INDEX" val="20231459"/>
  <ns0:tag name="KSO_WM_UNIT_LAYERLEVEL" val="1_1_1"/>
  <ns0:tag name="KSO_WM_TAG_VERSION" val="3.0"/>
  <ns0:tag name="KSO_WM_UNIT_TEXT_FILL_FORE_SCHEMECOLOR_INDEX_BRIGHTNESS" val="0.15"/>
  <ns0:tag name="KSO_WM_DIAGRAM_VERSION" val="3"/>
  <ns0:tag name="KSO_WM_DIAGRAM_COLOR_TRICK" val="1"/>
  <ns0:tag name="KSO_WM_DIAGRAM_COLOR_TEXT_CAN_REMOVE" val="n"/>
  <ns0:tag name="KSO_WM_DIAGRAM_GROUP_CODE" val="m1-1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TEXT_TYPE" val="1"/>
  <ns0:tag name="KSO_WM_UNIT_TEXT_LAYER_COUNT" val="1"/>
  <ns0:tag name="KSO_WM_UNIT_PRESET_TEXT" val="单击此处输入您的项正文，文字是您思想的提炼，请尽量言简意赅的阐述您正文内容的观点"/>
  <ns0:tag name="KSO_WM_UNIT_TEXT_FILL_FORE_SCHEMECOLOR_INDEX" val="1"/>
  <ns0:tag name="KSO_WM_UNIT_TEXT_FILL_TYPE" val="1"/>
</ns0:tagLst>
</file>

<file path=ppt/tags/tag19.xml><?xml version="1.0" encoding="utf-8"?>
<ns0:tagLst xmlns:ns0="http://schemas.openxmlformats.org/presentationml/2006/main">
  <ns0:tag name="KSO_WM_UNIT_ISCONTENTSTITLE" val="0"/>
  <ns0:tag name="KSO_WM_UNIT_ISNUMDGMTITLE" val="0"/>
  <ns0:tag name="KSO_WM_UNIT_NOCLEAR" val="0"/>
  <ns0:tag name="KSO_WM_UNIT_VALUE" val="10"/>
  <ns0:tag name="KSO_WM_UNIT_HIGHLIGHT" val="0"/>
  <ns0:tag name="KSO_WM_UNIT_COMPATIBLE" val="0"/>
  <ns0:tag name="KSO_WM_UNIT_DIAGRAM_ISNUMVISUAL" val="0"/>
  <ns0:tag name="KSO_WM_UNIT_DIAGRAM_ISREFERUNIT" val="0"/>
  <ns0:tag name="KSO_WM_UNIT_TYPE" val="m_h_a"/>
  <ns0:tag name="KSO_WM_UNIT_INDEX" val="1_3_1"/>
  <ns0:tag name="KSO_WM_UNIT_ID" val="diagram20231459_3*m_h_a*1_3_1"/>
  <ns0:tag name="KSO_WM_TEMPLATE_CATEGORY" val="diagram"/>
  <ns0:tag name="KSO_WM_TEMPLATE_INDEX" val="20231459"/>
  <ns0:tag name="KSO_WM_UNIT_LAYERLEVEL" val="1_1_1"/>
  <ns0:tag name="KSO_WM_TAG_VERSION" val="3.0"/>
  <ns0:tag name="KSO_WM_UNIT_TEXT_FILL_FORE_SCHEMECOLOR_INDEX_BRIGHTNESS" val="0.15"/>
  <ns0:tag name="KSO_WM_DIAGRAM_VERSION" val="3"/>
  <ns0:tag name="KSO_WM_DIAGRAM_COLOR_TRICK" val="1"/>
  <ns0:tag name="KSO_WM_DIAGRAM_COLOR_TEXT_CAN_REMOVE" val="n"/>
  <ns0:tag name="KSO_WM_DIAGRAM_GROUP_CODE" val="m1-1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TEXT_TYPE" val="1"/>
  <ns0:tag name="KSO_WM_UNIT_PRESET_TEXT" val="添加项标题"/>
  <ns0:tag name="KSO_WM_UNIT_TEXT_FILL_FORE_SCHEMECOLOR_INDEX" val="1"/>
  <ns0:tag name="KSO_WM_UNIT_TEXT_FILL_TYPE" val="1"/>
</ns0:tagLst>
</file>

<file path=ppt/tags/tag20.xml><?xml version="1.0" encoding="utf-8"?>
<ns0:tagLst xmlns:ns0="http://schemas.openxmlformats.org/presentationml/2006/main">
  <ns0:tag name="KSO_WM_DIAGRAM_VERSION" val="3"/>
  <ns0:tag name="KSO_WM_DIAGRAM_COLOR_TRICK" val="1"/>
  <ns0:tag name="KSO_WM_DIAGRAM_COLOR_TEXT_CAN_REMOVE" val="n"/>
  <ns0:tag name="KSO_WM_UNIT_HIGHLIGHT" val="0"/>
  <ns0:tag name="KSO_WM_UNIT_COMPATIBLE" val="0"/>
  <ns0:tag name="KSO_WM_UNIT_DIAGRAM_ISNUMVISUAL" val="0"/>
  <ns0:tag name="KSO_WM_UNIT_DIAGRAM_ISREFERUNIT" val="0"/>
  <ns0:tag name="KSO_WM_DIAGRAM_GROUP_CODE" val="m1-1"/>
  <ns0:tag name="KSO_WM_UNIT_TYPE" val="m_h_i"/>
  <ns0:tag name="KSO_WM_UNIT_INDEX" val="1_4_3"/>
  <ns0:tag name="KSO_WM_UNIT_ID" val="diagram20231459_3*m_h_i*1_4_3"/>
  <ns0:tag name="KSO_WM_TEMPLATE_CATEGORY" val="diagram"/>
  <ns0:tag name="KSO_WM_TEMPLATE_INDEX" val="20231459"/>
  <ns0:tag name="KSO_WM_UNIT_LAYERLEVEL" val="1_1_1"/>
  <ns0:tag name="KSO_WM_TAG_VERSION" val="3.0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solid&quot;:{&quot;brightness&quot;:0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FILL_TYPE" val="1"/>
  <ns0:tag name="KSO_WM_UNIT_FILL_FORE_SCHEMECOLOR_INDEX" val="5"/>
  <ns0:tag name="KSO_WM_UNIT_FILL_FORE_SCHEMECOLOR_INDEX_BRIGHTNESS" val="0"/>
</ns0:tagLst>
</file>

<file path=ppt/tags/tag21.xml><?xml version="1.0" encoding="utf-8"?>
<ns0:tagLst xmlns:ns0="http://schemas.openxmlformats.org/presentationml/2006/main">
  <ns0:tag name="KSO_WM_DIAGRAM_VERSION" val="3"/>
  <ns0:tag name="KSO_WM_DIAGRAM_COLOR_TRICK" val="1"/>
  <ns0:tag name="KSO_WM_DIAGRAM_COLOR_TEXT_CAN_REMOVE" val="n"/>
  <ns0:tag name="KSO_WM_UNIT_HIGHLIGHT" val="0"/>
  <ns0:tag name="KSO_WM_UNIT_COMPATIBLE" val="0"/>
  <ns0:tag name="KSO_WM_UNIT_DIAGRAM_ISNUMVISUAL" val="0"/>
  <ns0:tag name="KSO_WM_UNIT_DIAGRAM_ISREFERUNIT" val="0"/>
  <ns0:tag name="KSO_WM_DIAGRAM_GROUP_CODE" val="m1-1"/>
  <ns0:tag name="KSO_WM_UNIT_TYPE" val="m_h_i"/>
  <ns0:tag name="KSO_WM_UNIT_INDEX" val="1_4_2"/>
  <ns0:tag name="KSO_WM_UNIT_ID" val="diagram20231459_3*m_h_i*1_4_2"/>
  <ns0:tag name="KSO_WM_TEMPLATE_CATEGORY" val="diagram"/>
  <ns0:tag name="KSO_WM_TEMPLATE_INDEX" val="20231459"/>
  <ns0:tag name="KSO_WM_UNIT_LAYERLEVEL" val="1_1_1"/>
  <ns0:tag name="KSO_WM_TAG_VERSION" val="3.0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FILL_TYPE" val="1"/>
  <ns0:tag name="KSO_WM_UNIT_FILL_FORE_SCHEMECOLOR_INDEX" val="5"/>
  <ns0:tag name="KSO_WM_UNIT_FILL_FORE_SCHEMECOLOR_INDEX_BRIGHTNESS" val="0"/>
  <ns0:tag name="KSO_WM_UNIT_LINE_FORE_SCHEMECOLOR_INDEX" val="5"/>
</ns0:tagLst>
</file>

<file path=ppt/tags/tag22.xml><?xml version="1.0" encoding="utf-8"?>
<ns0:tagLst xmlns:ns0="http://schemas.openxmlformats.org/presentationml/2006/main">
  <ns0:tag name="KSO_WM_DIAGRAM_VERSION" val="3"/>
  <ns0:tag name="KSO_WM_DIAGRAM_COLOR_TRICK" val="1"/>
  <ns0:tag name="KSO_WM_DIAGRAM_COLOR_TEXT_CAN_REMOVE" val="n"/>
  <ns0:tag name="KSO_WM_UNIT_HIGHLIGHT" val="0"/>
  <ns0:tag name="KSO_WM_UNIT_COMPATIBLE" val="0"/>
  <ns0:tag name="KSO_WM_UNIT_DIAGRAM_ISNUMVISUAL" val="0"/>
  <ns0:tag name="KSO_WM_UNIT_DIAGRAM_ISREFERUNIT" val="0"/>
  <ns0:tag name="KSO_WM_DIAGRAM_GROUP_CODE" val="m1-1"/>
  <ns0:tag name="KSO_WM_UNIT_TYPE" val="m_h_i"/>
  <ns0:tag name="KSO_WM_UNIT_INDEX" val="1_4_1"/>
  <ns0:tag name="KSO_WM_UNIT_ID" val="diagram20231459_3*m_h_i*1_4_1"/>
  <ns0:tag name="KSO_WM_TEMPLATE_CATEGORY" val="diagram"/>
  <ns0:tag name="KSO_WM_TEMPLATE_INDEX" val="20231459"/>
  <ns0:tag name="KSO_WM_UNIT_LAYERLEVEL" val="1_1_1"/>
  <ns0:tag name="KSO_WM_TAG_VERSION" val="3.0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ns0:tagLst>
</file>

<file path=ppt/tags/tag23.xml><?xml version="1.0" encoding="utf-8"?>
<ns0:tagLst xmlns:ns0="http://schemas.openxmlformats.org/presentationml/2006/main">
  <ns0:tag name="KSO_WM_UNIT_SUBTYPE" val="a"/>
  <ns0:tag name="KSO_WM_UNIT_NOCLEAR" val="0"/>
  <ns0:tag name="KSO_WM_UNIT_VALUE" val="60"/>
  <ns0:tag name="KSO_WM_UNIT_HIGHLIGHT" val="0"/>
  <ns0:tag name="KSO_WM_UNIT_COMPATIBLE" val="0"/>
  <ns0:tag name="KSO_WM_UNIT_DIAGRAM_ISNUMVISUAL" val="0"/>
  <ns0:tag name="KSO_WM_UNIT_DIAGRAM_ISREFERUNIT" val="0"/>
  <ns0:tag name="KSO_WM_UNIT_TYPE" val="m_h_f"/>
  <ns0:tag name="KSO_WM_UNIT_INDEX" val="1_4_1"/>
  <ns0:tag name="KSO_WM_UNIT_ID" val="diagram20231459_3*m_h_f*1_4_1"/>
  <ns0:tag name="KSO_WM_TEMPLATE_CATEGORY" val="diagram"/>
  <ns0:tag name="KSO_WM_TEMPLATE_INDEX" val="20231459"/>
  <ns0:tag name="KSO_WM_UNIT_LAYERLEVEL" val="1_1_1"/>
  <ns0:tag name="KSO_WM_TAG_VERSION" val="3.0"/>
  <ns0:tag name="KSO_WM_UNIT_TEXT_FILL_FORE_SCHEMECOLOR_INDEX_BRIGHTNESS" val="0.15"/>
  <ns0:tag name="KSO_WM_DIAGRAM_VERSION" val="3"/>
  <ns0:tag name="KSO_WM_DIAGRAM_COLOR_TRICK" val="1"/>
  <ns0:tag name="KSO_WM_DIAGRAM_COLOR_TEXT_CAN_REMOVE" val="n"/>
  <ns0:tag name="KSO_WM_DIAGRAM_GROUP_CODE" val="m1-1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TEXT_TYPE" val="1"/>
  <ns0:tag name="KSO_WM_UNIT_TEXT_LAYER_COUNT" val="1"/>
  <ns0:tag name="KSO_WM_UNIT_PRESET_TEXT" val="单击此处输入您的项正文，文字是您思想的提炼，请尽量言简意赅的阐述您正文内容的观点"/>
  <ns0:tag name="KSO_WM_UNIT_TEXT_FILL_FORE_SCHEMECOLOR_INDEX" val="1"/>
  <ns0:tag name="KSO_WM_UNIT_TEXT_FILL_TYPE" val="1"/>
</ns0:tagLst>
</file>

<file path=ppt/tags/tag24.xml><?xml version="1.0" encoding="utf-8"?>
<ns0:tagLst xmlns:ns0="http://schemas.openxmlformats.org/presentationml/2006/main">
  <ns0:tag name="KSO_WM_UNIT_ISCONTENTSTITLE" val="0"/>
  <ns0:tag name="KSO_WM_UNIT_ISNUMDGMTITLE" val="0"/>
  <ns0:tag name="KSO_WM_UNIT_NOCLEAR" val="0"/>
  <ns0:tag name="KSO_WM_UNIT_VALUE" val="10"/>
  <ns0:tag name="KSO_WM_UNIT_HIGHLIGHT" val="0"/>
  <ns0:tag name="KSO_WM_UNIT_COMPATIBLE" val="0"/>
  <ns0:tag name="KSO_WM_UNIT_DIAGRAM_ISNUMVISUAL" val="0"/>
  <ns0:tag name="KSO_WM_UNIT_DIAGRAM_ISREFERUNIT" val="0"/>
  <ns0:tag name="KSO_WM_UNIT_TYPE" val="m_h_a"/>
  <ns0:tag name="KSO_WM_UNIT_INDEX" val="1_4_1"/>
  <ns0:tag name="KSO_WM_UNIT_ID" val="diagram20231459_3*m_h_a*1_4_1"/>
  <ns0:tag name="KSO_WM_TEMPLATE_CATEGORY" val="diagram"/>
  <ns0:tag name="KSO_WM_TEMPLATE_INDEX" val="20231459"/>
  <ns0:tag name="KSO_WM_UNIT_LAYERLEVEL" val="1_1_1"/>
  <ns0:tag name="KSO_WM_TAG_VERSION" val="3.0"/>
  <ns0:tag name="KSO_WM_UNIT_TEXT_FILL_FORE_SCHEMECOLOR_INDEX_BRIGHTNESS" val="0.15"/>
  <ns0:tag name="KSO_WM_DIAGRAM_VERSION" val="3"/>
  <ns0:tag name="KSO_WM_DIAGRAM_COLOR_TRICK" val="1"/>
  <ns0:tag name="KSO_WM_DIAGRAM_COLOR_TEXT_CAN_REMOVE" val="n"/>
  <ns0:tag name="KSO_WM_DIAGRAM_GROUP_CODE" val="m1-1"/>
  <ns0:tag name="KSO_WM_BEAUTIFY_FLAG" val="#wm#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TEXT_TYPE" val="1"/>
  <ns0:tag name="KSO_WM_UNIT_PRESET_TEXT" val="添加项标题"/>
  <ns0:tag name="KSO_WM_UNIT_TEXT_FILL_FORE_SCHEMECOLOR_INDEX" val="1"/>
  <ns0:tag name="KSO_WM_UNIT_TEXT_FILL_TYPE" val="1"/>
</ns0:tagLst>
</file>

<file path=ppt/tags/tag25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diagram20231459_3*m_i*1_1"/>
  <ns0:tag name="KSO_WM_TEMPLATE_CATEGORY" val="diagram"/>
  <ns0:tag name="KSO_WM_TEMPLATE_INDEX" val="20231459"/>
  <ns0:tag name="KSO_WM_UNIT_LAYERLEVEL" val="1_1"/>
  <ns0:tag name="KSO_WM_TAG_VERSION" val="3.0"/>
  <ns0:tag name="KSO_WM_BEAUTIFY_FLAG" val="#wm#"/>
  <ns0:tag name="KSO_WM_DIAGRAM_VERSION" val="3"/>
  <ns0:tag name="KSO_WM_DIAGRAM_COLOR_TRICK" val="1"/>
  <ns0:tag name="KSO_WM_DIAGRAM_COLOR_TEXT_CAN_REMOVE" val="n"/>
  <ns0:tag name="KSO_WM_DIAGRAM_GROUP_CODE" val="m1-1"/>
  <ns0:tag name="KSO_WM_UNIT_TYPE" val="m_i"/>
  <ns0:tag name="KSO_WM_UNIT_INDEX" val="1_1"/>
  <ns0:tag name="KSO_WM_DIAGRAM_MAX_ITEMCNT" val="6"/>
  <ns0:tag name="KSO_WM_DIAGRAM_MIN_ITEMCNT" val="2"/>
  <ns0:tag name="KSO_WM_DIAGRAM_VIRTUALLY_FRAME" val="{&quot;height&quot;:470.046220472441,&quot;left&quot;:54.95,&quot;top&quot;:105.4951968503937,&quot;width&quot;:850.8938856230009}"/>
  <ns0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400000214576721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ns0:tagLst>
</file>

<file path=ppt/tags/tag26.xml><?xml version="1.0" encoding="utf-8"?>
<ns0:tagLst xmlns:ns0="http://schemas.openxmlformats.org/presentationml/2006/main">
  <ns0:tag name="KSO_WM_UNIT_ISCONTENTSTITLE" val="0"/>
  <ns0:tag name="KSO_WM_UNIT_ISNUMDGMTITLE" val="0"/>
  <ns0:tag name="KSO_WM_UNIT_NOCLEAR" val="0"/>
  <ns0:tag name="KSO_WM_UNIT_VALUE" val="10"/>
  <ns0:tag name="KSO_WM_UNIT_HIGHLIGHT" val="0"/>
  <ns0:tag name="KSO_WM_UNIT_COMPATIBLE" val="0"/>
  <ns0:tag name="KSO_WM_UNIT_DIAGRAM_ISNUMVISUAL" val="0"/>
  <ns0:tag name="KSO_WM_UNIT_DIAGRAM_ISREFERUNIT" val="0"/>
  <ns0:tag name="KSO_WM_UNIT_TYPE" val="m_h_a"/>
  <ns0:tag name="KSO_WM_UNIT_INDEX" val="1_3_1"/>
  <ns0:tag name="KSO_WM_UNIT_ID" val="diagram20231459_3*m_h_a*1_3_1"/>
  <ns0:tag name="KSO_WM_TEMPLATE_CATEGORY" val="diagram"/>
  <ns0:tag name="KSO_WM_TEMPLATE_INDEX" val="20231459"/>
  <ns0:tag name="KSO_WM_UNIT_LAYERLEVEL" val="1_1_1"/>
  <ns0:tag name="KSO_WM_TAG_VERSION" val="3.0"/>
  <ns0:tag name="KSO_WM_UNIT_TEXT_FILL_FORE_SCHEMECOLOR_INDEX_BRIGHTNESS" val="0.15"/>
  <ns0:tag name="KSO_WM_DIAGRAM_VERSION" val="3"/>
  <ns0:tag name="KSO_WM_DIAGRAM_COLOR_TRICK" val="1"/>
  <ns0:tag name="KSO_WM_DIAGRAM_COLOR_TEXT_CAN_REMOVE" val="n"/>
  <ns0:tag name="KSO_WM_DIAGRAM_GROUP_CODE" val="m1-1"/>
  <ns0:tag name="KSO_WM_DIAGRAM_MAX_ITEMCNT" val="6"/>
  <ns0:tag name="KSO_WM_DIAGRAM_MIN_ITEMCNT" val="2"/>
  <ns0:tag name="KSO_WM_DIAGRAM_VIRTUALLY_FRAME" val="{&quot;height&quot;:440.50480314960635,&quot;left&quot;:54.95,&quot;top&quot;:105.4951968503937,&quot;width&quot;:850.8938856230009}"/>
  <ns0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ns0:tag name="KSO_WM_UNIT_TEXT_TYPE" val="1"/>
  <ns0:tag name="KSO_WM_UNIT_PRESET_TEXT" val="添加项标题"/>
  <ns0:tag name="KSO_WM_UNIT_TEXT_FILL_FORE_SCHEMECOLOR_INDEX" val="1"/>
  <ns0:tag name="KSO_WM_UNIT_TEXT_FILL_TYPE" val="1"/>
</ns0:tagLst>
</file>

<file path=ppt/tags/tag27.xml><?xml version="1.0" encoding="utf-8"?>
<ns0:tagLst xmlns:ns0="http://schemas.openxmlformats.org/presentationml/2006/main">
  <ns0:tag name="RESOURCE_RECORD_KEY" val="{&quot;29&quot;:[50053044,50053288,50053324,50053052]}"/>
</ns0:tagLst>
</file>

<file path=ppt/theme/theme1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113</ns0:Words>
  <ns0:Application>WPS 演示</ns0:Application>
  <ns0:PresentationFormat>宽屏</ns0:PresentationFormat>
  <ns0:Paragraphs>26</ns0:Paragraphs>
  <ns0:Slides>1</ns0:Slides>
  <ns0:Notes>12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14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16" baseType="lpstr">
      <ns1:lpstr>Arial</ns1:lpstr>
      <ns1:lpstr>宋体</ns1:lpstr>
      <ns1:lpstr>Wingdings</ns1:lpstr>
      <ns1:lpstr>Arial</ns1:lpstr>
      <ns1:lpstr>黑体</ns1:lpstr>
      <ns1:lpstr>微软雅黑</ns1:lpstr>
      <ns1:lpstr>Calibri</ns1:lpstr>
      <ns1:lpstr>Wingdings</ns1:lpstr>
      <ns1:lpstr>OPPOSans B</ns1:lpstr>
      <ns1:lpstr>OPPOSans R</ns1:lpstr>
      <ns1:lpstr>Noto Sans SC</ns1:lpstr>
      <ns1:lpstr>Times New Roman</ns1:lpstr>
      <ns1:lpstr>等线 Light</ns1:lpstr>
      <ns1:lpstr>等线</ns1:lpstr>
      <ns1:lpstr>Office 主题​​</ns1:lpstr>
      <ns1:lpstr>PowerPoint 演示文稿</ns1:lpstr>
    </ns1:vector>
  </ns0:TitlesOfParts>
  <ns0:Company/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ICV">
    <ns1:lpwstr>public</ns1:lpwstr>
  </ns0:property>
  <ns0:property fmtid="{D5CDD505-2E9C-101B-9397-08002B2CF9AE}" pid="3" name="KSOProductBuildVer">
    <ns1:lpwstr>public</ns1:lpwstr>
  </ns0:property>
</ns0:Properties>
</file>