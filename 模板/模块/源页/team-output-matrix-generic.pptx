
<file path=[Content_Types].xml><?xml version="1.0" encoding="utf-8"?>
<ns0:Types xmlns:ns0="http://schemas.openxmlformats.org/package/2006/content-types">
  <ns0:Default Extension="png" ContentType="image/png"/>
  <ns0:Default Extension="wdp" ContentType="image/vnd.ms-photo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heme/theme4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4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>
  <ns0:sldMasterIdLst>
    <ns0:sldMasterId id="2147483648" ns1:id="rId1"/>
    <ns0:sldMasterId id="2147483672" ns1:id="rId3"/>
  </ns0:sldMasterIdLst>
  <ns0:notesMasterIdLst>
    <ns0:notesMasterId ns1:id="rId5"/>
  </ns0:notesMasterIdLst>
  <ns0:handoutMasterIdLst>
    <ns0:handoutMasterId ns1:id="rId6"/>
  </ns0:handoutMasterIdLst>
  <ns0:sldIdLst>
    <ns0:sldId id="10946" ns1:id="rId4"/>
  </ns0:sldIdLst>
  <ns0:sldSz cx="12192000" cy="6858000"/>
  <ns0:notesSz cx="6858000" cy="9144000"/>
  <ns0:custDataLst>
    <ns0:tags ns1:id="rId11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521415D9-36F7-43E2-AB2F-B90AF26B5E84}">
      <ns3:sectionLst>
        <ns3:section name="默认节" id="{45F37E01-0C8E-4BDC-BB50-32607658EB8D}">
          <ns3:sldIdLst>
            <ns3:sldId id="10946"/>
          </ns3:sldIdLst>
        </ns3:section>
      </ns3:sectionLst>
    </ns0:ext>
    <ns0:ext uri="{EFAFB233-063F-42B5-8137-9DF3F51BA10A}">
      <ns4:sldGuideLst>
        <ns4:guide id="1" orient="horz" pos="4157" userDrawn="1">
          <ns4:clr>
            <ns2:srgbClr val="A4A3A4"/>
          </ns4:clr>
        </ns4:guide>
        <ns4:guide id="2" orient="horz" pos="736" userDrawn="1">
          <ns4:clr>
            <ns2:srgbClr val="A4A3A4"/>
          </ns4:clr>
        </ns4:guide>
        <ns4:guide id="3" pos="218" userDrawn="1">
          <ns4:clr>
            <ns2:srgbClr val="A4A3A4"/>
          </ns4:clr>
        </ns4:guide>
        <ns4:guide id="4" orient="horz" pos="1477" userDrawn="1">
          <ns4:clr>
            <ns2:srgbClr val="A4A3A4"/>
          </ns4:clr>
        </ns4:guide>
        <ns4:guide id="5" pos="7321" userDrawn="1">
          <ns4:clr>
            <ns2:srgbClr val="A4A3A4"/>
          </ns4:clr>
        </ns4:guide>
        <ns4:guide id="6" orient="horz" pos="2829" userDrawn="1">
          <ns4:clr>
            <ns2:srgbClr val="A4A3A4"/>
          </ns4:clr>
        </ns4:guide>
        <ns4:guide id="7" pos="7214" userDrawn="1">
          <ns4:clr>
            <ns2:srgbClr val="A4A3A4"/>
          </ns4:clr>
        </ns4:guide>
        <ns4:guide id="8" pos="601" userDrawn="1">
          <ns4:clr>
            <ns2:srgbClr val="A4A3A4"/>
          </ns4:clr>
        </ns4:guide>
        <ns4:guide id="9" orient="horz" pos="664" userDrawn="1">
          <ns4:clr>
            <ns2:srgbClr val="A4A3A4"/>
          </ns4:clr>
        </ns4:guide>
        <ns4:guide id="10" orient="horz" pos="3470" userDrawn="1">
          <ns4:clr>
            <ns2:srgbClr val="A4A3A4"/>
          </ns4:clr>
        </ns4:guide>
        <ns4:guide id="11" pos="3840" userDrawn="1">
          <ns4:clr>
            <ns2:srgbClr val="A4A3A4"/>
          </ns4:clr>
        </ns4:guide>
      </ns4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1" clrIdx="0"/>
  <ns0:cmAuthor id="2" name="作者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showPr useTimings="0">
    <ns0:present/>
    <ns0:sldAll/>
    <ns0:penClr>
      <ns1:prstClr val="red"/>
    </ns0:penClr>
    <ns0:extLst>
      <ns0:ext uri="{EC167BDD-8182-4AB7-AECC-EB403E3ABB37}">
        <ns2:laserClr>
          <ns1:srgbClr val="FF0000"/>
        </ns2:laserClr>
      </ns0:ext>
      <ns0:ext uri="{2FDB2607-1784-4EEB-B798-7EB5836EED8A}">
        <ns2:showMediaCtrls val="0"/>
      </ns0:ext>
    </ns0:extLst>
  </ns0:showPr>
  <ns0:clrMru>
    <ns1:srgbClr val="E1EFD7"/>
    <ns1:srgbClr val="B4C7E7"/>
    <ns1:srgbClr val="0000CC"/>
    <ns1:srgbClr val="FFC000"/>
    <ns1:srgbClr val="123A85"/>
    <ns1:srgbClr val="0033CC"/>
    <ns1:srgbClr val="0000FF"/>
    <ns1:srgbClr val="F3F3F4"/>
    <ns1:srgbClr val="CFDBF0"/>
    <ns1:srgbClr val="6D5088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>
    <ns0:restoredLeft sz="19018" autoAdjust="0"/>
    <ns0:restoredTop sz="86710" autoAdjust="0"/>
  </ns0:normalViewPr>
  <ns0:slideViewPr>
    <ns0:cSldViewPr snapToGrid="0" showGuides="1">
      <ns0:cViewPr>
        <ns0:scale>
          <ns1:sx n="75" d="100"/>
          <ns1:sy n="75" d="100"/>
        </ns0:scale>
        <ns0:origin x="387" y="192"/>
      </ns0:cViewPr>
      <ns0:guideLst>
        <ns0:guide orient="horz" pos="4157"/>
        <ns0:guide orient="horz" pos="736"/>
        <ns0:guide pos="218"/>
        <ns0:guide orient="horz" pos="1477"/>
        <ns0:guide pos="7321"/>
        <ns0:guide orient="horz" pos="2829"/>
        <ns0:guide pos="7214"/>
        <ns0:guide pos="601"/>
        <ns0:guide orient="horz" pos="664"/>
        <ns0:guide orient="horz" pos="3470"/>
        <ns0:guide pos="3840"/>
      </ns0:guideLst>
    </ns0:cSldViewPr>
  </ns0:slideViewPr>
  <ns0:notesTextViewPr>
    <ns0:cViewPr>
      <ns0:scale>
        <ns1:sx n="100" d="100"/>
        <ns1:sy n="100" d="100"/>
      </ns0:scale>
      <ns0:origin x="0" y="0"/>
    </ns0:cViewPr>
  </ns0:notesTextViewPr>
  <ns0:sorterViewPr>
    <ns0:cViewPr>
      <ns0:scale>
        <ns1:sx n="100" d="100"/>
        <ns1:sy n="100" d="100"/>
      </ns0:scale>
      <ns0:origin x="0" y="0"/>
    </ns0:cViewPr>
  </ns0:sorterViewPr>
  <ns0:notesViewPr>
    <ns0:cSldViewPr snapToGrid="0">
      <ns0:cViewPr varScale="1">
        <ns0:scale>
          <ns1:sx n="87" d="100"/>
          <ns1:sy n="87" d="100"/>
        </ns0:scale>
        <ns0:origin x="2988" y="66"/>
      </ns0:cViewPr>
      <ns0:guideLst/>
    </ns0:cSldViewPr>
  </ns0:notes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bleStyles" Target="tableStyles.xml" /><ns0:Relationship Id="rId8" Type="http://schemas.openxmlformats.org/officeDocument/2006/relationships/viewProps" Target="viewProps.xml" /><ns0:Relationship Id="rId7" Type="http://schemas.openxmlformats.org/officeDocument/2006/relationships/presProps" Target="presProps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4" Type="http://schemas.openxmlformats.org/officeDocument/2006/relationships/slide" Target="slides/slide1.xml" /><ns0:Relationship Id="rId3" Type="http://schemas.openxmlformats.org/officeDocument/2006/relationships/slideMaster" Target="slideMasters/slideMaster2.xml" /><ns0:Relationship Id="rId2" Type="http://schemas.openxmlformats.org/officeDocument/2006/relationships/theme" Target="theme/theme1.xml" /><ns0:Relationship Id="rId11" Type="http://schemas.openxmlformats.org/officeDocument/2006/relationships/tags" Target="tags/tag1.xml" /><ns0:Relationship Id="rId10" Type="http://schemas.openxmlformats.org/officeDocument/2006/relationships/commentAuthors" Target="commentAuthors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4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693CD92F-A2FB-4DE4-8A63-ED7A8F81E49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6EC1511-B3FB-45CB-B792-9F0D99D0BE1A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E614A60A-153D-4434-A66D-FDC367A23E5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3" Type="http://schemas.microsoft.com/office/2007/relationships/hdphoto" Target="../media/image2.wdp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4" Type="http://schemas.microsoft.com/office/2007/relationships/hdphoto" Target="../media/image8.wdp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  <ns1:extLst>
                <ns1:ext uri="{BEBA8EAE-BF5A-486C-A8C5-ECC9F3942E4B}">
                  <ns3:imgProps>
                    <ns3:imgLayer ns2:embed="rId3">
                      <ns3:imgEffect>
                        <ns3:colorTemperature colorTemp="11200"/>
                      </ns3:imgEffect>
                    </ns3:imgLayer>
                  </ns3:imgProps>
                </ns1:ext>
              </ns1:extLst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6" name="矩形 5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矩形 6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8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" name="文本框 19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1" name="组合 20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5" name="文本框 184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6" name="文本框 185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1" name="文本框 180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4" name="文本框 183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7" name="文本框 176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0" name="文本框 179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5" name="文本框 174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6" name="文本框 175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5" name="组合 24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1" name="文本框 170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4" name="文本框 173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6" name="文本框 25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10579903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9" name="文本框 58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10512236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8" name="文本框 77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9" name="直接连接符 78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80" name="组合 79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1" name="组合 80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3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70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2" name="组合 81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3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6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2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封面1-求是鹰水印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/>
          <ns0:cNvPicPr>
            <ns1:picLocks noChangeAspect="1"/>
          </ns0:cNvPicPr>
          <ns0:nvPr userDrawn="1"/>
        </ns0:nvPicPr>
        <ns0:blipFill rotWithShape="1">
          <ns1:blip ns2:embed="rId2"/>
          <ns1:srcRect t="3204" r="49385"/>
          <ns1:stretch>
            <ns1:fillRect/>
          </ns1:stretch>
        </ns0:blipFill>
        <ns0:spPr>
          <ns1:xfrm>
            <ns1:off x="7803169" y="-1"/>
            <ns1:ext cx="4388831" cy="6869723"/>
          </ns1:xfrm>
          <ns1:prstGeom prst="rect">
            <ns1:avLst/>
          </ns1:prstGeom>
        </ns0:spPr>
      </ns0:pic>
      <ns0:sp>
        <ns0:nvSpPr>
          <ns0:cNvPr id="5" name="矩形 4"/>
          <ns0:cNvSpPr/>
          <ns0:nvPr/>
        </ns0:nvSpPr>
        <ns0:spPr>
          <ns1:xfrm>
            <ns1:off x="4363562" y="1820598"/>
            <ns1:ext cx="7828437" cy="186335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6" name="矩形 5"/>
          <ns0:cNvSpPr/>
          <ns0:nvPr/>
        </ns0:nvSpPr>
        <ns0:spPr>
          <ns1:xfrm>
            <ns1:off x="4171586" y="1818058"/>
            <ns1:ext cx="173430" cy="1863356"/>
          </ns1:xfrm>
          <ns1:prstGeom prst="rect">
            <ns1:avLst/>
          </ns1:prstGeom>
          <ns1:solidFill>
            <ns1:srgbClr val="A4262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81" name="组合 80"/>
          <ns0:cNvGrpSpPr>
            <ns1:grpSpLocks noChangeAspect="1"/>
          </ns0:cNvGrpSpPr>
          <ns0:nvPr/>
        </ns0:nvGrpSpPr>
        <ns0:grpSpPr>
          <ns1:xfrm>
            <ns1:off x="2128073" y="1857404"/>
            <ns1:ext cx="1787569" cy="1784535"/>
            <ns1:chOff x="3956050" y="1285875"/>
            <ns1:chExt cx="4287838" cy="4286250"/>
          </ns1:xfrm>
        </ns0:grpSpPr>
        <ns0:sp>
          <ns0:nvSpPr>
            <ns0:cNvPr id="82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3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4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85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6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7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8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9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0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1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2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3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4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5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6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7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8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9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0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1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2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3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4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5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6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7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8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9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0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1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2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3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4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5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6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7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8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9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0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1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2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3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4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5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6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7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8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9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0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1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224" name="组合 223"/>
          <ns0:cNvGrpSpPr/>
          <ns0:nvPr userDrawn="1"/>
        </ns0:nvGrpSpPr>
        <ns0:grpSpPr>
          <ns1:xfrm>
            <ns1:off x="227558" y="1852245"/>
            <ns1:ext cx="1785600" cy="1785600"/>
            <ns1:chOff x="4038600" y="2259880"/>
            <ns1:chExt cx="2647060" cy="2669747"/>
          </ns1:xfrm>
          <ns1:solidFill>
            <ns1:srgbClr val="123A85"/>
          </ns1:solidFill>
        </ns0:grpSpPr>
        <ns0:sp>
          <ns0:nvSpPr>
            <ns0:cNvPr id="225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6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7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8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9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0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1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2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3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4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5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6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7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8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9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0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1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2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3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4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5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6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7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8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9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0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1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2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3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4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5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6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7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8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9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0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1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校歌歌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 descr="Public template placeholder"/>
          <ns0:cNvPicPr>
            <ns1:picLocks noChangeAspect="1"/>
          </ns0:cNvPicPr>
          <ns0:nvPr userDrawn="1"/>
        </ns0:nvPicPr>
        <ns0:blipFill rotWithShape="1">
          <ns1:blip ns2:embed="rId2">
            <ns1:alphaModFix amt="10000"/>
          </ns1:blip>
          <ns1:srcRect t="4458"/>
          <ns1:stretch>
            <ns1:fillRect/>
          </ns1:stretch>
        </ns0:blipFill>
        <ns0:spPr>
          <ns1:xfrm>
            <ns1:off x="1" y="0"/>
            <ns1:ext cx="12192000" cy="2832586"/>
          </ns1:xfrm>
          <ns1:prstGeom prst="rect">
            <ns1:avLst/>
          </ns1:prstGeom>
        </ns0:spPr>
      </ns0:pic>
      <ns0:grpSp>
        <ns0:nvGrpSpPr>
          <ns0:cNvPr id="4" name="组合 3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5" name="矩形 4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6" name="矩形 5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文本框 18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0" name="组合 19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4" name="文本框 183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5" name="文本框 184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1" name="组合 20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0" name="文本框 179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1" name="文本框 180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6" name="文本框 175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7" name="文本框 176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4" name="文本框 173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5" name="文本框 174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0" name="文本框 169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1" name="文本框 170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5" name="文本框 24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6" name="文本框 25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512939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8" name="直接连接符 77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79" name="组合 78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0" name="组合 79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2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1" name="组合 80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2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5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2-校徽书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2" name="矩形 5"/>
          <ns0:cNvSpPr/>
          <ns0:nvPr userDrawn="1"/>
        </ns0:nvSpPr>
        <ns0:spPr>
          <ns1:xfrm>
            <ns1:off x="0" y="-1"/>
            <ns1:ext cx="12192000" cy="6858001"/>
          </ns1:xfrm>
          <ns1:custGeom>
            <ns1:avLst/>
            <ns1:gdLst>
              <ns1:gd name="connsiteX0" fmla="*/ 0 w 17826229"/>
              <ns1:gd name="connsiteY0" fmla="*/ 0 h 10027254"/>
              <ns1:gd name="connsiteX1" fmla="*/ 17826229 w 17826229"/>
              <ns1:gd name="connsiteY1" fmla="*/ 0 h 10027254"/>
              <ns1:gd name="connsiteX2" fmla="*/ 17826229 w 17826229"/>
              <ns1:gd name="connsiteY2" fmla="*/ 10027254 h 10027254"/>
              <ns1:gd name="connsiteX3" fmla="*/ 0 w 17826229"/>
              <ns1:gd name="connsiteY3" fmla="*/ 10027254 h 10027254"/>
              <ns1:gd name="connsiteX4" fmla="*/ 0 w 17826229"/>
              <ns1:gd name="connsiteY4" fmla="*/ 0 h 10027254"/>
              <ns1:gd name="connsiteX0-1" fmla="*/ 0 w 17826229"/>
              <ns1:gd name="connsiteY0-2" fmla="*/ 0 h 10027254"/>
              <ns1:gd name="connsiteX1-3" fmla="*/ 2315670 w 17826229"/>
              <ns1:gd name="connsiteY1-4" fmla="*/ 1761610 h 10027254"/>
              <ns1:gd name="connsiteX2-5" fmla="*/ 17826229 w 17826229"/>
              <ns1:gd name="connsiteY2-6" fmla="*/ 0 h 10027254"/>
              <ns1:gd name="connsiteX3-7" fmla="*/ 17826229 w 17826229"/>
              <ns1:gd name="connsiteY3-8" fmla="*/ 10027254 h 10027254"/>
              <ns1:gd name="connsiteX4-9" fmla="*/ 0 w 17826229"/>
              <ns1:gd name="connsiteY4-10" fmla="*/ 10027254 h 10027254"/>
              <ns1:gd name="connsiteX5" fmla="*/ 0 w 17826229"/>
              <ns1:gd name="connsiteY5" fmla="*/ 0 h 10027254"/>
              <ns1:gd name="connsiteX0-11" fmla="*/ 0 w 17826229"/>
              <ns1:gd name="connsiteY0-12" fmla="*/ 0 h 10027254"/>
              <ns1:gd name="connsiteX1-13" fmla="*/ 17826229 w 17826229"/>
              <ns1:gd name="connsiteY1-14" fmla="*/ 0 h 10027254"/>
              <ns1:gd name="connsiteX2-15" fmla="*/ 17826229 w 17826229"/>
              <ns1:gd name="connsiteY2-16" fmla="*/ 10027254 h 10027254"/>
              <ns1:gd name="connsiteX3-17" fmla="*/ 0 w 17826229"/>
              <ns1:gd name="connsiteY3-18" fmla="*/ 10027254 h 10027254"/>
              <ns1:gd name="connsiteX4-19" fmla="*/ 0 w 17826229"/>
              <ns1:gd name="connsiteY4-20" fmla="*/ 0 h 1002725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17826229" h="10027254">
                <ns1:moveTo>
                  <ns1:pt x="0" y="0"/>
                </ns1:moveTo>
                <ns1:lnTo>
                  <ns1:pt x="17826229" y="0"/>
                </ns1:lnTo>
                <ns1:lnTo>
                  <ns1:pt x="17826229" y="10027254"/>
                </ns1:lnTo>
                <ns1:lnTo>
                  <ns1:pt x="0" y="10027254"/>
                </ns1:lnTo>
                <ns1:lnTo>
                  <ns1:pt x="0" y="0"/>
                </ns1:lnTo>
                <ns1:close/>
              </ns1:path>
            </ns1:pathLst>
          </ns1:custGeom>
          <ns1:blipFill dpi="0" rotWithShape="1">
            <ns1:blip ns2:embed="rId2">
              <ns1:alphaModFix amt="5000"/>
            </ns1:blip>
            <ns1:srcRect/>
            <ns1:tile tx="0" ty="0" sx="50000" sy="50000" flip="none" algn="tl"/>
          </ns1:blipFill>
          <ns1:ln w="0" cap="flat" cmpd="sng" algn="ctr">
            <ns1:noFill/>
            <ns1:prstDash val="solid"/>
            <ns1:miter lim="800000"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3410981"/>
            <ns1:ext cx="12192000" cy="3447020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6" name="矩形 5"/>
          <ns0:cNvSpPr/>
          <ns0:nvPr userDrawn="1"/>
        </ns0:nvSpPr>
        <ns0:spPr>
          <ns1:xfrm>
            <ns1:off x="2263800" y="1663200"/>
            <ns1:ext cx="7664400" cy="353160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7" name="矩形 6"/>
          <ns0:cNvSpPr/>
          <ns0:nvPr userDrawn="1"/>
        </ns0:nvSpPr>
        <ns0:spPr>
          <ns1:xfrm>
            <ns1:off x="2443774" y="1843392"/>
            <ns1:ext cx="7304452" cy="3171217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cxnSp>
        <ns0:nvCxnSpPr>
          <ns0:cNvPr id="9" name="直接连接符 8"/>
          <ns0:cNvCxnSpPr/>
          <ns0:nvPr userDrawn="1"/>
        </ns0:nvCxnSpPr>
        <ns0:spPr>
          <ns1:xfrm flipV="1">
            <ns1:off x="2923065" y="3115382"/>
            <ns1:ext cx="6345869" cy="0"/>
          </ns1:xfrm>
          <ns1:prstGeom prst="line">
            <ns1:avLst/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10" name="组合 9"/>
          <ns0:cNvGrpSpPr>
            <ns1:grpSpLocks noChangeAspect="1"/>
          </ns0:cNvGrpSpPr>
          <ns0:nvPr userDrawn="1"/>
        </ns0:nvGrpSpPr>
        <ns0:grpSpPr>
          <ns1:xfrm>
            <ns1:off x="3011350" y="3230178"/>
            <ns1:ext cx="6177648" cy="137369"/>
            <ns1:chOff x="2126410" y="1772562"/>
            <ns1:chExt cx="9051744" cy="201279"/>
          </ns1:xfrm>
        </ns0:grpSpPr>
        <ns0:grpSp>
          <ns0:nvGrpSpPr>
            <ns0:cNvPr id="11" name="组合 10"/>
            <ns0:cNvGrpSpPr/>
            <ns0:nvPr/>
          </ns0:nvGrpSpPr>
          <ns0:grpSpPr>
            <ns1:xfrm>
              <ns1:off x="2126410" y="1772562"/>
              <ns1:ext cx="6052851" cy="201279"/>
              <ns1:chOff x="2126410" y="1772562"/>
              <ns1:chExt cx="6052851" cy="201279"/>
            </ns1:xfrm>
          </ns0:grpSpPr>
          <ns0:sp>
            <ns0:nvSpPr>
              <ns0:cNvPr id="31" name="文本框 30"/>
              <ns0:cNvSpPr txBox="1"/>
              <ns0:nvPr/>
            </ns0:nvSpPr>
            <ns0:spPr>
              <ns1:xfrm>
                <ns1:off x="2126410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2" name="文本框 31"/>
              <ns0:cNvSpPr txBox="1"/>
              <ns0:nvPr/>
            </ns0:nvSpPr>
            <ns0:spPr>
              <ns1:xfrm>
                <ns1:off x="2267720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3" name="文本框 32"/>
              <ns0:cNvSpPr txBox="1"/>
              <ns0:nvPr/>
            </ns0:nvSpPr>
            <ns0:spPr>
              <ns1:xfrm>
                <ns1:off x="2637837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4" name="文本框 33"/>
              <ns0:cNvSpPr txBox="1"/>
              <ns0:nvPr/>
            </ns0:nvSpPr>
            <ns0:spPr>
              <ns1:xfrm>
                <ns1:off x="284703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5" name="文本框 34"/>
              <ns0:cNvSpPr txBox="1"/>
              <ns0:nvPr/>
            </ns0:nvSpPr>
            <ns0:spPr>
              <ns1:xfrm>
                <ns1:off x="3265428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6" name="文本框 35"/>
              <ns0:cNvSpPr txBox="1"/>
              <ns0:nvPr/>
            </ns0:nvSpPr>
            <ns0:spPr>
              <ns1:xfrm>
                <ns1:off x="416658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8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7" name="文本框 36"/>
              <ns0:cNvSpPr txBox="1"/>
              <ns0:nvPr/>
            </ns0:nvSpPr>
            <ns0:spPr>
              <ns1:xfrm>
                <ns1:off x="5180383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8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5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8" name="文本框 37"/>
              <ns0:cNvSpPr txBox="1"/>
              <ns0:nvPr/>
            </ns0:nvSpPr>
            <ns0:spPr>
              <ns1:xfrm>
                <ns1:off x="536091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9" name="文本框 38"/>
              <ns0:cNvSpPr txBox="1"/>
              <ns0:nvPr/>
            </ns0:nvSpPr>
            <ns0:spPr>
              <ns1:xfrm>
                <ns1:off x="6422991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0" name="文本框 39"/>
              <ns0:cNvSpPr txBox="1"/>
              <ns0:nvPr/>
            </ns0:nvSpPr>
            <ns0:spPr>
              <ns1:xfrm>
                <ns1:off x="6870050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5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1" name="文本框 40"/>
              <ns0:cNvSpPr txBox="1"/>
              <ns0:nvPr/>
            </ns0:nvSpPr>
            <ns0:spPr>
              <ns1:xfrm>
                <ns1:off x="7883851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6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5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2" name="文本框 41"/>
              <ns0:cNvSpPr txBox="1"/>
              <ns0:nvPr/>
            </ns0:nvSpPr>
            <ns0:spPr>
              <ns1:xfrm>
                <ns1:off x="805957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3" name="文本框 42"/>
              <ns0:cNvSpPr txBox="1"/>
              <ns0:nvPr/>
            </ns0:nvSpPr>
            <ns0:spPr>
              <ns1:xfrm>
                <ns1:off x="2457304" y="1775832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4" name="文本框 43"/>
              <ns0:cNvSpPr txBox="1"/>
              <ns0:nvPr/>
            </ns0:nvSpPr>
            <ns0:spPr>
              <ns1:xfrm>
                <ns1:off x="3068802" y="1775832"/>
                <ns1:ext cx="1027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079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02096"/>
                    </ns1:lnTo>
                    <ns1:lnTo>
                      <ns1:pt x="60796" y="102096"/>
                    </ns1:lnTo>
                    <ns1:lnTo>
                      <ns1:pt x="60796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5" name="文本框 44"/>
              <ns0:cNvSpPr txBox="1"/>
              <ns0:nvPr/>
            </ns0:nvSpPr>
            <ns0:spPr>
              <ns1:xfrm>
                <ns1:off x="3487197" y="1775832"/>
                <ns1:ext cx="10032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59382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1792"/>
                    </ns1:lnTo>
                    <ns1:lnTo>
                      <ns1:pt x="56108" y="51792"/>
                    </ns1:lnTo>
                    <ns1:lnTo>
                      <ns1:pt x="56108" y="64889"/>
                    </ns1:lnTo>
                    <ns1:lnTo>
                      <ns1:pt x="14883" y="6488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6" name="文本框 45"/>
              <ns0:cNvSpPr txBox="1"/>
              <ns0:nvPr/>
            </ns0:nvSpPr>
            <ns0:spPr>
              <ns1:xfrm>
                <ns1:off x="3674141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7" name="文本框 46"/>
              <ns0:cNvSpPr txBox="1"/>
              <ns0:nvPr/>
            </ns0:nvSpPr>
            <ns0:spPr>
              <ns1:xfrm>
                <ns1:off x="3873405" y="1775832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8" name="文本框 47"/>
              <ns0:cNvSpPr txBox="1"/>
              <ns0:nvPr/>
            </ns0:nvSpPr>
            <ns0:spPr>
              <ns1:xfrm>
                <ns1:off x="4018234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9" name="文本框 48"/>
              <ns0:cNvSpPr txBox="1"/>
              <ns0:nvPr/>
            </ns0:nvSpPr>
            <ns0:spPr>
              <ns1:xfrm>
                <ns1:off x="4388351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0" name="文本框 49"/>
              <ns0:cNvSpPr txBox="1"/>
              <ns0:nvPr/>
            </ns0:nvSpPr>
            <ns0:spPr>
              <ns1:xfrm>
                <ns1:off x="4575297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1" name="文本框 50"/>
              <ns0:cNvSpPr txBox="1"/>
              <ns0:nvPr/>
            </ns0:nvSpPr>
            <ns0:spPr>
              <ns1:xfrm>
                <ns1:off x="4772172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5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2" name="文本框 51"/>
              <ns0:cNvSpPr txBox="1"/>
              <ns0:nvPr/>
            </ns0:nvSpPr>
            <ns0:spPr>
              <ns1:xfrm>
                <ns1:off x="4947928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3" name="文本框 52"/>
              <ns0:cNvSpPr txBox="1"/>
              <ns0:nvPr/>
            </ns0:nvSpPr>
            <ns0:spPr>
              <ns1:xfrm>
                <ns1:off x="5112495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4" name="文本框 53"/>
              <ns0:cNvSpPr txBox="1"/>
              <ns0:nvPr/>
            </ns0:nvSpPr>
            <ns0:spPr>
              <ns1:xfrm>
                <ns1:off x="5573006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5" name="文本框 54"/>
              <ns0:cNvSpPr txBox="1"/>
              <ns0:nvPr/>
            </ns0:nvSpPr>
            <ns0:spPr>
              <ns1:xfrm>
                <ns1:off x="577226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6" name="文本框 55"/>
              <ns0:cNvSpPr txBox="1"/>
              <ns0:nvPr/>
            </ns0:nvSpPr>
            <ns0:spPr>
              <ns1:xfrm>
                <ns1:off x="5981466" y="1775832"/>
                <ns1:ext cx="158531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3836" h="115267">
                    <ns1:moveTo>
                      <ns1:pt x="0" y="0"/>
                    </ns1:moveTo>
                    <ns1:lnTo>
                      <ns1:pt x="32891" y="0"/>
                    </ns1:lnTo>
                    <ns1:cubicBezTo>
                      <ns1:pt x="50353" y="0"/>
                      <ns1:pt x="64877" y="5085"/>
                      <ns1:pt x="76460" y="15255"/>
                    </ns1:cubicBezTo>
                    <ns1:cubicBezTo>
                      <ns1:pt x="88044" y="25424"/>
                      <ns1:pt x="93836" y="39067"/>
                      <ns1:pt x="93836" y="56182"/>
                    </ns1:cubicBezTo>
                    <ns1:cubicBezTo>
                      <ns1:pt x="93836" y="74042"/>
                      <ns1:pt x="88044" y="88354"/>
                      <ns1:pt x="76460" y="99119"/>
                    </ns1:cubicBezTo>
                    <ns1:cubicBezTo>
                      <ns1:pt x="64877" y="109885"/>
                      <ns1:pt x="49957" y="115267"/>
                      <ns1:pt x="31700" y="115267"/>
                    </ns1:cubicBez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245"/>
                    </ns1:moveTo>
                    <ns1:lnTo>
                      <ns1:pt x="14883" y="102096"/>
                    </ns1:lnTo>
                    <ns1:lnTo>
                      <ns1:pt x="31626" y="102096"/>
                    </ns1:lnTo>
                    <ns1:cubicBezTo>
                      <ns1:pt x="46261" y="102096"/>
                      <ns1:pt x="57683" y="98102"/>
                      <ns1:pt x="65894" y="90115"/>
                    </ns1:cubicBezTo>
                    <ns1:cubicBezTo>
                      <ns1:pt x="74104" y="82128"/>
                      <ns1:pt x="78209" y="70941"/>
                      <ns1:pt x="78209" y="56554"/>
                    </ns1:cubicBezTo>
                    <ns1:cubicBezTo>
                      <ns1:pt x="78209" y="42168"/>
                      <ns1:pt x="73992" y="31353"/>
                      <ns1:pt x="65559" y="24110"/>
                    </ns1:cubicBezTo>
                    <ns1:cubicBezTo>
                      <ns1:pt x="57125" y="16867"/>
                      <ns1:pt x="46037" y="13245"/>
                      <ns1:pt x="32296" y="13245"/>
                    </ns1:cubicBezTo>
                    <ns1:lnTo>
                      <ns1:pt x="14883" y="13245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7" name="文本框 56"/>
              <ns0:cNvSpPr txBox="1"/>
              <ns0:nvPr/>
            </ns0:nvSpPr>
            <ns0:spPr>
              <ns1:xfrm>
                <ns1:off x="6232780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8" name="文本框 57"/>
              <ns0:cNvSpPr txBox="1"/>
              <ns0:nvPr/>
            </ns0:nvSpPr>
            <ns0:spPr>
              <ns1:xfrm>
                <ns1:off x="6557134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9" name="文本框 58"/>
              <ns0:cNvSpPr txBox="1"/>
              <ns0:nvPr/>
            </ns0:nvSpPr>
            <ns0:spPr>
              <ns1:xfrm>
                <ns1:off x="6721702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8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59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0" name="文本框 59"/>
              <ns0:cNvSpPr txBox="1"/>
              <ns0:nvPr/>
            </ns0:nvSpPr>
            <ns0:spPr>
              <ns1:xfrm>
                <ns1:off x="709181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5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1" name="文本框 60"/>
              <ns0:cNvSpPr txBox="1"/>
              <ns0:nvPr/>
            </ns0:nvSpPr>
            <ns0:spPr>
              <ns1:xfrm>
                <ns1:off x="7278763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2" name="文本框 61"/>
              <ns0:cNvSpPr txBox="1"/>
              <ns0:nvPr/>
            </ns0:nvSpPr>
            <ns0:spPr>
              <ns1:xfrm>
                <ns1:off x="7475640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3" name="文本框 62"/>
              <ns0:cNvSpPr txBox="1"/>
              <ns0:nvPr/>
            </ns0:nvSpPr>
            <ns0:spPr>
              <ns1:xfrm>
                <ns1:off x="7651396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4" name="文本框 63"/>
              <ns0:cNvSpPr txBox="1"/>
              <ns0:nvPr/>
            </ns0:nvSpPr>
            <ns0:spPr>
              <ns1:xfrm>
                <ns1:off x="7815961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  <ns0:grpSp>
          <ns0:nvGrpSpPr>
            <ns0:cNvPr id="12" name="组合 11"/>
            <ns0:cNvGrpSpPr/>
            <ns0:nvPr/>
          </ns0:nvGrpSpPr>
          <ns0:grpSpPr>
            <ns1:xfrm>
              <ns1:off x="8341425" y="1772562"/>
              <ns1:ext cx="2836729" cy="201279"/>
              <ns1:chOff x="2114969" y="2094406"/>
              <ns1:chExt cx="2836729" cy="201279"/>
            </ns1:xfrm>
          </ns0:grpSpPr>
          <ns0:sp>
            <ns0:nvSpPr>
              <ns0:cNvPr id="13" name="文本框 12"/>
              <ns0:cNvSpPr txBox="1"/>
              <ns0:nvPr/>
            </ns0:nvSpPr>
            <ns0:spPr>
              <ns1:xfrm>
                <ns1:off x="3201059" y="2094406"/>
                <ns1:ext cx="159788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580" h="119137">
                    <ns1:moveTo>
                      <ns1:pt x="60201" y="0"/>
                    </ns1:moveTo>
                    <ns1:cubicBezTo>
                      <ns1:pt x="72652" y="0"/>
                      <ns1:pt x="83194" y="1984"/>
                      <ns1:pt x="91827" y="5953"/>
                    </ns1:cubicBezTo>
                    <ns1:lnTo>
                      <ns1:pt x="91827" y="22027"/>
                    </ns1:lnTo>
                    <ns1:cubicBezTo>
                      <ns1:pt x="82599" y="16222"/>
                      <ns1:pt x="71611" y="13320"/>
                      <ns1:pt x="58861" y="13320"/>
                    </ns1:cubicBezTo>
                    <ns1:cubicBezTo>
                      <ns1:pt x="46310" y="13320"/>
                      <ns1:pt x="35966" y="17611"/>
                      <ns1:pt x="27830" y="26194"/>
                    </ns1:cubicBezTo>
                    <ns1:cubicBezTo>
                      <ns1:pt x="19694" y="34776"/>
                      <ns1:pt x="15627" y="46087"/>
                      <ns1:pt x="15627" y="60127"/>
                    </ns1:cubicBezTo>
                    <ns1:cubicBezTo>
                      <ns1:pt x="15627" y="74563"/>
                      <ns1:pt x="19372" y="85799"/>
                      <ns1:pt x="26863" y="93836"/>
                    </ns1:cubicBezTo>
                    <ns1:cubicBezTo>
                      <ns1:pt x="34354" y="101873"/>
                      <ns1:pt x="44474" y="105891"/>
                      <ns1:pt x="57224" y="105891"/>
                    </ns1:cubicBezTo>
                    <ns1:cubicBezTo>
                      <ns1:pt x="66005" y="105891"/>
                      <ns1:pt x="73471" y="104204"/>
                      <ns1:pt x="79623" y="100831"/>
                    </ns1:cubicBezTo>
                    <ns1:lnTo>
                      <ns1:pt x="79623" y="69652"/>
                    </ns1:lnTo>
                    <ns1:lnTo>
                      <ns1:pt x="54619" y="69652"/>
                    </ns1:lnTo>
                    <ns1:lnTo>
                      <ns1:pt x="54619" y="56480"/>
                    </ns1:lnTo>
                    <ns1:lnTo>
                      <ns1:pt x="94580" y="56480"/>
                    </ns1:lnTo>
                    <ns1:lnTo>
                      <ns1:pt x="94580" y="109314"/>
                    </ns1:lnTo>
                    <ns1:cubicBezTo>
                      <ns1:pt x="83070" y="115863"/>
                      <ns1:pt x="70073" y="119137"/>
                      <ns1:pt x="55587" y="119137"/>
                    </ns1:cubicBezTo>
                    <ns1:cubicBezTo>
                      <ns1:pt x="38918" y="119137"/>
                      <ns1:pt x="25486" y="113866"/>
                      <ns1:pt x="15292" y="103324"/>
                    </ns1:cubicBezTo>
                    <ns1:cubicBezTo>
                      <ns1:pt x="5097" y="92782"/>
                      <ns1:pt x="0" y="78705"/>
                      <ns1:pt x="0" y="61094"/>
                    </ns1:cubicBezTo>
                    <ns1:cubicBezTo>
                      <ns1:pt x="0" y="43284"/>
                      <ns1:pt x="5630" y="28649"/>
                      <ns1:pt x="16892" y="17190"/>
                    </ns1:cubicBezTo>
                    <ns1:cubicBezTo>
                      <ns1:pt x="28153" y="5730"/>
                      <ns1:pt x="42589" y="0"/>
                      <ns1:pt x="6020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4" name="文本框 13"/>
              <ns0:cNvSpPr txBox="1"/>
              <ns0:nvPr/>
            </ns0:nvSpPr>
            <ns0:spPr>
              <ns1:xfrm>
                <ns1:off x="4443667" y="2094406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3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5" name="文本框 14"/>
              <ns0:cNvSpPr txBox="1"/>
              <ns0:nvPr/>
            </ns0:nvSpPr>
            <ns0:spPr>
              <ns1:xfrm>
                <ns1:off x="2114969" y="2097676"/>
                <ns1:ext cx="14910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256" h="115267">
                    <ns1:moveTo>
                      <ns1:pt x="5209" y="0"/>
                    </ns1:moveTo>
                    <ns1:lnTo>
                      <ns1:pt x="88256" y="0"/>
                    </ns1:lnTo>
                    <ns1:lnTo>
                      <ns1:pt x="88256" y="4465"/>
                    </ns1:lnTo>
                    <ns1:lnTo>
                      <ns1:pt x="21804" y="102096"/>
                    </ns1:lnTo>
                    <ns1:lnTo>
                      <ns1:pt x="86767" y="102096"/>
                    </ns1:lnTo>
                    <ns1:lnTo>
                      <ns1:pt x="86767" y="115267"/>
                    </ns1:lnTo>
                    <ns1:lnTo>
                      <ns1:pt x="0" y="115267"/>
                    </ns1:lnTo>
                    <ns1:lnTo>
                      <ns1:pt x="0" y="110207"/>
                    </ns1:lnTo>
                    <ns1:lnTo>
                      <ns1:pt x="66006" y="13245"/>
                    </ns1:lnTo>
                    <ns1:lnTo>
                      <ns1:pt x="5209" y="13245"/>
                    </ns1:lnTo>
                    <ns1:lnTo>
                      <ns1:pt x="5209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6" name="文本框 15"/>
              <ns0:cNvSpPr txBox="1"/>
              <ns0:nvPr/>
            </ns0:nvSpPr>
            <ns0:spPr>
              <ns1:xfrm>
                <ns1:off x="2296383" y="2097676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7" name="文本框 16"/>
              <ns0:cNvSpPr txBox="1"/>
              <ns0:nvPr/>
            </ns0:nvSpPr>
            <ns0:spPr>
              <ns1:xfrm>
                <ns1:off x="2489488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8" name="文本框 17"/>
              <ns0:cNvSpPr txBox="1"/>
              <ns0:nvPr/>
            </ns0:nvSpPr>
            <ns0:spPr>
              <ns1:xfrm>
                <ns1:off x="2628282" y="2097676"/>
                <ns1:ext cx="75432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44649" h="117202">
                    <ns1:moveTo>
                      <ns1:pt x="29766" y="0"/>
                    </ns1:moveTo>
                    <ns1:lnTo>
                      <ns1:pt x="44649" y="0"/>
                    </ns1:lnTo>
                    <ns1:lnTo>
                      <ns1:pt x="44649" y="73446"/>
                    </ns1:lnTo>
                    <ns1:cubicBezTo>
                      <ns1:pt x="44649" y="87387"/>
                      <ns1:pt x="41697" y="98164"/>
                      <ns1:pt x="35793" y="105779"/>
                    </ns1:cubicBezTo>
                    <ns1:cubicBezTo>
                      <ns1:pt x="29890" y="113394"/>
                      <ns1:pt x="21853" y="117202"/>
                      <ns1:pt x="11683" y="117202"/>
                    </ns1:cubicBezTo>
                    <ns1:cubicBezTo>
                      <ns1:pt x="6970" y="117202"/>
                      <ns1:pt x="3076" y="116507"/>
                      <ns1:pt x="0" y="115118"/>
                    </ns1:cubicBezTo>
                    <ns1:lnTo>
                      <ns1:pt x="0" y="100608"/>
                    </ns1:lnTo>
                    <ns1:cubicBezTo>
                      <ns1:pt x="3076" y="102840"/>
                      <ns1:pt x="6945" y="103956"/>
                      <ns1:pt x="11609" y="103956"/>
                    </ns1:cubicBezTo>
                    <ns1:cubicBezTo>
                      <ns1:pt x="23713" y="103956"/>
                      <ns1:pt x="29766" y="93786"/>
                      <ns1:pt x="29766" y="73446"/>
                    </ns1:cubicBezTo>
                    <ns1:lnTo>
                      <ns1:pt x="29766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9" name="文本框 18"/>
              <ns0:cNvSpPr txBox="1"/>
              <ns0:nvPr/>
            </ns0:nvSpPr>
            <ns0:spPr>
              <ns1:xfrm>
                <ns1:off x="2746961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0" name="文本框 19"/>
              <ns0:cNvSpPr txBox="1"/>
              <ns0:nvPr/>
            </ns0:nvSpPr>
            <ns0:spPr>
              <ns1:xfrm>
                <ns1:off x="2805169" y="2097676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1" name="文本框 20"/>
              <ns0:cNvSpPr txBox="1"/>
              <ns0:nvPr/>
            </ns0:nvSpPr>
            <ns0:spPr>
              <ns1:xfrm>
                <ns1:off x="3004434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2" name="文本框 21"/>
              <ns0:cNvSpPr txBox="1"/>
              <ns0:nvPr/>
            </ns0:nvSpPr>
            <ns0:spPr>
              <ns1:xfrm>
                <ns1:off x="3484807" y="2097676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3" name="文本框 22"/>
              <ns0:cNvSpPr txBox="1"/>
              <ns0:nvPr/>
            </ns0:nvSpPr>
            <ns0:spPr>
              <ns1:xfrm>
                <ns1:off x="3680300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4" name="文本框 23"/>
              <ns0:cNvSpPr txBox="1"/>
              <ns0:nvPr/>
            </ns0:nvSpPr>
            <ns0:spPr>
              <ns1:xfrm>
                <ns1:off x="3889497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5" name="文本框 24"/>
              <ns0:cNvSpPr txBox="1"/>
              <ns0:nvPr/>
            </ns0:nvSpPr>
            <ns0:spPr>
              <ns1:xfrm>
                <ns1:off x="3947077" y="2097676"/>
                <ns1:ext cx="16959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0384" h="115267">
                    <ns1:moveTo>
                      <ns1:pt x="0" y="0"/>
                    </ns1:moveTo>
                    <ns1:lnTo>
                      <ns1:pt x="16520" y="0"/>
                    </ns1:lnTo>
                    <ns1:lnTo>
                      <ns1:pt x="47550" y="90115"/>
                    </ns1:lnTo>
                    <ns1:cubicBezTo>
                      <ns1:pt x="48592" y="93092"/>
                      <ns1:pt x="49361" y="96540"/>
                      <ns1:pt x="49857" y="100459"/>
                    </ns1:cubicBezTo>
                    <ns1:lnTo>
                      <ns1:pt x="50229" y="100459"/>
                    </ns1:lnTo>
                    <ns1:cubicBezTo>
                      <ns1:pt x="50626" y="97036"/>
                      <ns1:pt x="51494" y="93538"/>
                      <ns1:pt x="52834" y="89966"/>
                    </ns1:cubicBezTo>
                    <ns1:lnTo>
                      <ns1:pt x="84460" y="0"/>
                    </ns1:lnTo>
                    <ns1:lnTo>
                      <ns1:pt x="100384" y="0"/>
                    </ns1:lnTo>
                    <ns1:lnTo>
                      <ns1:pt x="58043" y="115267"/>
                    </ns1:lnTo>
                    <ns1:lnTo>
                      <ns1:pt x="41523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6" name="文本框 25"/>
              <ns0:cNvSpPr txBox="1"/>
              <ns0:nvPr/>
            </ns0:nvSpPr>
            <ns0:spPr>
              <ns1:xfrm>
                <ns1:off x="4146971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7" name="文本框 26"/>
              <ns0:cNvSpPr txBox="1"/>
              <ns0:nvPr/>
            </ns0:nvSpPr>
            <ns0:spPr>
              <ns1:xfrm>
                <ns1:off x="4291799" y="2097676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8" name="文本框 27"/>
              <ns0:cNvSpPr txBox="1"/>
              <ns0:nvPr/>
            </ns0:nvSpPr>
            <ns0:spPr>
              <ns1:xfrm>
                <ns1:off x="4597549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9" name="文本框 28"/>
              <ns0:cNvSpPr txBox="1"/>
              <ns0:nvPr/>
            </ns0:nvSpPr>
            <ns0:spPr>
              <ns1:xfrm>
                <ns1:off x="4658271" y="2097676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0" name="文本框 29"/>
              <ns0:cNvSpPr txBox="1"/>
              <ns0:nvPr/>
            </ns0:nvSpPr>
            <ns0:spPr>
              <ns1:xfrm>
                <ns1:off x="4799830" y="2097676"/>
                <ns1:ext cx="151868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9892" h="115267">
                    <ns1:moveTo>
                      <ns1:pt x="0" y="0"/>
                    </ns1:moveTo>
                    <ns1:lnTo>
                      <ns1:pt x="17041" y="0"/>
                    </ns1:lnTo>
                    <ns1:lnTo>
                      <ns1:pt x="41970" y="51048"/>
                    </ns1:lnTo>
                    <ns1:cubicBezTo>
                      <ns1:pt x="42019" y="51097"/>
                      <ns1:pt x="42937" y="53553"/>
                      <ns1:pt x="44723" y="58415"/>
                    </ns1:cubicBezTo>
                    <ns1:lnTo>
                      <ns1:pt x="44946" y="58415"/>
                    </ns1:lnTo>
                    <ns1:cubicBezTo>
                      <ns1:pt x="45542" y="56331"/>
                      <ns1:pt x="46559" y="53900"/>
                      <ns1:pt x="47997" y="51122"/>
                    </ns1:cubicBezTo>
                    <ns1:lnTo>
                      <ns1:pt x="74042" y="0"/>
                    </ns1:lnTo>
                    <ns1:lnTo>
                      <ns1:pt x="89892" y="0"/>
                    </ns1:lnTo>
                    <ns1:lnTo>
                      <ns1:pt x="51941" y="72851"/>
                    </ns1:lnTo>
                    <ns1:lnTo>
                      <ns1:pt x="51941" y="115267"/>
                    </ns1:lnTo>
                    <ns1:lnTo>
                      <ns1:pt x="36984" y="115267"/>
                    </ns1:lnTo>
                    <ns1:lnTo>
                      <ns1:pt x="36984" y="73223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</ns0:grpSp>
      <ns0:grpSp>
        <ns0:nvGrpSpPr>
          <ns0:cNvPr id="66" name="组合 65"/>
          <ns0:cNvGrpSpPr/>
          <ns0:nvPr userDrawn="1"/>
        </ns0:nvGrpSpPr>
        <ns0:grpSpPr>
          <ns1:xfrm>
            <ns1:off x="2972763" y="2313848"/>
            <ns1:ext cx="6246474" cy="720000"/>
            <ns1:chOff x="2885214" y="2245752"/>
            <ns1:chExt cx="6246474" cy="720000"/>
          </ns1:xfrm>
        </ns0:grpSpPr>
        <ns0:grpSp>
          <ns0:nvGrpSpPr>
            <ns0:cNvPr id="67" name="组合 66"/>
            <ns0:cNvGrpSpPr>
              <ns1:grpSpLocks noChangeAspect="1"/>
            </ns0:cNvGrpSpPr>
            <ns0:nvPr/>
          </ns0:nvGrpSpPr>
          <ns0:grpSpPr>
            <ns1:xfrm>
              <ns1:off x="4437434" y="2353752"/>
              <ns1:ext cx="4694254" cy="504000"/>
              <ns1:chOff x="5120086" y="2009499"/>
              <ns1:chExt cx="3940013" cy="423021"/>
            </ns1:xfrm>
          </ns0:grpSpPr>
          <ns0:grpSp>
            <ns0:nvGrpSpPr>
              <ns0:cNvPr id="160" name="组合 24"/>
              <ns0:cNvGrpSpPr>
                <ns1:grpSpLocks noChangeAspect="1"/>
              </ns0:cNvGrpSpPr>
              <ns0:nvPr/>
            </ns0:nvGrpSpPr>
            <ns0:grpSpPr>
              <ns1:xfrm>
                <ns1:off x="5120086" y="2009499"/>
                <ns1:ext cx="1694479" cy="423021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8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61" name="组合 160"/>
              <ns0:cNvGrpSpPr>
                <ns1:grpSpLocks noChangeAspect="1"/>
              </ns0:cNvGrpSpPr>
              <ns0:nvPr/>
            </ns0:nvGrpSpPr>
            <ns0:grpSpPr>
              <ns1:xfrm>
                <ns1:off x="6867029" y="2046019"/>
                <ns1:ext cx="2193070" cy="3425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62" name="文本框 16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63" name="组合 16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82" name="文本框 18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3" name="文本框 18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4" name="组合 16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8" name="文本框 17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9" name="文本框 17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0" name="文本框 17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1" name="文本框 18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5" name="组合 16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6" name="组合 16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7" name="组合 16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</ns0:grpSp>
        <ns0:grpSp>
          <ns0:nvGrpSpPr>
            <ns0:cNvPr id="68" name="组合 67"/>
            <ns0:cNvGrpSpPr>
              <ns1:grpSpLocks noChangeAspect="1"/>
            </ns0:cNvGrpSpPr>
            <ns0:nvPr/>
          </ns0:nvGrpSpPr>
          <ns0:grpSpPr>
            <ns1:xfrm>
              <ns1:off x="2885214" y="2245752"/>
              <ns1:ext cx="1485847" cy="720000"/>
              <ns1:chOff x="2715403" y="1896156"/>
              <ns1:chExt cx="2285440" cy="1107460"/>
            </ns1:xfrm>
          </ns0:grpSpPr>
          <ns0:grpSp>
            <ns0:nvGrpSpPr>
              <ns0:cNvPr id="69" name="组合 68"/>
              <ns0:cNvGrpSpPr/>
              <ns0:nvPr/>
            </ns0:nvGrpSpPr>
            <ns0:grpSpPr>
              <ns1:xfrm>
                <ns1:off x="2715403" y="1896156"/>
                <ns1:ext cx="1105976" cy="1106805"/>
                <ns1:chOff x="694796" y="3108435"/>
                <ns1:chExt cx="1359476" cy="1360493"/>
              </ns1:xfrm>
            </ns0:grpSpPr>
            <ns0:sp>
              <ns0:nvSpPr>
                <ns0:cNvPr id="12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2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3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4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5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6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7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8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9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0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1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2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70" name="组合 69"/>
              <ns0:cNvGrpSpPr>
                <ns1:grpSpLocks noChangeAspect="1"/>
              </ns0:cNvGrpSpPr>
              <ns0:nvPr/>
            </ns0:nvGrpSpPr>
            <ns0:grpSpPr>
              <ns1:xfrm>
                <ns1:off x="3894038" y="1897220"/>
                <ns1:ext cx="1106805" cy="1106396"/>
                <ns1:chOff x="3956050" y="1285875"/>
                <ns1:chExt cx="4287838" cy="4286250"/>
              </ns1:xfrm>
            </ns0:grpSpPr>
            <ns0:sp>
              <ns0:nvSpPr>
                <ns0:cNvPr id="71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2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3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74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5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6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7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8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9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0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1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2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193" name="矩形 192"/>
          <ns0:cNvSpPr/>
          <ns0:nvPr userDrawn="1"/>
        </ns0:nvSpPr>
        <ns0:spPr>
          <ns1:xfrm>
            <ns1:off x="0" y="2"/>
            <ns1:ext cx="3895069" cy="6857998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4" name="矩形 193"/>
          <ns0:cNvSpPr/>
          <ns0:nvPr userDrawn="1"/>
        </ns0:nvSpPr>
        <ns0:spPr>
          <ns1:xfrm>
            <ns1:off x="1790969" y="1539061"/>
            <ns1:ext cx="3601352" cy="182868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5" name="矩形 194"/>
          <ns0:cNvSpPr/>
          <ns0:nvPr userDrawn="1"/>
        </ns0:nvSpPr>
        <ns0:spPr>
          <ns1:xfrm>
            <ns1:off x="1875535" y="1632365"/>
            <ns1:ext cx="3432219" cy="1642072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7" name="矩形 196"/>
          <ns0:cNvSpPr/>
          <ns0:nvPr/>
        </ns0:nvSpPr>
        <ns0:spPr>
          <ns1:xfrm>
            <ns1:off x="2803209" y="1970726"/>
            <ns1:ext cx="1646605" cy="923330"/>
          </ns1:xfrm>
          <ns1:prstGeom prst="rect">
            <ns1:avLst/>
          </ns1:prstGeom>
        </ns0:spPr>
        <ns0:txBody>
          <ns1:bodyPr wrap="none">
            <ns1:spAutoFit/>
          </ns1:bodyPr>
          <ns1:lstStyle/>
          <ns1:p>
            <ns1:pPr algn="ctr">
              <ns1:lnSpc>
                <ns1:spcPct val="100000"/>
              </ns1:lnSpc>
            </ns1:pPr>
            <ns1:r>
              <ns1:rPr lang="zh-CN" altLang="en-US" sz="5400" b="1" spc="30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en-US" altLang="zh-CN" sz="5400" b="1" spc="300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grpSp>
        <ns0:nvGrpSpPr>
          <ns0:cNvPr id="200" name="组合 199"/>
          <ns0:cNvGrpSpPr>
            <ns1:grpSpLocks noChangeAspect="1"/>
          </ns0:cNvGrpSpPr>
          <ns0:nvPr userDrawn="1"/>
        </ns0:nvGrpSpPr>
        <ns0:grpSpPr>
          <ns1:xfrm>
            <ns1:off x="256508" y="3872753"/>
            <ns1:ext cx="3108648" cy="2421794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</ns0:grpSpPr>
        <ns0:sp>
          <ns0:nvSpPr>
            <ns0:cNvPr id="201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2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5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6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7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1" name="组合 40"/>
          <ns0:cNvGrpSpPr/>
          <ns0:nvPr userDrawn="1"/>
        </ns0:nvGrpSpPr>
        <ns0:grpSpPr>
          <ns1:xfrm>
            <ns1:off x="8376195" y="0"/>
            <ns1:ext cx="216000" cy="6858000"/>
            <ns1:chOff x="8505291" y="0"/>
            <ns1:chExt cx="216000" cy="6858000"/>
          </ns1:xfrm>
        </ns0:grpSpPr>
        <ns0:cxnSp>
          <ns0:nvCxnSpPr>
            <ns0:cNvPr id="42" name="直接连接符 41"/>
            <ns0:cNvCxnSpPr/>
            <ns0:nvPr/>
          </ns0:nvCxnSpPr>
          <ns0:spPr>
            <ns1:xfrm>
              <ns1:off x="8613291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43" name="组合 42"/>
            <ns0:cNvGrpSpPr/>
            <ns0:nvPr/>
          </ns0:nvGrpSpPr>
          <ns0:grpSpPr>
            <ns1:xfrm>
              <ns1:off x="8505291" y="915312"/>
              <ns1:ext cx="216000" cy="216000"/>
              <ns1:chOff x="5988000" y="983302"/>
              <ns1:chExt cx="216000" cy="216000"/>
            </ns1:xfrm>
          </ns0:grpSpPr>
          <ns0:sp>
            <ns0:nvSpPr>
              <ns0:cNvPr id="62" name="椭圆 6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3" name="椭圆 6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4" name="组合 43"/>
            <ns0:cNvGrpSpPr/>
            <ns0:nvPr/>
          </ns0:nvGrpSpPr>
          <ns0:grpSpPr>
            <ns1:xfrm>
              <ns1:off x="8505291" y="5716899"/>
              <ns1:ext cx="216000" cy="216000"/>
              <ns1:chOff x="5988000" y="983302"/>
              <ns1:chExt cx="216000" cy="216000"/>
            </ns1:xfrm>
          </ns0:grpSpPr>
          <ns0:sp>
            <ns0:nvSpPr>
              <ns0:cNvPr id="60" name="椭圆 5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1" name="椭圆 6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5" name="组合 44"/>
            <ns0:cNvGrpSpPr/>
            <ns0:nvPr/>
          </ns0:nvGrpSpPr>
          <ns0:grpSpPr>
            <ns1:xfrm>
              <ns1:off x="8505291" y="1715576"/>
              <ns1:ext cx="216000" cy="216000"/>
              <ns1:chOff x="5988000" y="983302"/>
              <ns1:chExt cx="216000" cy="216000"/>
            </ns1:xfrm>
          </ns0:grpSpPr>
          <ns0:sp>
            <ns0:nvSpPr>
              <ns0:cNvPr id="58" name="椭圆 57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9" name="椭圆 58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6" name="组合 45"/>
            <ns0:cNvGrpSpPr/>
            <ns0:nvPr/>
          </ns0:nvGrpSpPr>
          <ns0:grpSpPr>
            <ns1:xfrm>
              <ns1:off x="8505291" y="2515840"/>
              <ns1:ext cx="216000" cy="216000"/>
              <ns1:chOff x="5988000" y="983302"/>
              <ns1:chExt cx="216000" cy="216000"/>
            </ns1:xfrm>
          </ns0:grpSpPr>
          <ns0:sp>
            <ns0:nvSpPr>
              <ns0:cNvPr id="56" name="椭圆 55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7" name="椭圆 56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7" name="组合 46"/>
            <ns0:cNvGrpSpPr/>
            <ns0:nvPr/>
          </ns0:nvGrpSpPr>
          <ns0:grpSpPr>
            <ns1:xfrm>
              <ns1:off x="8505291" y="3316104"/>
              <ns1:ext cx="216000" cy="216000"/>
              <ns1:chOff x="5988000" y="983302"/>
              <ns1:chExt cx="216000" cy="216000"/>
            </ns1:xfrm>
          </ns0:grpSpPr>
          <ns0:sp>
            <ns0:nvSpPr>
              <ns0:cNvPr id="54" name="椭圆 53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5" name="椭圆 54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8" name="组合 47"/>
            <ns0:cNvGrpSpPr/>
            <ns0:nvPr/>
          </ns0:nvGrpSpPr>
          <ns0:grpSpPr>
            <ns1:xfrm>
              <ns1:off x="8505291" y="4116369"/>
              <ns1:ext cx="216000" cy="216000"/>
              <ns1:chOff x="5988000" y="983302"/>
              <ns1:chExt cx="216000" cy="216000"/>
            </ns1:xfrm>
          </ns0:grpSpPr>
          <ns0:sp>
            <ns0:nvSpPr>
              <ns0:cNvPr id="52" name="椭圆 5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3" name="椭圆 5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9" name="组合 48"/>
            <ns0:cNvGrpSpPr/>
            <ns0:nvPr/>
          </ns0:nvGrpSpPr>
          <ns0:grpSpPr>
            <ns1:xfrm>
              <ns1:off x="8505291" y="4916634"/>
              <ns1:ext cx="216000" cy="216000"/>
              <ns1:chOff x="5988000" y="983302"/>
              <ns1:chExt cx="216000" cy="216000"/>
            </ns1:xfrm>
          </ns0:grpSpPr>
          <ns0:sp>
            <ns0:nvSpPr>
              <ns0:cNvPr id="50" name="椭圆 4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1" name="椭圆 5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/>
          <ns0:nvPr userDrawn="1"/>
        </ns0:nvGrpSpPr>
        <ns0:grpSpPr>
          <ns1:xfrm>
            <ns1:off x="1527244" y="1774679"/>
            <ns1:ext cx="3156266" cy="3308642"/>
            <ns1:chOff x="1972207" y="925102"/>
            <ns1:chExt cx="3156266" cy="3308642"/>
          </ns1:xfrm>
        </ns0:grpSpPr>
        <ns0:grpSp>
          <ns0:nvGrpSpPr>
            <ns0:cNvPr id="6" name="组合 5"/>
            <ns0:cNvGrpSpPr/>
            <ns0:nvPr/>
          </ns0:nvGrpSpPr>
          <ns0:grpSpPr>
            <ns1:xfrm>
              <ns1:off x="1972207" y="925102"/>
              <ns1:ext cx="3156266" cy="3308642"/>
              <ns1:chOff x="1972207" y="925102"/>
              <ns1:chExt cx="3156266" cy="3308642"/>
            </ns1:xfrm>
          </ns0:grpSpPr>
          <ns0:sp>
            <ns0:nvSpPr>
              <ns0:cNvPr id="15" name="矩形 14"/>
              <ns0:cNvSpPr/>
              <ns0:nvPr/>
            </ns0:nvSpPr>
            <ns0:spPr>
              <ns1:xfrm>
                <ns1:off x="1972207" y="1249344"/>
                <ns1:ext cx="2808000" cy="2984400"/>
              </ns1:xfrm>
              <ns1:prstGeom prst="rect">
                <ns1:avLst/>
              </ns1:prstGeom>
              <ns1:solidFill>
                <ns1:schemeClr val="bg1">
                  <ns1:lumMod val="85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16" name="矩形 15"/>
              <ns0:cNvSpPr/>
              <ns0:nvPr/>
            </ns0:nvSpPr>
            <ns0:spPr>
              <ns1:xfrm>
                <ns1:off x="2322319" y="925102"/>
                <ns1:ext cx="2806154" cy="3001057"/>
              </ns1:xfrm>
              <ns1:prstGeom prst="rect">
                <ns1:avLst/>
              </ns1:prstGeom>
              <ns1:solidFill>
                <ns1:srgbClr val="123A85"/>
              </ns1:solidFill>
              <ns1:ln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 dirty="0"/>
              </ns1:p>
            </ns0:txBody>
          </ns0:sp>
          <ns0:grpSp>
            <ns0:nvGrpSpPr>
              <ns0:cNvPr id="17" name="组合 16"/>
              <ns0:cNvGrpSpPr/>
              <ns0:nvPr/>
            </ns0:nvGrpSpPr>
            <ns0:grpSpPr>
              <ns1:xfrm>
                <ns1:off x="2598004" y="1540484"/>
                <ns1:ext cx="2254784" cy="1770293"/>
                <ns1:chOff x="2925678" y="658472"/>
                <ns1:chExt cx="2254784" cy="1770293"/>
              </ns1:xfrm>
            </ns0:grpSpPr>
            <ns0:sp>
              <ns0:nvSpPr>
                <ns0:cNvPr id="18" name="矩形 17"/>
                <ns0:cNvSpPr/>
                <ns0:nvPr/>
              </ns0:nvSpPr>
              <ns0:spPr>
                <ns1:xfrm>
                  <ns1:off x="3687746" y="937828"/>
                  <ns1:ext cx="1492716" cy="931345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zh-CN" altLang="en-US" sz="48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</ns1:t>
                  </ns1:r>
                  <ns1:endParaRPr lang="en-US" altLang="zh-CN" sz="48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19" name="矩形 18"/>
                <ns0:cNvSpPr/>
                <ns0:nvPr/>
              </ns0:nvSpPr>
              <ns0:spPr>
                <ns1:xfrm>
                  <ns1:off x="2925678" y="658472"/>
                  <ns1:ext cx="1047082" cy="1770293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96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</ns1:t>
                  </ns1:r>
                  <ns1:endParaRPr lang="en-US" altLang="zh-CN" sz="96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20" name="矩形 19"/>
                <ns0:cNvSpPr/>
                <ns0:nvPr/>
              </ns0:nvSpPr>
              <ns0:spPr>
                <ns1:xfrm>
                  <ns1:off x="3748232" y="1725330"/>
                  <ns1:ext cx="1393330" cy="441916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20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示例内容公开模</ns1:t>
                  </ns1:r>
                  <ns1:endParaRPr lang="en-US" altLang="zh-CN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</ns0:grpSp>
        </ns0:grpSp>
        <ns0:grpSp>
          <ns0:nvGrpSpPr>
            <ns0:cNvPr id="7" name="组合 6"/>
            <ns0:cNvGrpSpPr>
              <ns1:grpSpLocks noChangeAspect="1"/>
            </ns0:cNvGrpSpPr>
            <ns0:nvPr/>
          </ns0:nvGrpSpPr>
          <ns0:grpSpPr>
            <ns1:xfrm>
              <ns1:off x="2713265" y="1610761"/>
              <ns1:ext cx="2061445" cy="1605970"/>
              <ns1:chOff x="3374572" y="431805"/>
              <ns1:chExt cx="5169870" cy="4027587"/>
            </ns1:xfrm>
            <ns1:solidFill>
              <ns1:srgbClr val="FFFFFF">
                <ns1:alpha val="20000"/>
              </ns1:srgbClr>
            </ns1:solidFill>
          </ns0:grpSpPr>
          <ns0:sp>
            <ns0:nvSpPr>
              <ns0:cNvPr id="8" name="Freeform 13"/>
              <ns0:cNvSpPr>
                <ns1:spLocks noEditPoints="1"/>
              </ns0:cNvSpPr>
              <ns0:nvPr/>
            </ns0:nvSpPr>
            <ns0:spPr bwMode="auto">
              <ns1:xfrm>
                <ns1:off x="3754467" y="1778917"/>
                <ns1:ext cx="4789975" cy="2680475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9" name="Freeform 14"/>
              <ns0:cNvSpPr/>
              <ns0:nvPr/>
            </ns0:nvSpPr>
            <ns0:spPr bwMode="auto">
              <ns1:xfrm>
                <ns1:off x="3374572" y="967899"/>
                <ns1:ext cx="3650292" cy="225709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0" name="Freeform 16"/>
              <ns0:cNvSpPr/>
              <ns0:nvPr/>
            </ns0:nvSpPr>
            <ns0:spPr bwMode="auto">
              <ns1:xfrm>
                <ns1:off x="6719297" y="863430"/>
                <ns1:ext cx="831364" cy="2347821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1" name="Freeform 17"/>
              <ns0:cNvSpPr/>
              <ns0:nvPr/>
            </ns0:nvSpPr>
            <ns0:spPr bwMode="auto">
              <ns1:xfrm>
                <ns1:off x="4723474" y="2081328"/>
                <ns1:ext cx="2086667" cy="1215149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2" name="Freeform 25"/>
              <ns0:cNvSpPr/>
              <ns0:nvPr/>
            </ns0:nvSpPr>
            <ns0:spPr bwMode="auto">
              <ns1:xfrm>
                <ns1:off x="5455734" y="4022267"/>
                <ns1:ext cx="470740" cy="233683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3" name="Freeform 26"/>
              <ns0:cNvSpPr/>
              <ns0:nvPr/>
            </ns0:nvSpPr>
            <ns0:spPr bwMode="auto">
              <ns1:xfrm>
                <ns1:off x="6980818" y="431805"/>
                <ns1:ext cx="399165" cy="346400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4" name="Freeform 27"/>
              <ns0:cNvSpPr/>
              <ns0:nvPr/>
            </ns0:nvSpPr>
            <ns0:spPr bwMode="auto">
              <ns1:xfrm>
                <ns1:off x="7737855" y="1806408"/>
                <ns1:ext cx="264274" cy="85226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</ns0:grpSp>
      <ns0:grpSp>
        <ns0:nvGrpSpPr>
          <ns0:cNvPr id="21" name="组合 20"/>
          <ns0:cNvGrpSpPr/>
          <ns0:nvPr userDrawn="1"/>
        </ns0:nvGrpSpPr>
        <ns0:grpSpPr>
          <ns1:xfrm>
            <ns1:off x="8022237" y="0"/>
            <ns1:ext cx="144000" cy="6858000"/>
            <ns1:chOff x="8420269" y="0"/>
            <ns1:chExt cx="144000" cy="6858000"/>
          </ns1:xfrm>
        </ns0:grpSpPr>
        <ns0:cxnSp>
          <ns0:nvCxnSpPr>
            <ns0:cNvPr id="22" name="直接连接符 21"/>
            <ns0:cNvCxnSpPr/>
            <ns0:nvPr/>
          </ns0:nvCxnSpPr>
          <ns0:spPr>
            <ns1:xfrm>
              <ns1:off x="8492269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23" name="组合 22"/>
            <ns0:cNvGrpSpPr/>
            <ns0:nvPr/>
          </ns0:nvGrpSpPr>
          <ns0:grpSpPr>
            <ns1:xfrm>
              <ns1:off x="8420269" y="925102"/>
              <ns1:ext cx="144000" cy="5007797"/>
              <ns1:chOff x="8420269" y="1064953"/>
              <ns1:chExt cx="144000" cy="5007797"/>
            </ns1:xfrm>
          </ns0:grpSpPr>
          <ns0:sp>
            <ns0:nvSpPr>
              <ns0:cNvPr id="24" name="椭圆 23"/>
              <ns0:cNvSpPr/>
              <ns0:nvPr/>
            </ns0:nvSpPr>
            <ns0:spPr>
              <ns1:xfrm flipH="1">
                <ns1:off x="8420269" y="1064953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25" name="椭圆 24"/>
              <ns0:cNvSpPr/>
              <ns0:nvPr/>
            </ns0:nvSpPr>
            <ns0:spPr>
              <ns1:xfrm flipH="1">
                <ns1:off x="8420269" y="1875586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6" name="椭圆 25"/>
              <ns0:cNvSpPr/>
              <ns0:nvPr/>
            </ns0:nvSpPr>
            <ns0:spPr>
              <ns1:xfrm flipH="1">
                <ns1:off x="8420269" y="2686219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7" name="椭圆 26"/>
              <ns0:cNvSpPr/>
              <ns0:nvPr/>
            </ns0:nvSpPr>
            <ns0:spPr>
              <ns1:xfrm flipH="1">
                <ns1:off x="8420269" y="3496852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8" name="椭圆 27"/>
              <ns0:cNvSpPr/>
              <ns0:nvPr/>
            </ns0:nvSpPr>
            <ns0:spPr>
              <ns1:xfrm flipH="1">
                <ns1:off x="8420269" y="4307485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9" name="椭圆 28"/>
              <ns0:cNvSpPr/>
              <ns0:nvPr/>
            </ns0:nvSpPr>
            <ns0:spPr>
              <ns1:xfrm flipH="1">
                <ns1:off x="8420269" y="5118118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30" name="椭圆 29"/>
              <ns0:cNvSpPr/>
              <ns0:nvPr/>
            </ns0:nvSpPr>
            <ns0:spPr>
              <ns1:xfrm flipH="1">
                <ns1:off x="8420269" y="5928750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preserve="1" userDrawn="1">
  <ns0:cSld name="3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5" name="直接连接符 4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06" name="矩形: 单圆角 205"/>
          <ns0:cNvSpPr/>
          <ns0:nvPr/>
        </ns0:nvSpPr>
        <ns0:spPr>
          <ns1:xfrm>
            <ns1:off x="1" y="146988"/>
            <ns1:ext cx="3124199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203" name="组合 202"/>
          <ns0:cNvGrpSpPr/>
          <ns0:nvPr userDrawn="1"/>
        </ns0:nvGrpSpPr>
        <ns0:grpSpPr>
          <ns1:xfrm>
            <ns1:off x="10464801" y="6410172"/>
            <ns1:ext cx="1480042" cy="331731"/>
            <ns1:chOff x="5189030" y="750296"/>
            <ns1:chExt cx="4652816" cy="1042863"/>
          </ns1:xfrm>
        </ns0:grpSpPr>
        <ns0:grpSp>
          <ns0:nvGrpSpPr>
            <ns0:cNvPr id="204" name="组合 20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15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3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2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3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4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5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6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7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8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9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0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1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2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16" name="组合 215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270" name="文本框 269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271" name="组合 270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29" name="文本框 328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30" name="文本框 329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2" name="组合 271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286" name="文本框 285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7" name="文本框 286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7" name="文本框 326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8" name="文本框 327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3" name="组合 272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282" name="文本框 281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3" name="文本框 282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4" name="文本框 283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5" name="文本框 284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4" name="组合 273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280" name="文本框 279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1" name="文本框 280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5" name="组合 274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276" name="文本框 275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7" name="文本框 276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8" name="文本框 277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9" name="文本框 278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17" name="组合 216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5973" cy="263366"/>
                <ns1:chOff x="3341483" y="2044383"/>
                <ns1:chExt cx="3592904" cy="309637"/>
              </ns1:xfrm>
              <ns1:grpFill/>
            </ns0:grpSpPr>
            <ns0:sp>
              <ns0:nvSpPr>
                <ns0:cNvPr id="218" name="文本框 217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19" name="文本框 218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0" name="文本框 219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1" name="文本框 220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2" name="文本框 221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3" name="文本框 222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4" name="文本框 223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5" name="文本框 224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6" name="文本框 225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7" name="文本框 226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8" name="文本框 227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9" name="文本框 228"/>
                <ns0:cNvSpPr txBox="1"/>
                <ns0:nvPr/>
              </ns0:nvSpPr>
              <ns0:spPr>
                <ns1:xfrm>
                  <ns1:off x="6863544" y="2044383"/>
                  <ns1:ext cx="70843" cy="119138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0" name="文本框 229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1" name="文本框 230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2" name="文本框 231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3" name="文本框 232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4" name="文本框 233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5" name="文本框 234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6" name="文本框 235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7" name="文本框 236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8" name="文本框 237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9" name="文本框 238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0" name="文本框 239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1" name="文本框 240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2" name="文本框 241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3" name="文本框 242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4" name="文本框 243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5" name="文本框 244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6" name="文本框 245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7" name="文本框 246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8" name="文本框 247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9" name="文本框 248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0" name="文本框 249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1" name="文本框 250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2" name="文本框 251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3" name="文本框 252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4" name="文本框 253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5" name="文本框 254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6" name="文本框 255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7" name="文本框 256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8" name="文本框 257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9" name="文本框 258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0" name="文本框 259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1" name="文本框 260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2" name="文本框 261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3" name="文本框 262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4" name="文本框 263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5" name="文本框 264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6" name="文本框 265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7" name="文本框 266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8" name="文本框 267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9" name="文本框 268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05" name="直接连接符 20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preserve="1" userDrawn="1">
  <ns0:cSld name="封底1-纯色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90" name="矩形 189"/>
          <ns0:cNvSpPr/>
          <ns0:nvPr userDrawn="1"/>
        </ns0:nvSpPr>
        <ns0:spPr>
          <ns1:xfrm>
            <ns1:off x="0" y="0"/>
            <ns1:ext cx="12192000" cy="6858001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193" name="组合 192"/>
          <ns0:cNvGrpSpPr/>
          <ns0:nvPr/>
        </ns0:nvGrpSpPr>
        <ns0:grpSpPr>
          <ns1:xfrm>
            <ns1:off x="5168183" y="2399057"/>
            <ns1:ext cx="4990123" cy="1118466"/>
            <ns1:chOff x="5189030" y="750296"/>
            <ns1:chExt cx="4652816" cy="1042863"/>
          </ns1:xfrm>
        </ns0:grpSpPr>
        <ns0:grpSp>
          <ns0:nvGrpSpPr>
            <ns0:cNvPr id="284" name="组合 28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86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6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87" name="组合 286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342" name="文本框 34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343" name="组合 34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62" name="文本框 36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3" name="文本框 36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4" name="组合 34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358" name="文本框 35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9" name="文本框 35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0" name="文本框 35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1" name="文本框 36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5" name="组合 34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354" name="文本框 35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5" name="文本框 35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6" name="文本框 35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7" name="文本框 35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6" name="组合 34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352" name="文本框 35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3" name="文本框 35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7" name="组合 34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348" name="文本框 34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49" name="文本框 34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0" name="文本框 34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1" name="文本框 35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88" name="组合 287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1912" cy="263366"/>
                <ns1:chOff x="3341483" y="2044383"/>
                <ns1:chExt cx="3588128" cy="309637"/>
              </ns1:xfrm>
              <ns1:grpFill/>
            </ns0:grpSpPr>
            <ns0:sp>
              <ns0:nvSpPr>
                <ns0:cNvPr id="289" name="文本框 288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0" name="文本框 289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1" name="文本框 290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2" name="文本框 291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3" name="文本框 292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4" name="文本框 293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5" name="文本框 294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6" name="文本框 295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7" name="文本框 296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8" name="文本框 297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9" name="文本框 298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0" name="文本框 299"/>
                <ns0:cNvSpPr txBox="1"/>
                <ns0:nvPr/>
              </ns0:nvSpPr>
              <ns0:spPr>
                <ns1:xfrm>
                  <ns1:off x="6858769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1" name="文本框 300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2" name="文本框 301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3" name="文本框 302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4" name="文本框 303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5" name="文本框 304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6" name="文本框 305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7" name="文本框 306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8" name="文本框 307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9" name="文本框 308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0" name="文本框 309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1" name="文本框 310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2" name="文本框 311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3" name="文本框 312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4" name="文本框 313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5" name="文本框 314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6" name="文本框 315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7" name="文本框 316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8" name="文本框 317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9" name="文本框 318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0" name="文本框 319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1" name="文本框 320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2" name="文本框 321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4" name="文本框 323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5" name="文本框 324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6" name="文本框 325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7" name="文本框 326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8" name="文本框 327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9" name="文本框 328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0" name="文本框 329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1" name="文本框 330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2" name="文本框 331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3" name="文本框 332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4" name="文本框 333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5" name="文本框 334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6" name="文本框 335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7" name="文本框 336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8" name="文本框 337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9" name="文本框 338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0" name="文本框 339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1" name="文本框 340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85" name="直接连接符 28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grpSp>
        <ns0:nvGrpSpPr>
          <ns0:cNvPr id="195" name="组合 194"/>
          <ns0:cNvGrpSpPr>
            <ns1:grpSpLocks noChangeAspect="1"/>
          </ns0:cNvGrpSpPr>
          <ns0:nvPr/>
        </ns0:nvGrpSpPr>
        <ns0:grpSpPr>
          <ns1:xfrm>
            <ns1:off x="3614466" y="2302719"/>
            <ns1:ext cx="1340443" cy="1338168"/>
            <ns1:chOff x="3956050" y="1285875"/>
            <ns1:chExt cx="4287838" cy="4286250"/>
          </ns1:xfrm>
          <ns1:solidFill>
            <ns1:schemeClr val="bg1"/>
          </ns1:solidFill>
        </ns0:grpSpPr>
        <ns0:sp>
          <ns0:nvSpPr>
            <ns0:cNvPr id="196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7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8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199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0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1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2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5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6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7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8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355797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9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0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1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2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3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4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5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6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7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8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9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0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1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2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3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4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5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6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7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8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9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0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1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2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3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4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5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6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7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8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9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0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1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2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3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4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5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376" name="组合 375"/>
          <ns0:cNvGrpSpPr>
            <ns1:grpSpLocks noChangeAspect="1"/>
          </ns0:cNvGrpSpPr>
          <ns0:nvPr userDrawn="1"/>
        </ns0:nvGrpSpPr>
        <ns0:grpSpPr>
          <ns1:xfrm>
            <ns1:off x="5287414" y="2302471"/>
            <ns1:ext cx="8482616" cy="6608387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  <ns1:effectLst>
            <ns1:outerShdw blurRad="63500" sx="102000" sy="102000" algn="ctr" rotWithShape="0">
              <ns1:prstClr val="black">
                <ns1:alpha val="40000"/>
              </ns1:prstClr>
            </ns1:outerShdw>
          </ns1:effectLst>
        </ns0:grpSpPr>
        <ns0:sp>
          <ns0:nvSpPr>
            <ns0:cNvPr id="377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8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9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0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1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2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3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22" name="组合 421"/>
          <ns0:cNvGrpSpPr/>
          <ns0:nvPr userDrawn="1"/>
        </ns0:nvGrpSpPr>
        <ns0:grpSpPr>
          <ns1:xfrm>
            <ns1:off x="2033936" y="2301934"/>
            <ns1:ext cx="1339200" cy="1339200"/>
            <ns1:chOff x="4038600" y="2259880"/>
            <ns1:chExt cx="2647060" cy="2669747"/>
          </ns1:xfrm>
          <ns1:solidFill>
            <ns1:schemeClr val="bg1"/>
          </ns1:solidFill>
        </ns0:grpSpPr>
        <ns0:sp>
          <ns0:nvSpPr>
            <ns0:cNvPr id="423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4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5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6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7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8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9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0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1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2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3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4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5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6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7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8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9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0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1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2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3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4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5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6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7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8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9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0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1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2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3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4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 dirty="0"/>
            </ns1:p>
          </ns0:txBody>
        </ns0:sp>
        <ns0:sp>
          <ns0:nvSpPr>
            <ns0:cNvPr id="455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6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7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8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9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1_封底2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4" name="矩形 3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4683896"/>
            <ns1:ext cx="12192000" cy="2174105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pic>
        <ns0:nvPicPr>
          <ns0:cNvPr id="6" name="图片 5"/>
          <ns0:cNvPicPr>
            <ns1:picLocks noChangeAspect="1"/>
          </ns0:cNvPicPr>
          <ns0:nvPr userDrawn="1"/>
        </ns0:nvPicPr>
        <ns0:blipFill>
          <ns1:blip ns2:embed="rId3" cstate="print">
            <ns1:duotone>
              <ns1:schemeClr val="bg2">
                <ns1:shade val="45000"/>
                <ns1:satMod val="135000"/>
              </ns1:schemeClr>
              <ns1:prstClr val="white"/>
            </ns1:duotone>
            <ns1:extLst>
              <ns1:ext uri="{BEBA8EAE-BF5A-486C-A8C5-ECC9F3942E4B}">
                <ns3:imgProps>
                  <ns3:imgLayer ns2:embed="rId4">
                    <ns3:imgEffect>
                      <ns3:brightnessContrast bright="20000"/>
                    </ns3:imgEffect>
                    <ns3:imgEffect>
                      <ns3:sharpenSoften amount="3000"/>
                    </ns3:imgEffect>
                  </ns3:imgLayer>
                </ns3:imgProps>
              </ns1:ex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-553453" y="4800600"/>
            <ns1:ext cx="13292805" cy="1845381"/>
          </ns1:xfrm>
          <ns1:prstGeom prst="rect">
            <ns1:avLst/>
          </ns1:prstGeom>
          <ns1:noFill/>
          <ns1:effectLst>
            <ns1:innerShdw blurRad="63500" dist="50800" dir="13500000">
              <ns1:srgbClr val="2F5EB0">
                <ns1:alpha val="50000"/>
              </ns1:srgbClr>
            </ns1:innerShdw>
          </ns1:effectLst>
        </ns0:spPr>
      </ns0:pic>
      <ns0:grpSp>
        <ns0:nvGrpSpPr>
          <ns0:cNvPr id="7" name="组合 6"/>
          <ns0:cNvGrpSpPr>
            <ns1:grpSpLocks noChangeAspect="1"/>
          </ns0:cNvGrpSpPr>
          <ns0:nvPr userDrawn="1"/>
        </ns0:nvGrpSpPr>
        <ns0:grpSpPr>
          <ns1:xfrm>
            <ns1:off x="2228173" y="1845019"/>
            <ns1:ext cx="7735654" cy="1350000"/>
            <ns1:chOff x="957368" y="742366"/>
            <ns1:chExt cx="2373671" cy="414245"/>
          </ns1:xfrm>
        </ns0:grpSpPr>
        <ns0:grpSp>
          <ns0:nvGrpSpPr>
            <ns0:cNvPr id="8" name="组合 7"/>
            <ns0:cNvGrpSpPr>
              <ns1:grpSpLocks noChangeAspect="1"/>
            </ns0:cNvGrpSpPr>
            <ns0:nvPr/>
          </ns0:nvGrpSpPr>
          <ns0:grpSpPr>
            <ns1:xfrm>
              <ns1:off x="1856839" y="784762"/>
              <ns1:ext cx="1473761" cy="330421"/>
              <ns1:chOff x="3247290" y="1371036"/>
              <ns1:chExt cx="3126910" cy="701061"/>
            </ns1:xfrm>
          </ns0:grpSpPr>
          <ns0:grpSp>
            <ns0:nvGrpSpPr>
              <ns0:cNvPr id="100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78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79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0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1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2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3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4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01" name="组合 100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56" name="文本框 155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57" name="组合 156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8" name="组合 157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9" name="组合 158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0" name="组合 159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66" name="文本框 165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7" name="文本框 166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1" name="组合 160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2" name="文本框 161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3" name="文本框 162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4" name="文本框 163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5" name="文本框 164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102" name="组合 101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0206" cy="263366"/>
                <ns1:chOff x="3341483" y="2044383"/>
                <ns1:chExt cx="3586127" cy="309637"/>
              </ns1:xfrm>
              <ns1:solidFill>
                <ns1:srgbClr val="123A85"/>
              </ns1:solidFill>
            </ns0:grpSpPr>
            <ns0:sp>
              <ns0:nvSpPr>
                <ns0:cNvPr id="103" name="文本框 102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4" name="文本框 103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5" name="文本框 104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6" name="文本框 105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7" name="文本框 106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8" name="文本框 107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9" name="文本框 108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0" name="文本框 109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1" name="文本框 110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2" name="文本框 111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3" name="文本框 112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4" name="文本框 113"/>
                <ns0:cNvSpPr txBox="1"/>
                <ns0:nvPr/>
              </ns0:nvSpPr>
              <ns0:spPr>
                <ns1:xfrm>
                  <ns1:off x="6856768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5" name="文本框 114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6" name="文本框 115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7" name="文本框 116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8" name="文本框 117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9" name="文本框 118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0" name="文本框 119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1" name="文本框 120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2" name="文本框 121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3" name="文本框 122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4" name="文本框 123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5" name="文本框 124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6" name="文本框 125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7" name="文本框 126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8" name="文本框 127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9" name="文本框 128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0" name="文本框 129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1" name="文本框 130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2" name="文本框 131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3" name="文本框 132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4" name="文本框 133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5" name="文本框 134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6" name="文本框 135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8" name="文本框 137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9" name="文本框 138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0" name="文本框 139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1" name="文本框 140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2" name="文本框 141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3" name="文本框 142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4" name="文本框 143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5" name="文本框 144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6" name="文本框 145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7" name="文本框 146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8" name="文本框 147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9" name="文本框 148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0" name="文本框 149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1" name="文本框 150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2" name="文本框 151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3" name="文本框 152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4" name="文本框 153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5" name="文本框 154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9" name="直接连接符 8"/>
            <ns0:cNvCxnSpPr/>
            <ns0:nvPr/>
          </ns0:nvCxnSpPr>
          <ns0:spPr>
            <ns1:xfrm flipV="1">
              <ns1:off x="1856839" y="952951"/>
              <ns1:ext cx="1474200" cy="0"/>
            </ns1:xfrm>
            <ns1:prstGeom prst="line">
              <ns1:avLst/>
            </ns1:prstGeom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10" name="组合 9"/>
            <ns0:cNvGrpSpPr/>
            <ns0:nvPr/>
          </ns0:nvGrpSpPr>
          <ns0:grpSpPr>
            <ns1:xfrm>
              <ns1:off x="957368" y="742366"/>
              <ns1:ext cx="413690" cy="414000"/>
              <ns1:chOff x="694796" y="3108435"/>
              <ns1:chExt cx="1359476" cy="1360493"/>
            </ns1:xfrm>
          </ns0:grpSpPr>
          <ns0:sp>
            <ns0:nvSpPr>
              <ns0:cNvPr id="62" name="Freeform 5"/>
              <ns0:cNvSpPr>
                <ns1:spLocks noEditPoints="1"/>
              </ns0:cNvSpPr>
              <ns0:nvPr/>
            </ns0:nvSpPr>
            <ns0:spPr bwMode="auto">
              <ns1:xfrm>
                <ns1:off x="694796" y="3108435"/>
                <ns1:ext cx="1359476" cy="1360493"/>
              </ns1:xfrm>
              <ns1:custGeom>
                <ns1:avLst/>
                <ns1:gdLst>
                  <ns1:gd name="T0" fmla="*/ 310 w 621"/>
                  <ns1:gd name="T1" fmla="*/ 0 h 621"/>
                  <ns1:gd name="T2" fmla="*/ 618 w 621"/>
                  <ns1:gd name="T3" fmla="*/ 316 h 621"/>
                  <ns1:gd name="T4" fmla="*/ 307 w 621"/>
                  <ns1:gd name="T5" fmla="*/ 619 h 621"/>
                  <ns1:gd name="T6" fmla="*/ 2 w 621"/>
                  <ns1:gd name="T7" fmla="*/ 305 h 621"/>
                  <ns1:gd name="T8" fmla="*/ 310 w 621"/>
                  <ns1:gd name="T9" fmla="*/ 0 h 621"/>
                  <ns1:gd name="T10" fmla="*/ 611 w 621"/>
                  <ns1:gd name="T11" fmla="*/ 310 h 621"/>
                  <ns1:gd name="T12" fmla="*/ 313 w 621"/>
                  <ns1:gd name="T13" fmla="*/ 7 h 621"/>
                  <ns1:gd name="T14" fmla="*/ 9 w 621"/>
                  <ns1:gd name="T15" fmla="*/ 309 h 621"/>
                  <ns1:gd name="T16" fmla="*/ 303 w 621"/>
                  <ns1:gd name="T17" fmla="*/ 612 h 621"/>
                  <ns1:gd name="T18" fmla="*/ 611 w 621"/>
                  <ns1:gd name="T19" fmla="*/ 310 h 6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21" h="621">
                    <ns1:moveTo>
                      <ns1:pt x="310" y="0"/>
                    </ns1:moveTo>
                    <ns1:cubicBezTo>
                      <ns1:pt x="482" y="0"/>
                      <ns1:pt x="621" y="143"/>
                      <ns1:pt x="618" y="316"/>
                    </ns1:cubicBezTo>
                    <ns1:cubicBezTo>
                      <ns1:pt x="614" y="483"/>
                      <ns1:pt x="477" y="621"/>
                      <ns1:pt x="307" y="619"/>
                    </ns1:cubicBezTo>
                    <ns1:cubicBezTo>
                      <ns1:pt x="138" y="618"/>
                      <ns1:pt x="0" y="478"/>
                      <ns1:pt x="2" y="305"/>
                    </ns1:cubicBezTo>
                    <ns1:cubicBezTo>
                      <ns1:pt x="4" y="139"/>
                      <ns1:pt x="139" y="0"/>
                      <ns1:pt x="310" y="0"/>
                    </ns1:cubicBezTo>
                    <ns1:close/>
                    <ns1:moveTo>
                      <ns1:pt x="611" y="310"/>
                    </ns1:moveTo>
                    <ns1:cubicBezTo>
                      <ns1:pt x="611" y="145"/>
                      <ns1:pt x="476" y="8"/>
                      <ns1:pt x="313" y="7"/>
                    </ns1:cubicBezTo>
                    <ns1:cubicBezTo>
                      <ns1:pt x="148" y="6"/>
                      <ns1:pt x="10" y="139"/>
                      <ns1:pt x="9" y="309"/>
                    </ns1:cubicBezTo>
                    <ns1:cubicBezTo>
                      <ns1:pt x="9" y="476"/>
                      <ns1:pt x="142" y="608"/>
                      <ns1:pt x="303" y="612"/>
                    </ns1:cubicBezTo>
                    <ns1:cubicBezTo>
                      <ns1:pt x="472" y="616"/>
                      <ns1:pt x="610" y="479"/>
                      <ns1:pt x="611" y="31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3" name="Freeform 7"/>
              <ns0:cNvSpPr/>
              <ns0:nvPr/>
            </ns0:nvSpPr>
            <ns0:spPr bwMode="auto">
              <ns1:xfrm>
                <ns1:off x="1051798" y="3593304"/>
                <ns1:ext cx="623987" cy="523740"/>
              </ns1:xfrm>
              <ns1:custGeom>
                <ns1:avLst/>
                <ns1:gdLst>
                  <ns1:gd name="T0" fmla="*/ 63 w 285"/>
                  <ns1:gd name="T1" fmla="*/ 116 h 239"/>
                  <ns1:gd name="T2" fmla="*/ 82 w 285"/>
                  <ns1:gd name="T3" fmla="*/ 116 h 239"/>
                  <ns1:gd name="T4" fmla="*/ 70 w 285"/>
                  <ns1:gd name="T5" fmla="*/ 106 h 239"/>
                  <ns1:gd name="T6" fmla="*/ 56 w 285"/>
                  <ns1:gd name="T7" fmla="*/ 101 h 239"/>
                  <ns1:gd name="T8" fmla="*/ 42 w 285"/>
                  <ns1:gd name="T9" fmla="*/ 82 h 239"/>
                  <ns1:gd name="T10" fmla="*/ 73 w 285"/>
                  <ns1:gd name="T11" fmla="*/ 82 h 239"/>
                  <ns1:gd name="T12" fmla="*/ 60 w 285"/>
                  <ns1:gd name="T13" fmla="*/ 72 h 239"/>
                  <ns1:gd name="T14" fmla="*/ 43 w 285"/>
                  <ns1:gd name="T15" fmla="*/ 68 h 239"/>
                  <ns1:gd name="T16" fmla="*/ 20 w 285"/>
                  <ns1:gd name="T17" fmla="*/ 48 h 239"/>
                  <ns1:gd name="T18" fmla="*/ 47 w 285"/>
                  <ns1:gd name="T19" fmla="*/ 48 h 239"/>
                  <ns1:gd name="T20" fmla="*/ 55 w 285"/>
                  <ns1:gd name="T21" fmla="*/ 45 h 239"/>
                  <ns1:gd name="T22" fmla="*/ 48 w 285"/>
                  <ns1:gd name="T23" fmla="*/ 36 h 239"/>
                  <ns1:gd name="T24" fmla="*/ 30 w 285"/>
                  <ns1:gd name="T25" fmla="*/ 32 h 239"/>
                  <ns1:gd name="T26" fmla="*/ 0 w 285"/>
                  <ns1:gd name="T27" fmla="*/ 15 h 239"/>
                  <ns1:gd name="T28" fmla="*/ 9 w 285"/>
                  <ns1:gd name="T29" fmla="*/ 15 h 239"/>
                  <ns1:gd name="T30" fmla="*/ 73 w 285"/>
                  <ns1:gd name="T31" fmla="*/ 11 h 239"/>
                  <ns1:gd name="T32" fmla="*/ 90 w 285"/>
                  <ns1:gd name="T33" fmla="*/ 13 h 239"/>
                  <ns1:gd name="T34" fmla="*/ 116 w 285"/>
                  <ns1:gd name="T35" fmla="*/ 34 h 239"/>
                  <ns1:gd name="T36" fmla="*/ 124 w 285"/>
                  <ns1:gd name="T37" fmla="*/ 41 h 239"/>
                  <ns1:gd name="T38" fmla="*/ 130 w 285"/>
                  <ns1:gd name="T39" fmla="*/ 32 h 239"/>
                  <ns1:gd name="T40" fmla="*/ 141 w 285"/>
                  <ns1:gd name="T41" fmla="*/ 10 h 239"/>
                  <ns1:gd name="T42" fmla="*/ 166 w 285"/>
                  <ns1:gd name="T43" fmla="*/ 3 h 239"/>
                  <ns1:gd name="T44" fmla="*/ 190 w 285"/>
                  <ns1:gd name="T45" fmla="*/ 18 h 239"/>
                  <ns1:gd name="T46" fmla="*/ 175 w 285"/>
                  <ns1:gd name="T47" fmla="*/ 26 h 239"/>
                  <ns1:gd name="T48" fmla="*/ 169 w 285"/>
                  <ns1:gd name="T49" fmla="*/ 34 h 239"/>
                  <ns1:gd name="T50" fmla="*/ 181 w 285"/>
                  <ns1:gd name="T51" fmla="*/ 42 h 239"/>
                  <ns1:gd name="T52" fmla="*/ 197 w 285"/>
                  <ns1:gd name="T53" fmla="*/ 32 h 239"/>
                  <ns1:gd name="T54" fmla="*/ 230 w 285"/>
                  <ns1:gd name="T55" fmla="*/ 17 h 239"/>
                  <ns1:gd name="T56" fmla="*/ 285 w 285"/>
                  <ns1:gd name="T57" fmla="*/ 20 h 239"/>
                  <ns1:gd name="T58" fmla="*/ 273 w 285"/>
                  <ns1:gd name="T59" fmla="*/ 33 h 239"/>
                  <ns1:gd name="T60" fmla="*/ 253 w 285"/>
                  <ns1:gd name="T61" fmla="*/ 40 h 239"/>
                  <ns1:gd name="T62" fmla="*/ 239 w 285"/>
                  <ns1:gd name="T63" fmla="*/ 49 h 239"/>
                  <ns1:gd name="T64" fmla="*/ 277 w 285"/>
                  <ns1:gd name="T65" fmla="*/ 51 h 239"/>
                  <ns1:gd name="T66" fmla="*/ 271 w 285"/>
                  <ns1:gd name="T67" fmla="*/ 56 h 239"/>
                  <ns1:gd name="T68" fmla="*/ 226 w 285"/>
                  <ns1:gd name="T69" fmla="*/ 72 h 239"/>
                  <ns1:gd name="T70" fmla="*/ 221 w 285"/>
                  <ns1:gd name="T71" fmla="*/ 75 h 239"/>
                  <ns1:gd name="T72" fmla="*/ 226 w 285"/>
                  <ns1:gd name="T73" fmla="*/ 79 h 239"/>
                  <ns1:gd name="T74" fmla="*/ 248 w 285"/>
                  <ns1:gd name="T75" fmla="*/ 80 h 239"/>
                  <ns1:gd name="T76" fmla="*/ 253 w 285"/>
                  <ns1:gd name="T77" fmla="*/ 81 h 239"/>
                  <ns1:gd name="T78" fmla="*/ 235 w 285"/>
                  <ns1:gd name="T79" fmla="*/ 102 h 239"/>
                  <ns1:gd name="T80" fmla="*/ 213 w 285"/>
                  <ns1:gd name="T81" fmla="*/ 109 h 239"/>
                  <ns1:gd name="T82" fmla="*/ 209 w 285"/>
                  <ns1:gd name="T83" fmla="*/ 110 h 239"/>
                  <ns1:gd name="T84" fmla="*/ 212 w 285"/>
                  <ns1:gd name="T85" fmla="*/ 115 h 239"/>
                  <ns1:gd name="T86" fmla="*/ 217 w 285"/>
                  <ns1:gd name="T87" fmla="*/ 116 h 239"/>
                  <ns1:gd name="T88" fmla="*/ 235 w 285"/>
                  <ns1:gd name="T89" fmla="*/ 116 h 239"/>
                  <ns1:gd name="T90" fmla="*/ 203 w 285"/>
                  <ns1:gd name="T91" fmla="*/ 140 h 239"/>
                  <ns1:gd name="T92" fmla="*/ 191 w 285"/>
                  <ns1:gd name="T93" fmla="*/ 146 h 239"/>
                  <ns1:gd name="T94" fmla="*/ 192 w 285"/>
                  <ns1:gd name="T95" fmla="*/ 148 h 239"/>
                  <ns1:gd name="T96" fmla="*/ 206 w 285"/>
                  <ns1:gd name="T97" fmla="*/ 149 h 239"/>
                  <ns1:gd name="T98" fmla="*/ 178 w 285"/>
                  <ns1:gd name="T99" fmla="*/ 169 h 239"/>
                  <ns1:gd name="T100" fmla="*/ 184 w 285"/>
                  <ns1:gd name="T101" fmla="*/ 186 h 239"/>
                  <ns1:gd name="T102" fmla="*/ 145 w 285"/>
                  <ns1:gd name="T103" fmla="*/ 239 h 239"/>
                  <ns1:gd name="T104" fmla="*/ 107 w 285"/>
                  <ns1:gd name="T105" fmla="*/ 183 h 239"/>
                  <ns1:gd name="T106" fmla="*/ 114 w 285"/>
                  <ns1:gd name="T107" fmla="*/ 180 h 239"/>
                  <ns1:gd name="T108" fmla="*/ 114 w 285"/>
                  <ns1:gd name="T109" fmla="*/ 171 h 239"/>
                  <ns1:gd name="T110" fmla="*/ 82 w 285"/>
                  <ns1:gd name="T111" fmla="*/ 148 h 239"/>
                  <ns1:gd name="T112" fmla="*/ 91 w 285"/>
                  <ns1:gd name="T113" fmla="*/ 148 h 239"/>
                  <ns1:gd name="T114" fmla="*/ 97 w 285"/>
                  <ns1:gd name="T115" fmla="*/ 141 h 239"/>
                  <ns1:gd name="T116" fmla="*/ 63 w 285"/>
                  <ns1:gd name="T117" fmla="*/ 116 h 23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</ns1:cxnLst>
                <ns1:rect l="0" t="0" r="r" b="b"/>
                <ns1:pathLst>
                  <ns1:path w="285" h="239">
                    <ns1:moveTo>
                      <ns1:pt x="63" y="116"/>
                    </ns1:moveTo>
                    <ns1:cubicBezTo>
                      <ns1:pt x="69" y="116"/>
                      <ns1:pt x="75" y="116"/>
                      <ns1:pt x="82" y="116"/>
                    </ns1:cubicBezTo>
                    <ns1:cubicBezTo>
                      <ns1:pt x="79" y="110"/>
                      <ns1:pt x="75" y="108"/>
                      <ns1:pt x="70" y="106"/>
                    </ns1:cubicBezTo>
                    <ns1:cubicBezTo>
                      <ns1:pt x="65" y="104"/>
                      <ns1:pt x="61" y="103"/>
                      <ns1:pt x="56" y="101"/>
                    </ns1:cubicBezTo>
                    <ns1:cubicBezTo>
                      <ns1:pt x="48" y="98"/>
                      <ns1:pt x="43" y="91"/>
                      <ns1:pt x="42" y="82"/>
                    </ns1:cubicBezTo>
                    <ns1:cubicBezTo>
                      <ns1:pt x="53" y="82"/>
                      <ns1:pt x="63" y="82"/>
                      <ns1:pt x="73" y="82"/>
                    </ns1:cubicBezTo>
                    <ns1:cubicBezTo>
                      <ns1:pt x="70" y="76"/>
                      <ns1:pt x="66" y="74"/>
                      <ns1:pt x="60" y="72"/>
                    </ns1:cubicBezTo>
                    <ns1:cubicBezTo>
                      <ns1:pt x="55" y="71"/>
                      <ns1:pt x="49" y="70"/>
                      <ns1:pt x="43" y="68"/>
                    </ns1:cubicBezTo>
                    <ns1:cubicBezTo>
                      <ns1:pt x="31" y="64"/>
                      <ns1:pt x="22" y="56"/>
                      <ns1:pt x="20" y="48"/>
                    </ns1:cubicBezTo>
                    <ns1:cubicBezTo>
                      <ns1:pt x="29" y="48"/>
                      <ns1:pt x="38" y="48"/>
                      <ns1:pt x="47" y="48"/>
                    </ns1:cubicBezTo>
                    <ns1:cubicBezTo>
                      <ns1:pt x="50" y="48"/>
                      <ns1:pt x="54" y="50"/>
                      <ns1:pt x="55" y="45"/>
                    </ns1:cubicBezTo>
                    <ns1:cubicBezTo>
                      <ns1:pt x="56" y="42"/>
                      <ns1:pt x="52" y="37"/>
                      <ns1:pt x="48" y="36"/>
                    </ns1:cubicBezTo>
                    <ns1:cubicBezTo>
                      <ns1:pt x="42" y="35"/>
                      <ns1:pt x="36" y="34"/>
                      <ns1:pt x="30" y="32"/>
                    </ns1:cubicBezTo>
                    <ns1:cubicBezTo>
                      <ns1:pt x="19" y="29"/>
                      <ns1:pt x="9" y="25"/>
                      <ns1:pt x="0" y="15"/>
                    </ns1:cubicBezTo>
                    <ns1:cubicBezTo>
                      <ns1:pt x="4" y="15"/>
                      <ns1:pt x="6" y="15"/>
                      <ns1:pt x="9" y="15"/>
                    </ns1:cubicBezTo>
                    <ns1:cubicBezTo>
                      <ns1:pt x="30" y="14"/>
                      <ns1:pt x="52" y="12"/>
                      <ns1:pt x="73" y="11"/>
                    </ns1:cubicBezTo>
                    <ns1:cubicBezTo>
                      <ns1:pt x="79" y="11"/>
                      <ns1:pt x="85" y="12"/>
                      <ns1:pt x="90" y="13"/>
                    </ns1:cubicBezTo>
                    <ns1:cubicBezTo>
                      <ns1:pt x="102" y="15"/>
                      <ns1:pt x="111" y="22"/>
                      <ns1:pt x="116" y="34"/>
                    </ns1:cubicBezTo>
                    <ns1:cubicBezTo>
                      <ns1:pt x="118" y="37"/>
                      <ns1:pt x="119" y="41"/>
                      <ns1:pt x="124" y="41"/>
                    </ns1:cubicBezTo>
                    <ns1:cubicBezTo>
                      <ns1:pt x="129" y="40"/>
                      <ns1:pt x="129" y="35"/>
                      <ns1:pt x="130" y="32"/>
                    </ns1:cubicBezTo>
                    <ns1:cubicBezTo>
                      <ns1:pt x="134" y="24"/>
                      <ns1:pt x="137" y="17"/>
                      <ns1:pt x="141" y="10"/>
                    </ns1:cubicBezTo>
                    <ns1:cubicBezTo>
                      <ns1:pt x="147" y="2"/>
                      <ns1:pt x="156" y="0"/>
                      <ns1:pt x="166" y="3"/>
                    </ns1:cubicBezTo>
                    <ns1:cubicBezTo>
                      <ns1:pt x="175" y="6"/>
                      <ns1:pt x="183" y="11"/>
                      <ns1:pt x="190" y="18"/>
                    </ns1:cubicBezTo>
                    <ns1:cubicBezTo>
                      <ns1:pt x="184" y="21"/>
                      <ns1:pt x="179" y="23"/>
                      <ns1:pt x="175" y="26"/>
                    </ns1:cubicBezTo>
                    <ns1:cubicBezTo>
                      <ns1:pt x="172" y="28"/>
                      <ns1:pt x="169" y="31"/>
                      <ns1:pt x="169" y="34"/>
                    </ns1:cubicBezTo>
                    <ns1:cubicBezTo>
                      <ns1:pt x="168" y="41"/>
                      <ns1:pt x="174" y="46"/>
                      <ns1:pt x="181" y="42"/>
                    </ns1:cubicBezTo>
                    <ns1:cubicBezTo>
                      <ns1:pt x="186" y="39"/>
                      <ns1:pt x="192" y="35"/>
                      <ns1:pt x="197" y="32"/>
                    </ns1:cubicBezTo>
                    <ns1:cubicBezTo>
                      <ns1:pt x="207" y="24"/>
                      <ns1:pt x="217" y="17"/>
                      <ns1:pt x="230" y="17"/>
                    </ns1:cubicBezTo>
                    <ns1:cubicBezTo>
                      <ns1:pt x="248" y="18"/>
                      <ns1:pt x="266" y="19"/>
                      <ns1:pt x="285" y="20"/>
                    </ns1:cubicBezTo>
                    <ns1:cubicBezTo>
                      <ns1:pt x="283" y="27"/>
                      <ns1:pt x="278" y="31"/>
                      <ns1:pt x="273" y="33"/>
                    </ns1:cubicBezTo>
                    <ns1:cubicBezTo>
                      <ns1:pt x="266" y="36"/>
                      <ns1:pt x="259" y="38"/>
                      <ns1:pt x="253" y="40"/>
                    </ns1:cubicBezTo>
                    <ns1:cubicBezTo>
                      <ns1:pt x="248" y="42"/>
                      <ns1:pt x="242" y="43"/>
                      <ns1:pt x="239" y="49"/>
                    </ns1:cubicBezTo>
                    <ns1:cubicBezTo>
                      <ns1:pt x="251" y="49"/>
                      <ns1:pt x="263" y="50"/>
                      <ns1:pt x="277" y="51"/>
                    </ns1:cubicBezTo>
                    <ns1:cubicBezTo>
                      <ns1:pt x="274" y="53"/>
                      <ns1:pt x="273" y="55"/>
                      <ns1:pt x="271" y="56"/>
                    </ns1:cubicBezTo>
                    <ns1:cubicBezTo>
                      <ns1:pt x="258" y="66"/>
                      <ns1:pt x="242" y="70"/>
                      <ns1:pt x="226" y="72"/>
                    </ns1:cubicBezTo>
                    <ns1:cubicBezTo>
                      <ns1:pt x="224" y="72"/>
                      <ns1:pt x="220" y="72"/>
                      <ns1:pt x="221" y="75"/>
                    </ns1:cubicBezTo>
                    <ns1:cubicBezTo>
                      <ns1:pt x="221" y="77"/>
                      <ns1:pt x="224" y="79"/>
                      <ns1:pt x="226" y="79"/>
                    </ns1:cubicBezTo>
                    <ns1:cubicBezTo>
                      <ns1:pt x="233" y="80"/>
                      <ns1:pt x="240" y="80"/>
                      <ns1:pt x="248" y="80"/>
                    </ns1:cubicBezTo>
                    <ns1:cubicBezTo>
                      <ns1:pt x="249" y="80"/>
                      <ns1:pt x="251" y="80"/>
                      <ns1:pt x="253" y="81"/>
                    </ns1:cubicBezTo>
                    <ns1:cubicBezTo>
                      <ns1:pt x="250" y="91"/>
                      <ns1:pt x="244" y="98"/>
                      <ns1:pt x="235" y="102"/>
                    </ns1:cubicBezTo>
                    <ns1:cubicBezTo>
                      <ns1:pt x="228" y="105"/>
                      <ns1:pt x="220" y="107"/>
                      <ns1:pt x="213" y="109"/>
                    </ns1:cubicBezTo>
                    <ns1:cubicBezTo>
                      <ns1:pt x="212" y="109"/>
                      <ns1:pt x="211" y="110"/>
                      <ns1:pt x="209" y="110"/>
                    </ns1:cubicBezTo>
                    <ns1:cubicBezTo>
                      <ns1:pt x="210" y="112"/>
                      <ns1:pt x="210" y="114"/>
                      <ns1:pt x="212" y="115"/>
                    </ns1:cubicBezTo>
                    <ns1:cubicBezTo>
                      <ns1:pt x="213" y="116"/>
                      <ns1:pt x="215" y="116"/>
                      <ns1:pt x="217" y="116"/>
                    </ns1:cubicBezTo>
                    <ns1:cubicBezTo>
                      <ns1:pt x="222" y="116"/>
                      <ns1:pt x="228" y="116"/>
                      <ns1:pt x="235" y="116"/>
                    </ns1:cubicBezTo>
                    <ns1:cubicBezTo>
                      <ns1:pt x="225" y="127"/>
                      <ns1:pt x="217" y="137"/>
                      <ns1:pt x="203" y="140"/>
                    </ns1:cubicBezTo>
                    <ns1:cubicBezTo>
                      <ns1:pt x="199" y="141"/>
                      <ns1:pt x="195" y="144"/>
                      <ns1:pt x="191" y="146"/>
                    </ns1:cubicBezTo>
                    <ns1:cubicBezTo>
                      <ns1:pt x="192" y="147"/>
                      <ns1:pt x="192" y="147"/>
                      <ns1:pt x="192" y="148"/>
                    </ns1:cubicBezTo>
                    <ns1:cubicBezTo>
                      <ns1:pt x="197" y="149"/>
                      <ns1:pt x="201" y="149"/>
                      <ns1:pt x="206" y="149"/>
                    </ns1:cubicBezTo>
                    <ns1:cubicBezTo>
                      <ns1:pt x="203" y="162"/>
                      <ns1:pt x="195" y="167"/>
                      <ns1:pt x="178" y="169"/>
                    </ns1:cubicBezTo>
                    <ns1:cubicBezTo>
                      <ns1:pt x="175" y="176"/>
                      <ns1:pt x="176" y="178"/>
                      <ns1:pt x="184" y="186"/>
                    </ns1:cubicBezTo>
                    <ns1:cubicBezTo>
                      <ns1:pt x="171" y="203"/>
                      <ns1:pt x="158" y="221"/>
                      <ns1:pt x="145" y="239"/>
                    </ns1:cubicBezTo>
                    <ns1:cubicBezTo>
                      <ns1:pt x="132" y="220"/>
                      <ns1:pt x="119" y="202"/>
                      <ns1:pt x="107" y="183"/>
                    </ns1:cubicBezTo>
                    <ns1:cubicBezTo>
                      <ns1:pt x="109" y="182"/>
                      <ns1:pt x="112" y="181"/>
                      <ns1:pt x="114" y="180"/>
                    </ns1:cubicBezTo>
                    <ns1:cubicBezTo>
                      <ns1:pt x="114" y="177"/>
                      <ns1:pt x="114" y="174"/>
                      <ns1:pt x="114" y="171"/>
                    </ns1:cubicBezTo>
                    <ns1:cubicBezTo>
                      <ns1:pt x="95" y="168"/>
                      <ns1:pt x="83" y="161"/>
                      <ns1:pt x="82" y="148"/>
                    </ns1:cubicBezTo>
                    <ns1:cubicBezTo>
                      <ns1:pt x="85" y="148"/>
                      <ns1:pt x="88" y="147"/>
                      <ns1:pt x="91" y="148"/>
                    </ns1:cubicBezTo>
                    <ns1:cubicBezTo>
                      <ns1:pt x="96" y="148"/>
                      <ns1:pt x="97" y="145"/>
                      <ns1:pt x="97" y="141"/>
                    </ns1:cubicBezTo>
                    <ns1:cubicBezTo>
                      <ns1:pt x="81" y="139"/>
                      <ns1:pt x="69" y="132"/>
                      <ns1:pt x="63" y="11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4" name="Freeform 8"/>
              <ns0:cNvSpPr/>
              <ns0:nvPr/>
            </ns0:nvSpPr>
            <ns0:spPr bwMode="auto">
              <ns1:xfrm>
                <ns1:off x="944390" y="3384626"/>
                <ns1:ext cx="850056" cy="725255"/>
              </ns1:xfrm>
              <ns1:custGeom>
                <ns1:avLst/>
                <ns1:gdLst>
                  <ns1:gd name="T0" fmla="*/ 293 w 388"/>
                  <ns1:gd name="T1" fmla="*/ 331 h 331"/>
                  <ns1:gd name="T2" fmla="*/ 291 w 388"/>
                  <ns1:gd name="T3" fmla="*/ 328 h 331"/>
                  <ns1:gd name="T4" fmla="*/ 319 w 388"/>
                  <ns1:gd name="T5" fmla="*/ 75 h 331"/>
                  <ns1:gd name="T6" fmla="*/ 72 w 388"/>
                  <ns1:gd name="T7" fmla="*/ 69 h 331"/>
                  <ns1:gd name="T8" fmla="*/ 82 w 388"/>
                  <ns1:gd name="T9" fmla="*/ 318 h 331"/>
                  <ns1:gd name="T10" fmla="*/ 79 w 388"/>
                  <ns1:gd name="T11" fmla="*/ 322 h 331"/>
                  <ns1:gd name="T12" fmla="*/ 26 w 388"/>
                  <ns1:gd name="T13" fmla="*/ 131 h 331"/>
                  <ns1:gd name="T14" fmla="*/ 207 w 388"/>
                  <ns1:gd name="T15" fmla="*/ 14 h 331"/>
                  <ns1:gd name="T16" fmla="*/ 365 w 388"/>
                  <ns1:gd name="T17" fmla="*/ 153 h 331"/>
                  <ns1:gd name="T18" fmla="*/ 293 w 388"/>
                  <ns1:gd name="T19" fmla="*/ 331 h 3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88" h="331">
                    <ns1:moveTo>
                      <ns1:pt x="293" y="331"/>
                    </ns1:moveTo>
                    <ns1:cubicBezTo>
                      <ns1:pt x="293" y="330"/>
                      <ns1:pt x="292" y="329"/>
                      <ns1:pt x="291" y="328"/>
                    </ns1:cubicBezTo>
                    <ns1:cubicBezTo>
                      <ns1:pt x="375" y="269"/>
                      <ns1:pt x="388" y="150"/>
                      <ns1:pt x="319" y="75"/>
                    </ns1:cubicBezTo>
                    <ns1:cubicBezTo>
                      <ns1:pt x="252" y="3"/>
                      <ns1:pt x="141" y="0"/>
                      <ns1:pt x="72" y="69"/>
                    </ns1:cubicBezTo>
                    <ns1:cubicBezTo>
                      <ns1:pt x="2" y="138"/>
                      <ns1:pt x="5" y="251"/>
                      <ns1:pt x="82" y="318"/>
                    </ns1:cubicBezTo>
                    <ns1:cubicBezTo>
                      <ns1:pt x="81" y="319"/>
                      <ns1:pt x="80" y="321"/>
                      <ns1:pt x="79" y="322"/>
                    </ns1:cubicBezTo>
                    <ns1:cubicBezTo>
                      <ns1:pt x="28" y="281"/>
                      <ns1:pt x="0" y="204"/>
                      <ns1:pt x="26" y="131"/>
                    </ns1:cubicBezTo>
                    <ns1:cubicBezTo>
                      <ns1:pt x="53" y="56"/>
                      <ns1:pt x="126" y="8"/>
                      <ns1:pt x="207" y="14"/>
                    </ns1:cubicBezTo>
                    <ns1:cubicBezTo>
                      <ns1:pt x="284" y="20"/>
                      <ns1:pt x="350" y="78"/>
                      <ns1:pt x="365" y="153"/>
                    </ns1:cubicBezTo>
                    <ns1:cubicBezTo>
                      <ns1:pt x="381" y="232"/>
                      <ns1:pt x="341" y="302"/>
                      <ns1:pt x="293" y="3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5" name="Freeform 9"/>
              <ns0:cNvSpPr/>
              <ns0:nvPr/>
            </ns0:nvSpPr>
            <ns0:spPr bwMode="auto">
              <ns1:xfrm>
                <ns1:off x="850283" y="3459298"/>
                <ns1:ext cx="168784" cy="286419"/>
              </ns1:xfrm>
              <ns1:custGeom>
                <ns1:avLst/>
                <ns1:gdLst>
                  <ns1:gd name="T0" fmla="*/ 15 w 77"/>
                  <ns1:gd name="T1" fmla="*/ 17 h 131"/>
                  <ns1:gd name="T2" fmla="*/ 30 w 77"/>
                  <ns1:gd name="T3" fmla="*/ 0 h 131"/>
                  <ns1:gd name="T4" fmla="*/ 33 w 77"/>
                  <ns1:gd name="T5" fmla="*/ 6 h 131"/>
                  <ns1:gd name="T6" fmla="*/ 31 w 77"/>
                  <ns1:gd name="T7" fmla="*/ 15 h 131"/>
                  <ns1:gd name="T8" fmla="*/ 36 w 77"/>
                  <ns1:gd name="T9" fmla="*/ 25 h 131"/>
                  <ns1:gd name="T10" fmla="*/ 40 w 77"/>
                  <ns1:gd name="T11" fmla="*/ 26 h 131"/>
                  <ns1:gd name="T12" fmla="*/ 40 w 77"/>
                  <ns1:gd name="T13" fmla="*/ 22 h 131"/>
                  <ns1:gd name="T14" fmla="*/ 38 w 77"/>
                  <ns1:gd name="T15" fmla="*/ 17 h 131"/>
                  <ns1:gd name="T16" fmla="*/ 40 w 77"/>
                  <ns1:gd name="T17" fmla="*/ 12 h 131"/>
                  <ns1:gd name="T18" fmla="*/ 48 w 77"/>
                  <ns1:gd name="T19" fmla="*/ 11 h 131"/>
                  <ns1:gd name="T20" fmla="*/ 51 w 77"/>
                  <ns1:gd name="T21" fmla="*/ 12 h 131"/>
                  <ns1:gd name="T22" fmla="*/ 65 w 77"/>
                  <ns1:gd name="T23" fmla="*/ 30 h 131"/>
                  <ns1:gd name="T24" fmla="*/ 72 w 77"/>
                  <ns1:gd name="T25" fmla="*/ 39 h 131"/>
                  <ns1:gd name="T26" fmla="*/ 77 w 77"/>
                  <ns1:gd name="T27" fmla="*/ 51 h 131"/>
                  <ns1:gd name="T28" fmla="*/ 75 w 77"/>
                  <ns1:gd name="T29" fmla="*/ 52 h 131"/>
                  <ns1:gd name="T30" fmla="*/ 65 w 77"/>
                  <ns1:gd name="T31" fmla="*/ 44 h 131"/>
                  <ns1:gd name="T32" fmla="*/ 54 w 77"/>
                  <ns1:gd name="T33" fmla="*/ 34 h 131"/>
                  <ns1:gd name="T34" fmla="*/ 47 w 77"/>
                  <ns1:gd name="T35" fmla="*/ 33 h 131"/>
                  <ns1:gd name="T36" fmla="*/ 48 w 77"/>
                  <ns1:gd name="T37" fmla="*/ 40 h 131"/>
                  <ns1:gd name="T38" fmla="*/ 53 w 77"/>
                  <ns1:gd name="T39" fmla="*/ 47 h 131"/>
                  <ns1:gd name="T40" fmla="*/ 55 w 77"/>
                  <ns1:gd name="T41" fmla="*/ 55 h 131"/>
                  <ns1:gd name="T42" fmla="*/ 53 w 77"/>
                  <ns1:gd name="T43" fmla="*/ 55 h 131"/>
                  <ns1:gd name="T44" fmla="*/ 34 w 77"/>
                  <ns1:gd name="T45" fmla="*/ 38 h 131"/>
                  <ns1:gd name="T46" fmla="*/ 33 w 77"/>
                  <ns1:gd name="T47" fmla="*/ 55 h 131"/>
                  <ns1:gd name="T48" fmla="*/ 37 w 77"/>
                  <ns1:gd name="T49" fmla="*/ 61 h 131"/>
                  <ns1:gd name="T50" fmla="*/ 49 w 77"/>
                  <ns1:gd name="T51" fmla="*/ 74 h 131"/>
                  <ns1:gd name="T52" fmla="*/ 47 w 77"/>
                  <ns1:gd name="T53" fmla="*/ 82 h 131"/>
                  <ns1:gd name="T54" fmla="*/ 39 w 77"/>
                  <ns1:gd name="T55" fmla="*/ 73 h 131"/>
                  <ns1:gd name="T56" fmla="*/ 37 w 77"/>
                  <ns1:gd name="T57" fmla="*/ 73 h 131"/>
                  <ns1:gd name="T58" fmla="*/ 36 w 77"/>
                  <ns1:gd name="T59" fmla="*/ 83 h 131"/>
                  <ns1:gd name="T60" fmla="*/ 30 w 77"/>
                  <ns1:gd name="T61" fmla="*/ 93 h 131"/>
                  <ns1:gd name="T62" fmla="*/ 26 w 77"/>
                  <ns1:gd name="T63" fmla="*/ 95 h 131"/>
                  <ns1:gd name="T64" fmla="*/ 44 w 77"/>
                  <ns1:gd name="T65" fmla="*/ 123 h 131"/>
                  <ns1:gd name="T66" fmla="*/ 47 w 77"/>
                  <ns1:gd name="T67" fmla="*/ 129 h 131"/>
                  <ns1:gd name="T68" fmla="*/ 41 w 77"/>
                  <ns1:gd name="T69" fmla="*/ 131 h 131"/>
                  <ns1:gd name="T70" fmla="*/ 26 w 77"/>
                  <ns1:gd name="T71" fmla="*/ 126 h 131"/>
                  <ns1:gd name="T72" fmla="*/ 25 w 77"/>
                  <ns1:gd name="T73" fmla="*/ 123 h 131"/>
                  <ns1:gd name="T74" fmla="*/ 16 w 77"/>
                  <ns1:gd name="T75" fmla="*/ 85 h 131"/>
                  <ns1:gd name="T76" fmla="*/ 13 w 77"/>
                  <ns1:gd name="T77" fmla="*/ 75 h 131"/>
                  <ns1:gd name="T78" fmla="*/ 22 w 77"/>
                  <ns1:gd name="T79" fmla="*/ 82 h 131"/>
                  <ns1:gd name="T80" fmla="*/ 26 w 77"/>
                  <ns1:gd name="T81" fmla="*/ 62 h 131"/>
                  <ns1:gd name="T82" fmla="*/ 19 w 77"/>
                  <ns1:gd name="T83" fmla="*/ 59 h 131"/>
                  <ns1:gd name="T84" fmla="*/ 13 w 77"/>
                  <ns1:gd name="T85" fmla="*/ 59 h 131"/>
                  <ns1:gd name="T86" fmla="*/ 14 w 77"/>
                  <ns1:gd name="T87" fmla="*/ 54 h 131"/>
                  <ns1:gd name="T88" fmla="*/ 12 w 77"/>
                  <ns1:gd name="T89" fmla="*/ 49 h 131"/>
                  <ns1:gd name="T90" fmla="*/ 0 w 77"/>
                  <ns1:gd name="T91" fmla="*/ 36 h 131"/>
                  <ns1:gd name="T92" fmla="*/ 21 w 77"/>
                  <ns1:gd name="T93" fmla="*/ 40 h 131"/>
                  <ns1:gd name="T94" fmla="*/ 22 w 77"/>
                  <ns1:gd name="T95" fmla="*/ 43 h 131"/>
                  <ns1:gd name="T96" fmla="*/ 26 w 77"/>
                  <ns1:gd name="T97" fmla="*/ 47 h 131"/>
                  <ns1:gd name="T98" fmla="*/ 28 w 77"/>
                  <ns1:gd name="T99" fmla="*/ 42 h 131"/>
                  <ns1:gd name="T100" fmla="*/ 22 w 77"/>
                  <ns1:gd name="T101" fmla="*/ 24 h 131"/>
                  <ns1:gd name="T102" fmla="*/ 15 w 77"/>
                  <ns1:gd name="T103" fmla="*/ 17 h 1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77" h="131">
                    <ns1:moveTo>
                      <ns1:pt x="15" y="17"/>
                    </ns1:moveTo>
                    <ns1:cubicBezTo>
                      <ns1:pt x="28" y="10"/>
                      <ns1:pt x="28" y="10"/>
                      <ns1:pt x="30" y="0"/>
                    </ns1:cubicBezTo>
                    <ns1:cubicBezTo>
                      <ns1:pt x="31" y="2"/>
                      <ns1:pt x="32" y="4"/>
                      <ns1:pt x="33" y="6"/>
                    </ns1:cubicBezTo>
                    <ns1:cubicBezTo>
                      <ns1:pt x="33" y="9"/>
                      <ns1:pt x="32" y="12"/>
                      <ns1:pt x="31" y="15"/>
                    </ns1:cubicBezTo>
                    <ns1:cubicBezTo>
                      <ns1:pt x="29" y="20"/>
                      <ns1:pt x="32" y="23"/>
                      <ns1:pt x="36" y="25"/>
                    </ns1:cubicBezTo>
                    <ns1:cubicBezTo>
                      <ns1:pt x="37" y="26"/>
                      <ns1:pt x="38" y="26"/>
                      <ns1:pt x="40" y="26"/>
                    </ns1:cubicBezTo>
                    <ns1:cubicBezTo>
                      <ns1:pt x="40" y="24"/>
                      <ns1:pt x="40" y="23"/>
                      <ns1:pt x="40" y="22"/>
                    </ns1:cubicBezTo>
                    <ns1:cubicBezTo>
                      <ns1:pt x="39" y="20"/>
                      <ns1:pt x="37" y="19"/>
                      <ns1:pt x="38" y="17"/>
                    </ns1:cubicBezTo>
                    <ns1:cubicBezTo>
                      <ns1:pt x="38" y="15"/>
                      <ns1:pt x="38" y="13"/>
                      <ns1:pt x="40" y="12"/>
                    </ns1:cubicBezTo>
                    <ns1:cubicBezTo>
                      <ns1:pt x="42" y="11"/>
                      <ns1:pt x="45" y="11"/>
                      <ns1:pt x="48" y="11"/>
                    </ns1:cubicBezTo>
                    <ns1:cubicBezTo>
                      <ns1:pt x="49" y="11"/>
                      <ns1:pt x="51" y="12"/>
                      <ns1:pt x="51" y="12"/>
                    </ns1:cubicBezTo>
                    <ns1:cubicBezTo>
                      <ns1:pt x="53" y="21"/>
                      <ns1:pt x="60" y="25"/>
                      <ns1:pt x="65" y="30"/>
                    </ns1:cubicBezTo>
                    <ns1:cubicBezTo>
                      <ns1:pt x="67" y="33"/>
                      <ns1:pt x="70" y="36"/>
                      <ns1:pt x="72" y="39"/>
                    </ns1:cubicBezTo>
                    <ns1:cubicBezTo>
                      <ns1:pt x="74" y="43"/>
                      <ns1:pt x="75" y="47"/>
                      <ns1:pt x="77" y="51"/>
                    </ns1:cubicBezTo>
                    <ns1:cubicBezTo>
                      <ns1:pt x="76" y="51"/>
                      <ns1:pt x="76" y="51"/>
                      <ns1:pt x="75" y="52"/>
                    </ns1:cubicBezTo>
                    <ns1:cubicBezTo>
                      <ns1:pt x="72" y="49"/>
                      <ns1:pt x="69" y="46"/>
                      <ns1:pt x="65" y="44"/>
                    </ns1:cubicBezTo>
                    <ns1:cubicBezTo>
                      <ns1:pt x="61" y="40"/>
                      <ns1:pt x="57" y="37"/>
                      <ns1:pt x="54" y="34"/>
                    </ns1:cubicBezTo>
                    <ns1:cubicBezTo>
                      <ns1:pt x="52" y="32"/>
                      <ns1:pt x="49" y="30"/>
                      <ns1:pt x="47" y="33"/>
                    </ns1:cubicBezTo>
                    <ns1:cubicBezTo>
                      <ns1:pt x="46" y="34"/>
                      <ns1:pt x="47" y="37"/>
                      <ns1:pt x="48" y="40"/>
                    </ns1:cubicBezTo>
                    <ns1:cubicBezTo>
                      <ns1:pt x="49" y="42"/>
                      <ns1:pt x="52" y="44"/>
                      <ns1:pt x="53" y="47"/>
                    </ns1:cubicBezTo>
                    <ns1:cubicBezTo>
                      <ns1:pt x="54" y="49"/>
                      <ns1:pt x="54" y="52"/>
                      <ns1:pt x="55" y="55"/>
                    </ns1:cubicBezTo>
                    <ns1:cubicBezTo>
                      <ns1:pt x="54" y="55"/>
                      <ns1:pt x="54" y="55"/>
                      <ns1:pt x="53" y="55"/>
                    </ns1:cubicBezTo>
                    <ns1:cubicBezTo>
                      <ns1:pt x="47" y="50"/>
                      <ns1:pt x="41" y="44"/>
                      <ns1:pt x="34" y="38"/>
                    </ns1:cubicBezTo>
                    <ns1:cubicBezTo>
                      <ns1:pt x="34" y="45"/>
                      <ns1:pt x="33" y="50"/>
                      <ns1:pt x="33" y="55"/>
                    </ns1:cubicBezTo>
                    <ns1:cubicBezTo>
                      <ns1:pt x="33" y="57"/>
                      <ns1:pt x="35" y="59"/>
                      <ns1:pt x="37" y="61"/>
                    </ns1:cubicBezTo>
                    <ns1:cubicBezTo>
                      <ns1:pt x="41" y="65"/>
                      <ns1:pt x="45" y="70"/>
                      <ns1:pt x="49" y="74"/>
                    </ns1:cubicBezTo>
                    <ns1:cubicBezTo>
                      <ns1:pt x="51" y="77"/>
                      <ns1:pt x="51" y="81"/>
                      <ns1:pt x="47" y="82"/>
                    </ns1:cubicBezTo>
                    <ns1:cubicBezTo>
                      <ns1:pt x="44" y="79"/>
                      <ns1:pt x="41" y="76"/>
                      <ns1:pt x="39" y="73"/>
                    </ns1:cubicBezTo>
                    <ns1:cubicBezTo>
                      <ns1:pt x="38" y="73"/>
                      <ns1:pt x="37" y="73"/>
                      <ns1:pt x="37" y="73"/>
                    </ns1:cubicBezTo>
                    <ns1:cubicBezTo>
                      <ns1:pt x="37" y="76"/>
                      <ns1:pt x="36" y="80"/>
                      <ns1:pt x="36" y="83"/>
                    </ns1:cubicBezTo>
                    <ns1:cubicBezTo>
                      <ns1:pt x="37" y="88"/>
                      <ns1:pt x="35" y="91"/>
                      <ns1:pt x="30" y="93"/>
                    </ns1:cubicBezTo>
                    <ns1:cubicBezTo>
                      <ns1:pt x="29" y="93"/>
                      <ns1:pt x="28" y="94"/>
                      <ns1:pt x="26" y="95"/>
                    </ns1:cubicBezTo>
                    <ns1:cubicBezTo>
                      <ns1:pt x="30" y="106"/>
                      <ns1:pt x="35" y="115"/>
                      <ns1:pt x="44" y="123"/>
                    </ns1:cubicBezTo>
                    <ns1:cubicBezTo>
                      <ns1:pt x="45" y="124"/>
                      <ns1:pt x="46" y="127"/>
                      <ns1:pt x="47" y="129"/>
                    </ns1:cubicBezTo>
                    <ns1:cubicBezTo>
                      <ns1:pt x="45" y="130"/>
                      <ns1:pt x="43" y="131"/>
                      <ns1:pt x="41" y="131"/>
                    </ns1:cubicBezTo>
                    <ns1:cubicBezTo>
                      <ns1:pt x="36" y="130"/>
                      <ns1:pt x="31" y="128"/>
                      <ns1:pt x="26" y="126"/>
                    </ns1:cubicBezTo>
                    <ns1:cubicBezTo>
                      <ns1:pt x="26" y="126"/>
                      <ns1:pt x="25" y="124"/>
                      <ns1:pt x="25" y="123"/>
                    </ns1:cubicBezTo>
                    <ns1:cubicBezTo>
                      <ns1:pt x="25" y="110"/>
                      <ns1:pt x="20" y="98"/>
                      <ns1:pt x="16" y="85"/>
                    </ns1:cubicBezTo>
                    <ns1:cubicBezTo>
                      <ns1:pt x="15" y="82"/>
                      <ns1:pt x="14" y="79"/>
                      <ns1:pt x="13" y="75"/>
                    </ns1:cubicBezTo>
                    <ns1:cubicBezTo>
                      <ns1:pt x="17" y="78"/>
                      <ns1:pt x="19" y="80"/>
                      <ns1:pt x="22" y="82"/>
                    </ns1:cubicBezTo>
                    <ns1:cubicBezTo>
                      <ns1:pt x="26" y="76"/>
                      <ns1:pt x="27" y="69"/>
                      <ns1:pt x="26" y="62"/>
                    </ns1:cubicBezTo>
                    <ns1:cubicBezTo>
                      <ns1:pt x="26" y="59"/>
                      <ns1:pt x="22" y="58"/>
                      <ns1:pt x="19" y="59"/>
                    </ns1:cubicBezTo>
                    <ns1:cubicBezTo>
                      <ns1:pt x="17" y="59"/>
                      <ns1:pt x="15" y="59"/>
                      <ns1:pt x="13" y="59"/>
                    </ns1:cubicBezTo>
                    <ns1:cubicBezTo>
                      <ns1:pt x="14" y="58"/>
                      <ns1:pt x="14" y="56"/>
                      <ns1:pt x="14" y="54"/>
                    </ns1:cubicBezTo>
                    <ns1:cubicBezTo>
                      <ns1:pt x="13" y="52"/>
                      <ns1:pt x="13" y="50"/>
                      <ns1:pt x="12" y="49"/>
                    </ns1:cubicBezTo>
                    <ns1:cubicBezTo>
                      <ns1:pt x="8" y="44"/>
                      <ns1:pt x="4" y="40"/>
                      <ns1:pt x="0" y="36"/>
                    </ns1:cubicBezTo>
                    <ns1:cubicBezTo>
                      <ns1:pt x="5" y="31"/>
                      <ns1:pt x="19" y="34"/>
                      <ns1:pt x="21" y="40"/>
                    </ns1:cubicBezTo>
                    <ns1:cubicBezTo>
                      <ns1:pt x="21" y="41"/>
                      <ns1:pt x="21" y="42"/>
                      <ns1:pt x="22" y="43"/>
                    </ns1:cubicBezTo>
                    <ns1:cubicBezTo>
                      <ns1:pt x="23" y="44"/>
                      <ns1:pt x="25" y="46"/>
                      <ns1:pt x="26" y="47"/>
                    </ns1:cubicBezTo>
                    <ns1:cubicBezTo>
                      <ns1:pt x="27" y="45"/>
                      <ns1:pt x="28" y="44"/>
                      <ns1:pt x="28" y="42"/>
                    </ns1:cubicBezTo>
                    <ns1:cubicBezTo>
                      <ns1:pt x="29" y="35"/>
                      <ns1:pt x="28" y="29"/>
                      <ns1:pt x="22" y="24"/>
                    </ns1:cubicBezTo>
                    <ns1:cubicBezTo>
                      <ns1:pt x="19" y="22"/>
                      <ns1:pt x="17" y="19"/>
                      <ns1:pt x="15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6" name="Freeform 10"/>
              <ns0:cNvSpPr>
                <ns1:spLocks noEditPoints="1"/>
              </ns0:cNvSpPr>
              <ns0:nvPr/>
            </ns0:nvSpPr>
            <ns0:spPr bwMode="auto">
              <ns1:xfrm>
                <ns1:off x="1777056" y="3511470"/>
                <ns1:ext cx="209703" cy="127868"/>
              </ns1:xfrm>
              <ns1:custGeom>
                <ns1:avLst/>
                <ns1:gdLst>
                  <ns1:gd name="T0" fmla="*/ 24 w 96"/>
                  <ns1:gd name="T1" fmla="*/ 48 h 58"/>
                  <ns1:gd name="T2" fmla="*/ 29 w 96"/>
                  <ns1:gd name="T3" fmla="*/ 47 h 58"/>
                  <ns1:gd name="T4" fmla="*/ 42 w 96"/>
                  <ns1:gd name="T5" fmla="*/ 48 h 58"/>
                  <ns1:gd name="T6" fmla="*/ 15 w 96"/>
                  <ns1:gd name="T7" fmla="*/ 39 h 58"/>
                  <ns1:gd name="T8" fmla="*/ 0 w 96"/>
                  <ns1:gd name="T9" fmla="*/ 26 h 58"/>
                  <ns1:gd name="T10" fmla="*/ 6 w 96"/>
                  <ns1:gd name="T11" fmla="*/ 23 h 58"/>
                  <ns1:gd name="T12" fmla="*/ 30 w 96"/>
                  <ns1:gd name="T13" fmla="*/ 35 h 58"/>
                  <ns1:gd name="T14" fmla="*/ 36 w 96"/>
                  <ns1:gd name="T15" fmla="*/ 38 h 58"/>
                  <ns1:gd name="T16" fmla="*/ 43 w 96"/>
                  <ns1:gd name="T17" fmla="*/ 34 h 58"/>
                  <ns1:gd name="T18" fmla="*/ 18 w 96"/>
                  <ns1:gd name="T19" fmla="*/ 25 h 58"/>
                  <ns1:gd name="T20" fmla="*/ 46 w 96"/>
                  <ns1:gd name="T21" fmla="*/ 0 h 58"/>
                  <ns1:gd name="T22" fmla="*/ 33 w 96"/>
                  <ns1:gd name="T23" fmla="*/ 26 h 58"/>
                  <ns1:gd name="T24" fmla="*/ 44 w 96"/>
                  <ns1:gd name="T25" fmla="*/ 23 h 58"/>
                  <ns1:gd name="T26" fmla="*/ 50 w 96"/>
                  <ns1:gd name="T27" fmla="*/ 22 h 58"/>
                  <ns1:gd name="T28" fmla="*/ 61 w 96"/>
                  <ns1:gd name="T29" fmla="*/ 21 h 58"/>
                  <ns1:gd name="T30" fmla="*/ 69 w 96"/>
                  <ns1:gd name="T31" fmla="*/ 20 h 58"/>
                  <ns1:gd name="T32" fmla="*/ 74 w 96"/>
                  <ns1:gd name="T33" fmla="*/ 21 h 58"/>
                  <ns1:gd name="T34" fmla="*/ 91 w 96"/>
                  <ns1:gd name="T35" fmla="*/ 17 h 58"/>
                  <ns1:gd name="T36" fmla="*/ 93 w 96"/>
                  <ns1:gd name="T37" fmla="*/ 17 h 58"/>
                  <ns1:gd name="T38" fmla="*/ 84 w 96"/>
                  <ns1:gd name="T39" fmla="*/ 31 h 58"/>
                  <ns1:gd name="T40" fmla="*/ 83 w 96"/>
                  <ns1:gd name="T41" fmla="*/ 31 h 58"/>
                  <ns1:gd name="T42" fmla="*/ 75 w 96"/>
                  <ns1:gd name="T43" fmla="*/ 32 h 58"/>
                  <ns1:gd name="T44" fmla="*/ 80 w 96"/>
                  <ns1:gd name="T45" fmla="*/ 38 h 58"/>
                  <ns1:gd name="T46" fmla="*/ 80 w 96"/>
                  <ns1:gd name="T47" fmla="*/ 47 h 58"/>
                  <ns1:gd name="T48" fmla="*/ 76 w 96"/>
                  <ns1:gd name="T49" fmla="*/ 50 h 58"/>
                  <ns1:gd name="T50" fmla="*/ 66 w 96"/>
                  <ns1:gd name="T51" fmla="*/ 50 h 58"/>
                  <ns1:gd name="T52" fmla="*/ 55 w 96"/>
                  <ns1:gd name="T53" fmla="*/ 54 h 58"/>
                  <ns1:gd name="T54" fmla="*/ 46 w 96"/>
                  <ns1:gd name="T55" fmla="*/ 57 h 58"/>
                  <ns1:gd name="T56" fmla="*/ 24 w 96"/>
                  <ns1:gd name="T57" fmla="*/ 48 h 58"/>
                  <ns1:gd name="T58" fmla="*/ 54 w 96"/>
                  <ns1:gd name="T59" fmla="*/ 43 h 58"/>
                  <ns1:gd name="T60" fmla="*/ 65 w 96"/>
                  <ns1:gd name="T61" fmla="*/ 41 h 58"/>
                  <ns1:gd name="T62" fmla="*/ 68 w 96"/>
                  <ns1:gd name="T63" fmla="*/ 35 h 58"/>
                  <ns1:gd name="T64" fmla="*/ 53 w 96"/>
                  <ns1:gd name="T65" fmla="*/ 34 h 58"/>
                  <ns1:gd name="T66" fmla="*/ 62 w 96"/>
                  <ns1:gd name="T67" fmla="*/ 35 h 58"/>
                  <ns1:gd name="T68" fmla="*/ 62 w 96"/>
                  <ns1:gd name="T69" fmla="*/ 37 h 58"/>
                  <ns1:gd name="T70" fmla="*/ 54 w 96"/>
                  <ns1:gd name="T71" fmla="*/ 43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96" h="58">
                    <ns1:moveTo>
                      <ns1:pt x="24" y="48"/>
                    </ns1:moveTo>
                    <ns1:cubicBezTo>
                      <ns1:pt x="26" y="48"/>
                      <ns1:pt x="27" y="46"/>
                      <ns1:pt x="29" y="47"/>
                    </ns1:cubicBezTo>
                    <ns1:cubicBezTo>
                      <ns1:pt x="33" y="47"/>
                      <ns1:pt x="37" y="48"/>
                      <ns1:pt x="42" y="48"/>
                    </ns1:cubicBezTo>
                    <ns1:cubicBezTo>
                      <ns1:pt x="33" y="43"/>
                      <ns1:pt x="24" y="40"/>
                      <ns1:pt x="15" y="39"/>
                    </ns1:cubicBezTo>
                    <ns1:cubicBezTo>
                      <ns1:pt x="8" y="38"/>
                      <ns1:pt x="1" y="32"/>
                      <ns1:pt x="0" y="26"/>
                    </ns1:cubicBezTo>
                    <ns1:cubicBezTo>
                      <ns1:pt x="0" y="23"/>
                      <ns1:pt x="3" y="21"/>
                      <ns1:pt x="6" y="23"/>
                    </ns1:cubicBezTo>
                    <ns1:cubicBezTo>
                      <ns1:pt x="14" y="27"/>
                      <ns1:pt x="22" y="31"/>
                      <ns1:pt x="30" y="35"/>
                    </ns1:cubicBezTo>
                    <ns1:cubicBezTo>
                      <ns1:pt x="32" y="36"/>
                      <ns1:pt x="34" y="37"/>
                      <ns1:pt x="36" y="38"/>
                    </ns1:cubicBezTo>
                    <ns1:cubicBezTo>
                      <ns1:pt x="41" y="41"/>
                      <ns1:pt x="43" y="39"/>
                      <ns1:pt x="43" y="34"/>
                    </ns1:cubicBezTo>
                    <ns1:cubicBezTo>
                      <ns1:pt x="35" y="31"/>
                      <ns1:pt x="26" y="28"/>
                      <ns1:pt x="18" y="25"/>
                    </ns1:cubicBezTo>
                    <ns1:cubicBezTo>
                      <ns1:pt x="19" y="21"/>
                      <ns1:pt x="41" y="0"/>
                      <ns1:pt x="46" y="0"/>
                    </ns1:cubicBezTo>
                    <ns1:cubicBezTo>
                      <ns1:pt x="46" y="10"/>
                      <ns1:pt x="38" y="17"/>
                      <ns1:pt x="33" y="26"/>
                    </ns1:cubicBezTo>
                    <ns1:cubicBezTo>
                      <ns1:pt x="37" y="26"/>
                      <ns1:pt x="41" y="27"/>
                      <ns1:pt x="44" y="23"/>
                    </ns1:cubicBezTo>
                    <ns1:cubicBezTo>
                      <ns1:pt x="45" y="22"/>
                      <ns1:pt x="48" y="22"/>
                      <ns1:pt x="50" y="22"/>
                    </ns1:cubicBezTo>
                    <ns1:cubicBezTo>
                      <ns1:pt x="54" y="25"/>
                      <ns1:pt x="58" y="25"/>
                      <ns1:pt x="61" y="21"/>
                    </ns1:cubicBezTo>
                    <ns1:cubicBezTo>
                      <ns1:pt x="64" y="18"/>
                      <ns1:pt x="65" y="17"/>
                      <ns1:pt x="69" y="20"/>
                    </ns1:cubicBezTo>
                    <ns1:cubicBezTo>
                      <ns1:pt x="70" y="21"/>
                      <ns1:pt x="73" y="21"/>
                      <ns1:pt x="74" y="21"/>
                    </ns1:cubicBezTo>
                    <ns1:cubicBezTo>
                      <ns1:pt x="80" y="20"/>
                      <ns1:pt x="86" y="18"/>
                      <ns1:pt x="91" y="17"/>
                    </ns1:cubicBezTo>
                    <ns1:cubicBezTo>
                      <ns1:pt x="92" y="17"/>
                      <ns1:pt x="93" y="17"/>
                      <ns1:pt x="93" y="17"/>
                    </ns1:cubicBezTo>
                    <ns1:cubicBezTo>
                      <ns1:pt x="96" y="25"/>
                      <ns1:pt x="92" y="31"/>
                      <ns1:pt x="84" y="31"/>
                    </ns1:cubicBezTo>
                    <ns1:cubicBezTo>
                      <ns1:pt x="84" y="31"/>
                      <ns1:pt x="84" y="31"/>
                      <ns1:pt x="83" y="31"/>
                    </ns1:cubicBezTo>
                    <ns1:cubicBezTo>
                      <ns1:pt x="81" y="31"/>
                      <ns1:pt x="78" y="32"/>
                      <ns1:pt x="75" y="32"/>
                    </ns1:cubicBezTo>
                    <ns1:cubicBezTo>
                      <ns1:pt x="77" y="34"/>
                      <ns1:pt x="78" y="36"/>
                      <ns1:pt x="80" y="38"/>
                    </ns1:cubicBezTo>
                    <ns1:cubicBezTo>
                      <ns1:pt x="84" y="41"/>
                      <ns1:pt x="81" y="44"/>
                      <ns1:pt x="80" y="47"/>
                    </ns1:cubicBezTo>
                    <ns1:cubicBezTo>
                      <ns1:pt x="80" y="48"/>
                      <ns1:pt x="78" y="50"/>
                      <ns1:pt x="76" y="50"/>
                    </ns1:cubicBezTo>
                    <ns1:cubicBezTo>
                      <ns1:pt x="73" y="51"/>
                      <ns1:pt x="69" y="50"/>
                      <ns1:pt x="66" y="50"/>
                    </ns1:cubicBezTo>
                    <ns1:cubicBezTo>
                      <ns1:pt x="61" y="49"/>
                      <ns1:pt x="58" y="50"/>
                      <ns1:pt x="55" y="54"/>
                    </ns1:cubicBezTo>
                    <ns1:cubicBezTo>
                      <ns1:pt x="53" y="58"/>
                      <ns1:pt x="50" y="58"/>
                      <ns1:pt x="46" y="57"/>
                    </ns1:cubicBezTo>
                    <ns1:cubicBezTo>
                      <ns1:pt x="39" y="54"/>
                      <ns1:pt x="32" y="51"/>
                      <ns1:pt x="24" y="48"/>
                    </ns1:cubicBezTo>
                    <ns1:close/>
                    <ns1:moveTo>
                      <ns1:pt x="54" y="43"/>
                    </ns1:moveTo>
                    <ns1:cubicBezTo>
                      <ns1:pt x="58" y="42"/>
                      <ns1:pt x="62" y="42"/>
                      <ns1:pt x="65" y="41"/>
                    </ns1:cubicBezTo>
                    <ns1:cubicBezTo>
                      <ns1:pt x="68" y="40"/>
                      <ns1:pt x="69" y="38"/>
                      <ns1:pt x="68" y="35"/>
                    </ns1:cubicBezTo>
                    <ns1:cubicBezTo>
                      <ns1:pt x="65" y="28"/>
                      <ns1:pt x="59" y="28"/>
                      <ns1:pt x="53" y="34"/>
                    </ns1:cubicBezTo>
                    <ns1:cubicBezTo>
                      <ns1:pt x="56" y="34"/>
                      <ns1:pt x="59" y="35"/>
                      <ns1:pt x="62" y="35"/>
                    </ns1:cubicBezTo>
                    <ns1:cubicBezTo>
                      <ns1:pt x="62" y="36"/>
                      <ns1:pt x="62" y="37"/>
                      <ns1:pt x="62" y="37"/>
                    </ns1:cubicBezTo>
                    <ns1:cubicBezTo>
                      <ns1:pt x="60" y="39"/>
                      <ns1:pt x="58" y="41"/>
                      <ns1:pt x="54" y="4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7" name="Freeform 11"/>
              <ns0:cNvSpPr/>
              <ns0:nvPr/>
            </ns0:nvSpPr>
            <ns0:spPr bwMode="auto">
              <ns1:xfrm>
                <ns1:off x="1504957" y="3242437"/>
                <ns1:ext cx="153438" cy="174921"/>
              </ns1:xfrm>
              <ns1:custGeom>
                <ns1:avLst/>
                <ns1:gdLst>
                  <ns1:gd name="T0" fmla="*/ 61 w 70"/>
                  <ns1:gd name="T1" fmla="*/ 0 h 80"/>
                  <ns1:gd name="T2" fmla="*/ 64 w 70"/>
                  <ns1:gd name="T3" fmla="*/ 31 h 80"/>
                  <ns1:gd name="T4" fmla="*/ 56 w 70"/>
                  <ns1:gd name="T5" fmla="*/ 44 h 80"/>
                  <ns1:gd name="T6" fmla="*/ 58 w 70"/>
                  <ns1:gd name="T7" fmla="*/ 46 h 80"/>
                  <ns1:gd name="T8" fmla="*/ 64 w 70"/>
                  <ns1:gd name="T9" fmla="*/ 42 h 80"/>
                  <ns1:gd name="T10" fmla="*/ 68 w 70"/>
                  <ns1:gd name="T11" fmla="*/ 41 h 80"/>
                  <ns1:gd name="T12" fmla="*/ 68 w 70"/>
                  <ns1:gd name="T13" fmla="*/ 46 h 80"/>
                  <ns1:gd name="T14" fmla="*/ 62 w 70"/>
                  <ns1:gd name="T15" fmla="*/ 49 h 80"/>
                  <ns1:gd name="T16" fmla="*/ 44 w 70"/>
                  <ns1:gd name="T17" fmla="*/ 64 h 80"/>
                  <ns1:gd name="T18" fmla="*/ 18 w 70"/>
                  <ns1:gd name="T19" fmla="*/ 80 h 80"/>
                  <ns1:gd name="T20" fmla="*/ 36 w 70"/>
                  <ns1:gd name="T21" fmla="*/ 61 h 80"/>
                  <ns1:gd name="T22" fmla="*/ 27 w 70"/>
                  <ns1:gd name="T23" fmla="*/ 63 h 80"/>
                  <ns1:gd name="T24" fmla="*/ 16 w 70"/>
                  <ns1:gd name="T25" fmla="*/ 68 h 80"/>
                  <ns1:gd name="T26" fmla="*/ 0 w 70"/>
                  <ns1:gd name="T27" fmla="*/ 59 h 80"/>
                  <ns1:gd name="T28" fmla="*/ 2 w 70"/>
                  <ns1:gd name="T29" fmla="*/ 53 h 80"/>
                  <ns1:gd name="T30" fmla="*/ 7 w 70"/>
                  <ns1:gd name="T31" fmla="*/ 54 h 80"/>
                  <ns1:gd name="T32" fmla="*/ 21 w 70"/>
                  <ns1:gd name="T33" fmla="*/ 53 h 80"/>
                  <ns1:gd name="T34" fmla="*/ 40 w 70"/>
                  <ns1:gd name="T35" fmla="*/ 50 h 80"/>
                  <ns1:gd name="T36" fmla="*/ 47 w 70"/>
                  <ns1:gd name="T37" fmla="*/ 42 h 80"/>
                  <ns1:gd name="T38" fmla="*/ 54 w 70"/>
                  <ns1:gd name="T39" fmla="*/ 17 h 80"/>
                  <ns1:gd name="T40" fmla="*/ 61 w 70"/>
                  <ns1:gd name="T41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70" h="80">
                    <ns1:moveTo>
                      <ns1:pt x="61" y="0"/>
                    </ns1:moveTo>
                    <ns1:cubicBezTo>
                      <ns1:pt x="69" y="10"/>
                      <ns1:pt x="70" y="23"/>
                      <ns1:pt x="64" y="31"/>
                    </ns1:cubicBezTo>
                    <ns1:cubicBezTo>
                      <ns1:pt x="61" y="35"/>
                      <ns1:pt x="59" y="40"/>
                      <ns1:pt x="56" y="44"/>
                    </ns1:cubicBezTo>
                    <ns1:cubicBezTo>
                      <ns1:pt x="57" y="45"/>
                      <ns1:pt x="58" y="46"/>
                      <ns1:pt x="58" y="46"/>
                    </ns1:cubicBezTo>
                    <ns1:cubicBezTo>
                      <ns1:pt x="60" y="45"/>
                      <ns1:pt x="62" y="43"/>
                      <ns1:pt x="64" y="42"/>
                    </ns1:cubicBezTo>
                    <ns1:cubicBezTo>
                      <ns1:pt x="65" y="41"/>
                      <ns1:pt x="67" y="42"/>
                      <ns1:pt x="68" y="41"/>
                    </ns1:cubicBezTo>
                    <ns1:cubicBezTo>
                      <ns1:pt x="68" y="43"/>
                      <ns1:pt x="69" y="45"/>
                      <ns1:pt x="68" y="46"/>
                    </ns1:cubicBezTo>
                    <ns1:cubicBezTo>
                      <ns1:pt x="66" y="48"/>
                      <ns1:pt x="64" y="49"/>
                      <ns1:pt x="62" y="49"/>
                    </ns1:cubicBezTo>
                    <ns1:cubicBezTo>
                      <ns1:pt x="55" y="52"/>
                      <ns1:pt x="48" y="56"/>
                      <ns1:pt x="44" y="64"/>
                    </ns1:cubicBezTo>
                    <ns1:cubicBezTo>
                      <ns1:pt x="38" y="75"/>
                      <ns1:pt x="29" y="80"/>
                      <ns1:pt x="18" y="80"/>
                    </ns1:cubicBezTo>
                    <ns1:cubicBezTo>
                      <ns1:pt x="24" y="74"/>
                      <ns1:pt x="32" y="71"/>
                      <ns1:pt x="36" y="61"/>
                    </ns1:cubicBezTo>
                    <ns1:cubicBezTo>
                      <ns1:pt x="32" y="62"/>
                      <ns1:pt x="30" y="62"/>
                      <ns1:pt x="27" y="63"/>
                    </ns1:cubicBezTo>
                    <ns1:cubicBezTo>
                      <ns1:pt x="23" y="64"/>
                      <ns1:pt x="20" y="66"/>
                      <ns1:pt x="16" y="68"/>
                    </ns1:cubicBezTo>
                    <ns1:cubicBezTo>
                      <ns1:pt x="9" y="71"/>
                      <ns1:pt x="2" y="67"/>
                      <ns1:pt x="0" y="59"/>
                    </ns1:cubicBezTo>
                    <ns1:cubicBezTo>
                      <ns1:pt x="0" y="57"/>
                      <ns1:pt x="1" y="55"/>
                      <ns1:pt x="2" y="53"/>
                    </ns1:cubicBezTo>
                    <ns1:cubicBezTo>
                      <ns1:pt x="3" y="52"/>
                      <ns1:pt x="5" y="54"/>
                      <ns1:pt x="7" y="54"/>
                    </ns1:cubicBezTo>
                    <ns1:cubicBezTo>
                      <ns1:pt x="12" y="53"/>
                      <ns1:pt x="17" y="53"/>
                      <ns1:pt x="21" y="53"/>
                    </ns1:cubicBezTo>
                    <ns1:cubicBezTo>
                      <ns1:pt x="28" y="52"/>
                      <ns1:pt x="34" y="51"/>
                      <ns1:pt x="40" y="50"/>
                    </ns1:cubicBezTo>
                    <ns1:cubicBezTo>
                      <ns1:pt x="44" y="49"/>
                      <ns1:pt x="46" y="46"/>
                      <ns1:pt x="47" y="42"/>
                    </ns1:cubicBezTo>
                    <ns1:cubicBezTo>
                      <ns1:pt x="50" y="34"/>
                      <ns1:pt x="52" y="25"/>
                      <ns1:pt x="54" y="17"/>
                    </ns1:cubicBezTo>
                    <ns1:cubicBezTo>
                      <ns1:pt x="56" y="12"/>
                      <ns1:pt x="58" y="7"/>
                      <ns1:pt x="6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8" name="Freeform 12"/>
              <ns0:cNvSpPr/>
              <ns0:nvPr/>
            </ns0:nvSpPr>
            <ns0:spPr bwMode="auto">
              <ns1:xfrm>
                <ns1:off x="1428236" y="4259230"/>
                <ns1:ext cx="94111" cy="140140"/>
              </ns1:xfrm>
              <ns1:custGeom>
                <ns1:avLst/>
                <ns1:gdLst>
                  <ns1:gd name="T0" fmla="*/ 43 w 43"/>
                  <ns1:gd name="T1" fmla="*/ 59 h 64"/>
                  <ns1:gd name="T2" fmla="*/ 34 w 43"/>
                  <ns1:gd name="T3" fmla="*/ 57 h 64"/>
                  <ns1:gd name="T4" fmla="*/ 8 w 43"/>
                  <ns1:gd name="T5" fmla="*/ 20 h 64"/>
                  <ns1:gd name="T6" fmla="*/ 13 w 43"/>
                  <ns1:gd name="T7" fmla="*/ 63 h 64"/>
                  <ns1:gd name="T8" fmla="*/ 7 w 43"/>
                  <ns1:gd name="T9" fmla="*/ 64 h 64"/>
                  <ns1:gd name="T10" fmla="*/ 0 w 43"/>
                  <ns1:gd name="T11" fmla="*/ 4 h 64"/>
                  <ns1:gd name="T12" fmla="*/ 9 w 43"/>
                  <ns1:gd name="T13" fmla="*/ 6 h 64"/>
                  <ns1:gd name="T14" fmla="*/ 31 w 43"/>
                  <ns1:gd name="T15" fmla="*/ 40 h 64"/>
                  <ns1:gd name="T16" fmla="*/ 35 w 43"/>
                  <ns1:gd name="T17" fmla="*/ 45 h 64"/>
                  <ns1:gd name="T18" fmla="*/ 30 w 43"/>
                  <ns1:gd name="T19" fmla="*/ 1 h 64"/>
                  <ns1:gd name="T20" fmla="*/ 36 w 43"/>
                  <ns1:gd name="T21" fmla="*/ 0 h 64"/>
                  <ns1:gd name="T22" fmla="*/ 43 w 43"/>
                  <ns1:gd name="T23" fmla="*/ 59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43" h="64">
                    <ns1:moveTo>
                      <ns1:pt x="43" y="59"/>
                    </ns1:moveTo>
                    <ns1:cubicBezTo>
                      <ns1:pt x="38" y="61"/>
                      <ns1:pt x="36" y="60"/>
                      <ns1:pt x="34" y="57"/>
                    </ns1:cubicBezTo>
                    <ns1:cubicBezTo>
                      <ns1:pt x="26" y="44"/>
                      <ns1:pt x="17" y="32"/>
                      <ns1:pt x="8" y="20"/>
                    </ns1:cubicBezTo>
                    <ns1:cubicBezTo>
                      <ns1:pt x="10" y="34"/>
                      <ns1:pt x="11" y="48"/>
                      <ns1:pt x="13" y="63"/>
                    </ns1:cubicBezTo>
                    <ns1:cubicBezTo>
                      <ns1:pt x="11" y="63"/>
                      <ns1:pt x="10" y="64"/>
                      <ns1:pt x="7" y="64"/>
                    </ns1:cubicBezTo>
                    <ns1:cubicBezTo>
                      <ns1:pt x="5" y="44"/>
                      <ns1:pt x="2" y="24"/>
                      <ns1:pt x="0" y="4"/>
                    </ns1:cubicBezTo>
                    <ns1:cubicBezTo>
                      <ns1:pt x="4" y="3"/>
                      <ns1:pt x="6" y="3"/>
                      <ns1:pt x="9" y="6"/>
                    </ns1:cubicBezTo>
                    <ns1:cubicBezTo>
                      <ns1:pt x="16" y="18"/>
                      <ns1:pt x="23" y="29"/>
                      <ns1:pt x="31" y="40"/>
                    </ns1:cubicBezTo>
                    <ns1:cubicBezTo>
                      <ns1:pt x="32" y="42"/>
                      <ns1:pt x="33" y="43"/>
                      <ns1:pt x="35" y="45"/>
                    </ns1:cubicBezTo>
                    <ns1:cubicBezTo>
                      <ns1:pt x="33" y="30"/>
                      <ns1:pt x="32" y="16"/>
                      <ns1:pt x="30" y="1"/>
                    </ns1:cubicBezTo>
                    <ns1:cubicBezTo>
                      <ns1:pt x="32" y="0"/>
                      <ns1:pt x="33" y="0"/>
                      <ns1:pt x="36" y="0"/>
                    </ns1:cubicBezTo>
                    <ns1:cubicBezTo>
                      <ns1:pt x="38" y="20"/>
                      <ns1:pt x="41" y="40"/>
                      <ns1:pt x="43" y="5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9" name="Freeform 13"/>
              <ns0:cNvSpPr/>
              <ns0:nvPr/>
            </ns0:nvSpPr>
            <ns0:spPr bwMode="auto">
              <ns1:xfrm>
                <ns1:off x="1082486" y="4223424"/>
                <ns1:ext cx="138096" cy="151393"/>
              </ns1:xfrm>
              <ns1:custGeom>
                <ns1:avLst/>
                <ns1:gdLst>
                  <ns1:gd name="T0" fmla="*/ 31 w 63"/>
                  <ns1:gd name="T1" fmla="*/ 69 h 69"/>
                  <ns1:gd name="T2" fmla="*/ 26 w 63"/>
                  <ns1:gd name="T3" fmla="*/ 62 h 69"/>
                  <ns1:gd name="T4" fmla="*/ 28 w 63"/>
                  <ns1:gd name="T5" fmla="*/ 17 h 69"/>
                  <ns1:gd name="T6" fmla="*/ 5 w 63"/>
                  <ns1:gd name="T7" fmla="*/ 55 h 69"/>
                  <ns1:gd name="T8" fmla="*/ 0 w 63"/>
                  <ns1:gd name="T9" fmla="*/ 52 h 69"/>
                  <ns1:gd name="T10" fmla="*/ 31 w 63"/>
                  <ns1:gd name="T11" fmla="*/ 0 h 69"/>
                  <ns1:gd name="T12" fmla="*/ 37 w 63"/>
                  <ns1:gd name="T13" fmla="*/ 8 h 69"/>
                  <ns1:gd name="T14" fmla="*/ 34 w 63"/>
                  <ns1:gd name="T15" fmla="*/ 53 h 69"/>
                  <ns1:gd name="T16" fmla="*/ 58 w 63"/>
                  <ns1:gd name="T17" fmla="*/ 15 h 69"/>
                  <ns1:gd name="T18" fmla="*/ 63 w 63"/>
                  <ns1:gd name="T19" fmla="*/ 18 h 69"/>
                  <ns1:gd name="T20" fmla="*/ 31 w 63"/>
                  <ns1:gd name="T21" fmla="*/ 69 h 6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63" h="69">
                    <ns1:moveTo>
                      <ns1:pt x="31" y="69"/>
                    </ns1:moveTo>
                    <ns1:cubicBezTo>
                      <ns1:pt x="26" y="68"/>
                      <ns1:pt x="25" y="66"/>
                      <ns1:pt x="26" y="62"/>
                    </ns1:cubicBezTo>
                    <ns1:cubicBezTo>
                      <ns1:pt x="27" y="47"/>
                      <ns1:pt x="28" y="32"/>
                      <ns1:pt x="28" y="17"/>
                    </ns1:cubicBezTo>
                    <ns1:cubicBezTo>
                      <ns1:pt x="21" y="30"/>
                      <ns1:pt x="13" y="42"/>
                      <ns1:pt x="5" y="55"/>
                    </ns1:cubicBezTo>
                    <ns1:cubicBezTo>
                      <ns1:pt x="3" y="54"/>
                      <ns1:pt x="2" y="53"/>
                      <ns1:pt x="0" y="52"/>
                    </ns1:cubicBezTo>
                    <ns1:cubicBezTo>
                      <ns1:pt x="10" y="35"/>
                      <ns1:pt x="21" y="17"/>
                      <ns1:pt x="31" y="0"/>
                    </ns1:cubicBezTo>
                    <ns1:cubicBezTo>
                      <ns1:pt x="36" y="1"/>
                      <ns1:pt x="37" y="4"/>
                      <ns1:pt x="37" y="8"/>
                    </ns1:cubicBezTo>
                    <ns1:cubicBezTo>
                      <ns1:pt x="35" y="23"/>
                      <ns1:pt x="34" y="38"/>
                      <ns1:pt x="34" y="53"/>
                    </ns1:cubicBezTo>
                    <ns1:cubicBezTo>
                      <ns1:pt x="42" y="40"/>
                      <ns1:pt x="50" y="28"/>
                      <ns1:pt x="58" y="15"/>
                    </ns1:cubicBezTo>
                    <ns1:cubicBezTo>
                      <ns1:pt x="59" y="16"/>
                      <ns1:pt x="61" y="17"/>
                      <ns1:pt x="63" y="18"/>
                    </ns1:cubicBezTo>
                    <ns1:cubicBezTo>
                      <ns1:pt x="52" y="35"/>
                      <ns1:pt x="42" y="52"/>
                      <ns1:pt x="31" y="6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0" name="Freeform 14"/>
              <ns0:cNvSpPr/>
              <ns0:nvPr/>
            </ns0:nvSpPr>
            <ns0:spPr bwMode="auto">
              <ns1:xfrm>
                <ns1:off x="850283" y="4071011"/>
                <ns1:ext cx="155487" cy="121730"/>
              </ns1:xfrm>
              <ns1:custGeom>
                <ns1:avLst/>
                <ns1:gdLst>
                  <ns1:gd name="T0" fmla="*/ 56 w 71"/>
                  <ns1:gd name="T1" fmla="*/ 0 h 56"/>
                  <ns1:gd name="T2" fmla="*/ 71 w 71"/>
                  <ns1:gd name="T3" fmla="*/ 28 h 56"/>
                  <ns1:gd name="T4" fmla="*/ 64 w 71"/>
                  <ns1:gd name="T5" fmla="*/ 32 h 56"/>
                  <ns1:gd name="T6" fmla="*/ 52 w 71"/>
                  <ns1:gd name="T7" fmla="*/ 9 h 56"/>
                  <ns1:gd name="T8" fmla="*/ 35 w 71"/>
                  <ns1:gd name="T9" fmla="*/ 16 h 56"/>
                  <ns1:gd name="T10" fmla="*/ 46 w 71"/>
                  <ns1:gd name="T11" fmla="*/ 38 h 56"/>
                  <ns1:gd name="T12" fmla="*/ 40 w 71"/>
                  <ns1:gd name="T13" fmla="*/ 41 h 56"/>
                  <ns1:gd name="T14" fmla="*/ 28 w 71"/>
                  <ns1:gd name="T15" fmla="*/ 20 h 56"/>
                  <ns1:gd name="T16" fmla="*/ 10 w 71"/>
                  <ns1:gd name="T17" fmla="*/ 29 h 56"/>
                  <ns1:gd name="T18" fmla="*/ 22 w 71"/>
                  <ns1:gd name="T19" fmla="*/ 53 h 56"/>
                  <ns1:gd name="T20" fmla="*/ 15 w 71"/>
                  <ns1:gd name="T21" fmla="*/ 56 h 56"/>
                  <ns1:gd name="T22" fmla="*/ 0 w 71"/>
                  <ns1:gd name="T23" fmla="*/ 26 h 56"/>
                  <ns1:gd name="T24" fmla="*/ 56 w 71"/>
                  <ns1:gd name="T25" fmla="*/ 0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1" h="56">
                    <ns1:moveTo>
                      <ns1:pt x="56" y="0"/>
                    </ns1:moveTo>
                    <ns1:cubicBezTo>
                      <ns1:pt x="61" y="10"/>
                      <ns1:pt x="66" y="19"/>
                      <ns1:pt x="71" y="28"/>
                    </ns1:cubicBezTo>
                    <ns1:cubicBezTo>
                      <ns1:pt x="69" y="30"/>
                      <ns1:pt x="67" y="31"/>
                      <ns1:pt x="64" y="32"/>
                    </ns1:cubicBezTo>
                    <ns1:cubicBezTo>
                      <ns1:pt x="60" y="24"/>
                      <ns1:pt x="56" y="17"/>
                      <ns1:pt x="52" y="9"/>
                    </ns1:cubicBezTo>
                    <ns1:cubicBezTo>
                      <ns1:pt x="47" y="11"/>
                      <ns1:pt x="41" y="14"/>
                      <ns1:pt x="35" y="16"/>
                    </ns1:cubicBezTo>
                    <ns1:cubicBezTo>
                      <ns1:pt x="39" y="24"/>
                      <ns1:pt x="43" y="31"/>
                      <ns1:pt x="46" y="38"/>
                    </ns1:cubicBezTo>
                    <ns1:cubicBezTo>
                      <ns1:pt x="44" y="39"/>
                      <ns1:pt x="42" y="40"/>
                      <ns1:pt x="40" y="41"/>
                    </ns1:cubicBezTo>
                    <ns1:cubicBezTo>
                      <ns1:pt x="36" y="34"/>
                      <ns1:pt x="32" y="27"/>
                      <ns1:pt x="28" y="20"/>
                    </ns1:cubicBezTo>
                    <ns1:cubicBezTo>
                      <ns1:pt x="22" y="23"/>
                      <ns1:pt x="16" y="26"/>
                      <ns1:pt x="10" y="29"/>
                    </ns1:cubicBezTo>
                    <ns1:cubicBezTo>
                      <ns1:pt x="14" y="37"/>
                      <ns1:pt x="18" y="44"/>
                      <ns1:pt x="22" y="53"/>
                    </ns1:cubicBezTo>
                    <ns1:cubicBezTo>
                      <ns1:pt x="19" y="54"/>
                      <ns1:pt x="17" y="55"/>
                      <ns1:pt x="15" y="56"/>
                    </ns1:cubicBezTo>
                    <ns1:cubicBezTo>
                      <ns1:pt x="10" y="46"/>
                      <ns1:pt x="5" y="37"/>
                      <ns1:pt x="0" y="26"/>
                    </ns1:cubicBezTo>
                    <ns1:cubicBezTo>
                      <ns1:pt x="19" y="18"/>
                      <ns1:pt x="37" y="9"/>
                      <ns1:pt x="5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1" name="Freeform 15"/>
              <ns0:cNvSpPr/>
              <ns0:nvPr/>
            </ns0:nvSpPr>
            <ns0:spPr bwMode="auto">
              <ns1:xfrm>
                <ns1:off x="807318" y="3985083"/>
                <ns1:ext cx="157531" cy="126843"/>
              </ns1:xfrm>
              <ns1:custGeom>
                <ns1:avLst/>
                <ns1:gdLst>
                  <ns1:gd name="T0" fmla="*/ 29 w 72"/>
                  <ns1:gd name="T1" fmla="*/ 20 h 58"/>
                  <ns1:gd name="T2" fmla="*/ 3 w 72"/>
                  <ns1:gd name="T3" fmla="*/ 32 h 58"/>
                  <ns1:gd name="T4" fmla="*/ 0 w 72"/>
                  <ns1:gd name="T5" fmla="*/ 27 h 58"/>
                  <ns1:gd name="T6" fmla="*/ 57 w 72"/>
                  <ns1:gd name="T7" fmla="*/ 0 h 58"/>
                  <ns1:gd name="T8" fmla="*/ 59 w 72"/>
                  <ns1:gd name="T9" fmla="*/ 6 h 58"/>
                  <ns1:gd name="T10" fmla="*/ 36 w 72"/>
                  <ns1:gd name="T11" fmla="*/ 17 h 58"/>
                  <ns1:gd name="T12" fmla="*/ 46 w 72"/>
                  <ns1:gd name="T13" fmla="*/ 37 h 58"/>
                  <ns1:gd name="T14" fmla="*/ 69 w 72"/>
                  <ns1:gd name="T15" fmla="*/ 26 h 58"/>
                  <ns1:gd name="T16" fmla="*/ 72 w 72"/>
                  <ns1:gd name="T17" fmla="*/ 32 h 58"/>
                  <ns1:gd name="T18" fmla="*/ 15 w 72"/>
                  <ns1:gd name="T19" fmla="*/ 58 h 58"/>
                  <ns1:gd name="T20" fmla="*/ 13 w 72"/>
                  <ns1:gd name="T21" fmla="*/ 52 h 58"/>
                  <ns1:gd name="T22" fmla="*/ 39 w 72"/>
                  <ns1:gd name="T23" fmla="*/ 40 h 58"/>
                  <ns1:gd name="T24" fmla="*/ 29 w 72"/>
                  <ns1:gd name="T25" fmla="*/ 20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58">
                    <ns1:moveTo>
                      <ns1:pt x="29" y="20"/>
                    </ns1:moveTo>
                    <ns1:cubicBezTo>
                      <ns1:pt x="20" y="24"/>
                      <ns1:pt x="12" y="28"/>
                      <ns1:pt x="3" y="32"/>
                    </ns1:cubicBezTo>
                    <ns1:cubicBezTo>
                      <ns1:pt x="2" y="30"/>
                      <ns1:pt x="1" y="29"/>
                      <ns1:pt x="0" y="27"/>
                    </ns1:cubicBezTo>
                    <ns1:cubicBezTo>
                      <ns1:pt x="19" y="18"/>
                      <ns1:pt x="37" y="9"/>
                      <ns1:pt x="57" y="0"/>
                    </ns1:cubicBezTo>
                    <ns1:cubicBezTo>
                      <ns1:pt x="58" y="2"/>
                      <ns1:pt x="58" y="4"/>
                      <ns1:pt x="59" y="6"/>
                    </ns1:cubicBezTo>
                    <ns1:cubicBezTo>
                      <ns1:pt x="52" y="9"/>
                      <ns1:pt x="44" y="13"/>
                      <ns1:pt x="36" y="17"/>
                    </ns1:cubicBezTo>
                    <ns1:cubicBezTo>
                      <ns1:pt x="40" y="23"/>
                      <ns1:pt x="43" y="30"/>
                      <ns1:pt x="46" y="37"/>
                    </ns1:cubicBezTo>
                    <ns1:cubicBezTo>
                      <ns1:pt x="54" y="33"/>
                      <ns1:pt x="61" y="30"/>
                      <ns1:pt x="69" y="26"/>
                    </ns1:cubicBezTo>
                    <ns1:cubicBezTo>
                      <ns1:pt x="70" y="28"/>
                      <ns1:pt x="71" y="30"/>
                      <ns1:pt x="72" y="32"/>
                    </ns1:cubicBezTo>
                    <ns1:cubicBezTo>
                      <ns1:pt x="53" y="40"/>
                      <ns1:pt x="34" y="49"/>
                      <ns1:pt x="15" y="58"/>
                    </ns1:cubicBezTo>
                    <ns1:cubicBezTo>
                      <ns1:pt x="14" y="56"/>
                      <ns1:pt x="14" y="54"/>
                      <ns1:pt x="13" y="52"/>
                    </ns1:cubicBezTo>
                    <ns1:cubicBezTo>
                      <ns1:pt x="21" y="48"/>
                      <ns1:pt x="30" y="44"/>
                      <ns1:pt x="39" y="40"/>
                    </ns1:cubicBezTo>
                    <ns1:cubicBezTo>
                      <ns1:pt x="36" y="33"/>
                      <ns1:pt x="33" y="27"/>
                      <ns1:pt x="29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2" name="Freeform 16"/>
              <ns0:cNvSpPr/>
              <ns0:nvPr/>
            </ns0:nvSpPr>
            <ns0:spPr bwMode="auto">
              <ns1:xfrm>
                <ns1:off x="763334" y="3906317"/>
                <ns1:ext cx="161625" cy="126843"/>
              </ns1:xfrm>
              <ns1:custGeom>
                <ns1:avLst/>
                <ns1:gdLst>
                  <ns1:gd name="T0" fmla="*/ 62 w 74"/>
                  <ns1:gd name="T1" fmla="*/ 26 h 58"/>
                  <ns1:gd name="T2" fmla="*/ 50 w 74"/>
                  <ns1:gd name="T3" fmla="*/ 3 h 58"/>
                  <ns1:gd name="T4" fmla="*/ 57 w 74"/>
                  <ns1:gd name="T5" fmla="*/ 0 h 58"/>
                  <ns1:gd name="T6" fmla="*/ 74 w 74"/>
                  <ns1:gd name="T7" fmla="*/ 30 h 58"/>
                  <ns1:gd name="T8" fmla="*/ 62 w 74"/>
                  <ns1:gd name="T9" fmla="*/ 32 h 58"/>
                  <ns1:gd name="T10" fmla="*/ 19 w 74"/>
                  <ns1:gd name="T11" fmla="*/ 30 h 58"/>
                  <ns1:gd name="T12" fmla="*/ 11 w 74"/>
                  <ns1:gd name="T13" fmla="*/ 30 h 58"/>
                  <ns1:gd name="T14" fmla="*/ 25 w 74"/>
                  <ns1:gd name="T15" fmla="*/ 55 h 58"/>
                  <ns1:gd name="T16" fmla="*/ 18 w 74"/>
                  <ns1:gd name="T17" fmla="*/ 58 h 58"/>
                  <ns1:gd name="T18" fmla="*/ 0 w 74"/>
                  <ns1:gd name="T19" fmla="*/ 25 h 58"/>
                  <ns1:gd name="T20" fmla="*/ 11 w 74"/>
                  <ns1:gd name="T21" fmla="*/ 23 h 58"/>
                  <ns1:gd name="T22" fmla="*/ 62 w 74"/>
                  <ns1:gd name="T23" fmla="*/ 26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74" h="58">
                    <ns1:moveTo>
                      <ns1:pt x="62" y="26"/>
                    </ns1:moveTo>
                    <ns1:cubicBezTo>
                      <ns1:pt x="58" y="18"/>
                      <ns1:pt x="54" y="11"/>
                      <ns1:pt x="50" y="3"/>
                    </ns1:cubicBezTo>
                    <ns1:cubicBezTo>
                      <ns1:pt x="53" y="2"/>
                      <ns1:pt x="55" y="1"/>
                      <ns1:pt x="57" y="0"/>
                    </ns1:cubicBezTo>
                    <ns1:cubicBezTo>
                      <ns1:pt x="62" y="10"/>
                      <ns1:pt x="68" y="19"/>
                      <ns1:pt x="74" y="30"/>
                    </ns1:cubicBezTo>
                    <ns1:cubicBezTo>
                      <ns1:pt x="69" y="31"/>
                      <ns1:pt x="66" y="33"/>
                      <ns1:pt x="62" y="32"/>
                    </ns1:cubicBezTo>
                    <ns1:cubicBezTo>
                      <ns1:pt x="48" y="32"/>
                      <ns1:pt x="33" y="31"/>
                      <ns1:pt x="19" y="30"/>
                    </ns1:cubicBezTo>
                    <ns1:cubicBezTo>
                      <ns1:pt x="16" y="29"/>
                      <ns1:pt x="14" y="30"/>
                      <ns1:pt x="11" y="30"/>
                    </ns1:cubicBezTo>
                    <ns1:cubicBezTo>
                      <ns1:pt x="16" y="38"/>
                      <ns1:pt x="20" y="46"/>
                      <ns1:pt x="25" y="55"/>
                    </ns1:cubicBezTo>
                    <ns1:cubicBezTo>
                      <ns1:pt x="22" y="56"/>
                      <ns1:pt x="20" y="57"/>
                      <ns1:pt x="18" y="58"/>
                    </ns1:cubicBezTo>
                    <ns1:cubicBezTo>
                      <ns1:pt x="12" y="48"/>
                      <ns1:pt x="6" y="37"/>
                      <ns1:pt x="0" y="25"/>
                    </ns1:cubicBezTo>
                    <ns1:cubicBezTo>
                      <ns1:pt x="4" y="24"/>
                      <ns1:pt x="8" y="23"/>
                      <ns1:pt x="11" y="23"/>
                    </ns1:cubicBezTo>
                    <ns1:cubicBezTo>
                      <ns1:pt x="28" y="24"/>
                      <ns1:pt x="45" y="25"/>
                      <ns1:pt x="62" y="2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3" name="Freeform 17"/>
              <ns0:cNvSpPr>
                <ns1:spLocks noEditPoints="1"/>
              </ns0:cNvSpPr>
              <ns0:nvPr/>
            </ns0:nvSpPr>
            <ns0:spPr bwMode="auto">
              <ns1:xfrm>
                <ns1:off x="1673741" y="4136476"/>
                <ns1:ext cx="140141" cy="132982"/>
              </ns1:xfrm>
              <ns1:custGeom>
                <ns1:avLst/>
                <ns1:gdLst>
                  <ns1:gd name="T0" fmla="*/ 64 w 64"/>
                  <ns1:gd name="T1" fmla="*/ 42 h 61"/>
                  <ns1:gd name="T2" fmla="*/ 54 w 64"/>
                  <ns1:gd name="T3" fmla="*/ 43 h 61"/>
                  <ns1:gd name="T4" fmla="*/ 40 w 64"/>
                  <ns1:gd name="T5" fmla="*/ 35 h 61"/>
                  <ns1:gd name="T6" fmla="*/ 25 w 64"/>
                  <ns1:gd name="T7" fmla="*/ 37 h 61"/>
                  <ns1:gd name="T8" fmla="*/ 41 w 64"/>
                  <ns1:gd name="T9" fmla="*/ 58 h 61"/>
                  <ns1:gd name="T10" fmla="*/ 37 w 64"/>
                  <ns1:gd name="T11" fmla="*/ 61 h 61"/>
                  <ns1:gd name="T12" fmla="*/ 0 w 64"/>
                  <ns1:gd name="T13" fmla="*/ 12 h 61"/>
                  <ns1:gd name="T14" fmla="*/ 17 w 64"/>
                  <ns1:gd name="T15" fmla="*/ 1 h 61"/>
                  <ns1:gd name="T16" fmla="*/ 25 w 64"/>
                  <ns1:gd name="T17" fmla="*/ 0 h 61"/>
                  <ns1:gd name="T18" fmla="*/ 37 w 64"/>
                  <ns1:gd name="T19" fmla="*/ 26 h 61"/>
                  <ns1:gd name="T20" fmla="*/ 64 w 64"/>
                  <ns1:gd name="T21" fmla="*/ 42 h 61"/>
                  <ns1:gd name="T22" fmla="*/ 21 w 64"/>
                  <ns1:gd name="T23" fmla="*/ 31 h 61"/>
                  <ns1:gd name="T24" fmla="*/ 33 w 64"/>
                  <ns1:gd name="T25" fmla="*/ 18 h 61"/>
                  <ns1:gd name="T26" fmla="*/ 25 w 64"/>
                  <ns1:gd name="T27" fmla="*/ 7 h 61"/>
                  <ns1:gd name="T28" fmla="*/ 8 w 64"/>
                  <ns1:gd name="T29" fmla="*/ 14 h 61"/>
                  <ns1:gd name="T30" fmla="*/ 21 w 64"/>
                  <ns1:gd name="T31" fmla="*/ 31 h 6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</ns1:cxnLst>
                <ns1:rect l="0" t="0" r="r" b="b"/>
                <ns1:pathLst>
                  <ns1:path w="64" h="61">
                    <ns1:moveTo>
                      <ns1:pt x="64" y="42"/>
                    </ns1:moveTo>
                    <ns1:cubicBezTo>
                      <ns1:pt x="61" y="46"/>
                      <ns1:pt x="58" y="46"/>
                      <ns1:pt x="54" y="43"/>
                    </ns1:cubicBezTo>
                    <ns1:cubicBezTo>
                      <ns1:pt x="50" y="40"/>
                      <ns1:pt x="45" y="37"/>
                      <ns1:pt x="40" y="35"/>
                    </ns1:cubicBezTo>
                    <ns1:cubicBezTo>
                      <ns1:pt x="33" y="31"/>
                      <ns1:pt x="32" y="31"/>
                      <ns1:pt x="25" y="37"/>
                    </ns1:cubicBezTo>
                    <ns1:cubicBezTo>
                      <ns1:pt x="31" y="44"/>
                      <ns1:pt x="36" y="51"/>
                      <ns1:pt x="41" y="58"/>
                    </ns1:cubicBezTo>
                    <ns1:cubicBezTo>
                      <ns1:pt x="40" y="59"/>
                      <ns1:pt x="39" y="60"/>
                      <ns1:pt x="37" y="61"/>
                    </ns1:cubicBezTo>
                    <ns1:cubicBezTo>
                      <ns1:pt x="25" y="45"/>
                      <ns1:pt x="13" y="29"/>
                      <ns1:pt x="0" y="12"/>
                    </ns1:cubicBezTo>
                    <ns1:cubicBezTo>
                      <ns1:pt x="6" y="8"/>
                      <ns1:pt x="11" y="4"/>
                      <ns1:pt x="17" y="1"/>
                    </ns1:cubicBezTo>
                    <ns1:cubicBezTo>
                      <ns1:pt x="19" y="0"/>
                      <ns1:pt x="22" y="0"/>
                      <ns1:pt x="25" y="0"/>
                    </ns1:cubicBezTo>
                    <ns1:cubicBezTo>
                      <ns1:pt x="35" y="4"/>
                      <ns1:pt x="41" y="17"/>
                      <ns1:pt x="37" y="26"/>
                    </ns1:cubicBezTo>
                    <ns1:cubicBezTo>
                      <ns1:pt x="46" y="32"/>
                      <ns1:pt x="55" y="37"/>
                      <ns1:pt x="64" y="42"/>
                    </ns1:cubicBezTo>
                    <ns1:close/>
                    <ns1:moveTo>
                      <ns1:pt x="21" y="31"/>
                    </ns1:moveTo>
                    <ns1:cubicBezTo>
                      <ns1:pt x="25" y="26"/>
                      <ns1:pt x="33" y="25"/>
                      <ns1:pt x="33" y="18"/>
                    </ns1:cubicBezTo>
                    <ns1:cubicBezTo>
                      <ns1:pt x="32" y="14"/>
                      <ns1:pt x="28" y="9"/>
                      <ns1:pt x="25" y="7"/>
                    </ns1:cubicBezTo>
                    <ns1:cubicBezTo>
                      <ns1:pt x="18" y="4"/>
                      <ns1:pt x="14" y="12"/>
                      <ns1:pt x="8" y="14"/>
                    </ns1:cubicBezTo>
                    <ns1:cubicBezTo>
                      <ns1:pt x="13" y="20"/>
                      <ns1:pt x="17" y="25"/>
                      <ns1:pt x="21" y="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4" name="Freeform 18"/>
              <ns0:cNvSpPr/>
              <ns0:nvPr/>
            </ns0:nvSpPr>
            <ns0:spPr bwMode="auto">
              <ns1:xfrm>
                <ns1:off x="1731026" y="3577959"/>
                <ns1:ext cx="104339" cy="100245"/>
              </ns1:xfrm>
              <ns1:custGeom>
                <ns1:avLst/>
                <ns1:gdLst>
                  <ns1:gd name="T0" fmla="*/ 45 w 48"/>
                  <ns1:gd name="T1" fmla="*/ 18 h 46"/>
                  <ns1:gd name="T2" fmla="*/ 47 w 48"/>
                  <ns1:gd name="T3" fmla="*/ 25 h 46"/>
                  <ns1:gd name="T4" fmla="*/ 48 w 48"/>
                  <ns1:gd name="T5" fmla="*/ 29 h 46"/>
                  <ns1:gd name="T6" fmla="*/ 44 w 48"/>
                  <ns1:gd name="T7" fmla="*/ 30 h 46"/>
                  <ns1:gd name="T8" fmla="*/ 35 w 48"/>
                  <ns1:gd name="T9" fmla="*/ 31 h 46"/>
                  <ns1:gd name="T10" fmla="*/ 18 w 48"/>
                  <ns1:gd name="T11" fmla="*/ 44 h 46"/>
                  <ns1:gd name="T12" fmla="*/ 12 w 48"/>
                  <ns1:gd name="T13" fmla="*/ 44 h 46"/>
                  <ns1:gd name="T14" fmla="*/ 4 w 48"/>
                  <ns1:gd name="T15" fmla="*/ 28 h 46"/>
                  <ns1:gd name="T16" fmla="*/ 7 w 48"/>
                  <ns1:gd name="T17" fmla="*/ 25 h 46"/>
                  <ns1:gd name="T18" fmla="*/ 10 w 48"/>
                  <ns1:gd name="T19" fmla="*/ 26 h 46"/>
                  <ns1:gd name="T20" fmla="*/ 26 w 48"/>
                  <ns1:gd name="T21" fmla="*/ 22 h 46"/>
                  <ns1:gd name="T22" fmla="*/ 10 w 48"/>
                  <ns1:gd name="T23" fmla="*/ 16 h 46"/>
                  <ns1:gd name="T24" fmla="*/ 1 w 48"/>
                  <ns1:gd name="T25" fmla="*/ 4 h 46"/>
                  <ns1:gd name="T26" fmla="*/ 2 w 48"/>
                  <ns1:gd name="T27" fmla="*/ 0 h 46"/>
                  <ns1:gd name="T28" fmla="*/ 7 w 48"/>
                  <ns1:gd name="T29" fmla="*/ 1 h 46"/>
                  <ns1:gd name="T30" fmla="*/ 27 w 48"/>
                  <ns1:gd name="T31" fmla="*/ 14 h 46"/>
                  <ns1:gd name="T32" fmla="*/ 41 w 48"/>
                  <ns1:gd name="T33" fmla="*/ 14 h 46"/>
                  <ns1:gd name="T34" fmla="*/ 45 w 48"/>
                  <ns1:gd name="T35" fmla="*/ 18 h 46"/>
                  <ns1:gd name="T36" fmla="*/ 45 w 48"/>
                  <ns1:gd name="T37" fmla="*/ 18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48" h="46">
                    <ns1:moveTo>
                      <ns1:pt x="45" y="18"/>
                    </ns1:moveTo>
                    <ns1:cubicBezTo>
                      <ns1:pt x="46" y="21"/>
                      <ns1:pt x="46" y="23"/>
                      <ns1:pt x="47" y="25"/>
                    </ns1:cubicBezTo>
                    <ns1:cubicBezTo>
                      <ns1:pt x="47" y="27"/>
                      <ns1:pt x="48" y="28"/>
                      <ns1:pt x="48" y="29"/>
                    </ns1:cubicBezTo>
                    <ns1:cubicBezTo>
                      <ns1:pt x="47" y="29"/>
                      <ns1:pt x="45" y="31"/>
                      <ns1:pt x="44" y="30"/>
                    </ns1:cubicBezTo>
                    <ns1:cubicBezTo>
                      <ns1:pt x="40" y="28"/>
                      <ns1:pt x="37" y="29"/>
                      <ns1:pt x="35" y="31"/>
                    </ns1:cubicBezTo>
                    <ns1:cubicBezTo>
                      <ns1:pt x="29" y="36"/>
                      <ns1:pt x="23" y="40"/>
                      <ns1:pt x="18" y="44"/>
                    </ns1:cubicBezTo>
                    <ns1:cubicBezTo>
                      <ns1:pt x="16" y="46"/>
                      <ns1:pt x="13" y="46"/>
                      <ns1:pt x="12" y="44"/>
                    </ns1:cubicBezTo>
                    <ns1:cubicBezTo>
                      <ns1:pt x="9" y="39"/>
                      <ns1:pt x="7" y="33"/>
                      <ns1:pt x="4" y="28"/>
                    </ns1:cubicBezTo>
                    <ns1:cubicBezTo>
                      <ns1:pt x="4" y="28"/>
                      <ns1:pt x="6" y="26"/>
                      <ns1:pt x="7" y="25"/>
                    </ns1:cubicBezTo>
                    <ns1:cubicBezTo>
                      <ns1:pt x="7" y="25"/>
                      <ns1:pt x="9" y="26"/>
                      <ns1:pt x="10" y="26"/>
                    </ns1:cubicBezTo>
                    <ns1:cubicBezTo>
                      <ns1:pt x="17" y="31"/>
                      <ns1:pt x="19" y="31"/>
                      <ns1:pt x="26" y="22"/>
                    </ns1:cubicBezTo>
                    <ns1:cubicBezTo>
                      <ns1:pt x="20" y="20"/>
                      <ns1:pt x="15" y="18"/>
                      <ns1:pt x="10" y="16"/>
                    </ns1:cubicBezTo>
                    <ns1:cubicBezTo>
                      <ns1:pt x="4" y="15"/>
                      <ns1:pt x="0" y="11"/>
                      <ns1:pt x="1" y="4"/>
                    </ns1:cubicBezTo>
                    <ns1:cubicBezTo>
                      <ns1:pt x="1" y="3"/>
                      <ns1:pt x="1" y="1"/>
                      <ns1:pt x="2" y="0"/>
                    </ns1:cubicBezTo>
                    <ns1:cubicBezTo>
                      <ns1:pt x="4" y="0"/>
                      <ns1:pt x="6" y="0"/>
                      <ns1:pt x="7" y="1"/>
                    </ns1:cubicBezTo>
                    <ns1:cubicBezTo>
                      <ns1:pt x="14" y="5"/>
                      <ns1:pt x="20" y="10"/>
                      <ns1:pt x="27" y="14"/>
                    </ns1:cubicBezTo>
                    <ns1:cubicBezTo>
                      <ns1:pt x="32" y="17"/>
                      <ns1:pt x="36" y="21"/>
                      <ns1:pt x="41" y="14"/>
                    </ns1:cubicBezTo>
                    <ns1:cubicBezTo>
                      <ns1:pt x="43" y="16"/>
                      <ns1:pt x="44" y="17"/>
                      <ns1:pt x="45" y="18"/>
                    </ns1:cubicBezTo>
                    <ns1:cubicBezTo>
                      <ns1:pt x="45" y="18"/>
                      <ns1:pt x="45" y="18"/>
                      <ns1:pt x="45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5" name="Freeform 19"/>
              <ns0:cNvSpPr/>
              <ns0:nvPr/>
            </ns0:nvSpPr>
            <ns0:spPr bwMode="auto">
              <ns1:xfrm>
                <ns1:off x="1183756" y="4265364"/>
                <ns1:ext cx="104339" cy="145254"/>
              </ns1:xfrm>
              <ns1:custGeom>
                <ns1:avLst/>
                <ns1:gdLst>
                  <ns1:gd name="T0" fmla="*/ 35 w 48"/>
                  <ns1:gd name="T1" fmla="*/ 42 h 66"/>
                  <ns1:gd name="T2" fmla="*/ 24 w 48"/>
                  <ns1:gd name="T3" fmla="*/ 38 h 66"/>
                  <ns1:gd name="T4" fmla="*/ 26 w 48"/>
                  <ns1:gd name="T5" fmla="*/ 31 h 66"/>
                  <ns1:gd name="T6" fmla="*/ 42 w 48"/>
                  <ns1:gd name="T7" fmla="*/ 37 h 66"/>
                  <ns1:gd name="T8" fmla="*/ 33 w 48"/>
                  <ns1:gd name="T9" fmla="*/ 58 h 66"/>
                  <ns1:gd name="T10" fmla="*/ 6 w 48"/>
                  <ns1:gd name="T11" fmla="*/ 53 h 66"/>
                  <ns1:gd name="T12" fmla="*/ 5 w 48"/>
                  <ns1:gd name="T13" fmla="*/ 51 h 66"/>
                  <ns1:gd name="T14" fmla="*/ 26 w 48"/>
                  <ns1:gd name="T15" fmla="*/ 3 h 66"/>
                  <ns1:gd name="T16" fmla="*/ 43 w 48"/>
                  <ns1:gd name="T17" fmla="*/ 5 h 66"/>
                  <ns1:gd name="T18" fmla="*/ 46 w 48"/>
                  <ns1:gd name="T19" fmla="*/ 23 h 66"/>
                  <ns1:gd name="T20" fmla="*/ 42 w 48"/>
                  <ns1:gd name="T21" fmla="*/ 26 h 66"/>
                  <ns1:gd name="T22" fmla="*/ 41 w 48"/>
                  <ns1:gd name="T23" fmla="*/ 19 h 66"/>
                  <ns1:gd name="T24" fmla="*/ 37 w 48"/>
                  <ns1:gd name="T25" fmla="*/ 10 h 66"/>
                  <ns1:gd name="T26" fmla="*/ 26 w 48"/>
                  <ns1:gd name="T27" fmla="*/ 10 h 66"/>
                  <ns1:gd name="T28" fmla="*/ 16 w 48"/>
                  <ns1:gd name="T29" fmla="*/ 22 h 66"/>
                  <ns1:gd name="T30" fmla="*/ 10 w 48"/>
                  <ns1:gd name="T31" fmla="*/ 41 h 66"/>
                  <ns1:gd name="T32" fmla="*/ 26 w 48"/>
                  <ns1:gd name="T33" fmla="*/ 53 h 66"/>
                  <ns1:gd name="T34" fmla="*/ 35 w 48"/>
                  <ns1:gd name="T35" fmla="*/ 42 h 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48" h="66">
                    <ns1:moveTo>
                      <ns1:pt x="35" y="42"/>
                    </ns1:moveTo>
                    <ns1:cubicBezTo>
                      <ns1:pt x="30" y="40"/>
                      <ns1:pt x="27" y="39"/>
                      <ns1:pt x="24" y="38"/>
                    </ns1:cubicBezTo>
                    <ns1:cubicBezTo>
                      <ns1:pt x="25" y="35"/>
                      <ns1:pt x="25" y="33"/>
                      <ns1:pt x="26" y="31"/>
                    </ns1:cubicBezTo>
                    <ns1:cubicBezTo>
                      <ns1:pt x="32" y="33"/>
                      <ns1:pt x="36" y="35"/>
                      <ns1:pt x="42" y="37"/>
                    </ns1:cubicBezTo>
                    <ns1:cubicBezTo>
                      <ns1:pt x="39" y="44"/>
                      <ns1:pt x="37" y="52"/>
                      <ns1:pt x="33" y="58"/>
                    </ns1:cubicBezTo>
                    <ns1:cubicBezTo>
                      <ns1:pt x="26" y="66"/>
                      <ns1:pt x="11" y="62"/>
                      <ns1:pt x="6" y="53"/>
                    </ns1:cubicBezTo>
                    <ns1:cubicBezTo>
                      <ns1:pt x="6" y="52"/>
                      <ns1:pt x="6" y="52"/>
                      <ns1:pt x="5" y="51"/>
                    </ns1:cubicBezTo>
                    <ns1:cubicBezTo>
                      <ns1:pt x="0" y="37"/>
                      <ns1:pt x="12" y="9"/>
                      <ns1:pt x="26" y="3"/>
                    </ns1:cubicBezTo>
                    <ns1:cubicBezTo>
                      <ns1:pt x="32" y="0"/>
                      <ns1:pt x="39" y="1"/>
                      <ns1:pt x="43" y="5"/>
                    </ns1:cubicBezTo>
                    <ns1:cubicBezTo>
                      <ns1:pt x="48" y="10"/>
                      <ns1:pt x="48" y="17"/>
                      <ns1:pt x="46" y="23"/>
                    </ns1:cubicBezTo>
                    <ns1:cubicBezTo>
                      <ns1:pt x="46" y="24"/>
                      <ns1:pt x="44" y="25"/>
                      <ns1:pt x="42" y="26"/>
                    </ns1:cubicBezTo>
                    <ns1:cubicBezTo>
                      <ns1:pt x="42" y="23"/>
                      <ns1:pt x="42" y="21"/>
                      <ns1:pt x="41" y="19"/>
                    </ns1:cubicBezTo>
                    <ns1:cubicBezTo>
                      <ns1:pt x="40" y="16"/>
                      <ns1:pt x="39" y="11"/>
                      <ns1:pt x="37" y="10"/>
                    </ns1:cubicBezTo>
                    <ns1:cubicBezTo>
                      <ns1:pt x="34" y="9"/>
                      <ns1:pt x="28" y="9"/>
                      <ns1:pt x="26" y="10"/>
                    </ns1:cubicBezTo>
                    <ns1:cubicBezTo>
                      <ns1:pt x="22" y="13"/>
                      <ns1:pt x="18" y="17"/>
                      <ns1:pt x="16" y="22"/>
                    </ns1:cubicBezTo>
                    <ns1:cubicBezTo>
                      <ns1:pt x="13" y="28"/>
                      <ns1:pt x="11" y="34"/>
                      <ns1:pt x="10" y="41"/>
                    </ns1:cubicBezTo>
                    <ns1:cubicBezTo>
                      <ns1:pt x="9" y="51"/>
                      <ns1:pt x="17" y="57"/>
                      <ns1:pt x="26" y="53"/>
                    </ns1:cubicBezTo>
                    <ns1:cubicBezTo>
                      <ns1:pt x="30" y="52"/>
                      <ns1:pt x="32" y="47"/>
                      <ns1:pt x="35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6" name="Freeform 20"/>
              <ns0:cNvSpPr/>
              <ns0:nvPr/>
            </ns0:nvSpPr>
            <ns0:spPr bwMode="auto">
              <ns1:xfrm>
                <ns1:off x="1737165" y="4090446"/>
                <ns1:ext cx="142190" cy="105363"/>
              </ns1:xfrm>
              <ns1:custGeom>
                <ns1:avLst/>
                <ns1:gdLst>
                  <ns1:gd name="T0" fmla="*/ 28 w 65"/>
                  <ns1:gd name="T1" fmla="*/ 5 h 48"/>
                  <ns1:gd name="T2" fmla="*/ 26 w 65"/>
                  <ns1:gd name="T3" fmla="*/ 9 h 48"/>
                  <ns1:gd name="T4" fmla="*/ 11 w 65"/>
                  <ns1:gd name="T5" fmla="*/ 12 h 48"/>
                  <ns1:gd name="T6" fmla="*/ 11 w 65"/>
                  <ns1:gd name="T7" fmla="*/ 22 h 48"/>
                  <ns1:gd name="T8" fmla="*/ 22 w 65"/>
                  <ns1:gd name="T9" fmla="*/ 24 h 48"/>
                  <ns1:gd name="T10" fmla="*/ 31 w 65"/>
                  <ns1:gd name="T11" fmla="*/ 18 h 48"/>
                  <ns1:gd name="T12" fmla="*/ 61 w 65"/>
                  <ns1:gd name="T13" fmla="*/ 26 h 48"/>
                  <ns1:gd name="T14" fmla="*/ 47 w 65"/>
                  <ns1:gd name="T15" fmla="*/ 48 h 48"/>
                  <ns1:gd name="T16" fmla="*/ 32 w 65"/>
                  <ns1:gd name="T17" fmla="*/ 45 h 48"/>
                  <ns1:gd name="T18" fmla="*/ 34 w 65"/>
                  <ns1:gd name="T19" fmla="*/ 39 h 48"/>
                  <ns1:gd name="T20" fmla="*/ 43 w 65"/>
                  <ns1:gd name="T21" fmla="*/ 41 h 48"/>
                  <ns1:gd name="T22" fmla="*/ 55 w 65"/>
                  <ns1:gd name="T23" fmla="*/ 33 h 48"/>
                  <ns1:gd name="T24" fmla="*/ 51 w 65"/>
                  <ns1:gd name="T25" fmla="*/ 23 h 48"/>
                  <ns1:gd name="T26" fmla="*/ 38 w 65"/>
                  <ns1:gd name="T27" fmla="*/ 23 h 48"/>
                  <ns1:gd name="T28" fmla="*/ 29 w 65"/>
                  <ns1:gd name="T29" fmla="*/ 30 h 48"/>
                  <ns1:gd name="T30" fmla="*/ 2 w 65"/>
                  <ns1:gd name="T31" fmla="*/ 19 h 48"/>
                  <ns1:gd name="T32" fmla="*/ 13 w 65"/>
                  <ns1:gd name="T33" fmla="*/ 1 h 48"/>
                  <ns1:gd name="T34" fmla="*/ 28 w 65"/>
                  <ns1:gd name="T35" fmla="*/ 5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65" h="48">
                    <ns1:moveTo>
                      <ns1:pt x="28" y="5"/>
                    </ns1:moveTo>
                    <ns1:cubicBezTo>
                      <ns1:pt x="28" y="6"/>
                      <ns1:pt x="27" y="8"/>
                      <ns1:pt x="26" y="9"/>
                    </ns1:cubicBezTo>
                    <ns1:cubicBezTo>
                      <ns1:pt x="20" y="7"/>
                      <ns1:pt x="15" y="5"/>
                      <ns1:pt x="11" y="12"/>
                    </ns1:cubicBezTo>
                    <ns1:cubicBezTo>
                      <ns1:pt x="8" y="15"/>
                      <ns1:pt x="8" y="19"/>
                      <ns1:pt x="11" y="22"/>
                    </ns1:cubicBezTo>
                    <ns1:cubicBezTo>
                      <ns1:pt x="14" y="25"/>
                      <ns1:pt x="18" y="27"/>
                      <ns1:pt x="22" y="24"/>
                    </ns1:cubicBezTo>
                    <ns1:cubicBezTo>
                      <ns1:pt x="25" y="23"/>
                      <ns1:pt x="28" y="20"/>
                      <ns1:pt x="31" y="18"/>
                    </ns1:cubicBezTo>
                    <ns1:cubicBezTo>
                      <ns1:pt x="41" y="11"/>
                      <ns1:pt x="56" y="15"/>
                      <ns1:pt x="61" y="26"/>
                    </ns1:cubicBezTo>
                    <ns1:cubicBezTo>
                      <ns1:pt x="65" y="36"/>
                      <ns1:pt x="58" y="48"/>
                      <ns1:pt x="47" y="48"/>
                    </ns1:cubicBezTo>
                    <ns1:cubicBezTo>
                      <ns1:pt x="42" y="48"/>
                      <ns1:pt x="37" y="46"/>
                      <ns1:pt x="32" y="45"/>
                    </ns1:cubicBezTo>
                    <ns1:cubicBezTo>
                      <ns1:pt x="33" y="42"/>
                      <ns1:pt x="34" y="41"/>
                      <ns1:pt x="34" y="39"/>
                    </ns1:cubicBezTo>
                    <ns1:cubicBezTo>
                      <ns1:pt x="38" y="40"/>
                      <ns1:pt x="41" y="41"/>
                      <ns1:pt x="43" y="41"/>
                    </ns1:cubicBezTo>
                    <ns1:cubicBezTo>
                      <ns1:pt x="49" y="42"/>
                      <ns1:pt x="53" y="38"/>
                      <ns1:pt x="55" y="33"/>
                    </ns1:cubicBezTo>
                    <ns1:cubicBezTo>
                      <ns1:pt x="56" y="29"/>
                      <ns1:pt x="54" y="26"/>
                      <ns1:pt x="51" y="23"/>
                    </ns1:cubicBezTo>
                    <ns1:cubicBezTo>
                      <ns1:pt x="47" y="20"/>
                      <ns1:pt x="43" y="20"/>
                      <ns1:pt x="38" y="23"/>
                    </ns1:cubicBezTo>
                    <ns1:cubicBezTo>
                      <ns1:pt x="35" y="25"/>
                      <ns1:pt x="32" y="28"/>
                      <ns1:pt x="29" y="30"/>
                    </ns1:cubicBezTo>
                    <ns1:cubicBezTo>
                      <ns1:pt x="19" y="35"/>
                      <ns1:pt x="6" y="29"/>
                      <ns1:pt x="2" y="19"/>
                    </ns1:cubicBezTo>
                    <ns1:cubicBezTo>
                      <ns1:pt x="0" y="12"/>
                      <ns1:pt x="5" y="3"/>
                      <ns1:pt x="13" y="1"/>
                    </ns1:cubicBezTo>
                    <ns1:cubicBezTo>
                      <ns1:pt x="18" y="0"/>
                      <ns1:pt x="23" y="1"/>
                      <ns1:pt x="28" y="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7" name="Freeform 21"/>
              <ns0:cNvSpPr/>
              <ns0:nvPr/>
            </ns0:nvSpPr>
            <ns0:spPr bwMode="auto">
              <ns1:xfrm>
                <ns1:off x="1341287" y="4269457"/>
                <ns1:ext cx="78766" cy="136051"/>
              </ns1:xfrm>
              <ns1:custGeom>
                <ns1:avLst/>
                <ns1:gdLst>
                  <ns1:gd name="T0" fmla="*/ 30 w 36"/>
                  <ns1:gd name="T1" fmla="*/ 0 h 62"/>
                  <ns1:gd name="T2" fmla="*/ 35 w 36"/>
                  <ns1:gd name="T3" fmla="*/ 1 h 62"/>
                  <ns1:gd name="T4" fmla="*/ 35 w 36"/>
                  <ns1:gd name="T5" fmla="*/ 47 h 62"/>
                  <ns1:gd name="T6" fmla="*/ 18 w 36"/>
                  <ns1:gd name="T7" fmla="*/ 62 h 62"/>
                  <ns1:gd name="T8" fmla="*/ 1 w 36"/>
                  <ns1:gd name="T9" fmla="*/ 48 h 62"/>
                  <ns1:gd name="T10" fmla="*/ 1 w 36"/>
                  <ns1:gd name="T11" fmla="*/ 1 h 62"/>
                  <ns1:gd name="T12" fmla="*/ 6 w 36"/>
                  <ns1:gd name="T13" fmla="*/ 1 h 62"/>
                  <ns1:gd name="T14" fmla="*/ 6 w 36"/>
                  <ns1:gd name="T15" fmla="*/ 13 h 62"/>
                  <ns1:gd name="T16" fmla="*/ 7 w 36"/>
                  <ns1:gd name="T17" fmla="*/ 45 h 62"/>
                  <ns1:gd name="T18" fmla="*/ 18 w 36"/>
                  <ns1:gd name="T19" fmla="*/ 54 h 62"/>
                  <ns1:gd name="T20" fmla="*/ 29 w 36"/>
                  <ns1:gd name="T21" fmla="*/ 45 h 62"/>
                  <ns1:gd name="T22" fmla="*/ 30 w 36"/>
                  <ns1:gd name="T23" fmla="*/ 19 h 62"/>
                  <ns1:gd name="T24" fmla="*/ 30 w 36"/>
                  <ns1:gd name="T25" fmla="*/ 0 h 6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36" h="62">
                    <ns1:moveTo>
                      <ns1:pt x="30" y="0"/>
                    </ns1:moveTo>
                    <ns1:cubicBezTo>
                      <ns1:pt x="32" y="0"/>
                      <ns1:pt x="34" y="1"/>
                      <ns1:pt x="35" y="1"/>
                    </ns1:cubicBezTo>
                    <ns1:cubicBezTo>
                      <ns1:pt x="35" y="16"/>
                      <ns1:pt x="36" y="32"/>
                      <ns1:pt x="35" y="47"/>
                    </ns1:cubicBezTo>
                    <ns1:cubicBezTo>
                      <ns1:pt x="34" y="57"/>
                      <ns1:pt x="27" y="62"/>
                      <ns1:pt x="18" y="62"/>
                    </ns1:cubicBezTo>
                    <ns1:cubicBezTo>
                      <ns1:pt x="9" y="62"/>
                      <ns1:pt x="2" y="57"/>
                      <ns1:pt x="1" y="48"/>
                    </ns1:cubicBezTo>
                    <ns1:cubicBezTo>
                      <ns1:pt x="0" y="32"/>
                      <ns1:pt x="1" y="16"/>
                      <ns1:pt x="1" y="1"/>
                    </ns1:cubicBezTo>
                    <ns1:cubicBezTo>
                      <ns1:pt x="2" y="1"/>
                      <ns1:pt x="4" y="1"/>
                      <ns1:pt x="6" y="1"/>
                    </ns1:cubicBezTo>
                    <ns1:cubicBezTo>
                      <ns1:pt x="6" y="5"/>
                      <ns1:pt x="6" y="9"/>
                      <ns1:pt x="6" y="13"/>
                    </ns1:cubicBezTo>
                    <ns1:cubicBezTo>
                      <ns1:pt x="7" y="24"/>
                      <ns1:pt x="7" y="35"/>
                      <ns1:pt x="7" y="45"/>
                    </ns1:cubicBezTo>
                    <ns1:cubicBezTo>
                      <ns1:pt x="8" y="51"/>
                      <ns1:pt x="12" y="54"/>
                      <ns1:pt x="18" y="54"/>
                    </ns1:cubicBezTo>
                    <ns1:cubicBezTo>
                      <ns1:pt x="24" y="54"/>
                      <ns1:pt x="28" y="51"/>
                      <ns1:pt x="29" y="45"/>
                    </ns1:cubicBezTo>
                    <ns1:cubicBezTo>
                      <ns1:pt x="30" y="36"/>
                      <ns1:pt x="30" y="27"/>
                      <ns1:pt x="30" y="19"/>
                    </ns1:cubicBezTo>
                    <ns1:cubicBezTo>
                      <ns1:pt x="30" y="13"/>
                      <ns1:pt x="30" y="7"/>
                      <ns1:pt x="3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8" name="Freeform 22"/>
              <ns0:cNvSpPr>
                <ns1:spLocks noEditPoints="1"/>
              </ns0:cNvSpPr>
              <ns0:nvPr/>
            </ns0:nvSpPr>
            <ns0:spPr bwMode="auto">
              <ns1:xfrm>
                <ns1:off x="990423" y="4201944"/>
                <ns1:ext cx="126844" cy="138096"/>
              </ns1:xfrm>
              <ns1:custGeom>
                <ns1:avLst/>
                <ns1:gdLst>
                  <ns1:gd name="T0" fmla="*/ 52 w 58"/>
                  <ns1:gd name="T1" fmla="*/ 0 h 63"/>
                  <ns1:gd name="T2" fmla="*/ 56 w 58"/>
                  <ns1:gd name="T3" fmla="*/ 10 h 63"/>
                  <ns1:gd name="T4" fmla="*/ 34 w 58"/>
                  <ns1:gd name="T5" fmla="*/ 63 h 63"/>
                  <ns1:gd name="T6" fmla="*/ 28 w 58"/>
                  <ns1:gd name="T7" fmla="*/ 59 h 63"/>
                  <ns1:gd name="T8" fmla="*/ 35 w 58"/>
                  <ns1:gd name="T9" fmla="*/ 41 h 63"/>
                  <ns1:gd name="T10" fmla="*/ 21 w 58"/>
                  <ns1:gd name="T11" fmla="*/ 30 h 63"/>
                  <ns1:gd name="T12" fmla="*/ 5 w 58"/>
                  <ns1:gd name="T13" fmla="*/ 42 h 63"/>
                  <ns1:gd name="T14" fmla="*/ 0 w 58"/>
                  <ns1:gd name="T15" fmla="*/ 38 h 63"/>
                  <ns1:gd name="T16" fmla="*/ 52 w 58"/>
                  <ns1:gd name="T17" fmla="*/ 0 h 63"/>
                  <ns1:gd name="T18" fmla="*/ 49 w 58"/>
                  <ns1:gd name="T19" fmla="*/ 9 h 63"/>
                  <ns1:gd name="T20" fmla="*/ 27 w 58"/>
                  <ns1:gd name="T21" fmla="*/ 26 h 63"/>
                  <ns1:gd name="T22" fmla="*/ 38 w 58"/>
                  <ns1:gd name="T23" fmla="*/ 35 h 63"/>
                  <ns1:gd name="T24" fmla="*/ 49 w 58"/>
                  <ns1:gd name="T25" fmla="*/ 9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8" h="63">
                    <ns1:moveTo>
                      <ns1:pt x="52" y="0"/>
                    </ns1:moveTo>
                    <ns1:cubicBezTo>
                      <ns1:pt x="57" y="2"/>
                      <ns1:pt x="58" y="5"/>
                      <ns1:pt x="56" y="10"/>
                    </ns1:cubicBezTo>
                    <ns1:cubicBezTo>
                      <ns1:pt x="48" y="27"/>
                      <ns1:pt x="41" y="45"/>
                      <ns1:pt x="34" y="63"/>
                    </ns1:cubicBezTo>
                    <ns1:cubicBezTo>
                      <ns1:pt x="32" y="61"/>
                      <ns1:pt x="30" y="60"/>
                      <ns1:pt x="28" y="59"/>
                    </ns1:cubicBezTo>
                    <ns1:cubicBezTo>
                      <ns1:pt x="31" y="53"/>
                      <ns1:pt x="33" y="47"/>
                      <ns1:pt x="35" y="41"/>
                    </ns1:cubicBezTo>
                    <ns1:cubicBezTo>
                      <ns1:pt x="31" y="38"/>
                      <ns1:pt x="26" y="34"/>
                      <ns1:pt x="21" y="30"/>
                    </ns1:cubicBezTo>
                    <ns1:cubicBezTo>
                      <ns1:pt x="16" y="34"/>
                      <ns1:pt x="11" y="38"/>
                      <ns1:pt x="5" y="42"/>
                    </ns1:cubicBezTo>
                    <ns1:cubicBezTo>
                      <ns1:pt x="4" y="40"/>
                      <ns1:pt x="2" y="39"/>
                      <ns1:pt x="0" y="38"/>
                    </ns1:cubicBezTo>
                    <ns1:cubicBezTo>
                      <ns1:pt x="18" y="25"/>
                      <ns1:pt x="35" y="13"/>
                      <ns1:pt x="52" y="0"/>
                    </ns1:cubicBezTo>
                    <ns1:close/>
                    <ns1:moveTo>
                      <ns1:pt x="49" y="9"/>
                    </ns1:moveTo>
                    <ns1:cubicBezTo>
                      <ns1:pt x="41" y="15"/>
                      <ns1:pt x="34" y="20"/>
                      <ns1:pt x="27" y="26"/>
                    </ns1:cubicBezTo>
                    <ns1:cubicBezTo>
                      <ns1:pt x="31" y="29"/>
                      <ns1:pt x="34" y="32"/>
                      <ns1:pt x="38" y="35"/>
                    </ns1:cubicBezTo>
                    <ns1:cubicBezTo>
                      <ns1:pt x="42" y="26"/>
                      <ns1:pt x="45" y="18"/>
                      <ns1:pt x="49" y="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9" name="Freeform 23"/>
              <ns0:cNvSpPr>
                <ns1:spLocks noEditPoints="1"/>
              </ns0:cNvSpPr>
              <ns0:nvPr/>
            </ns0:nvSpPr>
            <ns0:spPr bwMode="auto">
              <ns1:xfrm>
                <ns1:off x="1253318" y="4119085"/>
                <ns1:ext cx="72627" cy="107408"/>
              </ns1:xfrm>
              <ns1:custGeom>
                <ns1:avLst/>
                <ns1:gdLst>
                  <ns1:gd name="T0" fmla="*/ 11 w 33"/>
                  <ns1:gd name="T1" fmla="*/ 23 h 49"/>
                  <ns1:gd name="T2" fmla="*/ 10 w 33"/>
                  <ns1:gd name="T3" fmla="*/ 3 h 49"/>
                  <ns1:gd name="T4" fmla="*/ 30 w 33"/>
                  <ns1:gd name="T5" fmla="*/ 7 h 49"/>
                  <ns1:gd name="T6" fmla="*/ 24 w 33"/>
                  <ns1:gd name="T7" fmla="*/ 22 h 49"/>
                  <ns1:gd name="T8" fmla="*/ 29 w 33"/>
                  <ns1:gd name="T9" fmla="*/ 38 h 49"/>
                  <ns1:gd name="T10" fmla="*/ 24 w 33"/>
                  <ns1:gd name="T11" fmla="*/ 44 h 49"/>
                  <ns1:gd name="T12" fmla="*/ 4 w 33"/>
                  <ns1:gd name="T13" fmla="*/ 42 h 49"/>
                  <ns1:gd name="T14" fmla="*/ 11 w 33"/>
                  <ns1:gd name="T15" fmla="*/ 23 h 49"/>
                  <ns1:gd name="T16" fmla="*/ 15 w 33"/>
                  <ns1:gd name="T17" fmla="*/ 26 h 49"/>
                  <ns1:gd name="T18" fmla="*/ 10 w 33"/>
                  <ns1:gd name="T19" fmla="*/ 38 h 49"/>
                  <ns1:gd name="T20" fmla="*/ 15 w 33"/>
                  <ns1:gd name="T21" fmla="*/ 43 h 49"/>
                  <ns1:gd name="T22" fmla="*/ 21 w 33"/>
                  <ns1:gd name="T23" fmla="*/ 41 h 49"/>
                  <ns1:gd name="T24" fmla="*/ 21 w 33"/>
                  <ns1:gd name="T25" fmla="*/ 34 h 49"/>
                  <ns1:gd name="T26" fmla="*/ 15 w 33"/>
                  <ns1:gd name="T27" fmla="*/ 26 h 49"/>
                  <ns1:gd name="T28" fmla="*/ 17 w 33"/>
                  <ns1:gd name="T29" fmla="*/ 20 h 49"/>
                  <ns1:gd name="T30" fmla="*/ 25 w 33"/>
                  <ns1:gd name="T31" fmla="*/ 10 h 49"/>
                  <ns1:gd name="T32" fmla="*/ 20 w 33"/>
                  <ns1:gd name="T33" fmla="*/ 6 h 49"/>
                  <ns1:gd name="T34" fmla="*/ 13 w 33"/>
                  <ns1:gd name="T35" fmla="*/ 9 h 49"/>
                  <ns1:gd name="T36" fmla="*/ 17 w 33"/>
                  <ns1:gd name="T37" fmla="*/ 20 h 4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33" h="49">
                    <ns1:moveTo>
                      <ns1:pt x="11" y="23"/>
                    </ns1:moveTo>
                    <ns1:cubicBezTo>
                      <ns1:pt x="4" y="14"/>
                      <ns1:pt x="4" y="8"/>
                      <ns1:pt x="10" y="3"/>
                    </ns1:cubicBezTo>
                    <ns1:cubicBezTo>
                      <ns1:pt x="16" y="0"/>
                      <ns1:pt x="26" y="1"/>
                      <ns1:pt x="30" y="7"/>
                    </ns1:cubicBezTo>
                    <ns1:cubicBezTo>
                      <ns1:pt x="33" y="12"/>
                      <ns1:pt x="31" y="17"/>
                      <ns1:pt x="24" y="22"/>
                    </ns1:cubicBezTo>
                    <ns1:cubicBezTo>
                      <ns1:pt x="26" y="28"/>
                      <ns1:pt x="28" y="33"/>
                      <ns1:pt x="29" y="38"/>
                    </ns1:cubicBezTo>
                    <ns1:cubicBezTo>
                      <ns1:pt x="29" y="40"/>
                      <ns1:pt x="26" y="43"/>
                      <ns1:pt x="24" y="44"/>
                    </ns1:cubicBezTo>
                    <ns1:cubicBezTo>
                      <ns1:pt x="19" y="49"/>
                      <ns1:pt x="8" y="47"/>
                      <ns1:pt x="4" y="42"/>
                    </ns1:cubicBezTo>
                    <ns1:cubicBezTo>
                      <ns1:pt x="0" y="35"/>
                      <ns1:pt x="1" y="31"/>
                      <ns1:pt x="11" y="23"/>
                    </ns1:cubicBezTo>
                    <ns1:close/>
                    <ns1:moveTo>
                      <ns1:pt x="15" y="26"/>
                    </ns1:moveTo>
                    <ns1:cubicBezTo>
                      <ns1:pt x="10" y="30"/>
                      <ns1:pt x="8" y="34"/>
                      <ns1:pt x="10" y="38"/>
                    </ns1:cubicBezTo>
                    <ns1:cubicBezTo>
                      <ns1:pt x="10" y="40"/>
                      <ns1:pt x="13" y="42"/>
                      <ns1:pt x="15" y="43"/>
                    </ns1:cubicBezTo>
                    <ns1:cubicBezTo>
                      <ns1:pt x="17" y="43"/>
                      <ns1:pt x="20" y="42"/>
                      <ns1:pt x="21" y="41"/>
                    </ns1:cubicBezTo>
                    <ns1:cubicBezTo>
                      <ns1:pt x="22" y="39"/>
                      <ns1:pt x="22" y="36"/>
                      <ns1:pt x="21" y="34"/>
                    </ns1:cubicBezTo>
                    <ns1:cubicBezTo>
                      <ns1:pt x="19" y="31"/>
                      <ns1:pt x="17" y="29"/>
                      <ns1:pt x="15" y="26"/>
                    </ns1:cubicBezTo>
                    <ns1:close/>
                    <ns1:moveTo>
                      <ns1:pt x="17" y="20"/>
                    </ns1:moveTo>
                    <ns1:cubicBezTo>
                      <ns1:pt x="23" y="17"/>
                      <ns1:pt x="26" y="14"/>
                      <ns1:pt x="25" y="10"/>
                    </ns1:cubicBezTo>
                    <ns1:cubicBezTo>
                      <ns1:pt x="24" y="8"/>
                      <ns1:pt x="21" y="6"/>
                      <ns1:pt x="20" y="6"/>
                    </ns1:cubicBezTo>
                    <ns1:cubicBezTo>
                      <ns1:pt x="18" y="6"/>
                      <ns1:pt x="13" y="8"/>
                      <ns1:pt x="13" y="9"/>
                    </ns1:cubicBezTo>
                    <ns1:cubicBezTo>
                      <ns1:pt x="14" y="12"/>
                      <ns1:pt x="16" y="16"/>
                      <ns1:pt x="17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0" name="Freeform 24"/>
              <ns0:cNvSpPr/>
              <ns0:nvPr/>
            </ns0:nvSpPr>
            <ns0:spPr bwMode="auto">
              <ns1:xfrm>
                <ns1:off x="1529506" y="4211152"/>
                <ns1:ext cx="96156" cy="140140"/>
              </ns1:xfrm>
              <ns1:custGeom>
                <ns1:avLst/>
                <ns1:gdLst>
                  <ns1:gd name="T0" fmla="*/ 44 w 44"/>
                  <ns1:gd name="T1" fmla="*/ 61 h 64"/>
                  <ns1:gd name="T2" fmla="*/ 36 w 44"/>
                  <ns1:gd name="T3" fmla="*/ 60 h 64"/>
                  <ns1:gd name="T4" fmla="*/ 0 w 44"/>
                  <ns1:gd name="T5" fmla="*/ 14 h 64"/>
                  <ns1:gd name="T6" fmla="*/ 6 w 44"/>
                  <ns1:gd name="T7" fmla="*/ 11 h 64"/>
                  <ns1:gd name="T8" fmla="*/ 37 w 44"/>
                  <ns1:gd name="T9" fmla="*/ 53 h 64"/>
                  <ns1:gd name="T10" fmla="*/ 38 w 44"/>
                  <ns1:gd name="T11" fmla="*/ 52 h 64"/>
                  <ns1:gd name="T12" fmla="*/ 34 w 44"/>
                  <ns1:gd name="T13" fmla="*/ 24 h 64"/>
                  <ns1:gd name="T14" fmla="*/ 31 w 44"/>
                  <ns1:gd name="T15" fmla="*/ 6 h 64"/>
                  <ns1:gd name="T16" fmla="*/ 36 w 44"/>
                  <ns1:gd name="T17" fmla="*/ 0 h 64"/>
                  <ns1:gd name="T18" fmla="*/ 44 w 44"/>
                  <ns1:gd name="T19" fmla="*/ 61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44" h="64">
                    <ns1:moveTo>
                      <ns1:pt x="44" y="61"/>
                    </ns1:moveTo>
                    <ns1:cubicBezTo>
                      <ns1:pt x="41" y="64"/>
                      <ns1:pt x="39" y="63"/>
                      <ns1:pt x="36" y="60"/>
                    </ns1:cubicBezTo>
                    <ns1:cubicBezTo>
                      <ns1:pt x="24" y="45"/>
                      <ns1:pt x="13" y="29"/>
                      <ns1:pt x="0" y="14"/>
                    </ns1:cubicBezTo>
                    <ns1:cubicBezTo>
                      <ns1:pt x="2" y="13"/>
                      <ns1:pt x="4" y="12"/>
                      <ns1:pt x="6" y="11"/>
                    </ns1:cubicBezTo>
                    <ns1:cubicBezTo>
                      <ns1:pt x="17" y="25"/>
                      <ns1:pt x="27" y="39"/>
                      <ns1:pt x="37" y="53"/>
                    </ns1:cubicBezTo>
                    <ns1:cubicBezTo>
                      <ns1:pt x="37" y="53"/>
                      <ns1:pt x="38" y="52"/>
                      <ns1:pt x="38" y="52"/>
                    </ns1:cubicBezTo>
                    <ns1:cubicBezTo>
                      <ns1:pt x="37" y="43"/>
                      <ns1:pt x="35" y="33"/>
                      <ns1:pt x="34" y="24"/>
                    </ns1:cubicBezTo>
                    <ns1:cubicBezTo>
                      <ns1:pt x="33" y="18"/>
                      <ns1:pt x="32" y="12"/>
                      <ns1:pt x="31" y="6"/>
                    </ns1:cubicBezTo>
                    <ns1:cubicBezTo>
                      <ns1:pt x="31" y="2"/>
                      <ns1:pt x="32" y="0"/>
                      <ns1:pt x="36" y="0"/>
                    </ns1:cubicBezTo>
                    <ns1:cubicBezTo>
                      <ns1:pt x="39" y="21"/>
                      <ns1:pt x="42" y="41"/>
                      <ns1:pt x="44" y="6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1" name="Freeform 25"/>
              <ns0:cNvSpPr>
                <ns1:spLocks noEditPoints="1"/>
              </ns0:cNvSpPr>
              <ns0:nvPr/>
            </ns0:nvSpPr>
            <ns0:spPr bwMode="auto">
              <ns1:xfrm>
                <ns1:off x="1378113" y="4121134"/>
                <ns1:ext cx="76721" cy="100245"/>
              </ns1:xfrm>
              <ns1:custGeom>
                <ns1:avLst/>
                <ns1:gdLst>
                  <ns1:gd name="T0" fmla="*/ 7 w 35"/>
                  <ns1:gd name="T1" fmla="*/ 46 h 46"/>
                  <ns1:gd name="T2" fmla="*/ 17 w 35"/>
                  <ns1:gd name="T3" fmla="*/ 39 h 46"/>
                  <ns1:gd name="T4" fmla="*/ 23 w 35"/>
                  <ns1:gd name="T5" fmla="*/ 29 h 46"/>
                  <ns1:gd name="T6" fmla="*/ 22 w 35"/>
                  <ns1:gd name="T7" fmla="*/ 28 h 46"/>
                  <ns1:gd name="T8" fmla="*/ 20 w 35"/>
                  <ns1:gd name="T9" fmla="*/ 29 h 46"/>
                  <ns1:gd name="T10" fmla="*/ 5 w 35"/>
                  <ns1:gd name="T11" fmla="*/ 26 h 46"/>
                  <ns1:gd name="T12" fmla="*/ 3 w 35"/>
                  <ns1:gd name="T13" fmla="*/ 8 h 46"/>
                  <ns1:gd name="T14" fmla="*/ 16 w 35"/>
                  <ns1:gd name="T15" fmla="*/ 0 h 46"/>
                  <ns1:gd name="T16" fmla="*/ 31 w 35"/>
                  <ns1:gd name="T17" fmla="*/ 15 h 46"/>
                  <ns1:gd name="T18" fmla="*/ 7 w 35"/>
                  <ns1:gd name="T19" fmla="*/ 46 h 46"/>
                  <ns1:gd name="T20" fmla="*/ 23 w 35"/>
                  <ns1:gd name="T21" fmla="*/ 19 h 46"/>
                  <ns1:gd name="T22" fmla="*/ 14 w 35"/>
                  <ns1:gd name="T23" fmla="*/ 5 h 46"/>
                  <ns1:gd name="T24" fmla="*/ 8 w 35"/>
                  <ns1:gd name="T25" fmla="*/ 11 h 46"/>
                  <ns1:gd name="T26" fmla="*/ 16 w 35"/>
                  <ns1:gd name="T27" fmla="*/ 24 h 46"/>
                  <ns1:gd name="T28" fmla="*/ 23 w 35"/>
                  <ns1:gd name="T29" fmla="*/ 19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</ns1:cxnLst>
                <ns1:rect l="0" t="0" r="r" b="b"/>
                <ns1:pathLst>
                  <ns1:path w="35" h="46">
                    <ns1:moveTo>
                      <ns1:pt x="7" y="46"/>
                    </ns1:moveTo>
                    <ns1:cubicBezTo>
                      <ns1:pt x="10" y="44"/>
                      <ns1:pt x="14" y="42"/>
                      <ns1:pt x="17" y="39"/>
                    </ns1:cubicBezTo>
                    <ns1:cubicBezTo>
                      <ns1:pt x="19" y="36"/>
                      <ns1:pt x="21" y="32"/>
                      <ns1:pt x="23" y="29"/>
                    </ns1:cubicBezTo>
                    <ns1:cubicBezTo>
                      <ns1:pt x="23" y="28"/>
                      <ns1:pt x="22" y="28"/>
                      <ns1:pt x="22" y="28"/>
                    </ns1:cubicBezTo>
                    <ns1:cubicBezTo>
                      <ns1:pt x="21" y="28"/>
                      <ns1:pt x="20" y="28"/>
                      <ns1:pt x="20" y="29"/>
                    </ns1:cubicBezTo>
                    <ns1:cubicBezTo>
                      <ns1:pt x="14" y="31"/>
                      <ns1:pt x="9" y="30"/>
                      <ns1:pt x="5" y="26"/>
                    </ns1:cubicBezTo>
                    <ns1:cubicBezTo>
                      <ns1:pt x="1" y="22"/>
                      <ns1:pt x="0" y="14"/>
                      <ns1:pt x="3" y="8"/>
                    </ns1:cubicBezTo>
                    <ns1:cubicBezTo>
                      <ns1:pt x="5" y="3"/>
                      <ns1:pt x="10" y="0"/>
                      <ns1:pt x="16" y="0"/>
                    </ns1:cubicBezTo>
                    <ns1:cubicBezTo>
                      <ns1:pt x="23" y="1"/>
                      <ns1:pt x="28" y="6"/>
                      <ns1:pt x="31" y="15"/>
                    </ns1:cubicBezTo>
                    <ns1:cubicBezTo>
                      <ns1:pt x="35" y="30"/>
                      <ns1:pt x="24" y="46"/>
                      <ns1:pt x="7" y="46"/>
                    </ns1:cubicBezTo>
                    <ns1:close/>
                    <ns1:moveTo>
                      <ns1:pt x="23" y="19"/>
                    </ns1:moveTo>
                    <ns1:cubicBezTo>
                      <ns1:pt x="23" y="12"/>
                      <ns1:pt x="18" y="5"/>
                      <ns1:pt x="14" y="5"/>
                    </ns1:cubicBezTo>
                    <ns1:cubicBezTo>
                      <ns1:pt x="10" y="5"/>
                      <ns1:pt x="8" y="8"/>
                      <ns1:pt x="8" y="11"/>
                    </ns1:cubicBezTo>
                    <ns1:cubicBezTo>
                      <ns1:pt x="8" y="18"/>
                      <ns1:pt x="12" y="24"/>
                      <ns1:pt x="16" y="24"/>
                    </ns1:cubicBezTo>
                    <ns1:cubicBezTo>
                      <ns1:pt x="20" y="24"/>
                      <ns1:pt x="23" y="23"/>
                      <ns1:pt x="23" y="1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2" name="Freeform 26"/>
              <ns0:cNvSpPr/>
              <ns0:nvPr/>
            </ns0:nvSpPr>
            <ns0:spPr bwMode="auto">
              <ns1:xfrm>
                <ns1:off x="1616455" y="4175350"/>
                <ns1:ext cx="118661" cy="138096"/>
              </ns1:xfrm>
              <ns1:custGeom>
                <ns1:avLst/>
                <ns1:gdLst>
                  <ns1:gd name="T0" fmla="*/ 32 w 54"/>
                  <ns1:gd name="T1" fmla="*/ 22 h 63"/>
                  <ns1:gd name="T2" fmla="*/ 36 w 54"/>
                  <ns1:gd name="T3" fmla="*/ 28 h 63"/>
                  <ns1:gd name="T4" fmla="*/ 23 w 54"/>
                  <ns1:gd name="T5" fmla="*/ 37 h 63"/>
                  <ns1:gd name="T6" fmla="*/ 34 w 54"/>
                  <ns1:gd name="T7" fmla="*/ 54 h 63"/>
                  <ns1:gd name="T8" fmla="*/ 50 w 54"/>
                  <ns1:gd name="T9" fmla="*/ 45 h 63"/>
                  <ns1:gd name="T10" fmla="*/ 54 w 54"/>
                  <ns1:gd name="T11" fmla="*/ 51 h 63"/>
                  <ns1:gd name="T12" fmla="*/ 35 w 54"/>
                  <ns1:gd name="T13" fmla="*/ 63 h 63"/>
                  <ns1:gd name="T14" fmla="*/ 0 w 54"/>
                  <ns1:gd name="T15" fmla="*/ 12 h 63"/>
                  <ns1:gd name="T16" fmla="*/ 19 w 54"/>
                  <ns1:gd name="T17" fmla="*/ 0 h 63"/>
                  <ns1:gd name="T18" fmla="*/ 23 w 54"/>
                  <ns1:gd name="T19" fmla="*/ 6 h 63"/>
                  <ns1:gd name="T20" fmla="*/ 8 w 54"/>
                  <ns1:gd name="T21" fmla="*/ 16 h 63"/>
                  <ns1:gd name="T22" fmla="*/ 18 w 54"/>
                  <ns1:gd name="T23" fmla="*/ 31 h 63"/>
                  <ns1:gd name="T24" fmla="*/ 32 w 54"/>
                  <ns1:gd name="T25" fmla="*/ 22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4" h="63">
                    <ns1:moveTo>
                      <ns1:pt x="32" y="22"/>
                    </ns1:moveTo>
                    <ns1:cubicBezTo>
                      <ns1:pt x="34" y="25"/>
                      <ns1:pt x="35" y="26"/>
                      <ns1:pt x="36" y="28"/>
                    </ns1:cubicBezTo>
                    <ns1:cubicBezTo>
                      <ns1:pt x="32" y="31"/>
                      <ns1:pt x="28" y="34"/>
                      <ns1:pt x="23" y="37"/>
                    </ns1:cubicBezTo>
                    <ns1:cubicBezTo>
                      <ns1:pt x="27" y="43"/>
                      <ns1:pt x="30" y="48"/>
                      <ns1:pt x="34" y="54"/>
                    </ns1:cubicBezTo>
                    <ns1:cubicBezTo>
                      <ns1:pt x="39" y="51"/>
                      <ns1:pt x="44" y="48"/>
                      <ns1:pt x="50" y="45"/>
                    </ns1:cubicBezTo>
                    <ns1:cubicBezTo>
                      <ns1:pt x="51" y="46"/>
                      <ns1:pt x="52" y="48"/>
                      <ns1:pt x="54" y="51"/>
                    </ns1:cubicBezTo>
                    <ns1:cubicBezTo>
                      <ns1:pt x="48" y="55"/>
                      <ns1:pt x="42" y="59"/>
                      <ns1:pt x="35" y="63"/>
                    </ns1:cubicBezTo>
                    <ns1:cubicBezTo>
                      <ns1:pt x="23" y="46"/>
                      <ns1:pt x="12" y="29"/>
                      <ns1:pt x="0" y="12"/>
                    </ns1:cubicBezTo>
                    <ns1:cubicBezTo>
                      <ns1:pt x="6" y="8"/>
                      <ns1:pt x="12" y="4"/>
                      <ns1:pt x="19" y="0"/>
                    </ns1:cubicBezTo>
                    <ns1:cubicBezTo>
                      <ns1:pt x="20" y="2"/>
                      <ns1:pt x="21" y="4"/>
                      <ns1:pt x="23" y="6"/>
                    </ns1:cubicBezTo>
                    <ns1:cubicBezTo>
                      <ns1:pt x="18" y="10"/>
                      <ns1:pt x="13" y="13"/>
                      <ns1:pt x="8" y="16"/>
                    </ns1:cubicBezTo>
                    <ns1:cubicBezTo>
                      <ns1:pt x="12" y="21"/>
                      <ns1:pt x="15" y="26"/>
                      <ns1:pt x="18" y="31"/>
                    </ns1:cubicBezTo>
                    <ns1:cubicBezTo>
                      <ns1:pt x="23" y="28"/>
                      <ns1:pt x="27" y="25"/>
                      <ns1:pt x="32" y="2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3" name="Freeform 27"/>
              <ns0:cNvSpPr/>
              <ns0:nvPr/>
            </ns0:nvSpPr>
            <ns0:spPr bwMode="auto">
              <ns1:xfrm>
                <ns1:off x="1838435" y="3888927"/>
                <ns1:ext cx="144234" cy="80810"/>
              </ns1:xfrm>
              <ns1:custGeom>
                <ns1:avLst/>
                <ns1:gdLst>
                  <ns1:gd name="T0" fmla="*/ 10 w 66"/>
                  <ns1:gd name="T1" fmla="*/ 0 h 37"/>
                  <ns1:gd name="T2" fmla="*/ 33 w 66"/>
                  <ns1:gd name="T3" fmla="*/ 18 h 37"/>
                  <ns1:gd name="T4" fmla="*/ 54 w 66"/>
                  <ns1:gd name="T5" fmla="*/ 28 h 37"/>
                  <ns1:gd name="T6" fmla="*/ 66 w 66"/>
                  <ns1:gd name="T7" fmla="*/ 31 h 37"/>
                  <ns1:gd name="T8" fmla="*/ 65 w 66"/>
                  <ns1:gd name="T9" fmla="*/ 37 h 37"/>
                  <ns1:gd name="T10" fmla="*/ 1 w 66"/>
                  <ns1:gd name="T11" fmla="*/ 36 h 37"/>
                  <ns1:gd name="T12" fmla="*/ 6 w 66"/>
                  <ns1:gd name="T13" fmla="*/ 28 h 37"/>
                  <ns1:gd name="T14" fmla="*/ 32 w 66"/>
                  <ns1:gd name="T15" fmla="*/ 25 h 37"/>
                  <ns1:gd name="T16" fmla="*/ 12 w 66"/>
                  <ns1:gd name="T17" fmla="*/ 9 h 37"/>
                  <ns1:gd name="T18" fmla="*/ 10 w 66"/>
                  <ns1:gd name="T19" fmla="*/ 0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6" h="37">
                    <ns1:moveTo>
                      <ns1:pt x="10" y="0"/>
                    </ns1:moveTo>
                    <ns1:cubicBezTo>
                      <ns1:pt x="18" y="6"/>
                      <ns1:pt x="26" y="11"/>
                      <ns1:pt x="33" y="18"/>
                    </ns1:cubicBezTo>
                    <ns1:cubicBezTo>
                      <ns1:pt x="39" y="23"/>
                      <ns1:pt x="46" y="26"/>
                      <ns1:pt x="54" y="28"/>
                    </ns1:cubicBezTo>
                    <ns1:cubicBezTo>
                      <ns1:pt x="58" y="29"/>
                      <ns1:pt x="62" y="30"/>
                      <ns1:pt x="66" y="31"/>
                    </ns1:cubicBezTo>
                    <ns1:cubicBezTo>
                      <ns1:pt x="66" y="33"/>
                      <ns1:pt x="65" y="34"/>
                      <ns1:pt x="65" y="37"/>
                    </ns1:cubicBezTo>
                    <ns1:cubicBezTo>
                      <ns1:pt x="43" y="26"/>
                      <ns1:pt x="22" y="32"/>
                      <ns1:pt x="1" y="36"/>
                    </ns1:cubicBezTo>
                    <ns1:cubicBezTo>
                      <ns1:pt x="0" y="31"/>
                      <ns1:pt x="2" y="29"/>
                      <ns1:pt x="6" y="28"/>
                    </ns1:cubicBezTo>
                    <ns1:cubicBezTo>
                      <ns1:pt x="15" y="27"/>
                      <ns1:pt x="23" y="26"/>
                      <ns1:pt x="32" y="25"/>
                    </ns1:cubicBezTo>
                    <ns1:cubicBezTo>
                      <ns1:pt x="25" y="19"/>
                      <ns1:pt x="19" y="14"/>
                      <ns1:pt x="12" y="9"/>
                    </ns1:cubicBezTo>
                    <ns1:cubicBezTo>
                      <ns1:pt x="8" y="6"/>
                      <ns1:pt x="8" y="6"/>
                      <ns1:pt x="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4" name="Freeform 28"/>
              <ns0:cNvSpPr/>
              <ns0:nvPr/>
            </ns0:nvSpPr>
            <ns0:spPr bwMode="auto">
              <ns1:xfrm>
                <ns1:off x="1802629" y="3967692"/>
                <ns1:ext cx="142190" cy="96156"/>
              </ns1:xfrm>
              <ns1:custGeom>
                <ns1:avLst/>
                <ns1:gdLst>
                  <ns1:gd name="T0" fmla="*/ 65 w 65"/>
                  <ns1:gd name="T1" fmla="*/ 38 h 44"/>
                  <ns1:gd name="T2" fmla="*/ 63 w 65"/>
                  <ns1:gd name="T3" fmla="*/ 44 h 44"/>
                  <ns1:gd name="T4" fmla="*/ 13 w 65"/>
                  <ns1:gd name="T5" fmla="*/ 21 h 44"/>
                  <ns1:gd name="T6" fmla="*/ 7 w 65"/>
                  <ns1:gd name="T7" fmla="*/ 32 h 44"/>
                  <ns1:gd name="T8" fmla="*/ 0 w 65"/>
                  <ns1:gd name="T9" fmla="*/ 29 h 44"/>
                  <ns1:gd name="T10" fmla="*/ 15 w 65"/>
                  <ns1:gd name="T11" fmla="*/ 0 h 44"/>
                  <ns1:gd name="T12" fmla="*/ 21 w 65"/>
                  <ns1:gd name="T13" fmla="*/ 3 h 44"/>
                  <ns1:gd name="T14" fmla="*/ 16 w 65"/>
                  <ns1:gd name="T15" fmla="*/ 15 h 44"/>
                  <ns1:gd name="T16" fmla="*/ 65 w 65"/>
                  <ns1:gd name="T17" fmla="*/ 38 h 4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65" h="44">
                    <ns1:moveTo>
                      <ns1:pt x="65" y="38"/>
                    </ns1:moveTo>
                    <ns1:cubicBezTo>
                      <ns1:pt x="64" y="40"/>
                      <ns1:pt x="64" y="42"/>
                      <ns1:pt x="63" y="44"/>
                    </ns1:cubicBezTo>
                    <ns1:cubicBezTo>
                      <ns1:pt x="46" y="36"/>
                      <ns1:pt x="30" y="28"/>
                      <ns1:pt x="13" y="21"/>
                    </ns1:cubicBezTo>
                    <ns1:cubicBezTo>
                      <ns1:pt x="11" y="25"/>
                      <ns1:pt x="9" y="28"/>
                      <ns1:pt x="7" y="32"/>
                    </ns1:cubicBezTo>
                    <ns1:cubicBezTo>
                      <ns1:pt x="4" y="31"/>
                      <ns1:pt x="2" y="30"/>
                      <ns1:pt x="0" y="29"/>
                    </ns1:cubicBezTo>
                    <ns1:cubicBezTo>
                      <ns1:pt x="5" y="20"/>
                      <ns1:pt x="10" y="10"/>
                      <ns1:pt x="15" y="0"/>
                    </ns1:cubicBezTo>
                    <ns1:cubicBezTo>
                      <ns1:pt x="17" y="1"/>
                      <ns1:pt x="19" y="2"/>
                      <ns1:pt x="21" y="3"/>
                    </ns1:cubicBezTo>
                    <ns1:cubicBezTo>
                      <ns1:pt x="19" y="7"/>
                      <ns1:pt x="18" y="11"/>
                      <ns1:pt x="16" y="15"/>
                    </ns1:cubicBezTo>
                    <ns1:cubicBezTo>
                      <ns1:pt x="32" y="23"/>
                      <ns1:pt x="49" y="31"/>
                      <ns1:pt x="65" y="3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5" name="Freeform 29"/>
              <ns0:cNvSpPr/>
              <ns0:nvPr/>
            </ns0:nvSpPr>
            <ns0:spPr bwMode="auto">
              <ns1:xfrm>
                <ns1:off x="907564" y="4153866"/>
                <ns1:ext cx="130933" cy="92062"/>
              </ns1:xfrm>
              <ns1:custGeom>
                <ns1:avLst/>
                <ns1:gdLst>
                  <ns1:gd name="T0" fmla="*/ 10 w 60"/>
                  <ns1:gd name="T1" fmla="*/ 17 h 42"/>
                  <ns1:gd name="T2" fmla="*/ 15 w 60"/>
                  <ns1:gd name="T3" fmla="*/ 20 h 42"/>
                  <ns1:gd name="T4" fmla="*/ 11 w 60"/>
                  <ns1:gd name="T5" fmla="*/ 26 h 42"/>
                  <ns1:gd name="T6" fmla="*/ 11 w 60"/>
                  <ns1:gd name="T7" fmla="*/ 33 h 42"/>
                  <ns1:gd name="T8" fmla="*/ 19 w 60"/>
                  <ns1:gd name="T9" fmla="*/ 34 h 42"/>
                  <ns1:gd name="T10" fmla="*/ 25 w 60"/>
                  <ns1:gd name="T11" fmla="*/ 29 h 42"/>
                  <ns1:gd name="T12" fmla="*/ 56 w 60"/>
                  <ns1:gd name="T13" fmla="*/ 0 h 42"/>
                  <ns1:gd name="T14" fmla="*/ 60 w 60"/>
                  <ns1:gd name="T15" fmla="*/ 4 h 42"/>
                  <ns1:gd name="T16" fmla="*/ 36 w 60"/>
                  <ns1:gd name="T17" fmla="*/ 27 h 42"/>
                  <ns1:gd name="T18" fmla="*/ 23 w 60"/>
                  <ns1:gd name="T19" fmla="*/ 39 h 42"/>
                  <ns1:gd name="T20" fmla="*/ 14 w 60"/>
                  <ns1:gd name="T21" fmla="*/ 42 h 42"/>
                  <ns1:gd name="T22" fmla="*/ 4 w 60"/>
                  <ns1:gd name="T23" fmla="*/ 26 h 42"/>
                  <ns1:gd name="T24" fmla="*/ 10 w 60"/>
                  <ns1:gd name="T25" fmla="*/ 17 h 4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60" h="42">
                    <ns1:moveTo>
                      <ns1:pt x="10" y="17"/>
                    </ns1:moveTo>
                    <ns1:cubicBezTo>
                      <ns1:pt x="12" y="18"/>
                      <ns1:pt x="13" y="19"/>
                      <ns1:pt x="15" y="20"/>
                    </ns1:cubicBezTo>
                    <ns1:cubicBezTo>
                      <ns1:pt x="14" y="22"/>
                      <ns1:pt x="12" y="24"/>
                      <ns1:pt x="11" y="26"/>
                    </ns1:cubicBezTo>
                    <ns1:cubicBezTo>
                      <ns1:pt x="10" y="28"/>
                      <ns1:pt x="10" y="32"/>
                      <ns1:pt x="11" y="33"/>
                    </ns1:cubicBezTo>
                    <ns1:cubicBezTo>
                      <ns1:pt x="13" y="34"/>
                      <ns1:pt x="17" y="35"/>
                      <ns1:pt x="19" y="34"/>
                    </ns1:cubicBezTo>
                    <ns1:cubicBezTo>
                      <ns1:pt x="21" y="33"/>
                      <ns1:pt x="23" y="31"/>
                      <ns1:pt x="25" y="29"/>
                    </ns1:cubicBezTo>
                    <ns1:cubicBezTo>
                      <ns1:pt x="35" y="19"/>
                      <ns1:pt x="46" y="10"/>
                      <ns1:pt x="56" y="0"/>
                    </ns1:cubicBezTo>
                    <ns1:cubicBezTo>
                      <ns1:pt x="58" y="1"/>
                      <ns1:pt x="59" y="3"/>
                      <ns1:pt x="60" y="4"/>
                    </ns1:cubicBezTo>
                    <ns1:cubicBezTo>
                      <ns1:pt x="52" y="12"/>
                      <ns1:pt x="44" y="20"/>
                      <ns1:pt x="36" y="27"/>
                    </ns1:cubicBezTo>
                    <ns1:cubicBezTo>
                      <ns1:pt x="32" y="31"/>
                      <ns1:pt x="28" y="35"/>
                      <ns1:pt x="23" y="39"/>
                    </ns1:cubicBezTo>
                    <ns1:cubicBezTo>
                      <ns1:pt x="21" y="40"/>
                      <ns1:pt x="17" y="42"/>
                      <ns1:pt x="14" y="42"/>
                    </ns1:cubicBezTo>
                    <ns1:cubicBezTo>
                      <ns1:pt x="5" y="42"/>
                      <ns1:pt x="0" y="34"/>
                      <ns1:pt x="4" y="26"/>
                    </ns1:cubicBezTo>
                    <ns1:cubicBezTo>
                      <ns1:pt x="5" y="23"/>
                      <ns1:pt x="8" y="20"/>
                      <ns1:pt x="1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6" name="Freeform 30"/>
              <ns0:cNvSpPr/>
              <ns0:nvPr/>
            </ns0:nvSpPr>
            <ns0:spPr bwMode="auto">
              <ns1:xfrm>
                <ns1:off x="1251270" y="3242437"/>
                <ns1:ext cx="70583" cy="69558"/>
              </ns1:xfrm>
              <ns1:custGeom>
                <ns1:avLst/>
                <ns1:gdLst>
                  <ns1:gd name="T0" fmla="*/ 11 w 32"/>
                  <ns1:gd name="T1" fmla="*/ 24 h 32"/>
                  <ns1:gd name="T2" fmla="*/ 3 w 32"/>
                  <ns1:gd name="T3" fmla="*/ 17 h 32"/>
                  <ns1:gd name="T4" fmla="*/ 8 w 32"/>
                  <ns1:gd name="T5" fmla="*/ 5 h 32"/>
                  <ns1:gd name="T6" fmla="*/ 18 w 32"/>
                  <ns1:gd name="T7" fmla="*/ 2 h 32"/>
                  <ns1:gd name="T8" fmla="*/ 27 w 32"/>
                  <ns1:gd name="T9" fmla="*/ 3 h 32"/>
                  <ns1:gd name="T10" fmla="*/ 29 w 32"/>
                  <ns1:gd name="T11" fmla="*/ 14 h 32"/>
                  <ns1:gd name="T12" fmla="*/ 14 w 32"/>
                  <ns1:gd name="T13" fmla="*/ 32 h 32"/>
                  <ns1:gd name="T14" fmla="*/ 12 w 32"/>
                  <ns1:gd name="T15" fmla="*/ 31 h 32"/>
                  <ns1:gd name="T16" fmla="*/ 11 w 32"/>
                  <ns1:gd name="T17" fmla="*/ 24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32" h="32">
                    <ns1:moveTo>
                      <ns1:pt x="11" y="24"/>
                    </ns1:moveTo>
                    <ns1:cubicBezTo>
                      <ns1:pt x="8" y="21"/>
                      <ns1:pt x="5" y="19"/>
                      <ns1:pt x="3" y="17"/>
                    </ns1:cubicBezTo>
                    <ns1:cubicBezTo>
                      <ns1:pt x="0" y="11"/>
                      <ns1:pt x="2" y="7"/>
                      <ns1:pt x="8" y="5"/>
                    </ns1:cubicBezTo>
                    <ns1:cubicBezTo>
                      <ns1:pt x="11" y="4"/>
                      <ns1:pt x="15" y="3"/>
                      <ns1:pt x="18" y="2"/>
                    </ns1:cubicBezTo>
                    <ns1:cubicBezTo>
                      <ns1:pt x="22" y="0"/>
                      <ns1:pt x="24" y="0"/>
                      <ns1:pt x="27" y="3"/>
                    </ns1:cubicBezTo>
                    <ns1:cubicBezTo>
                      <ns1:pt x="30" y="6"/>
                      <ns1:pt x="32" y="10"/>
                      <ns1:pt x="29" y="14"/>
                    </ns1:cubicBezTo>
                    <ns1:cubicBezTo>
                      <ns1:pt x="25" y="20"/>
                      <ns1:pt x="19" y="26"/>
                      <ns1:pt x="14" y="32"/>
                    </ns1:cubicBezTo>
                    <ns1:cubicBezTo>
                      <ns1:pt x="13" y="32"/>
                      <ns1:pt x="12" y="32"/>
                      <ns1:pt x="12" y="31"/>
                    </ns1:cubicBezTo>
                    <ns1:cubicBezTo>
                      <ns1:pt x="12" y="28"/>
                      <ns1:pt x="11" y="26"/>
                      <ns1:pt x="11" y="2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7" name="Freeform 31"/>
              <ns0:cNvSpPr/>
              <ns0:nvPr/>
            </ns0:nvSpPr>
            <ns0:spPr bwMode="auto">
              <ns1:xfrm>
                <ns1:off x="1117267" y="3334504"/>
                <ns1:ext cx="83880" cy="120705"/>
              </ns1:xfrm>
              <ns1:custGeom>
                <ns1:avLst/>
                <ns1:gdLst>
                  <ns1:gd name="T0" fmla="*/ 8 w 38"/>
                  <ns1:gd name="T1" fmla="*/ 55 h 55"/>
                  <ns1:gd name="T2" fmla="*/ 3 w 38"/>
                  <ns1:gd name="T3" fmla="*/ 48 h 55"/>
                  <ns1:gd name="T4" fmla="*/ 4 w 38"/>
                  <ns1:gd name="T5" fmla="*/ 37 h 55"/>
                  <ns1:gd name="T6" fmla="*/ 36 w 38"/>
                  <ns1:gd name="T7" fmla="*/ 1 h 55"/>
                  <ns1:gd name="T8" fmla="*/ 38 w 38"/>
                  <ns1:gd name="T9" fmla="*/ 0 h 55"/>
                  <ns1:gd name="T10" fmla="*/ 8 w 38"/>
                  <ns1:gd name="T11" fmla="*/ 55 h 5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38" h="55">
                    <ns1:moveTo>
                      <ns1:pt x="8" y="55"/>
                    </ns1:moveTo>
                    <ns1:cubicBezTo>
                      <ns1:pt x="6" y="53"/>
                      <ns1:pt x="4" y="51"/>
                      <ns1:pt x="3" y="48"/>
                    </ns1:cubicBezTo>
                    <ns1:cubicBezTo>
                      <ns1:pt x="1" y="44"/>
                      <ns1:pt x="0" y="40"/>
                      <ns1:pt x="4" y="37"/>
                    </ns1:cubicBezTo>
                    <ns1:cubicBezTo>
                      <ns1:pt x="18" y="28"/>
                      <ns1:pt x="27" y="15"/>
                      <ns1:pt x="36" y="1"/>
                    </ns1:cubicBezTo>
                    <ns1:cubicBezTo>
                      <ns1:pt x="36" y="1"/>
                      <ns1:pt x="37" y="0"/>
                      <ns1:pt x="38" y="0"/>
                    </ns1:cubicBezTo>
                    <ns1:cubicBezTo>
                      <ns1:pt x="33" y="20"/>
                      <ns1:pt x="21" y="37"/>
                      <ns1:pt x="8" y="5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8" name="Freeform 32"/>
              <ns0:cNvSpPr/>
              <ns0:nvPr/>
            </ns0:nvSpPr>
            <ns0:spPr bwMode="auto">
              <ns1:xfrm>
                <ns1:off x="1487567" y="4101699"/>
                <ns1:ext cx="61375" cy="104339"/>
              </ns1:xfrm>
              <ns1:custGeom>
                <ns1:avLst/>
                <ns1:gdLst>
                  <ns1:gd name="T0" fmla="*/ 28 w 28"/>
                  <ns1:gd name="T1" fmla="*/ 0 h 48"/>
                  <ns1:gd name="T2" fmla="*/ 23 w 28"/>
                  <ns1:gd name="T3" fmla="*/ 47 h 48"/>
                  <ns1:gd name="T4" fmla="*/ 18 w 28"/>
                  <ns1:gd name="T5" fmla="*/ 48 h 48"/>
                  <ns1:gd name="T6" fmla="*/ 22 w 28"/>
                  <ns1:gd name="T7" fmla="*/ 9 h 48"/>
                  <ns1:gd name="T8" fmla="*/ 3 w 28"/>
                  <ns1:gd name="T9" fmla="*/ 19 h 48"/>
                  <ns1:gd name="T10" fmla="*/ 9 w 28"/>
                  <ns1:gd name="T11" fmla="*/ 4 h 48"/>
                  <ns1:gd name="T12" fmla="*/ 28 w 28"/>
                  <ns1:gd name="T13" fmla="*/ 0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48">
                    <ns1:moveTo>
                      <ns1:pt x="28" y="0"/>
                    </ns1:moveTo>
                    <ns1:cubicBezTo>
                      <ns1:pt x="27" y="16"/>
                      <ns1:pt x="25" y="31"/>
                      <ns1:pt x="23" y="47"/>
                    </ns1:cubicBezTo>
                    <ns1:cubicBezTo>
                      <ns1:pt x="22" y="47"/>
                      <ns1:pt x="20" y="48"/>
                      <ns1:pt x="18" y="48"/>
                    </ns1:cubicBezTo>
                    <ns1:cubicBezTo>
                      <ns1:pt x="19" y="35"/>
                      <ns1:pt x="20" y="22"/>
                      <ns1:pt x="22" y="9"/>
                    </ns1:cubicBezTo>
                    <ns1:cubicBezTo>
                      <ns1:pt x="14" y="10"/>
                      <ns1:pt x="6" y="10"/>
                      <ns1:pt x="3" y="19"/>
                    </ns1:cubicBezTo>
                    <ns1:cubicBezTo>
                      <ns1:pt x="0" y="11"/>
                      <ns1:pt x="3" y="5"/>
                      <ns1:pt x="9" y="4"/>
                    </ns1:cubicBezTo>
                    <ns1:cubicBezTo>
                      <ns1:pt x="15" y="3"/>
                      <ns1:pt x="21" y="1"/>
                      <ns1:pt x="2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9" name="Freeform 33"/>
              <ns0:cNvSpPr/>
              <ns0:nvPr/>
            </ns0:nvSpPr>
            <ns0:spPr bwMode="auto">
              <ns1:xfrm>
                <ns1:off x="1130564" y="4090446"/>
                <ns1:ext cx="76721" cy="94111"/>
              </ns1:xfrm>
              <ns1:custGeom>
                <ns1:avLst/>
                <ns1:gdLst>
                  <ns1:gd name="T0" fmla="*/ 0 w 35"/>
                  <ns1:gd name="T1" fmla="*/ 33 h 43"/>
                  <ns1:gd name="T2" fmla="*/ 3 w 35"/>
                  <ns1:gd name="T3" fmla="*/ 31 h 43"/>
                  <ns1:gd name="T4" fmla="*/ 10 w 35"/>
                  <ns1:gd name="T5" fmla="*/ 28 h 43"/>
                  <ns1:gd name="T6" fmla="*/ 24 w 35"/>
                  <ns1:gd name="T7" fmla="*/ 4 h 43"/>
                  <ns1:gd name="T8" fmla="*/ 19 w 35"/>
                  <ns1:gd name="T9" fmla="*/ 1 h 43"/>
                  <ns1:gd name="T10" fmla="*/ 20 w 35"/>
                  <ns1:gd name="T11" fmla="*/ 0 h 43"/>
                  <ns1:gd name="T12" fmla="*/ 35 w 35"/>
                  <ns1:gd name="T13" fmla="*/ 0 h 43"/>
                  <ns1:gd name="T14" fmla="*/ 29 w 35"/>
                  <ns1:gd name="T15" fmla="*/ 11 h 43"/>
                  <ns1:gd name="T16" fmla="*/ 17 w 35"/>
                  <ns1:gd name="T17" fmla="*/ 32 h 43"/>
                  <ns1:gd name="T18" fmla="*/ 17 w 35"/>
                  <ns1:gd name="T19" fmla="*/ 39 h 43"/>
                  <ns1:gd name="T20" fmla="*/ 17 w 35"/>
                  <ns1:gd name="T21" fmla="*/ 43 h 43"/>
                  <ns1:gd name="T22" fmla="*/ 0 w 35"/>
                  <ns1:gd name="T23" fmla="*/ 33 h 4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35" h="43">
                    <ns1:moveTo>
                      <ns1:pt x="0" y="33"/>
                    </ns1:moveTo>
                    <ns1:cubicBezTo>
                      <ns1:pt x="2" y="32"/>
                      <ns1:pt x="3" y="31"/>
                      <ns1:pt x="3" y="31"/>
                    </ns1:cubicBezTo>
                    <ns1:cubicBezTo>
                      <ns1:pt x="7" y="34"/>
                      <ns1:pt x="9" y="31"/>
                      <ns1:pt x="10" y="28"/>
                    </ns1:cubicBezTo>
                    <ns1:cubicBezTo>
                      <ns1:pt x="15" y="20"/>
                      <ns1:pt x="20" y="12"/>
                      <ns1:pt x="24" y="4"/>
                    </ns1:cubicBezTo>
                    <ns1:cubicBezTo>
                      <ns1:pt x="22" y="2"/>
                      <ns1:pt x="21" y="2"/>
                      <ns1:pt x="19" y="1"/>
                    </ns1:cubicBezTo>
                    <ns1:cubicBezTo>
                      <ns1:pt x="19" y="0"/>
                      <ns1:pt x="20" y="0"/>
                      <ns1:pt x="20" y="0"/>
                    </ns1:cubicBezTo>
                    <ns1:cubicBezTo>
                      <ns1:pt x="24" y="0"/>
                      <ns1:pt x="29" y="0"/>
                      <ns1:pt x="35" y="0"/>
                    </ns1:cubicBezTo>
                    <ns1:cubicBezTo>
                      <ns1:pt x="33" y="4"/>
                      <ns1:pt x="31" y="7"/>
                      <ns1:pt x="29" y="11"/>
                    </ns1:cubicBezTo>
                    <ns1:cubicBezTo>
                      <ns1:pt x="25" y="18"/>
                      <ns1:pt x="21" y="25"/>
                      <ns1:pt x="17" y="32"/>
                    </ns1:cubicBezTo>
                    <ns1:cubicBezTo>
                      <ns1:pt x="15" y="34"/>
                      <ns1:pt x="13" y="37"/>
                      <ns1:pt x="17" y="39"/>
                    </ns1:cubicBezTo>
                    <ns1:cubicBezTo>
                      <ns1:pt x="18" y="39"/>
                      <ns1:pt x="17" y="41"/>
                      <ns1:pt x="17" y="43"/>
                    </ns1:cubicBezTo>
                    <ns1:cubicBezTo>
                      <ns1:pt x="11" y="39"/>
                      <ns1:pt x="6" y="37"/>
                      <ns1:pt x="0" y="3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0" name="Freeform 34"/>
              <ns0:cNvSpPr/>
              <ns0:nvPr/>
            </ns0:nvSpPr>
            <ns0:spPr bwMode="auto">
              <ns1:xfrm>
                <ns1:off x="970988" y="4173301"/>
                <ns1:ext cx="101270" cy="103315"/>
              </ns1:xfrm>
              <ns1:custGeom>
                <ns1:avLst/>
                <ns1:gdLst>
                  <ns1:gd name="T0" fmla="*/ 2 w 46"/>
                  <ns1:gd name="T1" fmla="*/ 47 h 47"/>
                  <ns1:gd name="T2" fmla="*/ 0 w 46"/>
                  <ns1:gd name="T3" fmla="*/ 43 h 47"/>
                  <ns1:gd name="T4" fmla="*/ 43 w 46"/>
                  <ns1:gd name="T5" fmla="*/ 0 h 47"/>
                  <ns1:gd name="T6" fmla="*/ 46 w 46"/>
                  <ns1:gd name="T7" fmla="*/ 3 h 47"/>
                  <ns1:gd name="T8" fmla="*/ 2 w 46"/>
                  <ns1:gd name="T9" fmla="*/ 47 h 4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6" h="47">
                    <ns1:moveTo>
                      <ns1:pt x="2" y="47"/>
                    </ns1:moveTo>
                    <ns1:cubicBezTo>
                      <ns1:pt x="2" y="46"/>
                      <ns1:pt x="1" y="44"/>
                      <ns1:pt x="0" y="43"/>
                    </ns1:cubicBezTo>
                    <ns1:cubicBezTo>
                      <ns1:pt x="14" y="29"/>
                      <ns1:pt x="28" y="15"/>
                      <ns1:pt x="43" y="0"/>
                    </ns1:cubicBezTo>
                    <ns1:cubicBezTo>
                      <ns1:pt x="44" y="1"/>
                      <ns1:pt x="45" y="2"/>
                      <ns1:pt x="46" y="3"/>
                    </ns1:cubicBezTo>
                    <ns1:cubicBezTo>
                      <ns1:pt x="32" y="18"/>
                      <ns1:pt x="17" y="32"/>
                      <ns1:pt x="2" y="4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1" name="Freeform 35"/>
              <ns0:cNvSpPr/>
              <ns0:nvPr/>
            </ns0:nvSpPr>
            <ns0:spPr bwMode="auto">
              <ns1:xfrm>
                <ns1:off x="1783194" y="4048507"/>
                <ns1:ext cx="128889" cy="72627"/>
              </ns1:xfrm>
              <ns1:custGeom>
                <ns1:avLst/>
                <ns1:gdLst>
                  <ns1:gd name="T0" fmla="*/ 59 w 59"/>
                  <ns1:gd name="T1" fmla="*/ 28 h 33"/>
                  <ns1:gd name="T2" fmla="*/ 56 w 59"/>
                  <ns1:gd name="T3" fmla="*/ 33 h 33"/>
                  <ns1:gd name="T4" fmla="*/ 0 w 59"/>
                  <ns1:gd name="T5" fmla="*/ 5 h 33"/>
                  <ns1:gd name="T6" fmla="*/ 3 w 59"/>
                  <ns1:gd name="T7" fmla="*/ 0 h 33"/>
                  <ns1:gd name="T8" fmla="*/ 59 w 59"/>
                  <ns1:gd name="T9" fmla="*/ 28 h 3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59" h="33">
                    <ns1:moveTo>
                      <ns1:pt x="59" y="28"/>
                    </ns1:moveTo>
                    <ns1:cubicBezTo>
                      <ns1:pt x="58" y="30"/>
                      <ns1:pt x="57" y="31"/>
                      <ns1:pt x="56" y="33"/>
                    </ns1:cubicBezTo>
                    <ns1:cubicBezTo>
                      <ns1:pt x="37" y="23"/>
                      <ns1:pt x="19" y="14"/>
                      <ns1:pt x="0" y="5"/>
                    </ns1:cubicBezTo>
                    <ns1:cubicBezTo>
                      <ns1:pt x="1" y="3"/>
                      <ns1:pt x="2" y="2"/>
                      <ns1:pt x="3" y="0"/>
                    </ns1:cubicBezTo>
                    <ns1:cubicBezTo>
                      <ns1:pt x="22" y="9"/>
                      <ns1:pt x="40" y="18"/>
                      <ns1:pt x="59" y="2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2" name="Freeform 36"/>
              <ns0:cNvSpPr/>
              <ns0:nvPr/>
            </ns0:nvSpPr>
            <ns0:spPr bwMode="auto">
              <ns1:xfrm>
                <ns1:off x="1512116" y="4236725"/>
                <ns1:ext cx="56261" cy="129913"/>
              </ns1:xfrm>
              <ns1:custGeom>
                <ns1:avLst/>
                <ns1:gdLst>
                  <ns1:gd name="T0" fmla="*/ 26 w 26"/>
                  <ns1:gd name="T1" fmla="*/ 58 h 59"/>
                  <ns1:gd name="T2" fmla="*/ 20 w 26"/>
                  <ns1:gd name="T3" fmla="*/ 59 h 59"/>
                  <ns1:gd name="T4" fmla="*/ 0 w 26"/>
                  <ns1:gd name="T5" fmla="*/ 2 h 59"/>
                  <ns1:gd name="T6" fmla="*/ 5 w 26"/>
                  <ns1:gd name="T7" fmla="*/ 0 h 59"/>
                  <ns1:gd name="T8" fmla="*/ 26 w 26"/>
                  <ns1:gd name="T9" fmla="*/ 58 h 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6" h="59">
                    <ns1:moveTo>
                      <ns1:pt x="26" y="58"/>
                    </ns1:moveTo>
                    <ns1:cubicBezTo>
                      <ns1:pt x="23" y="58"/>
                      <ns1:pt x="22" y="59"/>
                      <ns1:pt x="20" y="59"/>
                    </ns1:cubicBezTo>
                    <ns1:cubicBezTo>
                      <ns1:pt x="13" y="40"/>
                      <ns1:pt x="7" y="21"/>
                      <ns1:pt x="0" y="2"/>
                    </ns1:cubicBezTo>
                    <ns1:cubicBezTo>
                      <ns1:pt x="2" y="1"/>
                      <ns1:pt x="3" y="1"/>
                      <ns1:pt x="5" y="0"/>
                    </ns1:cubicBezTo>
                    <ns1:cubicBezTo>
                      <ns1:pt x="12" y="19"/>
                      <ns1:pt x="19" y="38"/>
                      <ns1:pt x="26" y="5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3" name="Freeform 37"/>
              <ns0:cNvSpPr/>
              <ns0:nvPr/>
            </ns0:nvSpPr>
            <ns0:spPr bwMode="auto">
              <ns1:xfrm>
                <ns1:off x="1249225" y="3307906"/>
                <ns1:ext cx="65469" cy="55237"/>
              </ns1:xfrm>
              <ns1:custGeom>
                <ns1:avLst/>
                <ns1:gdLst>
                  <ns1:gd name="T0" fmla="*/ 30 w 30"/>
                  <ns1:gd name="T1" fmla="*/ 1 h 25"/>
                  <ns1:gd name="T2" fmla="*/ 11 w 30"/>
                  <ns1:gd name="T3" fmla="*/ 25 h 25"/>
                  <ns1:gd name="T4" fmla="*/ 0 w 30"/>
                  <ns1:gd name="T5" fmla="*/ 10 h 25"/>
                  <ns1:gd name="T6" fmla="*/ 28 w 30"/>
                  <ns1:gd name="T7" fmla="*/ 0 h 25"/>
                  <ns1:gd name="T8" fmla="*/ 30 w 30"/>
                  <ns1:gd name="T9" fmla="*/ 1 h 2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30" h="25">
                    <ns1:moveTo>
                      <ns1:pt x="30" y="1"/>
                    </ns1:moveTo>
                    <ns1:cubicBezTo>
                      <ns1:pt x="27" y="12"/>
                      <ns1:pt x="19" y="17"/>
                      <ns1:pt x="11" y="25"/>
                    </ns1:cubicBezTo>
                    <ns1:cubicBezTo>
                      <ns1:pt x="7" y="20"/>
                      <ns1:pt x="3" y="15"/>
                      <ns1:pt x="0" y="10"/>
                    </ns1:cubicBezTo>
                    <ns1:cubicBezTo>
                      <ns1:pt x="10" y="6"/>
                      <ns1:pt x="19" y="3"/>
                      <ns1:pt x="28" y="0"/>
                    </ns1:cubicBezTo>
                    <ns1:cubicBezTo>
                      <ns1:pt x="29" y="0"/>
                      <ns1:pt x="29" y="1"/>
                      <ns1:pt x="3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4" name="Freeform 38"/>
              <ns0:cNvSpPr/>
              <ns0:nvPr/>
            </ns0:nvSpPr>
            <ns0:spPr bwMode="auto">
              <ns1:xfrm>
                <ns1:off x="1625663" y="3399968"/>
                <ns1:ext cx="32732" cy="57285"/>
              </ns1:xfrm>
              <ns1:custGeom>
                <ns1:avLst/>
                <ns1:gdLst>
                  <ns1:gd name="T0" fmla="*/ 1 w 15"/>
                  <ns1:gd name="T1" fmla="*/ 0 h 26"/>
                  <ns1:gd name="T2" fmla="*/ 15 w 15"/>
                  <ns1:gd name="T3" fmla="*/ 20 h 26"/>
                  <ns1:gd name="T4" fmla="*/ 8 w 15"/>
                  <ns1:gd name="T5" fmla="*/ 26 h 26"/>
                  <ns1:gd name="T6" fmla="*/ 0 w 15"/>
                  <ns1:gd name="T7" fmla="*/ 19 h 26"/>
                  <ns1:gd name="T8" fmla="*/ 0 w 15"/>
                  <ns1:gd name="T9" fmla="*/ 9 h 26"/>
                  <ns1:gd name="T10" fmla="*/ 1 w 15"/>
                  <ns1:gd name="T11" fmla="*/ 0 h 2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5" h="26">
                    <ns1:moveTo>
                      <ns1:pt x="1" y="0"/>
                    </ns1:moveTo>
                    <ns1:cubicBezTo>
                      <ns1:pt x="11" y="5"/>
                      <ns1:pt x="15" y="12"/>
                      <ns1:pt x="15" y="20"/>
                    </ns1:cubicBezTo>
                    <ns1:cubicBezTo>
                      <ns1:pt x="15" y="25"/>
                      <ns1:pt x="12" y="26"/>
                      <ns1:pt x="8" y="26"/>
                    </ns1:cubicBezTo>
                    <ns1:cubicBezTo>
                      <ns1:pt x="4" y="26"/>
                      <ns1:pt x="0" y="22"/>
                      <ns1:pt x="0" y="19"/>
                    </ns1:cubicBezTo>
                    <ns1:cubicBezTo>
                      <ns1:pt x="0" y="15"/>
                      <ns1:pt x="0" y="12"/>
                      <ns1:pt x="0" y="9"/>
                    </ns1:cubicBezTo>
                    <ns1:cubicBezTo>
                      <ns1:pt x="0" y="6"/>
                      <ns1:pt x="1" y="4"/>
                      <ns1:pt x="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5" name="Freeform 39"/>
              <ns0:cNvSpPr/>
              <ns0:nvPr/>
            </ns0:nvSpPr>
            <ns0:spPr bwMode="auto">
              <ns1:xfrm>
                <ns1:off x="771517" y="3549316"/>
                <ns1:ext cx="57286" cy="34781"/>
              </ns1:xfrm>
              <ns1:custGeom>
                <ns1:avLst/>
                <ns1:gdLst>
                  <ns1:gd name="T0" fmla="*/ 0 w 26"/>
                  <ns1:gd name="T1" fmla="*/ 2 h 16"/>
                  <ns1:gd name="T2" fmla="*/ 18 w 26"/>
                  <ns1:gd name="T3" fmla="*/ 0 h 16"/>
                  <ns1:gd name="T4" fmla="*/ 23 w 26"/>
                  <ns1:gd name="T5" fmla="*/ 12 h 16"/>
                  <ns1:gd name="T6" fmla="*/ 21 w 26"/>
                  <ns1:gd name="T7" fmla="*/ 16 h 16"/>
                  <ns1:gd name="T8" fmla="*/ 9 w 26"/>
                  <ns1:gd name="T9" fmla="*/ 13 h 16"/>
                  <ns1:gd name="T10" fmla="*/ 0 w 26"/>
                  <ns1:gd name="T11" fmla="*/ 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26" h="16">
                    <ns1:moveTo>
                      <ns1:pt x="0" y="2"/>
                    </ns1:moveTo>
                    <ns1:cubicBezTo>
                      <ns1:pt x="6" y="1"/>
                      <ns1:pt x="12" y="0"/>
                      <ns1:pt x="18" y="0"/>
                    </ns1:cubicBezTo>
                    <ns1:cubicBezTo>
                      <ns1:pt x="23" y="1"/>
                      <ns1:pt x="26" y="6"/>
                      <ns1:pt x="23" y="12"/>
                    </ns1:cubicBezTo>
                    <ns1:cubicBezTo>
                      <ns1:pt x="22" y="13"/>
                      <ns1:pt x="21" y="15"/>
                      <ns1:pt x="21" y="16"/>
                    </ns1:cubicBezTo>
                    <ns1:cubicBezTo>
                      <ns1:pt x="17" y="15"/>
                      <ns1:pt x="13" y="14"/>
                      <ns1:pt x="9" y="13"/>
                    </ns1:cubicBezTo>
                    <ns1:cubicBezTo>
                      <ns1:pt x="4" y="12"/>
                      <ns1:pt x="2" y="8"/>
                      <ns1:pt x="0" y="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6" name="Freeform 40"/>
              <ns0:cNvSpPr/>
              <ns0:nvPr/>
            </ns0:nvSpPr>
            <ns0:spPr bwMode="auto">
              <ns1:xfrm>
                <ns1:off x="1187850" y="3202546"/>
                <ns1:ext cx="36826" cy="50123"/>
              </ns1:xfrm>
              <ns1:custGeom>
                <ns1:avLst/>
                <ns1:gdLst>
                  <ns1:gd name="T0" fmla="*/ 1 w 17"/>
                  <ns1:gd name="T1" fmla="*/ 23 h 23"/>
                  <ns1:gd name="T2" fmla="*/ 0 w 17"/>
                  <ns1:gd name="T3" fmla="*/ 5 h 23"/>
                  <ns1:gd name="T4" fmla="*/ 3 w 17"/>
                  <ns1:gd name="T5" fmla="*/ 0 h 23"/>
                  <ns1:gd name="T6" fmla="*/ 7 w 17"/>
                  <ns1:gd name="T7" fmla="*/ 2 h 23"/>
                  <ns1:gd name="T8" fmla="*/ 15 w 17"/>
                  <ns1:gd name="T9" fmla="*/ 14 h 23"/>
                  <ns1:gd name="T10" fmla="*/ 8 w 17"/>
                  <ns1:gd name="T11" fmla="*/ 23 h 23"/>
                  <ns1:gd name="T12" fmla="*/ 1 w 17"/>
                  <ns1:gd name="T13" fmla="*/ 23 h 2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7" h="23">
                    <ns1:moveTo>
                      <ns1:pt x="1" y="23"/>
                    </ns1:moveTo>
                    <ns1:cubicBezTo>
                      <ns1:pt x="0" y="16"/>
                      <ns1:pt x="0" y="11"/>
                      <ns1:pt x="0" y="5"/>
                    </ns1:cubicBezTo>
                    <ns1:cubicBezTo>
                      <ns1:pt x="0" y="3"/>
                      <ns1:pt x="1" y="1"/>
                      <ns1:pt x="3" y="0"/>
                    </ns1:cubicBezTo>
                    <ns1:cubicBezTo>
                      <ns1:pt x="3" y="0"/>
                      <ns1:pt x="6" y="1"/>
                      <ns1:pt x="7" y="2"/>
                    </ns1:cubicBezTo>
                    <ns1:cubicBezTo>
                      <ns1:pt x="10" y="6"/>
                      <ns1:pt x="13" y="10"/>
                      <ns1:pt x="15" y="14"/>
                    </ns1:cubicBezTo>
                    <ns1:cubicBezTo>
                      <ns1:pt x="17" y="20"/>
                      <ns1:pt x="14" y="23"/>
                      <ns1:pt x="8" y="23"/>
                    </ns1:cubicBezTo>
                    <ns1:cubicBezTo>
                      <ns1:pt x="6" y="23"/>
                      <ns1:pt x="3" y="23"/>
                      <ns1:pt x="1" y="2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7" name="Freeform 41"/>
              <ns0:cNvSpPr/>
              <ns0:nvPr/>
            </ns0:nvSpPr>
            <ns0:spPr bwMode="auto">
              <ns1:xfrm>
                <ns1:off x="824709" y="3603532"/>
                <ns1:ext cx="46033" cy="32732"/>
              </ns1:xfrm>
              <ns1:custGeom>
                <ns1:avLst/>
                <ns1:gdLst>
                  <ns1:gd name="T0" fmla="*/ 15 w 21"/>
                  <ns1:gd name="T1" fmla="*/ 15 h 15"/>
                  <ns1:gd name="T2" fmla="*/ 2 w 21"/>
                  <ns1:gd name="T3" fmla="*/ 8 h 15"/>
                  <ns1:gd name="T4" fmla="*/ 0 w 21"/>
                  <ns1:gd name="T5" fmla="*/ 4 h 15"/>
                  <ns1:gd name="T6" fmla="*/ 4 w 21"/>
                  <ns1:gd name="T7" fmla="*/ 1 h 15"/>
                  <ns1:gd name="T8" fmla="*/ 11 w 21"/>
                  <ns1:gd name="T9" fmla="*/ 1 h 15"/>
                  <ns1:gd name="T10" fmla="*/ 20 w 21"/>
                  <ns1:gd name="T11" fmla="*/ 5 h 15"/>
                  <ns1:gd name="T12" fmla="*/ 15 w 21"/>
                  <ns1:gd name="T13" fmla="*/ 15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" h="15">
                    <ns1:moveTo>
                      <ns1:pt x="15" y="15"/>
                    </ns1:moveTo>
                    <ns1:cubicBezTo>
                      <ns1:pt x="11" y="13"/>
                      <ns1:pt x="7" y="11"/>
                      <ns1:pt x="2" y="8"/>
                    </ns1:cubicBezTo>
                    <ns1:cubicBezTo>
                      <ns1:pt x="1" y="7"/>
                      <ns1:pt x="0" y="5"/>
                      <ns1:pt x="0" y="4"/>
                    </ns1:cubicBezTo>
                    <ns1:cubicBezTo>
                      <ns1:pt x="0" y="3"/>
                      <ns1:pt x="2" y="2"/>
                      <ns1:pt x="4" y="1"/>
                    </ns1:cubicBezTo>
                    <ns1:cubicBezTo>
                      <ns1:pt x="6" y="1"/>
                      <ns1:pt x="9" y="1"/>
                      <ns1:pt x="11" y="1"/>
                    </ns1:cubicBezTo>
                    <ns1:cubicBezTo>
                      <ns1:pt x="15" y="1"/>
                      <ns1:pt x="19" y="0"/>
                      <ns1:pt x="20" y="5"/>
                    </ns1:cubicBezTo>
                    <ns1:cubicBezTo>
                      <ns1:pt x="21" y="11"/>
                      <ns1:pt x="21" y="11"/>
                      <ns1:pt x="15" y="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8" name="Freeform 42"/>
              <ns0:cNvSpPr/>
              <ns0:nvPr/>
            </ns0:nvSpPr>
            <ns0:spPr bwMode="auto">
              <ns1:xfrm>
                <ns1:off x="1168414" y="3281312"/>
                <ns1:ext cx="28643" cy="43984"/>
              </ns1:xfrm>
              <ns1:custGeom>
                <ns1:avLst/>
                <ns1:gdLst>
                  <ns1:gd name="T0" fmla="*/ 1 w 13"/>
                  <ns1:gd name="T1" fmla="*/ 20 h 20"/>
                  <ns1:gd name="T2" fmla="*/ 0 w 13"/>
                  <ns1:gd name="T3" fmla="*/ 5 h 20"/>
                  <ns1:gd name="T4" fmla="*/ 3 w 13"/>
                  <ns1:gd name="T5" fmla="*/ 0 h 20"/>
                  <ns1:gd name="T6" fmla="*/ 7 w 13"/>
                  <ns1:gd name="T7" fmla="*/ 2 h 20"/>
                  <ns1:gd name="T8" fmla="*/ 9 w 13"/>
                  <ns1:gd name="T9" fmla="*/ 4 h 20"/>
                  <ns1:gd name="T10" fmla="*/ 12 w 13"/>
                  <ns1:gd name="T11" fmla="*/ 15 h 20"/>
                  <ns1:gd name="T12" fmla="*/ 1 w 13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3" h="20">
                    <ns1:moveTo>
                      <ns1:pt x="1" y="20"/>
                    </ns1:moveTo>
                    <ns1:cubicBezTo>
                      <ns1:pt x="0" y="14"/>
                      <ns1:pt x="0" y="10"/>
                      <ns1:pt x="0" y="5"/>
                    </ns1:cubicBezTo>
                    <ns1:cubicBezTo>
                      <ns1:pt x="0" y="3"/>
                      <ns1:pt x="2" y="2"/>
                      <ns1:pt x="3" y="0"/>
                    </ns1:cubicBezTo>
                    <ns1:cubicBezTo>
                      <ns1:pt x="4" y="1"/>
                      <ns1:pt x="6" y="1"/>
                      <ns1:pt x="7" y="2"/>
                    </ns1:cubicBezTo>
                    <ns1:cubicBezTo>
                      <ns1:pt x="8" y="3"/>
                      <ns1:pt x="8" y="4"/>
                      <ns1:pt x="9" y="4"/>
                    </ns1:cubicBezTo>
                    <ns1:cubicBezTo>
                      <ns1:pt x="10" y="8"/>
                      <ns1:pt x="13" y="12"/>
                      <ns1:pt x="12" y="15"/>
                    </ns1:cubicBezTo>
                    <ns1:cubicBezTo>
                      <ns1:pt x="10" y="17"/>
                      <ns1:pt x="5" y="18"/>
                      <ns1:pt x="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9" name="Freeform 43"/>
              <ns0:cNvSpPr/>
              <ns0:nvPr/>
            </ns0:nvSpPr>
            <ns0:spPr bwMode="auto">
              <ns1:xfrm>
                <ns1:off x="1792401" y="3520673"/>
                <ns1:ext cx="32732" cy="32732"/>
              </ns1:xfrm>
              <ns1:custGeom>
                <ns1:avLst/>
                <ns1:gdLst>
                  <ns1:gd name="T0" fmla="*/ 15 w 15"/>
                  <ns1:gd name="T1" fmla="*/ 0 h 15"/>
                  <ns1:gd name="T2" fmla="*/ 7 w 15"/>
                  <ns1:gd name="T3" fmla="*/ 14 h 15"/>
                  <ns1:gd name="T4" fmla="*/ 1 w 15"/>
                  <ns1:gd name="T5" fmla="*/ 13 h 15"/>
                  <ns1:gd name="T6" fmla="*/ 1 w 15"/>
                  <ns1:gd name="T7" fmla="*/ 6 h 15"/>
                  <ns1:gd name="T8" fmla="*/ 15 w 15"/>
                  <ns1:gd name="T9" fmla="*/ 0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5">
                    <ns1:moveTo>
                      <ns1:pt x="15" y="0"/>
                    </ns1:moveTo>
                    <ns1:cubicBezTo>
                      <ns1:pt x="14" y="8"/>
                      <ns1:pt x="12" y="12"/>
                      <ns1:pt x="7" y="14"/>
                    </ns1:cubicBezTo>
                    <ns1:cubicBezTo>
                      <ns1:pt x="5" y="15"/>
                      <ns1:pt x="1" y="14"/>
                      <ns1:pt x="1" y="13"/>
                    </ns1:cubicBezTo>
                    <ns1:cubicBezTo>
                      <ns1:pt x="0" y="11"/>
                      <ns1:pt x="0" y="7"/>
                      <ns1:pt x="1" y="6"/>
                    </ns1:cubicBezTo>
                    <ns1:cubicBezTo>
                      <ns1:pt x="5" y="3"/>
                      <ns1:pt x="10" y="2"/>
                      <ns1:pt x="1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</ns0:grpSp>
        <ns0:grpSp>
          <ns0:nvGrpSpPr>
            <ns0:cNvPr id="11" name="组合 10"/>
            <ns0:cNvGrpSpPr>
              <ns1:grpSpLocks noChangeAspect="1"/>
            </ns0:cNvGrpSpPr>
            <ns0:nvPr/>
          </ns0:nvGrpSpPr>
          <ns0:grpSpPr>
            <ns1:xfrm>
              <ns1:off x="1398236" y="742764"/>
              <ns1:ext cx="414000" cy="413847"/>
              <ns1:chOff x="3956050" y="1285875"/>
              <ns1:chExt cx="4287838" cy="4286250"/>
            </ns1:xfrm>
          </ns0:grpSpPr>
          <ns0:sp>
            <ns0:nvSpPr>
              <ns0:cNvPr id="12" name="Freeform 5"/>
              <ns0:cNvSpPr/>
              <ns0:nvPr/>
            </ns0:nvSpPr>
            <ns0:spPr bwMode="auto">
              <ns1:xfrm>
                <ns1:off x="6008688" y="5572125"/>
                <ns1:ext cx="174625" cy="0"/>
              </ns1:xfrm>
              <ns1:custGeom>
                <ns1:avLst/>
                <ns1:gdLst>
                  <ns1:gd name="T0" fmla="*/ 0 w 46"/>
                  <ns1:gd name="T1" fmla="*/ 0 w 46"/>
                  <ns1:gd name="T2" fmla="*/ 46 w 46"/>
                  <ns1:gd name="T3" fmla="*/ 46 w 46"/>
                  <ns1:gd name="T4" fmla="*/ 0 w 46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  <ns1:cxn ang="0">
                    <ns1:pos x="T4" y="0"/>
                  </ns1:cxn>
                </ns1:cxnLst>
                <ns1:rect l="0" t="0" r="r" b="b"/>
                <ns1:pathLst>
                  <ns1:path w="46">
                    <ns1:moveTo>
                      <ns1:pt x="0" y="0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15" y="0"/>
                      <ns1:pt x="31" y="0"/>
                      <ns1:pt x="46" y="0"/>
                    </ns1:cubicBezTo>
                    <ns1:cubicBezTo>
                      <ns1:pt x="46" y="0"/>
                      <ns1:pt x="46" y="0"/>
                      <ns1:pt x="46" y="0"/>
                    </ns1:cubicBezTo>
                    <ns1:cubicBezTo>
                      <ns1:pt x="31" y="0"/>
                      <ns1:pt x="15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3" name="Freeform 6"/>
              <ns0:cNvSpPr/>
              <ns0:nvPr/>
            </ns0:nvSpPr>
            <ns0:spPr bwMode="auto">
              <ns1:xfrm>
                <ns1:off x="3956050" y="3354388"/>
                <ns1:ext cx="0" cy="157163"/>
              </ns1:xfrm>
              <ns1:custGeom>
                <ns1:avLst/>
                <ns1:gdLst>
                  <ns1:gd name="T0" fmla="*/ 42 h 42"/>
                  <ns1:gd name="T1" fmla="*/ 42 h 42"/>
                  <ns1:gd name="T2" fmla="*/ 42 h 42"/>
                  <ns1:gd name="T3" fmla="*/ 0 h 42"/>
                  <ns1:gd name="T4" fmla="*/ 0 h 42"/>
                  <ns1:gd name="T5" fmla="*/ 42 h 42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  <ns1:cxn ang="0">
                    <ns1:pos x="0" y="T5"/>
                  </ns1:cxn>
                </ns1:cxnLst>
                <ns1:rect l="0" t="0" r="r" b="b"/>
                <ns1:pathLst>
                  <ns1:path h="42">
                    <ns1:moveTo>
                      <ns1:pt x="0" y="42"/>
                    </ns1:move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28"/>
                      <ns1:pt x="0" y="14"/>
                      <ns1:pt x="0" y="0"/>
                    </ns1:cubicBez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14"/>
                      <ns1:pt x="0" y="28"/>
                      <ns1:pt x="0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4" name="Freeform 7"/>
              <ns0:cNvSpPr>
                <ns1:spLocks noEditPoints="1"/>
              </ns0:cNvSpPr>
              <ns0:nvPr/>
            </ns0:nvSpPr>
            <ns0:spPr bwMode="auto">
              <ns1:xfrm>
                <ns1:off x="3956050" y="1285875"/>
                <ns1:ext cx="4287838" cy="4286250"/>
              </ns1:xfrm>
              <ns1:custGeom>
                <ns1:avLst/>
                <ns1:gdLst>
                  <ns1:gd name="T0" fmla="*/ 534 w 1136"/>
                  <ns1:gd name="T1" fmla="*/ 56 h 1136"/>
                  <ns1:gd name="T2" fmla="*/ 696 w 1136"/>
                  <ns1:gd name="T3" fmla="*/ 72 h 1136"/>
                  <ns1:gd name="T4" fmla="*/ 195 w 1136"/>
                  <ns1:gd name="T5" fmla="*/ 868 h 1136"/>
                  <ns1:gd name="T6" fmla="*/ 651 w 1136"/>
                  <ns1:gd name="T7" fmla="*/ 1049 h 1136"/>
                  <ns1:gd name="T8" fmla="*/ 461 w 1136"/>
                  <ns1:gd name="T9" fmla="*/ 58 h 1136"/>
                  <ns1:gd name="T10" fmla="*/ 479 w 1136"/>
                  <ns1:gd name="T11" fmla="*/ 103 h 1136"/>
                  <ns1:gd name="T12" fmla="*/ 910 w 1136"/>
                  <ns1:gd name="T13" fmla="*/ 228 h 1136"/>
                  <ns1:gd name="T14" fmla="*/ 862 w 1136"/>
                  <ns1:gd name="T15" fmla="*/ 218 h 1136"/>
                  <ns1:gd name="T16" fmla="*/ 240 w 1136"/>
                  <ns1:gd name="T17" fmla="*/ 182 h 1136"/>
                  <ns1:gd name="T18" fmla="*/ 211 w 1136"/>
                  <ns1:gd name="T19" fmla="*/ 203 h 1136"/>
                  <ns1:gd name="T20" fmla="*/ 995 w 1136"/>
                  <ns1:gd name="T21" fmla="*/ 570 h 1136"/>
                  <ns1:gd name="T22" fmla="*/ 669 w 1136"/>
                  <ns1:gd name="T23" fmla="*/ 123 h 1136"/>
                  <ns1:gd name="T24" fmla="*/ 693 w 1136"/>
                  <ns1:gd name="T25" fmla="*/ 104 h 1136"/>
                  <ns1:gd name="T26" fmla="*/ 759 w 1136"/>
                  <ns1:gd name="T27" fmla="*/ 84 h 1136"/>
                  <ns1:gd name="T28" fmla="*/ 389 w 1136"/>
                  <ns1:gd name="T29" fmla="*/ 103 h 1136"/>
                  <ns1:gd name="T30" fmla="*/ 581 w 1136"/>
                  <ns1:gd name="T31" fmla="*/ 78 h 1136"/>
                  <ns1:gd name="T32" fmla="*/ 591 w 1136"/>
                  <ns1:gd name="T33" fmla="*/ 82 h 1136"/>
                  <ns1:gd name="T34" fmla="*/ 505 w 1136"/>
                  <ns1:gd name="T35" fmla="*/ 84 h 1136"/>
                  <ns1:gd name="T36" fmla="*/ 334 w 1136"/>
                  <ns1:gd name="T37" fmla="*/ 168 h 1136"/>
                  <ns1:gd name="T38" fmla="*/ 819 w 1136"/>
                  <ns1:gd name="T39" fmla="*/ 177 h 1136"/>
                  <ns1:gd name="T40" fmla="*/ 842 w 1136"/>
                  <ns1:gd name="T41" fmla="*/ 140 h 1136"/>
                  <ns1:gd name="T42" fmla="*/ 1033 w 1136"/>
                  <ns1:gd name="T43" fmla="*/ 671 h 1136"/>
                  <ns1:gd name="T44" fmla="*/ 400 w 1136"/>
                  <ns1:gd name="T45" fmla="*/ 1048 h 1136"/>
                  <ns1:gd name="T46" fmla="*/ 988 w 1136"/>
                  <ns1:gd name="T47" fmla="*/ 793 h 1136"/>
                  <ns1:gd name="T48" fmla="*/ 551 w 1136"/>
                  <ns1:gd name="T49" fmla="*/ 85 h 1136"/>
                  <ns1:gd name="T50" fmla="*/ 1032 w 1136"/>
                  <ns1:gd name="T51" fmla="*/ 760 h 1136"/>
                  <ns1:gd name="T52" fmla="*/ 1049 w 1136"/>
                  <ns1:gd name="T53" fmla="*/ 524 h 1136"/>
                  <ns1:gd name="T54" fmla="*/ 139 w 1136"/>
                  <ns1:gd name="T55" fmla="*/ 779 h 1136"/>
                  <ns1:gd name="T56" fmla="*/ 146 w 1136"/>
                  <ns1:gd name="T57" fmla="*/ 815 h 1136"/>
                  <ns1:gd name="T58" fmla="*/ 71 w 1136"/>
                  <ns1:gd name="T59" fmla="*/ 676 h 1136"/>
                  <ns1:gd name="T60" fmla="*/ 98 w 1136"/>
                  <ns1:gd name="T61" fmla="*/ 484 h 1136"/>
                  <ns1:gd name="T62" fmla="*/ 70 w 1136"/>
                  <ns1:gd name="T63" fmla="*/ 517 h 1136"/>
                  <ns1:gd name="T64" fmla="*/ 1053 w 1136"/>
                  <ns1:gd name="T65" fmla="*/ 518 h 1136"/>
                  <ns1:gd name="T66" fmla="*/ 300 w 1136"/>
                  <ns1:gd name="T67" fmla="*/ 1013 h 1136"/>
                  <ns1:gd name="T68" fmla="*/ 297 w 1136"/>
                  <ns1:gd name="T69" fmla="*/ 996 h 1136"/>
                  <ns1:gd name="T70" fmla="*/ 105 w 1136"/>
                  <ns1:gd name="T71" fmla="*/ 429 h 1136"/>
                  <ns1:gd name="T72" fmla="*/ 515 w 1136"/>
                  <ns1:gd name="T73" fmla="*/ 1058 h 1136"/>
                  <ns1:gd name="T74" fmla="*/ 826 w 1136"/>
                  <ns1:gd name="T75" fmla="*/ 981 h 1136"/>
                  <ns1:gd name="T76" fmla="*/ 1052 w 1136"/>
                  <ns1:gd name="T77" fmla="*/ 707 h 1136"/>
                  <ns1:gd name="T78" fmla="*/ 228 w 1136"/>
                  <ns1:gd name="T79" fmla="*/ 905 h 1136"/>
                  <ns1:gd name="T80" fmla="*/ 739 w 1136"/>
                  <ns1:gd name="T81" fmla="*/ 1019 h 1136"/>
                  <ns1:gd name="T82" fmla="*/ 606 w 1136"/>
                  <ns1:gd name="T83" fmla="*/ 47 h 1136"/>
                  <ns1:gd name="T84" fmla="*/ 88 w 1136"/>
                  <ns1:gd name="T85" fmla="*/ 742 h 1136"/>
                  <ns1:gd name="T86" fmla="*/ 1002 w 1136"/>
                  <ns1:gd name="T87" fmla="*/ 833 h 1136"/>
                  <ns1:gd name="T88" fmla="*/ 461 w 1136"/>
                  <ns1:gd name="T89" fmla="*/ 1075 h 1136"/>
                  <ns1:gd name="T90" fmla="*/ 98 w 1136"/>
                  <ns1:gd name="T91" fmla="*/ 772 h 1136"/>
                  <ns1:gd name="T92" fmla="*/ 959 w 1136"/>
                  <ns1:gd name="T93" fmla="*/ 907 h 1136"/>
                  <ns1:gd name="T94" fmla="*/ 923 w 1136"/>
                  <ns1:gd name="T95" fmla="*/ 935 h 1136"/>
                  <ns1:gd name="T96" fmla="*/ 1066 w 1136"/>
                  <ns1:gd name="T97" fmla="*/ 575 h 1136"/>
                  <ns1:gd name="T98" fmla="*/ 823 w 1136"/>
                  <ns1:gd name="T99" fmla="*/ 1003 h 1136"/>
                  <ns1:gd name="T100" fmla="*/ 284 w 1136"/>
                  <ns1:gd name="T101" fmla="*/ 991 h 1136"/>
                  <ns1:gd name="T102" fmla="*/ 1041 w 1136"/>
                  <ns1:gd name="T103" fmla="*/ 621 h 1136"/>
                  <ns1:gd name="T104" fmla="*/ 103 w 1136"/>
                  <ns1:gd name="T105" fmla="*/ 677 h 1136"/>
                  <ns1:gd name="T106" fmla="*/ 555 w 1136"/>
                  <ns1:gd name="T107" fmla="*/ 1086 h 1136"/>
                  <ns1:gd name="T108" fmla="*/ 751 w 1136"/>
                  <ns1:gd name="T109" fmla="*/ 1016 h 1136"/>
                  <ns1:gd name="T110" fmla="*/ 984 w 1136"/>
                  <ns1:gd name="T111" fmla="*/ 876 h 1136"/>
                  <ns1:gd name="T112" fmla="*/ 1075 w 1136"/>
                  <ns1:gd name="T113" fmla="*/ 470 h 1136"/>
                  <ns1:gd name="T114" fmla="*/ 786 w 1136"/>
                  <ns1:gd name="T115" fmla="*/ 992 h 1136"/>
                  <ns1:gd name="T116" fmla="*/ 274 w 1136"/>
                  <ns1:gd name="T117" fmla="*/ 174 h 1136"/>
                  <ns1:gd name="T118" fmla="*/ 428 w 1136"/>
                  <ns1:gd name="T119" fmla="*/ 64 h 1136"/>
                  <ns1:gd name="T120" fmla="*/ 676 w 1136"/>
                  <ns1:gd name="T121" fmla="*/ 105 h 11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  <ns1:cxn ang="0">
                    <ns1:pos x="T118" y="T119"/>
                  </ns1:cxn>
                  <ns1:cxn ang="0">
                    <ns1:pos x="T120" y="T121"/>
                  </ns1:cxn>
                </ns1:cxnLst>
                <ns1:rect l="0" t="0" r="r" b="b"/>
                <ns1:pathLst>
                  <ns1:path w="1136" h="1136">
                    <ns1:moveTo>
                      <ns1:pt x="0" y="590"/>
                    </ns1:moveTo>
                    <ns1:cubicBezTo>
                      <ns1:pt x="0" y="576"/>
                      <ns1:pt x="0" y="562"/>
                      <ns1:pt x="0" y="548"/>
                    </ns1:cubicBezTo>
                    <ns1:cubicBezTo>
                      <ns1:pt x="2" y="507"/>
                      <ns1:pt x="8" y="467"/>
                      <ns1:pt x="18" y="428"/>
                    </ns1:cubicBezTo>
                    <ns1:cubicBezTo>
                      <ns1:pt x="68" y="231"/>
                      <ns1:pt x="225" y="72"/>
                      <ns1:pt x="422" y="21"/>
                    </ns1:cubicBezTo>
                    <ns1:cubicBezTo>
                      <ns1:pt x="479" y="6"/>
                      <ns1:pt x="537" y="0"/>
                      <ns1:pt x="596" y="3"/>
                    </ns1:cubicBezTo>
                    <ns1:cubicBezTo>
                      <ns1:pt x="735" y="11"/>
                      <ns1:pt x="857" y="63"/>
                      <ns1:pt x="958" y="159"/>
                    </ns1:cubicBezTo>
                    <ns1:cubicBezTo>
                      <ns1:pt x="1044" y="241"/>
                      <ns1:pt x="1098" y="340"/>
                      <ns1:pt x="1122" y="456"/>
                    </ns1:cubicBezTo>
                    <ns1:cubicBezTo>
                      <ns1:pt x="1133" y="508"/>
                      <ns1:pt x="1136" y="561"/>
                      <ns1:pt x="1132" y="614"/>
                    </ns1:cubicBezTo>
                    <ns1:cubicBezTo>
                      <ns1:pt x="1114" y="856"/>
                      <ns1:pt x="940" y="1060"/>
                      <ns1:pt x="704" y="1119"/>
                    </ns1:cubicBezTo>
                    <ns1:cubicBezTo>
                      <ns1:pt x="667" y="1129"/>
                      <ns1:pt x="629" y="1134"/>
                      <ns1:pt x="590" y="1136"/>
                    </ns1:cubicBezTo>
                    <ns1:cubicBezTo>
                      <ns1:pt x="575" y="1136"/>
                      <ns1:pt x="559" y="1136"/>
                      <ns1:pt x="544" y="1136"/>
                    </ns1:cubicBezTo>
                    <ns1:cubicBezTo>
                      <ns1:pt x="503" y="1134"/>
                      <ns1:pt x="462" y="1128"/>
                      <ns1:pt x="422" y="1117"/>
                    </ns1:cubicBezTo>
                    <ns1:cubicBezTo>
                      <ns1:pt x="309" y="1087"/>
                      <ns1:pt x="214" y="1027"/>
                      <ns1:pt x="137" y="939"/>
                    </ns1:cubicBezTo>
                    <ns1:cubicBezTo>
                      <ns1:pt x="75" y="867"/>
                      <ns1:pt x="34" y="785"/>
                      <ns1:pt x="13" y="692"/>
                    </ns1:cubicBezTo>
                    <ns1:cubicBezTo>
                      <ns1:pt x="6" y="659"/>
                      <ns1:pt x="2" y="625"/>
                      <ns1:pt x="0" y="590"/>
                    </ns1:cubicBezTo>
                    <ns1:close/>
                    <ns1:moveTo>
                      <ns1:pt x="534" y="56"/>
                    </ns1:moveTo>
                    <ns1:cubicBezTo>
                      <ns1:pt x="530" y="56"/>
                      <ns1:pt x="527" y="57"/>
                      <ns1:pt x="523" y="57"/>
                    </ns1:cubicBezTo>
                    <ns1:cubicBezTo>
                      <ns1:pt x="523" y="60"/>
                      <ns1:pt x="523" y="62"/>
                      <ns1:pt x="523" y="64"/>
                    </ns1:cubicBezTo>
                    <ns1:cubicBezTo>
                      <ns1:pt x="535" y="63"/>
                      <ns1:pt x="546" y="63"/>
                      <ns1:pt x="557" y="62"/>
                    </ns1:cubicBezTo>
                    <ns1:cubicBezTo>
                      <ns1:pt x="557" y="59"/>
                      <ns1:pt x="556" y="57"/>
                      <ns1:pt x="556" y="54"/>
                    </ns1:cubicBezTo>
                    <ns1:cubicBezTo>
                      <ns1:pt x="549" y="55"/>
                      <ns1:pt x="543" y="55"/>
                      <ns1:pt x="537" y="56"/>
                    </ns1:cubicBezTo>
                    <ns1:cubicBezTo>
                      <ns1:pt x="539" y="55"/>
                      <ns1:pt x="541" y="54"/>
                      <ns1:pt x="544" y="53"/>
                    </ns1:cubicBezTo>
                    <ns1:cubicBezTo>
                      <ns1:pt x="543" y="50"/>
                      <ns1:pt x="542" y="47"/>
                      <ns1:pt x="541" y="44"/>
                    </ns1:cubicBezTo>
                    <ns1:cubicBezTo>
                      <ns1:pt x="538" y="45"/>
                      <ns1:pt x="535" y="45"/>
                      <ns1:pt x="532" y="46"/>
                    </ns1:cubicBezTo>
                    <ns1:cubicBezTo>
                      <ns1:pt x="532" y="48"/>
                      <ns1:pt x="533" y="50"/>
                      <ns1:pt x="533" y="51"/>
                    </ns1:cubicBezTo>
                    <ns1:cubicBezTo>
                      <ns1:pt x="534" y="53"/>
                      <ns1:pt x="534" y="55"/>
                      <ns1:pt x="534" y="56"/>
                    </ns1:cubicBezTo>
                    <ns1:close/>
                    <ns1:moveTo>
                      <ns1:pt x="713" y="76"/>
                    </ns1:moveTo>
                    <ns1:cubicBezTo>
                      <ns1:pt x="715" y="75"/>
                      <ns1:pt x="716" y="75"/>
                      <ns1:pt x="718" y="75"/>
                    </ns1:cubicBezTo>
                    <ns1:cubicBezTo>
                      <ns1:pt x="718" y="72"/>
                      <ns1:pt x="718" y="69"/>
                      <ns1:pt x="719" y="65"/>
                    </ns1:cubicBezTo>
                    <ns1:cubicBezTo>
                      <ns1:pt x="715" y="65"/>
                      <ns1:pt x="712" y="65"/>
                      <ns1:pt x="709" y="64"/>
                    </ns1:cubicBezTo>
                    <ns1:cubicBezTo>
                      <ns1:pt x="708" y="68"/>
                      <ns1:pt x="708" y="71"/>
                      <ns1:pt x="708" y="75"/>
                    </ns1:cubicBezTo>
                    <ns1:cubicBezTo>
                      <ns1:pt x="704" y="74"/>
                      <ns1:pt x="700" y="73"/>
                      <ns1:pt x="696" y="72"/>
                    </ns1:cubicBezTo>
                    <ns1:cubicBezTo>
                      <ns1:pt x="696" y="74"/>
                      <ns1:pt x="695" y="77"/>
                      <ns1:pt x="695" y="79"/>
                    </ns1:cubicBezTo>
                    <ns1:cubicBezTo>
                      <ns1:pt x="705" y="82"/>
                      <ns1:pt x="716" y="85"/>
                      <ns1:pt x="727" y="88"/>
                    </ns1:cubicBezTo>
                    <ns1:cubicBezTo>
                      <ns1:pt x="728" y="85"/>
                      <ns1:pt x="728" y="83"/>
                      <ns1:pt x="729" y="81"/>
                    </ns1:cubicBezTo>
                    <ns1:cubicBezTo>
                      <ns1:pt x="723" y="79"/>
                      <ns1:pt x="718" y="77"/>
                      <ns1:pt x="713" y="76"/>
                    </ns1:cubicBezTo>
                    <ns1:close/>
                    <ns1:moveTo>
                      <ns1:pt x="168" y="879"/>
                    </ns1:moveTo>
                    <ns1:cubicBezTo>
                      <ns1:pt x="168" y="879"/>
                      <ns1:pt x="168" y="878"/>
                      <ns1:pt x="167" y="878"/>
                    </ns1:cubicBezTo>
                    <ns1:cubicBezTo>
                      <ns1:pt x="172" y="870"/>
                      <ns1:pt x="176" y="862"/>
                      <ns1:pt x="181" y="854"/>
                    </ns1:cubicBezTo>
                    <ns1:cubicBezTo>
                      <ns1:pt x="182" y="851"/>
                      <ns1:pt x="182" y="850"/>
                      <ns1:pt x="180" y="848"/>
                    </ns1:cubicBezTo>
                    <ns1:cubicBezTo>
                      <ns1:pt x="179" y="846"/>
                      <ns1:pt x="177" y="844"/>
                      <ns1:pt x="175" y="841"/>
                    </ns1:cubicBezTo>
                    <ns1:cubicBezTo>
                      <ns1:pt x="164" y="850"/>
                      <ns1:pt x="154" y="858"/>
                      <ns1:pt x="143" y="866"/>
                    </ns1:cubicBezTo>
                    <ns1:cubicBezTo>
                      <ns1:pt x="144" y="868"/>
                      <ns1:pt x="146" y="870"/>
                      <ns1:pt x="147" y="872"/>
                    </ns1:cubicBezTo>
                    <ns1:cubicBezTo>
                      <ns1:pt x="156" y="865"/>
                      <ns1:pt x="164" y="859"/>
                      <ns1:pt x="172" y="854"/>
                    </ns1:cubicBezTo>
                    <ns1:cubicBezTo>
                      <ns1:pt x="172" y="854"/>
                      <ns1:pt x="172" y="854"/>
                      <ns1:pt x="172" y="854"/>
                    </ns1:cubicBezTo>
                    <ns1:cubicBezTo>
                      <ns1:pt x="167" y="864"/>
                      <ns1:pt x="162" y="874"/>
                      <ns1:pt x="156" y="884"/>
                    </ns1:cubicBezTo>
                    <ns1:cubicBezTo>
                      <ns1:pt x="158" y="886"/>
                      <ns1:pt x="160" y="889"/>
                      <ns1:pt x="163" y="893"/>
                    </ns1:cubicBezTo>
                    <ns1:cubicBezTo>
                      <ns1:pt x="174" y="884"/>
                      <ns1:pt x="184" y="876"/>
                      <ns1:pt x="195" y="868"/>
                    </ns1:cubicBezTo>
                    <ns1:cubicBezTo>
                      <ns1:pt x="194" y="866"/>
                      <ns1:pt x="193" y="864"/>
                      <ns1:pt x="191" y="862"/>
                    </ns1:cubicBezTo>
                    <ns1:cubicBezTo>
                      <ns1:pt x="183" y="868"/>
                      <ns1:pt x="176" y="873"/>
                      <ns1:pt x="168" y="879"/>
                    </ns1:cubicBezTo>
                    <ns1:close/>
                    <ns1:moveTo>
                      <ns1:pt x="652" y="1048"/>
                    </ns1:moveTo>
                    <ns1:cubicBezTo>
                      <ns1:pt x="657" y="1056"/>
                      <ns1:pt x="663" y="1065"/>
                      <ns1:pt x="669" y="1073"/>
                    </ns1:cubicBezTo>
                    <ns1:cubicBezTo>
                      <ns1:pt x="670" y="1074"/>
                      <ns1:pt x="671" y="1076"/>
                      <ns1:pt x="672" y="1076"/>
                    </ns1:cubicBezTo>
                    <ns1:cubicBezTo>
                      <ns1:pt x="676" y="1075"/>
                      <ns1:pt x="679" y="1074"/>
                      <ns1:pt x="682" y="1074"/>
                    </ns1:cubicBezTo>
                    <ns1:cubicBezTo>
                      <ns1:pt x="679" y="1060"/>
                      <ns1:pt x="677" y="1047"/>
                      <ns1:pt x="674" y="1034"/>
                    </ns1:cubicBezTo>
                    <ns1:cubicBezTo>
                      <ns1:pt x="672" y="1034"/>
                      <ns1:pt x="670" y="1035"/>
                      <ns1:pt x="667" y="1035"/>
                    </ns1:cubicBezTo>
                    <ns1:cubicBezTo>
                      <ns1:pt x="669" y="1045"/>
                      <ns1:pt x="671" y="1055"/>
                      <ns1:pt x="673" y="1065"/>
                    </ns1:cubicBezTo>
                    <ns1:cubicBezTo>
                      <ns1:pt x="672" y="1065"/>
                      <ns1:pt x="672" y="1065"/>
                      <ns1:pt x="671" y="1065"/>
                    </ns1:cubicBezTo>
                    <ns1:cubicBezTo>
                      <ns1:pt x="667" y="1058"/>
                      <ns1:pt x="663" y="1052"/>
                      <ns1:pt x="659" y="1046"/>
                    </ns1:cubicBezTo>
                    <ns1:cubicBezTo>
                      <ns1:pt x="653" y="1037"/>
                      <ns1:pt x="653" y="1037"/>
                      <ns1:pt x="643" y="1040"/>
                    </ns1:cubicBezTo>
                    <ns1:cubicBezTo>
                      <ns1:pt x="643" y="1040"/>
                      <ns1:pt x="642" y="1040"/>
                      <ns1:pt x="642" y="1040"/>
                    </ns1:cubicBezTo>
                    <ns1:cubicBezTo>
                      <ns1:pt x="644" y="1053"/>
                      <ns1:pt x="647" y="1067"/>
                      <ns1:pt x="649" y="1080"/>
                    </ns1:cubicBezTo>
                    <ns1:cubicBezTo>
                      <ns1:pt x="652" y="1080"/>
                      <ns1:pt x="654" y="1079"/>
                      <ns1:pt x="656" y="1079"/>
                    </ns1:cubicBezTo>
                    <ns1:cubicBezTo>
                      <ns1:pt x="655" y="1068"/>
                      <ns1:pt x="653" y="1058"/>
                      <ns1:pt x="651" y="1049"/>
                    </ns1:cubicBezTo>
                    <ns1:cubicBezTo>
                      <ns1:pt x="651" y="1048"/>
                      <ns1:pt x="651" y="1048"/>
                      <ns1:pt x="652" y="1048"/>
                    </ns1:cubicBezTo>
                    <ns1:close/>
                    <ns1:moveTo>
                      <ns1:pt x="427" y="79"/>
                    </ns1:moveTo>
                    <ns1:cubicBezTo>
                      <ns1:pt x="427" y="79"/>
                      <ns1:pt x="427" y="78"/>
                      <ns1:pt x="426" y="78"/>
                    </ns1:cubicBezTo>
                    <ns1:cubicBezTo>
                      <ns1:pt x="427" y="77"/>
                      <ns1:pt x="428" y="76"/>
                      <ns1:pt x="429" y="74"/>
                    </ns1:cubicBezTo>
                    <ns1:cubicBezTo>
                      <ns1:pt x="418" y="64"/>
                      <ns1:pt x="421" y="65"/>
                      <ns1:pt x="412" y="73"/>
                    </ns1:cubicBezTo>
                    <ns1:cubicBezTo>
                      <ns1:pt x="415" y="76"/>
                      <ns1:pt x="418" y="78"/>
                      <ns1:pt x="422" y="81"/>
                    </ns1:cubicBezTo>
                    <ns1:cubicBezTo>
                      <ns1:pt x="416" y="82"/>
                      <ns1:pt x="412" y="83"/>
                      <ns1:pt x="408" y="84"/>
                    </ns1:cubicBezTo>
                    <ns1:cubicBezTo>
                      <ns1:pt x="409" y="89"/>
                      <ns1:pt x="410" y="94"/>
                      <ns1:pt x="412" y="99"/>
                    </ns1:cubicBezTo>
                    <ns1:cubicBezTo>
                      <ns1:pt x="415" y="98"/>
                      <ns1:pt x="417" y="98"/>
                      <ns1:pt x="420" y="97"/>
                    </ns1:cubicBezTo>
                    <ns1:cubicBezTo>
                      <ns1:pt x="420" y="94"/>
                      <ns1:pt x="419" y="92"/>
                      <ns1:pt x="419" y="90"/>
                    </ns1:cubicBezTo>
                    <ns1:cubicBezTo>
                      <ns1:pt x="433" y="86"/>
                      <ns1:pt x="447" y="82"/>
                      <ns1:pt x="461" y="78"/>
                    </ns1:cubicBezTo>
                    <ns1:cubicBezTo>
                      <ns1:pt x="462" y="81"/>
                      <ns1:pt x="462" y="83"/>
                      <ns1:pt x="463" y="86"/>
                    </ns1:cubicBezTo>
                    <ns1:cubicBezTo>
                      <ns1:pt x="466" y="85"/>
                      <ns1:pt x="469" y="84"/>
                      <ns1:pt x="473" y="83"/>
                    </ns1:cubicBezTo>
                    <ns1:cubicBezTo>
                      <ns1:pt x="471" y="78"/>
                      <ns1:pt x="470" y="73"/>
                      <ns1:pt x="469" y="68"/>
                    </ns1:cubicBezTo>
                    <ns1:cubicBezTo>
                      <ns1:pt x="464" y="69"/>
                      <ns1:pt x="460" y="70"/>
                      <ns1:pt x="455" y="71"/>
                    </ns1:cubicBezTo>
                    <ns1:cubicBezTo>
                      <ns1:pt x="457" y="66"/>
                      <ns1:pt x="459" y="62"/>
                      <ns1:pt x="461" y="58"/>
                    </ns1:cubicBezTo>
                    <ns1:cubicBezTo>
                      <ns1:pt x="457" y="57"/>
                      <ns1:pt x="454" y="57"/>
                      <ns1:pt x="450" y="56"/>
                    </ns1:cubicBezTo>
                    <ns1:cubicBezTo>
                      <ns1:pt x="449" y="59"/>
                      <ns1:pt x="449" y="61"/>
                      <ns1:pt x="448" y="63"/>
                    </ns1:cubicBezTo>
                    <ns1:cubicBezTo>
                      <ns1:pt x="445" y="74"/>
                      <ns1:pt x="445" y="74"/>
                      <ns1:pt x="434" y="77"/>
                    </ns1:cubicBezTo>
                    <ns1:cubicBezTo>
                      <ns1:pt x="432" y="78"/>
                      <ns1:pt x="430" y="79"/>
                      <ns1:pt x="427" y="79"/>
                    </ns1:cubicBezTo>
                    <ns1:close/>
                    <ns1:moveTo>
                      <ns1:pt x="444" y="97"/>
                    </ns1:moveTo>
                    <ns1:cubicBezTo>
                      <ns1:pt x="444" y="97"/>
                      <ns1:pt x="444" y="97"/>
                      <ns1:pt x="444" y="97"/>
                    </ns1:cubicBezTo>
                    <ns1:cubicBezTo>
                      <ns1:pt x="443" y="99"/>
                      <ns1:pt x="442" y="102"/>
                      <ns1:pt x="440" y="104"/>
                    </ns1:cubicBezTo>
                    <ns1:cubicBezTo>
                      <ns1:pt x="432" y="107"/>
                      <ns1:pt x="423" y="109"/>
                      <ns1:pt x="414" y="111"/>
                    </ns1:cubicBezTo>
                    <ns1:cubicBezTo>
                      <ns1:pt x="415" y="114"/>
                      <ns1:pt x="416" y="116"/>
                      <ns1:pt x="416" y="119"/>
                    </ns1:cubicBezTo>
                    <ns1:cubicBezTo>
                      <ns1:pt x="426" y="117"/>
                      <ns1:pt x="435" y="114"/>
                      <ns1:pt x="443" y="112"/>
                    </ns1:cubicBezTo>
                    <ns1:cubicBezTo>
                      <ns1:pt x="447" y="119"/>
                      <ns1:pt x="440" y="119"/>
                      <ns1:pt x="438" y="122"/>
                    </ns1:cubicBezTo>
                    <ns1:cubicBezTo>
                      <ns1:pt x="439" y="124"/>
                      <ns1:pt x="441" y="127"/>
                      <ns1:pt x="443" y="130"/>
                    </ns1:cubicBezTo>
                    <ns1:cubicBezTo>
                      <ns1:pt x="446" y="128"/>
                      <ns1:pt x="449" y="127"/>
                      <ns1:pt x="453" y="126"/>
                    </ns1:cubicBezTo>
                    <ns1:cubicBezTo>
                      <ns1:pt x="456" y="125"/>
                      <ns1:pt x="458" y="122"/>
                      <ns1:pt x="456" y="118"/>
                    </ns1:cubicBezTo>
                    <ns1:cubicBezTo>
                      <ns1:pt x="455" y="116"/>
                      <ns1:pt x="454" y="113"/>
                      <ns1:pt x="453" y="109"/>
                    </ns1:cubicBezTo>
                    <ns1:cubicBezTo>
                      <ns1:pt x="462" y="107"/>
                      <ns1:pt x="470" y="105"/>
                      <ns1:pt x="479" y="103"/>
                    </ns1:cubicBezTo>
                    <ns1:cubicBezTo>
                      <ns1:pt x="478" y="100"/>
                      <ns1:pt x="477" y="97"/>
                      <ns1:pt x="476" y="95"/>
                    </ns1:cubicBezTo>
                    <ns1:cubicBezTo>
                      <ns1:pt x="468" y="97"/>
                      <ns1:pt x="460" y="99"/>
                      <ns1:pt x="452" y="101"/>
                    </ns1:cubicBezTo>
                    <ns1:cubicBezTo>
                      <ns1:pt x="455" y="95"/>
                      <ns1:pt x="458" y="90"/>
                      <ns1:pt x="461" y="85"/>
                    </ns1:cubicBezTo>
                    <ns1:cubicBezTo>
                      <ns1:pt x="461" y="85"/>
                      <ns1:pt x="460" y="84"/>
                      <ns1:pt x="460" y="84"/>
                    </ns1:cubicBezTo>
                    <ns1:cubicBezTo>
                      <ns1:pt x="447" y="87"/>
                      <ns1:pt x="435" y="90"/>
                      <ns1:pt x="422" y="94"/>
                    </ns1:cubicBezTo>
                    <ns1:cubicBezTo>
                      <ns1:pt x="423" y="97"/>
                      <ns1:pt x="423" y="99"/>
                      <ns1:pt x="424" y="101"/>
                    </ns1:cubicBezTo>
                    <ns1:cubicBezTo>
                      <ns1:pt x="431" y="100"/>
                      <ns1:pt x="437" y="98"/>
                      <ns1:pt x="444" y="97"/>
                    </ns1:cubicBezTo>
                    <ns1:close/>
                    <ns1:moveTo>
                      <ns1:pt x="879" y="213"/>
                    </ns1:moveTo>
                    <ns1:cubicBezTo>
                      <ns1:pt x="880" y="213"/>
                      <ns1:pt x="880" y="214"/>
                      <ns1:pt x="880" y="214"/>
                    </ns1:cubicBezTo>
                    <ns1:cubicBezTo>
                      <ns1:pt x="882" y="215"/>
                      <ns1:pt x="884" y="218"/>
                      <ns1:pt x="885" y="218"/>
                    </ns1:cubicBezTo>
                    <ns1:cubicBezTo>
                      <ns1:pt x="889" y="218"/>
                      <ns1:pt x="893" y="217"/>
                      <ns1:pt x="897" y="216"/>
                    </ns1:cubicBezTo>
                    <ns1:cubicBezTo>
                      <ns1:pt x="898" y="218"/>
                      <ns1:pt x="900" y="220"/>
                      <ns1:pt x="903" y="222"/>
                    </ns1:cubicBezTo>
                    <ns1:cubicBezTo>
                      <ns1:pt x="896" y="229"/>
                      <ns1:pt x="892" y="229"/>
                      <ns1:pt x="878" y="224"/>
                    </ns1:cubicBezTo>
                    <ns1:cubicBezTo>
                      <ns1:pt x="878" y="227"/>
                      <ns1:pt x="878" y="229"/>
                      <ns1:pt x="878" y="233"/>
                    </ns1:cubicBezTo>
                    <ns1:cubicBezTo>
                      <ns1:pt x="884" y="234"/>
                      <ns1:pt x="889" y="236"/>
                      <ns1:pt x="895" y="235"/>
                    </ns1:cubicBezTo>
                    <ns1:cubicBezTo>
                      <ns1:pt x="900" y="235"/>
                      <ns1:pt x="905" y="231"/>
                      <ns1:pt x="910" y="228"/>
                    </ns1:cubicBezTo>
                    <ns1:cubicBezTo>
                      <ns1:pt x="910" y="229"/>
                      <ns1:pt x="910" y="230"/>
                      <ns1:pt x="910" y="230"/>
                    </ns1:cubicBezTo>
                    <ns1:cubicBezTo>
                      <ns1:pt x="908" y="232"/>
                      <ns1:pt x="906" y="234"/>
                      <ns1:pt x="904" y="236"/>
                    </ns1:cubicBezTo>
                    <ns1:cubicBezTo>
                      <ns1:pt x="893" y="248"/>
                      <ns1:pt x="893" y="245"/>
                      <ns1:pt x="905" y="257"/>
                    </ns1:cubicBezTo>
                    <ns1:cubicBezTo>
                      <ns1:pt x="909" y="261"/>
                      <ns1:pt x="912" y="260"/>
                      <ns1:pt x="916" y="258"/>
                    </ns1:cubicBezTo>
                    <ns1:cubicBezTo>
                      <ns1:pt x="920" y="255"/>
                      <ns1:pt x="917" y="253"/>
                      <ns1:pt x="916" y="250"/>
                    </ns1:cubicBezTo>
                    <ns1:cubicBezTo>
                      <ns1:pt x="916" y="249"/>
                      <ns1:pt x="915" y="248"/>
                      <ns1:pt x="915" y="247"/>
                    </ns1:cubicBezTo>
                    <ns1:cubicBezTo>
                      <ns1:pt x="914" y="248"/>
                      <ns1:pt x="913" y="249"/>
                      <ns1:pt x="912" y="250"/>
                    </ns1:cubicBezTo>
                    <ns1:cubicBezTo>
                      <ns1:pt x="910" y="250"/>
                      <ns1:pt x="909" y="249"/>
                      <ns1:pt x="907" y="249"/>
                    </ns1:cubicBezTo>
                    <ns1:cubicBezTo>
                      <ns1:pt x="907" y="248"/>
                      <ns1:pt x="907" y="246"/>
                      <ns1:pt x="908" y="245"/>
                    </ns1:cubicBezTo>
                    <ns1:cubicBezTo>
                      <ns1:pt x="911" y="241"/>
                      <ns1:pt x="914" y="239"/>
                      <ns1:pt x="918" y="235"/>
                    </ns1:cubicBezTo>
                    <ns1:cubicBezTo>
                      <ns1:pt x="920" y="238"/>
                      <ns1:pt x="923" y="241"/>
                      <ns1:pt x="926" y="243"/>
                    </ns1:cubicBezTo>
                    <ns1:cubicBezTo>
                      <ns1:pt x="928" y="241"/>
                      <ns1:pt x="930" y="240"/>
                      <ns1:pt x="932" y="238"/>
                    </ns1:cubicBezTo>
                    <ns1:cubicBezTo>
                      <ns1:pt x="921" y="228"/>
                      <ns1:pt x="911" y="218"/>
                      <ns1:pt x="901" y="208"/>
                    </ns1:cubicBezTo>
                    <ns1:cubicBezTo>
                      <ns1:pt x="902" y="196"/>
                      <ns1:pt x="915" y="195"/>
                      <ns1:pt x="921" y="188"/>
                    </ns1:cubicBezTo>
                    <ns1:cubicBezTo>
                      <ns1:pt x="916" y="183"/>
                      <ns1:pt x="911" y="178"/>
                      <ns1:pt x="907" y="172"/>
                    </ns1:cubicBezTo>
                    <ns1:cubicBezTo>
                      <ns1:pt x="892" y="188"/>
                      <ns1:pt x="877" y="203"/>
                      <ns1:pt x="862" y="218"/>
                    </ns1:cubicBezTo>
                    <ns1:cubicBezTo>
                      <ns1:pt x="865" y="220"/>
                      <ns1:pt x="866" y="222"/>
                      <ns1:pt x="869" y="224"/>
                    </ns1:cubicBezTo>
                    <ns1:cubicBezTo>
                      <ns1:pt x="872" y="220"/>
                      <ns1:pt x="876" y="217"/>
                      <ns1:pt x="879" y="213"/>
                    </ns1:cubicBezTo>
                    <ns1:close/>
                    <ns1:moveTo>
                      <ns1:pt x="217" y="233"/>
                    </ns1:moveTo>
                    <ns1:cubicBezTo>
                      <ns1:pt x="219" y="233"/>
                      <ns1:pt x="221" y="234"/>
                      <ns1:pt x="223" y="234"/>
                    </ns1:cubicBezTo>
                    <ns1:cubicBezTo>
                      <ns1:pt x="224" y="233"/>
                      <ns1:pt x="224" y="231"/>
                      <ns1:pt x="225" y="230"/>
                    </ns1:cubicBezTo>
                    <ns1:cubicBezTo>
                      <ns1:pt x="235" y="238"/>
                      <ns1:pt x="235" y="239"/>
                      <ns1:pt x="230" y="246"/>
                    </ns1:cubicBezTo>
                    <ns1:cubicBezTo>
                      <ns1:pt x="233" y="248"/>
                      <ns1:pt x="235" y="249"/>
                      <ns1:pt x="238" y="250"/>
                    </ns1:cubicBezTo>
                    <ns1:cubicBezTo>
                      <ns1:pt x="241" y="246"/>
                      <ns1:pt x="247" y="244"/>
                      <ns1:pt x="244" y="236"/>
                    </ns1:cubicBezTo>
                    <ns1:cubicBezTo>
                      <ns1:pt x="247" y="236"/>
                      <ns1:pt x="249" y="235"/>
                      <ns1:pt x="252" y="235"/>
                    </ns1:cubicBezTo>
                    <ns1:cubicBezTo>
                      <ns1:pt x="250" y="221"/>
                      <ns1:pt x="242" y="211"/>
                      <ns1:pt x="233" y="202"/>
                    </ns1:cubicBezTo>
                    <ns1:cubicBezTo>
                      <ns1:pt x="235" y="201"/>
                      <ns1:pt x="236" y="200"/>
                      <ns1:pt x="236" y="200"/>
                    </ns1:cubicBezTo>
                    <ns1:cubicBezTo>
                      <ns1:pt x="246" y="209"/>
                      <ns1:pt x="255" y="217"/>
                      <ns1:pt x="263" y="225"/>
                    </ns1:cubicBezTo>
                    <ns1:cubicBezTo>
                      <ns1:pt x="265" y="224"/>
                      <ns1:pt x="267" y="222"/>
                      <ns1:pt x="269" y="221"/>
                    </ns1:cubicBezTo>
                    <ns1:cubicBezTo>
                      <ns1:pt x="260" y="211"/>
                      <ns1:pt x="251" y="202"/>
                      <ns1:pt x="243" y="193"/>
                    </ns1:cubicBezTo>
                    <ns1:cubicBezTo>
                      <ns1:pt x="244" y="191"/>
                      <ns1:pt x="245" y="190"/>
                      <ns1:pt x="246" y="189"/>
                    </ns1:cubicBezTo>
                    <ns1:cubicBezTo>
                      <ns1:pt x="244" y="187"/>
                      <ns1:pt x="243" y="185"/>
                      <ns1:pt x="240" y="182"/>
                    </ns1:cubicBezTo>
                    <ns1:cubicBezTo>
                      <ns1:pt x="236" y="187"/>
                      <ns1:pt x="232" y="192"/>
                      <ns1:pt x="228" y="197"/>
                    </ns1:cubicBezTo>
                    <ns1:cubicBezTo>
                      <ns1:pt x="225" y="194"/>
                      <ns1:pt x="223" y="192"/>
                      <ns1:pt x="221" y="189"/>
                    </ns1:cubicBezTo>
                    <ns1:cubicBezTo>
                      <ns1:pt x="225" y="184"/>
                      <ns1:pt x="228" y="180"/>
                      <ns1:pt x="232" y="174"/>
                    </ns1:cubicBezTo>
                    <ns1:cubicBezTo>
                      <ns1:pt x="228" y="174"/>
                      <ns1:pt x="225" y="173"/>
                      <ns1:pt x="222" y="173"/>
                    </ns1:cubicBezTo>
                    <ns1:cubicBezTo>
                      <ns1:pt x="218" y="179"/>
                      <ns1:pt x="215" y="185"/>
                      <ns1:pt x="212" y="192"/>
                    </ns1:cubicBezTo>
                    <ns1:cubicBezTo>
                      <ns1:pt x="213" y="193"/>
                      <ns1:pt x="214" y="194"/>
                      <ns1:pt x="215" y="195"/>
                    </ns1:cubicBezTo>
                    <ns1:cubicBezTo>
                      <ns1:pt x="221" y="201"/>
                      <ns1:pt x="227" y="207"/>
                      <ns1:pt x="232" y="213"/>
                    </ns1:cubicBezTo>
                    <ns1:cubicBezTo>
                      <ns1:pt x="237" y="219"/>
                      <ns1:pt x="241" y="225"/>
                      <ns1:pt x="242" y="233"/>
                    </ns1:cubicBezTo>
                    <ns1:cubicBezTo>
                      <ns1:pt x="238" y="229"/>
                      <ns1:pt x="233" y="225"/>
                      <ns1:pt x="229" y="222"/>
                    </ns1:cubicBezTo>
                    <ns1:cubicBezTo>
                      <ns1:pt x="229" y="221"/>
                      <ns1:pt x="229" y="219"/>
                      <ns1:pt x="229" y="219"/>
                    </ns1:cubicBezTo>
                    <ns1:cubicBezTo>
                      <ns1:pt x="232" y="213"/>
                      <ns1:pt x="228" y="212"/>
                      <ns1:pt x="225" y="210"/>
                    </ns1:cubicBezTo>
                    <ns1:cubicBezTo>
                      <ns1:pt x="224" y="211"/>
                      <ns1:pt x="223" y="213"/>
                      <ns1:pt x="222" y="214"/>
                    </ns1:cubicBezTo>
                    <ns1:cubicBezTo>
                      <ns1:pt x="220" y="212"/>
                      <ns1:pt x="219" y="210"/>
                      <ns1:pt x="217" y="209"/>
                    </ns1:cubicBezTo>
                    <ns1:cubicBezTo>
                      <ns1:pt x="218" y="207"/>
                      <ns1:pt x="219" y="206"/>
                      <ns1:pt x="221" y="205"/>
                    </ns1:cubicBezTo>
                    <ns1:cubicBezTo>
                      <ns1:pt x="219" y="203"/>
                      <ns1:pt x="218" y="201"/>
                      <ns1:pt x="216" y="199"/>
                    </ns1:cubicBezTo>
                    <ns1:cubicBezTo>
                      <ns1:pt x="214" y="201"/>
                      <ns1:pt x="213" y="202"/>
                      <ns1:pt x="211" y="203"/>
                    </ns1:cubicBezTo>
                    <ns1:cubicBezTo>
                      <ns1:pt x="208" y="200"/>
                      <ns1:pt x="205" y="196"/>
                      <ns1:pt x="202" y="193"/>
                    </ns1:cubicBezTo>
                    <ns1:cubicBezTo>
                      <ns1:pt x="200" y="195"/>
                      <ns1:pt x="198" y="197"/>
                      <ns1:pt x="195" y="199"/>
                    </ns1:cubicBezTo>
                    <ns1:cubicBezTo>
                      <ns1:pt x="197" y="201"/>
                      <ns1:pt x="199" y="203"/>
                      <ns1:pt x="200" y="204"/>
                    </ns1:cubicBezTo>
                    <ns1:cubicBezTo>
                      <ns1:pt x="202" y="206"/>
                      <ns1:pt x="203" y="208"/>
                      <ns1:pt x="205" y="209"/>
                    </ns1:cubicBezTo>
                    <ns1:cubicBezTo>
                      <ns1:pt x="203" y="211"/>
                      <ns1:pt x="201" y="213"/>
                      <ns1:pt x="200" y="215"/>
                    </ns1:cubicBezTo>
                    <ns1:cubicBezTo>
                      <ns1:pt x="202" y="217"/>
                      <ns1:pt x="203" y="218"/>
                      <ns1:pt x="205" y="220"/>
                    </ns1:cubicBezTo>
                    <ns1:cubicBezTo>
                      <ns1:pt x="207" y="218"/>
                      <ns1:pt x="209" y="217"/>
                      <ns1:pt x="211" y="215"/>
                    </ns1:cubicBezTo>
                    <ns1:cubicBezTo>
                      <ns1:pt x="218" y="221"/>
                      <ns1:pt x="218" y="221"/>
                      <ns1:pt x="214" y="231"/>
                    </ns1:cubicBezTo>
                    <ns1:cubicBezTo>
                      <ns1:pt x="215" y="232"/>
                      <ns1:pt x="216" y="232"/>
                      <ns1:pt x="218" y="233"/>
                    </ns1:cubicBezTo>
                    <ns1:cubicBezTo>
                      <ns1:pt x="215" y="234"/>
                      <ns1:pt x="212" y="234"/>
                      <ns1:pt x="209" y="235"/>
                    </ns1:cubicBezTo>
                    <ns1:cubicBezTo>
                      <ns1:pt x="213" y="243"/>
                      <ns1:pt x="216" y="250"/>
                      <ns1:pt x="220" y="258"/>
                    </ns1:cubicBezTo>
                    <ns1:cubicBezTo>
                      <ns1:pt x="223" y="257"/>
                      <ns1:pt x="227" y="256"/>
                      <ns1:pt x="230" y="255"/>
                    </ns1:cubicBezTo>
                    <ns1:cubicBezTo>
                      <ns1:pt x="229" y="253"/>
                      <ns1:pt x="228" y="252"/>
                      <ns1:pt x="227" y="250"/>
                    </ns1:cubicBezTo>
                    <ns1:cubicBezTo>
                      <ns1:pt x="224" y="245"/>
                      <ns1:pt x="221" y="239"/>
                      <ns1:pt x="217" y="233"/>
                    </ns1:cubicBezTo>
                    <ns1:close/>
                    <ns1:moveTo>
                      <ns1:pt x="567" y="998"/>
                    </ns1:moveTo>
                    <ns1:cubicBezTo>
                      <ns1:pt x="803" y="998"/>
                      <ns1:pt x="995" y="807"/>
                      <ns1:pt x="995" y="570"/>
                    </ns1:cubicBezTo>
                    <ns1:cubicBezTo>
                      <ns1:pt x="996" y="333"/>
                      <ns1:pt x="804" y="141"/>
                      <ns1:pt x="568" y="141"/>
                    </ns1:cubicBezTo>
                    <ns1:cubicBezTo>
                      <ns1:pt x="331" y="140"/>
                      <ns1:pt x="139" y="332"/>
                      <ns1:pt x="139" y="569"/>
                    </ns1:cubicBezTo>
                    <ns1:cubicBezTo>
                      <ns1:pt x="138" y="806"/>
                      <ns1:pt x="330" y="997"/>
                      <ns1:pt x="567" y="998"/>
                    </ns1:cubicBezTo>
                    <ns1:close/>
                    <ns1:moveTo>
                      <ns1:pt x="677" y="64"/>
                    </ns1:moveTo>
                    <ns1:cubicBezTo>
                      <ns1:pt x="675" y="63"/>
                      <ns1:pt x="673" y="63"/>
                      <ns1:pt x="670" y="62"/>
                    </ns1:cubicBezTo>
                    <ns1:cubicBezTo>
                      <ns1:pt x="668" y="69"/>
                      <ns1:pt x="667" y="76"/>
                      <ns1:pt x="665" y="82"/>
                    </ns1:cubicBezTo>
                    <ns1:cubicBezTo>
                      <ns1:pt x="663" y="82"/>
                      <ns1:pt x="661" y="82"/>
                      <ns1:pt x="660" y="81"/>
                    </ns1:cubicBezTo>
                    <ns1:cubicBezTo>
                      <ns1:pt x="659" y="84"/>
                      <ns1:pt x="659" y="86"/>
                      <ns1:pt x="658" y="88"/>
                    </ns1:cubicBezTo>
                    <ns1:cubicBezTo>
                      <ns1:pt x="660" y="89"/>
                      <ns1:pt x="661" y="89"/>
                      <ns1:pt x="664" y="90"/>
                    </ns1:cubicBezTo>
                    <ns1:cubicBezTo>
                      <ns1:pt x="660" y="98"/>
                      <ns1:pt x="656" y="106"/>
                      <ns1:pt x="652" y="114"/>
                    </ns1:cubicBezTo>
                    <ns1:cubicBezTo>
                      <ns1:pt x="653" y="115"/>
                      <ns1:pt x="655" y="117"/>
                      <ns1:pt x="657" y="119"/>
                    </ns1:cubicBezTo>
                    <ns1:cubicBezTo>
                      <ns1:pt x="665" y="112"/>
                      <ns1:pt x="667" y="101"/>
                      <ns1:pt x="671" y="91"/>
                    </ns1:cubicBezTo>
                    <ns1:cubicBezTo>
                      <ns1:pt x="674" y="92"/>
                      <ns1:pt x="677" y="93"/>
                      <ns1:pt x="679" y="94"/>
                    </ns1:cubicBezTo>
                    <ns1:cubicBezTo>
                      <ns1:pt x="678" y="99"/>
                      <ns1:pt x="677" y="103"/>
                      <ns1:pt x="676" y="108"/>
                    </ns1:cubicBezTo>
                    <ns1:cubicBezTo>
                      <ns1:pt x="675" y="113"/>
                      <ns1:pt x="674" y="116"/>
                      <ns1:pt x="668" y="113"/>
                    </ns1:cubicBezTo>
                    <ns1:cubicBezTo>
                      <ns1:pt x="668" y="116"/>
                      <ns1:pt x="669" y="119"/>
                      <ns1:pt x="669" y="123"/>
                    </ns1:cubicBezTo>
                    <ns1:cubicBezTo>
                      <ns1:pt x="673" y="122"/>
                      <ns1:pt x="678" y="122"/>
                      <ns1:pt x="682" y="121"/>
                    </ns1:cubicBezTo>
                    <ns1:cubicBezTo>
                      <ns1:pt x="682" y="121"/>
                      <ns1:pt x="682" y="120"/>
                      <ns1:pt x="682" y="120"/>
                    </ns1:cubicBezTo>
                    <ns1:cubicBezTo>
                      <ns1:pt x="684" y="122"/>
                      <ns1:pt x="686" y="124"/>
                      <ns1:pt x="689" y="128"/>
                    </ns1:cubicBezTo>
                    <ns1:cubicBezTo>
                      <ns1:pt x="692" y="122"/>
                      <ns1:pt x="696" y="117"/>
                      <ns1:pt x="698" y="112"/>
                    </ns1:cubicBezTo>
                    <ns1:cubicBezTo>
                      <ns1:pt x="701" y="107"/>
                      <ns1:pt x="702" y="101"/>
                      <ns1:pt x="704" y="95"/>
                    </ns1:cubicBezTo>
                    <ns1:cubicBezTo>
                      <ns1:pt x="707" y="94"/>
                      <ns1:pt x="708" y="96"/>
                      <ns1:pt x="707" y="99"/>
                    </ns1:cubicBezTo>
                    <ns1:cubicBezTo>
                      <ns1:pt x="705" y="105"/>
                      <ns1:pt x="704" y="111"/>
                      <ns1:pt x="702" y="117"/>
                    </ns1:cubicBezTo>
                    <ns1:cubicBezTo>
                      <ns1:pt x="698" y="130"/>
                      <ns1:pt x="699" y="130"/>
                      <ns1:pt x="711" y="132"/>
                    </ns1:cubicBezTo>
                    <ns1:cubicBezTo>
                      <ns1:pt x="713" y="133"/>
                      <ns1:pt x="715" y="132"/>
                      <ns1:pt x="717" y="131"/>
                    </ns1:cubicBezTo>
                    <ns1:cubicBezTo>
                      <ns1:pt x="718" y="128"/>
                      <ns1:pt x="719" y="126"/>
                      <ns1:pt x="720" y="123"/>
                    </ns1:cubicBezTo>
                    <ns1:cubicBezTo>
                      <ns1:pt x="717" y="121"/>
                      <ns1:pt x="715" y="120"/>
                      <ns1:pt x="713" y="119"/>
                    </ns1:cubicBezTo>
                    <ns1:cubicBezTo>
                      <ns1:pt x="712" y="121"/>
                      <ns1:pt x="712" y="122"/>
                      <ns1:pt x="711" y="124"/>
                    </ns1:cubicBezTo>
                    <ns1:cubicBezTo>
                      <ns1:pt x="710" y="123"/>
                      <ns1:pt x="710" y="123"/>
                      <ns1:pt x="709" y="123"/>
                    </ns1:cubicBezTo>
                    <ns1:cubicBezTo>
                      <ns1:pt x="712" y="112"/>
                      <ns1:pt x="715" y="102"/>
                      <ns1:pt x="717" y="91"/>
                    </ns1:cubicBezTo>
                    <ns1:cubicBezTo>
                      <ns1:pt x="711" y="89"/>
                      <ns1:pt x="704" y="87"/>
                      <ns1:pt x="698" y="86"/>
                    </ns1:cubicBezTo>
                    <ns1:cubicBezTo>
                      <ns1:pt x="696" y="92"/>
                      <ns1:pt x="694" y="98"/>
                      <ns1:pt x="693" y="104"/>
                    </ns1:cubicBezTo>
                    <ns1:cubicBezTo>
                      <ns1:pt x="691" y="110"/>
                      <ns1:pt x="688" y="115"/>
                      <ns1:pt x="681" y="120"/>
                    </ns1:cubicBezTo>
                    <ns1:cubicBezTo>
                      <ns1:pt x="686" y="102"/>
                      <ns1:pt x="690" y="86"/>
                      <ns1:pt x="695" y="69"/>
                    </ns1:cubicBezTo>
                    <ns1:cubicBezTo>
                      <ns1:pt x="692" y="68"/>
                      <ns1:pt x="689" y="67"/>
                      <ns1:pt x="686" y="66"/>
                    </ns1:cubicBezTo>
                    <ns1:cubicBezTo>
                      <ns1:pt x="688" y="64"/>
                      <ns1:pt x="688" y="62"/>
                      <ns1:pt x="690" y="60"/>
                    </ns1:cubicBezTo>
                    <ns1:cubicBezTo>
                      <ns1:pt x="687" y="59"/>
                      <ns1:pt x="684" y="58"/>
                      <ns1:pt x="681" y="56"/>
                    </ns1:cubicBezTo>
                    <ns1:cubicBezTo>
                      <ns1:pt x="680" y="59"/>
                      <ns1:pt x="679" y="61"/>
                      <ns1:pt x="677" y="64"/>
                    </ns1:cubicBezTo>
                    <ns1:close/>
                    <ns1:moveTo>
                      <ns1:pt x="791" y="157"/>
                    </ns1:moveTo>
                    <ns1:cubicBezTo>
                      <ns1:pt x="777" y="142"/>
                      <ns1:pt x="774" y="135"/>
                      <ns1:pt x="776" y="124"/>
                    </ns1:cubicBezTo>
                    <ns1:cubicBezTo>
                      <ns1:pt x="783" y="127"/>
                      <ns1:pt x="790" y="130"/>
                      <ns1:pt x="798" y="134"/>
                    </ns1:cubicBezTo>
                    <ns1:cubicBezTo>
                      <ns1:pt x="799" y="131"/>
                      <ns1:pt x="800" y="129"/>
                      <ns1:pt x="801" y="126"/>
                    </ns1:cubicBezTo>
                    <ns1:cubicBezTo>
                      <ns1:pt x="793" y="123"/>
                      <ns1:pt x="786" y="119"/>
                      <ns1:pt x="778" y="116"/>
                    </ns1:cubicBezTo>
                    <ns1:cubicBezTo>
                      <ns1:pt x="779" y="112"/>
                      <ns1:pt x="781" y="108"/>
                      <ns1:pt x="783" y="104"/>
                    </ns1:cubicBezTo>
                    <ns1:cubicBezTo>
                      <ns1:pt x="790" y="107"/>
                      <ns1:pt x="796" y="110"/>
                      <ns1:pt x="802" y="113"/>
                    </ns1:cubicBezTo>
                    <ns1:cubicBezTo>
                      <ns1:pt x="804" y="110"/>
                      <ns1:pt x="805" y="108"/>
                      <ns1:pt x="806" y="106"/>
                    </ns1:cubicBezTo>
                    <ns1:cubicBezTo>
                      <ns1:pt x="798" y="102"/>
                      <ns1:pt x="790" y="98"/>
                      <ns1:pt x="782" y="95"/>
                    </ns1:cubicBezTo>
                    <ns1:cubicBezTo>
                      <ns1:pt x="774" y="92"/>
                      <ns1:pt x="767" y="88"/>
                      <ns1:pt x="759" y="84"/>
                    </ns1:cubicBezTo>
                    <ns1:cubicBezTo>
                      <ns1:pt x="758" y="87"/>
                      <ns1:pt x="757" y="89"/>
                      <ns1:pt x="755" y="92"/>
                    </ns1:cubicBezTo>
                    <ns1:cubicBezTo>
                      <ns1:pt x="762" y="95"/>
                      <ns1:pt x="767" y="97"/>
                      <ns1:pt x="774" y="100"/>
                    </ns1:cubicBezTo>
                    <ns1:cubicBezTo>
                      <ns1:pt x="772" y="104"/>
                      <ns1:pt x="770" y="108"/>
                      <ns1:pt x="768" y="111"/>
                    </ns1:cubicBezTo>
                    <ns1:cubicBezTo>
                      <ns1:pt x="761" y="108"/>
                      <ns1:pt x="753" y="105"/>
                      <ns1:pt x="746" y="101"/>
                    </ns1:cubicBezTo>
                    <ns1:cubicBezTo>
                      <ns1:pt x="745" y="104"/>
                      <ns1:pt x="744" y="106"/>
                      <ns1:pt x="743" y="109"/>
                    </ns1:cubicBezTo>
                    <ns1:cubicBezTo>
                      <ns1:pt x="750" y="112"/>
                      <ns1:pt x="757" y="115"/>
                      <ns1:pt x="764" y="119"/>
                    </ns1:cubicBezTo>
                    <ns1:cubicBezTo>
                      <ns1:pt x="755" y="130"/>
                      <ns1:pt x="743" y="132"/>
                      <ns1:pt x="730" y="131"/>
                    </ns1:cubicBezTo>
                    <ns1:cubicBezTo>
                      <ns1:pt x="731" y="135"/>
                      <ns1:pt x="732" y="138"/>
                      <ns1:pt x="733" y="142"/>
                    </ns1:cubicBezTo>
                    <ns1:cubicBezTo>
                      <ns1:pt x="745" y="142"/>
                      <ns1:pt x="756" y="140"/>
                      <ns1:pt x="765" y="132"/>
                    </ns1:cubicBezTo>
                    <ns1:cubicBezTo>
                      <ns1:pt x="767" y="144"/>
                      <ns1:pt x="772" y="154"/>
                      <ns1:pt x="781" y="162"/>
                    </ns1:cubicBezTo>
                    <ns1:cubicBezTo>
                      <ns1:pt x="785" y="160"/>
                      <ns1:pt x="788" y="158"/>
                      <ns1:pt x="791" y="157"/>
                    </ns1:cubicBezTo>
                    <ns1:close/>
                    <ns1:moveTo>
                      <ns1:pt x="401" y="142"/>
                    </ns1:moveTo>
                    <ns1:cubicBezTo>
                      <ns1:pt x="402" y="137"/>
                      <ns1:pt x="403" y="133"/>
                      <ns1:pt x="403" y="130"/>
                    </ns1:cubicBezTo>
                    <ns1:cubicBezTo>
                      <ns1:pt x="396" y="129"/>
                      <ns1:pt x="389" y="129"/>
                      <ns1:pt x="382" y="127"/>
                    </ns1:cubicBezTo>
                    <ns1:cubicBezTo>
                      <ns1:pt x="375" y="125"/>
                      <ns1:pt x="370" y="120"/>
                      <ns1:pt x="366" y="114"/>
                    </ns1:cubicBezTo>
                    <ns1:cubicBezTo>
                      <ns1:pt x="374" y="110"/>
                      <ns1:pt x="382" y="107"/>
                      <ns1:pt x="389" y="103"/>
                    </ns1:cubicBezTo>
                    <ns1:cubicBezTo>
                      <ns1:pt x="388" y="100"/>
                      <ns1:pt x="387" y="98"/>
                      <ns1:pt x="386" y="95"/>
                    </ns1:cubicBezTo>
                    <ns1:cubicBezTo>
                      <ns1:pt x="378" y="99"/>
                      <ns1:pt x="370" y="102"/>
                      <ns1:pt x="362" y="106"/>
                    </ns1:cubicBezTo>
                    <ns1:cubicBezTo>
                      <ns1:pt x="360" y="100"/>
                      <ns1:pt x="357" y="95"/>
                      <ns1:pt x="355" y="89"/>
                    </ns1:cubicBezTo>
                    <ns1:cubicBezTo>
                      <ns1:pt x="351" y="90"/>
                      <ns1:pt x="348" y="92"/>
                      <ns1:pt x="344" y="93"/>
                    </ns1:cubicBezTo>
                    <ns1:cubicBezTo>
                      <ns1:pt x="347" y="99"/>
                      <ns1:pt x="349" y="105"/>
                      <ns1:pt x="352" y="111"/>
                    </ns1:cubicBezTo>
                    <ns1:cubicBezTo>
                      <ns1:pt x="343" y="114"/>
                      <ns1:pt x="336" y="118"/>
                      <ns1:pt x="328" y="122"/>
                    </ns1:cubicBezTo>
                    <ns1:cubicBezTo>
                      <ns1:pt x="329" y="125"/>
                      <ns1:pt x="330" y="127"/>
                      <ns1:pt x="331" y="130"/>
                    </ns1:cubicBezTo>
                    <ns1:cubicBezTo>
                      <ns1:pt x="339" y="126"/>
                      <ns1:pt x="347" y="123"/>
                      <ns1:pt x="355" y="119"/>
                    </ns1:cubicBezTo>
                    <ns1:cubicBezTo>
                      <ns1:pt x="360" y="135"/>
                      <ns1:pt x="354" y="148"/>
                      <ns1:pt x="343" y="159"/>
                    </ns1:cubicBezTo>
                    <ns1:cubicBezTo>
                      <ns1:pt x="347" y="161"/>
                      <ns1:pt x="350" y="162"/>
                      <ns1:pt x="353" y="164"/>
                    </ns1:cubicBezTo>
                    <ns1:cubicBezTo>
                      <ns1:pt x="361" y="154"/>
                      <ns1:pt x="367" y="144"/>
                      <ns1:pt x="368" y="130"/>
                    </ns1:cubicBezTo>
                    <ns1:cubicBezTo>
                      <ns1:pt x="377" y="139"/>
                      <ns1:pt x="389" y="142"/>
                      <ns1:pt x="401" y="142"/>
                    </ns1:cubicBezTo>
                    <ns1:close/>
                    <ns1:moveTo>
                      <ns1:pt x="609" y="70"/>
                    </ns1:moveTo>
                    <ns1:cubicBezTo>
                      <ns1:pt x="607" y="68"/>
                      <ns1:pt x="606" y="66"/>
                      <ns1:pt x="604" y="65"/>
                    </ns1:cubicBezTo>
                    <ns1:cubicBezTo>
                      <ns1:pt x="603" y="65"/>
                      <ns1:pt x="601" y="64"/>
                      <ns1:pt x="600" y="65"/>
                    </ns1:cubicBezTo>
                    <ns1:cubicBezTo>
                      <ns1:pt x="593" y="69"/>
                      <ns1:pt x="587" y="74"/>
                      <ns1:pt x="581" y="78"/>
                    </ns1:cubicBezTo>
                    <ns1:cubicBezTo>
                      <ns1:pt x="588" y="85"/>
                      <ns1:pt x="588" y="85"/>
                      <ns1:pt x="588" y="89"/>
                    </ns1:cubicBezTo>
                    <ns1:cubicBezTo>
                      <ns1:pt x="593" y="90"/>
                      <ns1:pt x="598" y="90"/>
                      <ns1:pt x="603" y="91"/>
                    </ns1:cubicBezTo>
                    <ns1:cubicBezTo>
                      <ns1:pt x="603" y="95"/>
                      <ns1:pt x="603" y="99"/>
                      <ns1:pt x="602" y="102"/>
                    </ns1:cubicBezTo>
                    <ns1:cubicBezTo>
                      <ns1:pt x="594" y="102"/>
                      <ns1:pt x="586" y="101"/>
                      <ns1:pt x="578" y="101"/>
                    </ns1:cubicBezTo>
                    <ns1:cubicBezTo>
                      <ns1:pt x="577" y="103"/>
                      <ns1:pt x="577" y="105"/>
                      <ns1:pt x="577" y="108"/>
                    </ns1:cubicBezTo>
                    <ns1:cubicBezTo>
                      <ns1:pt x="597" y="109"/>
                      <ns1:pt x="616" y="111"/>
                      <ns1:pt x="635" y="113"/>
                    </ns1:cubicBezTo>
                    <ns1:cubicBezTo>
                      <ns1:pt x="635" y="110"/>
                      <ns1:pt x="636" y="108"/>
                      <ns1:pt x="636" y="106"/>
                    </ns1:cubicBezTo>
                    <ns1:cubicBezTo>
                      <ns1:pt x="628" y="105"/>
                      <ns1:pt x="620" y="104"/>
                      <ns1:pt x="612" y="103"/>
                    </ns1:cubicBezTo>
                    <ns1:cubicBezTo>
                      <ns1:pt x="612" y="99"/>
                      <ns1:pt x="612" y="96"/>
                      <ns1:pt x="613" y="92"/>
                    </ns1:cubicBezTo>
                    <ns1:cubicBezTo>
                      <ns1:pt x="618" y="92"/>
                      <ns1:pt x="623" y="92"/>
                      <ns1:pt x="626" y="93"/>
                    </ns1:cubicBezTo>
                    <ns1:cubicBezTo>
                      <ns1:pt x="631" y="88"/>
                      <ns1:pt x="634" y="85"/>
                      <ns1:pt x="638" y="81"/>
                    </ns1:cubicBezTo>
                    <ns1:cubicBezTo>
                      <ns1:pt x="631" y="75"/>
                      <ns1:pt x="624" y="70"/>
                      <ns1:pt x="617" y="65"/>
                    </ns1:cubicBezTo>
                    <ns1:cubicBezTo>
                      <ns1:pt x="615" y="67"/>
                      <ns1:pt x="613" y="69"/>
                      <ns1:pt x="611" y="70"/>
                    </ns1:cubicBezTo>
                    <ns1:cubicBezTo>
                      <ns1:pt x="616" y="75"/>
                      <ns1:pt x="621" y="79"/>
                      <ns1:pt x="626" y="84"/>
                    </ns1:cubicBezTo>
                    <ns1:cubicBezTo>
                      <ns1:pt x="626" y="84"/>
                      <ns1:pt x="626" y="84"/>
                      <ns1:pt x="626" y="85"/>
                    </ns1:cubicBezTo>
                    <ns1:cubicBezTo>
                      <ns1:pt x="615" y="84"/>
                      <ns1:pt x="603" y="83"/>
                      <ns1:pt x="591" y="82"/>
                    </ns1:cubicBezTo>
                    <ns1:cubicBezTo>
                      <ns1:pt x="598" y="77"/>
                      <ns1:pt x="603" y="74"/>
                      <ns1:pt x="609" y="70"/>
                    </ns1:cubicBezTo>
                    <ns1:close/>
                    <ns1:moveTo>
                      <ns1:pt x="513" y="113"/>
                    </ns1:moveTo>
                    <ns1:cubicBezTo>
                      <ns1:pt x="523" y="113"/>
                      <ns1:pt x="525" y="110"/>
                      <ns1:pt x="524" y="101"/>
                    </ns1:cubicBezTo>
                    <ns1:cubicBezTo>
                      <ns1:pt x="524" y="95"/>
                      <ns1:pt x="523" y="89"/>
                      <ns1:pt x="523" y="84"/>
                    </ns1:cubicBezTo>
                    <ns1:cubicBezTo>
                      <ns1:pt x="522" y="74"/>
                      <ns1:pt x="521" y="65"/>
                      <ns1:pt x="520" y="55"/>
                    </ns1:cubicBezTo>
                    <ns1:cubicBezTo>
                      <ns1:pt x="517" y="55"/>
                      <ns1:pt x="514" y="55"/>
                      <ns1:pt x="511" y="55"/>
                    </ns1:cubicBezTo>
                    <ns1:cubicBezTo>
                      <ns1:pt x="512" y="53"/>
                      <ns1:pt x="512" y="50"/>
                      <ns1:pt x="512" y="48"/>
                    </ns1:cubicBezTo>
                    <ns1:cubicBezTo>
                      <ns1:pt x="509" y="48"/>
                      <ns1:pt x="506" y="48"/>
                      <ns1:pt x="502" y="48"/>
                    </ns1:cubicBezTo>
                    <ns1:cubicBezTo>
                      <ns1:pt x="504" y="54"/>
                      <ns1:pt x="502" y="58"/>
                      <ns1:pt x="495" y="57"/>
                    </ns1:cubicBezTo>
                    <ns1:cubicBezTo>
                      <ns1:pt x="495" y="64"/>
                      <ns1:pt x="496" y="71"/>
                      <ns1:pt x="496" y="77"/>
                    </ns1:cubicBezTo>
                    <ns1:cubicBezTo>
                      <ns1:pt x="494" y="78"/>
                      <ns1:pt x="493" y="78"/>
                      <ns1:pt x="491" y="79"/>
                    </ns1:cubicBezTo>
                    <ns1:cubicBezTo>
                      <ns1:pt x="492" y="81"/>
                      <ns1:pt x="492" y="83"/>
                      <ns1:pt x="492" y="85"/>
                    </ns1:cubicBezTo>
                    <ns1:cubicBezTo>
                      <ns1:pt x="494" y="85"/>
                      <ns1:pt x="495" y="85"/>
                      <ns1:pt x="497" y="85"/>
                    </ns1:cubicBezTo>
                    <ns1:cubicBezTo>
                      <ns1:pt x="498" y="94"/>
                      <ns1:pt x="497" y="103"/>
                      <ns1:pt x="494" y="111"/>
                    </ns1:cubicBezTo>
                    <ns1:cubicBezTo>
                      <ns1:pt x="497" y="113"/>
                      <ns1:pt x="499" y="114"/>
                      <ns1:pt x="502" y="115"/>
                    </ns1:cubicBezTo>
                    <ns1:cubicBezTo>
                      <ns1:pt x="507" y="105"/>
                      <ns1:pt x="505" y="95"/>
                      <ns1:pt x="505" y="84"/>
                    </ns1:cubicBezTo>
                    <ns1:cubicBezTo>
                      <ns1:pt x="508" y="84"/>
                      <ns1:pt x="511" y="84"/>
                      <ns1:pt x="514" y="83"/>
                    </ns1:cubicBezTo>
                    <ns1:cubicBezTo>
                      <ns1:pt x="515" y="88"/>
                      <ns1:pt x="515" y="93"/>
                      <ns1:pt x="515" y="97"/>
                    </ns1:cubicBezTo>
                    <ns1:cubicBezTo>
                      <ns1:pt x="516" y="102"/>
                      <ns1:pt x="516" y="106"/>
                      <ns1:pt x="510" y="106"/>
                    </ns1:cubicBezTo>
                    <ns1:cubicBezTo>
                      <ns1:pt x="511" y="108"/>
                      <ns1:pt x="512" y="111"/>
                      <ns1:pt x="513" y="113"/>
                    </ns1:cubicBezTo>
                    <ns1:close/>
                    <ns1:moveTo>
                      <ns1:pt x="301" y="125"/>
                    </ns1:moveTo>
                    <ns1:cubicBezTo>
                      <ns1:pt x="291" y="132"/>
                      <ns1:pt x="281" y="138"/>
                      <ns1:pt x="271" y="145"/>
                    </ns1:cubicBezTo>
                    <ns1:cubicBezTo>
                      <ns1:pt x="270" y="146"/>
                      <ns1:pt x="270" y="148"/>
                      <ns1:pt x="269" y="150"/>
                    </ns1:cubicBezTo>
                    <ns1:cubicBezTo>
                      <ns1:pt x="265" y="149"/>
                      <ns1:pt x="261" y="148"/>
                      <ns1:pt x="256" y="147"/>
                    </ns1:cubicBezTo>
                    <ns1:cubicBezTo>
                      <ns1:pt x="255" y="151"/>
                      <ns1:pt x="254" y="154"/>
                      <ns1:pt x="254" y="157"/>
                    </ns1:cubicBezTo>
                    <ns1:cubicBezTo>
                      <ns1:pt x="259" y="158"/>
                      <ns1:pt x="264" y="159"/>
                      <ns1:pt x="269" y="160"/>
                    </ns1:cubicBezTo>
                    <ns1:cubicBezTo>
                      <ns1:pt x="270" y="157"/>
                      <ns1:pt x="270" y="154"/>
                      <ns1:pt x="271" y="152"/>
                    </ns1:cubicBezTo>
                    <ns1:cubicBezTo>
                      <ns1:pt x="277" y="154"/>
                      <ns1:pt x="280" y="147"/>
                      <ns1:pt x="286" y="146"/>
                    </ns1:cubicBezTo>
                    <ns1:cubicBezTo>
                      <ns1:pt x="293" y="156"/>
                      <ns1:pt x="300" y="166"/>
                      <ns1:pt x="307" y="177"/>
                    </ns1:cubicBezTo>
                    <ns1:cubicBezTo>
                      <ns1:pt x="301" y="180"/>
                      <ns1:pt x="297" y="184"/>
                      <ns1:pt x="291" y="187"/>
                    </ns1:cubicBezTo>
                    <ns1:cubicBezTo>
                      <ns1:pt x="293" y="189"/>
                      <ns1:pt x="294" y="191"/>
                      <ns1:pt x="296" y="194"/>
                    </ns1:cubicBezTo>
                    <ns1:cubicBezTo>
                      <ns1:pt x="308" y="185"/>
                      <ns1:pt x="321" y="177"/>
                      <ns1:pt x="334" y="168"/>
                    </ns1:cubicBezTo>
                    <ns1:cubicBezTo>
                      <ns1:pt x="332" y="166"/>
                      <ns1:pt x="331" y="164"/>
                      <ns1:pt x="329" y="162"/>
                    </ns1:cubicBezTo>
                    <ns1:cubicBezTo>
                      <ns1:pt x="324" y="165"/>
                      <ns1:pt x="320" y="168"/>
                      <ns1:pt x="315" y="171"/>
                    </ns1:cubicBezTo>
                    <ns1:cubicBezTo>
                      <ns1:pt x="308" y="161"/>
                      <ns1:pt x="301" y="150"/>
                      <ns1:pt x="294" y="140"/>
                    </ns1:cubicBezTo>
                    <ns1:cubicBezTo>
                      <ns1:pt x="298" y="137"/>
                      <ns1:pt x="301" y="134"/>
                      <ns1:pt x="305" y="132"/>
                    </ns1:cubicBezTo>
                    <ns1:cubicBezTo>
                      <ns1:pt x="304" y="129"/>
                      <ns1:pt x="302" y="127"/>
                      <ns1:pt x="301" y="125"/>
                    </ns1:cubicBezTo>
                    <ns1:close/>
                    <ns1:moveTo>
                      <ns1:pt x="865" y="189"/>
                    </ns1:moveTo>
                    <ns1:cubicBezTo>
                      <ns1:pt x="858" y="184"/>
                      <ns1:pt x="851" y="180"/>
                      <ns1:pt x="843" y="174"/>
                    </ns1:cubicBezTo>
                    <ns1:cubicBezTo>
                      <ns1:pt x="851" y="174"/>
                      <ns1:pt x="857" y="174"/>
                      <ns1:pt x="862" y="169"/>
                    </ns1:cubicBezTo>
                    <ns1:cubicBezTo>
                      <ns1:pt x="851" y="162"/>
                      <ns1:pt x="841" y="155"/>
                      <ns1:pt x="830" y="147"/>
                    </ns1:cubicBezTo>
                    <ns1:cubicBezTo>
                      <ns1:pt x="828" y="150"/>
                      <ns1:pt x="827" y="152"/>
                      <ns1:pt x="825" y="154"/>
                    </ns1:cubicBezTo>
                    <ns1:cubicBezTo>
                      <ns1:pt x="832" y="158"/>
                      <ns1:pt x="837" y="162"/>
                      <ns1:pt x="843" y="166"/>
                    </ns1:cubicBezTo>
                    <ns1:cubicBezTo>
                      <ns1:pt x="840" y="167"/>
                      <ns1:pt x="837" y="167"/>
                      <ns1:pt x="833" y="168"/>
                    </ns1:cubicBezTo>
                    <ns1:cubicBezTo>
                      <ns1:pt x="827" y="163"/>
                      <ns1:pt x="819" y="158"/>
                      <ns1:pt x="811" y="153"/>
                    </ns1:cubicBezTo>
                    <ns1:cubicBezTo>
                      <ns1:pt x="810" y="155"/>
                      <ns1:pt x="808" y="157"/>
                      <ns1:pt x="807" y="160"/>
                    </ns1:cubicBezTo>
                    <ns1:cubicBezTo>
                      <ns1:pt x="815" y="165"/>
                      <ns1:pt x="823" y="170"/>
                      <ns1:pt x="830" y="175"/>
                    </ns1:cubicBezTo>
                    <ns1:cubicBezTo>
                      <ns1:pt x="827" y="183"/>
                      <ns1:pt x="823" y="178"/>
                      <ns1:pt x="819" y="177"/>
                    </ns1:cubicBezTo>
                    <ns1:cubicBezTo>
                      <ns1:pt x="818" y="180"/>
                      <ns1:pt x="817" y="183"/>
                      <ns1:pt x="816" y="186"/>
                    </ns1:cubicBezTo>
                    <ns1:cubicBezTo>
                      <ns1:pt x="820" y="188"/>
                      <ns1:pt x="822" y="190"/>
                      <ns1:pt x="826" y="192"/>
                    </ns1:cubicBezTo>
                    <ns1:cubicBezTo>
                      <ns1:pt x="829" y="193"/>
                      <ns1:pt x="832" y="193"/>
                      <ns1:pt x="834" y="189"/>
                    </ns1:cubicBezTo>
                    <ns1:cubicBezTo>
                      <ns1:pt x="835" y="186"/>
                      <ns1:pt x="837" y="184"/>
                      <ns1:pt x="839" y="181"/>
                    </ns1:cubicBezTo>
                    <ns1:cubicBezTo>
                      <ns1:pt x="846" y="186"/>
                      <ns1:pt x="853" y="191"/>
                      <ns1:pt x="860" y="196"/>
                    </ns1:cubicBezTo>
                    <ns1:cubicBezTo>
                      <ns1:pt x="862" y="193"/>
                      <ns1:pt x="863" y="191"/>
                      <ns1:pt x="865" y="189"/>
                    </ns1:cubicBezTo>
                    <ns1:close/>
                    <ns1:moveTo>
                      <ns1:pt x="867" y="167"/>
                    </ns1:moveTo>
                    <ns1:cubicBezTo>
                      <ns1:pt x="865" y="169"/>
                      <ns1:pt x="864" y="171"/>
                      <ns1:pt x="863" y="173"/>
                    </ns1:cubicBezTo>
                    <ns1:cubicBezTo>
                      <ns1:pt x="866" y="175"/>
                      <ns1:pt x="868" y="177"/>
                      <ns1:pt x="871" y="178"/>
                    </ns1:cubicBezTo>
                    <ns1:cubicBezTo>
                      <ns1:pt x="874" y="174"/>
                      <ns1:pt x="877" y="170"/>
                      <ns1:pt x="880" y="165"/>
                    </ns1:cubicBezTo>
                    <ns1:cubicBezTo>
                      <ns1:pt x="876" y="163"/>
                      <ns1:pt x="872" y="160"/>
                      <ns1:pt x="868" y="157"/>
                    </ns1:cubicBezTo>
                    <ns1:cubicBezTo>
                      <ns1:pt x="873" y="156"/>
                      <ns1:pt x="878" y="155"/>
                      <ns1:pt x="883" y="153"/>
                    </ns1:cubicBezTo>
                    <ns1:cubicBezTo>
                      <ns1:pt x="880" y="150"/>
                      <ns1:pt x="878" y="147"/>
                      <ns1:pt x="876" y="144"/>
                    </ns1:cubicBezTo>
                    <ns1:cubicBezTo>
                      <ns1:pt x="871" y="146"/>
                      <ns1:pt x="867" y="148"/>
                      <ns1:pt x="862" y="151"/>
                    </ns1:cubicBezTo>
                    <ns1:cubicBezTo>
                      <ns1:pt x="861" y="151"/>
                      <ns1:pt x="859" y="152"/>
                      <ns1:pt x="858" y="151"/>
                    </ns1:cubicBezTo>
                    <ns1:cubicBezTo>
                      <ns1:pt x="853" y="148"/>
                      <ns1:pt x="848" y="144"/>
                      <ns1:pt x="842" y="140"/>
                    </ns1:cubicBezTo>
                    <ns1:cubicBezTo>
                      <ns1:pt x="845" y="140"/>
                      <ns1:pt x="847" y="140"/>
                      <ns1:pt x="849" y="140"/>
                    </ns1:cubicBezTo>
                    <ns1:cubicBezTo>
                      <ns1:pt x="849" y="136"/>
                      <ns1:pt x="849" y="132"/>
                      <ns1:pt x="849" y="128"/>
                    </ns1:cubicBezTo>
                    <ns1:cubicBezTo>
                      <ns1:pt x="845" y="127"/>
                      <ns1:pt x="842" y="127"/>
                      <ns1:pt x="839" y="126"/>
                    </ns1:cubicBezTo>
                    <ns1:cubicBezTo>
                      <ns1:pt x="839" y="130"/>
                      <ns1:pt x="839" y="134"/>
                      <ns1:pt x="839" y="138"/>
                    </ns1:cubicBezTo>
                    <ns1:cubicBezTo>
                      <ns1:pt x="835" y="135"/>
                      <ns1:pt x="831" y="133"/>
                      <ns1:pt x="827" y="130"/>
                    </ns1:cubicBezTo>
                    <ns1:cubicBezTo>
                      <ns1:pt x="824" y="135"/>
                      <ns1:pt x="822" y="139"/>
                      <ns1:pt x="819" y="143"/>
                    </ns1:cubicBezTo>
                    <ns1:cubicBezTo>
                      <ns1:pt x="821" y="145"/>
                      <ns1:pt x="824" y="146"/>
                      <ns1:pt x="826" y="148"/>
                    </ns1:cubicBezTo>
                    <ns1:cubicBezTo>
                      <ns1:pt x="828" y="146"/>
                      <ns1:pt x="829" y="144"/>
                      <ns1:pt x="831" y="142"/>
                    </ns1:cubicBezTo>
                    <ns1:cubicBezTo>
                      <ns1:pt x="843" y="150"/>
                      <ns1:pt x="855" y="158"/>
                      <ns1:pt x="867" y="167"/>
                    </ns1:cubicBezTo>
                    <ns1:close/>
                    <ns1:moveTo>
                      <ns1:pt x="1079" y="645"/>
                    </ns1:moveTo>
                    <ns1:cubicBezTo>
                      <ns1:pt x="1065" y="643"/>
                      <ns1:pt x="1052" y="640"/>
                      <ns1:pt x="1039" y="638"/>
                    </ns1:cubicBezTo>
                    <ns1:cubicBezTo>
                      <ns1:pt x="1038" y="640"/>
                      <ns1:pt x="1038" y="642"/>
                      <ns1:pt x="1037" y="645"/>
                    </ns1:cubicBezTo>
                    <ns1:cubicBezTo>
                      <ns1:pt x="1047" y="647"/>
                      <ns1:pt x="1057" y="649"/>
                      <ns1:pt x="1067" y="650"/>
                    </ns1:cubicBezTo>
                    <ns1:cubicBezTo>
                      <ns1:pt x="1057" y="654"/>
                      <ns1:pt x="1048" y="656"/>
                      <ns1:pt x="1038" y="658"/>
                    </ns1:cubicBezTo>
                    <ns1:cubicBezTo>
                      <ns1:pt x="1037" y="659"/>
                      <ns1:pt x="1035" y="660"/>
                      <ns1:pt x="1035" y="661"/>
                    </ns1:cubicBezTo>
                    <ns1:cubicBezTo>
                      <ns1:pt x="1034" y="664"/>
                      <ns1:pt x="1033" y="667"/>
                      <ns1:pt x="1033" y="671"/>
                    </ns1:cubicBezTo>
                    <ns1:cubicBezTo>
                      <ns1:pt x="1046" y="673"/>
                      <ns1:pt x="1060" y="675"/>
                      <ns1:pt x="1073" y="678"/>
                    </ns1:cubicBezTo>
                    <ns1:cubicBezTo>
                      <ns1:pt x="1073" y="675"/>
                      <ns1:pt x="1074" y="673"/>
                      <ns1:pt x="1074" y="671"/>
                    </ns1:cubicBezTo>
                    <ns1:cubicBezTo>
                      <ns1:pt x="1063" y="669"/>
                      <ns1:pt x="1053" y="667"/>
                      <ns1:pt x="1041" y="665"/>
                    </ns1:cubicBezTo>
                    <ns1:cubicBezTo>
                      <ns1:pt x="1044" y="664"/>
                      <ns1:pt x="1045" y="663"/>
                      <ns1:pt x="1046" y="663"/>
                    </ns1:cubicBezTo>
                    <ns1:cubicBezTo>
                      <ns1:pt x="1055" y="661"/>
                      <ns1:pt x="1064" y="659"/>
                      <ns1:pt x="1073" y="657"/>
                    </ns1:cubicBezTo>
                    <ns1:cubicBezTo>
                      <ns1:pt x="1075" y="657"/>
                      <ns1:pt x="1077" y="656"/>
                      <ns1:pt x="1077" y="654"/>
                    </ns1:cubicBezTo>
                    <ns1:cubicBezTo>
                      <ns1:pt x="1078" y="652"/>
                      <ns1:pt x="1078" y="648"/>
                      <ns1:pt x="1079" y="645"/>
                    </ns1:cubicBezTo>
                    <ns1:close/>
                    <ns1:moveTo>
                      <ns1:pt x="390" y="1021"/>
                    </ns1:moveTo>
                    <ns1:cubicBezTo>
                      <ns1:pt x="390" y="1022"/>
                      <ns1:pt x="390" y="1022"/>
                      <ns1:pt x="390" y="1022"/>
                    </ns1:cubicBezTo>
                    <ns1:cubicBezTo>
                      <ns1:pt x="391" y="1023"/>
                      <ns1:pt x="391" y="1025"/>
                      <ns1:pt x="391" y="1027"/>
                    </ns1:cubicBezTo>
                    <ns1:cubicBezTo>
                      <ns1:pt x="391" y="1035"/>
                      <ns1:pt x="392" y="1044"/>
                      <ns1:pt x="392" y="1053"/>
                    </ns1:cubicBezTo>
                    <ns1:cubicBezTo>
                      <ns1:pt x="392" y="1054"/>
                      <ns1:pt x="393" y="1056"/>
                      <ns1:pt x="394" y="1057"/>
                    </ns1:cubicBezTo>
                    <ns1:cubicBezTo>
                      <ns1:pt x="397" y="1058"/>
                      <ns1:pt x="400" y="1059"/>
                      <ns1:pt x="403" y="1060"/>
                    </ns1:cubicBezTo>
                    <ns1:cubicBezTo>
                      <ns1:pt x="408" y="1047"/>
                      <ns1:pt x="412" y="1035"/>
                      <ns1:pt x="417" y="1022"/>
                    </ns1:cubicBezTo>
                    <ns1:cubicBezTo>
                      <ns1:pt x="415" y="1021"/>
                      <ns1:pt x="412" y="1020"/>
                      <ns1:pt x="410" y="1019"/>
                    </ns1:cubicBezTo>
                    <ns1:cubicBezTo>
                      <ns1:pt x="406" y="1029"/>
                      <ns1:pt x="403" y="1038"/>
                      <ns1:pt x="400" y="1048"/>
                    </ns1:cubicBezTo>
                    <ns1:cubicBezTo>
                      <ns1:pt x="398" y="1038"/>
                      <ns1:pt x="398" y="1028"/>
                      <ns1:pt x="397" y="1018"/>
                    </ns1:cubicBezTo>
                    <ns1:cubicBezTo>
                      <ns1:pt x="397" y="1016"/>
                      <ns1:pt x="396" y="1014"/>
                      <ns1:pt x="395" y="1014"/>
                    </ns1:cubicBezTo>
                    <ns1:cubicBezTo>
                      <ns1:pt x="392" y="1012"/>
                      <ns1:pt x="389" y="1011"/>
                      <ns1:pt x="386" y="1010"/>
                    </ns1:cubicBezTo>
                    <ns1:cubicBezTo>
                      <ns1:pt x="381" y="1023"/>
                      <ns1:pt x="376" y="1036"/>
                      <ns1:pt x="372" y="1049"/>
                    </ns1:cubicBezTo>
                    <ns1:cubicBezTo>
                      <ns1:pt x="374" y="1050"/>
                      <ns1:pt x="376" y="1050"/>
                      <ns1:pt x="378" y="1051"/>
                    </ns1:cubicBezTo>
                    <ns1:cubicBezTo>
                      <ns1:pt x="382" y="1041"/>
                      <ns1:pt x="386" y="1031"/>
                      <ns1:pt x="390" y="1021"/>
                    </ns1:cubicBezTo>
                    <ns1:close/>
                    <ns1:moveTo>
                      <ns1:pt x="999" y="790"/>
                    </ns1:moveTo>
                    <ns1:cubicBezTo>
                      <ns1:pt x="999" y="790"/>
                      <ns1:pt x="999" y="789"/>
                      <ns1:pt x="999" y="789"/>
                    </ns1:cubicBezTo>
                    <ns1:cubicBezTo>
                      <ns1:pt x="1008" y="789"/>
                      <ns1:pt x="1016" y="790"/>
                      <ns1:pt x="1025" y="790"/>
                    </ns1:cubicBezTo>
                    <ns1:cubicBezTo>
                      <ns1:pt x="1035" y="791"/>
                      <ns1:pt x="1035" y="791"/>
                      <ns1:pt x="1039" y="780"/>
                    </ns1:cubicBezTo>
                    <ns1:cubicBezTo>
                      <ns1:pt x="1027" y="775"/>
                      <ns1:pt x="1015" y="769"/>
                      <ns1:pt x="1003" y="763"/>
                    </ns1:cubicBezTo>
                    <ns1:cubicBezTo>
                      <ns1:pt x="1001" y="765"/>
                      <ns1:pt x="1001" y="767"/>
                      <ns1:pt x="999" y="769"/>
                    </ns1:cubicBezTo>
                    <ns1:cubicBezTo>
                      <ns1:pt x="1009" y="774"/>
                      <ns1:pt x="1018" y="778"/>
                      <ns1:pt x="1026" y="782"/>
                    </ns1:cubicBezTo>
                    <ns1:cubicBezTo>
                      <ns1:pt x="1016" y="782"/>
                      <ns1:pt x="1006" y="782"/>
                      <ns1:pt x="997" y="782"/>
                    </ns1:cubicBezTo>
                    <ns1:cubicBezTo>
                      <ns1:pt x="995" y="782"/>
                      <ns1:pt x="993" y="783"/>
                      <ns1:pt x="992" y="784"/>
                    </ns1:cubicBezTo>
                    <ns1:cubicBezTo>
                      <ns1:pt x="991" y="787"/>
                      <ns1:pt x="990" y="790"/>
                      <ns1:pt x="988" y="793"/>
                    </ns1:cubicBezTo>
                    <ns1:cubicBezTo>
                      <ns1:pt x="1001" y="799"/>
                      <ns1:pt x="1013" y="804"/>
                      <ns1:pt x="1025" y="811"/>
                    </ns1:cubicBezTo>
                    <ns1:cubicBezTo>
                      <ns1:pt x="1026" y="808"/>
                      <ns1:pt x="1027" y="806"/>
                      <ns1:pt x="1028" y="804"/>
                    </ns1:cubicBezTo>
                    <ns1:cubicBezTo>
                      <ns1:pt x="1018" y="799"/>
                      <ns1:pt x="1009" y="794"/>
                      <ns1:pt x="999" y="790"/>
                    </ns1:cubicBezTo>
                    <ns1:close/>
                    <ns1:moveTo>
                      <ns1:pt x="529" y="70"/>
                    </ns1:moveTo>
                    <ns1:cubicBezTo>
                      <ns1:pt x="529" y="82"/>
                      <ns1:pt x="532" y="95"/>
                      <ns1:pt x="526" y="107"/>
                    </ns1:cubicBezTo>
                    <ns1:cubicBezTo>
                      <ns1:pt x="528" y="109"/>
                      <ns1:pt x="531" y="110"/>
                      <ns1:pt x="533" y="112"/>
                    </ns1:cubicBezTo>
                    <ns1:cubicBezTo>
                      <ns1:pt x="540" y="100"/>
                      <ns1:pt x="538" y="88"/>
                      <ns1:pt x="537" y="76"/>
                    </ns1:cubicBezTo>
                    <ns1:cubicBezTo>
                      <ns1:pt x="540" y="75"/>
                      <ns1:pt x="541" y="76"/>
                      <ns1:pt x="541" y="79"/>
                    </ns1:cubicBezTo>
                    <ns1:cubicBezTo>
                      <ns1:pt x="542" y="85"/>
                      <ns1:pt x="543" y="92"/>
                      <ns1:pt x="543" y="99"/>
                    </ns1:cubicBezTo>
                    <ns1:cubicBezTo>
                      <ns1:pt x="544" y="111"/>
                      <ns1:pt x="544" y="111"/>
                      <ns1:pt x="556" y="110"/>
                    </ns1:cubicBezTo>
                    <ns1:cubicBezTo>
                      <ns1:pt x="560" y="109"/>
                      <ns1:pt x="561" y="107"/>
                      <ns1:pt x="562" y="104"/>
                    </ns1:cubicBezTo>
                    <ns1:cubicBezTo>
                      <ns1:pt x="562" y="102"/>
                      <ns1:pt x="562" y="100"/>
                      <ns1:pt x="562" y="97"/>
                    </ns1:cubicBezTo>
                    <ns1:cubicBezTo>
                      <ns1:pt x="559" y="97"/>
                      <ns1:pt x="557" y="96"/>
                      <ns1:pt x="555" y="96"/>
                    </ns1:cubicBezTo>
                    <ns1:cubicBezTo>
                      <ns1:pt x="554" y="98"/>
                      <ns1:pt x="554" y="99"/>
                      <ns1:pt x="553" y="101"/>
                    </ns1:cubicBezTo>
                    <ns1:cubicBezTo>
                      <ns1:pt x="553" y="101"/>
                      <ns1:pt x="552" y="101"/>
                      <ns1:pt x="552" y="101"/>
                    </ns1:cubicBezTo>
                    <ns1:cubicBezTo>
                      <ns1:pt x="551" y="96"/>
                      <ns1:pt x="551" y="90"/>
                      <ns1:pt x="551" y="85"/>
                    </ns1:cubicBezTo>
                    <ns1:cubicBezTo>
                      <ns1:pt x="550" y="79"/>
                      <ns1:pt x="549" y="74"/>
                      <ns1:pt x="549" y="68"/>
                    </ns1:cubicBezTo>
                    <ns1:cubicBezTo>
                      <ns1:pt x="544" y="68"/>
                      <ns1:pt x="538" y="69"/>
                      <ns1:pt x="533" y="69"/>
                    </ns1:cubicBezTo>
                    <ns1:cubicBezTo>
                      <ns1:pt x="532" y="69"/>
                      <ns1:pt x="530" y="70"/>
                      <ns1:pt x="529" y="70"/>
                    </ns1:cubicBezTo>
                    <ns1:close/>
                    <ns1:moveTo>
                      <ns1:pt x="1028" y="732"/>
                    </ns1:moveTo>
                    <ns1:cubicBezTo>
                      <ns1:pt x="1022" y="729"/>
                      <ns1:pt x="1018" y="730"/>
                      <ns1:pt x="1015" y="734"/>
                    </ns1:cubicBezTo>
                    <ns1:cubicBezTo>
                      <ns1:pt x="1005" y="744"/>
                      <ns1:pt x="1007" y="758"/>
                      <ns1:pt x="1020" y="765"/>
                    </ns1:cubicBezTo>
                    <ns1:cubicBezTo>
                      <ns1:pt x="1023" y="766"/>
                      <ns1:pt x="1027" y="767"/>
                      <ns1:pt x="1030" y="768"/>
                    </ns1:cubicBezTo>
                    <ns1:cubicBezTo>
                      <ns1:pt x="1038" y="770"/>
                      <ns1:pt x="1045" y="767"/>
                      <ns1:pt x="1048" y="759"/>
                    </ns1:cubicBezTo>
                    <ns1:cubicBezTo>
                      <ns1:pt x="1051" y="755"/>
                      <ns1:pt x="1052" y="750"/>
                      <ns1:pt x="1053" y="745"/>
                    </ns1:cubicBezTo>
                    <ns1:cubicBezTo>
                      <ns1:pt x="1053" y="744"/>
                      <ns1:pt x="1053" y="741"/>
                      <ns1:pt x="1052" y="741"/>
                    </ns1:cubicBezTo>
                    <ns1:cubicBezTo>
                      <ns1:pt x="1046" y="739"/>
                      <ns1:pt x="1040" y="737"/>
                      <ns1:pt x="1034" y="734"/>
                    </ns1:cubicBezTo>
                    <ns1:cubicBezTo>
                      <ns1:pt x="1032" y="739"/>
                      <ns1:pt x="1031" y="744"/>
                      <ns1:pt x="1029" y="748"/>
                    </ns1:cubicBezTo>
                    <ns1:cubicBezTo>
                      <ns1:pt x="1032" y="749"/>
                      <ns1:pt x="1033" y="750"/>
                      <ns1:pt x="1035" y="751"/>
                    </ns1:cubicBezTo>
                    <ns1:cubicBezTo>
                      <ns1:pt x="1036" y="748"/>
                      <ns1:pt x="1037" y="746"/>
                      <ns1:pt x="1038" y="744"/>
                    </ns1:cubicBezTo>
                    <ns1:cubicBezTo>
                      <ns1:pt x="1041" y="745"/>
                      <ns1:pt x="1043" y="746"/>
                      <ns1:pt x="1046" y="747"/>
                    </ns1:cubicBezTo>
                    <ns1:cubicBezTo>
                      <ns1:pt x="1044" y="758"/>
                      <ns1:pt x="1040" y="762"/>
                      <ns1:pt x="1032" y="760"/>
                    </ns1:cubicBezTo>
                    <ns1:cubicBezTo>
                      <ns1:pt x="1028" y="759"/>
                      <ns1:pt x="1024" y="757"/>
                      <ns1:pt x="1020" y="755"/>
                    </ns1:cubicBezTo>
                    <ns1:cubicBezTo>
                      <ns1:pt x="1016" y="752"/>
                      <ns1:pt x="1015" y="748"/>
                      <ns1:pt x="1016" y="743"/>
                    </ns1:cubicBezTo>
                    <ns1:cubicBezTo>
                      <ns1:pt x="1018" y="739"/>
                      <ns1:pt x="1021" y="738"/>
                      <ns1:pt x="1025" y="739"/>
                    </ns1:cubicBezTo>
                    <ns1:cubicBezTo>
                      <ns1:pt x="1026" y="736"/>
                      <ns1:pt x="1027" y="734"/>
                      <ns1:pt x="1028" y="732"/>
                    </ns1:cubicBezTo>
                    <ns1:close/>
                    <ns1:moveTo>
                      <ns1:pt x="411" y="1063"/>
                    </ns1:moveTo>
                    <ns1:cubicBezTo>
                      <ns1:pt x="421" y="1065"/>
                      <ns1:pt x="431" y="1072"/>
                      <ns1:pt x="441" y="1063"/>
                    </ns1:cubicBezTo>
                    <ns1:cubicBezTo>
                      <ns1:pt x="447" y="1057"/>
                      <ns1:pt x="450" y="1043"/>
                      <ns1:pt x="447" y="1036"/>
                    </ns1:cubicBezTo>
                    <ns1:cubicBezTo>
                      <ns1:pt x="442" y="1026"/>
                      <ns1:pt x="431" y="1026"/>
                      <ns1:pt x="422" y="1024"/>
                    </ns1:cubicBezTo>
                    <ns1:cubicBezTo>
                      <ns1:pt x="419" y="1037"/>
                      <ns1:pt x="415" y="1050"/>
                      <ns1:pt x="411" y="1063"/>
                    </ns1:cubicBezTo>
                    <ns1:close/>
                    <ns1:moveTo>
                      <ns1:pt x="1067" y="542"/>
                    </ns1:moveTo>
                    <ns1:cubicBezTo>
                      <ns1:pt x="1067" y="541"/>
                      <ns1:pt x="1067" y="540"/>
                      <ns1:pt x="1067" y="539"/>
                    </ns1:cubicBezTo>
                    <ns1:cubicBezTo>
                      <ns1:pt x="1067" y="532"/>
                      <ns1:pt x="1067" y="532"/>
                      <ns1:pt x="1074" y="530"/>
                    </ns1:cubicBezTo>
                    <ns1:cubicBezTo>
                      <ns1:pt x="1077" y="530"/>
                      <ns1:pt x="1080" y="529"/>
                      <ns1:pt x="1082" y="529"/>
                    </ns1:cubicBezTo>
                    <ns1:cubicBezTo>
                      <ns1:pt x="1082" y="526"/>
                      <ns1:pt x="1082" y="523"/>
                      <ns1:pt x="1082" y="520"/>
                    </ns1:cubicBezTo>
                    <ns1:cubicBezTo>
                      <ns1:pt x="1075" y="523"/>
                      <ns1:pt x="1067" y="521"/>
                      <ns1:pt x="1062" y="529"/>
                    </ns1:cubicBezTo>
                    <ns1:cubicBezTo>
                      <ns1:pt x="1058" y="523"/>
                      <ns1:pt x="1054" y="522"/>
                      <ns1:pt x="1049" y="524"/>
                    </ns1:cubicBezTo>
                    <ns1:cubicBezTo>
                      <ns1:pt x="1044" y="525"/>
                      <ns1:pt x="1042" y="529"/>
                      <ns1:pt x="1042" y="535"/>
                    </ns1:cubicBezTo>
                    <ns1:cubicBezTo>
                      <ns1:pt x="1042" y="541"/>
                      <ns1:pt x="1043" y="546"/>
                      <ns1:pt x="1043" y="552"/>
                    </ns1:cubicBezTo>
                    <ns1:cubicBezTo>
                      <ns1:pt x="1057" y="551"/>
                      <ns1:pt x="1070" y="551"/>
                      <ns1:pt x="1084" y="550"/>
                    </ns1:cubicBezTo>
                    <ns1:cubicBezTo>
                      <ns1:pt x="1084" y="547"/>
                      <ns1:pt x="1084" y="544"/>
                      <ns1:pt x="1083" y="542"/>
                    </ns1:cubicBezTo>
                    <ns1:cubicBezTo>
                      <ns1:pt x="1078" y="542"/>
                      <ns1:pt x="1073" y="542"/>
                      <ns1:pt x="1067" y="542"/>
                    </ns1:cubicBezTo>
                    <ns1:close/>
                    <ns1:moveTo>
                      <ns1:pt x="106" y="805"/>
                    </ns1:moveTo>
                    <ns1:cubicBezTo>
                      <ns1:pt x="111" y="802"/>
                      <ns1:pt x="116" y="800"/>
                      <ns1:pt x="121" y="797"/>
                    </ns1:cubicBezTo>
                    <ns1:cubicBezTo>
                      <ns1:pt x="121" y="799"/>
                      <ns1:pt x="122" y="800"/>
                      <ns1:pt x="123" y="801"/>
                    </ns1:cubicBezTo>
                    <ns1:cubicBezTo>
                      <ns1:pt x="126" y="807"/>
                      <ns1:pt x="126" y="808"/>
                      <ns1:pt x="120" y="811"/>
                    </ns1:cubicBezTo>
                    <ns1:cubicBezTo>
                      <ns1:pt x="118" y="813"/>
                      <ns1:pt x="115" y="815"/>
                      <ns1:pt x="112" y="817"/>
                    </ns1:cubicBezTo>
                    <ns1:cubicBezTo>
                      <ns1:pt x="114" y="819"/>
                      <ns1:pt x="115" y="821"/>
                      <ns1:pt x="116" y="824"/>
                    </ns1:cubicBezTo>
                    <ns1:cubicBezTo>
                      <ns1:pt x="121" y="818"/>
                      <ns1:pt x="130" y="817"/>
                      <ns1:pt x="131" y="808"/>
                    </ns1:cubicBezTo>
                    <ns1:cubicBezTo>
                      <ns1:pt x="132" y="809"/>
                      <ns1:pt x="133" y="809"/>
                      <ns1:pt x="134" y="810"/>
                    </ns1:cubicBezTo>
                    <ns1:cubicBezTo>
                      <ns1:pt x="138" y="811"/>
                      <ns1:pt x="142" y="810"/>
                      <ns1:pt x="145" y="808"/>
                    </ns1:cubicBezTo>
                    <ns1:cubicBezTo>
                      <ns1:pt x="148" y="805"/>
                      <ns1:pt x="149" y="802"/>
                      <ns1:pt x="148" y="798"/>
                    </ns1:cubicBezTo>
                    <ns1:cubicBezTo>
                      <ns1:pt x="145" y="792"/>
                      <ns1:pt x="142" y="785"/>
                      <ns1:pt x="139" y="779"/>
                    </ns1:cubicBezTo>
                    <ns1:cubicBezTo>
                      <ns1:pt x="126" y="785"/>
                      <ns1:pt x="115" y="792"/>
                      <ns1:pt x="103" y="798"/>
                    </ns1:cubicBezTo>
                    <ns1:cubicBezTo>
                      <ns1:pt x="104" y="800"/>
                      <ns1:pt x="105" y="803"/>
                      <ns1:pt x="106" y="805"/>
                    </ns1:cubicBezTo>
                    <ns1:close/>
                    <ns1:moveTo>
                      <ns1:pt x="592" y="1066"/>
                    </ns1:moveTo>
                    <ns1:cubicBezTo>
                      <ns1:pt x="598" y="1061"/>
                      <ns1:pt x="599" y="1058"/>
                      <ns1:pt x="598" y="1053"/>
                    </ns1:cubicBezTo>
                    <ns1:cubicBezTo>
                      <ns1:pt x="597" y="1049"/>
                      <ns1:pt x="594" y="1046"/>
                      <ns1:pt x="590" y="1046"/>
                    </ns1:cubicBezTo>
                    <ns1:cubicBezTo>
                      <ns1:pt x="583" y="1045"/>
                      <ns1:pt x="576" y="1046"/>
                      <ns1:pt x="570" y="1046"/>
                    </ns1:cubicBezTo>
                    <ns1:cubicBezTo>
                      <ns1:pt x="570" y="1060"/>
                      <ns1:pt x="570" y="1073"/>
                      <ns1:pt x="570" y="1086"/>
                    </ns1:cubicBezTo>
                    <ns1:cubicBezTo>
                      <ns1:pt x="574" y="1086"/>
                      <ns1:pt x="576" y="1086"/>
                      <ns1:pt x="578" y="1086"/>
                    </ns1:cubicBezTo>
                    <ns1:cubicBezTo>
                      <ns1:pt x="578" y="1081"/>
                      <ns1:pt x="578" y="1076"/>
                      <ns1:pt x="578" y="1070"/>
                    </ns1:cubicBezTo>
                    <ns1:cubicBezTo>
                      <ns1:pt x="580" y="1070"/>
                      <ns1:pt x="581" y="1070"/>
                      <ns1:pt x="582" y="1070"/>
                    </ns1:cubicBezTo>
                    <ns1:cubicBezTo>
                      <ns1:pt x="589" y="1070"/>
                      <ns1:pt x="589" y="1070"/>
                      <ns1:pt x="590" y="1077"/>
                    </ns1:cubicBezTo>
                    <ns1:cubicBezTo>
                      <ns1:pt x="590" y="1080"/>
                      <ns1:pt x="591" y="1083"/>
                      <ns1:pt x="592" y="1086"/>
                    </ns1:cubicBezTo>
                    <ns1:cubicBezTo>
                      <ns1:pt x="595" y="1086"/>
                      <ns1:pt x="597" y="1086"/>
                      <ns1:pt x="600" y="1086"/>
                    </ns1:cubicBezTo>
                    <ns1:cubicBezTo>
                      <ns1:pt x="597" y="1069"/>
                      <ns1:pt x="597" y="1069"/>
                      <ns1:pt x="592" y="1066"/>
                    </ns1:cubicBezTo>
                    <ns1:close/>
                    <ns1:moveTo>
                      <ns1:pt x="167" y="833"/>
                    </ns1:moveTo>
                    <ns1:cubicBezTo>
                      <ns1:pt x="167" y="820"/>
                      <ns1:pt x="156" y="811"/>
                      <ns1:pt x="146" y="815"/>
                    </ns1:cubicBezTo>
                    <ns1:cubicBezTo>
                      <ns1:pt x="140" y="817"/>
                      <ns1:pt x="135" y="820"/>
                      <ns1:pt x="131" y="824"/>
                    </ns1:cubicBezTo>
                    <ns1:cubicBezTo>
                      <ns1:pt x="124" y="829"/>
                      <ns1:pt x="124" y="837"/>
                      <ns1:pt x="128" y="844"/>
                    </ns1:cubicBezTo>
                    <ns1:cubicBezTo>
                      <ns1:pt x="133" y="852"/>
                      <ns1:pt x="140" y="855"/>
                      <ns1:pt x="148" y="852"/>
                    </ns1:cubicBezTo>
                    <ns1:cubicBezTo>
                      <ns1:pt x="153" y="849"/>
                      <ns1:pt x="158" y="846"/>
                      <ns1:pt x="163" y="842"/>
                    </ns1:cubicBezTo>
                    <ns1:cubicBezTo>
                      <ns1:pt x="165" y="839"/>
                      <ns1:pt x="166" y="835"/>
                      <ns1:pt x="167" y="833"/>
                    </ns1:cubicBezTo>
                    <ns1:close/>
                    <ns1:moveTo>
                      <ns1:pt x="70" y="557"/>
                    </ns1:moveTo>
                    <ns1:cubicBezTo>
                      <ns1:pt x="67" y="558"/>
                      <ns1:pt x="63" y="558"/>
                      <ns1:pt x="60" y="559"/>
                    </ns1:cubicBezTo>
                    <ns1:cubicBezTo>
                      <ns1:pt x="53" y="562"/>
                      <ns1:pt x="49" y="567"/>
                      <ns1:pt x="49" y="575"/>
                    </ns1:cubicBezTo>
                    <ns1:cubicBezTo>
                      <ns1:pt x="49" y="584"/>
                      <ns1:pt x="53" y="589"/>
                      <ns1:pt x="60" y="591"/>
                    </ns1:cubicBezTo>
                    <ns1:cubicBezTo>
                      <ns1:pt x="67" y="594"/>
                      <ns1:pt x="74" y="593"/>
                      <ns1:pt x="81" y="591"/>
                    </ns1:cubicBezTo>
                    <ns1:cubicBezTo>
                      <ns1:pt x="89" y="588"/>
                      <ns1:pt x="93" y="581"/>
                      <ns1:pt x="91" y="573"/>
                    </ns1:cubicBezTo>
                    <ns1:cubicBezTo>
                      <ns1:pt x="90" y="563"/>
                      <ns1:pt x="82" y="558"/>
                      <ns1:pt x="70" y="557"/>
                    </ns1:cubicBezTo>
                    <ns1:close/>
                    <ns1:moveTo>
                      <ns1:pt x="80" y="640"/>
                    </ns1:moveTo>
                    <ns1:cubicBezTo>
                      <ns1:pt x="76" y="642"/>
                      <ns1:pt x="71" y="642"/>
                      <ns1:pt x="66" y="644"/>
                    </ns1:cubicBezTo>
                    <ns1:cubicBezTo>
                      <ns1:pt x="59" y="647"/>
                      <ns1:pt x="56" y="654"/>
                      <ns1:pt x="57" y="661"/>
                    </ns1:cubicBezTo>
                    <ns1:cubicBezTo>
                      <ns1:pt x="58" y="669"/>
                      <ns1:pt x="63" y="675"/>
                      <ns1:pt x="71" y="676"/>
                    </ns1:cubicBezTo>
                    <ns1:cubicBezTo>
                      <ns1:pt x="79" y="678"/>
                      <ns1:pt x="86" y="676"/>
                      <ns1:pt x="93" y="671"/>
                    </ns1:cubicBezTo>
                    <ns1:cubicBezTo>
                      <ns1:pt x="97" y="668"/>
                      <ns1:pt x="99" y="665"/>
                      <ns1:pt x="99" y="660"/>
                    </ns1:cubicBezTo>
                    <ns1:cubicBezTo>
                      <ns1:pt x="100" y="648"/>
                      <ns1:pt x="93" y="641"/>
                      <ns1:pt x="80" y="640"/>
                    </ns1:cubicBezTo>
                    <ns1:close/>
                    <ns1:moveTo>
                      <ns1:pt x="98" y="484"/>
                    </ns1:moveTo>
                    <ns1:cubicBezTo>
                      <ns1:pt x="84" y="482"/>
                      <ns1:pt x="71" y="480"/>
                      <ns1:pt x="57" y="478"/>
                    </ns1:cubicBezTo>
                    <ns1:cubicBezTo>
                      <ns1:pt x="57" y="481"/>
                      <ns1:pt x="57" y="483"/>
                      <ns1:pt x="56" y="486"/>
                    </ns1:cubicBezTo>
                    <ns1:cubicBezTo>
                      <ns1:pt x="62" y="487"/>
                      <ns1:pt x="68" y="488"/>
                      <ns1:pt x="74" y="489"/>
                    </ns1:cubicBezTo>
                    <ns1:cubicBezTo>
                      <ns1:pt x="73" y="493"/>
                      <ns1:pt x="72" y="498"/>
                      <ns1:pt x="72" y="502"/>
                    </ns1:cubicBezTo>
                    <ns1:cubicBezTo>
                      <ns1:pt x="66" y="502"/>
                      <ns1:pt x="60" y="501"/>
                      <ns1:pt x="54" y="500"/>
                    </ns1:cubicBezTo>
                    <ns1:cubicBezTo>
                      <ns1:pt x="54" y="503"/>
                      <ns1:pt x="53" y="505"/>
                      <ns1:pt x="53" y="508"/>
                    </ns1:cubicBezTo>
                    <ns1:cubicBezTo>
                      <ns1:pt x="67" y="510"/>
                      <ns1:pt x="80" y="512"/>
                      <ns1:pt x="93" y="514"/>
                    </ns1:cubicBezTo>
                    <ns1:cubicBezTo>
                      <ns1:pt x="94" y="511"/>
                      <ns1:pt x="94" y="508"/>
                      <ns1:pt x="95" y="506"/>
                    </ns1:cubicBezTo>
                    <ns1:cubicBezTo>
                      <ns1:pt x="89" y="505"/>
                      <ns1:pt x="84" y="504"/>
                      <ns1:pt x="79" y="503"/>
                    </ns1:cubicBezTo>
                    <ns1:cubicBezTo>
                      <ns1:pt x="79" y="499"/>
                      <ns1:pt x="80" y="494"/>
                      <ns1:pt x="81" y="490"/>
                    </ns1:cubicBezTo>
                    <ns1:cubicBezTo>
                      <ns1:pt x="86" y="490"/>
                      <ns1:pt x="91" y="491"/>
                      <ns1:pt x="97" y="492"/>
                    </ns1:cubicBezTo>
                    <ns1:cubicBezTo>
                      <ns1:pt x="97" y="489"/>
                      <ns1:pt x="97" y="487"/>
                      <ns1:pt x="98" y="484"/>
                    </ns1:cubicBezTo>
                    <ns1:close/>
                    <ns1:moveTo>
                      <ns1:pt x="640" y="1065"/>
                    </ns1:moveTo>
                    <ns1:cubicBezTo>
                      <ns1:pt x="639" y="1060"/>
                      <ns1:pt x="638" y="1055"/>
                      <ns1:pt x="636" y="1051"/>
                    </ns1:cubicBezTo>
                    <ns1:cubicBezTo>
                      <ns1:pt x="633" y="1044"/>
                      <ns1:pt x="627" y="1041"/>
                      <ns1:pt x="620" y="1042"/>
                    </ns1:cubicBezTo>
                    <ns1:cubicBezTo>
                      <ns1:pt x="612" y="1042"/>
                      <ns1:pt x="607" y="1047"/>
                      <ns1:pt x="605" y="1054"/>
                    </ns1:cubicBezTo>
                    <ns1:cubicBezTo>
                      <ns1:pt x="603" y="1061"/>
                      <ns1:pt x="603" y="1068"/>
                      <ns1:pt x="607" y="1075"/>
                    </ns1:cubicBezTo>
                    <ns1:cubicBezTo>
                      <ns1:pt x="609" y="1080"/>
                      <ns1:pt x="613" y="1083"/>
                      <ns1:pt x="619" y="1084"/>
                    </ns1:cubicBezTo>
                    <ns1:cubicBezTo>
                      <ns1:pt x="632" y="1085"/>
                      <ns1:pt x="639" y="1078"/>
                      <ns1:pt x="640" y="1065"/>
                    </ns1:cubicBezTo>
                    <ns1:close/>
                    <ns1:moveTo>
                      <ns1:pt x="70" y="517"/>
                    </ns1:moveTo>
                    <ns1:cubicBezTo>
                      <ns1:pt x="70" y="517"/>
                      <ns1:pt x="70" y="517"/>
                      <ns1:pt x="70" y="517"/>
                    </ns1:cubicBezTo>
                    <ns1:cubicBezTo>
                      <ns1:pt x="70" y="517"/>
                      <ns1:pt x="69" y="517"/>
                      <ns1:pt x="68" y="517"/>
                    </ns1:cubicBezTo>
                    <ns1:cubicBezTo>
                      <ns1:pt x="58" y="518"/>
                      <ns1:pt x="52" y="523"/>
                      <ns1:pt x="50" y="532"/>
                    </ns1:cubicBezTo>
                    <ns1:cubicBezTo>
                      <ns1:pt x="49" y="542"/>
                      <ns1:pt x="54" y="549"/>
                      <ns1:pt x="64" y="551"/>
                    </ns1:cubicBezTo>
                    <ns1:cubicBezTo>
                      <ns1:pt x="68" y="552"/>
                      <ns1:pt x="73" y="552"/>
                      <ns1:pt x="77" y="552"/>
                    </ns1:cubicBezTo>
                    <ns1:cubicBezTo>
                      <ns1:pt x="86" y="551"/>
                      <ns1:pt x="92" y="545"/>
                      <ns1:pt x="93" y="537"/>
                    </ns1:cubicBezTo>
                    <ns1:cubicBezTo>
                      <ns1:pt x="94" y="529"/>
                      <ns1:pt x="90" y="522"/>
                      <ns1:pt x="81" y="519"/>
                    </ns1:cubicBezTo>
                    <ns1:cubicBezTo>
                      <ns1:pt x="78" y="518"/>
                      <ns1:pt x="74" y="517"/>
                      <ns1:pt x="70" y="517"/>
                    </ns1:cubicBezTo>
                    <ns1:close/>
                    <ns1:moveTo>
                      <ns1:pt x="903" y="907"/>
                    </ns1:moveTo>
                    <ns1:cubicBezTo>
                      <ns1:pt x="913" y="917"/>
                      <ns1:pt x="923" y="926"/>
                      <ns1:pt x="933" y="935"/>
                    </ns1:cubicBezTo>
                    <ns1:cubicBezTo>
                      <ns1:pt x="935" y="933"/>
                      <ns1:pt x="936" y="932"/>
                      <ns1:pt x="938" y="930"/>
                    </ns1:cubicBezTo>
                    <ns1:cubicBezTo>
                      <ns1:pt x="934" y="925"/>
                      <ns1:pt x="930" y="921"/>
                      <ns1:pt x="925" y="917"/>
                    </ns1:cubicBezTo>
                    <ns1:cubicBezTo>
                      <ns1:pt x="928" y="914"/>
                      <ns1:pt x="932" y="910"/>
                      <ns1:pt x="935" y="907"/>
                    </ns1:cubicBezTo>
                    <ns1:cubicBezTo>
                      <ns1:pt x="939" y="911"/>
                      <ns1:pt x="943" y="915"/>
                      <ns1:pt x="948" y="919"/>
                    </ns1:cubicBezTo>
                    <ns1:cubicBezTo>
                      <ns1:pt x="950" y="917"/>
                      <ns1:pt x="951" y="916"/>
                      <ns1:pt x="953" y="914"/>
                    </ns1:cubicBezTo>
                    <ns1:cubicBezTo>
                      <ns1:pt x="943" y="904"/>
                      <ns1:pt x="933" y="895"/>
                      <ns1:pt x="923" y="886"/>
                    </ns1:cubicBezTo>
                    <ns1:cubicBezTo>
                      <ns1:pt x="921" y="888"/>
                      <ns1:pt x="920" y="889"/>
                      <ns1:pt x="918" y="891"/>
                    </ns1:cubicBezTo>
                    <ns1:cubicBezTo>
                      <ns1:pt x="922" y="895"/>
                      <ns1:pt x="926" y="899"/>
                      <ns1:pt x="930" y="903"/>
                    </ns1:cubicBezTo>
                    <ns1:cubicBezTo>
                      <ns1:pt x="926" y="906"/>
                      <ns1:pt x="923" y="909"/>
                      <ns1:pt x="920" y="913"/>
                    </ns1:cubicBezTo>
                    <ns1:cubicBezTo>
                      <ns1:pt x="916" y="909"/>
                      <ns1:pt x="912" y="905"/>
                      <ns1:pt x="908" y="902"/>
                    </ns1:cubicBezTo>
                    <ns1:cubicBezTo>
                      <ns1:pt x="906" y="904"/>
                      <ns1:pt x="905" y="905"/>
                      <ns1:pt x="903" y="907"/>
                    </ns1:cubicBezTo>
                    <ns1:close/>
                    <ns1:moveTo>
                      <ns1:pt x="1049" y="490"/>
                    </ns1:moveTo>
                    <ns1:cubicBezTo>
                      <ns1:pt x="1038" y="492"/>
                      <ns1:pt x="1035" y="501"/>
                      <ns1:pt x="1040" y="511"/>
                    </ns1:cubicBezTo>
                    <ns1:cubicBezTo>
                      <ns1:pt x="1043" y="516"/>
                      <ns1:pt x="1047" y="518"/>
                      <ns1:pt x="1053" y="518"/>
                    </ns1:cubicBezTo>
                    <ns1:cubicBezTo>
                      <ns1:pt x="1059" y="517"/>
                      <ns1:pt x="1061" y="513"/>
                      <ns1:pt x="1062" y="508"/>
                    </ns1:cubicBezTo>
                    <ns1:cubicBezTo>
                      <ns1:pt x="1063" y="505"/>
                      <ns1:pt x="1063" y="502"/>
                      <ns1:pt x="1064" y="500"/>
                    </ns1:cubicBezTo>
                    <ns1:cubicBezTo>
                      <ns1:pt x="1065" y="498"/>
                      <ns1:pt x="1067" y="495"/>
                      <ns1:pt x="1069" y="495"/>
                    </ns1:cubicBezTo>
                    <ns1:cubicBezTo>
                      <ns1:pt x="1071" y="496"/>
                      <ns1:pt x="1073" y="498"/>
                      <ns1:pt x="1074" y="500"/>
                    </ns1:cubicBezTo>
                    <ns1:cubicBezTo>
                      <ns1:pt x="1076" y="505"/>
                      <ns1:pt x="1072" y="508"/>
                      <ns1:pt x="1068" y="509"/>
                    </ns1:cubicBezTo>
                    <ns1:cubicBezTo>
                      <ns1:pt x="1068" y="512"/>
                      <ns1:pt x="1068" y="514"/>
                      <ns1:pt x="1069" y="516"/>
                    </ns1:cubicBezTo>
                    <ns1:cubicBezTo>
                      <ns1:pt x="1079" y="515"/>
                      <ns1:pt x="1082" y="509"/>
                      <ns1:pt x="1080" y="499"/>
                    </ns1:cubicBezTo>
                    <ns1:cubicBezTo>
                      <ns1:pt x="1078" y="490"/>
                      <ns1:pt x="1073" y="486"/>
                      <ns1:pt x="1066" y="487"/>
                    </ns1:cubicBezTo>
                    <ns1:cubicBezTo>
                      <ns1:pt x="1060" y="487"/>
                      <ns1:pt x="1056" y="492"/>
                      <ns1:pt x="1055" y="500"/>
                    </ns1:cubicBezTo>
                    <ns1:cubicBezTo>
                      <ns1:pt x="1055" y="502"/>
                      <ns1:pt x="1055" y="504"/>
                      <ns1:pt x="1054" y="506"/>
                    </ns1:cubicBezTo>
                    <ns1:cubicBezTo>
                      <ns1:pt x="1053" y="508"/>
                      <ns1:pt x="1051" y="509"/>
                      <ns1:pt x="1050" y="509"/>
                    </ns1:cubicBezTo>
                    <ns1:cubicBezTo>
                      <ns1:pt x="1048" y="509"/>
                      <ns1:pt x="1046" y="507"/>
                      <ns1:pt x="1045" y="506"/>
                    </ns1:cubicBezTo>
                    <ns1:cubicBezTo>
                      <ns1:pt x="1043" y="501"/>
                      <ns1:pt x="1046" y="499"/>
                      <ns1:pt x="1050" y="497"/>
                    </ns1:cubicBezTo>
                    <ns1:cubicBezTo>
                      <ns1:pt x="1049" y="495"/>
                      <ns1:pt x="1049" y="492"/>
                      <ns1:pt x="1049" y="490"/>
                    </ns1:cubicBezTo>
                    <ns1:close/>
                    <ns1:moveTo>
                      <ns1:pt x="297" y="996"/>
                    </ns1:moveTo>
                    <ns1:cubicBezTo>
                      <ns1:pt x="292" y="1003"/>
                      <ns1:pt x="293" y="1008"/>
                      <ns1:pt x="300" y="1013"/>
                    </ns1:cubicBezTo>
                    <ns1:cubicBezTo>
                      <ns1:pt x="303" y="1015"/>
                      <ns1:pt x="305" y="1016"/>
                      <ns1:pt x="308" y="1017"/>
                    </ns1:cubicBezTo>
                    <ns1:cubicBezTo>
                      <ns1:pt x="314" y="1018"/>
                      <ns1:pt x="318" y="1017"/>
                      <ns1:pt x="322" y="1012"/>
                    </ns1:cubicBezTo>
                    <ns1:cubicBezTo>
                      <ns1:pt x="325" y="1007"/>
                      <ns1:pt x="324" y="1003"/>
                      <ns1:pt x="320" y="998"/>
                    </ns1:cubicBezTo>
                    <ns1:cubicBezTo>
                      <ns1:pt x="318" y="996"/>
                      <ns1:pt x="316" y="994"/>
                      <ns1:pt x="314" y="991"/>
                    </ns1:cubicBezTo>
                    <ns1:cubicBezTo>
                      <ns1:pt x="313" y="990"/>
                      <ns1:pt x="313" y="987"/>
                      <ns1:pt x="314" y="985"/>
                    </ns1:cubicBezTo>
                    <ns1:cubicBezTo>
                      <ns1:pt x="315" y="984"/>
                      <ns1:pt x="318" y="983"/>
                      <ns1:pt x="319" y="983"/>
                    </ns1:cubicBezTo>
                    <ns1:cubicBezTo>
                      <ns1:pt x="321" y="984"/>
                      <ns1:pt x="324" y="987"/>
                      <ns1:pt x="324" y="988"/>
                    </ns1:cubicBezTo>
                    <ns1:cubicBezTo>
                      <ns1:pt x="323" y="994"/>
                      <ns1:pt x="327" y="994"/>
                      <ns1:pt x="329" y="996"/>
                    </ns1:cubicBezTo>
                    <ns1:cubicBezTo>
                      <ns1:pt x="335" y="988"/>
                      <ns1:pt x="329" y="979"/>
                      <ns1:pt x="320" y="977"/>
                    </ns1:cubicBezTo>
                    <ns1:cubicBezTo>
                      <ns1:pt x="314" y="975"/>
                      <ns1:pt x="309" y="977"/>
                      <ns1:pt x="306" y="982"/>
                    </ns1:cubicBezTo>
                    <ns1:cubicBezTo>
                      <ns1:pt x="303" y="986"/>
                      <ns1:pt x="303" y="990"/>
                      <ns1:pt x="307" y="996"/>
                    </ns1:cubicBezTo>
                    <ns1:cubicBezTo>
                      <ns1:pt x="309" y="998"/>
                      <ns1:pt x="311" y="999"/>
                      <ns1:pt x="313" y="1002"/>
                    </ns1:cubicBezTo>
                    <ns1:cubicBezTo>
                      <ns1:pt x="314" y="1004"/>
                      <ns1:pt x="314" y="1007"/>
                      <ns1:pt x="313" y="1009"/>
                    </ns1:cubicBezTo>
                    <ns1:cubicBezTo>
                      <ns1:pt x="312" y="1012"/>
                      <ns1:pt x="309" y="1011"/>
                      <ns1:pt x="306" y="1010"/>
                    </ns1:cubicBezTo>
                    <ns1:cubicBezTo>
                      <ns1:pt x="301" y="1007"/>
                      <ns1:pt x="301" y="1004"/>
                      <ns1:pt x="303" y="999"/>
                    </ns1:cubicBezTo>
                    <ns1:cubicBezTo>
                      <ns1:pt x="301" y="998"/>
                      <ns1:pt x="299" y="997"/>
                      <ns1:pt x="297" y="996"/>
                    </ns1:cubicBezTo>
                    <ns1:close/>
                    <ns1:moveTo>
                      <ns1:pt x="95" y="442"/>
                    </ns1:moveTo>
                    <ns1:cubicBezTo>
                      <ns1:pt x="105" y="445"/>
                      <ns1:pt x="112" y="439"/>
                      <ns1:pt x="112" y="428"/>
                    </ns1:cubicBezTo>
                    <ns1:cubicBezTo>
                      <ns1:pt x="112" y="422"/>
                      <ns1:pt x="108" y="418"/>
                      <ns1:pt x="103" y="416"/>
                    </ns1:cubicBezTo>
                    <ns1:cubicBezTo>
                      <ns1:pt x="98" y="414"/>
                      <ns1:pt x="94" y="416"/>
                      <ns1:pt x="90" y="421"/>
                    </ns1:cubicBezTo>
                    <ns1:cubicBezTo>
                      <ns1:pt x="88" y="423"/>
                      <ns1:pt x="87" y="426"/>
                      <ns1:pt x="85" y="429"/>
                    </ns1:cubicBezTo>
                    <ns1:cubicBezTo>
                      <ns1:pt x="83" y="430"/>
                      <ns1:pt x="81" y="430"/>
                      <ns1:pt x="79" y="430"/>
                    </ns1:cubicBezTo>
                    <ns1:cubicBezTo>
                      <ns1:pt x="78" y="429"/>
                      <ns1:pt x="77" y="427"/>
                      <ns1:pt x="76" y="425"/>
                    </ns1:cubicBezTo>
                    <ns1:cubicBezTo>
                      <ns1:pt x="76" y="420"/>
                      <ns1:pt x="79" y="418"/>
                      <ns1:pt x="86" y="417"/>
                    </ns1:cubicBezTo>
                    <ns1:cubicBezTo>
                      <ns1:pt x="86" y="415"/>
                      <ns1:pt x="87" y="413"/>
                      <ns1:pt x="88" y="410"/>
                    </ns1:cubicBezTo>
                    <ns1:cubicBezTo>
                      <ns1:pt x="80" y="409"/>
                      <ns1:pt x="76" y="410"/>
                      <ns1:pt x="73" y="415"/>
                    </ns1:cubicBezTo>
                    <ns1:cubicBezTo>
                      <ns1:pt x="72" y="419"/>
                      <ns1:pt x="70" y="423"/>
                      <ns1:pt x="70" y="427"/>
                    </ns1:cubicBezTo>
                    <ns1:cubicBezTo>
                      <ns1:pt x="70" y="433"/>
                      <ns1:pt x="73" y="437"/>
                      <ns1:pt x="79" y="439"/>
                    </ns1:cubicBezTo>
                    <ns1:cubicBezTo>
                      <ns1:pt x="84" y="441"/>
                      <ns1:pt x="88" y="438"/>
                      <ns1:pt x="91" y="434"/>
                    </ns1:cubicBezTo>
                    <ns1:cubicBezTo>
                      <ns1:pt x="93" y="432"/>
                      <ns1:pt x="94" y="429"/>
                      <ns1:pt x="96" y="427"/>
                    </ns1:cubicBezTo>
                    <ns1:cubicBezTo>
                      <ns1:pt x="97" y="425"/>
                      <ns1:pt x="100" y="424"/>
                      <ns1:pt x="102" y="425"/>
                    </ns1:cubicBezTo>
                    <ns1:cubicBezTo>
                      <ns1:pt x="103" y="425"/>
                      <ns1:pt x="105" y="428"/>
                      <ns1:pt x="105" y="429"/>
                    </ns1:cubicBezTo>
                    <ns1:cubicBezTo>
                      <ns1:pt x="105" y="431"/>
                      <ns1:pt x="103" y="435"/>
                      <ns1:pt x="101" y="435"/>
                    </ns1:cubicBezTo>
                    <ns1:cubicBezTo>
                      <ns1:pt x="96" y="435"/>
                      <ns1:pt x="96" y="439"/>
                      <ns1:pt x="95" y="442"/>
                    </ns1:cubicBezTo>
                    <ns1:close/>
                    <ns1:moveTo>
                      <ns1:pt x="532" y="1056"/>
                    </ns1:moveTo>
                    <ns1:cubicBezTo>
                      <ns1:pt x="532" y="1048"/>
                      <ns1:pt x="529" y="1045"/>
                      <ns1:pt x="523" y="1043"/>
                    </ns1:cubicBezTo>
                    <ns1:cubicBezTo>
                      <ns1:pt x="515" y="1041"/>
                      <ns1:pt x="507" y="1044"/>
                      <ns1:pt x="505" y="1051"/>
                    </ns1:cubicBezTo>
                    <ns1:cubicBezTo>
                      <ns1:pt x="503" y="1058"/>
                      <ns1:pt x="505" y="1063"/>
                      <ns1:pt x="514" y="1066"/>
                    </ns1:cubicBezTo>
                    <ns1:cubicBezTo>
                      <ns1:pt x="516" y="1067"/>
                      <ns1:pt x="519" y="1068"/>
                      <ns1:pt x="520" y="1069"/>
                    </ns1:cubicBezTo>
                    <ns1:cubicBezTo>
                      <ns1:pt x="522" y="1070"/>
                      <ns1:pt x="523" y="1073"/>
                      <ns1:pt x="522" y="1075"/>
                    </ns1:cubicBezTo>
                    <ns1:cubicBezTo>
                      <ns1:pt x="522" y="1076"/>
                      <ns1:pt x="520" y="1078"/>
                      <ns1:pt x="518" y="1078"/>
                    </ns1:cubicBezTo>
                    <ns1:cubicBezTo>
                      <ns1:pt x="513" y="1079"/>
                      <ns1:pt x="510" y="1077"/>
                      <ns1:pt x="509" y="1070"/>
                    </ns1:cubicBezTo>
                    <ns1:cubicBezTo>
                      <ns1:pt x="507" y="1070"/>
                      <ns1:pt x="504" y="1070"/>
                      <ns1:pt x="502" y="1069"/>
                    </ns1:cubicBezTo>
                    <ns1:cubicBezTo>
                      <ns1:pt x="501" y="1077"/>
                      <ns1:pt x="503" y="1081"/>
                      <ns1:pt x="509" y="1083"/>
                    </ns1:cubicBezTo>
                    <ns1:cubicBezTo>
                      <ns1:pt x="513" y="1084"/>
                      <ns1:pt x="516" y="1084"/>
                      <ns1:pt x="520" y="1084"/>
                    </ns1:cubicBezTo>
                    <ns1:cubicBezTo>
                      <ns1:pt x="527" y="1083"/>
                      <ns1:pt x="531" y="1079"/>
                      <ns1:pt x="531" y="1073"/>
                    </ns1:cubicBezTo>
                    <ns1:cubicBezTo>
                      <ns1:pt x="532" y="1068"/>
                      <ns1:pt x="529" y="1064"/>
                      <ns1:pt x="523" y="1061"/>
                    </ns1:cubicBezTo>
                    <ns1:cubicBezTo>
                      <ns1:pt x="520" y="1060"/>
                      <ns1:pt x="517" y="1059"/>
                      <ns1:pt x="515" y="1058"/>
                    </ns1:cubicBezTo>
                    <ns1:cubicBezTo>
                      <ns1:pt x="514" y="1057"/>
                      <ns1:pt x="513" y="1054"/>
                      <ns1:pt x="513" y="1053"/>
                    </ns1:cubicBezTo>
                    <ns1:cubicBezTo>
                      <ns1:pt x="514" y="1051"/>
                      <ns1:pt x="516" y="1049"/>
                      <ns1:pt x="517" y="1049"/>
                    </ns1:cubicBezTo>
                    <ns1:cubicBezTo>
                      <ns1:pt x="522" y="1048"/>
                      <ns1:pt x="524" y="1051"/>
                      <ns1:pt x="525" y="1056"/>
                    </ns1:cubicBezTo>
                    <ns1:cubicBezTo>
                      <ns1:pt x="527" y="1056"/>
                      <ns1:pt x="529" y="1056"/>
                      <ns1:pt x="532" y="1056"/>
                    </ns1:cubicBezTo>
                    <ns1:close/>
                    <ns1:moveTo>
                      <ns1:pt x="834" y="997"/>
                    </ns1:moveTo>
                    <ns1:cubicBezTo>
                      <ns1:pt x="838" y="1001"/>
                      <ns1:pt x="841" y="1004"/>
                      <ns1:pt x="846" y="1004"/>
                    </ns1:cubicBezTo>
                    <ns1:cubicBezTo>
                      <ns1:pt x="852" y="1002"/>
                      <ns1:pt x="857" y="999"/>
                      <ns1:pt x="861" y="993"/>
                    </ns1:cubicBezTo>
                    <ns1:cubicBezTo>
                      <ns1:pt x="863" y="988"/>
                      <ns1:pt x="862" y="984"/>
                      <ns1:pt x="859" y="980"/>
                    </ns1:cubicBezTo>
                    <ns1:cubicBezTo>
                      <ns1:pt x="856" y="976"/>
                      <ns1:pt x="852" y="976"/>
                      <ns1:pt x="848" y="977"/>
                    </ns1:cubicBezTo>
                    <ns1:cubicBezTo>
                      <ns1:pt x="845" y="977"/>
                      <ns1:pt x="842" y="979"/>
                      <ns1:pt x="838" y="979"/>
                    </ns1:cubicBezTo>
                    <ns1:cubicBezTo>
                      <ns1:pt x="836" y="980"/>
                      <ns1:pt x="833" y="978"/>
                      <ns1:pt x="833" y="977"/>
                    </ns1:cubicBezTo>
                    <ns1:cubicBezTo>
                      <ns1:pt x="832" y="975"/>
                      <ns1:pt x="833" y="972"/>
                      <ns1:pt x="834" y="971"/>
                    </ns1:cubicBezTo>
                    <ns1:cubicBezTo>
                      <ns1:pt x="837" y="967"/>
                      <ns1:pt x="841" y="969"/>
                      <ns1:pt x="844" y="971"/>
                    </ns1:cubicBezTo>
                    <ns1:cubicBezTo>
                      <ns1:pt x="846" y="970"/>
                      <ns1:pt x="847" y="969"/>
                      <ns1:pt x="849" y="967"/>
                    </ns1:cubicBezTo>
                    <ns1:cubicBezTo>
                      <ns1:pt x="844" y="961"/>
                      <ns1:pt x="838" y="960"/>
                      <ns1:pt x="832" y="964"/>
                    </ns1:cubicBezTo>
                    <ns1:cubicBezTo>
                      <ns1:pt x="825" y="968"/>
                      <ns1:pt x="823" y="975"/>
                      <ns1:pt x="826" y="981"/>
                    </ns1:cubicBezTo>
                    <ns1:cubicBezTo>
                      <ns1:pt x="828" y="988"/>
                      <ns1:pt x="833" y="989"/>
                      <ns1:pt x="841" y="987"/>
                    </ns1:cubicBezTo>
                    <ns1:cubicBezTo>
                      <ns1:pt x="843" y="986"/>
                      <ns1:pt x="845" y="985"/>
                      <ns1:pt x="847" y="985"/>
                    </ns1:cubicBezTo>
                    <ns1:cubicBezTo>
                      <ns1:pt x="849" y="985"/>
                      <ns1:pt x="853" y="986"/>
                      <ns1:pt x="853" y="987"/>
                    </ns1:cubicBezTo>
                    <ns1:cubicBezTo>
                      <ns1:pt x="854" y="989"/>
                      <ns1:pt x="853" y="992"/>
                      <ns1:pt x="852" y="994"/>
                    </ns1:cubicBezTo>
                    <ns1:cubicBezTo>
                      <ns1:pt x="849" y="998"/>
                      <ns1:pt x="846" y="997"/>
                      <ns1:pt x="841" y="993"/>
                    </ns1:cubicBezTo>
                    <ns1:cubicBezTo>
                      <ns1:pt x="839" y="994"/>
                      <ns1:pt x="837" y="996"/>
                      <ns1:pt x="834" y="997"/>
                    </ns1:cubicBezTo>
                    <ns1:close/>
                    <ns1:moveTo>
                      <ns1:pt x="1023" y="708"/>
                    </ns1:moveTo>
                    <ns1:cubicBezTo>
                      <ns1:pt x="1032" y="710"/>
                      <ns1:pt x="1041" y="713"/>
                      <ns1:pt x="1049" y="715"/>
                    </ns1:cubicBezTo>
                    <ns1:cubicBezTo>
                      <ns1:pt x="1058" y="717"/>
                      <ns1:pt x="1064" y="712"/>
                      <ns1:pt x="1067" y="704"/>
                    </ns1:cubicBezTo>
                    <ns1:cubicBezTo>
                      <ns1:pt x="1070" y="694"/>
                      <ns1:pt x="1067" y="687"/>
                      <ns1:pt x="1058" y="684"/>
                    </ns1:cubicBezTo>
                    <ns1:cubicBezTo>
                      <ns1:pt x="1050" y="681"/>
                      <ns1:pt x="1041" y="679"/>
                      <ns1:pt x="1031" y="677"/>
                    </ns1:cubicBezTo>
                    <ns1:cubicBezTo>
                      <ns1:pt x="1031" y="679"/>
                      <ns1:pt x="1030" y="682"/>
                      <ns1:pt x="1029" y="684"/>
                    </ns1:cubicBezTo>
                    <ns1:cubicBezTo>
                      <ns1:pt x="1032" y="685"/>
                      <ns1:pt x="1034" y="686"/>
                      <ns1:pt x="1036" y="686"/>
                    </ns1:cubicBezTo>
                    <ns1:cubicBezTo>
                      <ns1:pt x="1043" y="688"/>
                      <ns1:pt x="1050" y="690"/>
                      <ns1:pt x="1057" y="692"/>
                    </ns1:cubicBezTo>
                    <ns1:cubicBezTo>
                      <ns1:pt x="1061" y="694"/>
                      <ns1:pt x="1063" y="697"/>
                      <ns1:pt x="1061" y="702"/>
                    </ns1:cubicBezTo>
                    <ns1:cubicBezTo>
                      <ns1:pt x="1060" y="706"/>
                      <ns1:pt x="1057" y="708"/>
                      <ns1:pt x="1052" y="707"/>
                    </ns1:cubicBezTo>
                    <ns1:cubicBezTo>
                      <ns1:pt x="1050" y="707"/>
                      <ns1:pt x="1048" y="706"/>
                      <ns1:pt x="1047" y="706"/>
                    </ns1:cubicBezTo>
                    <ns1:cubicBezTo>
                      <ns1:pt x="1040" y="704"/>
                      <ns1:pt x="1032" y="702"/>
                      <ns1:pt x="1025" y="700"/>
                    </ns1:cubicBezTo>
                    <ns1:cubicBezTo>
                      <ns1:pt x="1024" y="703"/>
                      <ns1:pt x="1024" y="705"/>
                      <ns1:pt x="1023" y="708"/>
                    </ns1:cubicBezTo>
                    <ns1:close/>
                    <ns1:moveTo>
                      <ns1:pt x="223" y="899"/>
                    </ns1:moveTo>
                    <ns1:cubicBezTo>
                      <ns1:pt x="224" y="900"/>
                      <ns1:pt x="224" y="900"/>
                      <ns1:pt x="224" y="901"/>
                    </ns1:cubicBezTo>
                    <ns1:cubicBezTo>
                      <ns1:pt x="217" y="907"/>
                      <ns1:pt x="210" y="912"/>
                      <ns1:pt x="204" y="919"/>
                    </ns1:cubicBezTo>
                    <ns1:cubicBezTo>
                      <ns1:pt x="198" y="925"/>
                      <ns1:pt x="199" y="933"/>
                      <ns1:pt x="205" y="940"/>
                    </ns1:cubicBezTo>
                    <ns1:cubicBezTo>
                      <ns1:pt x="212" y="947"/>
                      <ns1:pt x="220" y="947"/>
                      <ns1:pt x="227" y="941"/>
                    </ns1:cubicBezTo>
                    <ns1:cubicBezTo>
                      <ns1:pt x="233" y="935"/>
                      <ns1:pt x="240" y="929"/>
                      <ns1:pt x="246" y="923"/>
                    </ns1:cubicBezTo>
                    <ns1:cubicBezTo>
                      <ns1:pt x="244" y="920"/>
                      <ns1:pt x="242" y="918"/>
                      <ns1:pt x="240" y="916"/>
                    </ns1:cubicBezTo>
                    <ns1:cubicBezTo>
                      <ns1:pt x="239" y="917"/>
                      <ns1:pt x="238" y="919"/>
                      <ns1:pt x="237" y="920"/>
                    </ns1:cubicBezTo>
                    <ns1:cubicBezTo>
                      <ns1:pt x="232" y="925"/>
                      <ns1:pt x="227" y="930"/>
                      <ns1:pt x="222" y="934"/>
                    </ns1:cubicBezTo>
                    <ns1:cubicBezTo>
                      <ns1:pt x="217" y="939"/>
                      <ns1:pt x="213" y="939"/>
                      <ns1:pt x="210" y="936"/>
                    </ns1:cubicBezTo>
                    <ns1:cubicBezTo>
                      <ns1:pt x="206" y="932"/>
                      <ns1:pt x="206" y="928"/>
                      <ns1:pt x="211" y="923"/>
                    </ns1:cubicBezTo>
                    <ns1:cubicBezTo>
                      <ns1:pt x="212" y="922"/>
                      <ns1:pt x="214" y="920"/>
                      <ns1:pt x="215" y="918"/>
                    </ns1:cubicBezTo>
                    <ns1:cubicBezTo>
                      <ns1:pt x="220" y="914"/>
                      <ns1:pt x="224" y="909"/>
                      <ns1:pt x="228" y="905"/>
                    </ns1:cubicBezTo>
                    <ns1:cubicBezTo>
                      <ns1:pt x="226" y="903"/>
                      <ns1:pt x="225" y="901"/>
                      <ns1:pt x="223" y="899"/>
                    </ns1:cubicBezTo>
                    <ns1:close/>
                    <ns1:moveTo>
                      <ns1:pt x="938" y="209"/>
                    </ns1:moveTo>
                    <ns1:cubicBezTo>
                      <ns1:pt x="940" y="206"/>
                      <ns1:pt x="941" y="204"/>
                      <ns1:pt x="942" y="201"/>
                    </ns1:cubicBezTo>
                    <ns1:cubicBezTo>
                      <ns1:pt x="940" y="199"/>
                      <ns1:pt x="937" y="197"/>
                      <ns1:pt x="935" y="195"/>
                    </ns1:cubicBezTo>
                    <ns1:cubicBezTo>
                      <ns1:pt x="934" y="198"/>
                      <ns1:pt x="933" y="200"/>
                      <ns1:pt x="931" y="202"/>
                    </ns1:cubicBezTo>
                    <ns1:cubicBezTo>
                      <ns1:pt x="927" y="198"/>
                      <ns1:pt x="924" y="195"/>
                      <ns1:pt x="920" y="191"/>
                    </ns1:cubicBezTo>
                    <ns1:cubicBezTo>
                      <ns1:pt x="916" y="195"/>
                      <ns1:pt x="913" y="198"/>
                      <ns1:pt x="910" y="201"/>
                    </ns1:cubicBezTo>
                    <ns1:cubicBezTo>
                      <ns1:pt x="911" y="203"/>
                      <ns1:pt x="912" y="204"/>
                      <ns1:pt x="913" y="205"/>
                    </ns1:cubicBezTo>
                    <ns1:cubicBezTo>
                      <ns1:pt x="911" y="206"/>
                      <ns1:pt x="910" y="207"/>
                      <ns1:pt x="910" y="208"/>
                    </ns1:cubicBezTo>
                    <ns1:cubicBezTo>
                      <ns1:pt x="917" y="215"/>
                      <ns1:pt x="924" y="223"/>
                      <ns1:pt x="931" y="230"/>
                    </ns1:cubicBezTo>
                    <ns1:cubicBezTo>
                      <ns1:pt x="933" y="229"/>
                      <ns1:pt x="934" y="228"/>
                      <ns1:pt x="935" y="226"/>
                    </ns1:cubicBezTo>
                    <ns1:cubicBezTo>
                      <ns1:pt x="936" y="227"/>
                      <ns1:pt x="938" y="228"/>
                      <ns1:pt x="939" y="229"/>
                    </ns1:cubicBezTo>
                    <ns1:cubicBezTo>
                      <ns1:pt x="942" y="226"/>
                      <ns1:pt x="945" y="222"/>
                      <ns1:pt x="949" y="219"/>
                    </ns1:cubicBezTo>
                    <ns1:cubicBezTo>
                      <ns1:pt x="945" y="215"/>
                      <ns1:pt x="941" y="212"/>
                      <ns1:pt x="938" y="209"/>
                    </ns1:cubicBezTo>
                    <ns1:close/>
                    <ns1:moveTo>
                      <ns1:pt x="738" y="1014"/>
                    </ns1:moveTo>
                    <ns1:cubicBezTo>
                      <ns1:pt x="738" y="1016"/>
                      <ns1:pt x="739" y="1017"/>
                      <ns1:pt x="739" y="1019"/>
                    </ns1:cubicBezTo>
                    <ns1:cubicBezTo>
                      <ns1:pt x="742" y="1026"/>
                      <ns1:pt x="744" y="1033"/>
                      <ns1:pt x="747" y="1040"/>
                    </ns1:cubicBezTo>
                    <ns1:cubicBezTo>
                      <ns1:pt x="748" y="1045"/>
                      <ns1:pt x="747" y="1048"/>
                      <ns1:pt x="742" y="1050"/>
                    </ns1:cubicBezTo>
                    <ns1:cubicBezTo>
                      <ns1:pt x="737" y="1052"/>
                      <ns1:pt x="734" y="1051"/>
                      <ns1:pt x="732" y="1045"/>
                    </ns1:cubicBezTo>
                    <ns1:cubicBezTo>
                      <ns1:pt x="731" y="1044"/>
                      <ns1:pt x="731" y="1042"/>
                      <ns1:pt x="730" y="1040"/>
                    </ns1:cubicBezTo>
                    <ns1:cubicBezTo>
                      <ns1:pt x="727" y="1034"/>
                      <ns1:pt x="725" y="1027"/>
                      <ns1:pt x="722" y="1020"/>
                    </ns1:cubicBezTo>
                    <ns1:cubicBezTo>
                      <ns1:pt x="719" y="1021"/>
                      <ns1:pt x="717" y="1022"/>
                      <ns1:pt x="715" y="1023"/>
                    </ns1:cubicBezTo>
                    <ns1:cubicBezTo>
                      <ns1:pt x="718" y="1031"/>
                      <ns1:pt x="721" y="1040"/>
                      <ns1:pt x="725" y="1049"/>
                    </ns1:cubicBezTo>
                    <ns1:cubicBezTo>
                      <ns1:pt x="728" y="1056"/>
                      <ns1:pt x="735" y="1059"/>
                      <ns1:pt x="743" y="1056"/>
                    </ns1:cubicBezTo>
                    <ns1:cubicBezTo>
                      <ns1:pt x="751" y="1054"/>
                      <ns1:pt x="757" y="1048"/>
                      <ns1:pt x="755" y="1040"/>
                    </ns1:cubicBezTo>
                    <ns1:cubicBezTo>
                      <ns1:pt x="752" y="1031"/>
                      <ns1:pt x="749" y="1021"/>
                      <ns1:pt x="745" y="1011"/>
                    </ns1:cubicBezTo>
                    <ns1:cubicBezTo>
                      <ns1:pt x="742" y="1012"/>
                      <ns1:pt x="740" y="1013"/>
                      <ns1:pt x="738" y="1014"/>
                    </ns1:cubicBezTo>
                    <ns1:close/>
                    <ns1:moveTo>
                      <ns1:pt x="639" y="72"/>
                    </ns1:moveTo>
                    <ns1:cubicBezTo>
                      <ns1:pt x="639" y="67"/>
                      <ns1:pt x="640" y="62"/>
                      <ns1:pt x="640" y="57"/>
                    </ns1:cubicBezTo>
                    <ns1:cubicBezTo>
                      <ns1:pt x="633" y="56"/>
                      <ns1:pt x="625" y="55"/>
                      <ns1:pt x="618" y="55"/>
                    </ns1:cubicBezTo>
                    <ns1:cubicBezTo>
                      <ns1:pt x="618" y="52"/>
                      <ns1:pt x="617" y="50"/>
                      <ns1:pt x="617" y="47"/>
                    </ns1:cubicBezTo>
                    <ns1:cubicBezTo>
                      <ns1:pt x="613" y="47"/>
                      <ns1:pt x="610" y="47"/>
                      <ns1:pt x="606" y="47"/>
                    </ns1:cubicBezTo>
                    <ns1:cubicBezTo>
                      <ns1:pt x="606" y="49"/>
                      <ns1:pt x="607" y="51"/>
                      <ns1:pt x="607" y="54"/>
                    </ns1:cubicBezTo>
                    <ns1:cubicBezTo>
                      <ns1:pt x="598" y="53"/>
                      <ns1:pt x="591" y="53"/>
                      <ns1:pt x="582" y="52"/>
                    </ns1:cubicBezTo>
                    <ns1:cubicBezTo>
                      <ns1:pt x="582" y="57"/>
                      <ns1:pt x="581" y="62"/>
                      <ns1:pt x="581" y="68"/>
                    </ns1:cubicBezTo>
                    <ns1:cubicBezTo>
                      <ns1:pt x="584" y="68"/>
                      <ns1:pt x="587" y="68"/>
                      <ns1:pt x="590" y="68"/>
                    </ns1:cubicBezTo>
                    <ns1:cubicBezTo>
                      <ns1:pt x="590" y="65"/>
                      <ns1:pt x="590" y="63"/>
                      <ns1:pt x="591" y="60"/>
                    </ns1:cubicBezTo>
                    <ns1:cubicBezTo>
                      <ns1:pt x="604" y="62"/>
                      <ns1:pt x="617" y="63"/>
                      <ns1:pt x="630" y="64"/>
                    </ns1:cubicBezTo>
                    <ns1:cubicBezTo>
                      <ns1:pt x="630" y="67"/>
                      <ns1:pt x="630" y="69"/>
                      <ns1:pt x="630" y="72"/>
                    </ns1:cubicBezTo>
                    <ns1:cubicBezTo>
                      <ns1:pt x="633" y="72"/>
                      <ns1:pt x="636" y="72"/>
                      <ns1:pt x="639" y="72"/>
                    </ns1:cubicBezTo>
                    <ns1:close/>
                    <ns1:moveTo>
                      <ns1:pt x="87" y="762"/>
                    </ns1:moveTo>
                    <ns1:cubicBezTo>
                      <ns1:pt x="96" y="755"/>
                      <ns1:pt x="105" y="748"/>
                      <ns1:pt x="114" y="741"/>
                    </ns1:cubicBezTo>
                    <ns1:cubicBezTo>
                      <ns1:pt x="121" y="736"/>
                      <ns1:pt x="121" y="736"/>
                      <ns1:pt x="118" y="728"/>
                    </ns1:cubicBezTo>
                    <ns1:cubicBezTo>
                      <ns1:pt x="117" y="728"/>
                      <ns1:pt x="117" y="728"/>
                      <ns1:pt x="118" y="728"/>
                    </ns1:cubicBezTo>
                    <ns1:cubicBezTo>
                      <ns1:pt x="103" y="728"/>
                      <ns1:pt x="89" y="728"/>
                      <ns1:pt x="75" y="728"/>
                    </ns1:cubicBezTo>
                    <ns1:cubicBezTo>
                      <ns1:pt x="75" y="729"/>
                      <ns1:pt x="74" y="729"/>
                      <ns1:pt x="74" y="729"/>
                    </ns1:cubicBezTo>
                    <ns1:cubicBezTo>
                      <ns1:pt x="77" y="731"/>
                      <ns1:pt x="74" y="736"/>
                      <ns1:pt x="79" y="736"/>
                    </ns1:cubicBezTo>
                    <ns1:cubicBezTo>
                      <ns1:pt x="85" y="735"/>
                      <ns1:pt x="87" y="737"/>
                      <ns1:pt x="88" y="742"/>
                    </ns1:cubicBezTo>
                    <ns1:cubicBezTo>
                      <ns1:pt x="89" y="745"/>
                      <ns1:pt x="90" y="747"/>
                      <ns1:pt x="91" y="749"/>
                    </ns1:cubicBezTo>
                    <ns1:cubicBezTo>
                      <ns1:pt x="84" y="755"/>
                      <ns1:pt x="84" y="755"/>
                      <ns1:pt x="87" y="762"/>
                    </ns1:cubicBezTo>
                    <ns1:close/>
                    <ns1:moveTo>
                      <ns1:pt x="179" y="899"/>
                    </ns1:moveTo>
                    <ns1:cubicBezTo>
                      <ns1:pt x="189" y="909"/>
                      <ns1:pt x="189" y="909"/>
                      <ns1:pt x="185" y="918"/>
                    </ns1:cubicBezTo>
                    <ns1:cubicBezTo>
                      <ns1:pt x="186" y="920"/>
                      <ns1:pt x="188" y="922"/>
                      <ns1:pt x="190" y="924"/>
                    </ns1:cubicBezTo>
                    <ns1:cubicBezTo>
                      <ns1:pt x="197" y="912"/>
                      <ns1:pt x="204" y="901"/>
                      <ns1:pt x="211" y="889"/>
                    </ns1:cubicBezTo>
                    <ns1:cubicBezTo>
                      <ns1:pt x="211" y="888"/>
                      <ns1:pt x="211" y="886"/>
                      <ns1:pt x="210" y="885"/>
                    </ns1:cubicBezTo>
                    <ns1:cubicBezTo>
                      <ns1:pt x="208" y="883"/>
                      <ns1:pt x="208" y="879"/>
                      <ns1:pt x="204" y="881"/>
                    </ns1:cubicBezTo>
                    <ns1:cubicBezTo>
                      <ns1:pt x="192" y="886"/>
                      <ns1:pt x="179" y="892"/>
                      <ns1:pt x="167" y="897"/>
                    </ns1:cubicBezTo>
                    <ns1:cubicBezTo>
                      <ns1:pt x="171" y="903"/>
                      <ns1:pt x="171" y="903"/>
                      <ns1:pt x="179" y="899"/>
                    </ns1:cubicBezTo>
                    <ns1:close/>
                    <ns1:moveTo>
                      <ns1:pt x="980" y="806"/>
                    </ns1:moveTo>
                    <ns1:cubicBezTo>
                      <ns1:pt x="979" y="808"/>
                      <ns1:pt x="978" y="810"/>
                      <ns1:pt x="977" y="812"/>
                    </ns1:cubicBezTo>
                    <ns1:cubicBezTo>
                      <ns1:pt x="976" y="813"/>
                      <ns1:pt x="976" y="815"/>
                      <ns1:pt x="977" y="816"/>
                    </ns1:cubicBezTo>
                    <ns1:cubicBezTo>
                      <ns1:pt x="986" y="826"/>
                      <ns1:pt x="995" y="836"/>
                      <ns1:pt x="1004" y="847"/>
                    </ns1:cubicBezTo>
                    <ns1:cubicBezTo>
                      <ns1:pt x="1005" y="844"/>
                      <ns1:pt x="1008" y="842"/>
                      <ns1:pt x="1007" y="841"/>
                    </ns1:cubicBezTo>
                    <ns1:cubicBezTo>
                      <ns1:pt x="1006" y="838"/>
                      <ns1:pt x="1004" y="836"/>
                      <ns1:pt x="1002" y="833"/>
                    </ns1:cubicBezTo>
                    <ns1:cubicBezTo>
                      <ns1:pt x="1004" y="830"/>
                      <ns1:pt x="1006" y="826"/>
                      <ns1:pt x="1008" y="823"/>
                    </ns1:cubicBezTo>
                    <ns1:cubicBezTo>
                      <ns1:pt x="1009" y="822"/>
                      <ns1:pt x="1011" y="821"/>
                      <ns1:pt x="1012" y="822"/>
                    </ns1:cubicBezTo>
                    <ns1:cubicBezTo>
                      <ns1:pt x="1018" y="824"/>
                      <ns1:pt x="1020" y="821"/>
                      <ns1:pt x="1022" y="816"/>
                    </ns1:cubicBezTo>
                    <ns1:cubicBezTo>
                      <ns1:pt x="1008" y="813"/>
                      <ns1:pt x="994" y="810"/>
                      <ns1:pt x="980" y="806"/>
                    </ns1:cubicBezTo>
                    <ns1:close/>
                    <ns1:moveTo>
                      <ns1:pt x="722" y="1063"/>
                    </ns1:moveTo>
                    <ns1:cubicBezTo>
                      <ns1:pt x="715" y="1051"/>
                      <ns1:pt x="707" y="1039"/>
                      <ns1:pt x="699" y="1027"/>
                    </ns1:cubicBezTo>
                    <ns1:cubicBezTo>
                      <ns1:pt x="698" y="1027"/>
                      <ns1:pt x="697" y="1028"/>
                      <ns1:pt x="696" y="1028"/>
                    </ns1:cubicBezTo>
                    <ns1:cubicBezTo>
                      <ns1:pt x="691" y="1028"/>
                      <ns1:pt x="690" y="1031"/>
                      <ns1:pt x="690" y="1035"/>
                    </ns1:cubicBezTo>
                    <ns1:cubicBezTo>
                      <ns1:pt x="690" y="1046"/>
                      <ns1:pt x="689" y="1056"/>
                      <ns1:pt x="688" y="1066"/>
                    </ns1:cubicBezTo>
                    <ns1:cubicBezTo>
                      <ns1:pt x="688" y="1068"/>
                      <ns1:pt x="688" y="1070"/>
                      <ns1:pt x="688" y="1073"/>
                    </ns1:cubicBezTo>
                    <ns1:cubicBezTo>
                      <ns1:pt x="691" y="1071"/>
                      <ns1:pt x="696" y="1073"/>
                      <ns1:pt x="695" y="1068"/>
                    </ns1:cubicBezTo>
                    <ns1:cubicBezTo>
                      <ns1:pt x="695" y="1062"/>
                      <ns1:pt x="697" y="1060"/>
                      <ns1:pt x="702" y="1060"/>
                    </ns1:cubicBezTo>
                    <ns1:cubicBezTo>
                      <ns1:pt x="705" y="1059"/>
                      <ns1:pt x="707" y="1058"/>
                      <ns1:pt x="710" y="1058"/>
                    </ns1:cubicBezTo>
                    <ns1:cubicBezTo>
                      <ns1:pt x="715" y="1065"/>
                      <ns1:pt x="715" y="1065"/>
                      <ns1:pt x="722" y="1063"/>
                    </ns1:cubicBezTo>
                    <ns1:close/>
                    <ns1:moveTo>
                      <ns1:pt x="481" y="1038"/>
                    </ns1:moveTo>
                    <ns1:cubicBezTo>
                      <ns1:pt x="474" y="1051"/>
                      <ns1:pt x="468" y="1063"/>
                      <ns1:pt x="461" y="1075"/>
                    </ns1:cubicBezTo>
                    <ns1:cubicBezTo>
                      <ns1:pt x="468" y="1078"/>
                      <ns1:pt x="468" y="1078"/>
                      <ns1:pt x="471" y="1072"/>
                    </ns1:cubicBezTo>
                    <ns1:cubicBezTo>
                      <ns1:pt x="472" y="1070"/>
                      <ns1:pt x="473" y="1069"/>
                      <ns1:pt x="476" y="1070"/>
                    </ns1:cubicBezTo>
                    <ns1:cubicBezTo>
                      <ns1:pt x="482" y="1071"/>
                      <ns1:pt x="490" y="1070"/>
                      <ns1:pt x="488" y="1081"/>
                    </ns1:cubicBezTo>
                    <ns1:cubicBezTo>
                      <ns1:pt x="491" y="1081"/>
                      <ns1:pt x="493" y="1081"/>
                      <ns1:pt x="496" y="1082"/>
                    </ns1:cubicBezTo>
                    <ns1:cubicBezTo>
                      <ns1:pt x="494" y="1070"/>
                      <ns1:pt x="493" y="1059"/>
                      <ns1:pt x="491" y="1048"/>
                    </ns1:cubicBezTo>
                    <ns1:cubicBezTo>
                      <ns1:pt x="490" y="1039"/>
                      <ns1:pt x="490" y="1039"/>
                      <ns1:pt x="481" y="1038"/>
                    </ns1:cubicBezTo>
                    <ns1:close/>
                    <ns1:moveTo>
                      <ns1:pt x="121" y="779"/>
                    </ns1:moveTo>
                    <ns1:cubicBezTo>
                      <ns1:pt x="119" y="774"/>
                      <ns1:pt x="117" y="770"/>
                      <ns1:pt x="115" y="765"/>
                    </ns1:cubicBezTo>
                    <ns1:cubicBezTo>
                      <ns1:pt x="118" y="763"/>
                      <ns1:pt x="120" y="762"/>
                      <ns1:pt x="123" y="761"/>
                    </ns1:cubicBezTo>
                    <ns1:cubicBezTo>
                      <ns1:pt x="126" y="766"/>
                      <ns1:pt x="128" y="771"/>
                      <ns1:pt x="130" y="776"/>
                    </ns1:cubicBezTo>
                    <ns1:cubicBezTo>
                      <ns1:pt x="132" y="775"/>
                      <ns1:pt x="134" y="774"/>
                      <ns1:pt x="136" y="773"/>
                    </ns1:cubicBezTo>
                    <ns1:cubicBezTo>
                      <ns1:pt x="133" y="766"/>
                      <ns1:pt x="130" y="759"/>
                      <ns1:pt x="126" y="751"/>
                    </ns1:cubicBezTo>
                    <ns1:cubicBezTo>
                      <ns1:pt x="113" y="757"/>
                      <ns1:pt x="101" y="762"/>
                      <ns1:pt x="89" y="768"/>
                    </ns1:cubicBezTo>
                    <ns1:cubicBezTo>
                      <ns1:pt x="92" y="776"/>
                      <ns1:pt x="96" y="783"/>
                      <ns1:pt x="99" y="791"/>
                    </ns1:cubicBezTo>
                    <ns1:cubicBezTo>
                      <ns1:pt x="101" y="790"/>
                      <ns1:pt x="103" y="789"/>
                      <ns1:pt x="105" y="788"/>
                    </ns1:cubicBezTo>
                    <ns1:cubicBezTo>
                      <ns1:pt x="103" y="782"/>
                      <ns1:pt x="101" y="777"/>
                      <ns1:pt x="98" y="772"/>
                    </ns1:cubicBezTo>
                    <ns1:cubicBezTo>
                      <ns1:pt x="102" y="771"/>
                      <ns1:pt x="105" y="769"/>
                      <ns1:pt x="108" y="768"/>
                    </ns1:cubicBezTo>
                    <ns1:cubicBezTo>
                      <ns1:pt x="110" y="773"/>
                      <ns1:pt x="112" y="777"/>
                      <ns1:pt x="115" y="782"/>
                    </ns1:cubicBezTo>
                    <ns1:cubicBezTo>
                      <ns1:pt x="117" y="781"/>
                      <ns1:pt x="119" y="780"/>
                      <ns1:pt x="121" y="779"/>
                    </ns1:cubicBezTo>
                    <ns1:close/>
                    <ns1:moveTo>
                      <ns1:pt x="366" y="1046"/>
                    </ns1:moveTo>
                    <ns1:cubicBezTo>
                      <ns1:pt x="368" y="1033"/>
                      <ns1:pt x="369" y="1020"/>
                      <ns1:pt x="371" y="1007"/>
                    </ns1:cubicBezTo>
                    <ns1:cubicBezTo>
                      <ns1:pt x="372" y="1002"/>
                      <ns1:pt x="368" y="1003"/>
                      <ns1:pt x="366" y="1001"/>
                    </ns1:cubicBezTo>
                    <ns1:cubicBezTo>
                      <ns1:pt x="364" y="1000"/>
                      <ns1:pt x="362" y="1000"/>
                      <ns1:pt x="360" y="1002"/>
                    </ns1:cubicBezTo>
                    <ns1:cubicBezTo>
                      <ns1:pt x="355" y="1008"/>
                      <ns1:pt x="349" y="1015"/>
                      <ns1:pt x="343" y="1021"/>
                    </ns1:cubicBezTo>
                    <ns1:cubicBezTo>
                      <ns1:pt x="340" y="1024"/>
                      <ns1:pt x="337" y="1028"/>
                      <ns1:pt x="334" y="1031"/>
                    </ns1:cubicBezTo>
                    <ns1:cubicBezTo>
                      <ns1:pt x="340" y="1038"/>
                      <ns1:pt x="343" y="1031"/>
                      <ns1:pt x="347" y="1028"/>
                    </ns1:cubicBezTo>
                    <ns1:cubicBezTo>
                      <ns1:pt x="350" y="1030"/>
                      <ns1:pt x="354" y="1031"/>
                      <ns1:pt x="357" y="1033"/>
                    </ns1:cubicBezTo>
                    <ns1:cubicBezTo>
                      <ns1:pt x="358" y="1034"/>
                      <ns1:pt x="359" y="1036"/>
                      <ns1:pt x="359" y="1037"/>
                    </ns1:cubicBezTo>
                    <ns1:cubicBezTo>
                      <ns1:pt x="359" y="1044"/>
                      <ns1:pt x="359" y="1044"/>
                      <ns1:pt x="366" y="1046"/>
                    </ns1:cubicBezTo>
                    <ns1:close/>
                    <ns1:moveTo>
                      <ns1:pt x="943" y="862"/>
                    </ns1:moveTo>
                    <ns1:cubicBezTo>
                      <ns1:pt x="937" y="869"/>
                      <ns1:pt x="932" y="875"/>
                      <ns1:pt x="927" y="881"/>
                    </ns1:cubicBezTo>
                    <ns1:cubicBezTo>
                      <ns1:pt x="938" y="890"/>
                      <ns1:pt x="948" y="899"/>
                      <ns1:pt x="959" y="907"/>
                    </ns1:cubicBezTo>
                    <ns1:cubicBezTo>
                      <ns1:pt x="964" y="901"/>
                      <ns1:pt x="969" y="894"/>
                      <ns1:pt x="975" y="888"/>
                    </ns1:cubicBezTo>
                    <ns1:cubicBezTo>
                      <ns1:pt x="973" y="886"/>
                      <ns1:pt x="971" y="885"/>
                      <ns1:pt x="969" y="884"/>
                    </ns1:cubicBezTo>
                    <ns1:cubicBezTo>
                      <ns1:pt x="966" y="888"/>
                      <ns1:pt x="962" y="892"/>
                      <ns1:pt x="958" y="897"/>
                    </ns1:cubicBezTo>
                    <ns1:cubicBezTo>
                      <ns1:pt x="955" y="895"/>
                      <ns1:pt x="953" y="892"/>
                      <ns1:pt x="950" y="890"/>
                    </ns1:cubicBezTo>
                    <ns1:cubicBezTo>
                      <ns1:pt x="953" y="886"/>
                      <ns1:pt x="957" y="882"/>
                      <ns1:pt x="960" y="878"/>
                    </ns1:cubicBezTo>
                    <ns1:cubicBezTo>
                      <ns1:pt x="958" y="876"/>
                      <ns1:pt x="956" y="875"/>
                      <ns1:pt x="955" y="874"/>
                    </ns1:cubicBezTo>
                    <ns1:cubicBezTo>
                      <ns1:pt x="951" y="878"/>
                      <ns1:pt x="948" y="882"/>
                      <ns1:pt x="945" y="886"/>
                    </ns1:cubicBezTo>
                    <ns1:cubicBezTo>
                      <ns1:pt x="942" y="883"/>
                      <ns1:pt x="940" y="882"/>
                      <ns1:pt x="937" y="880"/>
                    </ns1:cubicBezTo>
                    <ns1:cubicBezTo>
                      <ns1:pt x="941" y="875"/>
                      <ns1:pt x="944" y="871"/>
                      <ns1:pt x="948" y="867"/>
                    </ns1:cubicBezTo>
                    <ns1:cubicBezTo>
                      <ns1:pt x="946" y="865"/>
                      <ns1:pt x="945" y="864"/>
                      <ns1:pt x="943" y="862"/>
                    </ns1:cubicBezTo>
                    <ns1:close/>
                    <ns1:moveTo>
                      <ns1:pt x="885" y="933"/>
                    </ns1:moveTo>
                    <ns1:cubicBezTo>
                      <ns1:pt x="889" y="929"/>
                      <ns1:pt x="893" y="926"/>
                      <ns1:pt x="897" y="922"/>
                    </ns1:cubicBezTo>
                    <ns1:cubicBezTo>
                      <ns1:pt x="899" y="932"/>
                      <ns1:pt x="900" y="941"/>
                      <ns1:pt x="902" y="950"/>
                    </ns1:cubicBezTo>
                    <ns1:cubicBezTo>
                      <ns1:pt x="902" y="953"/>
                      <ns1:pt x="905" y="956"/>
                      <ns1:pt x="906" y="960"/>
                    </ns1:cubicBezTo>
                    <ns1:cubicBezTo>
                      <ns1:pt x="914" y="953"/>
                      <ns1:pt x="921" y="947"/>
                      <ns1:pt x="928" y="940"/>
                    </ns1:cubicBezTo>
                    <ns1:cubicBezTo>
                      <ns1:pt x="926" y="938"/>
                      <ns1:pt x="925" y="937"/>
                      <ns1:pt x="923" y="935"/>
                    </ns1:cubicBezTo>
                    <ns1:cubicBezTo>
                      <ns1:pt x="919" y="939"/>
                      <ns1:pt x="914" y="943"/>
                      <ns1:pt x="910" y="948"/>
                    </ns1:cubicBezTo>
                    <ns1:cubicBezTo>
                      <ns1:pt x="908" y="938"/>
                      <ns1:pt x="907" y="929"/>
                      <ns1:pt x="905" y="920"/>
                    </ns1:cubicBezTo>
                    <ns1:cubicBezTo>
                      <ns1:pt x="904" y="916"/>
                      <ns1:pt x="902" y="913"/>
                      <ns1:pt x="900" y="910"/>
                    </ns1:cubicBezTo>
                    <ns1:cubicBezTo>
                      <ns1:pt x="893" y="916"/>
                      <ns1:pt x="887" y="922"/>
                      <ns1:pt x="880" y="928"/>
                    </ns1:cubicBezTo>
                    <ns1:cubicBezTo>
                      <ns1:pt x="882" y="930"/>
                      <ns1:pt x="883" y="932"/>
                      <ns1:pt x="885" y="933"/>
                    </ns1:cubicBezTo>
                    <ns1:close/>
                    <ns1:moveTo>
                      <ns1:pt x="1059" y="560"/>
                    </ns1:moveTo>
                    <ns1:cubicBezTo>
                      <ns1:pt x="1059" y="565"/>
                      <ns1:pt x="1059" y="570"/>
                      <ns1:pt x="1059" y="575"/>
                    </ns1:cubicBezTo>
                    <ns1:cubicBezTo>
                      <ns1:pt x="1056" y="575"/>
                      <ns1:pt x="1053" y="575"/>
                      <ns1:pt x="1050" y="575"/>
                    </ns1:cubicBezTo>
                    <ns1:cubicBezTo>
                      <ns1:pt x="1050" y="569"/>
                      <ns1:pt x="1050" y="564"/>
                      <ns1:pt x="1050" y="558"/>
                    </ns1:cubicBezTo>
                    <ns1:cubicBezTo>
                      <ns1:pt x="1047" y="558"/>
                      <ns1:pt x="1045" y="558"/>
                      <ns1:pt x="1043" y="558"/>
                    </ns1:cubicBezTo>
                    <ns1:cubicBezTo>
                      <ns1:pt x="1043" y="567"/>
                      <ns1:pt x="1043" y="575"/>
                      <ns1:pt x="1043" y="583"/>
                    </ns1:cubicBezTo>
                    <ns1:cubicBezTo>
                      <ns1:pt x="1057" y="583"/>
                      <ns1:pt x="1071" y="583"/>
                      <ns1:pt x="1084" y="583"/>
                    </ns1:cubicBezTo>
                    <ns1:cubicBezTo>
                      <ns1:pt x="1084" y="574"/>
                      <ns1:pt x="1084" y="566"/>
                      <ns1:pt x="1084" y="558"/>
                    </ns1:cubicBezTo>
                    <ns1:cubicBezTo>
                      <ns1:pt x="1082" y="558"/>
                      <ns1:pt x="1080" y="558"/>
                      <ns1:pt x="1077" y="558"/>
                    </ns1:cubicBezTo>
                    <ns1:cubicBezTo>
                      <ns1:pt x="1077" y="564"/>
                      <ns1:pt x="1077" y="569"/>
                      <ns1:pt x="1077" y="575"/>
                    </ns1:cubicBezTo>
                    <ns1:cubicBezTo>
                      <ns1:pt x="1074" y="575"/>
                      <ns1:pt x="1070" y="575"/>
                      <ns1:pt x="1066" y="575"/>
                    </ns1:cubicBezTo>
                    <ns1:cubicBezTo>
                      <ns1:pt x="1066" y="569"/>
                      <ns1:pt x="1066" y="565"/>
                      <ns1:pt x="1066" y="560"/>
                    </ns1:cubicBezTo>
                    <ns1:cubicBezTo>
                      <ns1:pt x="1064" y="560"/>
                      <ns1:pt x="1062" y="560"/>
                      <ns1:pt x="1059" y="560"/>
                    </ns1:cubicBezTo>
                    <ns1:close/>
                    <ns1:moveTo>
                      <ns1:pt x="823" y="1003"/>
                    </ns1:moveTo>
                    <ns1:cubicBezTo>
                      <ns1:pt x="825" y="1007"/>
                      <ns1:pt x="825" y="1011"/>
                      <ns1:pt x="821" y="1013"/>
                    </ns1:cubicBezTo>
                    <ns1:cubicBezTo>
                      <ns1:pt x="820" y="1014"/>
                      <ns1:pt x="816" y="1014"/>
                      <ns1:pt x="815" y="1013"/>
                    </ns1:cubicBezTo>
                    <ns1:cubicBezTo>
                      <ns1:pt x="808" y="1008"/>
                      <ns1:pt x="805" y="1001"/>
                      <ns1:pt x="804" y="994"/>
                    </ns1:cubicBezTo>
                    <ns1:cubicBezTo>
                      <ns1:pt x="804" y="992"/>
                      <ns1:pt x="805" y="988"/>
                      <ns1:pt x="807" y="988"/>
                    </ns1:cubicBezTo>
                    <ns1:cubicBezTo>
                      <ns1:pt x="809" y="987"/>
                      <ns1:pt x="811" y="988"/>
                      <ns1:pt x="814" y="988"/>
                    </ns1:cubicBezTo>
                    <ns1:cubicBezTo>
                      <ns1:pt x="815" y="989"/>
                      <ns1:pt x="815" y="990"/>
                      <ns1:pt x="816" y="991"/>
                    </ns1:cubicBezTo>
                    <ns1:cubicBezTo>
                      <ns1:pt x="819" y="989"/>
                      <ns1:pt x="821" y="988"/>
                      <ns1:pt x="823" y="987"/>
                    </ns1:cubicBezTo>
                    <ns1:cubicBezTo>
                      <ns1:pt x="818" y="979"/>
                      <ns1:pt x="812" y="978"/>
                      <ns1:pt x="805" y="981"/>
                    </ns1:cubicBezTo>
                    <ns1:cubicBezTo>
                      <ns1:pt x="798" y="984"/>
                      <ns1:pt x="794" y="990"/>
                      <ns1:pt x="796" y="998"/>
                    </ns1:cubicBezTo>
                    <ns1:cubicBezTo>
                      <ns1:pt x="798" y="1004"/>
                      <ns1:pt x="801" y="1010"/>
                      <ns1:pt x="805" y="1015"/>
                    </ns1:cubicBezTo>
                    <ns1:cubicBezTo>
                      <ns1:pt x="812" y="1024"/>
                      <ns1:pt x="824" y="1022"/>
                      <ns1:pt x="830" y="1013"/>
                    </ns1:cubicBezTo>
                    <ns1:cubicBezTo>
                      <ns1:pt x="833" y="1009"/>
                      <ns1:pt x="833" y="1005"/>
                      <ns1:pt x="830" y="1000"/>
                    </ns1:cubicBezTo>
                    <ns1:cubicBezTo>
                      <ns1:pt x="828" y="1001"/>
                      <ns1:pt x="826" y="1002"/>
                      <ns1:pt x="823" y="1003"/>
                    </ns1:cubicBezTo>
                    <ns1:close/>
                    <ns1:moveTo>
                      <ns1:pt x="73" y="466"/>
                    </ns1:moveTo>
                    <ns1:cubicBezTo>
                      <ns1:pt x="69" y="465"/>
                      <ns1:pt x="66" y="462"/>
                      <ns1:pt x="68" y="458"/>
                    </ns1:cubicBezTo>
                    <ns1:cubicBezTo>
                      <ns1:pt x="68" y="456"/>
                      <ns1:pt x="71" y="454"/>
                      <ns1:pt x="73" y="453"/>
                    </ns1:cubicBezTo>
                    <ns1:cubicBezTo>
                      <ns1:pt x="80" y="452"/>
                      <ns1:pt x="88" y="454"/>
                      <ns1:pt x="94" y="458"/>
                    </ns1:cubicBezTo>
                    <ns1:cubicBezTo>
                      <ns1:pt x="95" y="459"/>
                      <ns1:pt x="97" y="463"/>
                      <ns1:pt x="96" y="465"/>
                    </ns1:cubicBezTo>
                    <ns1:cubicBezTo>
                      <ns1:pt x="95" y="467"/>
                      <ns1:pt x="93" y="468"/>
                      <ns1:pt x="91" y="469"/>
                    </ns1:cubicBezTo>
                    <ns1:cubicBezTo>
                      <ns1:pt x="90" y="470"/>
                      <ns1:pt x="89" y="469"/>
                      <ns1:pt x="87" y="470"/>
                    </ns1:cubicBezTo>
                    <ns1:cubicBezTo>
                      <ns1:pt x="87" y="472"/>
                      <ns1:pt x="86" y="475"/>
                      <ns1:pt x="86" y="477"/>
                    </ns1:cubicBezTo>
                    <ns1:cubicBezTo>
                      <ns1:pt x="94" y="478"/>
                      <ns1:pt x="99" y="476"/>
                      <ns1:pt x="101" y="469"/>
                    </ns1:cubicBezTo>
                    <ns1:cubicBezTo>
                      <ns1:pt x="105" y="462"/>
                      <ns1:pt x="104" y="456"/>
                      <ns1:pt x="98" y="451"/>
                    </ns1:cubicBezTo>
                    <ns1:cubicBezTo>
                      <ns1:pt x="90" y="446"/>
                      <ns1:pt x="82" y="444"/>
                      <ns1:pt x="72" y="445"/>
                    </ns1:cubicBezTo>
                    <ns1:cubicBezTo>
                      <ns1:pt x="66" y="446"/>
                      <ns1:pt x="61" y="452"/>
                      <ns1:pt x="61" y="460"/>
                    </ns1:cubicBezTo>
                    <ns1:cubicBezTo>
                      <ns1:pt x="61" y="467"/>
                      <ns1:pt x="64" y="471"/>
                      <ns1:pt x="71" y="474"/>
                    </ns1:cubicBezTo>
                    <ns1:cubicBezTo>
                      <ns1:pt x="72" y="472"/>
                      <ns1:pt x="73" y="469"/>
                      <ns1:pt x="73" y="466"/>
                    </ns1:cubicBezTo>
                    <ns1:close/>
                    <ns1:moveTo>
                      <ns1:pt x="287" y="988"/>
                    </ns1:moveTo>
                    <ns1:cubicBezTo>
                      <ns1:pt x="286" y="989"/>
                      <ns1:pt x="285" y="990"/>
                      <ns1:pt x="284" y="991"/>
                    </ns1:cubicBezTo>
                    <ns1:cubicBezTo>
                      <ns1:pt x="282" y="991"/>
                      <ns1:pt x="279" y="992"/>
                      <ns1:pt x="277" y="991"/>
                    </ns1:cubicBezTo>
                    <ns1:cubicBezTo>
                      <ns1:pt x="275" y="989"/>
                      <ns1:pt x="274" y="986"/>
                      <ns1:pt x="274" y="984"/>
                    </ns1:cubicBezTo>
                    <ns1:cubicBezTo>
                      <ns1:pt x="276" y="977"/>
                      <ns1:pt x="280" y="971"/>
                      <ns1:pt x="287" y="967"/>
                    </ns1:cubicBezTo>
                    <ns1:cubicBezTo>
                      <ns1:pt x="288" y="965"/>
                      <ns1:pt x="292" y="966"/>
                      <ns1:pt x="294" y="967"/>
                    </ns1:cubicBezTo>
                    <ns1:cubicBezTo>
                      <ns1:pt x="295" y="968"/>
                      <ns1:pt x="295" y="971"/>
                      <ns1:pt x="296" y="973"/>
                    </ns1:cubicBezTo>
                    <ns1:cubicBezTo>
                      <ns1:pt x="296" y="974"/>
                      <ns1:pt x="295" y="975"/>
                      <ns1:pt x="295" y="977"/>
                    </ns1:cubicBezTo>
                    <ns1:cubicBezTo>
                      <ns1:pt x="297" y="978"/>
                      <ns1:pt x="299" y="979"/>
                      <ns1:pt x="301" y="981"/>
                    </ns1:cubicBezTo>
                    <ns1:cubicBezTo>
                      <ns1:pt x="306" y="974"/>
                      <ns1:pt x="305" y="968"/>
                      <ns1:pt x="300" y="963"/>
                    </ns1:cubicBezTo>
                    <ns1:cubicBezTo>
                      <ns1:pt x="294" y="958"/>
                      <ns1:pt x="288" y="956"/>
                      <ns1:pt x="281" y="960"/>
                    </ns1:cubicBezTo>
                    <ns1:cubicBezTo>
                      <ns1:pt x="274" y="965"/>
                      <ns1:pt x="269" y="972"/>
                      <ns1:pt x="267" y="981"/>
                    </ns1:cubicBezTo>
                    <ns1:cubicBezTo>
                      <ns1:pt x="265" y="988"/>
                      <ns1:pt x="269" y="994"/>
                      <ns1:pt x="277" y="998"/>
                    </ns1:cubicBezTo>
                    <ns1:cubicBezTo>
                      <ns1:pt x="283" y="1001"/>
                      <ns1:pt x="288" y="999"/>
                      <ns1:pt x="293" y="993"/>
                    </ns1:cubicBezTo>
                    <ns1:cubicBezTo>
                      <ns1:pt x="291" y="991"/>
                      <ns1:pt x="289" y="990"/>
                      <ns1:pt x="287" y="988"/>
                    </ns1:cubicBezTo>
                    <ns1:close/>
                    <ns1:moveTo>
                      <ns1:pt x="1075" y="605"/>
                    </ns1:moveTo>
                    <ns1:cubicBezTo>
                      <ns1:pt x="1063" y="608"/>
                      <ns1:pt x="1052" y="610"/>
                      <ns1:pt x="1041" y="613"/>
                    </ns1:cubicBezTo>
                    <ns1:cubicBezTo>
                      <ns1:pt x="1041" y="616"/>
                      <ns1:pt x="1041" y="618"/>
                      <ns1:pt x="1041" y="621"/>
                    </ns1:cubicBezTo>
                    <ns1:cubicBezTo>
                      <ns1:pt x="1053" y="618"/>
                      <ns1:pt x="1064" y="615"/>
                      <ns1:pt x="1075" y="612"/>
                    </ns1:cubicBezTo>
                    <ns1:cubicBezTo>
                      <ns1:pt x="1083" y="610"/>
                      <ns1:pt x="1083" y="610"/>
                      <ns1:pt x="1083" y="602"/>
                    </ns1:cubicBezTo>
                    <ns1:cubicBezTo>
                      <ns1:pt x="1070" y="597"/>
                      <ns1:pt x="1057" y="591"/>
                      <ns1:pt x="1043" y="586"/>
                    </ns1:cubicBezTo>
                    <ns1:cubicBezTo>
                      <ns1:pt x="1043" y="593"/>
                      <ns1:pt x="1042" y="593"/>
                      <ns1:pt x="1049" y="596"/>
                    </ns1:cubicBezTo>
                    <ns1:cubicBezTo>
                      <ns1:pt x="1057" y="599"/>
                      <ns1:pt x="1065" y="602"/>
                      <ns1:pt x="1075" y="605"/>
                    </ns1:cubicBezTo>
                    <ns1:close/>
                    <ns1:moveTo>
                      <ns1:pt x="103" y="677"/>
                    </ns1:moveTo>
                    <ns1:cubicBezTo>
                      <ns1:pt x="89" y="681"/>
                      <ns1:pt x="76" y="684"/>
                      <ns1:pt x="63" y="688"/>
                    </ns1:cubicBezTo>
                    <ns1:cubicBezTo>
                      <ns1:pt x="64" y="690"/>
                      <ns1:pt x="64" y="693"/>
                      <ns1:pt x="65" y="695"/>
                    </ns1:cubicBezTo>
                    <ns1:cubicBezTo>
                      <ns1:pt x="71" y="694"/>
                      <ns1:pt x="76" y="692"/>
                      <ns1:pt x="82" y="691"/>
                    </ns1:cubicBezTo>
                    <ns1:cubicBezTo>
                      <ns1:pt x="83" y="696"/>
                      <ns1:pt x="84" y="700"/>
                      <ns1:pt x="86" y="705"/>
                    </ns1:cubicBezTo>
                    <ns1:cubicBezTo>
                      <ns1:pt x="88" y="705"/>
                      <ns1:pt x="90" y="704"/>
                      <ns1:pt x="92" y="704"/>
                    </ns1:cubicBezTo>
                    <ns1:cubicBezTo>
                      <ns1:pt x="91" y="699"/>
                      <ns1:pt x="90" y="694"/>
                      <ns1:pt x="89" y="689"/>
                    </ns1:cubicBezTo>
                    <ns1:cubicBezTo>
                      <ns1:pt x="92" y="688"/>
                      <ns1:pt x="95" y="688"/>
                      <ns1:pt x="98" y="687"/>
                    </ns1:cubicBezTo>
                    <ns1:cubicBezTo>
                      <ns1:pt x="99" y="692"/>
                      <ns1:pt x="101" y="697"/>
                      <ns1:pt x="102" y="702"/>
                    </ns1:cubicBezTo>
                    <ns1:cubicBezTo>
                      <ns1:pt x="105" y="701"/>
                      <ns1:pt x="106" y="701"/>
                      <ns1:pt x="109" y="700"/>
                    </ns1:cubicBezTo>
                    <ns1:cubicBezTo>
                      <ns1:pt x="107" y="693"/>
                      <ns1:pt x="105" y="685"/>
                      <ns1:pt x="103" y="677"/>
                    </ns1:cubicBezTo>
                    <ns1:close/>
                    <ns1:moveTo>
                      <ns1:pt x="1027" y="444"/>
                    </ns1:moveTo>
                    <ns1:cubicBezTo>
                      <ns1:pt x="1039" y="437"/>
                      <ns1:pt x="1047" y="423"/>
                      <ns1:pt x="1063" y="421"/>
                    </ns1:cubicBezTo>
                    <ns1:cubicBezTo>
                      <ns1:pt x="1062" y="418"/>
                      <ns1:pt x="1061" y="416"/>
                      <ns1:pt x="1060" y="413"/>
                    </ns1:cubicBezTo>
                    <ns1:cubicBezTo>
                      <ns1:pt x="1046" y="421"/>
                      <ns1:pt x="1032" y="414"/>
                      <ns1:pt x="1018" y="414"/>
                    </ns1:cubicBezTo>
                    <ns1:cubicBezTo>
                      <ns1:pt x="1019" y="421"/>
                      <ns1:pt x="1019" y="421"/>
                      <ns1:pt x="1025" y="422"/>
                    </ns1:cubicBezTo>
                    <ns1:cubicBezTo>
                      <ns1:pt x="1030" y="422"/>
                      <ns1:pt x="1034" y="423"/>
                      <ns1:pt x="1040" y="423"/>
                    </ns1:cubicBezTo>
                    <ns1:cubicBezTo>
                      <ns1:pt x="1036" y="426"/>
                      <ns1:pt x="1034" y="429"/>
                      <ns1:pt x="1031" y="431"/>
                    </ns1:cubicBezTo>
                    <ns1:cubicBezTo>
                      <ns1:pt x="1024" y="436"/>
                      <ns1:pt x="1024" y="436"/>
                      <ns1:pt x="1027" y="444"/>
                    </ns1:cubicBezTo>
                    <ns1:close/>
                    <ns1:moveTo>
                      <ns1:pt x="555" y="1052"/>
                    </ns1:moveTo>
                    <ns1:cubicBezTo>
                      <ns1:pt x="559" y="1052"/>
                      <ns1:pt x="562" y="1052"/>
                      <ns1:pt x="566" y="1052"/>
                    </ns1:cubicBezTo>
                    <ns1:cubicBezTo>
                      <ns1:pt x="566" y="1050"/>
                      <ns1:pt x="566" y="1048"/>
                      <ns1:pt x="566" y="1045"/>
                    </ns1:cubicBezTo>
                    <ns1:cubicBezTo>
                      <ns1:pt x="556" y="1045"/>
                      <ns1:pt x="546" y="1045"/>
                      <ns1:pt x="536" y="1045"/>
                    </ns1:cubicBezTo>
                    <ns1:cubicBezTo>
                      <ns1:pt x="536" y="1047"/>
                      <ns1:pt x="536" y="1049"/>
                      <ns1:pt x="536" y="1052"/>
                    </ns1:cubicBezTo>
                    <ns1:cubicBezTo>
                      <ns1:pt x="540" y="1052"/>
                      <ns1:pt x="543" y="1052"/>
                      <ns1:pt x="546" y="1052"/>
                    </ns1:cubicBezTo>
                    <ns1:cubicBezTo>
                      <ns1:pt x="546" y="1064"/>
                      <ns1:pt x="546" y="1075"/>
                      <ns1:pt x="546" y="1086"/>
                    </ns1:cubicBezTo>
                    <ns1:cubicBezTo>
                      <ns1:pt x="549" y="1086"/>
                      <ns1:pt x="551" y="1086"/>
                      <ns1:pt x="555" y="1086"/>
                    </ns1:cubicBezTo>
                    <ns1:cubicBezTo>
                      <ns1:pt x="555" y="1075"/>
                      <ns1:pt x="555" y="1064"/>
                      <ns1:pt x="555" y="1052"/>
                    </ns1:cubicBezTo>
                    <ns1:close/>
                    <ns1:moveTo>
                      <ns1:pt x="1038" y="463"/>
                    </ns1:moveTo>
                    <ns1:cubicBezTo>
                      <ns1:pt x="1050" y="460"/>
                      <ns1:pt x="1061" y="457"/>
                      <ns1:pt x="1072" y="455"/>
                    </ns1:cubicBezTo>
                    <ns1:cubicBezTo>
                      <ns1:pt x="1071" y="452"/>
                      <ns1:pt x="1070" y="450"/>
                      <ns1:pt x="1070" y="447"/>
                    </ns1:cubicBezTo>
                    <ns1:cubicBezTo>
                      <ns1:pt x="1058" y="450"/>
                      <ns1:pt x="1048" y="452"/>
                      <ns1:pt x="1037" y="455"/>
                    </ns1:cubicBezTo>
                    <ns1:cubicBezTo>
                      <ns1:pt x="1036" y="451"/>
                      <ns1:pt x="1035" y="448"/>
                      <ns1:pt x="1034" y="444"/>
                    </ns1:cubicBezTo>
                    <ns1:cubicBezTo>
                      <ns1:pt x="1032" y="445"/>
                      <ns1:pt x="1030" y="445"/>
                      <ns1:pt x="1027" y="446"/>
                    </ns1:cubicBezTo>
                    <ns1:cubicBezTo>
                      <ns1:pt x="1030" y="456"/>
                      <ns1:pt x="1032" y="465"/>
                      <ns1:pt x="1034" y="475"/>
                    </ns1:cubicBezTo>
                    <ns1:cubicBezTo>
                      <ns1:pt x="1037" y="474"/>
                      <ns1:pt x="1038" y="474"/>
                      <ns1:pt x="1041" y="473"/>
                    </ns1:cubicBezTo>
                    <ns1:cubicBezTo>
                      <ns1:pt x="1040" y="470"/>
                      <ns1:pt x="1039" y="466"/>
                      <ns1:pt x="1038" y="463"/>
                    </ns1:cubicBezTo>
                    <ns1:close/>
                    <ns1:moveTo>
                      <ns1:pt x="783" y="1040"/>
                    </ns1:moveTo>
                    <ns1:cubicBezTo>
                      <ns1:pt x="778" y="1029"/>
                      <ns1:pt x="773" y="1019"/>
                      <ns1:pt x="769" y="1009"/>
                    </ns1:cubicBezTo>
                    <ns1:cubicBezTo>
                      <ns1:pt x="772" y="1007"/>
                      <ns1:pt x="775" y="1005"/>
                      <ns1:pt x="779" y="1004"/>
                    </ns1:cubicBezTo>
                    <ns1:cubicBezTo>
                      <ns1:pt x="778" y="1002"/>
                      <ns1:pt x="777" y="1000"/>
                      <ns1:pt x="776" y="998"/>
                    </ns1:cubicBezTo>
                    <ns1:cubicBezTo>
                      <ns1:pt x="766" y="1002"/>
                      <ns1:pt x="758" y="1006"/>
                      <ns1:pt x="749" y="1010"/>
                    </ns1:cubicBezTo>
                    <ns1:cubicBezTo>
                      <ns1:pt x="750" y="1012"/>
                      <ns1:pt x="750" y="1014"/>
                      <ns1:pt x="751" y="1016"/>
                    </ns1:cubicBezTo>
                    <ns1:cubicBezTo>
                      <ns1:pt x="755" y="1015"/>
                      <ns1:pt x="758" y="1013"/>
                      <ns1:pt x="761" y="1012"/>
                    </ns1:cubicBezTo>
                    <ns1:cubicBezTo>
                      <ns1:pt x="766" y="1022"/>
                      <ns1:pt x="771" y="1032"/>
                      <ns1:pt x="775" y="1043"/>
                    </ns1:cubicBezTo>
                    <ns1:cubicBezTo>
                      <ns1:pt x="778" y="1042"/>
                      <ns1:pt x="780" y="1041"/>
                      <ns1:pt x="783" y="1040"/>
                    </ns1:cubicBezTo>
                    <ns1:close/>
                    <ns1:moveTo>
                      <ns1:pt x="271" y="943"/>
                    </ns1:moveTo>
                    <ns1:cubicBezTo>
                      <ns1:pt x="264" y="937"/>
                      <ns1:pt x="256" y="930"/>
                      <ns1:pt x="249" y="924"/>
                    </ns1:cubicBezTo>
                    <ns1:cubicBezTo>
                      <ns1:pt x="247" y="926"/>
                      <ns1:pt x="246" y="927"/>
                      <ns1:pt x="244" y="929"/>
                    </ns1:cubicBezTo>
                    <ns1:cubicBezTo>
                      <ns1:pt x="247" y="932"/>
                      <ns1:pt x="250" y="934"/>
                      <ns1:pt x="252" y="936"/>
                    </ns1:cubicBezTo>
                    <ns1:cubicBezTo>
                      <ns1:pt x="249" y="941"/>
                      <ns1:pt x="245" y="945"/>
                      <ns1:pt x="242" y="949"/>
                    </ns1:cubicBezTo>
                    <ns1:cubicBezTo>
                      <ns1:pt x="238" y="954"/>
                      <ns1:pt x="234" y="958"/>
                      <ns1:pt x="231" y="962"/>
                    </ns1:cubicBezTo>
                    <ns1:cubicBezTo>
                      <ns1:pt x="233" y="964"/>
                      <ns1:pt x="234" y="966"/>
                      <ns1:pt x="237" y="967"/>
                    </ns1:cubicBezTo>
                    <ns1:cubicBezTo>
                      <ns1:pt x="240" y="963"/>
                      <ns1:pt x="244" y="959"/>
                      <ns1:pt x="248" y="954"/>
                    </ns1:cubicBezTo>
                    <ns1:cubicBezTo>
                      <ns1:pt x="251" y="950"/>
                      <ns1:pt x="255" y="946"/>
                      <ns1:pt x="259" y="941"/>
                    </ns1:cubicBezTo>
                    <ns1:cubicBezTo>
                      <ns1:pt x="262" y="944"/>
                      <ns1:pt x="264" y="946"/>
                      <ns1:pt x="267" y="948"/>
                    </ns1:cubicBezTo>
                    <ns1:cubicBezTo>
                      <ns1:pt x="268" y="947"/>
                      <ns1:pt x="270" y="945"/>
                      <ns1:pt x="271" y="943"/>
                    </ns1:cubicBezTo>
                    <ns1:close/>
                    <ns1:moveTo>
                      <ns1:pt x="968" y="876"/>
                    </ns1:moveTo>
                    <ns1:cubicBezTo>
                      <ns1:pt x="974" y="881"/>
                      <ns1:pt x="980" y="881"/>
                      <ns1:pt x="984" y="876"/>
                    </ns1:cubicBezTo>
                    <ns1:cubicBezTo>
                      <ns1:pt x="990" y="870"/>
                      <ns1:pt x="990" y="863"/>
                      <ns1:pt x="984" y="858"/>
                    </ns1:cubicBezTo>
                    <ns1:cubicBezTo>
                      <ns1:pt x="976" y="852"/>
                      <ns1:pt x="968" y="846"/>
                      <ns1:pt x="959" y="840"/>
                    </ns1:cubicBezTo>
                    <ns1:cubicBezTo>
                      <ns1:pt x="958" y="842"/>
                      <ns1:pt x="956" y="844"/>
                      <ns1:pt x="955" y="846"/>
                    </ns1:cubicBezTo>
                    <ns1:cubicBezTo>
                      <ns1:pt x="962" y="852"/>
                      <ns1:pt x="969" y="857"/>
                      <ns1:pt x="977" y="862"/>
                    </ns1:cubicBezTo>
                    <ns1:cubicBezTo>
                      <ns1:pt x="979" y="864"/>
                      <ns1:pt x="983" y="867"/>
                      <ns1:pt x="980" y="871"/>
                    </ns1:cubicBezTo>
                    <ns1:cubicBezTo>
                      <ns1:pt x="978" y="874"/>
                      <ns1:pt x="975" y="871"/>
                      <ns1:pt x="972" y="870"/>
                    </ns1:cubicBezTo>
                    <ns1:cubicBezTo>
                      <ns1:pt x="972" y="870"/>
                      <ns1:pt x="972" y="870"/>
                      <ns1:pt x="971" y="871"/>
                    </ns1:cubicBezTo>
                    <ns1:cubicBezTo>
                      <ns1:pt x="970" y="872"/>
                      <ns1:pt x="969" y="874"/>
                      <ns1:pt x="968" y="876"/>
                    </ns1:cubicBezTo>
                    <ns1:close/>
                    <ns1:moveTo>
                      <ns1:pt x="58" y="608"/>
                    </ns1:moveTo>
                    <ns1:cubicBezTo>
                      <ns1:pt x="69" y="607"/>
                      <ns1:pt x="80" y="606"/>
                      <ns1:pt x="92" y="605"/>
                    </ns1:cubicBezTo>
                    <ns1:cubicBezTo>
                      <ns1:pt x="92" y="603"/>
                      <ns1:pt x="91" y="600"/>
                      <ns1:pt x="91" y="598"/>
                    </ns1:cubicBezTo>
                    <ns1:cubicBezTo>
                      <ns1:pt x="77" y="599"/>
                      <ns1:pt x="64" y="600"/>
                      <ns1:pt x="50" y="601"/>
                    </ns1:cubicBezTo>
                    <ns1:cubicBezTo>
                      <ns1:pt x="51" y="609"/>
                      <ns1:pt x="52" y="617"/>
                      <ns1:pt x="52" y="625"/>
                    </ns1:cubicBezTo>
                    <ns1:cubicBezTo>
                      <ns1:pt x="55" y="625"/>
                      <ns1:pt x="57" y="624"/>
                      <ns1:pt x="59" y="624"/>
                    </ns1:cubicBezTo>
                    <ns1:cubicBezTo>
                      <ns1:pt x="59" y="619"/>
                      <ns1:pt x="58" y="614"/>
                      <ns1:pt x="58" y="608"/>
                    </ns1:cubicBezTo>
                    <ns1:close/>
                    <ns1:moveTo>
                      <ns1:pt x="1075" y="470"/>
                    </ns1:moveTo>
                    <ns1:cubicBezTo>
                      <ns1:pt x="1061" y="473"/>
                      <ns1:pt x="1048" y="476"/>
                      <ns1:pt x="1034" y="478"/>
                    </ns1:cubicBezTo>
                    <ns1:cubicBezTo>
                      <ns1:pt x="1035" y="481"/>
                      <ns1:pt x="1036" y="483"/>
                      <ns1:pt x="1036" y="486"/>
                    </ns1:cubicBezTo>
                    <ns1:cubicBezTo>
                      <ns1:pt x="1050" y="483"/>
                      <ns1:pt x="1063" y="481"/>
                      <ns1:pt x="1076" y="478"/>
                    </ns1:cubicBezTo>
                    <ns1:cubicBezTo>
                      <ns1:pt x="1076" y="476"/>
                      <ns1:pt x="1075" y="473"/>
                      <ns1:pt x="1075" y="470"/>
                    </ns1:cubicBezTo>
                    <ns1:close/>
                    <ns1:moveTo>
                      <ns1:pt x="1040" y="624"/>
                    </ns1:moveTo>
                    <ns1:cubicBezTo>
                      <ns1:pt x="1040" y="627"/>
                      <ns1:pt x="1040" y="630"/>
                      <ns1:pt x="1039" y="632"/>
                    </ns1:cubicBezTo>
                    <ns1:cubicBezTo>
                      <ns1:pt x="1053" y="634"/>
                      <ns1:pt x="1066" y="635"/>
                      <ns1:pt x="1080" y="637"/>
                    </ns1:cubicBezTo>
                    <ns1:cubicBezTo>
                      <ns1:pt x="1080" y="634"/>
                      <ns1:pt x="1080" y="632"/>
                      <ns1:pt x="1081" y="629"/>
                    </ns1:cubicBezTo>
                    <ns1:cubicBezTo>
                      <ns1:pt x="1067" y="628"/>
                      <ns1:pt x="1054" y="626"/>
                      <ns1:pt x="1040" y="624"/>
                    </ns1:cubicBezTo>
                    <ns1:close/>
                    <ns1:moveTo>
                      <ns1:pt x="962" y="835"/>
                    </ns1:moveTo>
                    <ns1:cubicBezTo>
                      <ns1:pt x="974" y="843"/>
                      <ns1:pt x="985" y="850"/>
                      <ns1:pt x="997" y="858"/>
                    </ns1:cubicBezTo>
                    <ns1:cubicBezTo>
                      <ns1:pt x="998" y="855"/>
                      <ns1:pt x="999" y="853"/>
                      <ns1:pt x="1001" y="851"/>
                    </ns1:cubicBezTo>
                    <ns1:cubicBezTo>
                      <ns1:pt x="989" y="843"/>
                      <ns1:pt x="978" y="836"/>
                      <ns1:pt x="967" y="828"/>
                    </ns1:cubicBezTo>
                    <ns1:cubicBezTo>
                      <ns1:pt x="965" y="831"/>
                      <ns1:pt x="964" y="833"/>
                      <ns1:pt x="962" y="835"/>
                    </ns1:cubicBezTo>
                    <ns1:close/>
                    <ns1:moveTo>
                      <ns1:pt x="804" y="1029"/>
                    </ns1:moveTo>
                    <ns1:cubicBezTo>
                      <ns1:pt x="798" y="1016"/>
                      <ns1:pt x="792" y="1005"/>
                      <ns1:pt x="786" y="992"/>
                    </ns1:cubicBezTo>
                    <ns1:cubicBezTo>
                      <ns1:pt x="783" y="994"/>
                      <ns1:pt x="781" y="995"/>
                      <ns1:pt x="779" y="996"/>
                    </ns1:cubicBezTo>
                    <ns1:cubicBezTo>
                      <ns1:pt x="785" y="1008"/>
                      <ns1:pt x="791" y="1020"/>
                      <ns1:pt x="797" y="1032"/>
                    </ns1:cubicBezTo>
                    <ns1:cubicBezTo>
                      <ns1:pt x="800" y="1031"/>
                      <ns1:pt x="802" y="1030"/>
                      <ns1:pt x="804" y="1029"/>
                    </ns1:cubicBezTo>
                    <ns1:close/>
                    <ns1:moveTo>
                      <ns1:pt x="274" y="945"/>
                    </ns1:moveTo>
                    <ns1:cubicBezTo>
                      <ns1:pt x="266" y="956"/>
                      <ns1:pt x="257" y="967"/>
                      <ns1:pt x="249" y="978"/>
                    </ns1:cubicBezTo>
                    <ns1:cubicBezTo>
                      <ns1:pt x="251" y="979"/>
                      <ns1:pt x="253" y="981"/>
                      <ns1:pt x="255" y="982"/>
                    </ns1:cubicBezTo>
                    <ns1:cubicBezTo>
                      <ns1:pt x="264" y="971"/>
                      <ns1:pt x="272" y="961"/>
                      <ns1:pt x="280" y="950"/>
                    </ns1:cubicBezTo>
                    <ns1:cubicBezTo>
                      <ns1:pt x="278" y="948"/>
                      <ns1:pt x="276" y="947"/>
                      <ns1:pt x="274" y="945"/>
                    </ns1:cubicBezTo>
                    <ns1:close/>
                    <ns1:moveTo>
                      <ns1:pt x="275" y="177"/>
                    </ns1:moveTo>
                    <ns1:cubicBezTo>
                      <ns1:pt x="277" y="186"/>
                      <ns1:pt x="278" y="194"/>
                      <ns1:pt x="280" y="202"/>
                    </ns1:cubicBezTo>
                    <ns1:cubicBezTo>
                      <ns1:pt x="283" y="202"/>
                      <ns1:pt x="287" y="202"/>
                      <ns1:pt x="290" y="202"/>
                    </ns1:cubicBezTo>
                    <ns1:cubicBezTo>
                      <ns1:pt x="288" y="193"/>
                      <ns1:pt x="286" y="185"/>
                      <ns1:pt x="284" y="176"/>
                    </ns1:cubicBezTo>
                    <ns1:cubicBezTo>
                      <ns1:pt x="281" y="177"/>
                      <ns1:pt x="278" y="177"/>
                      <ns1:pt x="275" y="177"/>
                    </ns1:cubicBezTo>
                    <ns1:close/>
                    <ns1:moveTo>
                      <ns1:pt x="258" y="165"/>
                    </ns1:moveTo>
                    <ns1:cubicBezTo>
                      <ns1:pt x="258" y="169"/>
                      <ns1:pt x="259" y="172"/>
                      <ns1:pt x="259" y="175"/>
                    </ns1:cubicBezTo>
                    <ns1:cubicBezTo>
                      <ns1:pt x="264" y="175"/>
                      <ns1:pt x="269" y="174"/>
                      <ns1:pt x="274" y="174"/>
                    </ns1:cubicBezTo>
                    <ns1:cubicBezTo>
                      <ns1:pt x="274" y="171"/>
                      <ns1:pt x="274" y="168"/>
                      <ns1:pt x="274" y="164"/>
                    </ns1:cubicBezTo>
                    <ns1:cubicBezTo>
                      <ns1:pt x="269" y="164"/>
                      <ns1:pt x="264" y="165"/>
                      <ns1:pt x="258" y="165"/>
                    </ns1:cubicBezTo>
                    <ns1:close/>
                    <ns1:moveTo>
                      <ns1:pt x="185" y="208"/>
                    </ns1:moveTo>
                    <ns1:cubicBezTo>
                      <ns1:pt x="185" y="212"/>
                      <ns1:pt x="185" y="215"/>
                      <ns1:pt x="185" y="218"/>
                    </ns1:cubicBezTo>
                    <ns1:cubicBezTo>
                      <ns1:pt x="190" y="218"/>
                      <ns1:pt x="194" y="218"/>
                      <ns1:pt x="199" y="218"/>
                    </ns1:cubicBezTo>
                    <ns1:cubicBezTo>
                      <ns1:pt x="199" y="214"/>
                      <ns1:pt x="199" y="211"/>
                      <ns1:pt x="199" y="208"/>
                    </ns1:cubicBezTo>
                    <ns1:cubicBezTo>
                      <ns1:pt x="194" y="208"/>
                      <ns1:pt x="190" y="208"/>
                      <ns1:pt x="185" y="208"/>
                    </ns1:cubicBezTo>
                    <ns1:close/>
                    <ns1:moveTo>
                      <ns1:pt x="208" y="233"/>
                    </ns1:moveTo>
                    <ns1:cubicBezTo>
                      <ns1:pt x="208" y="230"/>
                      <ns1:pt x="208" y="227"/>
                      <ns1:pt x="208" y="224"/>
                    </ns1:cubicBezTo>
                    <ns1:cubicBezTo>
                      <ns1:pt x="203" y="224"/>
                      <ns1:pt x="199" y="224"/>
                      <ns1:pt x="194" y="224"/>
                    </ns1:cubicBezTo>
                    <ns1:cubicBezTo>
                      <ns1:pt x="194" y="227"/>
                      <ns1:pt x="194" y="230"/>
                      <ns1:pt x="194" y="233"/>
                    </ns1:cubicBezTo>
                    <ns1:cubicBezTo>
                      <ns1:pt x="199" y="233"/>
                      <ns1:pt x="203" y="233"/>
                      <ns1:pt x="208" y="233"/>
                    </ns1:cubicBezTo>
                    <ns1:close/>
                    <ns1:moveTo>
                      <ns1:pt x="434" y="75"/>
                    </ns1:moveTo>
                    <ns1:cubicBezTo>
                      <ns1:pt x="437" y="73"/>
                      <ns1:pt x="440" y="72"/>
                      <ns1:pt x="443" y="71"/>
                    </ns1:cubicBezTo>
                    <ns1:cubicBezTo>
                      <ns1:pt x="441" y="67"/>
                      <ns1:pt x="440" y="64"/>
                      <ns1:pt x="438" y="60"/>
                    </ns1:cubicBezTo>
                    <ns1:cubicBezTo>
                      <ns1:pt x="434" y="62"/>
                      <ns1:pt x="431" y="63"/>
                      <ns1:pt x="428" y="64"/>
                    </ns1:cubicBezTo>
                    <ns1:cubicBezTo>
                      <ns1:pt x="430" y="68"/>
                      <ns1:pt x="432" y="71"/>
                      <ns1:pt x="434" y="75"/>
                    </ns1:cubicBezTo>
                    <ns1:close/>
                    <ns1:moveTo>
                      <ns1:pt x="856" y="132"/>
                    </ns1:moveTo>
                    <ns1:cubicBezTo>
                      <ns1:pt x="855" y="137"/>
                      <ns1:pt x="853" y="140"/>
                      <ns1:pt x="852" y="144"/>
                    </ns1:cubicBezTo>
                    <ns1:cubicBezTo>
                      <ns1:pt x="855" y="145"/>
                      <ns1:pt x="858" y="147"/>
                      <ns1:pt x="861" y="148"/>
                    </ns1:cubicBezTo>
                    <ns1:cubicBezTo>
                      <ns1:pt x="863" y="144"/>
                      <ns1:pt x="864" y="141"/>
                      <ns1:pt x="866" y="137"/>
                    </ns1:cubicBezTo>
                    <ns1:cubicBezTo>
                      <ns1:pt x="862" y="135"/>
                      <ns1:pt x="859" y="134"/>
                      <ns1:pt x="856" y="132"/>
                    </ns1:cubicBezTo>
                    <ns1:close/>
                    <ns1:moveTo>
                      <ns1:pt x="872" y="976"/>
                    </ns1:moveTo>
                    <ns1:cubicBezTo>
                      <ns1:pt x="875" y="978"/>
                      <ns1:pt x="875" y="984"/>
                      <ns1:pt x="880" y="982"/>
                    </ns1:cubicBezTo>
                    <ns1:cubicBezTo>
                      <ns1:pt x="881" y="984"/>
                      <ns1:pt x="882" y="986"/>
                      <ns1:pt x="882" y="989"/>
                    </ns1:cubicBezTo>
                    <ns1:cubicBezTo>
                      <ns1:pt x="887" y="983"/>
                      <ns1:pt x="885" y="977"/>
                      <ns1:pt x="877" y="972"/>
                    </ns1:cubicBezTo>
                    <ns1:cubicBezTo>
                      <ns1:pt x="875" y="973"/>
                      <ns1:pt x="874" y="974"/>
                      <ns1:pt x="872" y="976"/>
                    </ns1:cubicBezTo>
                    <ns1:close/>
                    <ns1:moveTo>
                      <ns1:pt x="509" y="97"/>
                    </ns1:moveTo>
                    <ns1:cubicBezTo>
                      <ns1:pt x="515" y="96"/>
                      <ns1:pt x="516" y="93"/>
                      <ns1:pt x="511" y="86"/>
                    </ns1:cubicBezTo>
                    <ns1:cubicBezTo>
                      <ns1:pt x="509" y="87"/>
                      <ns1:pt x="508" y="87"/>
                      <ns1:pt x="506" y="88"/>
                    </ns1:cubicBezTo>
                    <ns1:cubicBezTo>
                      <ns1:pt x="507" y="91"/>
                      <ns1:pt x="508" y="94"/>
                      <ns1:pt x="509" y="97"/>
                    </ns1:cubicBezTo>
                    <ns1:close/>
                    <ns1:moveTo>
                      <ns1:pt x="676" y="105"/>
                    </ns1:moveTo>
                    <ns1:cubicBezTo>
                      <ns1:pt x="676" y="102"/>
                      <ns1:pt x="676" y="99"/>
                      <ns1:pt x="676" y="95"/>
                    </ns1:cubicBezTo>
                    <ns1:cubicBezTo>
                      <ns1:pt x="674" y="95"/>
                      <ns1:pt x="673" y="95"/>
                      <ns1:pt x="671" y="95"/>
                    </ns1:cubicBezTo>
                    <ns1:cubicBezTo>
                      <ns1:pt x="670" y="99"/>
                      <ns1:pt x="670" y="102"/>
                      <ns1:pt x="670" y="105"/>
                    </ns1:cubicBezTo>
                    <ns1:cubicBezTo>
                      <ns1:pt x="672" y="105"/>
                      <ns1:pt x="673" y="105"/>
                      <ns1:pt x="676" y="10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5" name="Freeform 9"/>
              <ns0:cNvSpPr/>
              <ns0:nvPr/>
            </ns0:nvSpPr>
            <ns0:spPr bwMode="auto">
              <ns1:xfrm>
                <ns1:off x="7246938" y="4954588"/>
                <ns1:ext cx="57150" cy="63500"/>
              </ns1:xfrm>
              <ns1:custGeom>
                <ns1:avLst/>
                <ns1:gdLst>
                  <ns1:gd name="T0" fmla="*/ 0 w 15"/>
                  <ns1:gd name="T1" fmla="*/ 4 h 17"/>
                  <ns1:gd name="T2" fmla="*/ 5 w 15"/>
                  <ns1:gd name="T3" fmla="*/ 0 h 17"/>
                  <ns1:gd name="T4" fmla="*/ 10 w 15"/>
                  <ns1:gd name="T5" fmla="*/ 17 h 17"/>
                  <ns1:gd name="T6" fmla="*/ 8 w 15"/>
                  <ns1:gd name="T7" fmla="*/ 10 h 17"/>
                  <ns1:gd name="T8" fmla="*/ 0 w 15"/>
                  <ns1:gd name="T9" fmla="*/ 4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7">
                    <ns1:moveTo>
                      <ns1:pt x="0" y="4"/>
                    </ns1:moveTo>
                    <ns1:cubicBezTo>
                      <ns1:pt x="2" y="2"/>
                      <ns1:pt x="3" y="1"/>
                      <ns1:pt x="5" y="0"/>
                    </ns1:cubicBezTo>
                    <ns1:cubicBezTo>
                      <ns1:pt x="13" y="5"/>
                      <ns1:pt x="15" y="11"/>
                      <ns1:pt x="10" y="17"/>
                    </ns1:cubicBezTo>
                    <ns1:cubicBezTo>
                      <ns1:pt x="10" y="14"/>
                      <ns1:pt x="9" y="12"/>
                      <ns1:pt x="8" y="10"/>
                    </ns1:cubicBezTo>
                    <ns1:cubicBezTo>
                      <ns1:pt x="3" y="12"/>
                      <ns1:pt x="3" y="6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6" name="Freeform 13"/>
              <ns0:cNvSpPr>
                <ns1:spLocks noEditPoints="1"/>
              </ns0:cNvSpPr>
              <ns0:nvPr/>
            </ns0:nvSpPr>
            <ns0:spPr bwMode="auto">
              <ns1:xfrm>
                <ns1:off x="4813300" y="2979738"/>
                <ns1:ext cx="2762250" cy="1547813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7" name="Freeform 14"/>
              <ns0:cNvSpPr/>
              <ns0:nvPr/>
            </ns0:nvSpPr>
            <ns0:spPr bwMode="auto">
              <ns1:xfrm>
                <ns1:off x="4594225" y="2511425"/>
                <ns1:ext cx="2105025" cy="130333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8" name="Freeform 15"/>
              <ns0:cNvSpPr/>
              <ns0:nvPr/>
            </ns0:nvSpPr>
            <ns0:spPr bwMode="auto">
              <ns1:xfrm>
                <ns1:off x="4706938" y="2587625"/>
                <ns1:ext cx="1762125" cy="627063"/>
              </ns1:xfrm>
              <ns1:custGeom>
                <ns1:avLst/>
                <ns1:gdLst>
                  <ns1:gd name="T0" fmla="*/ 300 w 467"/>
                  <ns1:gd name="T1" fmla="*/ 99 h 166"/>
                  <ns1:gd name="T2" fmla="*/ 318 w 467"/>
                  <ns1:gd name="T3" fmla="*/ 44 h 166"/>
                  <ns1:gd name="T4" fmla="*/ 366 w 467"/>
                  <ns1:gd name="T5" fmla="*/ 2 h 166"/>
                  <ns1:gd name="T6" fmla="*/ 425 w 467"/>
                  <ns1:gd name="T7" fmla="*/ 10 h 166"/>
                  <ns1:gd name="T8" fmla="*/ 454 w 467"/>
                  <ns1:gd name="T9" fmla="*/ 23 h 166"/>
                  <ns1:gd name="T10" fmla="*/ 467 w 467"/>
                  <ns1:gd name="T11" fmla="*/ 34 h 166"/>
                  <ns1:gd name="T12" fmla="*/ 459 w 467"/>
                  <ns1:gd name="T13" fmla="*/ 38 h 166"/>
                  <ns1:gd name="T14" fmla="*/ 419 w 467"/>
                  <ns1:gd name="T15" fmla="*/ 57 h 166"/>
                  <ns1:gd name="T16" fmla="*/ 417 w 467"/>
                  <ns1:gd name="T17" fmla="*/ 62 h 166"/>
                  <ns1:gd name="T18" fmla="*/ 424 w 467"/>
                  <ns1:gd name="T19" fmla="*/ 80 h 166"/>
                  <ns1:gd name="T20" fmla="*/ 422 w 467"/>
                  <ns1:gd name="T21" fmla="*/ 88 h 166"/>
                  <ns1:gd name="T22" fmla="*/ 413 w 467"/>
                  <ns1:gd name="T23" fmla="*/ 96 h 166"/>
                  <ns1:gd name="T24" fmla="*/ 408 w 467"/>
                  <ns1:gd name="T25" fmla="*/ 97 h 166"/>
                  <ns1:gd name="T26" fmla="*/ 352 w 467"/>
                  <ns1:gd name="T27" fmla="*/ 102 h 166"/>
                  <ns1:gd name="T28" fmla="*/ 243 w 467"/>
                  <ns1:gd name="T29" fmla="*/ 122 h 166"/>
                  <ns1:gd name="T30" fmla="*/ 176 w 467"/>
                  <ns1:gd name="T31" fmla="*/ 141 h 166"/>
                  <ns1:gd name="T32" fmla="*/ 110 w 467"/>
                  <ns1:gd name="T33" fmla="*/ 164 h 166"/>
                  <ns1:gd name="T34" fmla="*/ 97 w 467"/>
                  <ns1:gd name="T35" fmla="*/ 161 h 166"/>
                  <ns1:gd name="T36" fmla="*/ 66 w 467"/>
                  <ns1:gd name="T37" fmla="*/ 127 h 166"/>
                  <ns1:gd name="T38" fmla="*/ 64 w 467"/>
                  <ns1:gd name="T39" fmla="*/ 115 h 166"/>
                  <ns1:gd name="T40" fmla="*/ 78 w 467"/>
                  <ns1:gd name="T41" fmla="*/ 109 h 166"/>
                  <ns1:gd name="T42" fmla="*/ 130 w 467"/>
                  <ns1:gd name="T43" fmla="*/ 109 h 166"/>
                  <ns1:gd name="T44" fmla="*/ 139 w 467"/>
                  <ns1:gd name="T45" fmla="*/ 109 h 166"/>
                  <ns1:gd name="T46" fmla="*/ 146 w 467"/>
                  <ns1:gd name="T47" fmla="*/ 100 h 166"/>
                  <ns1:gd name="T48" fmla="*/ 125 w 467"/>
                  <ns1:gd name="T49" fmla="*/ 81 h 166"/>
                  <ns1:gd name="T50" fmla="*/ 68 w 467"/>
                  <ns1:gd name="T51" fmla="*/ 81 h 166"/>
                  <ns1:gd name="T52" fmla="*/ 41 w 467"/>
                  <ns1:gd name="T53" fmla="*/ 73 h 166"/>
                  <ns1:gd name="T54" fmla="*/ 32 w 467"/>
                  <ns1:gd name="T55" fmla="*/ 65 h 166"/>
                  <ns1:gd name="T56" fmla="*/ 4 w 467"/>
                  <ns1:gd name="T57" fmla="*/ 34 h 166"/>
                  <ns1:gd name="T58" fmla="*/ 2 w 467"/>
                  <ns1:gd name="T59" fmla="*/ 25 h 166"/>
                  <ns1:gd name="T60" fmla="*/ 9 w 467"/>
                  <ns1:gd name="T61" fmla="*/ 20 h 166"/>
                  <ns1:gd name="T62" fmla="*/ 13 w 467"/>
                  <ns1:gd name="T63" fmla="*/ 20 h 166"/>
                  <ns1:gd name="T64" fmla="*/ 219 w 467"/>
                  <ns1:gd name="T65" fmla="*/ 20 h 166"/>
                  <ns1:gd name="T66" fmla="*/ 265 w 467"/>
                  <ns1:gd name="T67" fmla="*/ 45 h 166"/>
                  <ns1:gd name="T68" fmla="*/ 298 w 467"/>
                  <ns1:gd name="T69" fmla="*/ 96 h 166"/>
                  <ns1:gd name="T70" fmla="*/ 300 w 467"/>
                  <ns1:gd name="T71" fmla="*/ 99 h 1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467" h="166">
                    <ns1:moveTo>
                      <ns1:pt x="300" y="99"/>
                    </ns1:moveTo>
                    <ns1:cubicBezTo>
                      <ns1:pt x="306" y="80"/>
                      <ns1:pt x="312" y="62"/>
                      <ns1:pt x="318" y="44"/>
                    </ns1:cubicBezTo>
                    <ns1:cubicBezTo>
                      <ns1:pt x="325" y="21"/>
                      <ns1:pt x="339" y="5"/>
                      <ns1:pt x="366" y="2"/>
                    </ns1:cubicBezTo>
                    <ns1:cubicBezTo>
                      <ns1:pt x="386" y="0"/>
                      <ns1:pt x="406" y="3"/>
                      <ns1:pt x="425" y="10"/>
                    </ns1:cubicBezTo>
                    <ns1:cubicBezTo>
                      <ns1:pt x="435" y="13"/>
                      <ns1:pt x="445" y="18"/>
                      <ns1:pt x="454" y="23"/>
                    </ns1:cubicBezTo>
                    <ns1:cubicBezTo>
                      <ns1:pt x="459" y="26"/>
                      <ns1:pt x="462" y="30"/>
                      <ns1:pt x="467" y="34"/>
                    </ns1:cubicBezTo>
                    <ns1:cubicBezTo>
                      <ns1:pt x="463" y="36"/>
                      <ns1:pt x="461" y="37"/>
                      <ns1:pt x="459" y="38"/>
                    </ns1:cubicBezTo>
                    <ns1:cubicBezTo>
                      <ns1:pt x="446" y="45"/>
                      <ns1:pt x="432" y="51"/>
                      <ns1:pt x="419" y="57"/>
                    </ns1:cubicBezTo>
                    <ns1:cubicBezTo>
                      <ns1:pt x="416" y="58"/>
                      <ns1:pt x="416" y="60"/>
                      <ns1:pt x="417" y="62"/>
                    </ns1:cubicBezTo>
                    <ns1:cubicBezTo>
                      <ns1:pt x="419" y="68"/>
                      <ns1:pt x="421" y="74"/>
                      <ns1:pt x="424" y="80"/>
                    </ns1:cubicBezTo>
                    <ns1:cubicBezTo>
                      <ns1:pt x="425" y="83"/>
                      <ns1:pt x="425" y="86"/>
                      <ns1:pt x="422" y="88"/>
                    </ns1:cubicBezTo>
                    <ns1:cubicBezTo>
                      <ns1:pt x="419" y="91"/>
                      <ns1:pt x="416" y="94"/>
                      <ns1:pt x="413" y="96"/>
                    </ns1:cubicBezTo>
                    <ns1:cubicBezTo>
                      <ns1:pt x="412" y="97"/>
                      <ns1:pt x="410" y="97"/>
                      <ns1:pt x="408" y="97"/>
                    </ns1:cubicBezTo>
                    <ns1:cubicBezTo>
                      <ns1:pt x="389" y="99"/>
                      <ns1:pt x="371" y="100"/>
                      <ns1:pt x="352" y="102"/>
                    </ns1:cubicBezTo>
                    <ns1:cubicBezTo>
                      <ns1:pt x="315" y="106"/>
                      <ns1:pt x="279" y="113"/>
                      <ns1:pt x="243" y="122"/>
                    </ns1:cubicBezTo>
                    <ns1:cubicBezTo>
                      <ns1:pt x="221" y="127"/>
                      <ns1:pt x="198" y="133"/>
                      <ns1:pt x="176" y="141"/>
                    </ns1:cubicBezTo>
                    <ns1:cubicBezTo>
                      <ns1:pt x="154" y="148"/>
                      <ns1:pt x="132" y="156"/>
                      <ns1:pt x="110" y="164"/>
                    </ns1:cubicBezTo>
                    <ns1:cubicBezTo>
                      <ns1:pt x="105" y="166"/>
                      <ns1:pt x="101" y="165"/>
                      <ns1:pt x="97" y="161"/>
                    </ns1:cubicBezTo>
                    <ns1:cubicBezTo>
                      <ns1:pt x="87" y="150"/>
                      <ns1:pt x="76" y="139"/>
                      <ns1:pt x="66" y="127"/>
                    </ns1:cubicBezTo>
                    <ns1:cubicBezTo>
                      <ns1:pt x="63" y="124"/>
                      <ns1:pt x="62" y="119"/>
                      <ns1:pt x="64" y="115"/>
                    </ns1:cubicBezTo>
                    <ns1:cubicBezTo>
                      <ns1:pt x="67" y="109"/>
                      <ns1:pt x="73" y="109"/>
                      <ns1:pt x="78" y="109"/>
                    </ns1:cubicBezTo>
                    <ns1:cubicBezTo>
                      <ns1:pt x="95" y="109"/>
                      <ns1:pt x="113" y="109"/>
                      <ns1:pt x="130" y="109"/>
                    </ns1:cubicBezTo>
                    <ns1:cubicBezTo>
                      <ns1:pt x="133" y="109"/>
                      <ns1:pt x="136" y="109"/>
                      <ns1:pt x="139" y="109"/>
                    </ns1:cubicBezTo>
                    <ns1:cubicBezTo>
                      <ns1:pt x="145" y="109"/>
                      <ns1:pt x="146" y="107"/>
                      <ns1:pt x="146" y="100"/>
                    </ns1:cubicBezTo>
                    <ns1:cubicBezTo>
                      <ns1:pt x="146" y="90"/>
                      <ns1:pt x="135" y="81"/>
                      <ns1:pt x="125" y="81"/>
                    </ns1:cubicBezTo>
                    <ns1:cubicBezTo>
                      <ns1:pt x="106" y="81"/>
                      <ns1:pt x="87" y="81"/>
                      <ns1:pt x="68" y="81"/>
                    </ns1:cubicBezTo>
                    <ns1:cubicBezTo>
                      <ns1:pt x="58" y="81"/>
                      <ns1:pt x="49" y="79"/>
                      <ns1:pt x="41" y="73"/>
                    </ns1:cubicBezTo>
                    <ns1:cubicBezTo>
                      <ns1:pt x="38" y="71"/>
                      <ns1:pt x="35" y="68"/>
                      <ns1:pt x="32" y="65"/>
                    </ns1:cubicBezTo>
                    <ns1:cubicBezTo>
                      <ns1:pt x="23" y="55"/>
                      <ns1:pt x="14" y="44"/>
                      <ns1:pt x="4" y="34"/>
                    </ns1:cubicBezTo>
                    <ns1:cubicBezTo>
                      <ns1:pt x="2" y="31"/>
                      <ns1:pt x="0" y="28"/>
                      <ns1:pt x="2" y="25"/>
                    </ns1:cubicBezTo>
                    <ns1:cubicBezTo>
                      <ns1:pt x="3" y="23"/>
                      <ns1:pt x="6" y="21"/>
                      <ns1:pt x="9" y="20"/>
                    </ns1:cubicBezTo>
                    <ns1:cubicBezTo>
                      <ns1:pt x="10" y="19"/>
                      <ns1:pt x="12" y="20"/>
                      <ns1:pt x="13" y="20"/>
                    </ns1:cubicBezTo>
                    <ns1:cubicBezTo>
                      <ns1:pt x="82" y="20"/>
                      <ns1:pt x="150" y="19"/>
                      <ns1:pt x="219" y="20"/>
                    </ns1:cubicBezTo>
                    <ns1:cubicBezTo>
                      <ns1:pt x="238" y="20"/>
                      <ns1:pt x="254" y="28"/>
                      <ns1:pt x="265" y="45"/>
                    </ns1:cubicBezTo>
                    <ns1:cubicBezTo>
                      <ns1:pt x="275" y="62"/>
                      <ns1:pt x="287" y="79"/>
                      <ns1:pt x="298" y="96"/>
                    </ns1:cubicBezTo>
                    <ns1:cubicBezTo>
                      <ns1:pt x="298" y="97"/>
                      <ns1:pt x="299" y="98"/>
                      <ns1:pt x="300" y="99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9" name="Freeform 16"/>
              <ns0:cNvSpPr/>
              <ns0:nvPr/>
            </ns0:nvSpPr>
            <ns0:spPr bwMode="auto">
              <ns1:xfrm>
                <ns1:off x="6523038" y="2451100"/>
                <ns1:ext cx="479425" cy="1355725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0" name="Freeform 17"/>
              <ns0:cNvSpPr/>
              <ns0:nvPr/>
            </ns0:nvSpPr>
            <ns0:spPr bwMode="auto">
              <ns1:xfrm>
                <ns1:off x="5372100" y="3154363"/>
                <ns1:ext cx="1203325" cy="701675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1" name="Freeform 18"/>
              <ns0:cNvSpPr/>
              <ns0:nvPr/>
            </ns0:nvSpPr>
            <ns0:spPr bwMode="auto">
              <ns1:xfrm>
                <ns1:off x="5522913" y="3768725"/>
                <ns1:ext cx="1066800" cy="355600"/>
              </ns1:xfrm>
              <ns1:custGeom>
                <ns1:avLst/>
                <ns1:gdLst>
                  <ns1:gd name="T0" fmla="*/ 0 w 283"/>
                  <ns1:gd name="T1" fmla="*/ 22 h 94"/>
                  <ns1:gd name="T2" fmla="*/ 35 w 283"/>
                  <ns1:gd name="T3" fmla="*/ 15 h 94"/>
                  <ns1:gd name="T4" fmla="*/ 104 w 283"/>
                  <ns1:gd name="T5" fmla="*/ 4 h 94"/>
                  <ns1:gd name="T6" fmla="*/ 133 w 283"/>
                  <ns1:gd name="T7" fmla="*/ 2 h 94"/>
                  <ns1:gd name="T8" fmla="*/ 174 w 283"/>
                  <ns1:gd name="T9" fmla="*/ 1 h 94"/>
                  <ns1:gd name="T10" fmla="*/ 263 w 283"/>
                  <ns1:gd name="T11" fmla="*/ 14 h 94"/>
                  <ns1:gd name="T12" fmla="*/ 283 w 283"/>
                  <ns1:gd name="T13" fmla="*/ 22 h 94"/>
                  <ns1:gd name="T14" fmla="*/ 283 w 283"/>
                  <ns1:gd name="T15" fmla="*/ 24 h 94"/>
                  <ns1:gd name="T16" fmla="*/ 277 w 283"/>
                  <ns1:gd name="T17" fmla="*/ 24 h 94"/>
                  <ns1:gd name="T18" fmla="*/ 268 w 283"/>
                  <ns1:gd name="T19" fmla="*/ 29 h 94"/>
                  <ns1:gd name="T20" fmla="*/ 259 w 283"/>
                  <ns1:gd name="T21" fmla="*/ 36 h 94"/>
                  <ns1:gd name="T22" fmla="*/ 146 w 283"/>
                  <ns1:gd name="T23" fmla="*/ 69 h 94"/>
                  <ns1:gd name="T24" fmla="*/ 42 w 283"/>
                  <ns1:gd name="T25" fmla="*/ 94 h 94"/>
                  <ns1:gd name="T26" fmla="*/ 37 w 283"/>
                  <ns1:gd name="T27" fmla="*/ 93 h 94"/>
                  <ns1:gd name="T28" fmla="*/ 11 w 283"/>
                  <ns1:gd name="T29" fmla="*/ 63 h 94"/>
                  <ns1:gd name="T30" fmla="*/ 19 w 283"/>
                  <ns1:gd name="T31" fmla="*/ 49 h 94"/>
                  <ns1:gd name="T32" fmla="*/ 34 w 283"/>
                  <ns1:gd name="T33" fmla="*/ 48 h 94"/>
                  <ns1:gd name="T34" fmla="*/ 43 w 283"/>
                  <ns1:gd name="T35" fmla="*/ 37 h 94"/>
                  <ns1:gd name="T36" fmla="*/ 26 w 283"/>
                  <ns1:gd name="T37" fmla="*/ 24 h 94"/>
                  <ns1:gd name="T38" fmla="*/ 0 w 283"/>
                  <ns1:gd name="T39" fmla="*/ 24 h 94"/>
                  <ns1:gd name="T40" fmla="*/ 0 w 283"/>
                  <ns1:gd name="T41" fmla="*/ 22 h 9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283" h="94">
                    <ns1:moveTo>
                      <ns1:pt x="0" y="22"/>
                    </ns1:moveTo>
                    <ns1:cubicBezTo>
                      <ns1:pt x="11" y="19"/>
                      <ns1:pt x="23" y="17"/>
                      <ns1:pt x="35" y="15"/>
                    </ns1:cubicBezTo>
                    <ns1:cubicBezTo>
                      <ns1:pt x="58" y="11"/>
                      <ns1:pt x="81" y="8"/>
                      <ns1:pt x="104" y="4"/>
                    </ns1:cubicBezTo>
                    <ns1:cubicBezTo>
                      <ns1:pt x="113" y="3"/>
                      <ns1:pt x="123" y="3"/>
                      <ns1:pt x="133" y="2"/>
                    </ns1:cubicBezTo>
                    <ns1:cubicBezTo>
                      <ns1:pt x="147" y="2"/>
                      <ns1:pt x="161" y="0"/>
                      <ns1:pt x="174" y="1"/>
                    </ns1:cubicBezTo>
                    <ns1:cubicBezTo>
                      <ns1:pt x="204" y="1"/>
                      <ns1:pt x="234" y="4"/>
                      <ns1:pt x="263" y="14"/>
                    </ns1:cubicBezTo>
                    <ns1:cubicBezTo>
                      <ns1:pt x="270" y="16"/>
                      <ns1:pt x="276" y="19"/>
                      <ns1:pt x="283" y="22"/>
                    </ns1:cubicBezTo>
                    <ns1:cubicBezTo>
                      <ns1:pt x="283" y="23"/>
                      <ns1:pt x="283" y="23"/>
                      <ns1:pt x="283" y="24"/>
                    </ns1:cubicBezTo>
                    <ns1:cubicBezTo>
                      <ns1:pt x="281" y="24"/>
                      <ns1:pt x="279" y="24"/>
                      <ns1:pt x="277" y="24"/>
                    </ns1:cubicBezTo>
                    <ns1:cubicBezTo>
                      <ns1:pt x="273" y="24"/>
                      <ns1:pt x="270" y="26"/>
                      <ns1:pt x="268" y="29"/>
                    </ns1:cubicBezTo>
                    <ns1:cubicBezTo>
                      <ns1:pt x="266" y="33"/>
                      <ns1:pt x="262" y="35"/>
                      <ns1:pt x="259" y="36"/>
                    </ns1:cubicBezTo>
                    <ns1:cubicBezTo>
                      <ns1:pt x="221" y="47"/>
                      <ns1:pt x="184" y="59"/>
                      <ns1:pt x="146" y="69"/>
                    </ns1:cubicBezTo>
                    <ns1:cubicBezTo>
                      <ns1:pt x="112" y="79"/>
                      <ns1:pt x="77" y="86"/>
                      <ns1:pt x="42" y="94"/>
                    </ns1:cubicBezTo>
                    <ns1:cubicBezTo>
                      <ns1:pt x="40" y="94"/>
                      <ns1:pt x="37" y="94"/>
                      <ns1:pt x="37" y="93"/>
                    </ns1:cubicBezTo>
                    <ns1:cubicBezTo>
                      <ns1:pt x="28" y="83"/>
                      <ns1:pt x="19" y="73"/>
                      <ns1:pt x="11" y="63"/>
                    </ns1:cubicBezTo>
                    <ns1:cubicBezTo>
                      <ns1:pt x="6" y="57"/>
                      <ns1:pt x="10" y="50"/>
                      <ns1:pt x="19" y="49"/>
                    </ns1:cubicBezTo>
                    <ns1:cubicBezTo>
                      <ns1:pt x="24" y="49"/>
                      <ns1:pt x="29" y="49"/>
                      <ns1:pt x="34" y="48"/>
                    </ns1:cubicBezTo>
                    <ns1:cubicBezTo>
                      <ns1:pt x="42" y="48"/>
                      <ns1:pt x="45" y="44"/>
                      <ns1:pt x="43" y="37"/>
                    </ns1:cubicBezTo>
                    <ns1:cubicBezTo>
                      <ns1:pt x="40" y="28"/>
                      <ns1:pt x="38" y="24"/>
                      <ns1:pt x="26" y="24"/>
                    </ns1:cubicBezTo>
                    <ns1:cubicBezTo>
                      <ns1:pt x="18" y="25"/>
                      <ns1:pt x="9" y="24"/>
                      <ns1:pt x="0" y="24"/>
                    </ns1:cubicBezTo>
                    <ns1:cubicBezTo>
                      <ns1:pt x="0" y="23"/>
                      <ns1:pt x="0" y="23"/>
                      <ns1:pt x="0" y="22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2" name="Freeform 19"/>
              <ns0:cNvSpPr/>
              <ns0:nvPr/>
            </ns0:nvSpPr>
            <ns0:spPr bwMode="auto">
              <ns1:xfrm>
                <ns1:off x="6753225" y="2659063"/>
                <ns1:ext cx="742950" cy="309563"/>
              </ns1:xfrm>
              <ns1:custGeom>
                <ns1:avLst/>
                <ns1:gdLst>
                  <ns1:gd name="T0" fmla="*/ 98 w 197"/>
                  <ns1:gd name="T1" fmla="*/ 1 h 82"/>
                  <ns1:gd name="T2" fmla="*/ 184 w 197"/>
                  <ns1:gd name="T3" fmla="*/ 1 h 82"/>
                  <ns1:gd name="T4" fmla="*/ 188 w 197"/>
                  <ns1:gd name="T5" fmla="*/ 1 h 82"/>
                  <ns1:gd name="T6" fmla="*/ 196 w 197"/>
                  <ns1:gd name="T7" fmla="*/ 6 h 82"/>
                  <ns1:gd name="T8" fmla="*/ 193 w 197"/>
                  <ns1:gd name="T9" fmla="*/ 15 h 82"/>
                  <ns1:gd name="T10" fmla="*/ 162 w 197"/>
                  <ns1:gd name="T11" fmla="*/ 49 h 82"/>
                  <ns1:gd name="T12" fmla="*/ 138 w 197"/>
                  <ns1:gd name="T13" fmla="*/ 61 h 82"/>
                  <ns1:gd name="T14" fmla="*/ 75 w 197"/>
                  <ns1:gd name="T15" fmla="*/ 62 h 82"/>
                  <ns1:gd name="T16" fmla="*/ 52 w 197"/>
                  <ns1:gd name="T17" fmla="*/ 79 h 82"/>
                  <ns1:gd name="T18" fmla="*/ 47 w 197"/>
                  <ns1:gd name="T19" fmla="*/ 82 h 82"/>
                  <ns1:gd name="T20" fmla="*/ 10 w 197"/>
                  <ns1:gd name="T21" fmla="*/ 78 h 82"/>
                  <ns1:gd name="T22" fmla="*/ 8 w 197"/>
                  <ns1:gd name="T23" fmla="*/ 78 h 82"/>
                  <ns1:gd name="T24" fmla="*/ 0 w 197"/>
                  <ns1:gd name="T25" fmla="*/ 70 h 82"/>
                  <ns1:gd name="T26" fmla="*/ 1 w 197"/>
                  <ns1:gd name="T27" fmla="*/ 28 h 82"/>
                  <ns1:gd name="T28" fmla="*/ 4 w 197"/>
                  <ns1:gd name="T29" fmla="*/ 4 h 82"/>
                  <ns1:gd name="T30" fmla="*/ 7 w 197"/>
                  <ns1:gd name="T31" fmla="*/ 1 h 82"/>
                  <ns1:gd name="T32" fmla="*/ 11 w 197"/>
                  <ns1:gd name="T33" fmla="*/ 1 h 82"/>
                  <ns1:gd name="T34" fmla="*/ 98 w 197"/>
                  <ns1:gd name="T35" fmla="*/ 1 h 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197" h="82">
                    <ns1:moveTo>
                      <ns1:pt x="98" y="1"/>
                    </ns1:moveTo>
                    <ns1:cubicBezTo>
                      <ns1:pt x="126" y="1"/>
                      <ns1:pt x="155" y="1"/>
                      <ns1:pt x="184" y="1"/>
                    </ns1:cubicBezTo>
                    <ns1:cubicBezTo>
                      <ns1:pt x="185" y="1"/>
                      <ns1:pt x="187" y="0"/>
                      <ns1:pt x="188" y="1"/>
                    </ns1:cubicBezTo>
                    <ns1:cubicBezTo>
                      <ns1:pt x="191" y="2"/>
                      <ns1:pt x="195" y="4"/>
                      <ns1:pt x="196" y="6"/>
                    </ns1:cubicBezTo>
                    <ns1:cubicBezTo>
                      <ns1:pt x="197" y="9"/>
                      <ns1:pt x="195" y="13"/>
                      <ns1:pt x="193" y="15"/>
                    </ns1:cubicBezTo>
                    <ns1:cubicBezTo>
                      <ns1:pt x="183" y="27"/>
                      <ns1:pt x="172" y="38"/>
                      <ns1:pt x="162" y="49"/>
                    </ns1:cubicBezTo>
                    <ns1:cubicBezTo>
                      <ns1:pt x="155" y="56"/>
                      <ns1:pt x="148" y="61"/>
                      <ns1:pt x="138" y="61"/>
                    </ns1:cubicBezTo>
                    <ns1:cubicBezTo>
                      <ns1:pt x="117" y="62"/>
                      <ns1:pt x="96" y="62"/>
                      <ns1:pt x="75" y="62"/>
                    </ns1:cubicBezTo>
                    <ns1:cubicBezTo>
                      <ns1:pt x="63" y="62"/>
                      <ns1:pt x="55" y="68"/>
                      <ns1:pt x="52" y="79"/>
                    </ns1:cubicBezTo>
                    <ns1:cubicBezTo>
                      <ns1:pt x="51" y="82"/>
                      <ns1:pt x="49" y="82"/>
                      <ns1:pt x="47" y="82"/>
                    </ns1:cubicBezTo>
                    <ns1:cubicBezTo>
                      <ns1:pt x="34" y="81"/>
                      <ns1:pt x="22" y="80"/>
                      <ns1:pt x="10" y="78"/>
                    </ns1:cubicBezTo>
                    <ns1:cubicBezTo>
                      <ns1:pt x="9" y="78"/>
                      <ns1:pt x="9" y="78"/>
                      <ns1:pt x="8" y="78"/>
                    </ns1:cubicBezTo>
                    <ns1:cubicBezTo>
                      <ns1:pt x="0" y="78"/>
                      <ns1:pt x="0" y="78"/>
                      <ns1:pt x="0" y="70"/>
                    </ns1:cubicBezTo>
                    <ns1:cubicBezTo>
                      <ns1:pt x="0" y="56"/>
                      <ns1:pt x="0" y="42"/>
                      <ns1:pt x="1" y="28"/>
                    </ns1:cubicBezTo>
                    <ns1:cubicBezTo>
                      <ns1:pt x="1" y="20"/>
                      <ns1:pt x="2" y="12"/>
                      <ns1:pt x="4" y="4"/>
                    </ns1:cubicBezTo>
                    <ns1:cubicBezTo>
                      <ns1:pt x="4" y="3"/>
                      <ns1:pt x="6" y="1"/>
                      <ns1:pt x="7" y="1"/>
                    </ns1:cubicBezTo>
                    <ns1:cubicBezTo>
                      <ns1:pt x="8" y="0"/>
                      <ns1:pt x="9" y="1"/>
                      <ns1:pt x="11" y="1"/>
                    </ns1:cubicBezTo>
                    <ns1:cubicBezTo>
                      <ns1:pt x="40" y="1"/>
                      <ns1:pt x="69" y="1"/>
                      <ns1:pt x="98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3" name="Freeform 20"/>
              <ns0:cNvSpPr/>
              <ns0:nvPr/>
            </ns0:nvSpPr>
            <ns0:spPr bwMode="auto">
              <ns1:xfrm>
                <ns1:off x="5386388" y="2757488"/>
                <ns1:ext cx="1230313" cy="1038225"/>
              </ns1:xfrm>
              <ns1:custGeom>
                <ns1:avLst/>
                <ns1:gdLst>
                  <ns1:gd name="T0" fmla="*/ 321 w 326"/>
                  <ns1:gd name="T1" fmla="*/ 275 h 275"/>
                  <ns1:gd name="T2" fmla="*/ 315 w 326"/>
                  <ns1:gd name="T3" fmla="*/ 268 h 275"/>
                  <ns1:gd name="T4" fmla="*/ 282 w 326"/>
                  <ns1:gd name="T5" fmla="*/ 186 h 275"/>
                  <ns1:gd name="T6" fmla="*/ 284 w 326"/>
                  <ns1:gd name="T7" fmla="*/ 118 h 275"/>
                  <ns1:gd name="T8" fmla="*/ 295 w 326"/>
                  <ns1:gd name="T9" fmla="*/ 70 h 275"/>
                  <ns1:gd name="T10" fmla="*/ 294 w 326"/>
                  <ns1:gd name="T11" fmla="*/ 66 h 275"/>
                  <ns1:gd name="T12" fmla="*/ 284 w 326"/>
                  <ns1:gd name="T13" fmla="*/ 82 h 275"/>
                  <ns1:gd name="T14" fmla="*/ 253 w 326"/>
                  <ns1:gd name="T15" fmla="*/ 123 h 275"/>
                  <ns1:gd name="T16" fmla="*/ 229 w 326"/>
                  <ns1:gd name="T17" fmla="*/ 148 h 275"/>
                  <ns1:gd name="T18" fmla="*/ 173 w 326"/>
                  <ns1:gd name="T19" fmla="*/ 194 h 275"/>
                  <ns1:gd name="T20" fmla="*/ 70 w 326"/>
                  <ns1:gd name="T21" fmla="*/ 253 h 275"/>
                  <ns1:gd name="T22" fmla="*/ 18 w 326"/>
                  <ns1:gd name="T23" fmla="*/ 275 h 275"/>
                  <ns1:gd name="T24" fmla="*/ 14 w 326"/>
                  <ns1:gd name="T25" fmla="*/ 274 h 275"/>
                  <ns1:gd name="T26" fmla="*/ 0 w 326"/>
                  <ns1:gd name="T27" fmla="*/ 257 h 275"/>
                  <ns1:gd name="T28" fmla="*/ 19 w 326"/>
                  <ns1:gd name="T29" fmla="*/ 250 h 275"/>
                  <ns1:gd name="T30" fmla="*/ 85 w 326"/>
                  <ns1:gd name="T31" fmla="*/ 221 h 275"/>
                  <ns1:gd name="T32" fmla="*/ 183 w 326"/>
                  <ns1:gd name="T33" fmla="*/ 159 h 275"/>
                  <ns1:gd name="T34" fmla="*/ 222 w 326"/>
                  <ns1:gd name="T35" fmla="*/ 127 h 275"/>
                  <ns1:gd name="T36" fmla="*/ 250 w 326"/>
                  <ns1:gd name="T37" fmla="*/ 99 h 275"/>
                  <ns1:gd name="T38" fmla="*/ 299 w 326"/>
                  <ns1:gd name="T39" fmla="*/ 40 h 275"/>
                  <ns1:gd name="T40" fmla="*/ 324 w 326"/>
                  <ns1:gd name="T41" fmla="*/ 2 h 275"/>
                  <ns1:gd name="T42" fmla="*/ 326 w 326"/>
                  <ns1:gd name="T43" fmla="*/ 0 h 275"/>
                  <ns1:gd name="T44" fmla="*/ 324 w 326"/>
                  <ns1:gd name="T45" fmla="*/ 6 h 275"/>
                  <ns1:gd name="T46" fmla="*/ 301 w 326"/>
                  <ns1:gd name="T47" fmla="*/ 95 h 275"/>
                  <ns1:gd name="T48" fmla="*/ 296 w 326"/>
                  <ns1:gd name="T49" fmla="*/ 142 h 275"/>
                  <ns1:gd name="T50" fmla="*/ 295 w 326"/>
                  <ns1:gd name="T51" fmla="*/ 162 h 275"/>
                  <ns1:gd name="T52" fmla="*/ 317 w 326"/>
                  <ns1:gd name="T53" fmla="*/ 265 h 275"/>
                  <ns1:gd name="T54" fmla="*/ 322 w 326"/>
                  <ns1:gd name="T55" fmla="*/ 274 h 275"/>
                  <ns1:gd name="T56" fmla="*/ 321 w 326"/>
                  <ns1:gd name="T57" fmla="*/ 275 h 2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</ns1:cxnLst>
                <ns1:rect l="0" t="0" r="r" b="b"/>
                <ns1:pathLst>
                  <ns1:path w="326" h="275">
                    <ns1:moveTo>
                      <ns1:pt x="321" y="275"/>
                    </ns1:moveTo>
                    <ns1:cubicBezTo>
                      <ns1:pt x="319" y="273"/>
                      <ns1:pt x="317" y="270"/>
                      <ns1:pt x="315" y="268"/>
                    </ns1:cubicBezTo>
                    <ns1:cubicBezTo>
                      <ns1:pt x="297" y="243"/>
                      <ns1:pt x="287" y="216"/>
                      <ns1:pt x="282" y="186"/>
                    </ns1:cubicBezTo>
                    <ns1:cubicBezTo>
                      <ns1:pt x="279" y="164"/>
                      <ns1:pt x="279" y="141"/>
                      <ns1:pt x="284" y="118"/>
                    </ns1:cubicBezTo>
                    <ns1:cubicBezTo>
                      <ns1:pt x="287" y="102"/>
                      <ns1:pt x="291" y="86"/>
                      <ns1:pt x="295" y="70"/>
                    </ns1:cubicBezTo>
                    <ns1:cubicBezTo>
                      <ns1:pt x="295" y="69"/>
                      <ns1:pt x="295" y="68"/>
                      <ns1:pt x="294" y="66"/>
                    </ns1:cubicBezTo>
                    <ns1:cubicBezTo>
                      <ns1:pt x="291" y="72"/>
                      <ns1:pt x="288" y="77"/>
                      <ns1:pt x="284" y="82"/>
                    </ns1:cubicBezTo>
                    <ns1:cubicBezTo>
                      <ns1:pt x="274" y="96"/>
                      <ns1:pt x="264" y="110"/>
                      <ns1:pt x="253" y="123"/>
                    </ns1:cubicBezTo>
                    <ns1:cubicBezTo>
                      <ns1:pt x="246" y="132"/>
                      <ns1:pt x="238" y="140"/>
                      <ns1:pt x="229" y="148"/>
                    </ns1:cubicBezTo>
                    <ns1:cubicBezTo>
                      <ns1:pt x="211" y="164"/>
                      <ns1:pt x="192" y="179"/>
                      <ns1:pt x="173" y="194"/>
                    </ns1:cubicBezTo>
                    <ns1:cubicBezTo>
                      <ns1:pt x="141" y="218"/>
                      <ns1:pt x="106" y="236"/>
                      <ns1:pt x="70" y="253"/>
                    </ns1:cubicBezTo>
                    <ns1:cubicBezTo>
                      <ns1:pt x="53" y="261"/>
                      <ns1:pt x="35" y="268"/>
                      <ns1:pt x="18" y="275"/>
                    </ns1:cubicBezTo>
                    <ns1:cubicBezTo>
                      <ns1:pt x="17" y="275"/>
                      <ns1:pt x="15" y="275"/>
                      <ns1:pt x="14" y="274"/>
                    </ns1:cubicBezTo>
                    <ns1:cubicBezTo>
                      <ns1:pt x="10" y="269"/>
                      <ns1:pt x="5" y="264"/>
                      <ns1:pt x="0" y="257"/>
                    </ns1:cubicBezTo>
                    <ns1:cubicBezTo>
                      <ns1:pt x="7" y="255"/>
                      <ns1:pt x="13" y="253"/>
                      <ns1:pt x="19" y="250"/>
                    </ns1:cubicBezTo>
                    <ns1:cubicBezTo>
                      <ns1:pt x="41" y="241"/>
                      <ns1:pt x="63" y="232"/>
                      <ns1:pt x="85" y="221"/>
                    </ns1:cubicBezTo>
                    <ns1:cubicBezTo>
                      <ns1:pt x="119" y="204"/>
                      <ns1:pt x="152" y="183"/>
                      <ns1:pt x="183" y="159"/>
                    </ns1:cubicBezTo>
                    <ns1:cubicBezTo>
                      <ns1:pt x="196" y="149"/>
                      <ns1:pt x="209" y="138"/>
                      <ns1:pt x="222" y="127"/>
                    </ns1:cubicBezTo>
                    <ns1:cubicBezTo>
                      <ns1:pt x="231" y="118"/>
                      <ns1:pt x="241" y="108"/>
                      <ns1:pt x="250" y="99"/>
                    </ns1:cubicBezTo>
                    <ns1:cubicBezTo>
                      <ns1:pt x="268" y="81"/>
                      <ns1:pt x="284" y="61"/>
                      <ns1:pt x="299" y="40"/>
                    </ns1:cubicBezTo>
                    <ns1:cubicBezTo>
                      <ns1:pt x="307" y="27"/>
                      <ns1:pt x="315" y="14"/>
                      <ns1:pt x="324" y="2"/>
                    </ns1:cubicBezTo>
                    <ns1:cubicBezTo>
                      <ns1:pt x="324" y="1"/>
                      <ns1:pt x="325" y="0"/>
                      <ns1:pt x="326" y="0"/>
                    </ns1:cubicBezTo>
                    <ns1:cubicBezTo>
                      <ns1:pt x="325" y="2"/>
                      <ns1:pt x="325" y="4"/>
                      <ns1:pt x="324" y="6"/>
                    </ns1:cubicBezTo>
                    <ns1:cubicBezTo>
                      <ns1:pt x="314" y="35"/>
                      <ns1:pt x="306" y="65"/>
                      <ns1:pt x="301" y="95"/>
                    </ns1:cubicBezTo>
                    <ns1:cubicBezTo>
                      <ns1:pt x="299" y="111"/>
                      <ns1:pt x="298" y="126"/>
                      <ns1:pt x="296" y="142"/>
                    </ns1:cubicBezTo>
                    <ns1:cubicBezTo>
                      <ns1:pt x="296" y="149"/>
                      <ns1:pt x="295" y="155"/>
                      <ns1:pt x="295" y="162"/>
                    </ns1:cubicBezTo>
                    <ns1:cubicBezTo>
                      <ns1:pt x="297" y="198"/>
                      <ns1:pt x="302" y="232"/>
                      <ns1:pt x="317" y="265"/>
                    </ns1:cubicBezTo>
                    <ns1:cubicBezTo>
                      <ns1:pt x="319" y="268"/>
                      <ns1:pt x="321" y="271"/>
                      <ns1:pt x="322" y="274"/>
                    </ns1:cubicBezTo>
                    <ns1:cubicBezTo>
                      <ns1:pt x="322" y="275"/>
                      <ns1:pt x="321" y="275"/>
                      <ns1:pt x="321" y="275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4" name="Freeform 21"/>
              <ns0:cNvSpPr/>
              <ns0:nvPr/>
            </ns0:nvSpPr>
            <ns0:spPr bwMode="auto">
              <ns1:xfrm>
                <ns1:off x="5183188" y="3014663"/>
                <ns1:ext cx="1000125" cy="452438"/>
              </ns1:xfrm>
              <ns1:custGeom>
                <ns1:avLst/>
                <ns1:gdLst>
                  <ns1:gd name="T0" fmla="*/ 265 w 265"/>
                  <ns1:gd name="T1" fmla="*/ 1 h 120"/>
                  <ns1:gd name="T2" fmla="*/ 250 w 265"/>
                  <ns1:gd name="T3" fmla="*/ 12 h 120"/>
                  <ns1:gd name="T4" fmla="*/ 165 w 265"/>
                  <ns1:gd name="T5" fmla="*/ 65 h 120"/>
                  <ns1:gd name="T6" fmla="*/ 69 w 265"/>
                  <ns1:gd name="T7" fmla="*/ 106 h 120"/>
                  <ns1:gd name="T8" fmla="*/ 20 w 265"/>
                  <ns1:gd name="T9" fmla="*/ 119 h 120"/>
                  <ns1:gd name="T10" fmla="*/ 12 w 265"/>
                  <ns1:gd name="T11" fmla="*/ 120 h 120"/>
                  <ns1:gd name="T12" fmla="*/ 9 w 265"/>
                  <ns1:gd name="T13" fmla="*/ 118 h 120"/>
                  <ns1:gd name="T14" fmla="*/ 1 w 265"/>
                  <ns1:gd name="T15" fmla="*/ 107 h 120"/>
                  <ns1:gd name="T16" fmla="*/ 2 w 265"/>
                  <ns1:gd name="T17" fmla="*/ 102 h 120"/>
                  <ns1:gd name="T18" fmla="*/ 26 w 265"/>
                  <ns1:gd name="T19" fmla="*/ 84 h 120"/>
                  <ns1:gd name="T20" fmla="*/ 32 w 265"/>
                  <ns1:gd name="T21" fmla="*/ 82 h 120"/>
                  <ns1:gd name="T22" fmla="*/ 48 w 265"/>
                  <ns1:gd name="T23" fmla="*/ 82 h 120"/>
                  <ns1:gd name="T24" fmla="*/ 56 w 265"/>
                  <ns1:gd name="T25" fmla="*/ 69 h 120"/>
                  <ns1:gd name="T26" fmla="*/ 58 w 265"/>
                  <ns1:gd name="T27" fmla="*/ 65 h 120"/>
                  <ns1:gd name="T28" fmla="*/ 106 w 265"/>
                  <ns1:gd name="T29" fmla="*/ 44 h 120"/>
                  <ns1:gd name="T30" fmla="*/ 221 w 265"/>
                  <ns1:gd name="T31" fmla="*/ 9 h 120"/>
                  <ns1:gd name="T32" fmla="*/ 264 w 265"/>
                  <ns1:gd name="T33" fmla="*/ 0 h 120"/>
                  <ns1:gd name="T34" fmla="*/ 265 w 265"/>
                  <ns1:gd name="T35" fmla="*/ 1 h 1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265" h="120">
                    <ns1:moveTo>
                      <ns1:pt x="265" y="1"/>
                    </ns1:moveTo>
                    <ns1:cubicBezTo>
                      <ns1:pt x="260" y="4"/>
                      <ns1:pt x="255" y="8"/>
                      <ns1:pt x="250" y="12"/>
                    </ns1:cubicBezTo>
                    <ns1:cubicBezTo>
                      <ns1:pt x="223" y="31"/>
                      <ns1:pt x="195" y="49"/>
                      <ns1:pt x="165" y="65"/>
                    </ns1:cubicBezTo>
                    <ns1:cubicBezTo>
                      <ns1:pt x="134" y="81"/>
                      <ns1:pt x="102" y="95"/>
                      <ns1:pt x="69" y="106"/>
                    </ns1:cubicBezTo>
                    <ns1:cubicBezTo>
                      <ns1:pt x="53" y="111"/>
                      <ns1:pt x="36" y="115"/>
                      <ns1:pt x="20" y="119"/>
                    </ns1:cubicBezTo>
                    <ns1:cubicBezTo>
                      <ns1:pt x="17" y="120"/>
                      <ns1:pt x="15" y="120"/>
                      <ns1:pt x="12" y="120"/>
                    </ns1:cubicBezTo>
                    <ns1:cubicBezTo>
                      <ns1:pt x="11" y="120"/>
                      <ns1:pt x="10" y="119"/>
                      <ns1:pt x="9" y="118"/>
                    </ns1:cubicBezTo>
                    <ns1:cubicBezTo>
                      <ns1:pt x="6" y="115"/>
                      <ns1:pt x="4" y="111"/>
                      <ns1:pt x="1" y="107"/>
                    </ns1:cubicBezTo>
                    <ns1:cubicBezTo>
                      <ns1:pt x="0" y="105"/>
                      <ns1:pt x="0" y="103"/>
                      <ns1:pt x="2" y="102"/>
                    </ns1:cubicBezTo>
                    <ns1:cubicBezTo>
                      <ns1:pt x="10" y="96"/>
                      <ns1:pt x="18" y="89"/>
                      <ns1:pt x="26" y="84"/>
                    </ns1:cubicBezTo>
                    <ns1:cubicBezTo>
                      <ns1:pt x="28" y="83"/>
                      <ns1:pt x="30" y="82"/>
                      <ns1:pt x="32" y="82"/>
                    </ns1:cubicBezTo>
                    <ns1:cubicBezTo>
                      <ns1:pt x="37" y="82"/>
                      <ns1:pt x="42" y="82"/>
                      <ns1:pt x="48" y="82"/>
                    </ns1:cubicBezTo>
                    <ns1:cubicBezTo>
                      <ns1:pt x="57" y="82"/>
                      <ns1:pt x="60" y="78"/>
                      <ns1:pt x="56" y="69"/>
                    </ns1:cubicBezTo>
                    <ns1:cubicBezTo>
                      <ns1:pt x="55" y="67"/>
                      <ns1:pt x="56" y="66"/>
                      <ns1:pt x="58" y="65"/>
                    </ns1:cubicBezTo>
                    <ns1:cubicBezTo>
                      <ns1:pt x="74" y="58"/>
                      <ns1:pt x="90" y="50"/>
                      <ns1:pt x="106" y="44"/>
                    </ns1:cubicBezTo>
                    <ns1:cubicBezTo>
                      <ns1:pt x="143" y="29"/>
                      <ns1:pt x="182" y="18"/>
                      <ns1:pt x="221" y="9"/>
                    </ns1:cubicBezTo>
                    <ns1:cubicBezTo>
                      <ns1:pt x="236" y="6"/>
                      <ns1:pt x="250" y="3"/>
                      <ns1:pt x="264" y="0"/>
                    </ns1:cubicBezTo>
                    <ns1:cubicBezTo>
                      <ns1:pt x="264" y="0"/>
                      <ns1:pt x="264" y="0"/>
                      <ns1:pt x="265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5" name="Freeform 22"/>
              <ns0:cNvSpPr/>
              <ns0:nvPr/>
            </ns0:nvSpPr>
            <ns0:spPr bwMode="auto">
              <ns1:xfrm>
                <ns1:off x="5918200" y="4459288"/>
                <ns1:ext cx="427038" cy="377825"/>
              </ns1:xfrm>
              <ns1:custGeom>
                <ns1:avLst/>
                <ns1:gdLst>
                  <ns1:gd name="T0" fmla="*/ 0 w 113"/>
                  <ns1:gd name="T1" fmla="*/ 23 h 100"/>
                  <ns1:gd name="T2" fmla="*/ 113 w 113"/>
                  <ns1:gd name="T3" fmla="*/ 0 h 100"/>
                  <ns1:gd name="T4" fmla="*/ 49 w 113"/>
                  <ns1:gd name="T5" fmla="*/ 100 h 100"/>
                  <ns1:gd name="T6" fmla="*/ 0 w 113"/>
                  <ns1:gd name="T7" fmla="*/ 23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13" h="100">
                    <ns1:moveTo>
                      <ns1:pt x="0" y="23"/>
                    </ns1:moveTo>
                    <ns1:cubicBezTo>
                      <ns1:pt x="38" y="15"/>
                      <ns1:pt x="75" y="8"/>
                      <ns1:pt x="113" y="0"/>
                    </ns1:cubicBezTo>
                    <ns1:cubicBezTo>
                      <ns1:pt x="92" y="33"/>
                      <ns1:pt x="71" y="66"/>
                      <ns1:pt x="49" y="100"/>
                    </ns1:cubicBezTo>
                    <ns1:cubicBezTo>
                      <ns1:pt x="32" y="74"/>
                      <ns1:pt x="16" y="48"/>
                      <ns1:pt x="0" y="23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6" name="Freeform 23"/>
              <ns0:cNvSpPr/>
              <ns0:nvPr/>
            </ns0:nvSpPr>
            <ns0:spPr bwMode="auto">
              <ns1:xfrm>
                <ns1:off x="6756400" y="3014663"/>
                <ns1:ext cx="400050" cy="255588"/>
              </ns1:xfrm>
              <ns1:custGeom>
                <ns1:avLst/>
                <ns1:gdLst>
                  <ns1:gd name="T0" fmla="*/ 14 w 106"/>
                  <ns1:gd name="T1" fmla="*/ 68 h 68"/>
                  <ns1:gd name="T2" fmla="*/ 0 w 106"/>
                  <ns1:gd name="T3" fmla="*/ 0 h 68"/>
                  <ns1:gd name="T4" fmla="*/ 10 w 106"/>
                  <ns1:gd name="T5" fmla="*/ 1 h 68"/>
                  <ns1:gd name="T6" fmla="*/ 76 w 106"/>
                  <ns1:gd name="T7" fmla="*/ 21 h 68"/>
                  <ns1:gd name="T8" fmla="*/ 102 w 106"/>
                  <ns1:gd name="T9" fmla="*/ 38 h 68"/>
                  <ns1:gd name="T10" fmla="*/ 103 w 106"/>
                  <ns1:gd name="T11" fmla="*/ 45 h 68"/>
                  <ns1:gd name="T12" fmla="*/ 74 w 106"/>
                  <ns1:gd name="T13" fmla="*/ 56 h 68"/>
                  <ns1:gd name="T14" fmla="*/ 34 w 106"/>
                  <ns1:gd name="T15" fmla="*/ 56 h 68"/>
                  <ns1:gd name="T16" fmla="*/ 14 w 106"/>
                  <ns1:gd name="T17" fmla="*/ 68 h 6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106" h="68">
                    <ns1:moveTo>
                      <ns1:pt x="14" y="68"/>
                    </ns1:moveTo>
                    <ns1:cubicBezTo>
                      <ns1:pt x="7" y="45"/>
                      <ns1:pt x="2" y="23"/>
                      <ns1:pt x="0" y="0"/>
                    </ns1:cubicBezTo>
                    <ns1:cubicBezTo>
                      <ns1:pt x="4" y="0"/>
                      <ns1:pt x="7" y="0"/>
                      <ns1:pt x="10" y="1"/>
                    </ns1:cubicBezTo>
                    <ns1:cubicBezTo>
                      <ns1:pt x="33" y="5"/>
                      <ns1:pt x="55" y="11"/>
                      <ns1:pt x="76" y="21"/>
                    </ns1:cubicBezTo>
                    <ns1:cubicBezTo>
                      <ns1:pt x="85" y="26"/>
                      <ns1:pt x="94" y="32"/>
                      <ns1:pt x="102" y="38"/>
                    </ns1:cubicBezTo>
                    <ns1:cubicBezTo>
                      <ns1:pt x="106" y="40"/>
                      <ns1:pt x="106" y="42"/>
                      <ns1:pt x="103" y="45"/>
                    </ns1:cubicBezTo>
                    <ns1:cubicBezTo>
                      <ns1:pt x="95" y="54"/>
                      <ns1:pt x="84" y="56"/>
                      <ns1:pt x="74" y="56"/>
                    </ns1:cubicBezTo>
                    <ns1:cubicBezTo>
                      <ns1:pt x="60" y="57"/>
                      <ns1:pt x="47" y="57"/>
                      <ns1:pt x="34" y="56"/>
                    </ns1:cubicBezTo>
                    <ns1:cubicBezTo>
                      <ns1:pt x="25" y="56"/>
                      <ns1:pt x="18" y="58"/>
                      <ns1:pt x="14" y="68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7" name="Freeform 24"/>
              <ns0:cNvSpPr/>
              <ns0:nvPr/>
            </ns0:nvSpPr>
            <ns0:spPr bwMode="auto">
              <ns1:xfrm>
                <ns1:off x="6832600" y="3327400"/>
                <ns1:ext cx="217488" cy="188913"/>
              </ns1:xfrm>
              <ns1:custGeom>
                <ns1:avLst/>
                <ns1:gdLst>
                  <ns1:gd name="T0" fmla="*/ 0 w 58"/>
                  <ns1:gd name="T1" fmla="*/ 0 h 50"/>
                  <ns1:gd name="T2" fmla="*/ 45 w 58"/>
                  <ns1:gd name="T3" fmla="*/ 0 h 50"/>
                  <ns1:gd name="T4" fmla="*/ 54 w 58"/>
                  <ns1:gd name="T5" fmla="*/ 15 h 50"/>
                  <ns1:gd name="T6" fmla="*/ 32 w 58"/>
                  <ns1:gd name="T7" fmla="*/ 48 h 50"/>
                  <ns1:gd name="T8" fmla="*/ 29 w 58"/>
                  <ns1:gd name="T9" fmla="*/ 50 h 50"/>
                  <ns1:gd name="T10" fmla="*/ 0 w 58"/>
                  <ns1:gd name="T11" fmla="*/ 0 h 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58" h="50">
                    <ns1:moveTo>
                      <ns1:pt x="0" y="0"/>
                    </ns1:moveTo>
                    <ns1:cubicBezTo>
                      <ns1:pt x="15" y="0"/>
                      <ns1:pt x="30" y="0"/>
                      <ns1:pt x="45" y="0"/>
                    </ns1:cubicBezTo>
                    <ns1:cubicBezTo>
                      <ns1:pt x="54" y="1"/>
                      <ns1:pt x="58" y="8"/>
                      <ns1:pt x="54" y="15"/>
                    </ns1:cubicBezTo>
                    <ns1:cubicBezTo>
                      <ns1:pt x="47" y="26"/>
                      <ns1:pt x="40" y="37"/>
                      <ns1:pt x="32" y="48"/>
                    </ns1:cubicBezTo>
                    <ns1:cubicBezTo>
                      <ns1:pt x="32" y="49"/>
                      <ns1:pt x="31" y="49"/>
                      <ns1:pt x="29" y="50"/>
                    </ns1:cubicBezTo>
                    <ns1:cubicBezTo>
                      <ns1:pt x="17" y="35"/>
                      <ns1:pt x="8" y="18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8" name="Freeform 25"/>
              <ns0:cNvSpPr/>
              <ns0:nvPr/>
            </ns0:nvSpPr>
            <ns0:spPr bwMode="auto">
              <ns1:xfrm>
                <ns1:off x="5794375" y="4275138"/>
                <ns1:ext cx="271463" cy="134938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9" name="Freeform 26"/>
              <ns0:cNvSpPr/>
              <ns0:nvPr/>
            </ns0:nvSpPr>
            <ns0:spPr bwMode="auto">
              <ns1:xfrm>
                <ns1:off x="6673850" y="2201863"/>
                <ns1:ext cx="230188" cy="200025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0" name="Freeform 27"/>
              <ns0:cNvSpPr/>
              <ns0:nvPr/>
            </ns0:nvSpPr>
            <ns0:spPr bwMode="auto">
              <ns1:xfrm>
                <ns1:off x="7110413" y="2995613"/>
                <ns1:ext cx="152400" cy="49213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1" name="Freeform 28"/>
              <ns0:cNvSpPr/>
              <ns0:nvPr/>
            </ns0:nvSpPr>
            <ns0:spPr bwMode="auto">
              <ns1:xfrm>
                <ns1:off x="6619875" y="2746375"/>
                <ns1:ext cx="0" cy="3175"/>
              </ns1:xfrm>
              <ns1:custGeom>
                <ns1:avLst/>
                <ns1:gdLst>
                  <ns1:gd name="T0" fmla="*/ 0 h 1"/>
                  <ns1:gd name="T1" fmla="*/ 1 h 1"/>
                  <ns1:gd name="T2" fmla="*/ 1 h 1"/>
                  <ns1:gd name="T3" fmla="*/ 0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0"/>
                    </ns1:move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2" name="Freeform 29"/>
              <ns0:cNvSpPr/>
              <ns0:nvPr/>
            </ns0:nvSpPr>
            <ns0:spPr bwMode="auto">
              <ns1:xfrm>
                <ns1:off x="6492875" y="1554163"/>
                <ns1:ext cx="47625" cy="60325"/>
              </ns1:xfrm>
              <ns1:custGeom>
                <ns1:avLst/>
                <ns1:gdLst>
                  <ns1:gd name="T0" fmla="*/ 10 w 13"/>
                  <ns1:gd name="T1" fmla="*/ 12 h 16"/>
                  <ns1:gd name="T2" fmla="*/ 6 w 13"/>
                  <ns1:gd name="T3" fmla="*/ 15 h 16"/>
                  <ns1:gd name="T4" fmla="*/ 0 w 13"/>
                  <ns1:gd name="T5" fmla="*/ 14 h 16"/>
                  <ns1:gd name="T6" fmla="*/ 4 w 13"/>
                  <ns1:gd name="T7" fmla="*/ 0 h 16"/>
                  <ns1:gd name="T8" fmla="*/ 13 w 13"/>
                  <ns1:gd name="T9" fmla="*/ 2 h 16"/>
                  <ns1:gd name="T10" fmla="*/ 11 w 13"/>
                  <ns1:gd name="T11" fmla="*/ 11 h 16"/>
                  <ns1:gd name="T12" fmla="*/ 9 w 13"/>
                  <ns1:gd name="T13" fmla="*/ 4 h 16"/>
                  <ns1:gd name="T14" fmla="*/ 4 w 13"/>
                  <ns1:gd name="T15" fmla="*/ 4 h 16"/>
                  <ns1:gd name="T16" fmla="*/ 4 w 13"/>
                  <ns1:gd name="T17" fmla="*/ 13 h 16"/>
                  <ns1:gd name="T18" fmla="*/ 10 w 13"/>
                  <ns1:gd name="T19" fmla="*/ 1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3" h="16">
                    <ns1:moveTo>
                      <ns1:pt x="10" y="12"/>
                    </ns1:moveTo>
                    <ns1:cubicBezTo>
                      <ns1:pt x="10" y="15"/>
                      <ns1:pt x="9" y="16"/>
                      <ns1:pt x="6" y="15"/>
                    </ns1:cubicBezTo>
                    <ns1:cubicBezTo>
                      <ns1:pt x="4" y="15"/>
                      <ns1:pt x="2" y="14"/>
                      <ns1:pt x="0" y="14"/>
                    </ns1:cubicBezTo>
                    <ns1:cubicBezTo>
                      <ns1:pt x="2" y="9"/>
                      <ns1:pt x="3" y="5"/>
                      <ns1:pt x="4" y="0"/>
                    </ns1:cubicBezTo>
                    <ns1:cubicBezTo>
                      <ns1:pt x="7" y="0"/>
                      <ns1:pt x="10" y="1"/>
                      <ns1:pt x="13" y="2"/>
                    </ns1:cubicBezTo>
                    <ns1:cubicBezTo>
                      <ns1:pt x="12" y="5"/>
                      <ns1:pt x="12" y="8"/>
                      <ns1:pt x="11" y="11"/>
                    </ns1:cubicBezTo>
                    <ns1:cubicBezTo>
                      <ns1:pt x="10" y="9"/>
                      <ns1:pt x="10" y="6"/>
                      <ns1:pt x="9" y="4"/>
                    </ns1:cubicBezTo>
                    <ns1:cubicBezTo>
                      <ns1:pt x="8" y="4"/>
                      <ns1:pt x="6" y="4"/>
                      <ns1:pt x="4" y="4"/>
                    </ns1:cubicBezTo>
                    <ns1:cubicBezTo>
                      <ns1:pt x="4" y="7"/>
                      <ns1:pt x="4" y="10"/>
                      <ns1:pt x="4" y="13"/>
                    </ns1:cubicBezTo>
                    <ns1:cubicBezTo>
                      <ns1:pt x="7" y="13"/>
                      <ns1:pt x="8" y="12"/>
                      <ns1:pt x="10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3" name="Freeform 31"/>
              <ns0:cNvSpPr/>
              <ns0:nvPr/>
            </ns0:nvSpPr>
            <ns0:spPr bwMode="auto">
              <ns1:xfrm>
                <ns1:off x="7292975" y="2028825"/>
                <ns1:ext cx="47625" cy="49213"/>
              </ns1:xfrm>
              <ns1:custGeom>
                <ns1:avLst/>
                <ns1:gdLst>
                  <ns1:gd name="T0" fmla="*/ 12 w 13"/>
                  <ns1:gd name="T1" fmla="*/ 0 h 13"/>
                  <ns1:gd name="T2" fmla="*/ 7 w 13"/>
                  <ns1:gd name="T3" fmla="*/ 12 h 13"/>
                  <ns1:gd name="T4" fmla="*/ 0 w 13"/>
                  <ns1:gd name="T5" fmla="*/ 12 h 13"/>
                  <ns1:gd name="T6" fmla="*/ 12 w 13"/>
                  <ns1:gd name="T7" fmla="*/ 0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3" h="13">
                    <ns1:moveTo>
                      <ns1:pt x="12" y="0"/>
                    </ns1:moveTo>
                    <ns1:cubicBezTo>
                      <ns1:pt x="13" y="4"/>
                      <ns1:pt x="11" y="9"/>
                      <ns1:pt x="7" y="12"/>
                    </ns1:cubicBezTo>
                    <ns1:cubicBezTo>
                      <ns1:pt x="5" y="13"/>
                      <ns1:pt x="3" y="12"/>
                      <ns1:pt x="0" y="12"/>
                    </ns1:cubicBezTo>
                    <ns1:cubicBezTo>
                      <ns1:pt x="5" y="7"/>
                      <ns1:pt x="9" y="4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4" name="Freeform 32"/>
              <ns0:cNvSpPr/>
              <ns0:nvPr/>
            </ns0:nvSpPr>
            <ns0:spPr bwMode="auto">
              <ns1:xfrm>
                <ns1:off x="7345363" y="1976438"/>
                <ns1:ext cx="49213" cy="41275"/>
              </ns1:xfrm>
              <ns1:custGeom>
                <ns1:avLst/>
                <ns1:gdLst>
                  <ns1:gd name="T0" fmla="*/ 0 w 13"/>
                  <ns1:gd name="T1" fmla="*/ 11 h 11"/>
                  <ns1:gd name="T2" fmla="*/ 10 w 13"/>
                  <ns1:gd name="T3" fmla="*/ 0 h 11"/>
                  <ns1:gd name="T4" fmla="*/ 13 w 13"/>
                  <ns1:gd name="T5" fmla="*/ 3 h 11"/>
                  <ns1:gd name="T6" fmla="*/ 1 w 13"/>
                  <ns1:gd name="T7" fmla="*/ 11 h 11"/>
                  <ns1:gd name="T8" fmla="*/ 0 w 13"/>
                  <ns1:gd name="T9" fmla="*/ 1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1">
                    <ns1:moveTo>
                      <ns1:pt x="0" y="11"/>
                    </ns1:moveTo>
                    <ns1:cubicBezTo>
                      <ns1:pt x="3" y="7"/>
                      <ns1:pt x="6" y="4"/>
                      <ns1:pt x="10" y="0"/>
                    </ns1:cubicBezTo>
                    <ns1:cubicBezTo>
                      <ns1:pt x="11" y="1"/>
                      <ns1:pt x="12" y="2"/>
                      <ns1:pt x="13" y="3"/>
                    </ns1:cubicBezTo>
                    <ns1:cubicBezTo>
                      <ns1:pt x="9" y="6"/>
                      <ns1:pt x="5" y="9"/>
                      <ns1:pt x="1" y="11"/>
                    </ns1:cubicBezTo>
                    <ns1:cubicBezTo>
                      <ns1:pt x="0" y="11"/>
                      <ns1:pt x="0" y="11"/>
                      <ns1:pt x="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5" name="Freeform 33"/>
              <ns0:cNvSpPr/>
              <ns0:nvPr/>
            </ns0:nvSpPr>
            <ns0:spPr bwMode="auto">
              <ns1:xfrm>
                <ns1:off x="7273925" y="2085975"/>
                <ns1:ext cx="6350" cy="7938"/>
              </ns1:xfrm>
              <ns1:custGeom>
                <ns1:avLst/>
                <ns1:gdLst>
                  <ns1:gd name="T0" fmla="*/ 0 w 2"/>
                  <ns1:gd name="T1" fmla="*/ 1 h 2"/>
                  <ns1:gd name="T2" fmla="*/ 2 w 2"/>
                  <ns1:gd name="T3" fmla="*/ 0 h 2"/>
                  <ns1:gd name="T4" fmla="*/ 2 w 2"/>
                  <ns1:gd name="T5" fmla="*/ 0 h 2"/>
                  <ns1:gd name="T6" fmla="*/ 1 w 2"/>
                  <ns1:gd name="T7" fmla="*/ 2 h 2"/>
                  <ns1:gd name="T8" fmla="*/ 0 w 2"/>
                  <ns1:gd name="T9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2">
                    <ns1:moveTo>
                      <ns1:pt x="0" y="1"/>
                    </ns1:moveTo>
                    <ns1:cubicBezTo>
                      <ns1:pt x="1" y="1"/>
                      <ns1:pt x="1" y="0"/>
                      <ns1:pt x="2" y="0"/>
                    </ns1:cubicBezTo>
                    <ns1:cubicBezTo>
                      <ns1:pt x="2" y="0"/>
                      <ns1:pt x="2" y="0"/>
                      <ns1:pt x="2" y="0"/>
                    </ns1:cubicBezTo>
                    <ns1:cubicBezTo>
                      <ns1:pt x="2" y="1"/>
                      <ns1:pt x="1" y="2"/>
                      <ns1:pt x="1" y="2"/>
                    </ns1:cubicBezTo>
                    <ns1:cubicBezTo>
                      <ns1:pt x="1" y="2"/>
                      <ns1:pt x="1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6" name="Freeform 34"/>
              <ns0:cNvSpPr/>
              <ns0:nvPr/>
            </ns0:nvSpPr>
            <ns0:spPr bwMode="auto">
              <ns1:xfrm>
                <ns1:off x="7280275" y="208121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7" name="Freeform 35"/>
              <ns0:cNvSpPr/>
              <ns0:nvPr/>
            </ns0:nvSpPr>
            <ns0:spPr bwMode="auto">
              <ns1:xfrm>
                <ns1:off x="7340600" y="2017713"/>
                <ns1:ext cx="7938" cy="0"/>
              </ns1:xfrm>
              <ns1:custGeom>
                <ns1:avLst/>
                <ns1:gdLst>
                  <ns1:gd name="T0" fmla="*/ 2 w 2"/>
                  <ns1:gd name="T1" fmla="*/ 0 w 2"/>
                  <ns1:gd name="T2" fmla="*/ 1 w 2"/>
                  <ns1:gd name="T3" fmla="*/ 2 w 2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</ns1:cxnLst>
                <ns1:rect l="0" t="0" r="r" b="b"/>
                <ns1:pathLst>
                  <ns1:path w="2">
                    <ns1:moveTo>
                      <ns1:pt x="2" y="0"/>
                    </ns1:moveTo>
                    <ns1:cubicBezTo>
                      <ns1:pt x="1" y="0"/>
                      <ns1:pt x="1" y="0"/>
                      <ns1:pt x="0" y="0"/>
                    </ns1:cubicBezTo>
                    <ns1:cubicBezTo>
                      <ns1:pt x="1" y="0"/>
                      <ns1:pt x="1" y="0"/>
                      <ns1:pt x="1" y="0"/>
                    </ns1:cubicBezTo>
                    <ns1:cubicBezTo>
                      <ns1:pt x="1" y="0"/>
                      <ns1:pt x="1" y="0"/>
                      <ns1:pt x="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8" name="Freeform 36"/>
              <ns0:cNvSpPr>
                <ns1:spLocks noEditPoints="1"/>
              </ns0:cNvSpPr>
              <ns0:nvPr/>
            </ns0:nvSpPr>
            <ns0:spPr bwMode="auto">
              <ns1:xfrm>
                <ns1:off x="5854700" y="1519238"/>
                <ns1:ext cx="38100" cy="57150"/>
              </ns1:xfrm>
              <ns1:custGeom>
                <ns1:avLst/>
                <ns1:gdLst>
                  <ns1:gd name="T0" fmla="*/ 10 w 10"/>
                  <ns1:gd name="T1" fmla="*/ 14 h 15"/>
                  <ns1:gd name="T2" fmla="*/ 1 w 10"/>
                  <ns1:gd name="T3" fmla="*/ 15 h 15"/>
                  <ns1:gd name="T4" fmla="*/ 0 w 10"/>
                  <ns1:gd name="T5" fmla="*/ 1 h 15"/>
                  <ns1:gd name="T6" fmla="*/ 9 w 10"/>
                  <ns1:gd name="T7" fmla="*/ 0 h 15"/>
                  <ns1:gd name="T8" fmla="*/ 10 w 10"/>
                  <ns1:gd name="T9" fmla="*/ 14 h 15"/>
                  <ns1:gd name="T10" fmla="*/ 10 w 10"/>
                  <ns1:gd name="T11" fmla="*/ 11 h 15"/>
                  <ns1:gd name="T12" fmla="*/ 7 w 10"/>
                  <ns1:gd name="T13" fmla="*/ 3 h 15"/>
                  <ns1:gd name="T14" fmla="*/ 1 w 10"/>
                  <ns1:gd name="T15" fmla="*/ 5 h 15"/>
                  <ns1:gd name="T16" fmla="*/ 5 w 10"/>
                  <ns1:gd name="T17" fmla="*/ 13 h 15"/>
                  <ns1:gd name="T18" fmla="*/ 10 w 10"/>
                  <ns1:gd name="T19" fmla="*/ 11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0" h="15">
                    <ns1:moveTo>
                      <ns1:pt x="10" y="14"/>
                    </ns1:moveTo>
                    <ns1:cubicBezTo>
                      <ns1:pt x="7" y="15"/>
                      <ns1:pt x="5" y="15"/>
                      <ns1:pt x="1" y="15"/>
                    </ns1:cubicBezTo>
                    <ns1:cubicBezTo>
                      <ns1:pt x="1" y="10"/>
                      <ns1:pt x="1" y="6"/>
                      <ns1:pt x="0" y="1"/>
                    </ns1:cubicBezTo>
                    <ns1:cubicBezTo>
                      <ns1:pt x="3" y="1"/>
                      <ns1:pt x="6" y="0"/>
                      <ns1:pt x="9" y="0"/>
                    </ns1:cubicBezTo>
                    <ns1:cubicBezTo>
                      <ns1:pt x="10" y="5"/>
                      <ns1:pt x="10" y="9"/>
                      <ns1:pt x="10" y="14"/>
                    </ns1:cubicBezTo>
                    <ns1:close/>
                    <ns1:moveTo>
                      <ns1:pt x="10" y="11"/>
                    </ns1:moveTo>
                    <ns1:cubicBezTo>
                      <ns1:pt x="9" y="8"/>
                      <ns1:pt x="8" y="5"/>
                      <ns1:pt x="7" y="3"/>
                    </ns1:cubicBezTo>
                    <ns1:cubicBezTo>
                      <ns1:pt x="5" y="3"/>
                      <ns1:pt x="3" y="4"/>
                      <ns1:pt x="1" y="5"/>
                    </ns1:cubicBezTo>
                    <ns1:cubicBezTo>
                      <ns1:pt x="3" y="8"/>
                      <ns1:pt x="4" y="10"/>
                      <ns1:pt x="5" y="13"/>
                    </ns1:cubicBezTo>
                    <ns1:cubicBezTo>
                      <ns1:pt x="6" y="12"/>
                      <ns1:pt x="8" y="12"/>
                      <ns1:pt x="1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9" name="Freeform 37"/>
              <ns0:cNvSpPr/>
              <ns0:nvPr/>
            </ns0:nvSpPr>
            <ns0:spPr bwMode="auto">
              <ns1:xfrm>
                <ns1:off x="5632450" y="16478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0" y="0"/>
                      <ns1:pt x="1" y="0"/>
                    </ns1:cubicBezTo>
                    <ns1:cubicBezTo>
                      <ns1:pt x="1" y="1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0" name="Freeform 38"/>
              <ns0:cNvSpPr/>
              <ns0:nvPr/>
            </ns0:nvSpPr>
            <ns0:spPr bwMode="auto">
              <ns1:xfrm>
                <ns1:off x="5564188" y="1579563"/>
                <ns1:ext cx="3175" cy="4763"/>
              </ns1:xfrm>
              <ns1:custGeom>
                <ns1:avLst/>
                <ns1:gdLst>
                  <ns1:gd name="T0" fmla="*/ 1 w 1"/>
                  <ns1:gd name="T1" fmla="*/ 1 h 1"/>
                  <ns1:gd name="T2" fmla="*/ 0 w 1"/>
                  <ns1:gd name="T3" fmla="*/ 1 h 1"/>
                  <ns1:gd name="T4" fmla="*/ 0 w 1"/>
                  <ns1:gd name="T5" fmla="*/ 0 h 1"/>
                  <ns1:gd name="T6" fmla="*/ 1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1" y="1"/>
                    </ns1:moveTo>
                    <ns1:cubicBezTo>
                      <ns1:pt x="1" y="1"/>
                      <ns1:pt x="0" y="1"/>
                      <ns1:pt x="0" y="1"/>
                    </ns1:cubicBezTo>
                    <ns1:cubicBezTo>
                      <ns1:pt x="0" y="1"/>
                      <ns1:pt x="0" y="0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1" name="Freeform 39"/>
              <ns0:cNvSpPr/>
              <ns0:nvPr/>
            </ns0:nvSpPr>
            <ns0:spPr bwMode="auto">
              <ns1:xfrm>
                <ns1:off x="6408738" y="5232400"/>
                <ns1:ext cx="7938" cy="12700"/>
              </ns1:xfrm>
              <ns1:custGeom>
                <ns1:avLst/>
                <ns1:gdLst>
                  <ns1:gd name="T0" fmla="*/ 1 w 2"/>
                  <ns1:gd name="T1" fmla="*/ 3 h 3"/>
                  <ns1:gd name="T2" fmla="*/ 0 w 2"/>
                  <ns1:gd name="T3" fmla="*/ 1 h 3"/>
                  <ns1:gd name="T4" fmla="*/ 1 w 2"/>
                  <ns1:gd name="T5" fmla="*/ 0 h 3"/>
                  <ns1:gd name="T6" fmla="*/ 2 w 2"/>
                  <ns1:gd name="T7" fmla="*/ 2 h 3"/>
                  <ns1:gd name="T8" fmla="*/ 1 w 2"/>
                  <ns1:gd name="T9" fmla="*/ 3 h 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3">
                    <ns1:moveTo>
                      <ns1:pt x="1" y="3"/>
                    </ns1:moveTo>
                    <ns1:cubicBezTo>
                      <ns1:pt x="1" y="2"/>
                      <ns1:pt x="1" y="1"/>
                      <ns1:pt x="0" y="1"/>
                    </ns1:cubicBezTo>
                    <ns1:cubicBezTo>
                      <ns1:pt x="1" y="1"/>
                      <ns1:pt x="1" y="0"/>
                      <ns1:pt x="1" y="0"/>
                    </ns1:cubicBezTo>
                    <ns1:cubicBezTo>
                      <ns1:pt x="1" y="1"/>
                      <ns1:pt x="1" y="1"/>
                      <ns1:pt x="2" y="2"/>
                    </ns1:cubicBezTo>
                    <ns1:cubicBezTo>
                      <ns1:pt x="1" y="2"/>
                      <ns1:pt x="1" y="2"/>
                      <ns1:pt x="1" y="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2" name="Freeform 40"/>
              <ns0:cNvSpPr/>
              <ns0:nvPr/>
            </ns0:nvSpPr>
            <ns0:spPr bwMode="auto">
              <ns1:xfrm>
                <ns1:off x="4605338" y="45053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1" y="0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3" name="Freeform 41"/>
              <ns0:cNvSpPr/>
              <ns0:nvPr/>
            </ns0:nvSpPr>
            <ns0:spPr bwMode="auto">
              <ns1:xfrm>
                <ns1:off x="4586288" y="4598988"/>
                <ns1:ext cx="3175" cy="7938"/>
              </ns1:xfrm>
              <ns1:custGeom>
                <ns1:avLst/>
                <ns1:gdLst>
                  <ns1:gd name="T0" fmla="*/ 1 w 1"/>
                  <ns1:gd name="T1" fmla="*/ 1 h 2"/>
                  <ns1:gd name="T2" fmla="*/ 0 w 1"/>
                  <ns1:gd name="T3" fmla="*/ 2 h 2"/>
                  <ns1:gd name="T4" fmla="*/ 0 w 1"/>
                  <ns1:gd name="T5" fmla="*/ 0 h 2"/>
                  <ns1:gd name="T6" fmla="*/ 1 w 1"/>
                  <ns1:gd name="T7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2">
                    <ns1:moveTo>
                      <ns1:pt x="1" y="1"/>
                    </ns1:moveTo>
                    <ns1:cubicBezTo>
                      <ns1:pt x="1" y="1"/>
                      <ns1:pt x="0" y="2"/>
                      <ns1:pt x="0" y="2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4" name="Freeform 42"/>
              <ns0:cNvSpPr/>
              <ns0:nvPr/>
            </ns0:nvSpPr>
            <ns0:spPr bwMode="auto">
              <ns1:xfrm>
                <ns1:off x="5545138" y="5180013"/>
                <ns1:ext cx="71438" cy="114300"/>
              </ns1:xfrm>
              <ns1:custGeom>
                <ns1:avLst/>
                <ns1:gdLst>
                  <ns1:gd name="T0" fmla="*/ 7 w 19"/>
                  <ns1:gd name="T1" fmla="*/ 0 h 30"/>
                  <ns1:gd name="T2" fmla="*/ 18 w 19"/>
                  <ns1:gd name="T3" fmla="*/ 8 h 30"/>
                  <ns1:gd name="T4" fmla="*/ 13 w 19"/>
                  <ns1:gd name="T5" fmla="*/ 26 h 30"/>
                  <ns1:gd name="T6" fmla="*/ 0 w 19"/>
                  <ns1:gd name="T7" fmla="*/ 26 h 30"/>
                  <ns1:gd name="T8" fmla="*/ 7 w 19"/>
                  <ns1:gd name="T9" fmla="*/ 0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9" h="30">
                    <ns1:moveTo>
                      <ns1:pt x="7" y="0"/>
                    </ns1:moveTo>
                    <ns1:cubicBezTo>
                      <ns1:pt x="12" y="2"/>
                      <ns1:pt x="17" y="2"/>
                      <ns1:pt x="18" y="8"/>
                    </ns1:cubicBezTo>
                    <ns1:cubicBezTo>
                      <ns1:pt x="19" y="15"/>
                      <ns1:pt x="18" y="21"/>
                      <ns1:pt x="13" y="26"/>
                    </ns1:cubicBezTo>
                    <ns1:cubicBezTo>
                      <ns1:pt x="9" y="30"/>
                      <ns1:pt x="4" y="28"/>
                      <ns1:pt x="0" y="26"/>
                    </ns1:cubicBezTo>
                    <ns1:cubicBezTo>
                      <ns1:pt x="2" y="17"/>
                      <ns1:pt x="4" y="9"/>
                      <ns1:pt x="7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5" name="Freeform 43"/>
              <ns0:cNvSpPr/>
              <ns0:nvPr/>
            </ns0:nvSpPr>
            <ns0:spPr bwMode="auto">
              <ns1:xfrm>
                <ns1:off x="7915275" y="3289300"/>
                <ns1:ext cx="49213" cy="49213"/>
              </ns1:xfrm>
              <ns1:custGeom>
                <ns1:avLst/>
                <ns1:gdLst>
                  <ns1:gd name="T0" fmla="*/ 13 w 13"/>
                  <ns1:gd name="T1" fmla="*/ 12 h 13"/>
                  <ns1:gd name="T2" fmla="*/ 0 w 13"/>
                  <ns1:gd name="T3" fmla="*/ 13 h 13"/>
                  <ns1:gd name="T4" fmla="*/ 2 w 13"/>
                  <ns1:gd name="T5" fmla="*/ 2 h 13"/>
                  <ns1:gd name="T6" fmla="*/ 8 w 13"/>
                  <ns1:gd name="T7" fmla="*/ 1 h 13"/>
                  <ns1:gd name="T8" fmla="*/ 13 w 13"/>
                  <ns1:gd name="T9" fmla="*/ 12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3">
                    <ns1:moveTo>
                      <ns1:pt x="13" y="12"/>
                    </ns1:moveTo>
                    <ns1:cubicBezTo>
                      <ns1:pt x="8" y="12"/>
                      <ns1:pt x="4" y="13"/>
                      <ns1:pt x="0" y="13"/>
                    </ns1:cubicBezTo>
                    <ns1:cubicBezTo>
                      <ns1:pt x="0" y="9"/>
                      <ns1:pt x="0" y="5"/>
                      <ns1:pt x="2" y="2"/>
                    </ns1:cubicBezTo>
                    <ns1:cubicBezTo>
                      <ns1:pt x="2" y="1"/>
                      <ns1:pt x="7" y="0"/>
                      <ns1:pt x="8" y="1"/>
                    </ns1:cubicBezTo>
                    <ns1:cubicBezTo>
                      <ns1:pt x="10" y="4"/>
                      <ns1:pt x="11" y="8"/>
                      <ns1:pt x="13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6" name="Freeform 44"/>
              <ns0:cNvSpPr/>
              <ns0:nvPr/>
            </ns0:nvSpPr>
            <ns0:spPr bwMode="auto">
              <ns1:xfrm>
                <ns1:off x="4432300" y="4262438"/>
                <ns1:ext cx="52388" cy="53975"/>
              </ns1:xfrm>
              <ns1:custGeom>
                <ns1:avLst/>
                <ns1:gdLst>
                  <ns1:gd name="T0" fmla="*/ 0 w 14"/>
                  <ns1:gd name="T1" fmla="*/ 6 h 14"/>
                  <ns1:gd name="T2" fmla="*/ 11 w 14"/>
                  <ns1:gd name="T3" fmla="*/ 0 h 14"/>
                  <ns1:gd name="T4" fmla="*/ 14 w 14"/>
                  <ns1:gd name="T5" fmla="*/ 11 h 14"/>
                  <ns1:gd name="T6" fmla="*/ 9 w 14"/>
                  <ns1:gd name="T7" fmla="*/ 14 h 14"/>
                  <ns1:gd name="T8" fmla="*/ 0 w 14"/>
                  <ns1:gd name="T9" fmla="*/ 6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4" h="14">
                    <ns1:moveTo>
                      <ns1:pt x="0" y="6"/>
                    </ns1:moveTo>
                    <ns1:cubicBezTo>
                      <ns1:pt x="4" y="3"/>
                      <ns1:pt x="7" y="2"/>
                      <ns1:pt x="11" y="0"/>
                    </ns1:cubicBezTo>
                    <ns1:cubicBezTo>
                      <ns1:pt x="12" y="4"/>
                      <ns1:pt x="14" y="7"/>
                      <ns1:pt x="14" y="11"/>
                    </ns1:cubicBezTo>
                    <ns1:cubicBezTo>
                      <ns1:pt x="14" y="12"/>
                      <ns1:pt x="9" y="14"/>
                      <ns1:pt x="9" y="14"/>
                    </ns1:cubicBezTo>
                    <ns1:cubicBezTo>
                      <ns1:pt x="6" y="12"/>
                      <ns1:pt x="3" y="9"/>
                      <ns1:pt x="0" y="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7" name="Freeform 45"/>
              <ns0:cNvSpPr/>
              <ns0:nvPr/>
            </ns0:nvSpPr>
            <ns0:spPr bwMode="auto">
              <ns1:xfrm>
                <ns1:off x="6137275" y="5256213"/>
                <ns1:ext cx="46038" cy="49213"/>
              </ns1:xfrm>
              <ns1:custGeom>
                <ns1:avLst/>
                <ns1:gdLst>
                  <ns1:gd name="T0" fmla="*/ 0 w 12"/>
                  <ns1:gd name="T1" fmla="*/ 13 h 13"/>
                  <ns1:gd name="T2" fmla="*/ 0 w 12"/>
                  <ns1:gd name="T3" fmla="*/ 0 h 13"/>
                  <ns1:gd name="T4" fmla="*/ 11 w 12"/>
                  <ns1:gd name="T5" fmla="*/ 2 h 13"/>
                  <ns1:gd name="T6" fmla="*/ 11 w 12"/>
                  <ns1:gd name="T7" fmla="*/ 8 h 13"/>
                  <ns1:gd name="T8" fmla="*/ 0 w 12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3">
                    <ns1:moveTo>
                      <ns1:pt x="0" y="13"/>
                    </ns1:moveTo>
                    <ns1:cubicBezTo>
                      <ns1:pt x="0" y="7"/>
                      <ns1:pt x="0" y="4"/>
                      <ns1:pt x="0" y="0"/>
                    </ns1:cubicBezTo>
                    <ns1:cubicBezTo>
                      <ns1:pt x="4" y="0"/>
                      <ns1:pt x="7" y="1"/>
                      <ns1:pt x="11" y="2"/>
                    </ns1:cubicBezTo>
                    <ns1:cubicBezTo>
                      <ns1:pt x="11" y="2"/>
                      <ns1:pt x="12" y="8"/>
                      <ns1:pt x="11" y="8"/>
                    </ns1:cubicBezTo>
                    <ns1:cubicBezTo>
                      <ns1:pt x="8" y="10"/>
                      <ns1:pt x="4" y="11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8" name="Freeform 46"/>
              <ns0:cNvSpPr/>
              <ns0:nvPr/>
            </ns0:nvSpPr>
            <ns0:spPr bwMode="auto">
              <ns1:xfrm>
                <ns1:off x="4454525" y="4384675"/>
                <ns1:ext cx="104775" cy="90488"/>
              </ns1:xfrm>
              <ns1:custGeom>
                <ns1:avLst/>
                <ns1:gdLst>
                  <ns1:gd name="T0" fmla="*/ 21 w 28"/>
                  <ns1:gd name="T1" fmla="*/ 0 h 24"/>
                  <ns1:gd name="T2" fmla="*/ 27 w 28"/>
                  <ns1:gd name="T3" fmla="*/ 5 h 24"/>
                  <ns1:gd name="T4" fmla="*/ 26 w 28"/>
                  <ns1:gd name="T5" fmla="*/ 13 h 24"/>
                  <ns1:gd name="T6" fmla="*/ 10 w 28"/>
                  <ns1:gd name="T7" fmla="*/ 24 h 24"/>
                  <ns1:gd name="T8" fmla="*/ 2 w 28"/>
                  <ns1:gd name="T9" fmla="*/ 21 h 24"/>
                  <ns1:gd name="T10" fmla="*/ 1 w 28"/>
                  <ns1:gd name="T11" fmla="*/ 12 h 24"/>
                  <ns1:gd name="T12" fmla="*/ 21 w 28"/>
                  <ns1:gd name="T13" fmla="*/ 0 h 2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24">
                    <ns1:moveTo>
                      <ns1:pt x="21" y="0"/>
                    </ns1:moveTo>
                    <ns1:cubicBezTo>
                      <ns1:pt x="22" y="1"/>
                      <ns1:pt x="26" y="3"/>
                      <ns1:pt x="27" y="5"/>
                    </ns1:cubicBezTo>
                    <ns1:cubicBezTo>
                      <ns1:pt x="28" y="7"/>
                      <ns1:pt x="28" y="11"/>
                      <ns1:pt x="26" y="13"/>
                    </ns1:cubicBezTo>
                    <ns1:cubicBezTo>
                      <ns1:pt x="23" y="19"/>
                      <ns1:pt x="16" y="23"/>
                      <ns1:pt x="10" y="24"/>
                    </ns1:cubicBezTo>
                    <ns1:cubicBezTo>
                      <ns1:pt x="7" y="24"/>
                      <ns1:pt x="3" y="23"/>
                      <ns1:pt x="2" y="21"/>
                    </ns1:cubicBezTo>
                    <ns1:cubicBezTo>
                      <ns1:pt x="1" y="19"/>
                      <ns1:pt x="0" y="14"/>
                      <ns1:pt x="1" y="12"/>
                    </ns1:cubicBezTo>
                    <ns1:cubicBezTo>
                      <ns1:pt x="5" y="5"/>
                      <ns1:pt x="12" y="2"/>
                      <ns1:pt x="2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9" name="Freeform 47"/>
              <ns0:cNvSpPr/>
              <ns0:nvPr/>
            </ns0:nvSpPr>
            <ns0:spPr bwMode="auto">
              <ns1:xfrm>
                <ns1:off x="4167188" y="3417888"/>
                <ns1:ext cx="109538" cy="79375"/>
              </ns1:xfrm>
              <ns1:custGeom>
                <ns1:avLst/>
                <ns1:gdLst>
                  <ns1:gd name="T0" fmla="*/ 14 w 29"/>
                  <ns1:gd name="T1" fmla="*/ 0 h 21"/>
                  <ns1:gd name="T2" fmla="*/ 24 w 29"/>
                  <ns1:gd name="T3" fmla="*/ 3 h 21"/>
                  <ns1:gd name="T4" fmla="*/ 29 w 29"/>
                  <ns1:gd name="T5" fmla="*/ 10 h 21"/>
                  <ns1:gd name="T6" fmla="*/ 24 w 29"/>
                  <ns1:gd name="T7" fmla="*/ 17 h 21"/>
                  <ns1:gd name="T8" fmla="*/ 4 w 29"/>
                  <ns1:gd name="T9" fmla="*/ 18 h 21"/>
                  <ns1:gd name="T10" fmla="*/ 0 w 29"/>
                  <ns1:gd name="T11" fmla="*/ 11 h 21"/>
                  <ns1:gd name="T12" fmla="*/ 4 w 29"/>
                  <ns1:gd name="T13" fmla="*/ 3 h 21"/>
                  <ns1:gd name="T14" fmla="*/ 14 w 29"/>
                  <ns1:gd name="T15" fmla="*/ 0 h 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9" h="21">
                    <ns1:moveTo>
                      <ns1:pt x="14" y="0"/>
                    </ns1:moveTo>
                    <ns1:cubicBezTo>
                      <ns1:pt x="18" y="1"/>
                      <ns1:pt x="22" y="1"/>
                      <ns1:pt x="24" y="3"/>
                    </ns1:cubicBezTo>
                    <ns1:cubicBezTo>
                      <ns1:pt x="26" y="4"/>
                      <ns1:pt x="29" y="8"/>
                      <ns1:pt x="29" y="10"/>
                    </ns1:cubicBezTo>
                    <ns1:cubicBezTo>
                      <ns1:pt x="29" y="13"/>
                      <ns1:pt x="27" y="16"/>
                      <ns1:pt x="24" y="17"/>
                    </ns1:cubicBezTo>
                    <ns1:cubicBezTo>
                      <ns1:pt x="18" y="21"/>
                      <ns1:pt x="11" y="21"/>
                      <ns1:pt x="4" y="18"/>
                    </ns1:cubicBezTo>
                    <ns1:cubicBezTo>
                      <ns1:pt x="2" y="17"/>
                      <ns1:pt x="0" y="13"/>
                      <ns1:pt x="0" y="11"/>
                    </ns1:cubicBezTo>
                    <ns1:cubicBezTo>
                      <ns1:pt x="0" y="8"/>
                      <ns1:pt x="2" y="4"/>
                      <ns1:pt x="4" y="3"/>
                    </ns1:cubicBezTo>
                    <ns1:cubicBezTo>
                      <ns1:pt x="7" y="1"/>
                      <ns1:pt x="11" y="1"/>
                      <ns1:pt x="14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0" name="Freeform 48"/>
              <ns0:cNvSpPr/>
              <ns0:nvPr/>
            </ns0:nvSpPr>
            <ns0:spPr bwMode="auto">
              <ns1:xfrm>
                <ns1:off x="4194175" y="3735388"/>
                <ns1:ext cx="115888" cy="74613"/>
              </ns1:xfrm>
              <ns1:custGeom>
                <ns1:avLst/>
                <ns1:gdLst>
                  <ns1:gd name="T0" fmla="*/ 11 w 31"/>
                  <ns1:gd name="T1" fmla="*/ 20 h 20"/>
                  <ns1:gd name="T2" fmla="*/ 0 w 31"/>
                  <ns1:gd name="T3" fmla="*/ 12 h 20"/>
                  <ns1:gd name="T4" fmla="*/ 8 w 31"/>
                  <ns1:gd name="T5" fmla="*/ 2 h 20"/>
                  <ns1:gd name="T6" fmla="*/ 24 w 31"/>
                  <ns1:gd name="T7" fmla="*/ 1 h 20"/>
                  <ns1:gd name="T8" fmla="*/ 30 w 31"/>
                  <ns1:gd name="T9" fmla="*/ 7 h 20"/>
                  <ns1:gd name="T10" fmla="*/ 26 w 31"/>
                  <ns1:gd name="T11" fmla="*/ 16 h 20"/>
                  <ns1:gd name="T12" fmla="*/ 11 w 31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31" h="20">
                    <ns1:moveTo>
                      <ns1:pt x="11" y="20"/>
                    </ns1:moveTo>
                    <ns1:cubicBezTo>
                      <ns1:pt x="5" y="20"/>
                      <ns1:pt x="1" y="17"/>
                      <ns1:pt x="0" y="12"/>
                    </ns1:cubicBezTo>
                    <ns1:cubicBezTo>
                      <ns1:pt x="0" y="8"/>
                      <ns1:pt x="2" y="4"/>
                      <ns1:pt x="8" y="2"/>
                    </ns1:cubicBezTo>
                    <ns1:cubicBezTo>
                      <ns1:pt x="13" y="1"/>
                      <ns1:pt x="18" y="0"/>
                      <ns1:pt x="24" y="1"/>
                    </ns1:cubicBezTo>
                    <ns1:cubicBezTo>
                      <ns1:pt x="26" y="1"/>
                      <ns1:pt x="28" y="5"/>
                      <ns1:pt x="30" y="7"/>
                    </ns1:cubicBezTo>
                    <ns1:cubicBezTo>
                      <ns1:pt x="31" y="11"/>
                      <ns1:pt x="29" y="14"/>
                      <ns1:pt x="26" y="16"/>
                    </ns1:cubicBezTo>
                    <ns1:cubicBezTo>
                      <ns1:pt x="21" y="18"/>
                      <ns1:pt x="16" y="19"/>
                      <ns1:pt x="1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1" name="Freeform 49"/>
              <ns0:cNvSpPr/>
              <ns0:nvPr/>
            </ns0:nvSpPr>
            <ns0:spPr bwMode="auto">
              <ns1:xfrm>
                <ns1:off x="6262688" y="5240338"/>
                <ns1:ext cx="77788" cy="114300"/>
              </ns1:xfrm>
              <ns1:custGeom>
                <ns1:avLst/>
                <ns1:gdLst>
                  <ns1:gd name="T0" fmla="*/ 0 w 21"/>
                  <ns1:gd name="T1" fmla="*/ 13 h 30"/>
                  <ns1:gd name="T2" fmla="*/ 2 w 21"/>
                  <ns1:gd name="T3" fmla="*/ 5 h 30"/>
                  <ns1:gd name="T4" fmla="*/ 9 w 21"/>
                  <ns1:gd name="T5" fmla="*/ 0 h 30"/>
                  <ns1:gd name="T6" fmla="*/ 16 w 21"/>
                  <ns1:gd name="T7" fmla="*/ 4 h 30"/>
                  <ns1:gd name="T8" fmla="*/ 19 w 21"/>
                  <ns1:gd name="T9" fmla="*/ 25 h 30"/>
                  <ns1:gd name="T10" fmla="*/ 12 w 21"/>
                  <ns1:gd name="T11" fmla="*/ 30 h 30"/>
                  <ns1:gd name="T12" fmla="*/ 4 w 21"/>
                  <ns1:gd name="T13" fmla="*/ 26 h 30"/>
                  <ns1:gd name="T14" fmla="*/ 0 w 21"/>
                  <ns1:gd name="T15" fmla="*/ 13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1" h="30">
                    <ns1:moveTo>
                      <ns1:pt x="0" y="13"/>
                    </ns1:moveTo>
                    <ns1:cubicBezTo>
                      <ns1:pt x="1" y="10"/>
                      <ns1:pt x="1" y="7"/>
                      <ns1:pt x="2" y="5"/>
                    </ns1:cubicBezTo>
                    <ns1:cubicBezTo>
                      <ns1:pt x="4" y="3"/>
                      <ns1:pt x="6" y="1"/>
                      <ns1:pt x="9" y="0"/>
                    </ns1:cubicBezTo>
                    <ns1:cubicBezTo>
                      <ns1:pt x="11" y="0"/>
                      <ns1:pt x="15" y="2"/>
                      <ns1:pt x="16" y="4"/>
                    </ns1:cubicBezTo>
                    <ns1:cubicBezTo>
                      <ns1:pt x="20" y="10"/>
                      <ns1:pt x="21" y="18"/>
                      <ns1:pt x="19" y="25"/>
                    </ns1:cubicBezTo>
                    <ns1:cubicBezTo>
                      <ns1:pt x="18" y="27"/>
                      <ns1:pt x="14" y="29"/>
                      <ns1:pt x="12" y="30"/>
                    </ns1:cubicBezTo>
                    <ns1:cubicBezTo>
                      <ns1:pt x="9" y="30"/>
                      <ns1:pt x="5" y="28"/>
                      <ns1:pt x="4" y="26"/>
                    </ns1:cubicBezTo>
                    <ns1:cubicBezTo>
                      <ns1:pt x="2" y="22"/>
                      <ns1:pt x="1" y="17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2" name="Freeform 50"/>
              <ns0:cNvSpPr/>
              <ns0:nvPr/>
            </ns0:nvSpPr>
            <ns0:spPr bwMode="auto">
              <ns1:xfrm>
                <ns1:off x="4167188" y="3270250"/>
                <ns1:ext cx="112713" cy="68263"/>
              </ns1:xfrm>
              <ns1:custGeom>
                <ns1:avLst/>
                <ns1:gdLst>
                  <ns1:gd name="T0" fmla="*/ 16 w 30"/>
                  <ns1:gd name="T1" fmla="*/ 18 h 18"/>
                  <ns1:gd name="T2" fmla="*/ 6 w 30"/>
                  <ns1:gd name="T3" fmla="*/ 16 h 18"/>
                  <ns1:gd name="T4" fmla="*/ 0 w 30"/>
                  <ns1:gd name="T5" fmla="*/ 8 h 18"/>
                  <ns1:gd name="T6" fmla="*/ 7 w 30"/>
                  <ns1:gd name="T7" fmla="*/ 0 h 18"/>
                  <ns1:gd name="T8" fmla="*/ 23 w 30"/>
                  <ns1:gd name="T9" fmla="*/ 1 h 18"/>
                  <ns1:gd name="T10" fmla="*/ 30 w 30"/>
                  <ns1:gd name="T11" fmla="*/ 10 h 18"/>
                  <ns1:gd name="T12" fmla="*/ 23 w 30"/>
                  <ns1:gd name="T13" fmla="*/ 17 h 18"/>
                  <ns1:gd name="T14" fmla="*/ 16 w 30"/>
                  <ns1:gd name="T15" fmla="*/ 18 h 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0" h="18">
                    <ns1:moveTo>
                      <ns1:pt x="16" y="18"/>
                    </ns1:moveTo>
                    <ns1:cubicBezTo>
                      <ns1:pt x="13" y="18"/>
                      <ns1:pt x="9" y="17"/>
                      <ns1:pt x="6" y="16"/>
                    </ns1:cubicBezTo>
                    <ns1:cubicBezTo>
                      <ns1:pt x="2" y="15"/>
                      <ns1:pt x="0" y="12"/>
                      <ns1:pt x="0" y="8"/>
                    </ns1:cubicBezTo>
                    <ns1:cubicBezTo>
                      <ns1:pt x="1" y="4"/>
                      <ns1:pt x="3" y="0"/>
                      <ns1:pt x="7" y="0"/>
                    </ns1:cubicBezTo>
                    <ns1:cubicBezTo>
                      <ns1:pt x="12" y="0"/>
                      <ns1:pt x="18" y="0"/>
                      <ns1:pt x="23" y="1"/>
                    </ns1:cubicBezTo>
                    <ns1:cubicBezTo>
                      <ns1:pt x="28" y="2"/>
                      <ns1:pt x="30" y="5"/>
                      <ns1:pt x="30" y="10"/>
                    </ns1:cubicBezTo>
                    <ns1:cubicBezTo>
                      <ns1:pt x="30" y="14"/>
                      <ns1:pt x="27" y="17"/>
                      <ns1:pt x="23" y="17"/>
                    </ns1:cubicBezTo>
                    <ns1:cubicBezTo>
                      <ns1:pt x="21" y="18"/>
                      <ns1:pt x="19" y="18"/>
                      <ns1:pt x="16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3" name="Freeform 51"/>
              <ns0:cNvSpPr/>
              <ns0:nvPr/>
            </ns0:nvSpPr>
            <ns0:spPr bwMode="auto">
              <ns1:xfrm>
                <ns1:off x="7416800" y="2047875"/>
                <ns1:ext cx="71438" cy="71438"/>
              </ns1:xfrm>
              <ns1:custGeom>
                <ns1:avLst/>
                <ns1:gdLst>
                  <ns1:gd name="T0" fmla="*/ 0 w 19"/>
                  <ns1:gd name="T1" fmla="*/ 4 h 19"/>
                  <ns1:gd name="T2" fmla="*/ 4 w 19"/>
                  <ns1:gd name="T3" fmla="*/ 0 h 19"/>
                  <ns1:gd name="T4" fmla="*/ 19 w 19"/>
                  <ns1:gd name="T5" fmla="*/ 16 h 19"/>
                  <ns1:gd name="T6" fmla="*/ 16 w 19"/>
                  <ns1:gd name="T7" fmla="*/ 19 h 19"/>
                  <ns1:gd name="T8" fmla="*/ 2 w 19"/>
                  <ns1:gd name="T9" fmla="*/ 3 h 19"/>
                  <ns1:gd name="T10" fmla="*/ 0 w 19"/>
                  <ns1:gd name="T11" fmla="*/ 4 h 1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9" h="19">
                    <ns1:moveTo>
                      <ns1:pt x="0" y="4"/>
                    </ns1:moveTo>
                    <ns1:cubicBezTo>
                      <ns1:pt x="2" y="3"/>
                      <ns1:pt x="3" y="2"/>
                      <ns1:pt x="4" y="0"/>
                    </ns1:cubicBezTo>
                    <ns1:cubicBezTo>
                      <ns1:pt x="9" y="6"/>
                      <ns1:pt x="14" y="11"/>
                      <ns1:pt x="19" y="16"/>
                    </ns1:cubicBezTo>
                    <ns1:cubicBezTo>
                      <ns1:pt x="18" y="17"/>
                      <ns1:pt x="17" y="18"/>
                      <ns1:pt x="16" y="19"/>
                    </ns1:cubicBezTo>
                    <ns1:cubicBezTo>
                      <ns1:pt x="11" y="14"/>
                      <ns1:pt x="6" y="9"/>
                      <ns1:pt x="2" y="3"/>
                    </ns1:cubicBezTo>
                    <ns1:cubicBezTo>
                      <ns1:pt x="1" y="4"/>
                      <ns1:pt x="1" y="4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4" name="Freeform 52"/>
              <ns0:cNvSpPr/>
              <ns0:nvPr/>
            </ns0:nvSpPr>
            <ns0:spPr bwMode="auto">
              <ns1:xfrm>
                <ns1:off x="4306888" y="4056063"/>
                <ns1:ext cx="68263" cy="41275"/>
              </ns1:xfrm>
              <ns1:custGeom>
                <ns1:avLst/>
                <ns1:gdLst>
                  <ns1:gd name="T0" fmla="*/ 0 w 18"/>
                  <ns1:gd name="T1" fmla="*/ 1 h 11"/>
                  <ns1:gd name="T2" fmla="*/ 17 w 18"/>
                  <ns1:gd name="T3" fmla="*/ 0 h 11"/>
                  <ns1:gd name="T4" fmla="*/ 18 w 18"/>
                  <ns1:gd name="T5" fmla="*/ 1 h 11"/>
                  <ns1:gd name="T6" fmla="*/ 4 w 18"/>
                  <ns1:gd name="T7" fmla="*/ 11 h 11"/>
                  <ns1:gd name="T8" fmla="*/ 0 w 18"/>
                  <ns1:gd name="T9" fmla="*/ 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8" h="11">
                    <ns1:moveTo>
                      <ns1:pt x="0" y="1"/>
                    </ns1:moveTo>
                    <ns1:cubicBezTo>
                      <ns1:pt x="6" y="1"/>
                      <ns1:pt x="12" y="0"/>
                      <ns1:pt x="17" y="0"/>
                    </ns1:cubicBezTo>
                    <ns1:cubicBezTo>
                      <ns1:pt x="17" y="0"/>
                      <ns1:pt x="17" y="1"/>
                      <ns1:pt x="18" y="1"/>
                    </ns1:cubicBezTo>
                    <ns1:cubicBezTo>
                      <ns1:pt x="13" y="4"/>
                      <ns1:pt x="9" y="8"/>
                      <ns1:pt x="4" y="11"/>
                    </ns1:cubicBezTo>
                    <ns1:cubicBezTo>
                      <ns1:pt x="2" y="8"/>
                      <ns1:pt x="1" y="5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5" name="Freeform 53"/>
              <ns0:cNvSpPr/>
              <ns0:nvPr/>
            </ns0:nvSpPr>
            <ns0:spPr bwMode="auto">
              <ns1:xfrm>
                <ns1:off x="4657725" y="4645025"/>
                <ns1:ext cx="60325" cy="52388"/>
              </ns1:xfrm>
              <ns1:custGeom>
                <ns1:avLst/>
                <ns1:gdLst>
                  <ns1:gd name="T0" fmla="*/ 16 w 16"/>
                  <ns1:gd name="T1" fmla="*/ 0 h 14"/>
                  <ns1:gd name="T2" fmla="*/ 7 w 16"/>
                  <ns1:gd name="T3" fmla="*/ 14 h 14"/>
                  <ns1:gd name="T4" fmla="*/ 0 w 16"/>
                  <ns1:gd name="T5" fmla="*/ 6 h 14"/>
                  <ns1:gd name="T6" fmla="*/ 16 w 16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6" h="14">
                    <ns1:moveTo>
                      <ns1:pt x="16" y="0"/>
                    </ns1:moveTo>
                    <ns1:cubicBezTo>
                      <ns1:pt x="13" y="4"/>
                      <ns1:pt x="10" y="9"/>
                      <ns1:pt x="7" y="14"/>
                    </ns1:cubicBezTo>
                    <ns1:cubicBezTo>
                      <ns1:pt x="5" y="11"/>
                      <ns1:pt x="3" y="9"/>
                      <ns1:pt x="0" y="6"/>
                    </ns1:cubicBezTo>
                    <ns1:cubicBezTo>
                      <ns1:pt x="6" y="4"/>
                      <ns1:pt x="11" y="2"/>
                      <ns1:pt x="1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6" name="Freeform 54"/>
              <ns0:cNvSpPr/>
              <ns0:nvPr/>
            </ns0:nvSpPr>
            <ns0:spPr bwMode="auto">
              <ns1:xfrm>
                <ns1:off x="4718050" y="464026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  <ns1:gd name="T4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0" y="0"/>
                      <ns1:pt x="0" y="0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7" name="Freeform 55"/>
              <ns0:cNvSpPr/>
              <ns0:nvPr/>
            </ns0:nvSpPr>
            <ns0:spPr bwMode="auto">
              <ns1:xfrm>
                <ns1:off x="7669213" y="4357688"/>
                <ns1:ext cx="68263" cy="52388"/>
              </ns1:xfrm>
              <ns1:custGeom>
                <ns1:avLst/>
                <ns1:gdLst>
                  <ns1:gd name="T0" fmla="*/ 0 w 18"/>
                  <ns1:gd name="T1" fmla="*/ 0 h 14"/>
                  <ns1:gd name="T2" fmla="*/ 18 w 18"/>
                  <ns1:gd name="T3" fmla="*/ 5 h 14"/>
                  <ns1:gd name="T4" fmla="*/ 13 w 18"/>
                  <ns1:gd name="T5" fmla="*/ 14 h 14"/>
                  <ns1:gd name="T6" fmla="*/ 0 w 18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8" h="14">
                    <ns1:moveTo>
                      <ns1:pt x="0" y="0"/>
                    </ns1:moveTo>
                    <ns1:cubicBezTo>
                      <ns1:pt x="7" y="2"/>
                      <ns1:pt x="12" y="4"/>
                      <ns1:pt x="18" y="5"/>
                    </ns1:cubicBezTo>
                    <ns1:cubicBezTo>
                      <ns1:pt x="16" y="8"/>
                      <ns1:pt x="15" y="11"/>
                      <ns1:pt x="13" y="14"/>
                    </ns1:cubicBezTo>
                    <ns1:cubicBezTo>
                      <ns1:pt x="9" y="10"/>
                      <ns1:pt x="5" y="6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8" name="Freeform 56"/>
              <ns0:cNvSpPr/>
              <ns0:nvPr/>
            </ns0:nvSpPr>
            <ns0:spPr bwMode="auto">
              <ns1:xfrm>
                <ns1:off x="6583363" y="5199063"/>
                <ns1:ext cx="36513" cy="63500"/>
              </ns1:xfrm>
              <ns1:custGeom>
                <ns1:avLst/>
                <ns1:gdLst>
                  <ns1:gd name="T0" fmla="*/ 0 w 10"/>
                  <ns1:gd name="T1" fmla="*/ 17 h 17"/>
                  <ns1:gd name="T2" fmla="*/ 0 w 10"/>
                  <ns1:gd name="T3" fmla="*/ 1 h 17"/>
                  <ns1:gd name="T4" fmla="*/ 1 w 10"/>
                  <ns1:gd name="T5" fmla="*/ 0 h 17"/>
                  <ns1:gd name="T6" fmla="*/ 10 w 10"/>
                  <ns1:gd name="T7" fmla="*/ 14 h 17"/>
                  <ns1:gd name="T8" fmla="*/ 0 w 10"/>
                  <ns1:gd name="T9" fmla="*/ 17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7">
                    <ns1:moveTo>
                      <ns1:pt x="0" y="17"/>
                    </ns1:moveTo>
                    <ns1:cubicBezTo>
                      <ns1:pt x="0" y="11"/>
                      <ns1:pt x="0" y="6"/>
                      <ns1:pt x="0" y="1"/>
                    </ns1:cubicBez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4" y="5"/>
                      <ns1:pt x="7" y="9"/>
                      <ns1:pt x="10" y="14"/>
                    </ns1:cubicBezTo>
                    <ns1:cubicBezTo>
                      <ns1:pt x="6" y="15"/>
                      <ns1:pt x="3" y="16"/>
                      <ns1:pt x="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9" name="Freeform 57"/>
              <ns0:cNvSpPr/>
              <ns0:nvPr/>
            </ns0:nvSpPr>
            <ns0:spPr bwMode="auto">
              <ns1:xfrm>
                <ns1:off x="5753100" y="5240338"/>
                <ns1:ext cx="36513" cy="60325"/>
              </ns1:xfrm>
              <ns1:custGeom>
                <ns1:avLst/>
                <ns1:gdLst>
                  <ns1:gd name="T0" fmla="*/ 8 w 10"/>
                  <ns1:gd name="T1" fmla="*/ 0 h 16"/>
                  <ns1:gd name="T2" fmla="*/ 10 w 10"/>
                  <ns1:gd name="T3" fmla="*/ 16 h 16"/>
                  <ns1:gd name="T4" fmla="*/ 0 w 10"/>
                  <ns1:gd name="T5" fmla="*/ 15 h 16"/>
                  <ns1:gd name="T6" fmla="*/ 7 w 10"/>
                  <ns1:gd name="T7" fmla="*/ 0 h 16"/>
                  <ns1:gd name="T8" fmla="*/ 8 w 10"/>
                  <ns1:gd name="T9" fmla="*/ 0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6">
                    <ns1:moveTo>
                      <ns1:pt x="8" y="0"/>
                    </ns1:moveTo>
                    <ns1:cubicBezTo>
                      <ns1:pt x="9" y="5"/>
                      <ns1:pt x="9" y="10"/>
                      <ns1:pt x="10" y="16"/>
                    </ns1:cubicBezTo>
                    <ns1:cubicBezTo>
                      <ns1:pt x="6" y="16"/>
                      <ns1:pt x="3" y="15"/>
                      <ns1:pt x="0" y="15"/>
                    </ns1:cubicBezTo>
                    <ns1:cubicBezTo>
                      <ns1:pt x="2" y="9"/>
                      <ns1:pt x="5" y="4"/>
                      <ns1:pt x="7" y="0"/>
                    </ns1:cubicBezTo>
                    <ns1:cubicBezTo>
                      <ns1:pt x="8" y="0"/>
                      <ns1:pt x="8" y="0"/>
                      <ns1:pt x="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0" name="Freeform 58"/>
              <ns0:cNvSpPr/>
              <ns0:nvPr/>
            </ns0:nvSpPr>
            <ns0:spPr bwMode="auto">
              <ns1:xfrm>
                <ns1:off x="5280025" y="5097463"/>
                <ns1:ext cx="46038" cy="63500"/>
              </ns1:xfrm>
              <ns1:custGeom>
                <ns1:avLst/>
                <ns1:gdLst>
                  <ns1:gd name="T0" fmla="*/ 12 w 12"/>
                  <ns1:gd name="T1" fmla="*/ 0 h 17"/>
                  <ns1:gd name="T2" fmla="*/ 10 w 12"/>
                  <ns1:gd name="T3" fmla="*/ 17 h 17"/>
                  <ns1:gd name="T4" fmla="*/ 0 w 12"/>
                  <ns1:gd name="T5" fmla="*/ 12 h 17"/>
                  <ns1:gd name="T6" fmla="*/ 11 w 12"/>
                  <ns1:gd name="T7" fmla="*/ 0 h 17"/>
                  <ns1:gd name="T8" fmla="*/ 12 w 12"/>
                  <ns1:gd name="T9" fmla="*/ 0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7">
                    <ns1:moveTo>
                      <ns1:pt x="12" y="0"/>
                    </ns1:moveTo>
                    <ns1:cubicBezTo>
                      <ns1:pt x="12" y="6"/>
                      <ns1:pt x="11" y="11"/>
                      <ns1:pt x="10" y="17"/>
                    </ns1:cubicBezTo>
                    <ns1:cubicBezTo>
                      <ns1:pt x="6" y="15"/>
                      <ns1:pt x="4" y="14"/>
                      <ns1:pt x="0" y="12"/>
                    </ns1:cubicBezTo>
                    <ns1:cubicBezTo>
                      <ns1:pt x="4" y="8"/>
                      <ns1:pt x="8" y="4"/>
                      <ns1:pt x="11" y="0"/>
                    </ns1:cubicBezTo>
                    <ns1:cubicBezTo>
                      <ns1:pt x="12" y="0"/>
                      <ns1:pt x="12" y="0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1" name="Freeform 59"/>
              <ns0:cNvSpPr/>
              <ns0:nvPr/>
            </ns0:nvSpPr>
            <ns0:spPr bwMode="auto">
              <ns1:xfrm>
                <ns1:off x="6635750" y="1571625"/>
                <ns1:ext cx="11113" cy="0"/>
              </ns1:xfrm>
              <ns1:custGeom>
                <ns1:avLst/>
                <ns1:gdLst>
                  <ns1:gd name="T0" fmla="*/ 0 w 3"/>
                  <ns1:gd name="T1" fmla="*/ 3 w 3"/>
                  <ns1:gd name="T2" fmla="*/ 0 w 3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</ns1:cxnLst>
                <ns1:rect l="0" t="0" r="r" b="b"/>
                <ns1:pathLst>
                  <ns1:path w="3">
                    <ns1:moveTo>
                      <ns1:pt x="0" y="0"/>
                    </ns1:moveTo>
                    <ns1:cubicBezTo>
                      <ns1:pt x="1" y="0"/>
                      <ns1:pt x="2" y="0"/>
                      <ns1:pt x="3" y="0"/>
                    </ns1:cubicBezTo>
                    <ns1:cubicBezTo>
                      <ns1:pt x="2" y="0"/>
                      <ns1:pt x="1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preserve="1" userDrawn="1">
  <ns0:cSld name="5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83B41C6F-9DC7-4780-8A3B-4B41A39C656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DACABC6-F6BE-421C-A01E-8B671E1291F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6798EDE-6EC8-491B-933C-21E882E8314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939B7CE-65CE-4908-B692-F26BB09DC5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CA91D3D-4D0B-49F2-9B10-EC01D440D8D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84C4CBB-315B-4C48-85C9-91E56D5CA20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BFE2ABA-354E-489E-8E50-917F098FA85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E4B4E11F-CFF1-4B89-B619-BC9CA179E5C2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66505CE-50D7-49F2-944B-A874C86C776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B23297F7-E65B-4918-A09D-4B35A080D267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openxmlformats.org/markup-compatibility/2006" xmlns:ns3="http://schemas.microsoft.com/office/powerpoint/2010/main" userDrawn="1">
  <ns0:cSld name="2_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35484" y="136523"/>
            <ns1:ext cx="11018316" cy="625473"/>
          </ns1:xfrm>
        </ns0:spPr>
        <ns0:txBody>
          <ns1:bodyPr>
            <ns1:normAutofit/>
          </ns1:bodyPr>
          <ns1:lstStyle>
            <ns1:lvl1pPr>
              <ns1:defRPr sz="3335" baseline="0">
                <ns1:solidFill>
                  <ns1:schemeClr val="tx1"/>
                </ns1:solidFill>
                <ns1:latin typeface="Times New Roman" panose="02020603050405020304" pitchFamily="18" charset="0"/>
                <ns1:ea typeface="黑体" panose="02010609060101010101" pitchFamily="49" charset="-122"/>
              </ns1:defRPr>
            </ns1:lvl1pPr>
          </ns1:lstStyle>
          <ns1:p>
            <ns1:r>
              <ns1:rPr lang="zh-CN" altLang="en-US" dirty="0"/>
              <ns1:t>示例内容公开模板示例内容</ns1:t>
            </ns1:r>
            <ns1:endParaRPr lang="en-US" dirty="0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15658DCB-5952-47D0-A0A7-B050A9C29F0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BAA1A7F-CCB9-42C6-8426-AEC3FF1DB0AC}" type="slidenum">
              <ns1:rPr lang="zh-CN" altLang="en-US" smtClean="0"/>
            </ns1:fld>
            <ns1:endParaRPr lang="zh-CN" altLang="en-US"/>
          </ns1:p>
        </ns0:txBody>
      </ns0:sp>
      <ns0:cxnSp>
        <ns0:nvCxnSpPr>
          <ns0:cNvPr id="7" name="Straight Connector 14"/>
          <ns0:cNvCxnSpPr/>
          <ns0:nvPr/>
        </ns0:nvCxnSpPr>
        <ns0:spPr bwMode="auto">
          <ns1:xfrm>
            <ns1:off x="335485" y="825500"/>
            <ns1:ext cx="11433750" cy="0"/>
          </ns1:xfrm>
          <ns1:prstGeom prst="line">
            <ns1:avLst/>
          </ns1:prstGeom>
          <ns1:ln w="57150" cmpd="thinThick">
            <ns1:solidFill>
              <ns1:srgbClr val="1C338A"/>
            </ns1:solidFill>
            <ns1:headEnd type="none" w="med" len="med"/>
            <ns1:tailEnd type="none" w="med" len="med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2:AlternateContent>
    <ns2:Choice Requires="p14">
      <ns0:transition spd="slow" ns3:dur="2000" advTm="7000"/>
    </ns2:Choice>
    <ns2:Fallback>
      <ns0:transition spd="slow" advTm="7000"/>
    </ns2:Fallback>
  </ns2:AlternateContent>
</ns0:sldLayout>
</file>

<file path=ppt/slideLayouts/slideLayout23.xml><?xml version="1.0" encoding="utf-8"?>
<ns0:sldLayout xmlns:ns0="http://schemas.openxmlformats.org/presentationml/2006/main" xmlns:ns1="http://schemas.openxmlformats.org/drawingml/2006/main" userDrawn="1">
  <ns0:cSld name="1_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Slide Number Placeholder 5"/>
          <ns0:cNvSpPr>
            <ns1:spLocks noGrp="1"/>
          </ns0:cNvSpPr>
          <ns0:nvPr>
            <ns0:ph type="sldNum" sz="quarter" idx="12"/>
          </ns0:nvPr>
        </ns0:nvSpPr>
        <ns0:spPr>
          <ns1:xfrm>
            <ns1:off x="11226801" y="304245"/>
            <ns1:ext cx="748084" cy="359378"/>
          </ns1:xfrm>
        </ns0:spPr>
        <ns0:txBody>
          <ns1:bodyPr/>
          <ns1:lstStyle>
            <ns1:lvl1pPr>
              <ns1:defRPr sz="1800" b="1">
                <ns1:solidFill>
                  <ns1:schemeClr val="tx1"/>
                </ns1:solidFill>
                <ns1:latin typeface="+mn-lt"/>
              </ns1:defRPr>
            </ns1:lvl1pPr>
          </ns1:lstStyle>
          <ns1:p>
            <ns1:fld id="{CDB5CF67-60D3-4B5D-BE54-3401F0FFAF7C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4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C0173984-C90D-4ECC-88B6-503F0D9E3110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5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FFFF0D1-5D4C-4B03-A3DD-2BA01ED06F5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6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596B204-AAFB-4814-B492-C6C2C65C1D6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7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09C705F-F39D-4F0C-AB37-D6B03C03EF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8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FD96595-BAD3-4057-A727-36ED544D2C33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9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98C0957-D7A8-4E72-94FF-572C56541F5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0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FE74EA06-8CF5-45F6-92C2-EAF96A60A78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1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E99E9D6-AEFF-4848-AF14-E1CE8DBD621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2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93CF8FDF-05AB-4F7E-9EAF-B6D5D95BBD34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3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6740CCC5-CB0E-4BDA-9615-F7A5EBBDC1F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4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5145580-1A49-4D39-B608-E975764243D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4" Type="http://schemas.openxmlformats.org/officeDocument/2006/relationships/theme" Target="../theme/theme1.xml" /><ns0:Relationship Id="rId23" Type="http://schemas.openxmlformats.org/officeDocument/2006/relationships/slideLayout" Target="../slideLayouts/slideLayout23.xml" /><ns0:Relationship Id="rId22" Type="http://schemas.openxmlformats.org/officeDocument/2006/relationships/slideLayout" Target="../slideLayouts/slideLayout22.xml" /><ns0:Relationship Id="rId21" Type="http://schemas.openxmlformats.org/officeDocument/2006/relationships/slideLayout" Target="../slideLayouts/slideLayout21.xml" /><ns0:Relationship Id="rId20" Type="http://schemas.openxmlformats.org/officeDocument/2006/relationships/slideLayout" Target="../slideLayouts/slideLayout20.xml" /><ns0:Relationship Id="rId2" Type="http://schemas.openxmlformats.org/officeDocument/2006/relationships/slideLayout" Target="../slideLayouts/slideLayout2.xml" /><ns0:Relationship Id="rId19" Type="http://schemas.openxmlformats.org/officeDocument/2006/relationships/slideLayout" Target="../slideLayouts/slideLayout19.xml" /><ns0:Relationship Id="rId18" Type="http://schemas.openxmlformats.org/officeDocument/2006/relationships/slideLayout" Target="../slideLayouts/slideLayout18.xml" /><ns0:Relationship Id="rId17" Type="http://schemas.openxmlformats.org/officeDocument/2006/relationships/slideLayout" Target="../slideLayouts/slideLayout17.xml" /><ns0:Relationship Id="rId16" Type="http://schemas.openxmlformats.org/officeDocument/2006/relationships/slideLayout" Target="../slideLayouts/slideLayout16.xml" /><ns0:Relationship Id="rId15" Type="http://schemas.openxmlformats.org/officeDocument/2006/relationships/slideLayout" Target="../slideLayouts/slideLayout15.xml" /><ns0:Relationship Id="rId14" Type="http://schemas.openxmlformats.org/officeDocument/2006/relationships/slideLayout" Target="../slideLayouts/slideLayout14.xml" /><ns0:Relationship Id="rId13" Type="http://schemas.openxmlformats.org/officeDocument/2006/relationships/slideLayout" Target="../slideLayouts/slideLayout13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_rels/slideMaster2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32.xml" /><ns0:Relationship Id="rId8" Type="http://schemas.openxmlformats.org/officeDocument/2006/relationships/slideLayout" Target="../slideLayouts/slideLayout31.xml" /><ns0:Relationship Id="rId7" Type="http://schemas.openxmlformats.org/officeDocument/2006/relationships/slideLayout" Target="../slideLayouts/slideLayout30.xml" /><ns0:Relationship Id="rId6" Type="http://schemas.openxmlformats.org/officeDocument/2006/relationships/slideLayout" Target="../slideLayouts/slideLayout29.xml" /><ns0:Relationship Id="rId5" Type="http://schemas.openxmlformats.org/officeDocument/2006/relationships/slideLayout" Target="../slideLayouts/slideLayout28.xml" /><ns0:Relationship Id="rId4" Type="http://schemas.openxmlformats.org/officeDocument/2006/relationships/slideLayout" Target="../slideLayouts/slideLayout27.xml" /><ns0:Relationship Id="rId3" Type="http://schemas.openxmlformats.org/officeDocument/2006/relationships/slideLayout" Target="../slideLayouts/slideLayout26.xml" /><ns0:Relationship Id="rId2" Type="http://schemas.openxmlformats.org/officeDocument/2006/relationships/slideLayout" Target="../slideLayouts/slideLayout25.xml" /><ns0:Relationship Id="rId12" Type="http://schemas.openxmlformats.org/officeDocument/2006/relationships/theme" Target="../theme/theme2.xml" /><ns0:Relationship Id="rId11" Type="http://schemas.openxmlformats.org/officeDocument/2006/relationships/slideLayout" Target="../slideLayouts/slideLayout34.xml" /><ns0:Relationship Id="rId10" Type="http://schemas.openxmlformats.org/officeDocument/2006/relationships/slideLayout" Target="../slideLayouts/slideLayout33.xml" /><ns0:Relationship Id="rId1" Type="http://schemas.openxmlformats.org/officeDocument/2006/relationships/slideLayout" Target="../slideLayouts/slideLayout24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F7CF5E1-A23F-4E1A-98CC-F0191FFB7F2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  <ns0:sldLayoutId id="2147483661" ns2:id="rId13"/>
    <ns0:sldLayoutId id="2147483662" ns2:id="rId14"/>
    <ns0:sldLayoutId id="2147483663" ns2:id="rId15"/>
    <ns0:sldLayoutId id="2147483664" ns2:id="rId16"/>
    <ns0:sldLayoutId id="2147483665" ns2:id="rId17"/>
    <ns0:sldLayoutId id="2147483666" ns2:id="rId18"/>
    <ns0:sldLayoutId id="2147483667" ns2:id="rId19"/>
    <ns0:sldLayoutId id="2147483668" ns2:id="rId20"/>
    <ns0:sldLayoutId id="2147483669" ns2:id="rId21"/>
    <ns0:sldLayoutId id="2147483670" ns2:id="rId22"/>
    <ns0:sldLayoutId id="2147483671" ns2:id="rId23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Masters/slideMaster2.xml><?xml version="1.0" encoding="utf-8"?>
<ns0:sldMaster xmlns:ns0="http://schemas.openxmlformats.org/presentationml/2006/main" xmlns:ns1="http://schemas.openxmlformats.org/drawingml/2006/main" xmlns:ns2="http://schemas.openxmlformats.org/officeDocument/2006/relationships" preserve="1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6B981C71-04E1-4EE8-940A-C3AC0D1DD63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73" ns2:id="rId1"/>
    <ns0:sldLayoutId id="2147483674" ns2:id="rId2"/>
    <ns0:sldLayoutId id="2147483675" ns2:id="rId3"/>
    <ns0:sldLayoutId id="2147483676" ns2:id="rId4"/>
    <ns0:sldLayoutId id="2147483677" ns2:id="rId5"/>
    <ns0:sldLayoutId id="2147483678" ns2:id="rId6"/>
    <ns0:sldLayoutId id="2147483679" ns2:id="rId7"/>
    <ns0:sldLayoutId id="2147483680" ns2:id="rId8"/>
    <ns0:sldLayoutId id="2147483681" ns2:id="rId9"/>
    <ns0:sldLayoutId id="2147483682" ns2:id="rId10"/>
    <ns0:sldLayoutId id="2147483683" ns2:id="rId11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1.xml" /><ns0:Relationship Id="rId4" Type="http://schemas.openxmlformats.org/officeDocument/2006/relationships/slideLayout" Target="../slideLayouts/slideLayout7.xml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文本框 3"/>
          <ns0:cNvSpPr txBox="1"/>
          <ns0:nvPr/>
        </ns0:nvSpPr>
        <ns0:spPr>
          <ns1:xfrm>
            <ns1:off x="-25400" y="98196"/>
            <ns1:ext cx="3568389" cy="523220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en-US" sz="2800" b="1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示例内容公开模板示</ns1:t>
            </ns1:r>
            <ns1:endParaRPr lang="en-US" altLang="zh-CN" sz="2800" b="1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6" name="矩形 5"/>
          <ns0:cNvSpPr/>
          <ns0:nvPr/>
        </ns0:nvSpPr>
        <ns0:spPr>
          <ns1:xfrm>
            <ns1:off x="176262" y="1317851"/>
            <ns1:ext cx="9230995" cy="5397128"/>
          </ns1:xfrm>
          <ns1:prstGeom prst="rect">
            <ns1:avLst/>
          </ns1:prstGeom>
          <ns1:solidFill>
            <ns1:schemeClr val="accent1">
              <ns1:alpha val="13000"/>
            </ns1:schemeClr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7" name="矩形 6"/>
          <ns0:cNvSpPr/>
          <ns0:nvPr/>
        </ns0:nvSpPr>
        <ns0:spPr>
          <ns1:xfrm>
            <ns1:off x="198755" y="1280761"/>
            <ns1:ext cx="9230995" cy="5195653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285750" marR="0" lvl="0" indent="-285750" algn="just" defTabSz="914400" rtl="0">
              <ns1:lnSpc>
                <ns1:spcPct val="110000"/>
              </ns1:lnSpc>
              <ns1:spcBef>
                <ns1:spcPts val="600"/>
              </ns1:spcBef>
              <ns1:spcAft>
                <ns1:spcPct val="0"/>
              </ns1:spcAft>
              <ns1:buClrTx/>
              <ns1:buSzTx/>
              <ns1:buFont typeface="Wingdings" panose="05000000000000000000" pitchFamily="2" charset="2"/>
              <ns1:buChar char="u"/>
              <ns1:defRPr/>
            </ns1:pPr>
            <ns1:r>
              <ns1:rPr kumimoji="0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容公开模, 板示例内容 公开模,</ns1:t>
            </ns1:r>
            <ns1:r>
              <ns1:rPr kumimoji="0" sz="1400" b="1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 </ns1:t>
            </ns1:r>
            <ns1:r>
              <ns1:rPr kumimoji="0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 例内容公开, 模板示例 内容公开, 模板示例 内容公, </ns1:t>
            </ns1:r>
            <ns1:r>
              <ns1:rPr kumimoji="0" sz="1400" b="1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容公开模</ns1:t>
            </ns1:r>
            <ns1:r>
              <ns1:rPr kumimoji="0" lang="en-US" sz="1400" b="1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kumimoji="0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,</ns1:t>
            </ns1:r>
            <ns1:r>
              <ns1:rPr kumimoji="0" lang="en-US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 </ns1:t>
            </ns1:r>
            <ns1:r>
              <ns1:rPr kumimoji="0" sz="1400" i="0" u="none" strike="noStrike" cap="none" spc="0" normalizeH="0" baseline="0" noProof="0" dirty="0" err="1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</ns1:t>
            </ns1:r>
            <ns1:r>
              <ns1:rPr kumimoji="0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</ns1:t>
            </ns1:r>
            <ns1:r>
              <ns1:rPr kumimoji="0" lang="en-US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kumimoji="0" lang="en-US" altLang="zh-CN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.</ns1:t>
            </ns1:r>
            <ns1:r>
              <ns1:rPr kumimoji="0" lang="en-US" altLang="zh-CN" sz="1400" i="0" u="none" strike="noStrike" cap="none" spc="0" normalizeH="0" baseline="0" noProof="0" dirty="0">
                <ns1:ln>
                  <ns1:noFill/>
                </ns1:ln>
                <ns1:solidFill>
                  <ns1:srgbClr val="FF0000"/>
                </ns1:solidFill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 </ns1:t>
            </ns1:r>
            <ns1:r>
              <ns1:rPr kumimoji="0" sz="1400" b="1" i="0" u="none" strike="noStrike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示例内容公开模板示例内 容公开模板示例-内容公开模板示例内 容公开模板示 </ns1:t>
            </ns1:r>
            <ns1:r>
              <ns1:rPr kumimoji="0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 内容公开模-板示例内 容公开模 板示例内容 公开模板示例内容公 开模板示例内容 公开模板</ns1:t>
            </ns1:r>
            <ns1:r>
              <ns1:rPr kumimoji="0" lang="en-US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. </ns1:t>
            </ns1:r>
            <ns1:r>
              <ns1:rPr kumimoji="0" lang="en-US" sz="1400" i="1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示例内容公开模板示例内容公 开模板示例内容 公开 模板示例内容公</ns1:t>
            </ns1:r>
            <ns1:r>
              <ns1:rPr kumimoji="0" lang="en-US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,</ns1:t>
            </ns1:r>
            <ns1:r>
              <ns1:rPr kumimoji="0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 0000,000000</ns1:t>
            </ns1:r>
            <ns1:r>
              <ns1:rPr kumimoji="0" lang="en-US" sz="1400" i="0" u="none" strike="noStrike" cap="none" spc="0" normalizeH="0" baseline="0" noProof="0" dirty="0">
                <ns1:ln>
                  <ns1:noFill/>
                </ns1:ln>
                <ns1:effectLst/>
                <ns1:uLnTx/>
                <ns1:uFillTx/>
                <ns1:latin typeface="Times New Roman" panose="02020603050405020304" pitchFamily="18" charset="0"/>
                <ns1:cs typeface="Times New Roman" panose="02020603050405020304" pitchFamily="18" charset="0"/>
              </ns1:rPr>
              <ns1:t>.</ns1:t>
            </ns1:r>
            <ns1:endParaRPr kumimoji="0" lang="en-US" sz="1400" i="0" u="none" strike="noStrike" cap="none" spc="0" normalizeH="0" baseline="0" noProof="0" dirty="0">
              <ns1:ln>
                <ns1:noFill/>
              </ns1:ln>
              <ns1:effectLst/>
              <ns1:uLnTx/>
              <ns1:uFillTx/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1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 示例内,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示例内, </ns1:t>
            </ns1:r>
            <ns1:r>
              <ns1:rPr lang="en-US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容公开模板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 容 公开模板 示例内容.</ns1:t>
            </ns1:r>
            <ns1:r>
              <ns1:rPr lang="zh-CN" alt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</ns1:t>
            </ns1:r>
            <ns1:r>
              <ns1:rPr lang="en-US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 例内容公开模板-示例内容公开模板示例内 容公开模板示 例内容公开模板示 例内容公开模板示例 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容公开模-板示例内容公开模 板示-例内 容公开模板示 例内容公开模. </ns1:t>
            </ns1:r>
            <ns1:r>
              <ns1:rPr lang="en-US" sz="1400" i="1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</ns1:t>
            </ns1:r>
            <ns1:r>
              <ns1:rPr lang="en-US" sz="1400" i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示例内容公开模板示例内容公 开模板示例内容公开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0000, 00(0)示 000.</ns1:t>
            </ns1:r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1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 公开模板, 示例内容 公开, 模板示例内容公开 模板示, </ns1:t>
            </ns1:r>
            <ns1:r>
              <ns1:rPr lang="en-US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容公开模</ns1:t>
            </ns1: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</ns1:t>
            </ns1: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示例 内容公开</ns1:t>
            </ns1: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示,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 容公开模</ns1:t>
            </ns1: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. 示例 内容公开模板示例内容, 公开模板示例内容公 开模板示例内容 公开模板示例内容公开模板示例 内容公 </ns1:t>
            </ns1:r>
            <ns1:r>
              <ns1:rPr lang="en-US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 板示例内容公 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 内容公开模-板示例内容 公开模板示例内容公 开模板示例 </ns1:t>
            </ns1:r>
            <ns1:r>
              <ns1:rPr lang="en-US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 内容公开 模板示例内容公开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. </ns1:t>
            </ns1:r>
            <ns1:r>
              <ns1:rPr lang="fr-FR" sz="1400" i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 模板示例内容公开模板示例内容</ns1:t>
            </ns1:r>
            <ns1:r>
              <ns1:rPr lang="fr-FR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0000, 00(0)示 0000.</ns1:t>
            </ns1:r>
            <ns1:endParaRPr lang="fr-FR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1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容公开模板</ns1:t>
            </ns1:r>
            <ns1:r>
              <ns1:rPr lang="en-US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示例内, 容公 开模板示,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示例内容公, 开模板 示例内容</ns1:t>
            </ns1: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示例内容 公开模板</ns1:t>
            </ns1:r>
            <ns1:r>
              <ns1:rPr lang="en-US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. </ns1:t>
            </ns1:r>
            <ns1:r>
              <ns1:rPr lang="en-US" sz="1400" b="1" dirty="0" err="1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</ns1:t>
            </ns1:r>
            <ns1:r>
              <ns1:rPr lang="en-US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 例 内容公开模板示例内容 公开模板示例内容公开模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 容公开模板-示例内容公开模板 </ns1:t>
            </ns1:r>
            <ns1:r>
              <ns1:rPr lang="en-US" altLang="zh-CN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 板示例内容公 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 内容公开模-板示例内容 公开模板示例内容公. </ns1:t>
            </ns1:r>
            <ns1:r>
              <ns1:rPr lang="fr-FR" altLang="zh-CN" sz="1400" i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 模板示例内容公开模板示例内容</ns1:t>
            </ns1:r>
            <ns1:r>
              <ns1:rPr lang="fr-FR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示例内容公 开模板示例内.</ns1:t>
            </ns1:r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285750" indent="-285750" algn="just">
              <ns1:lnSpc>
                <ns1:spcPct val="11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容公, </ns1:t>
            </ns1:r>
            <ns1:r>
              <ns1:rPr lang="en-US" sz="1400" b="1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</ns1:t>
            </ns1:r>
            <ns1:r>
              <ns1:rPr lang="en-US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示例内容公开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示例内容 公开模, 板示例内 容公开. 模板示例内-容公开模 板示例内容公开模 板示 </ns1:t>
            </ns1:r>
            <ns1:r>
              <ns1:rPr lang="en-US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 内容公开模板示例内容公开 </ns1:t>
            </ns1:r>
            <ns1:r>
              <ns1:rPr lang="en-US" sz="1400" b="1" dirty="0" err="1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</ns1:t>
            </ns1:r>
            <ns1:r>
              <ns1:rPr lang="en-US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示例内容公开 模板示例内容公 开模板示例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 公开模板-示例内容公开模板 </ns1:t>
            </ns1:r>
            <ns1:r>
              <ns1:rPr lang="en-US" sz="1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[示]. 例内容公开模板示例 内容公开模板示, 000 (0000)例 000000.</ns1:t>
            </ns1:r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1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sv-SE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 容公, 开模板示例内 容公开模板, </ns1:t>
            </ns1:r>
            <ns1:r>
              <ns1:rPr lang="sv-SE" altLang="zh-CN" sz="1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 模板示例内</ns1:t>
            </ns1:r>
            <ns1:r>
              <ns1:rPr lang="sv-SE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, 示例内容公开模板示 例内容公开, 模板示 例内容公, 开模板示 例内容. </ns1:t>
            </ns1:r>
            <ns1:r>
              <ns1:rPr lang="en-US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 例内容公开模板示例 内容公开模板示例内容 公开 </ns1:t>
            </ns1:r>
            <ns1:r>
              <ns1:rPr lang="en-US" altLang="zh-CN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 内容公开模板示例内容公开 模板示例内-容公开模板示 </ns1:t>
            </ns1:r>
            <ns1:r>
              <ns1:rPr lang="en-US" altLang="zh-CN" sz="1400" b="1" dirty="0" err="1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</ns1:t>
            </ns1:r>
            <ns1:r>
              <ns1:rPr lang="en-US" altLang="zh-CN" sz="1400" b="1" dirty="0">
                <ns1:solidFill>
                  <ns1:srgbClr val="C00000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示例内容公开 模板示例内容公 开模板示例</ns1:t>
            </ns1:r>
            <ns1:r>
              <ns1:rPr lang="en-US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示例内容公开模板示 例内容公 开模板示例内容公开模 板示例内容公开模板示例[内]. 容公开模板示例内容 公开模板示例内 容公开 </ns1:t>
            </ns1:r>
            <ns1:r>
              <ns1:rPr lang="sv-SE" altLang="zh-CN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示例内容公开模板示例内容 公, (0000)开 000000.</ns1:t>
            </ns1:r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3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示例内，</ns1:t>
            </ns1: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. </ns1:t>
            </ns1:r>
            <ns1:r>
              <ns1:rPr lang="zh-CN" altLang="en-US" sz="14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示例内容公开模板示例内容公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示0.0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，示例内：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0000示例0000000</ns1:t>
            </ns1:r>
            <ns1:endParaRPr lang="en-US" altLang="zh-CN" sz="1400" dirty="0">
              <ns1:latin typeface="微软雅黑" panose="020B0503020204020204" pitchFamily="34" charset="-122"/>
              <ns1:ea typeface="微软雅黑" panose="020B0503020204020204" pitchFamily="34" charset="-122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3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示例，</ns1:t>
            </ns1: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. 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</ns1:t>
            </ns1:r>
            <ns1:r>
              <ns1:rPr lang="zh-CN" altLang="en-US" sz="14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示0.0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，示例内：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0000示例0000000</ns1:t>
            </ns1:r>
            <ns1:endParaRPr lang="en-US" altLang="zh-CN" sz="1400" dirty="0">
              <ns1:latin typeface="微软雅黑" panose="020B0503020204020204" pitchFamily="34" charset="-122"/>
              <ns1:ea typeface="微软雅黑" panose="020B0503020204020204" pitchFamily="34" charset="-122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3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示例内，容公开，</ns1:t>
            </ns1: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，示例内，容公开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. 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</ns1:t>
            </ns1:r>
            <ns1:r>
              <ns1:rPr lang="zh-CN" altLang="en-US" sz="14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示例内容公开模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示例内容公，开模板：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示例000000000内</ns1:t>
            </ns1:r>
            <ns1:endParaRPr lang="en-US" altLang="zh-CN" sz="1400" dirty="0">
              <ns1:latin typeface="微软雅黑" panose="020B0503020204020204" pitchFamily="34" charset="-122"/>
              <ns1:ea typeface="微软雅黑" panose="020B0503020204020204" pitchFamily="34" charset="-122"/>
              <ns1:cs typeface="Times New Roman" panose="02020603050405020304" pitchFamily="18" charset="0"/>
            </ns1:endParaRPr>
          </ns1:p>
          <ns1:p>
            <ns1:pPr marL="285750" lvl="0" indent="-285750" algn="just">
              <ns1:lnSpc>
                <ns1:spcPct val="130000"/>
              </ns1:lnSpc>
              <ns1:spcBef>
                <ns1:spcPts val="600"/>
              </ns1:spcBef>
              <ns1:spcAft>
                <ns1:spcPct val="0"/>
              </ns1:spcAft>
              <ns1:buFont typeface="Wingdings" panose="05000000000000000000" pitchFamily="2" charset="2"/>
              <ns1:buChar char="u"/>
              <ns1:defRPr/>
            </ns1:pP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示例，</ns1:t>
            </ns1:r>
            <ns1:r>
              <ns1:rPr lang="zh-CN" altLang="en-US" sz="1400" b="1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. 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示例内容公开模板示例内容</ns1:t>
            </ns1:r>
            <ns1:r>
              <ns1:rPr lang="zh-CN" altLang="en-US" sz="14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示例内容公开模板示例</ns1:t>
            </ns1:r>
            <ns1:r>
              <ns1:rPr lang="zh-CN" altLang="en-US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示例内，容公开：</ns1:t>
            </ns1:r>
            <ns1:r>
              <ns1:rPr lang="en-US" altLang="zh-CN" sz="14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示例000000000内</ns1:t>
            </ns1:r>
            <ns1:endParaRPr lang="en-US" altLang="zh-CN" sz="1400" dirty="0">
              <ns1:latin typeface="微软雅黑" panose="020B0503020204020204" pitchFamily="34" charset="-122"/>
              <ns1:ea typeface="微软雅黑" panose="020B0503020204020204" pitchFamily="34" charset="-122"/>
              <ns1:cs typeface="Times New Roman" panose="02020603050405020304" pitchFamily="18" charset="0"/>
            </ns1:endParaRPr>
          </ns1:p>
        </ns0:txBody>
      </ns0:sp>
      <ns0:pic>
        <ns0:nvPicPr>
          <ns0:cNvPr id="5" name="图片 4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465042" y="824106"/>
            <ns1:ext cx="2505075" cy="1424940"/>
          </ns1:xfrm>
          <ns1:prstGeom prst="rect">
            <ns1:avLst/>
          </ns1:prstGeom>
        </ns0:spPr>
      </ns0:pic>
      <ns0:pic>
        <ns0:nvPicPr>
          <ns0:cNvPr id="8" name="图片 7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9466580" y="2282825"/>
            <ns1:ext cx="2526665" cy="1974850"/>
          </ns1:xfrm>
          <ns1:prstGeom prst="rect">
            <ns1:avLst/>
          </ns1:prstGeom>
        </ns0:spPr>
      </ns0:pic>
      <ns0:pic>
        <ns0:nvPicPr>
          <ns0:cNvPr id="9" name="图片 8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9517594" y="4345941"/>
            <ns1:ext cx="2560106" cy="2256756"/>
          </ns1:xfrm>
          <ns1:prstGeom prst="rect">
            <ns1:avLst/>
          </ns1:prstGeom>
        </ns0:spPr>
      </ns0:pic>
      <ns0:sp>
        <ns0:nvSpPr>
          <ns0:cNvPr id="10" name="文本框 9"/>
          <ns0:cNvSpPr txBox="1"/>
          <ns0:nvPr/>
        </ns0:nvSpPr>
        <ns0:spPr>
          <ns1:xfrm>
            <ns1:off x="180715" y="743682"/>
            <ns1:ext cx="7498469" cy="461665"/>
          </ns1:xfrm>
          <ns1:prstGeom prst="rect">
            <ns1:avLst/>
          </ns1:prstGeom>
          <ns1:solidFill>
            <ns1:schemeClr val="accent4">
              <ns1:lumMod val="20000"/>
              <ns1:lumOff val="80000"/>
            </ns1:schemeClr>
          </ns1:solidFill>
        </ns0:spPr>
        <ns0:txBody>
          <ns1:bodyPr wrap="square" rtlCol="0" anchor="t">
            <ns1:spAutoFit/>
          </ns1:bodyPr>
          <ns1:lstStyle/>
          <ns1:p>
            <ns1:pPr marR="0" lvl="0" indent="0" algn="just" defTabSz="914400" rtl="0">
              <ns1:lnSpc>
                <ns1:spcPct val="100000"/>
              </ns1:lnSpc>
              <ns1:spcBef>
                <ns1:spcPts val="600"/>
              </ns1:spcBef>
              <ns1:spcAft>
                <ns1:spcPct val="0"/>
              </ns1:spcAft>
              <ns1:buClrTx/>
              <ns1:buSzTx/>
              <ns1:buFont typeface="Wingdings" panose="05000000000000000000" pitchFamily="2" charset="2"/>
              <ns1:buNone/>
              <ns1:defRPr/>
            </ns1:pPr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示例内容（</ns1:t>
            </ns1:r>
            <ns1:r>
              <ns1:rPr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</ns1:t>
            </ns1:r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示例，内容公开</ns1:t>
            </ns1:r>
            <ns1:r>
              <ns1:rPr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</ns1:t>
            </ns1:r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示例，</ns1:t>
            </ns1:r>
            <ns1:r>
              <ns1:rPr lang="zh-CN" altLang="en-US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</ns1:t>
            </ns1:r>
            <ns1:r>
              <ns1:rPr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</ns1:t>
            </ns1:r>
            <ns1:r>
              <ns1:rPr lang="zh-CN" altLang="en-US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</ns1:t>
            </ns1:r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）</ns1:t>
            </ns1:r>
            <ns1:endParaRPr lang="en-US" altLang="zh-CN" sz="2400" b="1" dirty="0">
              <ns1:solidFill>
                <ns1:srgbClr val="0000FF"/>
              </ns1:solidFill>
              <ns1:latin typeface="黑体" panose="02010609060101010101" pitchFamily="49" charset="-122"/>
              <ns1:ea typeface="微软雅黑" panose="020B0503020204020204" pitchFamily="34" charset="-122"/>
            </ns1:endParaRPr>
          </ns1:p>
        </ns0:txBody>
      </ns0:sp>
      <ns0:sp>
        <ns0:nvSpPr>
          <ns0:cNvPr id="2" name="灯片编号占位符 1"/>
          <ns0:cNvSpPr txBox="1"/>
          <ns0:nvPr/>
        </ns0:nvSpPr>
        <ns0:spPr>
          <ns1:xfrm>
            <ns1:off x="11622573" y="6340899"/>
            <ns1:ext cx="537344" cy="517101"/>
          </ns1:xfrm>
          <ns1:prstGeom prst="rect">
            <ns1:avLst/>
          </ns1:prstGeom>
        </ns0:spPr>
        <ns0:txBody>
          <ns1:bodyPr/>
          <ns1:lstStyle>
            <ns1:defPPr>
              <ns1:defRPr lang="zh-CN"/>
            </ns1:defPPr>
            <ns1:lvl1pPr algn="r">
              <ns1:defRPr sz="2400" b="1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fld id="{EB6A8DA3-AF3E-4920-AAF3-1B12726A296E}" type="slidenum">
              <ns1:rPr lang="zh-CN" altLang="en-US"/>
            </ns1:fld>
            <ns1:endParaRPr lang="zh-CN" altLang="en-US" dirty="0"/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COMMONDATA" val="eyJoZGlkIjoiYjVhMTc5MjJmYmVlZTQ3NTJhOGEyM2ViZWZlYmZjNWIifQ=="/>
  <ns0:tag name="RESOURCE_RECORD_KEY" val="{&quot;10&quot;:[50062487],&quot;13&quot;:[4722044,4663468,4695728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spDef>
      <ns0:spPr>
        <ns0:solidFill>
          <ns0:srgbClr val="003E87"/>
        </ns0:solidFill>
      </ns0:spPr>
      <ns0:bodyPr rtlCol="0" anchor="ctr"/>
      <ns0:lstStyle>
        <ns0:defPPr algn="ctr">
          <ns0:defRPr sz="2000" b="1" dirty="0" smtClean="0">
            <ns0:latin typeface="微软雅黑" panose="020B0503020204020204" pitchFamily="34" charset="-122"/>
            <ns0:ea typeface="微软雅黑" panose="020B0503020204020204" pitchFamily="34" charset="-122"/>
          </ns0:defRPr>
        </ns0:defPPr>
      </ns0:lstStyle>
      <ns0:style>
        <ns0:lnRef idx="2">
          <ns0:schemeClr val="accent1">
            <ns0:shade val="50000"/>
          </ns0:schemeClr>
        </ns0:lnRef>
        <ns0:fillRef idx="1">
          <ns0:schemeClr val="accent1"/>
        </ns0:fillRef>
        <ns0:effectRef idx="0">
          <ns0:schemeClr val="accent1"/>
        </ns0:effectRef>
        <ns0:fontRef idx="minor">
          <ns0:schemeClr val="lt1"/>
        </ns0:fontRef>
      </ns0:style>
    </ns0:spDef>
  </ns0:objectDefaul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自定义设计方案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4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1586</ns0:Words>
  <ns0:Application>WPS 演示</ns0:Application>
  <ns0:PresentationFormat>宽屏</ns0:PresentationFormat>
  <ns0:Paragraphs>17</ns0:Paragraphs>
  <ns0:Slides>1</ns0:Slides>
  <ns0:Notes>32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16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</ns1:i4>
      </ns1:variant>
    </ns1:vector>
  </ns0:HeadingPairs>
  <ns0:TitlesOfParts>
    <ns1:vector size="19" baseType="lpstr">
      <ns1:lpstr>Arial</ns1:lpstr>
      <ns1:lpstr>宋体</ns1:lpstr>
      <ns1:lpstr>Wingdings</ns1:lpstr>
      <ns1:lpstr>微软雅黑</ns1:lpstr>
      <ns1:lpstr>Times New Roman</ns1:lpstr>
      <ns1:lpstr>黑体</ns1:lpstr>
      <ns1:lpstr>华文中宋</ns1:lpstr>
      <ns1:lpstr>OPPOSans B</ns1:lpstr>
      <ns1:lpstr>OPPOSans R</ns1:lpstr>
      <ns1:lpstr>Wingdings</ns1:lpstr>
      <ns1:lpstr>Noto Sans SC</ns1:lpstr>
      <ns1:lpstr>Segoe</ns1:lpstr>
      <ns1:lpstr>Cambria Math</ns1:lpstr>
      <ns1:lpstr>仿宋_GB2312</ns1:lpstr>
      <ns1:lpstr>仿宋</ns1:lpstr>
      <ns1:lpstr>等线</ns1:lpstr>
      <ns1:lpstr>Office 主题​​</ns1:lpstr>
      <ns1:lpstr>自定义设计方案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