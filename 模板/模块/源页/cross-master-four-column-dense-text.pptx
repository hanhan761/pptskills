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>
  <ns0:sldMasterIdLst>
    <ns0:sldMasterId id="2147483648" ns1:id="rId1"/>
  </ns0:sldMasterIdLst>
  <ns0:notesMasterIdLst>
    <ns0:notesMasterId ns1:id="rId4"/>
  </ns0:notesMasterIdLst>
  <ns0:sldIdLst>
    <ns0:sldId id="356" ns1:id="rId3"/>
  </ns0:sldIdLst>
  <ns0:sldSz cx="12192000" cy="6858000"/>
  <ns0:notesSz cx="6858000" cy="9144000"/>
  <ns0:custDataLst>
    <ns0:tags ns1:id="rId9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commentAuthors.xml><?xml version="1.0" encoding="utf-8"?>
<ns0:cmAuthorLst xmlns:ns0="http://schemas.openxmlformats.org/presentationml/2006/main">
  <ns0:cmAuthor id="1" name="闫 新辉" initials="public" lastIdx="0" clrIdx="0"/>
  <ns0:cmAuthor id="2" name="HJWANG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004E8A"/>
    <ns1:srgbClr val="1736F1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>
    <ns0:restoredLeft sz="13533" autoAdjust="0"/>
    <ns0:restoredTop sz="88123" autoAdjust="0"/>
  </ns0:normalViewPr>
  <ns0:slideViewPr>
    <ns0:cSldViewPr snapToGrid="0">
      <ns0:cViewPr varScale="1">
        <ns0:scale>
          <ns1:sx n="147" d="100"/>
          <ns1:sy n="147" d="100"/>
        </ns0:scale>
        <ns0:origin x="952" y="92"/>
      </ns0:cViewPr>
      <ns0:guideLst/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gs" Target="tags/tag9.xml" /><ns0:Relationship Id="rId8" Type="http://schemas.openxmlformats.org/officeDocument/2006/relationships/commentAuthors" Target="commentAuthors.xml" /><ns0:Relationship Id="rId7" Type="http://schemas.openxmlformats.org/officeDocument/2006/relationships/tableStyles" Target="tableStyles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" Type="http://schemas.openxmlformats.org/officeDocument/2006/relationships/slideMaster" Target="slideMasters/slideMaster1.xml" /></ns0:Relationships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5CF6A6C5-91B3-40E4-8CB4-C4926AF73EAD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EF130B9-A86B-46D8-A65C-CDE028EEBF0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CEF130B9-A86B-46D8-A65C-CDE028EEBF0F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 hasCustomPrompt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1137222" y="335816"/>
            <ns1:ext cx="10515600" cy="543560"/>
          </ns1:xfrm>
        </ns0:spPr>
        <ns0:txBody>
          <ns1:bodyPr/>
          <ns1:lstStyle/>
          <ns1:p>
            <ns1:r>
              <ns1:rPr lang="zh-CN" altLang="en-US" dirty="0" smtClean="0"/>
              <ns1:t>示例内容公开模板示例内容</ns1:t>
            </ns1:r>
            <ns1:endParaRPr lang="zh-CN" altLang="en-US" dirty="0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  <ns0:grpSp>
        <ns0:nvGrpSpPr>
          <ns0:cNvPr id="7" name="组合 6"/>
          <ns0:cNvGrpSpPr/>
          <ns0:nvPr userDrawn="1"/>
        </ns0:nvGrpSpPr>
        <ns0:grpSpPr>
          <ns1:xfrm>
            <ns1:off x="394159" y="310888"/>
            <ns1:ext cx="682341" cy="539179"/>
            <ns1:chOff x="1801006" y="1526207"/>
            <ns1:chExt cx="1242672" cy="981947"/>
          </ns1:xfrm>
        </ns0:grpSpPr>
        <ns0:sp>
          <ns0:nvSpPr>
            <ns0:cNvPr id="8" name="矩形 7"/>
            <ns0:cNvSpPr/>
            <ns0:nvPr userDrawn="1"/>
          </ns0:nvSpPr>
          <ns0:spPr>
            <ns1:xfrm>
              <ns1:off x="2224301" y="1732937"/>
              <ns1:ext cx="819377" cy="695740"/>
            </ns1:xfrm>
            <ns1:prstGeom prst="rect">
              <ns1:avLst/>
            </ns1:prstGeom>
            <ns1:solidFill>
              <ns1:srgbClr val="89DFFD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800" b="0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B0604020202020204"/>
                <ns1:ea typeface="黑体" panose="02010609060101010101" pitchFamily="49" charset="-122"/>
                <ns1:cs typeface="+mn-cs"/>
              </ns1:endParaRPr>
            </ns1:p>
          </ns0:txBody>
        </ns0:sp>
        <ns0:sp>
          <ns0:nvSpPr>
            <ns0:cNvPr id="9" name="任意多边形 13"/>
            <ns0:cNvSpPr/>
            <ns0:nvPr userDrawn="1"/>
          </ns0:nvSpPr>
          <ns0:spPr>
            <ns1:xfrm>
              <ns1:off x="1801006" y="1526207"/>
              <ns1:ext cx="1063935" cy="981947"/>
            </ns1:xfrm>
            <ns1:custGeom>
              <ns1:avLst/>
              <ns1:gdLst>
                <ns1:gd name="connsiteX0" fmla="*/ 0 w 2864941"/>
                <ns1:gd name="connsiteY0" fmla="*/ 0 h 981947"/>
                <ns1:gd name="connsiteX1" fmla="*/ 2864941 w 2864941"/>
                <ns1:gd name="connsiteY1" fmla="*/ 0 h 981947"/>
                <ns1:gd name="connsiteX2" fmla="*/ 2041802 w 2864941"/>
                <ns1:gd name="connsiteY2" fmla="*/ 981947 h 981947"/>
                <ns1:gd name="connsiteX3" fmla="*/ 0 w 2864941"/>
                <ns1:gd name="connsiteY3" fmla="*/ 981947 h 98194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</ns1:cxnLst>
              <ns1:rect l="l" t="t" r="r" b="b"/>
              <ns1:pathLst>
                <ns1:path w="2864941" h="981947">
                  <ns1:moveTo>
                    <ns1:pt x="0" y="0"/>
                  </ns1:moveTo>
                  <ns1:lnTo>
                    <ns1:pt x="2864941" y="0"/>
                  </ns1:lnTo>
                  <ns1:lnTo>
                    <ns1:pt x="2041802" y="981947"/>
                  </ns1:lnTo>
                  <ns1:lnTo>
                    <ns1:pt x="0" y="981947"/>
                  </ns1:lnTo>
                  <ns1:close/>
                </ns1:path>
              </ns1:pathLst>
            </ns1:custGeom>
            <ns1:solidFill>
              <ns1:srgbClr val="005AA6"/>
            </ns1:solidFill>
            <ns1:ln>
              <ns1:noFill/>
            </ns1:ln>
            <ns1:effectLst>
              <ns1:outerShdw blurRad="50800" dist="38100" algn="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3000" b="1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B0604020202020204"/>
                <ns1:ea typeface="黑体" panose="02010609060101010101" pitchFamily="49" charset="-122"/>
                <ns1:cs typeface="+mn-cs"/>
              </ns1:endParaRPr>
            </ns1:p>
          </ns0:txBody>
        </ns0:sp>
      </ns0:grpSp>
      <ns0:cxnSp>
        <ns0:nvCxnSpPr>
          <ns0:cNvPr id="10" name="直接连接符 9"/>
          <ns0:cNvCxnSpPr/>
          <ns0:nvPr userDrawn="1"/>
        </ns0:nvCxnSpPr>
        <ns0:spPr>
          <ns1:xfrm flipV="1">
            <ns1:off x="0" y="908685"/>
            <ns1:ext cx="12216765" cy="72390"/>
          </ns1:xfrm>
          <ns1:prstGeom prst="line">
            <ns1:avLst/>
          </ns1:prstGeom>
          <ns1:ln w="63500" cap="rnd" cmpd="sng">
            <ns1:gradFill>
              <ns1:gsLst>
                <ns1:gs pos="0">
                  <ns1:schemeClr val="accent1">
                    <ns1:lumMod val="5000"/>
                    <ns1:lumOff val="95000"/>
                  </ns1:schemeClr>
                </ns1:gs>
                <ns1:gs pos="1000">
                  <ns1:srgbClr val="005699"/>
                </ns1:gs>
                <ns1:gs pos="73000">
                  <ns1:schemeClr val="tx2">
                    <ns1:lumMod val="10000"/>
                    <ns1:lumOff val="90000"/>
                  </ns1:schemeClr>
                </ns1:gs>
                <ns1:gs pos="18000">
                  <ns1:srgbClr val="0070C0"/>
                </ns1:gs>
              </ns1:gsLst>
              <ns1:lin ang="0" scaled="0"/>
            </ns1:gradFill>
            <ns1:prstDash val="solid"/>
            <ns1:round/>
          </ns1:ln>
        </ns0:spPr>
        <ns0:style>
          <ns1:lnRef idx="0">
            <ns1:srgbClr val="FFFFFF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userDrawn="1">
  <ns0:cSld name="1_自定义版式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A8A1308B-844F-4213-8A24-21E452B17AE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B5F5FBCE-9CC3-44F5-972C-E30778F83CE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2.xml" /><ns0:Relationship Id="rId8" Type="http://schemas.openxmlformats.org/officeDocument/2006/relationships/tags" Target="../tags/tag8.xml" /><ns0:Relationship Id="rId7" Type="http://schemas.openxmlformats.org/officeDocument/2006/relationships/tags" Target="../tags/tag7.xml" /><ns0:Relationship Id="rId6" Type="http://schemas.openxmlformats.org/officeDocument/2006/relationships/tags" Target="../tags/tag6.xml" /><ns0:Relationship Id="rId5" Type="http://schemas.openxmlformats.org/officeDocument/2006/relationships/tags" Target="../tags/tag5.xml" /><ns0:Relationship Id="rId4" Type="http://schemas.openxmlformats.org/officeDocument/2006/relationships/tags" Target="../tags/tag4.xml" /><ns0:Relationship Id="rId3" Type="http://schemas.openxmlformats.org/officeDocument/2006/relationships/tags" Target="../tags/tag3.xml" /><ns0:Relationship Id="rId2" Type="http://schemas.openxmlformats.org/officeDocument/2006/relationships/tags" Target="../tags/tag2.xml" /><ns0:Relationship Id="rId10" Type="http://schemas.openxmlformats.org/officeDocument/2006/relationships/notesSlide" Target="../notesSlides/notesSlide1.xml" /><ns0:Relationship Id="rId1" Type="http://schemas.openxmlformats.org/officeDocument/2006/relationships/tags" Target="../tags/tag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矩形 8"/>
          <ns0:cNvSpPr/>
          <ns0:nvPr>
            <ns0:custDataLst>
              <ns0:tags ns2:id="rId1"/>
            </ns0:custDataLst>
          </ns0:nvPr>
        </ns0:nvSpPr>
        <ns0:spPr>
          <ns1:xfrm>
            <ns1:off x="307068" y="1365100"/>
            <ns1:ext cx="2671700" cy="340290"/>
          </ns1:xfrm>
          <ns1:prstGeom prst="rect">
            <ns1:avLst/>
          </ns1:prstGeom>
          <ns1:solidFill>
            <ns1:srgbClr val="005EA4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bIns="0" rtlCol="0" anchor="ctr"/>
          <ns1:lstStyle/>
          <ns1:p>
            <ns1:pPr lvl="0" algn="ctr">
              <ns1:defRPr/>
            </ns1:pPr>
            <ns1:r>
              <ns1:rPr lang="zh-CN" altLang="en-US" sz="2000" b="1" kern="0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</ns1:rPr>
              <ns1:t>0. 示例内容</ns1:t>
            </ns1:r>
            <ns1:endParaRPr lang="zh-CN" altLang="en-US" sz="2000" b="1" kern="0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29" name="文本框 28"/>
          <ns0:cNvSpPr txBox="1"/>
          <ns0:nvPr>
            <ns0:custDataLst>
              <ns0:tags ns2:id="rId2"/>
            </ns0:custDataLst>
          </ns0:nvPr>
        </ns0:nvSpPr>
        <ns0:spPr bwMode="auto">
          <ns1:xfrm>
            <ns1:off x="307068" y="1789795"/>
            <ns1:ext cx="2653767" cy="4303315"/>
          </ns1:xfrm>
          <ns1:prstGeom prst="rect">
            <ns1:avLst/>
          </ns1:prstGeom>
          <ns1:noFill/>
          <ns1:ln w="9525">
            <ns1:solidFill>
              <ns1:schemeClr val="accent1">
                <ns1:lumMod val="75000"/>
              </ns1:schemeClr>
            </ns1:solidFill>
            <ns1:miter lim="800000"/>
          </ns1:ln>
        </ns0:spPr>
        <ns0:txBody>
          <ns1:bodyPr wrap="square" rtlCol="0">
            <ns1:noAutofit/>
          </ns1:bodyPr>
          <ns1:lstStyle/>
          <ns1:p>
            <ns1:pPr marL="285750" indent="-285750" algn="l">
              <ns1:lnSpc>
                <ns1:spcPct val="17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 smtClean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示例内容公开模—板示例内—容公开模板示例内容公开模</ns1:t>
            </ns1:r>
            <ns1:endParaRPr lang="zh-CN" altLang="en-US" sz="1400" b="1" dirty="0" smtClean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示例内容公开模，板示例内、容公、开模板、示例、内容公开模板示例内；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示例内容公开模板示例内，容公开模板示例内、容公开模板示例内容公；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示例内容公开模板示例内容公，开模板示例内容公开模、板示例内。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矩形 25"/>
          <ns0:cNvSpPr/>
          <ns0:nvPr/>
        </ns0:nvSpPr>
        <ns0:spPr>
          <ns1:xfrm>
            <ns1:off x="340221" y="6316041"/>
            <ns1:ext cx="11378565" cy="460375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400" b="1" dirty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00" b="1" dirty="0" smtClean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  </ns1:t>
            </ns1:r>
            <ns1:r>
              <ns1:rPr lang="zh-CN" altLang="en-US" sz="2400" b="1" dirty="0" smtClean="0">
                <ns1:gradFill>
                  <ns1:gsLst>
                    <ns1:gs pos="50000">
                      <ns1:schemeClr val="tx1"/>
                    </ns1:gs>
                    <ns1:gs pos="0">
                      <ns1:schemeClr val="tx1">
                        <ns1:lumMod val="25000"/>
                        <ns1:lumOff val="75000"/>
                      </ns1:schemeClr>
                    </ns1:gs>
                    <ns1:gs pos="100000">
                      <ns1:schemeClr val="tx1">
                        <ns1:lumMod val="85000"/>
                      </ns1:schemeClr>
                    </ns1:gs>
                  </ns1:gsLst>
                  <ns1:lin ang="5400000" scaled="1"/>
                </ns1:gra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  </ns1:t>
            </ns1:r>
            <ns1:r>
              <ns1:rPr lang="zh-CN" altLang="en-US" sz="2400" b="1" dirty="0" smtClean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2400" b="1" dirty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00" b="1" dirty="0" smtClean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 </ns1:t>
            </ns1:r>
            <ns1:r>
              <ns1:rPr lang="zh-CN" altLang="en-US" sz="2400" b="1" dirty="0" smtClean="0">
                <ns1:gradFill>
                  <ns1:gsLst>
                    <ns1:gs pos="50000">
                      <ns1:schemeClr val="tx1"/>
                    </ns1:gs>
                    <ns1:gs pos="0">
                      <ns1:schemeClr val="tx1">
                        <ns1:lumMod val="25000"/>
                        <ns1:lumOff val="75000"/>
                      </ns1:schemeClr>
                    </ns1:gs>
                    <ns1:gs pos="100000">
                      <ns1:schemeClr val="tx1">
                        <ns1:lumMod val="85000"/>
                      </ns1:schemeClr>
                    </ns1:gs>
                  </ns1:gsLst>
                  <ns1:lin ang="5400000" scaled="1"/>
                </ns1:gra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  </ns1:t>
            </ns1:r>
            <ns1:r>
              <ns1:rPr lang="zh-CN" altLang="en-US" sz="2400" b="1" dirty="0" smtClean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00" b="1" dirty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2400" b="1" dirty="0" smtClean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  </ns1:t>
            </ns1:r>
            <ns1:r>
              <ns1:rPr lang="zh-CN" altLang="en-US" sz="2400" b="1" dirty="0" smtClean="0">
                <ns1:gradFill>
                  <ns1:gsLst>
                    <ns1:gs pos="50000">
                      <ns1:schemeClr val="tx1"/>
                    </ns1:gs>
                    <ns1:gs pos="0">
                      <ns1:schemeClr val="tx1">
                        <ns1:lumMod val="25000"/>
                        <ns1:lumOff val="75000"/>
                      </ns1:schemeClr>
                    </ns1:gs>
                    <ns1:gs pos="100000">
                      <ns1:schemeClr val="tx1">
                        <ns1:lumMod val="85000"/>
                      </ns1:schemeClr>
                    </ns1:gs>
                  </ns1:gsLst>
                  <ns1:lin ang="5400000" scaled="1"/>
                </ns1:gra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  </ns1:t>
            </ns1:r>
            <ns1:r>
              <ns1:rPr lang="zh-CN" altLang="en-US" sz="2400" b="1" dirty="0" smtClean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00" b="1" dirty="0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400" b="1" dirty="0">
              <ns1:solidFill>
                <ns1:srgbClr val="FF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" name="矩形 5"/>
          <ns0:cNvSpPr/>
          <ns0:nvPr>
            <ns0:custDataLst>
              <ns0:tags ns2:id="rId3"/>
            </ns0:custDataLst>
          </ns0:nvPr>
        </ns0:nvSpPr>
        <ns0:spPr>
          <ns1:xfrm>
            <ns1:off x="3215615" y="1365099"/>
            <ns1:ext cx="2690296" cy="340371"/>
          </ns1:xfrm>
          <ns1:prstGeom prst="rect">
            <ns1:avLst/>
          </ns1:prstGeom>
          <ns1:solidFill>
            <ns1:srgbClr val="005EA4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bIns="0" rtlCol="0" anchor="ctr"/>
          <ns1:lstStyle/>
          <ns1:p>
            <ns1:pPr lvl="0" algn="ctr">
              <ns1:defRPr/>
            </ns1:pPr>
            <ns1:r>
              <ns1:rPr lang="zh-CN" altLang="en-US" sz="2000" b="1" kern="0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</ns1:rPr>
              <ns1:t>0. 示例内容</ns1:t>
            </ns1:r>
            <ns1:endParaRPr lang="zh-CN" altLang="en-US" sz="2000" b="1" kern="0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8" name="文本框 17"/>
          <ns0:cNvSpPr txBox="1"/>
          <ns0:nvPr>
            <ns0:custDataLst>
              <ns0:tags ns2:id="rId4"/>
            </ns0:custDataLst>
          </ns0:nvPr>
        </ns0:nvSpPr>
        <ns0:spPr bwMode="auto">
          <ns1:xfrm>
            <ns1:off x="3232473" y="1789796"/>
            <ns1:ext cx="2671350" cy="4303314"/>
          </ns1:xfrm>
          <ns1:prstGeom prst="rect">
            <ns1:avLst/>
          </ns1:prstGeom>
          <ns1:noFill/>
          <ns1:ln w="9525">
            <ns1:solidFill>
              <ns1:schemeClr val="accent1">
                <ns1:lumMod val="75000"/>
              </ns1:schemeClr>
            </ns1:solidFill>
            <ns1:miter lim="800000"/>
          </ns1:ln>
        </ns0:spPr>
        <ns0:txBody>
          <ns1:bodyPr wrap="square" rtlCol="0">
            <ns1:noAutofit/>
          </ns1:bodyPr>
          <ns1:lstStyle/>
          <ns1:p>
            <ns1:pPr marL="285750" indent="-285750" algn="l">
              <ns1:lnSpc>
                <ns1:spcPct val="17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 smtClean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示例内容公开模—板示例内—容公开模板示例内容公开模</ns1:t>
            </ns1:r>
            <ns1:endParaRPr lang="zh-CN" altLang="en-US" sz="1400" b="1" dirty="0" smtClean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示例内容公开模板示例内容公开模板示例内容公开，模板示例内容公开模板示例；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示例内容公开、模板示例内容公开模，板示例内容、公开模板示例内容公开；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示例内容公开模板示例内，容公开模板示例内容公开模板示例内</ns1:t>
            </ns1:r>
            <ns1:r>
              <ns1:rPr lang="zh-CN" altLang="en-US" sz="12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2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矩形 22"/>
          <ns0:cNvSpPr/>
          <ns0:nvPr>
            <ns0:custDataLst>
              <ns0:tags ns2:id="rId5"/>
            </ns0:custDataLst>
          </ns0:nvPr>
        </ns0:nvSpPr>
        <ns0:spPr>
          <ns1:xfrm>
            <ns1:off x="6156784" y="1365099"/>
            <ns1:ext cx="2705526" cy="359693"/>
          </ns1:xfrm>
          <ns1:prstGeom prst="rect">
            <ns1:avLst/>
          </ns1:prstGeom>
          <ns1:solidFill>
            <ns1:srgbClr val="005EA4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bIns="0" rtlCol="0" anchor="ctr"/>
          <ns1:lstStyle/>
          <ns1:p>
            <ns1:pPr lvl="0" algn="ctr">
              <ns1:defRPr/>
            </ns1:pPr>
            <ns1:r>
              <ns1:rPr lang="zh-CN" altLang="en-US" sz="2000" b="1" kern="0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</ns1:rPr>
              <ns1:t>0. 示例内容</ns1:t>
            </ns1:r>
            <ns1:endParaRPr lang="zh-CN" altLang="en-US" sz="2000" b="1" kern="0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31" name="文本框 30"/>
          <ns0:cNvSpPr txBox="1"/>
          <ns0:nvPr>
            <ns0:custDataLst>
              <ns0:tags ns2:id="rId6"/>
            </ns0:custDataLst>
          </ns0:nvPr>
        </ns0:nvSpPr>
        <ns0:spPr bwMode="auto">
          <ns1:xfrm>
            <ns1:off x="6156785" y="1789795"/>
            <ns1:ext cx="2705525" cy="4264313"/>
          </ns1:xfrm>
          <ns1:prstGeom prst="rect">
            <ns1:avLst/>
          </ns1:prstGeom>
          <ns1:noFill/>
          <ns1:ln w="9525">
            <ns1:solidFill>
              <ns1:schemeClr val="accent1">
                <ns1:lumMod val="75000"/>
              </ns1:schemeClr>
            </ns1:solidFill>
            <ns1:miter lim="800000"/>
          </ns1:ln>
        </ns0:spPr>
        <ns0:txBody>
          <ns1:bodyPr wrap="square" rtlCol="0">
            <ns1:noAutofit/>
          </ns1:bodyPr>
          <ns1:lstStyle/>
          <ns1:p>
            <ns1:pPr marL="285750" indent="-285750" algn="l">
              <ns1:lnSpc>
                <ns1:spcPct val="17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 smtClean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示例内容公开模—板示例内—容公开模板示例内容公开模</ns1:t>
            </ns1:r>
            <ns1:endParaRPr lang="zh-CN" altLang="en-US" sz="1400" b="1" dirty="0" smtClean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en-US" altLang="zh-CN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示例内容公开模板，示例</ns1:t>
            </ns1:r>
            <ns1:r>
              <ns1:rPr lang="en-US" altLang="zh-CN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示例、内容公开、模板示例内容公开模板示；</ns1:t>
            </ns1:r>
            <ns1:endParaRPr lang="en-US" altLang="zh-CN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示例内容公、开模板示例内容公开，模板示例内容公开模板示例内；</ns1:t>
            </ns1:r>
            <ns1:endParaRPr lang="en-US" altLang="zh-CN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示例内容公开模板示例内容公，开模板示例内、容公开模、板示例内容。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矩形 31"/>
          <ns0:cNvSpPr/>
          <ns0:nvPr>
            <ns0:custDataLst>
              <ns0:tags ns2:id="rId7"/>
            </ns0:custDataLst>
          </ns0:nvPr>
        </ns0:nvSpPr>
        <ns0:spPr>
          <ns1:xfrm>
            <ns1:off x="9148335" y="1365100"/>
            <ns1:ext cx="2816872" cy="359692"/>
          </ns1:xfrm>
          <ns1:prstGeom prst="rect">
            <ns1:avLst/>
          </ns1:prstGeom>
          <ns1:solidFill>
            <ns1:srgbClr val="005EA4"/>
          </ns1:solidFill>
          <ns1:ln w="12700" cap="flat" cmpd="sng" algn="ctr">
            <ns1:noFill/>
            <ns1:prstDash val="solid"/>
            <ns1:miter lim="800000"/>
          </ns1:ln>
          <ns1:effectLst/>
        </ns0:spPr>
        <ns0:txBody>
          <ns1:bodyPr bIns="0" rtlCol="0" anchor="ctr"/>
          <ns1:lstStyle/>
          <ns1:p>
            <ns1:pPr lvl="0" algn="ctr">
              <ns1:defRPr/>
            </ns1:pPr>
            <ns1:r>
              <ns1:rPr lang="zh-CN" altLang="en-US" sz="2000" b="1" kern="0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</ns1:rPr>
              <ns1:t>0. 示例</ns1:t>
            </ns1:r>
            <ns1:r>
              <ns1:rPr lang="zh-CN" altLang="en-US" sz="2000" b="1" kern="0" dirty="0" smtClean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</ns1:rPr>
              <ns1:t>示例</ns1:t>
            </ns1:r>
            <ns1:endParaRPr lang="zh-CN" altLang="en-US" sz="2000" b="1" kern="0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35" name="文本框 34"/>
          <ns0:cNvSpPr txBox="1"/>
          <ns0:nvPr>
            <ns0:custDataLst>
              <ns0:tags ns2:id="rId8"/>
            </ns0:custDataLst>
          </ns0:nvPr>
        </ns0:nvSpPr>
        <ns0:spPr bwMode="auto">
          <ns1:xfrm>
            <ns1:off x="9148335" y="1789796"/>
            <ns1:ext cx="2816872" cy="4225309"/>
          </ns1:xfrm>
          <ns1:prstGeom prst="rect">
            <ns1:avLst/>
          </ns1:prstGeom>
          <ns1:noFill/>
          <ns1:ln w="9525">
            <ns1:solidFill>
              <ns1:schemeClr val="accent1">
                <ns1:lumMod val="75000"/>
              </ns1:schemeClr>
            </ns1:solidFill>
            <ns1:miter lim="800000"/>
          </ns1:ln>
        </ns0:spPr>
        <ns0:txBody>
          <ns1:bodyPr wrap="square" rtlCol="0">
            <ns1:noAutofit/>
          </ns1:bodyPr>
          <ns1:lstStyle/>
          <ns1:p>
            <ns1:pPr marL="285750" indent="-285750" algn="l">
              <ns1:lnSpc>
                <ns1:spcPct val="17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 smtClean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示例内容公开模—板示例内—容公开模板示例内容公开模</ns1:t>
            </ns1:r>
            <ns1:endParaRPr lang="zh-CN" altLang="en-US" sz="1400" b="1" dirty="0" smtClean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示例内容公开模板示例内容公开模板，示例内容公开模板、示例内容公开—模—板示例内容；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示例内容、公开、模板示例内容公开模板示例内容公，开模板示例内容公；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50000"/>
              </ns1:lnSpc>
              <ns1:spcBef>
                <ns1:spcPts val="600"/>
              </ns1:spcBef>
              <ns1:buClrTx/>
              <ns1:buSzTx/>
              <ns1:buFont typeface="Wingdings" panose="05000000000000000000" pitchFamily="2" charset="2"/>
              <ns1:buChar char="p"/>
            </ns1:pP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示例内容公开模、板示例内容公开，模板示例、内容、公开、模板示例内。</ns1:t>
            </ns1:r>
            <ns1:endParaRPr lang="zh-CN" altLang="en-US" sz="14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标题 1"/>
          <ns0:cNvSpPr txBox="1"/>
          <ns0:nvPr/>
        </ns0:nvSpPr>
        <ns0:spPr>
          <ns1:xfrm>
            <ns1:off x="1116965" y="190500"/>
            <ns1:ext cx="10135235" cy="87884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>
            <ns1:lvl1pPr algn="l" defTabSz="914400" rtl="0" eaLnBrk="1" latinLnBrk="0" hangingPunct="1">
              <ns1:lnSpc>
                <ns1:spcPct val="90000"/>
              </ns1:lnSpc>
              <ns1:spcBef>
                <ns1:spcPct val="0"/>
              </ns1:spcBef>
              <ns1:buNone/>
              <ns1:defRPr sz="4400" kern="1200">
                <ns1:solidFill>
                  <ns1:schemeClr val="tx1"/>
                </ns1:solidFill>
                <ns1:latin typeface="+mj-lt"/>
                <ns1:ea typeface="+mj-ea"/>
                <ns1:cs typeface="+mj-cs"/>
              </ns1:defRPr>
            </ns1:lvl1pPr>
          </ns1:lstStyle>
          <ns1:p>
            <ns1:pPr algn="l"/>
            <ns1:r>
              <ns1:rPr lang="en-US" altLang="zh-CN" sz="32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en-US" altLang="zh-CN" sz="3200" b="1" dirty="0" smtClean="0">
                <ns1:latin typeface="微软雅黑" panose="020B0503020204020204" pitchFamily="34" charset="-122"/>
                <ns1:ea typeface="微软雅黑" panose="020B0503020204020204" pitchFamily="34" charset="-122"/>
              </ns1:rPr>
              <ns1:t>. </ns1:t>
            </ns1:r>
            <ns1:r>
              <ns1:rPr lang="zh-CN" altLang="en-US" sz="3200" b="1" dirty="0" smtClean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32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3200" b="1" dirty="0" smtClean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sz="32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  <ns0:timing>
    <ns0:tnLst>
      <ns0:par>
        <ns0:cTn id="1" dur="indefinite" restart="never" nodeType="tmRoot"/>
      </ns0:par>
    </ns0:tnLst>
  </ns0:timing>
</ns0:sld>
</file>

<file path=ppt/tags/tag1.xml><?xml version="1.0" encoding="utf-8"?>
<ns0:tagLst xmlns:ns0="http://schemas.openxmlformats.org/presentationml/2006/main">
  <ns0:tag name="KSO_WM_BEAUTIFY_FLAG" val=""/>
  <ns0:tag name="KSO_WM_DIAGRAM_VIRTUALLY_FRAME" val="{&quot;height&quot;:419.89992125984253,&quot;left&quot;:31.35,&quot;top&quot;:110.13086614173228,&quot;width&quot;:918.7334645669292}"/>
</ns0:tagLst>
</file>

<file path=ppt/tags/tag2.xml><?xml version="1.0" encoding="utf-8"?>
<ns0:tagLst xmlns:ns0="http://schemas.openxmlformats.org/presentationml/2006/main">
  <ns0:tag name="KSO_WM_DIAGRAM_VIRTUALLY_FRAME" val="{&quot;height&quot;:419.89992125984253,&quot;left&quot;:31.35,&quot;top&quot;:110.13086614173228,&quot;width&quot;:918.7334645669292}"/>
</ns0:tagLst>
</file>

<file path=ppt/tags/tag3.xml><?xml version="1.0" encoding="utf-8"?>
<ns0:tagLst xmlns:ns0="http://schemas.openxmlformats.org/presentationml/2006/main">
  <ns0:tag name="KSO_WM_BEAUTIFY_FLAG" val=""/>
  <ns0:tag name="KSO_WM_DIAGRAM_VIRTUALLY_FRAME" val="{&quot;height&quot;:419.89992125984253,&quot;left&quot;:31.35,&quot;top&quot;:110.13086614173228,&quot;width&quot;:918.7334645669292}"/>
</ns0:tagLst>
</file>

<file path=ppt/tags/tag4.xml><?xml version="1.0" encoding="utf-8"?>
<ns0:tagLst xmlns:ns0="http://schemas.openxmlformats.org/presentationml/2006/main">
  <ns0:tag name="KSO_WM_DIAGRAM_VIRTUALLY_FRAME" val="{&quot;height&quot;:419.89992125984253,&quot;left&quot;:31.35,&quot;top&quot;:110.13086614173228,&quot;width&quot;:918.7334645669292}"/>
</ns0:tagLst>
</file>

<file path=ppt/tags/tag5.xml><?xml version="1.0" encoding="utf-8"?>
<ns0:tagLst xmlns:ns0="http://schemas.openxmlformats.org/presentationml/2006/main">
  <ns0:tag name="KSO_WM_BEAUTIFY_FLAG" val=""/>
  <ns0:tag name="KSO_WM_DIAGRAM_VIRTUALLY_FRAME" val="{&quot;height&quot;:419.89992125984253,&quot;left&quot;:31.35,&quot;top&quot;:110.13086614173228,&quot;width&quot;:918.7334645669292}"/>
</ns0:tagLst>
</file>

<file path=ppt/tags/tag6.xml><?xml version="1.0" encoding="utf-8"?>
<ns0:tagLst xmlns:ns0="http://schemas.openxmlformats.org/presentationml/2006/main">
  <ns0:tag name="KSO_WM_DIAGRAM_VIRTUALLY_FRAME" val="{&quot;height&quot;:419.89992125984253,&quot;left&quot;:31.35,&quot;top&quot;:110.13086614173228,&quot;width&quot;:918.7334645669292}"/>
</ns0:tagLst>
</file>

<file path=ppt/tags/tag7.xml><?xml version="1.0" encoding="utf-8"?>
<ns0:tagLst xmlns:ns0="http://schemas.openxmlformats.org/presentationml/2006/main">
  <ns0:tag name="KSO_WM_BEAUTIFY_FLAG" val=""/>
  <ns0:tag name="KSO_WM_DIAGRAM_VIRTUALLY_FRAME" val="{&quot;height&quot;:419.89992125984253,&quot;left&quot;:31.35,&quot;top&quot;:110.13086614173228,&quot;width&quot;:918.7334645669292}"/>
</ns0:tagLst>
</file>

<file path=ppt/tags/tag8.xml><?xml version="1.0" encoding="utf-8"?>
<ns0:tagLst xmlns:ns0="http://schemas.openxmlformats.org/presentationml/2006/main">
  <ns0:tag name="KSO_WM_DIAGRAM_VIRTUALLY_FRAME" val="{&quot;height&quot;:419.89992125984253,&quot;left&quot;:31.35,&quot;top&quot;:110.13086614173228,&quot;width&quot;:918.7334645669292}"/>
</ns0:tagLst>
</file>

<file path=ppt/tags/tag9.xml><?xml version="1.0" encoding="utf-8"?>
<ns0:tagLst xmlns:ns0="http://schemas.openxmlformats.org/presentationml/2006/main">
  <ns0:tag name="RESOURCE_RECORD_KEY" val="{&quot;29&quot;:[50053044,50053288,50053324,50053052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578</ns0:Words>
  <ns0:Application>WPS 演示</ns0:Application>
  <ns0:PresentationFormat>宽屏</ns0:PresentationFormat>
  <ns0:Paragraphs>32</ns0:Paragraphs>
  <ns0:Slides>1</ns0:Slides>
  <ns0:Notes>14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12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14" baseType="lpstr">
      <ns1:lpstr>Arial</ns1:lpstr>
      <ns1:lpstr>宋体</ns1:lpstr>
      <ns1:lpstr>Wingdings</ns1:lpstr>
      <ns1:lpstr>Arial</ns1:lpstr>
      <ns1:lpstr>黑体</ns1:lpstr>
      <ns1:lpstr>微软雅黑</ns1:lpstr>
      <ns1:lpstr>Calibri</ns1:lpstr>
      <ns1:lpstr>Times New Roman</ns1:lpstr>
      <ns1:lpstr>Wingdings</ns1:lpstr>
      <ns1:lpstr>OPPOSans B</ns1:lpstr>
      <ns1:lpstr>OPPOSans R</ns1:lpstr>
      <ns1:lpstr>Noto Sans SC</ns1:lpstr>
      <ns1:lpstr>Office 主题​​</ns1:lpstr>
      <ns1:lpstr>PowerPoint 演示文稿</ns1:lpstr>
    </ns1:vector>
  </ns0:TitlesOfParts>
  <ns0:Company/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