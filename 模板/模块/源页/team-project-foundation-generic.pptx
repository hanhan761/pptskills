
<file path=[Content_Types].xml><?xml version="1.0" encoding="utf-8"?>
<ns0:Types xmlns:ns0="http://schemas.openxmlformats.org/package/2006/content-types">
  <ns0:Default Extension="png" ContentType="image/png"/>
  <ns0:Default Extension="wdp" ContentType="image/vnd.ms-photo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Layouts/slideLayout23.xml" ContentType="application/vnd.openxmlformats-officedocument.presentationml.slideLayout+xml"/>
  <ns0:Override PartName="/ppt/slideLayouts/slideLayout24.xml" ContentType="application/vnd.openxmlformats-officedocument.presentationml.slideLayout+xml"/>
  <ns0:Override PartName="/ppt/slideLayouts/slideLayout25.xml" ContentType="application/vnd.openxmlformats-officedocument.presentationml.slideLayout+xml"/>
  <ns0:Override PartName="/ppt/slideLayouts/slideLayout26.xml" ContentType="application/vnd.openxmlformats-officedocument.presentationml.slideLayout+xml"/>
  <ns0:Override PartName="/ppt/slideLayouts/slideLayout27.xml" ContentType="application/vnd.openxmlformats-officedocument.presentationml.slideLayout+xml"/>
  <ns0:Override PartName="/ppt/slideLayouts/slideLayout28.xml" ContentType="application/vnd.openxmlformats-officedocument.presentationml.slideLayout+xml"/>
  <ns0:Override PartName="/ppt/slideLayouts/slideLayout29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30.xml" ContentType="application/vnd.openxmlformats-officedocument.presentationml.slideLayout+xml"/>
  <ns0:Override PartName="/ppt/slideLayouts/slideLayout31.xml" ContentType="application/vnd.openxmlformats-officedocument.presentationml.slideLayout+xml"/>
  <ns0:Override PartName="/ppt/slideLayouts/slideLayout32.xml" ContentType="application/vnd.openxmlformats-officedocument.presentationml.slideLayout+xml"/>
  <ns0:Override PartName="/ppt/slideLayouts/slideLayout33.xml" ContentType="application/vnd.openxmlformats-officedocument.presentationml.slideLayout+xml"/>
  <ns0:Override PartName="/ppt/slideLayouts/slideLayout34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theme/theme4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4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0/main" xmlns:ns4="http://schemas.microsoft.com/office/powerpoint/2012/main">
  <ns0:sldMasterIdLst>
    <ns0:sldMasterId id="2147483648" ns1:id="rId1"/>
    <ns0:sldMasterId id="2147483672" ns1:id="rId3"/>
  </ns0:sldMasterIdLst>
  <ns0:notesMasterIdLst>
    <ns0:notesMasterId ns1:id="rId5"/>
  </ns0:notesMasterIdLst>
  <ns0:handoutMasterIdLst>
    <ns0:handoutMasterId ns1:id="rId6"/>
  </ns0:handoutMasterIdLst>
  <ns0:sldIdLst>
    <ns0:sldId id="10945" ns1:id="rId4"/>
  </ns0:sldIdLst>
  <ns0:sldSz cx="12192000" cy="6858000"/>
  <ns0:notesSz cx="6858000" cy="9144000"/>
  <ns0:custDataLst>
    <ns0:tags ns1:id="rId11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521415D9-36F7-43E2-AB2F-B90AF26B5E84}">
      <ns3:sectionLst>
        <ns3:section name="默认节" id="{45F37E01-0C8E-4BDC-BB50-32607658EB8D}">
          <ns3:sldIdLst>
            <ns3:sldId id="10945"/>
          </ns3:sldIdLst>
        </ns3:section>
      </ns3:sectionLst>
    </ns0:ext>
    <ns0:ext uri="{EFAFB233-063F-42B5-8137-9DF3F51BA10A}">
      <ns4:sldGuideLst>
        <ns4:guide id="1" orient="horz" pos="4157" userDrawn="1">
          <ns4:clr>
            <ns2:srgbClr val="A4A3A4"/>
          </ns4:clr>
        </ns4:guide>
        <ns4:guide id="2" orient="horz" pos="736" userDrawn="1">
          <ns4:clr>
            <ns2:srgbClr val="A4A3A4"/>
          </ns4:clr>
        </ns4:guide>
        <ns4:guide id="3" pos="218" userDrawn="1">
          <ns4:clr>
            <ns2:srgbClr val="A4A3A4"/>
          </ns4:clr>
        </ns4:guide>
        <ns4:guide id="4" orient="horz" pos="1477" userDrawn="1">
          <ns4:clr>
            <ns2:srgbClr val="A4A3A4"/>
          </ns4:clr>
        </ns4:guide>
        <ns4:guide id="5" pos="7321" userDrawn="1">
          <ns4:clr>
            <ns2:srgbClr val="A4A3A4"/>
          </ns4:clr>
        </ns4:guide>
        <ns4:guide id="6" orient="horz" pos="2829" userDrawn="1">
          <ns4:clr>
            <ns2:srgbClr val="A4A3A4"/>
          </ns4:clr>
        </ns4:guide>
        <ns4:guide id="7" pos="7214" userDrawn="1">
          <ns4:clr>
            <ns2:srgbClr val="A4A3A4"/>
          </ns4:clr>
        </ns4:guide>
        <ns4:guide id="8" pos="601" userDrawn="1">
          <ns4:clr>
            <ns2:srgbClr val="A4A3A4"/>
          </ns4:clr>
        </ns4:guide>
        <ns4:guide id="9" orient="horz" pos="664" userDrawn="1">
          <ns4:clr>
            <ns2:srgbClr val="A4A3A4"/>
          </ns4:clr>
        </ns4:guide>
        <ns4:guide id="10" orient="horz" pos="3470" userDrawn="1">
          <ns4:clr>
            <ns2:srgbClr val="A4A3A4"/>
          </ns4:clr>
        </ns4:guide>
        <ns4:guide id="11" pos="3840" userDrawn="1">
          <ns4:clr>
            <ns2:srgbClr val="A4A3A4"/>
          </ns4:clr>
        </ns4:guide>
      </ns4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1" clrIdx="0"/>
  <ns0:cmAuthor id="2" name="作者" initials="public" lastIdx="0" clrIdx="1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showPr useTimings="0">
    <ns0:present/>
    <ns0:sldAll/>
    <ns0:penClr>
      <ns1:prstClr val="red"/>
    </ns0:penClr>
    <ns0:extLst>
      <ns0:ext uri="{EC167BDD-8182-4AB7-AECC-EB403E3ABB37}">
        <ns2:laserClr>
          <ns1:srgbClr val="FF0000"/>
        </ns2:laserClr>
      </ns0:ext>
      <ns0:ext uri="{2FDB2607-1784-4EEB-B798-7EB5836EED8A}">
        <ns2:showMediaCtrls val="0"/>
      </ns0:ext>
    </ns0:extLst>
  </ns0:showPr>
  <ns0:clrMru>
    <ns1:srgbClr val="E1EFD7"/>
    <ns1:srgbClr val="B4C7E7"/>
    <ns1:srgbClr val="0000CC"/>
    <ns1:srgbClr val="FFC000"/>
    <ns1:srgbClr val="123A85"/>
    <ns1:srgbClr val="0033CC"/>
    <ns1:srgbClr val="0000FF"/>
    <ns1:srgbClr val="F3F3F4"/>
    <ns1:srgbClr val="CFDBF0"/>
    <ns1:srgbClr val="6D5088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>
    <ns0:restoredLeft sz="19018" autoAdjust="0"/>
    <ns0:restoredTop sz="86710" autoAdjust="0"/>
  </ns0:normalViewPr>
  <ns0:slideViewPr>
    <ns0:cSldViewPr snapToGrid="0" showGuides="1">
      <ns0:cViewPr>
        <ns0:scale>
          <ns1:sx n="75" d="100"/>
          <ns1:sy n="75" d="100"/>
        </ns0:scale>
        <ns0:origin x="387" y="192"/>
      </ns0:cViewPr>
      <ns0:guideLst>
        <ns0:guide orient="horz" pos="4157"/>
        <ns0:guide orient="horz" pos="736"/>
        <ns0:guide pos="218"/>
        <ns0:guide orient="horz" pos="1477"/>
        <ns0:guide pos="7321"/>
        <ns0:guide orient="horz" pos="2829"/>
        <ns0:guide pos="7214"/>
        <ns0:guide pos="601"/>
        <ns0:guide orient="horz" pos="664"/>
        <ns0:guide orient="horz" pos="3470"/>
        <ns0:guide pos="3840"/>
      </ns0:guideLst>
    </ns0:cSldViewPr>
  </ns0:slideViewPr>
  <ns0:notesTextViewPr>
    <ns0:cViewPr>
      <ns0:scale>
        <ns1:sx n="100" d="100"/>
        <ns1:sy n="100" d="100"/>
      </ns0:scale>
      <ns0:origin x="0" y="0"/>
    </ns0:cViewPr>
  </ns0:notesTextViewPr>
  <ns0:sorterViewPr>
    <ns0:cViewPr>
      <ns0:scale>
        <ns1:sx n="100" d="100"/>
        <ns1:sy n="100" d="100"/>
      </ns0:scale>
      <ns0:origin x="0" y="0"/>
    </ns0:cViewPr>
  </ns0:sorterViewPr>
  <ns0:notesViewPr>
    <ns0:cSldViewPr snapToGrid="0">
      <ns0:cViewPr varScale="1">
        <ns0:scale>
          <ns1:sx n="87" d="100"/>
          <ns1:sy n="87" d="100"/>
        </ns0:scale>
        <ns0:origin x="2988" y="66"/>
      </ns0:cViewPr>
      <ns0:guideLst/>
    </ns0:cSldViewPr>
  </ns0:notes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tableStyles" Target="tableStyles.xml" /><ns0:Relationship Id="rId8" Type="http://schemas.openxmlformats.org/officeDocument/2006/relationships/viewProps" Target="viewProps.xml" /><ns0:Relationship Id="rId7" Type="http://schemas.openxmlformats.org/officeDocument/2006/relationships/presProps" Target="presProps.xml" /><ns0:Relationship Id="rId6" Type="http://schemas.openxmlformats.org/officeDocument/2006/relationships/handoutMaster" Target="handoutMasters/handoutMaster1.xml" /><ns0:Relationship Id="rId5" Type="http://schemas.openxmlformats.org/officeDocument/2006/relationships/notesMaster" Target="notesMasters/notesMaster1.xml" /><ns0:Relationship Id="rId4" Type="http://schemas.openxmlformats.org/officeDocument/2006/relationships/slide" Target="slides/slide1.xml" /><ns0:Relationship Id="rId3" Type="http://schemas.openxmlformats.org/officeDocument/2006/relationships/slideMaster" Target="slideMasters/slideMaster2.xml" /><ns0:Relationship Id="rId2" Type="http://schemas.openxmlformats.org/officeDocument/2006/relationships/theme" Target="theme/theme1.xml" /><ns0:Relationship Id="rId11" Type="http://schemas.openxmlformats.org/officeDocument/2006/relationships/tags" Target="tags/tag1.xml" /><ns0:Relationship Id="rId10" Type="http://schemas.openxmlformats.org/officeDocument/2006/relationships/commentAuthors" Target="commentAuthors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4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693CD92F-A2FB-4DE4-8A63-ED7A8F81E49F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C6EC1511-B3FB-45CB-B792-9F0D99D0BE1A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E614A60A-153D-4434-A66D-FDC367A23E50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5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3" Type="http://schemas.microsoft.com/office/2007/relationships/hdphoto" Target="../media/image2.wdp" /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4" Type="http://schemas.microsoft.com/office/2007/relationships/hdphoto" Target="../media/image8.wdp" /><ns0:Relationship Id="rId3" Type="http://schemas.openxmlformats.org/officeDocument/2006/relationships/image" Target="../media/public-placeholder.png" /><ns0:Relationship Id="rId2" Type="http://schemas.openxmlformats.org/officeDocument/2006/relationships/image" Target="../media/public-placeholder.png" /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封面1-求是印章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  <ns1:extLst>
                <ns1:ext uri="{BEBA8EAE-BF5A-486C-A8C5-ECC9F3942E4B}">
                  <ns3:imgProps>
                    <ns3:imgLayer ns2:embed="rId3">
                      <ns3:imgEffect>
                        <ns3:colorTemperature colorTemp="11200"/>
                      </ns3:imgEffect>
                    </ns3:imgLayer>
                  </ns3:imgProps>
                </ns1:ext>
              </ns1:extLst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grpSp>
        <ns0:nvGrpSpPr>
          <ns0:cNvPr id="5" name="组合 4"/>
          <ns0:cNvGrpSpPr>
            <ns1:grpSpLocks noChangeAspect="1"/>
          </ns0:cNvGrpSpPr>
          <ns0:nvPr userDrawn="1"/>
        </ns0:nvGrpSpPr>
        <ns0:grpSpPr>
          <ns1:xfrm>
            <ns1:off x="224494" y="1818058"/>
            <ns1:ext cx="11967505" cy="1863356"/>
            <ns1:chOff x="211839" y="1592541"/>
            <ns1:chExt cx="12050728" cy="1876314"/>
          </ns1:xfrm>
        </ns0:grpSpPr>
        <ns0:sp>
          <ns0:nvSpPr>
            <ns0:cNvPr id="6" name="矩形 5"/>
            <ns0:cNvSpPr/>
            <ns0:nvPr/>
          </ns0:nvSpPr>
          <ns0:spPr>
            <ns1:xfrm>
              <ns1:off x="4379690" y="1592541"/>
              <ns1:ext cx="7882877" cy="1876314"/>
            </ns1:xfrm>
            <ns1:prstGeom prst="rect">
              <ns1:avLst/>
            </ns1:prstGeom>
            <ns1:solidFill>
              <ns1:srgbClr val="123A85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7" name="矩形 6"/>
            <ns0:cNvSpPr/>
            <ns0:nvPr/>
          </ns0:nvSpPr>
          <ns0:spPr>
            <ns1:xfrm>
              <ns1:off x="4186379" y="1592541"/>
              <ns1:ext cx="174636" cy="1876314"/>
            </ns1:xfrm>
            <ns1:prstGeom prst="rect">
              <ns1:avLst/>
            </ns1:prstGeom>
            <ns1:solidFill>
              <ns1:srgbClr val="A42629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8" name="Freeform 5"/>
            <ns0:cNvSpPr>
              <ns1:spLocks noEditPoints="1"/>
            </ns0:cNvSpPr>
            <ns0:nvPr/>
          </ns0:nvSpPr>
          <ns0:spPr bwMode="auto">
            <ns1:xfrm>
              <ns1:off x="6839496" y="1870920"/>
              <ns1:ext cx="514963" cy="613352"/>
            </ns1:xfrm>
            <ns1:custGeom>
              <ns1:avLst/>
              <ns1:gdLst>
                <ns1:gd name="T0" fmla="*/ 359 w 359"/>
                <ns1:gd name="T1" fmla="*/ 111 h 473"/>
                <ns1:gd name="T2" fmla="*/ 319 w 359"/>
                <ns1:gd name="T3" fmla="*/ 187 h 473"/>
                <ns1:gd name="T4" fmla="*/ 318 w 359"/>
                <ns1:gd name="T5" fmla="*/ 195 h 473"/>
                <ns1:gd name="T6" fmla="*/ 326 w 359"/>
                <ns1:gd name="T7" fmla="*/ 226 h 473"/>
                <ns1:gd name="T8" fmla="*/ 299 w 359"/>
                <ns1:gd name="T9" fmla="*/ 261 h 473"/>
                <ns1:gd name="T10" fmla="*/ 226 w 359"/>
                <ns1:gd name="T11" fmla="*/ 292 h 473"/>
                <ns1:gd name="T12" fmla="*/ 217 w 359"/>
                <ns1:gd name="T13" fmla="*/ 302 h 473"/>
                <ns1:gd name="T14" fmla="*/ 230 w 359"/>
                <ns1:gd name="T15" fmla="*/ 306 h 473"/>
                <ns1:gd name="T16" fmla="*/ 259 w 359"/>
                <ns1:gd name="T17" fmla="*/ 342 h 473"/>
                <ns1:gd name="T18" fmla="*/ 243 w 359"/>
                <ns1:gd name="T19" fmla="*/ 359 h 473"/>
                <ns1:gd name="T20" fmla="*/ 222 w 359"/>
                <ns1:gd name="T21" fmla="*/ 387 h 473"/>
                <ns1:gd name="T22" fmla="*/ 224 w 359"/>
                <ns1:gd name="T23" fmla="*/ 430 h 473"/>
                <ns1:gd name="T24" fmla="*/ 181 w 359"/>
                <ns1:gd name="T25" fmla="*/ 472 h 473"/>
                <ns1:gd name="T26" fmla="*/ 107 w 359"/>
                <ns1:gd name="T27" fmla="*/ 463 h 473"/>
                <ns1:gd name="T28" fmla="*/ 94 w 359"/>
                <ns1:gd name="T29" fmla="*/ 453 h 473"/>
                <ns1:gd name="T30" fmla="*/ 108 w 359"/>
                <ns1:gd name="T31" fmla="*/ 443 h 473"/>
                <ns1:gd name="T32" fmla="*/ 125 w 359"/>
                <ns1:gd name="T33" fmla="*/ 438 h 473"/>
                <ns1:gd name="T34" fmla="*/ 152 w 359"/>
                <ns1:gd name="T35" fmla="*/ 398 h 473"/>
                <ns1:gd name="T36" fmla="*/ 140 w 359"/>
                <ns1:gd name="T37" fmla="*/ 390 h 473"/>
                <ns1:gd name="T38" fmla="*/ 98 w 359"/>
                <ns1:gd name="T39" fmla="*/ 413 h 473"/>
                <ns1:gd name="T40" fmla="*/ 7 w 359"/>
                <ns1:gd name="T41" fmla="*/ 387 h 473"/>
                <ns1:gd name="T42" fmla="*/ 21 w 359"/>
                <ns1:gd name="T43" fmla="*/ 361 h 473"/>
                <ns1:gd name="T44" fmla="*/ 102 w 359"/>
                <ns1:gd name="T45" fmla="*/ 343 h 473"/>
                <ns1:gd name="T46" fmla="*/ 140 w 359"/>
                <ns1:gd name="T47" fmla="*/ 325 h 473"/>
                <ns1:gd name="T48" fmla="*/ 170 w 359"/>
                <ns1:gd name="T49" fmla="*/ 298 h 473"/>
                <ns1:gd name="T50" fmla="*/ 196 w 359"/>
                <ns1:gd name="T51" fmla="*/ 279 h 473"/>
                <ns1:gd name="T52" fmla="*/ 241 w 359"/>
                <ns1:gd name="T53" fmla="*/ 255 h 473"/>
                <ns1:gd name="T54" fmla="*/ 218 w 359"/>
                <ns1:gd name="T55" fmla="*/ 260 h 473"/>
                <ns1:gd name="T56" fmla="*/ 143 w 359"/>
                <ns1:gd name="T57" fmla="*/ 309 h 473"/>
                <ns1:gd name="T58" fmla="*/ 118 w 359"/>
                <ns1:gd name="T59" fmla="*/ 318 h 473"/>
                <ns1:gd name="T60" fmla="*/ 63 w 359"/>
                <ns1:gd name="T61" fmla="*/ 315 h 473"/>
                <ns1:gd name="T62" fmla="*/ 54 w 359"/>
                <ns1:gd name="T63" fmla="*/ 309 h 473"/>
                <ns1:gd name="T64" fmla="*/ 62 w 359"/>
                <ns1:gd name="T65" fmla="*/ 297 h 473"/>
                <ns1:gd name="T66" fmla="*/ 151 w 359"/>
                <ns1:gd name="T67" fmla="*/ 245 h 473"/>
                <ns1:gd name="T68" fmla="*/ 181 w 359"/>
                <ns1:gd name="T69" fmla="*/ 228 h 473"/>
                <ns1:gd name="T70" fmla="*/ 196 w 359"/>
                <ns1:gd name="T71" fmla="*/ 199 h 473"/>
                <ns1:gd name="T72" fmla="*/ 181 w 359"/>
                <ns1:gd name="T73" fmla="*/ 209 h 473"/>
                <ns1:gd name="T74" fmla="*/ 168 w 359"/>
                <ns1:gd name="T75" fmla="*/ 216 h 473"/>
                <ns1:gd name="T76" fmla="*/ 130 w 359"/>
                <ns1:gd name="T77" fmla="*/ 234 h 473"/>
                <ns1:gd name="T78" fmla="*/ 93 w 359"/>
                <ns1:gd name="T79" fmla="*/ 224 h 473"/>
                <ns1:gd name="T80" fmla="*/ 81 w 359"/>
                <ns1:gd name="T81" fmla="*/ 175 h 473"/>
                <ns1:gd name="T82" fmla="*/ 60 w 359"/>
                <ns1:gd name="T83" fmla="*/ 125 h 473"/>
                <ns1:gd name="T84" fmla="*/ 73 w 359"/>
                <ns1:gd name="T85" fmla="*/ 96 h 473"/>
                <ns1:gd name="T86" fmla="*/ 88 w 359"/>
                <ns1:gd name="T87" fmla="*/ 98 h 473"/>
                <ns1:gd name="T88" fmla="*/ 150 w 359"/>
                <ns1:gd name="T89" fmla="*/ 191 h 473"/>
                <ns1:gd name="T90" fmla="*/ 160 w 359"/>
                <ns1:gd name="T91" fmla="*/ 170 h 473"/>
                <ns1:gd name="T92" fmla="*/ 177 w 359"/>
                <ns1:gd name="T93" fmla="*/ 134 h 473"/>
                <ns1:gd name="T94" fmla="*/ 161 w 359"/>
                <ns1:gd name="T95" fmla="*/ 102 h 473"/>
                <ns1:gd name="T96" fmla="*/ 172 w 359"/>
                <ns1:gd name="T97" fmla="*/ 73 h 473"/>
                <ns1:gd name="T98" fmla="*/ 184 w 359"/>
                <ns1:gd name="T99" fmla="*/ 70 h 473"/>
                <ns1:gd name="T100" fmla="*/ 247 w 359"/>
                <ns1:gd name="T101" fmla="*/ 25 h 473"/>
                <ns1:gd name="T102" fmla="*/ 269 w 359"/>
                <ns1:gd name="T103" fmla="*/ 0 h 473"/>
                <ns1:gd name="T104" fmla="*/ 287 w 359"/>
                <ns1:gd name="T105" fmla="*/ 0 h 473"/>
                <ns1:gd name="T106" fmla="*/ 294 w 359"/>
                <ns1:gd name="T107" fmla="*/ 63 h 473"/>
                <ns1:gd name="T108" fmla="*/ 312 w 359"/>
                <ns1:gd name="T109" fmla="*/ 58 h 473"/>
                <ns1:gd name="T110" fmla="*/ 331 w 359"/>
                <ns1:gd name="T111" fmla="*/ 61 h 473"/>
                <ns1:gd name="T112" fmla="*/ 359 w 359"/>
                <ns1:gd name="T113" fmla="*/ 87 h 473"/>
                <ns1:gd name="T114" fmla="*/ 359 w 359"/>
                <ns1:gd name="T115" fmla="*/ 111 h 473"/>
                <ns1:gd name="T116" fmla="*/ 242 w 359"/>
                <ns1:gd name="T117" fmla="*/ 148 h 473"/>
                <ns1:gd name="T118" fmla="*/ 271 w 359"/>
                <ns1:gd name="T119" fmla="*/ 163 h 473"/>
                <ns1:gd name="T120" fmla="*/ 281 w 359"/>
                <ns1:gd name="T121" fmla="*/ 135 h 473"/>
                <ns1:gd name="T122" fmla="*/ 261 w 359"/>
                <ns1:gd name="T123" fmla="*/ 127 h 473"/>
                <ns1:gd name="T124" fmla="*/ 242 w 359"/>
                <ns1:gd name="T125" fmla="*/ 148 h 47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  <ns1:cxn ang="0">
                  <ns1:pos x="T122" y="T123"/>
                </ns1:cxn>
                <ns1:cxn ang="0">
                  <ns1:pos x="T124" y="T125"/>
                </ns1:cxn>
              </ns1:cxnLst>
              <ns1:rect l="0" t="0" r="r" b="b"/>
              <ns1:pathLst>
                <ns1:path w="359" h="473">
                  <ns1:moveTo>
                    <ns1:pt x="359" y="111"/>
                  </ns1:moveTo>
                  <ns1:cubicBezTo>
                    <ns1:pt x="346" y="137"/>
                    <ns1:pt x="332" y="162"/>
                    <ns1:pt x="319" y="187"/>
                  </ns1:cubicBezTo>
                  <ns1:cubicBezTo>
                    <ns1:pt x="318" y="190"/>
                    <ns1:pt x="316" y="193"/>
                    <ns1:pt x="318" y="195"/>
                  </ns1:cubicBezTo>
                  <ns1:cubicBezTo>
                    <ns1:pt x="329" y="204"/>
                    <ns1:pt x="326" y="215"/>
                    <ns1:pt x="326" y="226"/>
                  </ns1:cubicBezTo>
                  <ns1:cubicBezTo>
                    <ns1:pt x="327" y="248"/>
                    <ns1:pt x="320" y="258"/>
                    <ns1:pt x="299" y="261"/>
                  </ns1:cubicBezTo>
                  <ns1:cubicBezTo>
                    <ns1:pt x="271" y="266"/>
                    <ns1:pt x="249" y="280"/>
                    <ns1:pt x="226" y="292"/>
                  </ns1:cubicBezTo>
                  <ns1:cubicBezTo>
                    <ns1:pt x="222" y="294"/>
                    <ns1:pt x="215" y="296"/>
                    <ns1:pt x="217" y="302"/>
                  </ns1:cubicBezTo>
                  <ns1:cubicBezTo>
                    <ns1:pt x="219" y="308"/>
                    <ns1:pt x="226" y="306"/>
                    <ns1:pt x="230" y="306"/>
                  </ns1:cubicBezTo>
                  <ns1:cubicBezTo>
                    <ns1:pt x="256" y="307"/>
                    <ns1:pt x="265" y="318"/>
                    <ns1:pt x="259" y="342"/>
                  </ns1:cubicBezTo>
                  <ns1:cubicBezTo>
                    <ns1:pt x="257" y="351"/>
                    <ns1:pt x="253" y="357"/>
                    <ns1:pt x="243" y="359"/>
                  </ns1:cubicBezTo>
                  <ns1:cubicBezTo>
                    <ns1:pt x="225" y="362"/>
                    <ns1:pt x="221" y="368"/>
                    <ns1:pt x="222" y="387"/>
                  </ns1:cubicBezTo>
                  <ns1:cubicBezTo>
                    <ns1:pt x="222" y="401"/>
                    <ns1:pt x="224" y="416"/>
                    <ns1:pt x="224" y="430"/>
                  </ns1:cubicBezTo>
                  <ns1:cubicBezTo>
                    <ns1:pt x="224" y="461"/>
                    <ns1:pt x="212" y="472"/>
                    <ns1:pt x="181" y="472"/>
                  </ns1:cubicBezTo>
                  <ns1:cubicBezTo>
                    <ns1:pt x="156" y="473"/>
                    <ns1:pt x="131" y="471"/>
                    <ns1:pt x="107" y="463"/>
                  </ns1:cubicBezTo>
                  <ns1:cubicBezTo>
                    <ns1:pt x="102" y="461"/>
                    <ns1:pt x="94" y="461"/>
                    <ns1:pt x="94" y="453"/>
                  </ns1:cubicBezTo>
                  <ns1:cubicBezTo>
                    <ns1:pt x="95" y="445"/>
                    <ns1:pt x="102" y="445"/>
                    <ns1:pt x="108" y="443"/>
                  </ns1:cubicBezTo>
                  <ns1:cubicBezTo>
                    <ns1:pt x="113" y="441"/>
                    <ns1:pt x="119" y="439"/>
                    <ns1:pt x="125" y="438"/>
                  </ns1:cubicBezTo>
                  <ns1:cubicBezTo>
                    <ns1:pt x="148" y="431"/>
                    <ns1:pt x="154" y="421"/>
                    <ns1:pt x="152" y="398"/>
                  </ns1:cubicBezTo>
                  <ns1:cubicBezTo>
                    <ns1:pt x="151" y="390"/>
                    <ns1:pt x="147" y="388"/>
                    <ns1:pt x="140" y="390"/>
                  </ns1:cubicBezTo>
                  <ns1:cubicBezTo>
                    <ns1:pt x="124" y="395"/>
                    <ns1:pt x="111" y="404"/>
                    <ns1:pt x="98" y="413"/>
                  </ns1:cubicBezTo>
                  <ns1:cubicBezTo>
                    <ns1:pt x="70" y="430"/>
                    <ns1:pt x="21" y="416"/>
                    <ns1:pt x="7" y="387"/>
                  </ns1:cubicBezTo>
                  <ns1:cubicBezTo>
                    <ns1:pt x="0" y="373"/>
                    <ns1:pt x="7" y="359"/>
                    <ns1:pt x="21" y="361"/>
                  </ns1:cubicBezTo>
                  <ns1:cubicBezTo>
                    <ns1:pt x="51" y="366"/>
                    <ns1:pt x="76" y="353"/>
                    <ns1:pt x="102" y="343"/>
                  </ns1:cubicBezTo>
                  <ns1:cubicBezTo>
                    <ns1:pt x="115" y="338"/>
                    <ns1:pt x="127" y="331"/>
                    <ns1:pt x="140" y="325"/>
                  </ns1:cubicBezTo>
                  <ns1:cubicBezTo>
                    <ns1:pt x="153" y="319"/>
                    <ns1:pt x="164" y="312"/>
                    <ns1:pt x="170" y="298"/>
                  </ns1:cubicBezTo>
                  <ns1:cubicBezTo>
                    <ns1:pt x="175" y="287"/>
                    <ns1:pt x="185" y="282"/>
                    <ns1:pt x="196" y="279"/>
                  </ns1:cubicBezTo>
                  <ns1:cubicBezTo>
                    <ns1:pt x="212" y="275"/>
                    <ns1:pt x="226" y="266"/>
                    <ns1:pt x="241" y="255"/>
                  </ns1:cubicBezTo>
                  <ns1:cubicBezTo>
                    <ns1:pt x="231" y="253"/>
                    <ns1:pt x="224" y="257"/>
                    <ns1:pt x="218" y="260"/>
                  </ns1:cubicBezTo>
                  <ns1:cubicBezTo>
                    <ns1:pt x="190" y="272"/>
                    <ns1:pt x="167" y="292"/>
                    <ns1:pt x="143" y="309"/>
                  </ns1:cubicBezTo>
                  <ns1:cubicBezTo>
                    <ns1:pt x="135" y="315"/>
                    <ns1:pt x="127" y="319"/>
                    <ns1:pt x="118" y="318"/>
                  </ns1:cubicBezTo>
                  <ns1:cubicBezTo>
                    <ns1:pt x="100" y="317"/>
                    <ns1:pt x="82" y="312"/>
                    <ns1:pt x="63" y="315"/>
                  </ns1:cubicBezTo>
                  <ns1:cubicBezTo>
                    <ns1:pt x="60" y="315"/>
                    <ns1:pt x="55" y="313"/>
                    <ns1:pt x="54" y="309"/>
                  </ns1:cubicBezTo>
                  <ns1:cubicBezTo>
                    <ns1:pt x="52" y="303"/>
                    <ns1:pt x="57" y="300"/>
                    <ns1:pt x="62" y="297"/>
                  </ns1:cubicBezTo>
                  <ns1:cubicBezTo>
                    <ns1:pt x="91" y="280"/>
                    <ns1:pt x="121" y="262"/>
                    <ns1:pt x="151" y="245"/>
                  </ns1:cubicBezTo>
                  <ns1:cubicBezTo>
                    <ns1:pt x="161" y="239"/>
                    <ns1:pt x="171" y="233"/>
                    <ns1:pt x="181" y="228"/>
                  </ns1:cubicBezTo>
                  <ns1:cubicBezTo>
                    <ns1:pt x="193" y="223"/>
                    <ns1:pt x="203" y="216"/>
                    <ns1:pt x="196" y="199"/>
                  </ns1:cubicBezTo>
                  <ns1:cubicBezTo>
                    <ns1:pt x="191" y="203"/>
                    <ns1:pt x="186" y="206"/>
                    <ns1:pt x="181" y="209"/>
                  </ns1:cubicBezTo>
                  <ns1:cubicBezTo>
                    <ns1:pt x="177" y="212"/>
                    <ns1:pt x="172" y="217"/>
                    <ns1:pt x="168" y="216"/>
                  </ns1:cubicBezTo>
                  <ns1:cubicBezTo>
                    <ns1:pt x="150" y="212"/>
                    <ns1:pt x="142" y="225"/>
                    <ns1:pt x="130" y="234"/>
                  </ns1:cubicBezTo>
                  <ns1:cubicBezTo>
                    <ns1:pt x="115" y="247"/>
                    <ns1:pt x="102" y="243"/>
                    <ns1:pt x="93" y="224"/>
                  </ns1:cubicBezTo>
                  <ns1:cubicBezTo>
                    <ns1:pt x="86" y="208"/>
                    <ns1:pt x="86" y="191"/>
                    <ns1:pt x="81" y="175"/>
                  </ns1:cubicBezTo>
                  <ns1:cubicBezTo>
                    <ns1:pt x="76" y="157"/>
                    <ns1:pt x="65" y="142"/>
                    <ns1:pt x="60" y="125"/>
                  </ns1:cubicBezTo>
                  <ns1:cubicBezTo>
                    <ns1:pt x="55" y="111"/>
                    <ns1:pt x="60" y="100"/>
                    <ns1:pt x="73" y="96"/>
                  </ns1:cubicBezTo>
                  <ns1:cubicBezTo>
                    <ns1:pt x="78" y="94"/>
                    <ns1:pt x="84" y="94"/>
                    <ns1:pt x="88" y="98"/>
                  </ns1:cubicBezTo>
                  <ns1:cubicBezTo>
                    <ns1:pt x="115" y="124"/>
                    <ns1:pt x="145" y="148"/>
                    <ns1:pt x="150" y="191"/>
                  </ns1:cubicBezTo>
                  <ns1:cubicBezTo>
                    <ns1:pt x="159" y="185"/>
                    <ns1:pt x="165" y="180"/>
                    <ns1:pt x="160" y="170"/>
                  </ns1:cubicBezTo>
                  <ns1:cubicBezTo>
                    <ns1:pt x="149" y="148"/>
                    <ns1:pt x="152" y="141"/>
                    <ns1:pt x="177" y="134"/>
                  </ns1:cubicBezTo>
                  <ns1:cubicBezTo>
                    <ns1:pt x="172" y="123"/>
                    <ns1:pt x="168" y="112"/>
                    <ns1:pt x="161" y="102"/>
                  </ns1:cubicBezTo>
                  <ns1:cubicBezTo>
                    <ns1:pt x="151" y="89"/>
                    <ns1:pt x="157" y="77"/>
                    <ns1:pt x="172" y="73"/>
                  </ns1:cubicBezTo>
                  <ns1:cubicBezTo>
                    <ns1:pt x="176" y="72"/>
                    <ns1:pt x="180" y="70"/>
                    <ns1:pt x="184" y="70"/>
                  </ns1:cubicBezTo>
                  <ns1:cubicBezTo>
                    <ns1:pt x="213" y="66"/>
                    <ns1:pt x="236" y="54"/>
                    <ns1:pt x="247" y="25"/>
                  </ns1:cubicBezTo>
                  <ns1:cubicBezTo>
                    <ns1:pt x="251" y="14"/>
                    <ns1:pt x="260" y="8"/>
                    <ns1:pt x="269" y="0"/>
                  </ns1:cubicBezTo>
                  <ns1:cubicBezTo>
                    <ns1:pt x="275" y="0"/>
                    <ns1:pt x="281" y="0"/>
                    <ns1:pt x="287" y="0"/>
                  </ns1:cubicBezTo>
                  <ns1:cubicBezTo>
                    <ns1:pt x="302" y="20"/>
                    <ns1:pt x="307" y="40"/>
                    <ns1:pt x="294" y="63"/>
                  </ns1:cubicBezTo>
                  <ns1:cubicBezTo>
                    <ns1:pt x="302" y="65"/>
                    <ns1:pt x="307" y="60"/>
                    <ns1:pt x="312" y="58"/>
                  </ns1:cubicBezTo>
                  <ns1:cubicBezTo>
                    <ns1:pt x="319" y="55"/>
                    <ns1:pt x="327" y="54"/>
                    <ns1:pt x="331" y="61"/>
                  </ns1:cubicBezTo>
                  <ns1:cubicBezTo>
                    <ns1:pt x="337" y="73"/>
                    <ns1:pt x="349" y="79"/>
                    <ns1:pt x="359" y="87"/>
                  </ns1:cubicBezTo>
                  <ns1:cubicBezTo>
                    <ns1:pt x="359" y="95"/>
                    <ns1:pt x="359" y="103"/>
                    <ns1:pt x="359" y="111"/>
                  </ns1:cubicBezTo>
                  <ns1:close/>
                  <ns1:moveTo>
                    <ns1:pt x="242" y="148"/>
                  </ns1:moveTo>
                  <ns1:cubicBezTo>
                    <ns1:pt x="259" y="140"/>
                    <ns1:pt x="268" y="146"/>
                    <ns1:pt x="271" y="163"/>
                  </ns1:cubicBezTo>
                  <ns1:cubicBezTo>
                    <ns1:pt x="278" y="154"/>
                    <ns1:pt x="285" y="145"/>
                    <ns1:pt x="281" y="135"/>
                  </ns1:cubicBezTo>
                  <ns1:cubicBezTo>
                    <ns1:pt x="278" y="128"/>
                    <ns1:pt x="269" y="127"/>
                    <ns1:pt x="261" y="127"/>
                  </ns1:cubicBezTo>
                  <ns1:cubicBezTo>
                    <ns1:pt x="248" y="126"/>
                    <ns1:pt x="248" y="137"/>
                    <ns1:pt x="242" y="14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" name="Freeform 6"/>
            <ns0:cNvSpPr/>
            <ns0:nvPr/>
          </ns0:nvSpPr>
          <ns0:spPr bwMode="auto">
            <ns1:xfrm>
              <ns1:off x="4823263" y="1994245"/>
              <ns1:ext cx="714284" cy="508580"/>
            </ns1:xfrm>
            <ns1:custGeom>
              <ns1:avLst/>
              <ns1:gdLst>
                <ns1:gd name="T0" fmla="*/ 102 w 498"/>
                <ns1:gd name="T1" fmla="*/ 185 h 392"/>
                <ns1:gd name="T2" fmla="*/ 122 w 498"/>
                <ns1:gd name="T3" fmla="*/ 172 h 392"/>
                <ns1:gd name="T4" fmla="*/ 148 w 498"/>
                <ns1:gd name="T5" fmla="*/ 192 h 392"/>
                <ns1:gd name="T6" fmla="*/ 204 w 498"/>
                <ns1:gd name="T7" fmla="*/ 147 h 392"/>
                <ns1:gd name="T8" fmla="*/ 169 w 498"/>
                <ns1:gd name="T9" fmla="*/ 130 h 392"/>
                <ns1:gd name="T10" fmla="*/ 166 w 498"/>
                <ns1:gd name="T11" fmla="*/ 109 h 392"/>
                <ns1:gd name="T12" fmla="*/ 215 w 498"/>
                <ns1:gd name="T13" fmla="*/ 53 h 392"/>
                <ns1:gd name="T14" fmla="*/ 247 w 498"/>
                <ns1:gd name="T15" fmla="*/ 19 h 392"/>
                <ns1:gd name="T16" fmla="*/ 284 w 498"/>
                <ns1:gd name="T17" fmla="*/ 61 h 392"/>
                <ns1:gd name="T18" fmla="*/ 271 w 498"/>
                <ns1:gd name="T19" fmla="*/ 104 h 392"/>
                <ns1:gd name="T20" fmla="*/ 279 w 498"/>
                <ns1:gd name="T21" fmla="*/ 110 h 392"/>
                <ns1:gd name="T22" fmla="*/ 327 w 498"/>
                <ns1:gd name="T23" fmla="*/ 68 h 392"/>
                <ns1:gd name="T24" fmla="*/ 375 w 498"/>
                <ns1:gd name="T25" fmla="*/ 5 h 392"/>
                <ns1:gd name="T26" fmla="*/ 436 w 498"/>
                <ns1:gd name="T27" fmla="*/ 14 h 392"/>
                <ns1:gd name="T28" fmla="*/ 456 w 498"/>
                <ns1:gd name="T29" fmla="*/ 47 h 392"/>
                <ns1:gd name="T30" fmla="*/ 472 w 498"/>
                <ns1:gd name="T31" fmla="*/ 79 h 392"/>
                <ns1:gd name="T32" fmla="*/ 462 w 498"/>
                <ns1:gd name="T33" fmla="*/ 152 h 392"/>
                <ns1:gd name="T34" fmla="*/ 417 w 498"/>
                <ns1:gd name="T35" fmla="*/ 297 h 392"/>
                <ns1:gd name="T36" fmla="*/ 393 w 498"/>
                <ns1:gd name="T37" fmla="*/ 168 h 392"/>
                <ns1:gd name="T38" fmla="*/ 362 w 498"/>
                <ns1:gd name="T39" fmla="*/ 220 h 392"/>
                <ns1:gd name="T40" fmla="*/ 314 w 498"/>
                <ns1:gd name="T41" fmla="*/ 195 h 392"/>
                <ns1:gd name="T42" fmla="*/ 323 w 498"/>
                <ns1:gd name="T43" fmla="*/ 134 h 392"/>
                <ns1:gd name="T44" fmla="*/ 309 w 498"/>
                <ns1:gd name="T45" fmla="*/ 128 h 392"/>
                <ns1:gd name="T46" fmla="*/ 258 w 498"/>
                <ns1:gd name="T47" fmla="*/ 180 h 392"/>
                <ns1:gd name="T48" fmla="*/ 209 w 498"/>
                <ns1:gd name="T49" fmla="*/ 284 h 392"/>
                <ns1:gd name="T50" fmla="*/ 182 w 498"/>
                <ns1:gd name="T51" fmla="*/ 292 h 392"/>
                <ns1:gd name="T52" fmla="*/ 194 w 498"/>
                <ns1:gd name="T53" fmla="*/ 235 h 392"/>
                <ns1:gd name="T54" fmla="*/ 186 w 498"/>
                <ns1:gd name="T55" fmla="*/ 229 h 392"/>
                <ns1:gd name="T56" fmla="*/ 121 w 498"/>
                <ns1:gd name="T57" fmla="*/ 236 h 392"/>
                <ns1:gd name="T58" fmla="*/ 60 w 498"/>
                <ns1:gd name="T59" fmla="*/ 373 h 392"/>
                <ns1:gd name="T60" fmla="*/ 8 w 498"/>
                <ns1:gd name="T61" fmla="*/ 392 h 392"/>
                <ns1:gd name="T62" fmla="*/ 1 w 498"/>
                <ns1:gd name="T63" fmla="*/ 319 h 3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498" h="392">
                  <ns1:moveTo>
                    <ns1:pt x="1" y="319"/>
                  </ns1:moveTo>
                  <ns1:cubicBezTo>
                    <ns1:pt x="42" y="280"/>
                    <ns1:pt x="72" y="232"/>
                    <ns1:pt x="102" y="185"/>
                  </ns1:cubicBezTo>
                  <ns1:cubicBezTo>
                    <ns1:pt x="104" y="182"/>
                    <ns1:pt x="106" y="179"/>
                    <ns1:pt x="109" y="177"/>
                  </ns1:cubicBezTo>
                  <ns1:cubicBezTo>
                    <ns1:pt x="112" y="173"/>
                    <ns1:pt x="117" y="169"/>
                    <ns1:pt x="122" y="172"/>
                  </ns1:cubicBezTo>
                  <ns1:cubicBezTo>
                    <ns1:pt x="127" y="173"/>
                    <ns1:pt x="127" y="178"/>
                    <ns1:pt x="128" y="183"/>
                  </ns1:cubicBezTo>
                  <ns1:cubicBezTo>
                    <ns1:pt x="130" y="201"/>
                    <ns1:pt x="133" y="202"/>
                    <ns1:pt x="148" y="192"/>
                  </ns1:cubicBezTo>
                  <ns1:cubicBezTo>
                    <ns1:pt x="164" y="180"/>
                    <ns1:pt x="180" y="169"/>
                    <ns1:pt x="195" y="157"/>
                  </ns1:cubicBezTo>
                  <ns1:cubicBezTo>
                    <ns1:pt x="199" y="154"/>
                    <ns1:pt x="202" y="152"/>
                    <ns1:pt x="204" y="147"/>
                  </ns1:cubicBezTo>
                  <ns1:cubicBezTo>
                    <ns1:pt x="210" y="134"/>
                    <ns1:pt x="207" y="130"/>
                    <ns1:pt x="193" y="131"/>
                  </ns1:cubicBezTo>
                  <ns1:cubicBezTo>
                    <ns1:pt x="185" y="131"/>
                    <ns1:pt x="177" y="132"/>
                    <ns1:pt x="169" y="130"/>
                  </ns1:cubicBezTo>
                  <ns1:cubicBezTo>
                    <ns1:pt x="164" y="129"/>
                    <ns1:pt x="160" y="125"/>
                    <ns1:pt x="159" y="120"/>
                  </ns1:cubicBezTo>
                  <ns1:cubicBezTo>
                    <ns1:pt x="159" y="115"/>
                    <ns1:pt x="162" y="111"/>
                    <ns1:pt x="166" y="109"/>
                  </ns1:cubicBezTo>
                  <ns1:cubicBezTo>
                    <ns1:pt x="171" y="106"/>
                    <ns1:pt x="176" y="104"/>
                    <ns1:pt x="181" y="101"/>
                  </ns1:cubicBezTo>
                  <ns1:cubicBezTo>
                    <ns1:pt x="199" y="90"/>
                    <ns1:pt x="215" y="77"/>
                    <ns1:pt x="215" y="53"/>
                  </ns1:cubicBezTo>
                  <ns1:cubicBezTo>
                    <ns1:pt x="214" y="45"/>
                    <ns1:pt x="216" y="38"/>
                    <ns1:pt x="219" y="31"/>
                  </ns1:cubicBezTo>
                  <ns1:cubicBezTo>
                    <ns1:pt x="223" y="16"/>
                    <ns1:pt x="233" y="12"/>
                    <ns1:pt x="247" y="19"/>
                  </ns1:cubicBezTo>
                  <ns1:cubicBezTo>
                    <ns1:pt x="256" y="24"/>
                    <ns1:pt x="264" y="32"/>
                    <ns1:pt x="268" y="42"/>
                  </ns1:cubicBezTo>
                  <ns1:cubicBezTo>
                    <ns1:pt x="272" y="49"/>
                    <ns1:pt x="276" y="56"/>
                    <ns1:pt x="284" y="61"/>
                  </ns1:cubicBezTo>
                  <ns1:cubicBezTo>
                    <ns1:pt x="291" y="66"/>
                    <ns1:pt x="289" y="73"/>
                    <ns1:pt x="285" y="80"/>
                  </ns1:cubicBezTo>
                  <ns1:cubicBezTo>
                    <ns1:pt x="280" y="88"/>
                    <ns1:pt x="273" y="95"/>
                    <ns1:pt x="271" y="104"/>
                  </ns1:cubicBezTo>
                  <ns1:cubicBezTo>
                    <ns1:pt x="270" y="107"/>
                    <ns1:pt x="269" y="111"/>
                    <ns1:pt x="272" y="112"/>
                  </ns1:cubicBezTo>
                  <ns1:cubicBezTo>
                    <ns1:pt x="274" y="113"/>
                    <ns1:pt x="277" y="112"/>
                    <ns1:pt x="279" y="110"/>
                  </ns1:cubicBezTo>
                  <ns1:cubicBezTo>
                    <ns1:pt x="293" y="101"/>
                    <ns1:pt x="307" y="92"/>
                    <ns1:pt x="320" y="83"/>
                  </ns1:cubicBezTo>
                  <ns1:cubicBezTo>
                    <ns1:pt x="325" y="79"/>
                    <ns1:pt x="326" y="74"/>
                    <ns1:pt x="327" y="68"/>
                  </ns1:cubicBezTo>
                  <ns1:cubicBezTo>
                    <ns1:pt x="331" y="52"/>
                    <ns1:pt x="334" y="36"/>
                    <ns1:pt x="342" y="21"/>
                  </ns1:cubicBezTo>
                  <ns1:cubicBezTo>
                    <ns1:pt x="349" y="6"/>
                    <ns1:pt x="359" y="1"/>
                    <ns1:pt x="375" y="5"/>
                  </ns1:cubicBezTo>
                  <ns1:cubicBezTo>
                    <ns1:pt x="383" y="7"/>
                    <ns1:pt x="391" y="9"/>
                    <ns1:pt x="397" y="14"/>
                  </ns1:cubicBezTo>
                  <ns1:cubicBezTo>
                    <ns1:pt x="411" y="24"/>
                    <ns1:pt x="423" y="23"/>
                    <ns1:pt x="436" y="14"/>
                  </ns1:cubicBezTo>
                  <ns1:cubicBezTo>
                    <ns1:pt x="444" y="9"/>
                    <ns1:pt x="454" y="0"/>
                    <ns1:pt x="463" y="12"/>
                  </ns1:cubicBezTo>
                  <ns1:cubicBezTo>
                    <ns1:pt x="472" y="24"/>
                    <ns1:pt x="470" y="38"/>
                    <ns1:pt x="456" y="47"/>
                  </ns1:cubicBezTo>
                  <ns1:cubicBezTo>
                    <ns1:pt x="446" y="55"/>
                    <ns1:pt x="434" y="60"/>
                    <ns1:pt x="420" y="68"/>
                  </ns1:cubicBezTo>
                  <ns1:cubicBezTo>
                    <ns1:pt x="440" y="68"/>
                    <ns1:pt x="456" y="71"/>
                    <ns1:pt x="472" y="79"/>
                  </ns1:cubicBezTo>
                  <ns1:cubicBezTo>
                    <ns1:pt x="496" y="92"/>
                    <ns1:pt x="498" y="109"/>
                    <ns1:pt x="476" y="125"/>
                  </ns1:cubicBezTo>
                  <ns1:cubicBezTo>
                    <ns1:pt x="467" y="132"/>
                    <ns1:pt x="463" y="140"/>
                    <ns1:pt x="462" y="152"/>
                  </ns1:cubicBezTo>
                  <ns1:cubicBezTo>
                    <ns1:pt x="461" y="177"/>
                    <ns1:pt x="460" y="202"/>
                    <ns1:pt x="462" y="227"/>
                  </ns1:cubicBezTo>
                  <ns1:cubicBezTo>
                    <ns1:pt x="464" y="248"/>
                    <ns1:pt x="436" y="290"/>
                    <ns1:pt x="417" y="297"/>
                  </ns1:cubicBezTo>
                  <ns1:cubicBezTo>
                    <ns1:pt x="402" y="303"/>
                    <ns1:pt x="393" y="297"/>
                    <ns1:pt x="393" y="281"/>
                  </ns1:cubicBezTo>
                  <ns1:cubicBezTo>
                    <ns1:pt x="393" y="244"/>
                    <ns1:pt x="393" y="206"/>
                    <ns1:pt x="393" y="168"/>
                  </ns1:cubicBezTo>
                  <ns1:cubicBezTo>
                    <ns1:pt x="391" y="173"/>
                    <ns1:pt x="388" y="178"/>
                    <ns1:pt x="386" y="184"/>
                  </ns1:cubicBezTo>
                  <ns1:cubicBezTo>
                    <ns1:pt x="379" y="197"/>
                    <ns1:pt x="372" y="209"/>
                    <ns1:pt x="362" y="220"/>
                  </ns1:cubicBezTo>
                  <ns1:cubicBezTo>
                    <ns1:pt x="349" y="236"/>
                    <ns1:pt x="332" y="237"/>
                    <ns1:pt x="317" y="223"/>
                  </ns1:cubicBezTo>
                  <ns1:cubicBezTo>
                    <ns1:pt x="308" y="215"/>
                    <ns1:pt x="302" y="206"/>
                    <ns1:pt x="314" y="195"/>
                  </ns1:cubicBezTo>
                  <ns1:cubicBezTo>
                    <ns1:pt x="319" y="191"/>
                    <ns1:pt x="320" y="185"/>
                    <ns1:pt x="320" y="179"/>
                  </ns1:cubicBezTo>
                  <ns1:cubicBezTo>
                    <ns1:pt x="322" y="164"/>
                    <ns1:pt x="323" y="149"/>
                    <ns1:pt x="323" y="134"/>
                  </ns1:cubicBezTo>
                  <ns1:cubicBezTo>
                    <ns1:pt x="324" y="130"/>
                    <ns1:pt x="325" y="125"/>
                    <ns1:pt x="321" y="123"/>
                  </ns1:cubicBezTo>
                  <ns1:cubicBezTo>
                    <ns1:pt x="316" y="120"/>
                    <ns1:pt x="313" y="126"/>
                    <ns1:pt x="309" y="128"/>
                  </ns1:cubicBezTo>
                  <ns1:cubicBezTo>
                    <ns1:pt x="307" y="130"/>
                    <ns1:pt x="304" y="133"/>
                    <ns1:pt x="302" y="135"/>
                  </ns1:cubicBezTo>
                  <ns1:cubicBezTo>
                    <ns1:pt x="287" y="150"/>
                    <ns1:pt x="275" y="167"/>
                    <ns1:pt x="258" y="180"/>
                  </ns1:cubicBezTo>
                  <ns1:cubicBezTo>
                    <ns1:pt x="247" y="190"/>
                    <ns1:pt x="247" y="206"/>
                    <ns1:pt x="244" y="219"/>
                  </ns1:cubicBezTo>
                  <ns1:cubicBezTo>
                    <ns1:pt x="239" y="244"/>
                    <ns1:pt x="228" y="266"/>
                    <ns1:pt x="209" y="284"/>
                  </ns1:cubicBezTo>
                  <ns1:cubicBezTo>
                    <ns1:pt x="206" y="287"/>
                    <ns1:pt x="202" y="290"/>
                    <ns1:pt x="199" y="292"/>
                  </ns1:cubicBezTo>
                  <ns1:cubicBezTo>
                    <ns1:pt x="193" y="295"/>
                    <ns1:pt x="187" y="296"/>
                    <ns1:pt x="182" y="292"/>
                  </ns1:cubicBezTo>
                  <ns1:cubicBezTo>
                    <ns1:pt x="176" y="287"/>
                    <ns1:pt x="176" y="281"/>
                    <ns1:pt x="179" y="274"/>
                  </ns1:cubicBezTo>
                  <ns1:cubicBezTo>
                    <ns1:pt x="185" y="262"/>
                    <ns1:pt x="192" y="249"/>
                    <ns1:pt x="194" y="235"/>
                  </ns1:cubicBezTo>
                  <ns1:cubicBezTo>
                    <ns1:pt x="195" y="233"/>
                    <ns1:pt x="196" y="229"/>
                    <ns1:pt x="193" y="227"/>
                  </ns1:cubicBezTo>
                  <ns1:cubicBezTo>
                    <ns1:pt x="191" y="227"/>
                    <ns1:pt x="188" y="228"/>
                    <ns1:pt x="186" y="229"/>
                  </ns1:cubicBezTo>
                  <ns1:cubicBezTo>
                    <ns1:pt x="184" y="230"/>
                    <ns1:pt x="182" y="231"/>
                    <ns1:pt x="181" y="233"/>
                  </ns1:cubicBezTo>
                  <ns1:cubicBezTo>
                    <ns1:pt x="162" y="248"/>
                    <ns1:pt x="142" y="249"/>
                    <ns1:pt x="121" y="236"/>
                  </ns1:cubicBezTo>
                  <ns1:cubicBezTo>
                    <ns1:pt x="114" y="231"/>
                    <ns1:pt x="111" y="233"/>
                    <ns1:pt x="109" y="241"/>
                  </ns1:cubicBezTo>
                  <ns1:cubicBezTo>
                    <ns1:pt x="93" y="285"/>
                    <ns1:pt x="72" y="327"/>
                    <ns1:pt x="60" y="373"/>
                  </ns1:cubicBezTo>
                  <ns1:cubicBezTo>
                    <ns1:pt x="58" y="381"/>
                    <ns1:pt x="52" y="386"/>
                    <ns1:pt x="46" y="391"/>
                  </ns1:cubicBezTo>
                  <ns1:cubicBezTo>
                    <ns1:pt x="33" y="391"/>
                    <ns1:pt x="21" y="391"/>
                    <ns1:pt x="8" y="392"/>
                  </ns1:cubicBezTo>
                  <ns1:cubicBezTo>
                    <ns1:pt x="2" y="392"/>
                    <ns1:pt x="0" y="390"/>
                    <ns1:pt x="0" y="384"/>
                  </ns1:cubicBezTo>
                  <ns1:cubicBezTo>
                    <ns1:pt x="1" y="362"/>
                    <ns1:pt x="1" y="341"/>
                    <ns1:pt x="1" y="31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" name="Freeform 7"/>
            <ns0:cNvSpPr/>
            <ns0:nvPr/>
          </ns0:nvSpPr>
          <ns0:spPr bwMode="auto">
            <ns1:xfrm>
              <ns1:off x="6201547" y="1899296"/>
              <ns1:ext cx="494365" cy="445280"/>
            </ns1:xfrm>
            <ns1:custGeom>
              <ns1:avLst/>
              <ns1:gdLst>
                <ns1:gd name="T0" fmla="*/ 173 w 345"/>
                <ns1:gd name="T1" fmla="*/ 256 h 343"/>
                <ns1:gd name="T2" fmla="*/ 125 w 345"/>
                <ns1:gd name="T3" fmla="*/ 275 h 343"/>
                <ns1:gd name="T4" fmla="*/ 105 w 345"/>
                <ns1:gd name="T5" fmla="*/ 284 h 343"/>
                <ns1:gd name="T6" fmla="*/ 10 w 345"/>
                <ns1:gd name="T7" fmla="*/ 261 h 343"/>
                <ns1:gd name="T8" fmla="*/ 4 w 345"/>
                <ns1:gd name="T9" fmla="*/ 241 h 343"/>
                <ns1:gd name="T10" fmla="*/ 25 w 345"/>
                <ns1:gd name="T11" fmla="*/ 228 h 343"/>
                <ns1:gd name="T12" fmla="*/ 122 w 345"/>
                <ns1:gd name="T13" fmla="*/ 209 h 343"/>
                <ns1:gd name="T14" fmla="*/ 181 w 345"/>
                <ns1:gd name="T15" fmla="*/ 186 h 343"/>
                <ns1:gd name="T16" fmla="*/ 199 w 345"/>
                <ns1:gd name="T17" fmla="*/ 161 h 343"/>
                <ns1:gd name="T18" fmla="*/ 203 w 345"/>
                <ns1:gd name="T19" fmla="*/ 40 h 343"/>
                <ns1:gd name="T20" fmla="*/ 209 w 345"/>
                <ns1:gd name="T21" fmla="*/ 14 h 343"/>
                <ns1:gd name="T22" fmla="*/ 237 w 345"/>
                <ns1:gd name="T23" fmla="*/ 7 h 343"/>
                <ns1:gd name="T24" fmla="*/ 282 w 345"/>
                <ns1:gd name="T25" fmla="*/ 47 h 343"/>
                <ns1:gd name="T26" fmla="*/ 282 w 345"/>
                <ns1:gd name="T27" fmla="*/ 77 h 343"/>
                <ns1:gd name="T28" fmla="*/ 263 w 345"/>
                <ns1:gd name="T29" fmla="*/ 149 h 343"/>
                <ns1:gd name="T30" fmla="*/ 273 w 345"/>
                <ns1:gd name="T31" fmla="*/ 154 h 343"/>
                <ns1:gd name="T32" fmla="*/ 304 w 345"/>
                <ns1:gd name="T33" fmla="*/ 139 h 343"/>
                <ns1:gd name="T34" fmla="*/ 316 w 345"/>
                <ns1:gd name="T35" fmla="*/ 134 h 343"/>
                <ns1:gd name="T36" fmla="*/ 338 w 345"/>
                <ns1:gd name="T37" fmla="*/ 135 h 343"/>
                <ns1:gd name="T38" fmla="*/ 338 w 345"/>
                <ns1:gd name="T39" fmla="*/ 163 h 343"/>
                <ns1:gd name="T40" fmla="*/ 318 w 345"/>
                <ns1:gd name="T41" fmla="*/ 180 h 343"/>
                <ns1:gd name="T42" fmla="*/ 271 w 345"/>
                <ns1:gd name="T43" fmla="*/ 199 h 343"/>
                <ns1:gd name="T44" fmla="*/ 252 w 345"/>
                <ns1:gd name="T45" fmla="*/ 220 h 343"/>
                <ns1:gd name="T46" fmla="*/ 96 w 345"/>
                <ns1:gd name="T47" fmla="*/ 341 h 343"/>
                <ns1:gd name="T48" fmla="*/ 83 w 345"/>
                <ns1:gd name="T49" fmla="*/ 337 h 343"/>
                <ns1:gd name="T50" fmla="*/ 91 w 345"/>
                <ns1:gd name="T51" fmla="*/ 326 h 343"/>
                <ns1:gd name="T52" fmla="*/ 146 w 345"/>
                <ns1:gd name="T53" fmla="*/ 290 h 343"/>
                <ns1:gd name="T54" fmla="*/ 173 w 345"/>
                <ns1:gd name="T55" fmla="*/ 256 h 34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345" h="343">
                  <ns1:moveTo>
                    <ns1:pt x="173" y="256"/>
                  </ns1:moveTo>
                  <ns1:cubicBezTo>
                    <ns1:pt x="154" y="259"/>
                    <ns1:pt x="141" y="269"/>
                    <ns1:pt x="125" y="275"/>
                  </ns1:cubicBezTo>
                  <ns1:cubicBezTo>
                    <ns1:pt x="118" y="278"/>
                    <ns1:pt x="112" y="281"/>
                    <ns1:pt x="105" y="284"/>
                  </ns1:cubicBezTo>
                  <ns1:cubicBezTo>
                    <ns1:pt x="66" y="303"/>
                    <ns1:pt x="38" y="290"/>
                    <ns1:pt x="10" y="261"/>
                  </ns1:cubicBezTo>
                  <ns1:cubicBezTo>
                    <ns1:pt x="4" y="255"/>
                    <ns1:pt x="0" y="249"/>
                    <ns1:pt x="4" y="241"/>
                  </ns1:cubicBezTo>
                  <ns1:cubicBezTo>
                    <ns1:pt x="8" y="232"/>
                    <ns1:pt x="16" y="227"/>
                    <ns1:pt x="25" y="228"/>
                  </ns1:cubicBezTo>
                  <ns1:cubicBezTo>
                    <ns1:pt x="59" y="232"/>
                    <ns1:pt x="91" y="220"/>
                    <ns1:pt x="122" y="209"/>
                  </ns1:cubicBezTo>
                  <ns1:cubicBezTo>
                    <ns1:pt x="142" y="202"/>
                    <ns1:pt x="162" y="195"/>
                    <ns1:pt x="181" y="186"/>
                  </ns1:cubicBezTo>
                  <ns1:cubicBezTo>
                    <ns1:pt x="192" y="181"/>
                    <ns1:pt x="197" y="174"/>
                    <ns1:pt x="199" y="161"/>
                  </ns1:cubicBezTo>
                  <ns1:cubicBezTo>
                    <ns1:pt x="203" y="121"/>
                    <ns1:pt x="203" y="80"/>
                    <ns1:pt x="203" y="40"/>
                  </ns1:cubicBezTo>
                  <ns1:cubicBezTo>
                    <ns1:pt x="203" y="31"/>
                    <ns1:pt x="204" y="22"/>
                    <ns1:pt x="209" y="14"/>
                  </ns1:cubicBezTo>
                  <ns1:cubicBezTo>
                    <ns1:pt x="216" y="3"/>
                    <ns1:pt x="226" y="0"/>
                    <ns1:pt x="237" y="7"/>
                  </ns1:cubicBezTo>
                  <ns1:cubicBezTo>
                    <ns1:pt x="254" y="18"/>
                    <ns1:pt x="269" y="31"/>
                    <ns1:pt x="282" y="47"/>
                  </ns1:cubicBezTo>
                  <ns1:cubicBezTo>
                    <ns1:pt x="289" y="56"/>
                    <ns1:pt x="289" y="67"/>
                    <ns1:pt x="282" y="77"/>
                  </ns1:cubicBezTo>
                  <ns1:cubicBezTo>
                    <ns1:pt x="266" y="99"/>
                    <ns1:pt x="265" y="124"/>
                    <ns1:pt x="263" y="149"/>
                  </ns1:cubicBezTo>
                  <ns1:cubicBezTo>
                    <ns1:pt x="263" y="158"/>
                    <ns1:pt x="268" y="156"/>
                    <ns1:pt x="273" y="154"/>
                  </ns1:cubicBezTo>
                  <ns1:cubicBezTo>
                    <ns1:pt x="283" y="149"/>
                    <ns1:pt x="293" y="144"/>
                    <ns1:pt x="304" y="139"/>
                  </ns1:cubicBezTo>
                  <ns1:cubicBezTo>
                    <ns1:pt x="308" y="137"/>
                    <ns1:pt x="312" y="135"/>
                    <ns1:pt x="316" y="134"/>
                  </ns1:cubicBezTo>
                  <ns1:cubicBezTo>
                    <ns1:pt x="324" y="132"/>
                    <ns1:pt x="332" y="127"/>
                    <ns1:pt x="338" y="135"/>
                  </ns1:cubicBezTo>
                  <ns1:cubicBezTo>
                    <ns1:pt x="345" y="144"/>
                    <ns1:pt x="344" y="154"/>
                    <ns1:pt x="338" y="163"/>
                  </ns1:cubicBezTo>
                  <ns1:cubicBezTo>
                    <ns1:pt x="334" y="171"/>
                    <ns1:pt x="326" y="176"/>
                    <ns1:pt x="318" y="180"/>
                  </ns1:cubicBezTo>
                  <ns1:cubicBezTo>
                    <ns1:pt x="302" y="186"/>
                    <ns1:pt x="287" y="194"/>
                    <ns1:pt x="271" y="199"/>
                  </ns1:cubicBezTo>
                  <ns1:cubicBezTo>
                    <ns1:pt x="260" y="203"/>
                    <ns1:pt x="254" y="210"/>
                    <ns1:pt x="252" y="220"/>
                  </ns1:cubicBezTo>
                  <ns1:cubicBezTo>
                    <ns1:pt x="231" y="303"/>
                    <ns1:pt x="166" y="331"/>
                    <ns1:pt x="96" y="341"/>
                  </ns1:cubicBezTo>
                  <ns1:cubicBezTo>
                    <ns1:pt x="91" y="342"/>
                    <ns1:pt x="85" y="343"/>
                    <ns1:pt x="83" y="337"/>
                  </ns1:cubicBezTo>
                  <ns1:cubicBezTo>
                    <ns1:pt x="81" y="331"/>
                    <ns1:pt x="87" y="329"/>
                    <ns1:pt x="91" y="326"/>
                  </ns1:cubicBezTo>
                  <ns1:cubicBezTo>
                    <ns1:pt x="110" y="314"/>
                    <ns1:pt x="129" y="303"/>
                    <ns1:pt x="146" y="290"/>
                  </ns1:cubicBezTo>
                  <ns1:cubicBezTo>
                    <ns1:pt x="158" y="281"/>
                    <ns1:pt x="167" y="271"/>
                    <ns1:pt x="173" y="256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" name="Freeform 8"/>
            <ns0:cNvSpPr/>
            <ns0:nvPr/>
          </ns0:nvSpPr>
          <ns0:spPr bwMode="auto">
            <ns1:xfrm>
              <ns1:off x="5541788" y="2161225"/>
              <ns1:ext cx="327153" cy="328503"/>
            </ns1:xfrm>
            <ns1:custGeom>
              <ns1:avLst/>
              <ns1:gdLst>
                <ns1:gd name="T0" fmla="*/ 61 w 228"/>
                <ns1:gd name="T1" fmla="*/ 253 h 253"/>
                <ns1:gd name="T2" fmla="*/ 46 w 228"/>
                <ns1:gd name="T3" fmla="*/ 247 h 253"/>
                <ns1:gd name="T4" fmla="*/ 8 w 228"/>
                <ns1:gd name="T5" fmla="*/ 208 h 253"/>
                <ns1:gd name="T6" fmla="*/ 17 w 228"/>
                <ns1:gd name="T7" fmla="*/ 180 h 253"/>
                <ns1:gd name="T8" fmla="*/ 77 w 228"/>
                <ns1:gd name="T9" fmla="*/ 135 h 253"/>
                <ns1:gd name="T10" fmla="*/ 180 w 228"/>
                <ns1:gd name="T11" fmla="*/ 28 h 253"/>
                <ns1:gd name="T12" fmla="*/ 197 w 228"/>
                <ns1:gd name="T13" fmla="*/ 8 h 253"/>
                <ns1:gd name="T14" fmla="*/ 218 w 228"/>
                <ns1:gd name="T15" fmla="*/ 7 h 253"/>
                <ns1:gd name="T16" fmla="*/ 220 w 228"/>
                <ns1:gd name="T17" fmla="*/ 29 h 253"/>
                <ns1:gd name="T18" fmla="*/ 172 w 228"/>
                <ns1:gd name="T19" fmla="*/ 109 h 253"/>
                <ns1:gd name="T20" fmla="*/ 134 w 228"/>
                <ns1:gd name="T21" fmla="*/ 168 h 253"/>
                <ns1:gd name="T22" fmla="*/ 86 w 228"/>
                <ns1:gd name="T23" fmla="*/ 234 h 253"/>
                <ns1:gd name="T24" fmla="*/ 61 w 228"/>
                <ns1:gd name="T25" fmla="*/ 253 h 2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28" h="253">
                  <ns1:moveTo>
                    <ns1:pt x="61" y="253"/>
                  </ns1:moveTo>
                  <ns1:cubicBezTo>
                    <ns1:pt x="55" y="253"/>
                    <ns1:pt x="50" y="250"/>
                    <ns1:pt x="46" y="247"/>
                  </ns1:cubicBezTo>
                  <ns1:cubicBezTo>
                    <ns1:pt x="31" y="237"/>
                    <ns1:pt x="19" y="223"/>
                    <ns1:pt x="8" y="208"/>
                  </ns1:cubicBezTo>
                  <ns1:cubicBezTo>
                    <ns1:pt x="0" y="196"/>
                    <ns1:pt x="8" y="187"/>
                    <ns1:pt x="17" y="180"/>
                  </ns1:cubicBezTo>
                  <ns1:cubicBezTo>
                    <ns1:pt x="36" y="164"/>
                    <ns1:pt x="57" y="150"/>
                    <ns1:pt x="77" y="135"/>
                  </ns1:cubicBezTo>
                  <ns1:cubicBezTo>
                    <ns1:pt x="117" y="105"/>
                    <ns1:pt x="154" y="72"/>
                    <ns1:pt x="180" y="28"/>
                  </ns1:cubicBezTo>
                  <ns1:cubicBezTo>
                    <ns1:pt x="185" y="21"/>
                    <ns1:pt x="191" y="14"/>
                    <ns1:pt x="197" y="8"/>
                  </ns1:cubicBezTo>
                  <ns1:cubicBezTo>
                    <ns1:pt x="204" y="2"/>
                    <ns1:pt x="211" y="0"/>
                    <ns1:pt x="218" y="7"/>
                  </ns1:cubicBezTo>
                  <ns1:cubicBezTo>
                    <ns1:pt x="226" y="14"/>
                    <ns1:pt x="228" y="23"/>
                    <ns1:pt x="220" y="29"/>
                  </ns1:cubicBezTo>
                  <ns1:cubicBezTo>
                    <ns1:pt x="194" y="50"/>
                    <ns1:pt x="187" y="82"/>
                    <ns1:pt x="172" y="109"/>
                  </ns1:cubicBezTo>
                  <ns1:cubicBezTo>
                    <ns1:pt x="161" y="130"/>
                    <ns1:pt x="149" y="150"/>
                    <ns1:pt x="134" y="168"/>
                  </ns1:cubicBezTo>
                  <ns1:cubicBezTo>
                    <ns1:pt x="116" y="189"/>
                    <ns1:pt x="102" y="212"/>
                    <ns1:pt x="86" y="234"/>
                  </ns1:cubicBezTo>
                  <ns1:cubicBezTo>
                    <ns1:pt x="79" y="243"/>
                    <ns1:pt x="72" y="252"/>
                    <ns1:pt x="61" y="253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" name="Freeform 9"/>
            <ns0:cNvSpPr/>
            <ns0:nvPr/>
          </ns0:nvSpPr>
          <ns0:spPr bwMode="auto">
            <ns1:xfrm>
              <ns1:off x="5943460" y="1994245"/>
              <ns1:ext cx="209015" cy="181713"/>
            </ns1:xfrm>
            <ns1:custGeom>
              <ns1:avLst/>
              <ns1:gdLst>
                <ns1:gd name="T0" fmla="*/ 42 w 146"/>
                <ns1:gd name="T1" fmla="*/ 92 h 140"/>
                <ns1:gd name="T2" fmla="*/ 2 w 146"/>
                <ns1:gd name="T3" fmla="*/ 50 h 140"/>
                <ns1:gd name="T4" fmla="*/ 19 w 146"/>
                <ns1:gd name="T5" fmla="*/ 31 h 140"/>
                <ns1:gd name="T6" fmla="*/ 80 w 146"/>
                <ns1:gd name="T7" fmla="*/ 9 h 140"/>
                <ns1:gd name="T8" fmla="*/ 132 w 146"/>
                <ns1:gd name="T9" fmla="*/ 16 h 140"/>
                <ns1:gd name="T10" fmla="*/ 136 w 146"/>
                <ns1:gd name="T11" fmla="*/ 71 h 140"/>
                <ns1:gd name="T12" fmla="*/ 61 w 146"/>
                <ns1:gd name="T13" fmla="*/ 135 h 140"/>
                <ns1:gd name="T14" fmla="*/ 47 w 146"/>
                <ns1:gd name="T15" fmla="*/ 137 h 140"/>
                <ns1:gd name="T16" fmla="*/ 46 w 146"/>
                <ns1:gd name="T17" fmla="*/ 121 h 140"/>
                <ns1:gd name="T18" fmla="*/ 51 w 146"/>
                <ns1:gd name="T19" fmla="*/ 104 h 140"/>
                <ns1:gd name="T20" fmla="*/ 42 w 146"/>
                <ns1:gd name="T21" fmla="*/ 92 h 1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46" h="140">
                  <ns1:moveTo>
                    <ns1:pt x="42" y="92"/>
                  </ns1:moveTo>
                  <ns1:cubicBezTo>
                    <ns1:pt x="23" y="93"/>
                    <ns1:pt x="0" y="68"/>
                    <ns1:pt x="2" y="50"/>
                  </ns1:cubicBezTo>
                  <ns1:cubicBezTo>
                    <ns1:pt x="3" y="40"/>
                    <ns1:pt x="9" y="32"/>
                    <ns1:pt x="19" y="31"/>
                  </ns1:cubicBezTo>
                  <ns1:cubicBezTo>
                    <ns1:pt x="41" y="28"/>
                    <ns1:pt x="60" y="17"/>
                    <ns1:pt x="80" y="9"/>
                  </ns1:cubicBezTo>
                  <ns1:cubicBezTo>
                    <ns1:pt x="101" y="0"/>
                    <ns1:pt x="120" y="2"/>
                    <ns1:pt x="132" y="16"/>
                  </ns1:cubicBezTo>
                  <ns1:cubicBezTo>
                    <ns1:pt x="146" y="30"/>
                    <ns1:pt x="146" y="52"/>
                    <ns1:pt x="136" y="71"/>
                  </ns1:cubicBezTo>
                  <ns1:cubicBezTo>
                    <ns1:pt x="119" y="103"/>
                    <ns1:pt x="90" y="118"/>
                    <ns1:pt x="61" y="135"/>
                  </ns1:cubicBezTo>
                  <ns1:cubicBezTo>
                    <ns1:pt x="57" y="138"/>
                    <ns1:pt x="51" y="140"/>
                    <ns1:pt x="47" y="137"/>
                  </ns1:cubicBezTo>
                  <ns1:cubicBezTo>
                    <ns1:pt x="42" y="133"/>
                    <ns1:pt x="44" y="126"/>
                    <ns1:pt x="46" y="121"/>
                  </ns1:cubicBezTo>
                  <ns1:cubicBezTo>
                    <ns1:pt x="47" y="116"/>
                    <ns1:pt x="50" y="110"/>
                    <ns1:pt x="51" y="104"/>
                  </ns1:cubicBezTo>
                  <ns1:cubicBezTo>
                    <ns1:pt x="55" y="92"/>
                    <ns1:pt x="55" y="92"/>
                    <ns1:pt x="42" y="9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" name="Freeform 10"/>
            <ns0:cNvSpPr/>
            <ns0:nvPr/>
          </ns0:nvSpPr>
          <ns0:spPr bwMode="auto">
            <ns1:xfrm>
              <ns1:off x="5936190" y="2159042"/>
              <ns1:ext cx="186598" cy="116777"/>
            </ns1:xfrm>
            <ns1:custGeom>
              <ns1:avLst/>
              <ns1:gdLst>
                <ns1:gd name="T0" fmla="*/ 117 w 130"/>
                <ns1:gd name="T1" fmla="*/ 0 h 90"/>
                <ns1:gd name="T2" fmla="*/ 129 w 130"/>
                <ns1:gd name="T3" fmla="*/ 16 h 90"/>
                <ns1:gd name="T4" fmla="*/ 60 w 130"/>
                <ns1:gd name="T5" fmla="*/ 89 h 90"/>
                <ns1:gd name="T6" fmla="*/ 31 w 130"/>
                <ns1:gd name="T7" fmla="*/ 80 h 90"/>
                <ns1:gd name="T8" fmla="*/ 10 w 130"/>
                <ns1:gd name="T9" fmla="*/ 58 h 90"/>
                <ns1:gd name="T10" fmla="*/ 17 w 130"/>
                <ns1:gd name="T11" fmla="*/ 28 h 90"/>
                <ns1:gd name="T12" fmla="*/ 27 w 130"/>
                <ns1:gd name="T13" fmla="*/ 25 h 90"/>
                <ns1:gd name="T14" fmla="*/ 98 w 130"/>
                <ns1:gd name="T15" fmla="*/ 4 h 90"/>
                <ns1:gd name="T16" fmla="*/ 117 w 130"/>
                <ns1:gd name="T17" fmla="*/ 0 h 9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0" h="90">
                  <ns1:moveTo>
                    <ns1:pt x="117" y="0"/>
                  </ns1:moveTo>
                  <ns1:cubicBezTo>
                    <ns1:pt x="127" y="0"/>
                    <ns1:pt x="130" y="5"/>
                    <ns1:pt x="129" y="16"/>
                  </ns1:cubicBezTo>
                  <ns1:cubicBezTo>
                    <ns1:pt x="125" y="43"/>
                    <ns1:pt x="87" y="85"/>
                    <ns1:pt x="60" y="89"/>
                  </ns1:cubicBezTo>
                  <ns1:cubicBezTo>
                    <ns1:pt x="49" y="90"/>
                    <ns1:pt x="39" y="87"/>
                    <ns1:pt x="31" y="80"/>
                  </ns1:cubicBezTo>
                  <ns1:cubicBezTo>
                    <ns1:pt x="24" y="73"/>
                    <ns1:pt x="16" y="66"/>
                    <ns1:pt x="10" y="58"/>
                  </ns1:cubicBezTo>
                  <ns1:cubicBezTo>
                    <ns1:pt x="0" y="47"/>
                    <ns1:pt x="4" y="34"/>
                    <ns1:pt x="17" y="28"/>
                  </ns1:cubicBezTo>
                  <ns1:cubicBezTo>
                    <ns1:pt x="20" y="27"/>
                    <ns1:pt x="24" y="25"/>
                    <ns1:pt x="27" y="25"/>
                  </ns1:cubicBezTo>
                  <ns1:cubicBezTo>
                    <ns1:pt x="53" y="27"/>
                    <ns1:pt x="75" y="14"/>
                    <ns1:pt x="98" y="4"/>
                  </ns1:cubicBezTo>
                  <ns1:cubicBezTo>
                    <ns1:pt x="104" y="2"/>
                    <ns1:pt x="109" y="0"/>
                    <ns1:pt x="117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4" name="Freeform 11"/>
            <ns0:cNvSpPr/>
            <ns0:nvPr/>
          </ns0:nvSpPr>
          <ns0:spPr bwMode="auto">
            <ns1:xfrm>
              <ns1:off x="6591707" y="2259994"/>
              <ns1:ext cx="144796" cy="128236"/>
            </ns1:xfrm>
            <ns1:custGeom>
              <ns1:avLst/>
              <ns1:gdLst>
                <ns1:gd name="T0" fmla="*/ 40 w 101"/>
                <ns1:gd name="T1" fmla="*/ 2 h 99"/>
                <ns1:gd name="T2" fmla="*/ 99 w 101"/>
                <ns1:gd name="T3" fmla="*/ 55 h 99"/>
                <ns1:gd name="T4" fmla="*/ 92 w 101"/>
                <ns1:gd name="T5" fmla="*/ 77 h 99"/>
                <ns1:gd name="T6" fmla="*/ 36 w 101"/>
                <ns1:gd name="T7" fmla="*/ 97 h 99"/>
                <ns1:gd name="T8" fmla="*/ 21 w 101"/>
                <ns1:gd name="T9" fmla="*/ 80 h 99"/>
                <ns1:gd name="T10" fmla="*/ 13 w 101"/>
                <ns1:gd name="T11" fmla="*/ 46 h 99"/>
                <ns1:gd name="T12" fmla="*/ 40 w 101"/>
                <ns1:gd name="T13" fmla="*/ 2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01" h="99">
                  <ns1:moveTo>
                    <ns1:pt x="40" y="2"/>
                  </ns1:moveTo>
                  <ns1:cubicBezTo>
                    <ns1:pt x="77" y="0"/>
                    <ns1:pt x="93" y="28"/>
                    <ns1:pt x="99" y="55"/>
                  </ns1:cubicBezTo>
                  <ns1:cubicBezTo>
                    <ns1:pt x="101" y="63"/>
                    <ns1:pt x="97" y="70"/>
                    <ns1:pt x="92" y="77"/>
                  </ns1:cubicBezTo>
                  <ns1:cubicBezTo>
                    <ns1:pt x="77" y="93"/>
                    <ns1:pt x="58" y="99"/>
                    <ns1:pt x="36" y="97"/>
                  </ns1:cubicBezTo>
                  <ns1:cubicBezTo>
                    <ns1:pt x="26" y="96"/>
                    <ns1:pt x="20" y="90"/>
                    <ns1:pt x="21" y="80"/>
                  </ns1:cubicBezTo>
                  <ns1:cubicBezTo>
                    <ns1:pt x="23" y="67"/>
                    <ns1:pt x="18" y="56"/>
                    <ns1:pt x="13" y="46"/>
                  </ns1:cubicBezTo>
                  <ns1:cubicBezTo>
                    <ns1:pt x="0" y="20"/>
                    <ns1:pt x="12" y="2"/>
                    <ns1:pt x="40" y="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5" name="Freeform 12"/>
            <ns0:cNvSpPr/>
            <ns0:nvPr/>
          </ns0:nvSpPr>
          <ns0:spPr bwMode="auto">
            <ns1:xfrm>
              <ns1:off x="5732628" y="1920032"/>
              <ns1:ext cx="120562" cy="135330"/>
            </ns1:xfrm>
            <ns1:custGeom>
              <ns1:avLst/>
              <ns1:gdLst>
                <ns1:gd name="T0" fmla="*/ 84 w 84"/>
                <ns1:gd name="T1" fmla="*/ 59 h 104"/>
                <ns1:gd name="T2" fmla="*/ 75 w 84"/>
                <ns1:gd name="T3" fmla="*/ 77 h 104"/>
                <ns1:gd name="T4" fmla="*/ 23 w 84"/>
                <ns1:gd name="T5" fmla="*/ 102 h 104"/>
                <ns1:gd name="T6" fmla="*/ 10 w 84"/>
                <ns1:gd name="T7" fmla="*/ 90 h 104"/>
                <ns1:gd name="T8" fmla="*/ 7 w 84"/>
                <ns1:gd name="T9" fmla="*/ 68 h 104"/>
                <ns1:gd name="T10" fmla="*/ 6 w 84"/>
                <ns1:gd name="T11" fmla="*/ 22 h 104"/>
                <ns1:gd name="T12" fmla="*/ 39 w 84"/>
                <ns1:gd name="T13" fmla="*/ 8 h 104"/>
                <ns1:gd name="T14" fmla="*/ 74 w 84"/>
                <ns1:gd name="T15" fmla="*/ 35 h 104"/>
                <ns1:gd name="T16" fmla="*/ 84 w 84"/>
                <ns1:gd name="T17" fmla="*/ 59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4" h="104">
                  <ns1:moveTo>
                    <ns1:pt x="84" y="59"/>
                  </ns1:moveTo>
                  <ns1:cubicBezTo>
                    <ns1:pt x="84" y="67"/>
                    <ns1:pt x="81" y="72"/>
                    <ns1:pt x="75" y="77"/>
                  </ns1:cubicBezTo>
                  <ns1:cubicBezTo>
                    <ns1:pt x="60" y="91"/>
                    <ns1:pt x="43" y="98"/>
                    <ns1:pt x="23" y="102"/>
                  </ns1:cubicBezTo>
                  <ns1:cubicBezTo>
                    <ns1:pt x="13" y="104"/>
                    <ns1:pt x="7" y="101"/>
                    <ns1:pt x="10" y="90"/>
                  </ns1:cubicBezTo>
                  <ns1:cubicBezTo>
                    <ns1:pt x="12" y="82"/>
                    <ns1:pt x="10" y="75"/>
                    <ns1:pt x="7" y="68"/>
                  </ns1:cubicBezTo>
                  <ns1:cubicBezTo>
                    <ns1:pt x="0" y="53"/>
                    <ns1:pt x="3" y="37"/>
                    <ns1:pt x="6" y="22"/>
                  </ns1:cubicBezTo>
                  <ns1:cubicBezTo>
                    <ns1:pt x="10" y="5"/>
                    <ns1:pt x="23" y="0"/>
                    <ns1:pt x="39" y="8"/>
                  </ns1:cubicBezTo>
                  <ns1:cubicBezTo>
                    <ns1:pt x="52" y="15"/>
                    <ns1:pt x="64" y="24"/>
                    <ns1:pt x="74" y="35"/>
                  </ns1:cubicBezTo>
                  <ns1:cubicBezTo>
                    <ns1:pt x="80" y="42"/>
                    <ns1:pt x="84" y="50"/>
                    <ns1:pt x="84" y="5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6" name="Freeform 13"/>
            <ns0:cNvSpPr/>
            <ns0:nvPr/>
          </ns0:nvSpPr>
          <ns0:spPr bwMode="auto">
            <ns1:xfrm>
              <ns1:off x="5676890" y="2070641"/>
              <ns1:ext cx="119956" cy="142970"/>
            </ns1:xfrm>
            <ns1:custGeom>
              <ns1:avLst/>
              <ns1:gdLst>
                <ns1:gd name="T0" fmla="*/ 0 w 84"/>
                <ns1:gd name="T1" fmla="*/ 37 h 110"/>
                <ns1:gd name="T2" fmla="*/ 47 w 84"/>
                <ns1:gd name="T3" fmla="*/ 11 h 110"/>
                <ns1:gd name="T4" fmla="*/ 77 w 84"/>
                <ns1:gd name="T5" fmla="*/ 46 h 110"/>
                <ns1:gd name="T6" fmla="*/ 54 w 84"/>
                <ns1:gd name="T7" fmla="*/ 92 h 110"/>
                <ns1:gd name="T8" fmla="*/ 4 w 84"/>
                <ns1:gd name="T9" fmla="*/ 69 h 110"/>
                <ns1:gd name="T10" fmla="*/ 0 w 84"/>
                <ns1:gd name="T11" fmla="*/ 37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84" h="110">
                  <ns1:moveTo>
                    <ns1:pt x="0" y="37"/>
                  </ns1:moveTo>
                  <ns1:cubicBezTo>
                    <ns1:pt x="0" y="13"/>
                    <ns1:pt x="25" y="0"/>
                    <ns1:pt x="47" y="11"/>
                  </ns1:cubicBezTo>
                  <ns1:cubicBezTo>
                    <ns1:pt x="62" y="18"/>
                    <ns1:pt x="72" y="31"/>
                    <ns1:pt x="77" y="46"/>
                  </ns1:cubicBezTo>
                  <ns1:cubicBezTo>
                    <ns1:pt x="84" y="62"/>
                    <ns1:pt x="73" y="80"/>
                    <ns1:pt x="54" y="92"/>
                  </ns1:cubicBezTo>
                  <ns1:cubicBezTo>
                    <ns1:pt x="23" y="110"/>
                    <ns1:pt x="10" y="104"/>
                    <ns1:pt x="4" y="69"/>
                  </ns1:cubicBezTo>
                  <ns1:cubicBezTo>
                    <ns1:pt x="2" y="58"/>
                    <ns1:pt x="1" y="47"/>
                    <ns1:pt x="0" y="37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7" name="Freeform 14"/>
            <ns0:cNvSpPr/>
            <ns0:nvPr/>
          </ns0:nvSpPr>
          <ns0:spPr bwMode="auto">
            <ns1:xfrm>
              <ns1:off x="4938372" y="1929308"/>
              <ns1:ext cx="114504" cy="142424"/>
            </ns1:xfrm>
            <ns1:custGeom>
              <ns1:avLst/>
              <ns1:gdLst>
                <ns1:gd name="T0" fmla="*/ 80 w 80"/>
                <ns1:gd name="T1" fmla="*/ 68 h 110"/>
                <ns1:gd name="T2" fmla="*/ 63 w 80"/>
                <ns1:gd name="T3" fmla="*/ 93 h 110"/>
                <ns1:gd name="T4" fmla="*/ 26 w 80"/>
                <ns1:gd name="T5" fmla="*/ 107 h 110"/>
                <ns1:gd name="T6" fmla="*/ 13 w 80"/>
                <ns1:gd name="T7" fmla="*/ 93 h 110"/>
                <ns1:gd name="T8" fmla="*/ 10 w 80"/>
                <ns1:gd name="T9" fmla="*/ 73 h 110"/>
                <ns1:gd name="T10" fmla="*/ 20 w 80"/>
                <ns1:gd name="T11" fmla="*/ 10 h 110"/>
                <ns1:gd name="T12" fmla="*/ 43 w 80"/>
                <ns1:gd name="T13" fmla="*/ 14 h 110"/>
                <ns1:gd name="T14" fmla="*/ 61 w 80"/>
                <ns1:gd name="T15" fmla="*/ 37 h 110"/>
                <ns1:gd name="T16" fmla="*/ 80 w 80"/>
                <ns1:gd name="T17" fmla="*/ 68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0" h="110">
                  <ns1:moveTo>
                    <ns1:pt x="80" y="68"/>
                  </ns1:moveTo>
                  <ns1:cubicBezTo>
                    <ns1:pt x="79" y="80"/>
                    <ns1:pt x="72" y="88"/>
                    <ns1:pt x="63" y="93"/>
                  </ns1:cubicBezTo>
                  <ns1:cubicBezTo>
                    <ns1:pt x="51" y="99"/>
                    <ns1:pt x="39" y="103"/>
                    <ns1:pt x="26" y="107"/>
                  </ns1:cubicBezTo>
                  <ns1:cubicBezTo>
                    <ns1:pt x="15" y="110"/>
                    <ns1:pt x="10" y="104"/>
                    <ns1:pt x="13" y="93"/>
                  </ns1:cubicBezTo>
                  <ns1:cubicBezTo>
                    <ns1:pt x="15" y="86"/>
                    <ns1:pt x="12" y="80"/>
                    <ns1:pt x="10" y="73"/>
                  </ns1:cubicBezTo>
                  <ns1:cubicBezTo>
                    <ns1:pt x="0" y="48"/>
                    <ns1:pt x="3" y="25"/>
                    <ns1:pt x="20" y="10"/>
                  </ns1:cubicBezTo>
                  <ns1:cubicBezTo>
                    <ns1:pt x="30" y="0"/>
                    <ns1:pt x="37" y="1"/>
                    <ns1:pt x="43" y="14"/>
                  </ns1:cubicBezTo>
                  <ns1:cubicBezTo>
                    <ns1:pt x="46" y="24"/>
                    <ns1:pt x="53" y="31"/>
                    <ns1:pt x="61" y="37"/>
                  </ns1:cubicBezTo>
                  <ns1:cubicBezTo>
                    <ns1:pt x="70" y="46"/>
                    <ns1:pt x="78" y="55"/>
                    <ns1:pt x="80" y="6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8" name="Freeform 15"/>
            <ns0:cNvSpPr/>
            <ns0:nvPr/>
          </ns0:nvSpPr>
          <ns0:spPr bwMode="auto">
            <ns1:xfrm>
              <ns1:off x="4912322" y="2066821"/>
              <ns1:ext cx="107839" cy="140241"/>
            </ns1:xfrm>
            <ns1:custGeom>
              <ns1:avLst/>
              <ns1:gdLst>
                <ns1:gd name="T0" fmla="*/ 8 w 75"/>
                <ns1:gd name="T1" fmla="*/ 94 h 108"/>
                <ns1:gd name="T2" fmla="*/ 3 w 75"/>
                <ns1:gd name="T3" fmla="*/ 50 h 108"/>
                <ns1:gd name="T4" fmla="*/ 9 w 75"/>
                <ns1:gd name="T5" fmla="*/ 11 h 108"/>
                <ns1:gd name="T6" fmla="*/ 29 w 75"/>
                <ns1:gd name="T7" fmla="*/ 7 h 108"/>
                <ns1:gd name="T8" fmla="*/ 67 w 75"/>
                <ns1:gd name="T9" fmla="*/ 49 h 108"/>
                <ns1:gd name="T10" fmla="*/ 61 w 75"/>
                <ns1:gd name="T11" fmla="*/ 81 h 108"/>
                <ns1:gd name="T12" fmla="*/ 20 w 75"/>
                <ns1:gd name="T13" fmla="*/ 105 h 108"/>
                <ns1:gd name="T14" fmla="*/ 8 w 75"/>
                <ns1:gd name="T15" fmla="*/ 94 h 10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75" h="108">
                  <ns1:moveTo>
                    <ns1:pt x="8" y="94"/>
                  </ns1:moveTo>
                  <ns1:cubicBezTo>
                    <ns1:pt x="15" y="79"/>
                    <ns1:pt x="7" y="65"/>
                    <ns1:pt x="3" y="50"/>
                  </ns1:cubicBezTo>
                  <ns1:cubicBezTo>
                    <ns1:pt x="0" y="36"/>
                    <ns1:pt x="2" y="23"/>
                    <ns1:pt x="9" y="11"/>
                  </ns1:cubicBezTo>
                  <ns1:cubicBezTo>
                    <ns1:pt x="14" y="3"/>
                    <ns1:pt x="21" y="0"/>
                    <ns1:pt x="29" y="7"/>
                  </ns1:cubicBezTo>
                  <ns1:cubicBezTo>
                    <ns1:pt x="44" y="18"/>
                    <ns1:pt x="57" y="33"/>
                    <ns1:pt x="67" y="49"/>
                  </ns1:cubicBezTo>
                  <ns1:cubicBezTo>
                    <ns1:pt x="75" y="60"/>
                    <ns1:pt x="70" y="72"/>
                    <ns1:pt x="61" y="81"/>
                  </ns1:cubicBezTo>
                  <ns1:cubicBezTo>
                    <ns1:pt x="49" y="93"/>
                    <ns1:pt x="35" y="100"/>
                    <ns1:pt x="20" y="105"/>
                  </ns1:cubicBezTo>
                  <ns1:cubicBezTo>
                    <ns1:pt x="12" y="108"/>
                    <ns1:pt x="8" y="104"/>
                    <ns1:pt x="8" y="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" name="Freeform 16"/>
            <ns0:cNvSpPr/>
            <ns0:nvPr/>
          </ns0:nvSpPr>
          <ns0:spPr bwMode="auto">
            <ns1:xfrm>
              <ns1:off x="6881298" y="2117570"/>
              <ns1:ext cx="83000" cy="108591"/>
            </ns1:xfrm>
            <ns1:custGeom>
              <ns1:avLst/>
              <ns1:gdLst>
                <ns1:gd name="T0" fmla="*/ 0 w 58"/>
                <ns1:gd name="T1" fmla="*/ 40 h 84"/>
                <ns1:gd name="T2" fmla="*/ 2 w 58"/>
                <ns1:gd name="T3" fmla="*/ 24 h 84"/>
                <ns1:gd name="T4" fmla="*/ 32 w 58"/>
                <ns1:gd name="T5" fmla="*/ 10 h 84"/>
                <ns1:gd name="T6" fmla="*/ 53 w 58"/>
                <ns1:gd name="T7" fmla="*/ 61 h 84"/>
                <ns1:gd name="T8" fmla="*/ 27 w 58"/>
                <ns1:gd name="T9" fmla="*/ 82 h 84"/>
                <ns1:gd name="T10" fmla="*/ 5 w 58"/>
                <ns1:gd name="T11" fmla="*/ 65 h 84"/>
                <ns1:gd name="T12" fmla="*/ 0 w 58"/>
                <ns1:gd name="T13" fmla="*/ 40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58" h="84">
                  <ns1:moveTo>
                    <ns1:pt x="0" y="40"/>
                  </ns1:moveTo>
                  <ns1:cubicBezTo>
                    <ns1:pt x="1" y="34"/>
                    <ns1:pt x="1" y="29"/>
                    <ns1:pt x="2" y="24"/>
                  </ns1:cubicBezTo>
                  <ns1:cubicBezTo>
                    <ns1:pt x="4" y="5"/>
                    <ns1:pt x="16" y="0"/>
                    <ns1:pt x="32" y="10"/>
                  </ns1:cubicBezTo>
                  <ns1:cubicBezTo>
                    <ns1:pt x="51" y="22"/>
                    <ns1:pt x="58" y="40"/>
                    <ns1:pt x="53" y="61"/>
                  </ns1:cubicBezTo>
                  <ns1:cubicBezTo>
                    <ns1:pt x="49" y="75"/>
                    <ns1:pt x="40" y="81"/>
                    <ns1:pt x="27" y="82"/>
                  </ns1:cubicBezTo>
                  <ns1:cubicBezTo>
                    <ns1:pt x="15" y="84"/>
                    <ns1:pt x="10" y="74"/>
                    <ns1:pt x="5" y="65"/>
                  </ns1:cubicBezTo>
                  <ns1:cubicBezTo>
                    <ns1:pt x="1" y="57"/>
                    <ns1:pt x="0" y="48"/>
                    <ns1:pt x="0" y="4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" name="文本框 19"/>
            <ns0:cNvSpPr txBox="1"/>
            <ns0:nvPr/>
          </ns0:nvSpPr>
          <ns0:spPr>
            <ns1:xfrm>
              <ns1:off x="9091551" y="1970231"/>
              <ns1:ext cx="494999" cy="467500"/>
            </ns1:xfrm>
            <ns1:custGeom>
              <ns1:avLst/>
              <ns1:gdLst/>
              <ns1:ahLst/>
              <ns1:cxnLst/>
              <ns1:rect l="l" t="t" r="r" b="b"/>
              <ns1:pathLst>
                <ns1:path w="248636" h="234823">
                  <ns1:moveTo>
                    <ns1:pt x="16575" y="0"/>
                  </ns1:moveTo>
                  <ns1:lnTo>
                    <ns1:pt x="233567" y="0"/>
                  </ns1:lnTo>
                  <ns1:lnTo>
                    <ns1:pt x="233567" y="34156"/>
                  </ns1:lnTo>
                  <ns1:lnTo>
                    <ns1:pt x="142275" y="34156"/>
                  </ns1:lnTo>
                  <ns1:cubicBezTo>
                    <ns1:pt x="141605" y="48807"/>
                    <ns1:pt x="140684" y="64210"/>
                    <ns1:pt x="139512" y="80368"/>
                  </ns1:cubicBezTo>
                  <ns1:lnTo>
                    <ns1:pt x="246375" y="80368"/>
                  </ns1:lnTo>
                  <ns1:lnTo>
                    <ns1:pt x="246375" y="115026"/>
                  </ns1:lnTo>
                  <ns1:lnTo>
                    <ns1:pt x="150311" y="115026"/>
                  </ns1:lnTo>
                  <ns1:cubicBezTo>
                    <ns1:pt x="168813" y="157302"/>
                    <ns1:pt x="201587" y="185347"/>
                    <ns1:pt x="248636" y="199160"/>
                  </ns1:cubicBezTo>
                  <ns1:cubicBezTo>
                    <ns1:pt x="241771" y="206862"/>
                    <ns1:pt x="232060" y="218750"/>
                    <ns1:pt x="219502" y="234823"/>
                  </ns1:cubicBezTo>
                  <ns1:cubicBezTo>
                    <ns1:pt x="175300" y="216238"/>
                    <ns1:pt x="143154" y="183673"/>
                    <ns1:pt x="123062" y="137127"/>
                  </ns1:cubicBezTo>
                  <ns1:cubicBezTo>
                    <ns1:pt x="108160" y="175385"/>
                    <ns1:pt x="76600" y="207532"/>
                    <ns1:pt x="28379" y="233568"/>
                  </ns1:cubicBezTo>
                  <ns1:cubicBezTo>
                    <ns1:pt x="21849" y="225196"/>
                    <ns1:pt x="12390" y="214480"/>
                    <ns1:pt x="0" y="201421"/>
                  </ns1:cubicBezTo>
                  <ns1:cubicBezTo>
                    <ns1:pt x="53578" y="177143"/>
                    <ns1:pt x="84846" y="148345"/>
                    <ns1:pt x="93803" y="115026"/>
                  </ns1:cubicBezTo>
                  <ns1:lnTo>
                    <ns1:pt x="2762" y="115026"/>
                  </ns1:lnTo>
                  <ns1:lnTo>
                    <ns1:pt x="2762" y="80368"/>
                  </ns1:lnTo>
                  <ns1:lnTo>
                    <ns1:pt x="101589" y="80368"/>
                  </ns1:lnTo>
                  <ns1:cubicBezTo>
                    <ns1:pt x="103682" y="66722"/>
                    <ns1:pt x="105021" y="51318"/>
                    <ns1:pt x="105607" y="34156"/>
                  </ns1:cubicBezTo>
                  <ns1:lnTo>
                    <ns1:pt x="16575" y="34156"/>
                  </ns1:lnTo>
                  <ns1:lnTo>
                    <ns1:pt x="16575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2000" b="1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grpSp>
          <ns0:nvGrpSpPr>
            <ns0:cNvPr id="21" name="组合 20"/>
            <ns0:cNvGrpSpPr/>
            <ns0:nvPr/>
          </ns0:nvGrpSpPr>
          <ns0:grpSpPr>
            <ns1:xfrm>
              <ns1:off x="7986902" y="1939729"/>
              <ns1:ext cx="497000" cy="472001"/>
              <ns1:chOff x="5013455" y="1406102"/>
              <ns1:chExt cx="249641" cy="237084"/>
            </ns1:xfrm>
            <ns1:solidFill>
              <ns1:schemeClr val="bg1"/>
            </ns1:solidFill>
          </ns0:grpSpPr>
          <ns0:sp>
            <ns0:nvSpPr>
              <ns0:cNvPr id="185" name="文本框 184"/>
              <ns0:cNvSpPr txBox="1"/>
              <ns0:nvPr/>
            </ns0:nvSpPr>
            <ns0:spPr>
              <ns1:xfrm>
                <ns1:off x="5019734" y="1406102"/>
                <ns1:ext cx="237837" cy="8262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7837" h="82628">
                    <ns1:moveTo>
                      <ns1:pt x="131853" y="0"/>
                    </ns1:moveTo>
                    <ns1:cubicBezTo>
                      <ns1:pt x="134866" y="9042"/>
                      <ns1:pt x="137587" y="17832"/>
                      <ns1:pt x="140015" y="26371"/>
                    </ns1:cubicBezTo>
                    <ns1:lnTo>
                      <ns1:pt x="237837" y="26371"/>
                    </ns1:lnTo>
                    <ns1:lnTo>
                      <ns1:pt x="237837" y="82628"/>
                    </ns1:lnTo>
                    <ns1:lnTo>
                      <ns1:pt x="202676" y="82628"/>
                    </ns1:lnTo>
                    <ns1:lnTo>
                      <ns1:pt x="202676" y="58015"/>
                    </ns1:lnTo>
                    <ns1:lnTo>
                      <ns1:pt x="35161" y="58015"/>
                    </ns1:lnTo>
                    <ns1:lnTo>
                      <ns1:pt x="35161" y="82628"/>
                    </ns1:lnTo>
                    <ns1:lnTo>
                      <ns1:pt x="0" y="82628"/>
                    </ns1:lnTo>
                    <ns1:lnTo>
                      <ns1:pt x="0" y="26371"/>
                    </ns1:lnTo>
                    <ns1:lnTo>
                      <ns1:pt x="100710" y="26371"/>
                    </ns1:lnTo>
                    <ns1:cubicBezTo>
                      <ns1:pt x="98701" y="19506"/>
                      <ns1:pt x="96441" y="12223"/>
                      <ns1:pt x="93929" y="4521"/>
                    </ns1:cubicBezTo>
                    <ns1:lnTo>
                      <ns1:pt x="13185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6" name="文本框 185"/>
              <ns0:cNvSpPr txBox="1"/>
              <ns0:nvPr/>
            </ns0:nvSpPr>
            <ns0:spPr>
              <ns1:xfrm>
                <ns1:off x="5013455" y="1469894"/>
                <ns1:ext cx="249641" cy="173292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9641" h="173292">
                    <ns1:moveTo>
                      <ns1:pt x="156214" y="0"/>
                    </ns1:moveTo>
                    <ns1:cubicBezTo>
                      <ns1:pt x="190370" y="15906"/>
                      <ns1:pt x="221512" y="31728"/>
                      <ns1:pt x="249641" y="47467"/>
                    </ns1:cubicBezTo>
                    <ns1:lnTo>
                      <ns1:pt x="232563" y="77856"/>
                    </ns1:lnTo>
                    <ns1:lnTo>
                      <ns1:pt x="209709" y="65554"/>
                    </ns1:lnTo>
                    <ns1:lnTo>
                      <ns1:pt x="209709" y="97194"/>
                    </ns1:lnTo>
                    <ns1:lnTo>
                      <ns1:pt x="142903" y="97194"/>
                    </ns1:lnTo>
                    <ns1:lnTo>
                      <ns1:pt x="142903" y="141145"/>
                    </ns1:lnTo>
                    <ns1:lnTo>
                      <ns1:pt x="246627" y="141145"/>
                    </ns1:lnTo>
                    <ns1:lnTo>
                      <ns1:pt x="246627" y="173292"/>
                    </ns1:lnTo>
                    <ns1:lnTo>
                      <ns1:pt x="3014" y="173292"/>
                    </ns1:lnTo>
                    <ns1:lnTo>
                      <ns1:pt x="3014" y="141145"/>
                    </ns1:lnTo>
                    <ns1:lnTo>
                      <ns1:pt x="106738" y="141145"/>
                    </ns1:lnTo>
                    <ns1:lnTo>
                      <ns1:pt x="106738" y="97194"/>
                    </ns1:lnTo>
                    <ns1:lnTo>
                      <ns1:pt x="39933" y="97194"/>
                    </ns1:lnTo>
                    <ns1:lnTo>
                      <ns1:pt x="39933" y="70698"/>
                    </ns1:lnTo>
                    <ns1:cubicBezTo>
                      <ns1:pt x="32650" y="74549"/>
                      <ns1:pt x="25283" y="78274"/>
                      <ns1:pt x="17832" y="81874"/>
                    </ns1:cubicBezTo>
                    <ns1:cubicBezTo>
                      <ns1:pt x="11972" y="70656"/>
                      <ns1:pt x="6028" y="60526"/>
                      <ns1:pt x="0" y="51485"/>
                    </ns1:cubicBezTo>
                    <ns1:cubicBezTo>
                      <ns1:pt x="35161" y="37086"/>
                      <ns1:pt x="64713" y="20175"/>
                      <ns1:pt x="88656" y="753"/>
                    </ns1:cubicBezTo>
                    <ns1:lnTo>
                      <ns1:pt x="112012" y="25115"/>
                    </ns1:lnTo>
                    <ns1:cubicBezTo>
                      <ns1:pt x="92506" y="39681"/>
                      <ns1:pt x="71954" y="52992"/>
                      <ns1:pt x="50356" y="65047"/>
                    </ns1:cubicBezTo>
                    <ns1:lnTo>
                      <ns1:pt x="208767" y="65047"/>
                    </ns1:lnTo>
                    <ns1:lnTo>
                      <ns1:pt x="137378" y="26621"/>
                    </ns1:lnTo>
                    <ns1:lnTo>
                      <ns1:pt x="15621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2" name="组合 21"/>
            <ns0:cNvGrpSpPr/>
            <ns0:nvPr/>
          </ns0:nvGrpSpPr>
          <ns0:grpSpPr>
            <ns1:xfrm>
              <ns1:off x="7432829" y="1937732"/>
              <ns1:ext cx="500497" cy="499998"/>
              <ns1:chOff x="475527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81" name="文本框 180"/>
              <ns0:cNvSpPr txBox="1"/>
              <ns0:nvPr/>
            </ns0:nvSpPr>
            <ns0:spPr>
              <ns1:xfrm>
                <ns1:off x="486452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2" name="文本框 181"/>
              <ns0:cNvSpPr txBox="1"/>
              <ns0:nvPr/>
            </ns0:nvSpPr>
            <ns0:spPr>
              <ns1:xfrm>
                <ns1:off x="475527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2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3" name="文本框 182"/>
              <ns0:cNvSpPr txBox="1"/>
              <ns0:nvPr/>
            </ns0:nvSpPr>
            <ns0:spPr>
              <ns1:xfrm>
                <ns1:off x="479897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4" name="文本框 183"/>
              <ns0:cNvSpPr txBox="1"/>
              <ns0:nvPr/>
            </ns0:nvSpPr>
            <ns0:spPr>
              <ns1:xfrm>
                <ns1:off x="485749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8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8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3" name="组合 22"/>
            <ns0:cNvGrpSpPr/>
            <ns0:nvPr/>
          </ns0:nvGrpSpPr>
          <ns0:grpSpPr>
            <ns1:xfrm>
              <ns1:off x="8537478" y="1937732"/>
              <ns1:ext cx="500497" cy="499998"/>
              <ns1:chOff x="526962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77" name="文本框 176"/>
              <ns0:cNvSpPr txBox="1"/>
              <ns0:nvPr/>
            </ns0:nvSpPr>
            <ns0:spPr>
              <ns1:xfrm>
                <ns1:off x="537887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8" name="文本框 177"/>
              <ns0:cNvSpPr txBox="1"/>
              <ns0:nvPr/>
            </ns0:nvSpPr>
            <ns0:spPr>
              <ns1:xfrm>
                <ns1:off x="526962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1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9" name="文本框 178"/>
              <ns0:cNvSpPr txBox="1"/>
              <ns0:nvPr/>
            </ns0:nvSpPr>
            <ns0:spPr>
              <ns1:xfrm>
                <ns1:off x="531332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0" name="文本框 179"/>
              <ns0:cNvSpPr txBox="1"/>
              <ns0:nvPr/>
            </ns0:nvSpPr>
            <ns0:spPr>
              <ns1:xfrm>
                <ns1:off x="537184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7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7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4" name="组合 23"/>
            <ns0:cNvGrpSpPr/>
            <ns0:nvPr/>
          </ns0:nvGrpSpPr>
          <ns0:grpSpPr>
            <ns1:xfrm>
              <ns1:off x="9640126" y="1936231"/>
              <ns1:ext cx="484499" cy="495499"/>
              <ns1:chOff x="5788244" y="1404345"/>
              <ns1:chExt cx="243362" cy="248887"/>
            </ns1:xfrm>
            <ns1:solidFill>
              <ns1:schemeClr val="bg1"/>
            </ns1:solidFill>
          </ns0:grpSpPr>
          <ns0:sp>
            <ns0:nvSpPr>
              <ns0:cNvPr id="175" name="文本框 174"/>
              <ns0:cNvSpPr txBox="1"/>
              <ns0:nvPr/>
            </ns0:nvSpPr>
            <ns0:spPr>
              <ns1:xfrm>
                <ns1:off x="5792514" y="1404345"/>
                <ns1:ext cx="234320" cy="109501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4320" h="109501">
                    <ns1:moveTo>
                      <ns1:pt x="118541" y="0"/>
                    </ns1:moveTo>
                    <ns1:cubicBezTo>
                      <ns1:pt x="125239" y="10214"/>
                      <ns1:pt x="133108" y="23441"/>
                      <ns1:pt x="142149" y="39682"/>
                    </ns1:cubicBezTo>
                    <ns1:lnTo>
                      <ns1:pt x="124820" y="47718"/>
                    </ns1:lnTo>
                    <ns1:lnTo>
                      <ns1:pt x="155586" y="47718"/>
                    </ns1:lnTo>
                    <ns1:cubicBezTo>
                      <ns1:pt x="167055" y="31226"/>
                      <ns1:pt x="176724" y="16911"/>
                      <ns1:pt x="184593" y="4772"/>
                    </ns1:cubicBezTo>
                    <ns1:lnTo>
                      <ns1:pt x="218498" y="23357"/>
                    </ns1:lnTo>
                    <ns1:lnTo>
                      <ns1:pt x="198155" y="47718"/>
                    </ns1:lnTo>
                    <ns1:lnTo>
                      <ns1:pt x="234320" y="47718"/>
                    </ns1:lnTo>
                    <ns1:lnTo>
                      <ns1:pt x="234320" y="109501"/>
                    </ns1:lnTo>
                    <ns1:lnTo>
                      <ns1:pt x="199160" y="109501"/>
                    </ns1:lnTo>
                    <ns1:lnTo>
                      <ns1:pt x="199160" y="78358"/>
                    </ns1:lnTo>
                    <ns1:lnTo>
                      <ns1:pt x="35160" y="78358"/>
                    </ns1:lnTo>
                    <ns1:lnTo>
                      <ns1:pt x="35160" y="109501"/>
                    </ns1:lnTo>
                    <ns1:lnTo>
                      <ns1:pt x="0" y="109501"/>
                    </ns1:lnTo>
                    <ns1:lnTo>
                      <ns1:pt x="0" y="47718"/>
                    </ns1:lnTo>
                    <ns1:lnTo>
                      <ns1:pt x="41062" y="47718"/>
                    </ns1:lnTo>
                    <ns1:cubicBezTo>
                      <ns1:pt x="33695" y="37589"/>
                      <ns1:pt x="26538" y="28296"/>
                      <ns1:pt x="19589" y="19841"/>
                    </ns1:cubicBezTo>
                    <ns1:lnTo>
                      <ns1:pt x="45960" y="2010"/>
                    </ns1:lnTo>
                    <ns1:cubicBezTo>
                      <ns1:pt x="56006" y="13395"/>
                      <ns1:pt x="66219" y="26120"/>
                      <ns1:pt x="76600" y="40184"/>
                    </ns1:cubicBezTo>
                    <ns1:lnTo>
                      <ns1:pt x="65424" y="47718"/>
                    </ns1:lnTo>
                    <ns1:lnTo>
                      <ns1:pt x="107365" y="47718"/>
                    </ns1:lnTo>
                    <ns1:cubicBezTo>
                      <ns1:pt x="100333" y="34240"/>
                      <ns1:pt x="93845" y="22855"/>
                      <ns1:pt x="87901" y="13562"/>
                    </ns1:cubicBezTo>
                    <ns1:lnTo>
                      <ns1:pt x="118541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6" name="文本框 175"/>
              <ns0:cNvSpPr txBox="1"/>
              <ns0:nvPr/>
            </ns0:nvSpPr>
            <ns0:spPr>
              <ns1:xfrm>
                <ns1:off x="5788244" y="1500534"/>
                <ns1:ext cx="243362" cy="15269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3362" h="152698">
                    <ns1:moveTo>
                      <ns1:pt x="51486" y="0"/>
                    </ns1:moveTo>
                    <ns1:lnTo>
                      <ns1:pt x="192882" y="0"/>
                    </ns1:lnTo>
                    <ns1:lnTo>
                      <ns1:pt x="192882" y="30389"/>
                    </ns1:lnTo>
                    <ns1:lnTo>
                      <ns1:pt x="149684" y="59020"/>
                    </ns1:lnTo>
                    <ns1:lnTo>
                      <ns1:pt x="243362" y="59020"/>
                    </ns1:lnTo>
                    <ns1:lnTo>
                      <ns1:pt x="243362" y="90162"/>
                    </ns1:lnTo>
                    <ns1:lnTo>
                      <ns1:pt x="145917" y="90162"/>
                    </ns1:lnTo>
                    <ns1:lnTo>
                      <ns1:pt x="145917" y="115779"/>
                    </ns1:lnTo>
                    <ns1:cubicBezTo>
                      <ns1:pt x="145917" y="127332"/>
                      <ns1:pt x="142694" y="136331"/>
                      <ns1:pt x="136248" y="142777"/>
                    </ns1:cubicBezTo>
                    <ns1:cubicBezTo>
                      <ns1:pt x="129802" y="149223"/>
                      <ns1:pt x="119944" y="152488"/>
                      <ns1:pt x="106675" y="152572"/>
                    </ns1:cubicBezTo>
                    <ns1:cubicBezTo>
                      <ns1:pt x="93406" y="152656"/>
                      <ns1:pt x="79781" y="152698"/>
                      <ns1:pt x="65801" y="152698"/>
                    </ns1:cubicBezTo>
                    <ns1:cubicBezTo>
                      <ns1:pt x="63457" y="141145"/>
                      <ns1:pt x="60611" y="130094"/>
                      <ns1:pt x="57262" y="119546"/>
                    </ns1:cubicBezTo>
                    <ns1:cubicBezTo>
                      <ns1:pt x="69987" y="120216"/>
                      <ns1:pt x="81623" y="120551"/>
                      <ns1:pt x="92171" y="120551"/>
                    </ns1:cubicBezTo>
                    <ns1:cubicBezTo>
                      <ns1:pt x="103892" y="120551"/>
                      <ns1:pt x="109752" y="115444"/>
                      <ns1:pt x="109752" y="105231"/>
                    </ns1:cubicBezTo>
                    <ns1:lnTo>
                      <ns1:pt x="109752" y="90162"/>
                    </ns1:lnTo>
                    <ns1:lnTo>
                      <ns1:pt x="0" y="90162"/>
                    </ns1:lnTo>
                    <ns1:lnTo>
                      <ns1:pt x="0" y="59020"/>
                    </ns1:lnTo>
                    <ns1:lnTo>
                      <ns1:pt x="109752" y="59020"/>
                    </ns1:lnTo>
                    <ns1:lnTo>
                      <ns1:pt x="109752" y="52490"/>
                    </ns1:lnTo>
                    <ns1:lnTo>
                      <ns1:pt x="143406" y="30640"/>
                    </ns1:lnTo>
                    <ns1:lnTo>
                      <ns1:pt x="51486" y="30640"/>
                    </ns1:lnTo>
                    <ns1:lnTo>
                      <ns1:pt x="5148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5" name="组合 24"/>
            <ns0:cNvGrpSpPr/>
            <ns0:nvPr/>
          </ns0:nvGrpSpPr>
          <ns0:grpSpPr>
            <ns1:xfrm>
              <ns1:off x="10178197" y="1943733"/>
              <ns1:ext cx="481001" cy="496498"/>
              <ns1:chOff x="6052200" y="1408113"/>
              <ns1:chExt cx="241605" cy="249389"/>
            </ns1:xfrm>
            <ns1:solidFill>
              <ns1:schemeClr val="bg1"/>
            </ns1:solidFill>
          </ns0:grpSpPr>
          <ns0:sp>
            <ns0:nvSpPr>
              <ns0:cNvPr id="171" name="文本框 170"/>
              <ns0:cNvSpPr txBox="1"/>
              <ns0:nvPr/>
            </ns0:nvSpPr>
            <ns0:spPr>
              <ns1:xfrm>
                <ns1:off x="6132316" y="1408113"/>
                <ns1:ext cx="149182" cy="7333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2" h="73335">
                    <ns1:moveTo>
                      <ns1:pt x="84637" y="0"/>
                    </ns1:moveTo>
                    <ns1:cubicBezTo>
                      <ns1:pt x="87149" y="8539"/>
                      <ns1:pt x="89409" y="17161"/>
                      <ns1:pt x="91418" y="25868"/>
                    </ns1:cubicBezTo>
                    <ns1:lnTo>
                      <ns1:pt x="149182" y="25868"/>
                    </ns1:lnTo>
                    <ns1:lnTo>
                      <ns1:pt x="149182" y="73335"/>
                    </ns1:lnTo>
                    <ns1:lnTo>
                      <ns1:pt x="119547" y="73335"/>
                    </ns1:lnTo>
                    <ns1:lnTo>
                      <ns1:pt x="119547" y="55503"/>
                    </ns1:lnTo>
                    <ns1:lnTo>
                      <ns1:pt x="29134" y="55503"/>
                    </ns1:lnTo>
                    <ns1:lnTo>
                      <ns1:pt x="29134" y="73335"/>
                    </ns1:lnTo>
                    <ns1:lnTo>
                      <ns1:pt x="0" y="73335"/>
                    </ns1:lnTo>
                    <ns1:lnTo>
                      <ns1:pt x="0" y="25868"/>
                    </ns1:lnTo>
                    <ns1:lnTo>
                      <ns1:pt x="55755" y="25868"/>
                    </ns1:lnTo>
                    <ns1:cubicBezTo>
                      <ns1:pt x="53913" y="19840"/>
                      <ns1:pt x="51904" y="12808"/>
                      <ns1:pt x="49728" y="4771"/>
                    </ns1:cubicBezTo>
                    <ns1:lnTo>
                      <ns1:pt x="8463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2" name="文本框 171"/>
              <ns0:cNvSpPr txBox="1"/>
              <ns0:nvPr/>
            </ns0:nvSpPr>
            <ns0:spPr>
              <ns1:xfrm>
                <ns1:off x="6052200" y="1419916"/>
                <ns1:ext cx="78610" cy="235074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8610" h="235074">
                    <ns1:moveTo>
                      <ns1:pt x="0" y="0"/>
                    </ns1:moveTo>
                    <ns1:lnTo>
                      <ns1:pt x="78610" y="0"/>
                    </ns1:lnTo>
                    <ns1:lnTo>
                      <ns1:pt x="78610" y="24863"/>
                    </ns1:lnTo>
                    <ns1:cubicBezTo>
                      <ns1:pt x="72582" y="46964"/>
                      <ns1:pt x="66136" y="69651"/>
                      <ns1:pt x="59271" y="92924"/>
                    </ns1:cubicBezTo>
                    <ns1:cubicBezTo>
                      <ns1:pt x="71661" y="108998"/>
                      <ns1:pt x="77856" y="129675"/>
                      <ns1:pt x="77856" y="154958"/>
                    </ns1:cubicBezTo>
                    <ns1:cubicBezTo>
                      <ns1:pt x="77856" y="168352"/>
                      <ns1:pt x="74759" y="178147"/>
                      <ns1:pt x="68564" y="184342"/>
                    </ns1:cubicBezTo>
                    <ns1:cubicBezTo>
                      <ns1:pt x="62201" y="190704"/>
                      <ns1:pt x="51234" y="193885"/>
                      <ns1:pt x="35663" y="193885"/>
                    </ns1:cubicBezTo>
                    <ns1:cubicBezTo>
                      <ns1:pt x="34491" y="182500"/>
                      <ns1:pt x="32566" y="170864"/>
                      <ns1:pt x="29887" y="158976"/>
                    </ns1:cubicBezTo>
                    <ns1:cubicBezTo>
                      <ns1:pt x="33570" y="159813"/>
                      <ns1:pt x="36500" y="160232"/>
                      <ns1:pt x="38677" y="160232"/>
                    </ns1:cubicBezTo>
                    <ns1:cubicBezTo>
                      <ns1:pt x="45709" y="160232"/>
                      <ns1:pt x="49225" y="154874"/>
                      <ns1:pt x="49225" y="144158"/>
                    </ns1:cubicBezTo>
                    <ns1:cubicBezTo>
                      <ns1:pt x="49225" y="126745"/>
                      <ns1:pt x="42947" y="110086"/>
                      <ns1:pt x="30389" y="94180"/>
                    </ns1:cubicBezTo>
                    <ns1:cubicBezTo>
                      <ns1:pt x="36417" y="70907"/>
                      <ns1:pt x="42109" y="49057"/>
                      <ns1:pt x="47467" y="28630"/>
                    </ns1:cubicBezTo>
                    <ns1:lnTo>
                      <ns1:pt x="28882" y="28630"/>
                    </ns1:lnTo>
                    <ns1:lnTo>
                      <ns1:pt x="28882" y="235074"/>
                    </ns1:lnTo>
                    <ns1:lnTo>
                      <ns1:pt x="0" y="235074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3" name="文本框 172"/>
              <ns0:cNvSpPr txBox="1"/>
              <ns0:nvPr/>
            </ns0:nvSpPr>
            <ns0:spPr>
              <ns1:xfrm>
                <ns1:off x="6144623" y="1487726"/>
                <ns1:ext cx="124820" cy="2812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24820" h="28129">
                    <ns1:moveTo>
                      <ns1:pt x="0" y="0"/>
                    </ns1:moveTo>
                    <ns1:lnTo>
                      <ns1:pt x="124820" y="0"/>
                    </ns1:lnTo>
                    <ns1:lnTo>
                      <ns1:pt x="124820" y="28129"/>
                    </ns1:lnTo>
                    <ns1:lnTo>
                      <ns1:pt x="0" y="28129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4" name="文本框 173"/>
              <ns0:cNvSpPr txBox="1"/>
              <ns0:nvPr/>
            </ns0:nvSpPr>
            <ns0:spPr>
              <ns1:xfrm>
                <ns1:off x="6109714" y="1535193"/>
                <ns1:ext cx="184091" cy="1223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84091" h="122309">
                    <ns1:moveTo>
                      <ns1:pt x="23357" y="0"/>
                    </ns1:moveTo>
                    <ns1:lnTo>
                      <ns1:pt x="174296" y="0"/>
                    </ns1:lnTo>
                    <ns1:lnTo>
                      <ns1:pt x="174296" y="29133"/>
                    </ns1:lnTo>
                    <ns1:lnTo>
                      <ns1:pt x="134866" y="29133"/>
                    </ns1:lnTo>
                    <ns1:lnTo>
                      <ns1:pt x="134866" y="76098"/>
                    </ns1:lnTo>
                    <ns1:cubicBezTo>
                      <ns1:pt x="134866" y="83465"/>
                      <ns1:pt x="137210" y="87148"/>
                      <ns1:pt x="141898" y="87148"/>
                    </ns1:cubicBezTo>
                    <ns1:lnTo>
                      <ns1:pt x="147173" y="87148"/>
                    </ns1:lnTo>
                    <ns1:cubicBezTo>
                      <ns1:pt x="151023" y="87148"/>
                      <ns1:pt x="153451" y="84386"/>
                      <ns1:pt x="154456" y="78861"/>
                    </ns1:cubicBezTo>
                    <ns1:cubicBezTo>
                      <ns1:pt x="155293" y="75177"/>
                      <ns1:pt x="156214" y="65382"/>
                      <ns1:pt x="157218" y="49476"/>
                    </ns1:cubicBezTo>
                    <ns1:cubicBezTo>
                      <ns1:pt x="166260" y="52657"/>
                      <ns1:pt x="175217" y="55588"/>
                      <ns1:pt x="184091" y="58266"/>
                    </ns1:cubicBezTo>
                    <ns1:cubicBezTo>
                      <ns1:pt x="181915" y="74675"/>
                      <ns1:pt x="179905" y="86311"/>
                      <ns1:pt x="178064" y="93176"/>
                    </ns1:cubicBezTo>
                    <ns1:cubicBezTo>
                      <ns1:pt x="173878" y="109752"/>
                      <ns1:pt x="163581" y="118040"/>
                      <ns1:pt x="147173" y="118040"/>
                    </ns1:cubicBezTo>
                    <ns1:lnTo>
                      <ns1:pt x="134113" y="118040"/>
                    </ns1:lnTo>
                    <ns1:cubicBezTo>
                      <ns1:pt x="114189" y="118040"/>
                      <ns1:pt x="104226" y="107408"/>
                      <ns1:pt x="104226" y="86144"/>
                    </ns1:cubicBezTo>
                    <ns1:lnTo>
                      <ns1:pt x="104226" y="29133"/>
                    </ns1:lnTo>
                    <ns1:lnTo>
                      <ns1:pt x="87148" y="29133"/>
                    </ns1:lnTo>
                    <ns1:cubicBezTo>
                      <ns1:pt x="84804" y="60108"/>
                      <ns1:pt x="76349" y="82711"/>
                      <ns1:pt x="61782" y="96943"/>
                    </ns1:cubicBezTo>
                    <ns1:cubicBezTo>
                      <ns1:pt x="52239" y="106487"/>
                      <ns1:pt x="38677" y="114942"/>
                      <ns1:pt x="21097" y="122309"/>
                    </ns1:cubicBezTo>
                    <ns1:cubicBezTo>
                      <ns1:pt x="13897" y="111593"/>
                      <ns1:pt x="6865" y="102301"/>
                      <ns1:pt x="0" y="94432"/>
                    </ns1:cubicBezTo>
                    <ns1:cubicBezTo>
                      <ns1:pt x="18083" y="86562"/>
                      <ns1:pt x="31142" y="78693"/>
                      <ns1:pt x="39179" y="70824"/>
                    </ns1:cubicBezTo>
                    <ns1:cubicBezTo>
                      <ns1:pt x="48388" y="61782"/>
                      <ns1:pt x="54081" y="47886"/>
                      <ns1:pt x="56257" y="29133"/>
                    </ns1:cubicBezTo>
                    <ns1:lnTo>
                      <ns1:pt x="23357" y="29133"/>
                    </ns1:lnTo>
                    <ns1:lnTo>
                      <ns1:pt x="2335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sp>
          <ns0:nvSpPr>
            <ns0:cNvPr id="26" name="文本框 25"/>
            <ns0:cNvSpPr txBox="1"/>
            <ns0:nvPr/>
          </ns0:nvSpPr>
          <ns0:spPr>
            <ns1:xfrm>
              <ns1:off x="4876786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7" name="文本框 26"/>
            <ns0:cNvSpPr txBox="1"/>
            <ns0:nvPr/>
          </ns0:nvSpPr>
          <ns0:spPr>
            <ns1:xfrm>
              <ns1:off x="5010692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8" name="文本框 27"/>
            <ns0:cNvSpPr txBox="1"/>
            <ns0:nvPr/>
          </ns0:nvSpPr>
          <ns0:spPr>
            <ns1:xfrm>
              <ns1:off x="536141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9" name="文本框 28"/>
            <ns0:cNvSpPr txBox="1"/>
            <ns0:nvPr/>
          </ns0:nvSpPr>
          <ns0:spPr>
            <ns1:xfrm>
              <ns1:off x="5559655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0" name="文本框 29"/>
            <ns0:cNvSpPr txBox="1"/>
            <ns0:nvPr/>
          </ns0:nvSpPr>
          <ns0:spPr>
            <ns1:xfrm>
              <ns1:off x="595612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1" name="文本框 30"/>
            <ns0:cNvSpPr txBox="1"/>
            <ns0:nvPr/>
          </ns0:nvSpPr>
          <ns0:spPr>
            <ns1:xfrm>
              <ns1:off x="6810071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8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2" name="文本框 31"/>
            <ns0:cNvSpPr txBox="1"/>
            <ns0:nvPr/>
          </ns0:nvSpPr>
          <ns0:spPr>
            <ns1:xfrm>
              <ns1:off x="7770756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8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5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3" name="文本框 32"/>
            <ns0:cNvSpPr txBox="1"/>
            <ns0:nvPr/>
          </ns0:nvSpPr>
          <ns0:spPr>
            <ns1:xfrm>
              <ns1:off x="7941830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4" name="文本框 33"/>
            <ns0:cNvSpPr txBox="1"/>
            <ns0:nvPr/>
          </ns0:nvSpPr>
          <ns0:spPr>
            <ns1:xfrm>
              <ns1:off x="8948262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5" name="文本框 34"/>
            <ns0:cNvSpPr txBox="1"/>
            <ns0:nvPr/>
          </ns0:nvSpPr>
          <ns0:spPr>
            <ns1:xfrm>
              <ns1:off x="9371899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5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6" name="文本框 35"/>
            <ns0:cNvSpPr txBox="1"/>
            <ns0:nvPr/>
          </ns0:nvSpPr>
          <ns0:spPr>
            <ns1:xfrm>
              <ns1:off x="10332585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6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5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7" name="文本框 36"/>
            <ns0:cNvSpPr txBox="1"/>
            <ns0:nvPr/>
          </ns0:nvSpPr>
          <ns0:spPr>
            <ns1:xfrm>
              <ns1:off x="10579903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8" name="文本框 37"/>
            <ns0:cNvSpPr txBox="1"/>
            <ns0:nvPr/>
          </ns0:nvSpPr>
          <ns0:spPr>
            <ns1:xfrm>
              <ns1:off x="5190343" y="2697859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9" name="文本框 38"/>
            <ns0:cNvSpPr txBox="1"/>
            <ns0:nvPr/>
          </ns0:nvSpPr>
          <ns0:spPr>
            <ns1:xfrm>
              <ns1:off x="5769804" y="2697859"/>
              <ns1:ext cx="9733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079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02096"/>
                  </ns1:lnTo>
                  <ns1:lnTo>
                    <ns1:pt x="60796" y="102096"/>
                  </ns1:lnTo>
                  <ns1:lnTo>
                    <ns1:pt x="60796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0" name="文本框 39"/>
            <ns0:cNvSpPr txBox="1"/>
            <ns0:nvPr/>
          </ns0:nvSpPr>
          <ns0:spPr>
            <ns1:xfrm>
              <ns1:off x="6166278" y="2697859"/>
              <ns1:ext cx="9506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59382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1792"/>
                  </ns1:lnTo>
                  <ns1:lnTo>
                    <ns1:pt x="56108" y="51792"/>
                  </ns1:lnTo>
                  <ns1:lnTo>
                    <ns1:pt x="56108" y="64889"/>
                  </ns1:lnTo>
                  <ns1:lnTo>
                    <ns1:pt x="14883" y="6488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1" name="文本框 40"/>
            <ns0:cNvSpPr txBox="1"/>
            <ns0:nvPr/>
          </ns0:nvSpPr>
          <ns0:spPr>
            <ns1:xfrm>
              <ns1:off x="634342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2" name="文本框 41"/>
            <ns0:cNvSpPr txBox="1"/>
            <ns0:nvPr/>
          </ns0:nvSpPr>
          <ns0:spPr>
            <ns1:xfrm>
              <ns1:off x="6532253" y="2697859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3" name="文本框 42"/>
            <ns0:cNvSpPr txBox="1"/>
            <ns0:nvPr/>
          </ns0:nvSpPr>
          <ns0:spPr>
            <ns1:xfrm>
              <ns1:off x="6669494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4" name="文本框 43"/>
            <ns0:cNvSpPr txBox="1"/>
            <ns0:nvPr/>
          </ns0:nvSpPr>
          <ns0:spPr>
            <ns1:xfrm>
              <ns1:off x="7020220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5" name="文本框 44"/>
            <ns0:cNvSpPr txBox="1"/>
            <ns0:nvPr/>
          </ns0:nvSpPr>
          <ns0:spPr>
            <ns1:xfrm>
              <ns1:off x="7197371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6" name="文本框 45"/>
            <ns0:cNvSpPr txBox="1"/>
            <ns0:nvPr/>
          </ns0:nvSpPr>
          <ns0:spPr>
            <ns1:xfrm>
              <ns1:off x="7383932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5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7" name="文本框 46"/>
            <ns0:cNvSpPr txBox="1"/>
            <ns0:nvPr/>
          </ns0:nvSpPr>
          <ns0:spPr>
            <ns1:xfrm>
              <ns1:off x="7550480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8" name="文本框 47"/>
            <ns0:cNvSpPr txBox="1"/>
            <ns0:nvPr/>
          </ns0:nvSpPr>
          <ns0:spPr>
            <ns1:xfrm>
              <ns1:off x="7706424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9" name="文本框 48"/>
            <ns0:cNvSpPr txBox="1"/>
            <ns0:nvPr/>
          </ns0:nvSpPr>
          <ns0:spPr>
            <ns1:xfrm>
              <ns1:off x="814280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0" name="文本框 49"/>
            <ns0:cNvSpPr txBox="1"/>
            <ns0:nvPr/>
          </ns0:nvSpPr>
          <ns0:spPr>
            <ns1:xfrm>
              <ns1:off x="8331632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1" name="文本框 50"/>
            <ns0:cNvSpPr txBox="1"/>
            <ns0:nvPr/>
          </ns0:nvSpPr>
          <ns0:spPr>
            <ns1:xfrm>
              <ns1:off x="8529869" y="2697859"/>
              <ns1:ext cx="150226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3836" h="115267">
                  <ns1:moveTo>
                    <ns1:pt x="0" y="0"/>
                  </ns1:moveTo>
                  <ns1:lnTo>
                    <ns1:pt x="32891" y="0"/>
                  </ns1:lnTo>
                  <ns1:cubicBezTo>
                    <ns1:pt x="50353" y="0"/>
                    <ns1:pt x="64877" y="5085"/>
                    <ns1:pt x="76460" y="15255"/>
                  </ns1:cubicBezTo>
                  <ns1:cubicBezTo>
                    <ns1:pt x="88044" y="25424"/>
                    <ns1:pt x="93836" y="39067"/>
                    <ns1:pt x="93836" y="56182"/>
                  </ns1:cubicBezTo>
                  <ns1:cubicBezTo>
                    <ns1:pt x="93836" y="74042"/>
                    <ns1:pt x="88044" y="88354"/>
                    <ns1:pt x="76460" y="99119"/>
                  </ns1:cubicBezTo>
                  <ns1:cubicBezTo>
                    <ns1:pt x="64877" y="109885"/>
                    <ns1:pt x="49957" y="115267"/>
                    <ns1:pt x="31700" y="115267"/>
                  </ns1:cubicBez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245"/>
                  </ns1:moveTo>
                  <ns1:lnTo>
                    <ns1:pt x="14883" y="102096"/>
                  </ns1:lnTo>
                  <ns1:lnTo>
                    <ns1:pt x="31626" y="102096"/>
                  </ns1:lnTo>
                  <ns1:cubicBezTo>
                    <ns1:pt x="46261" y="102096"/>
                    <ns1:pt x="57683" y="98102"/>
                    <ns1:pt x="65894" y="90115"/>
                  </ns1:cubicBezTo>
                  <ns1:cubicBezTo>
                    <ns1:pt x="74104" y="82128"/>
                    <ns1:pt x="78209" y="70941"/>
                    <ns1:pt x="78209" y="56554"/>
                  </ns1:cubicBezTo>
                  <ns1:cubicBezTo>
                    <ns1:pt x="78209" y="42168"/>
                    <ns1:pt x="73992" y="31353"/>
                    <ns1:pt x="65559" y="24110"/>
                  </ns1:cubicBezTo>
                  <ns1:cubicBezTo>
                    <ns1:pt x="57125" y="16867"/>
                    <ns1:pt x="46037" y="13245"/>
                    <ns1:pt x="32296" y="13245"/>
                  </ns1:cubicBezTo>
                  <ns1:lnTo>
                    <ns1:pt x="14883" y="13245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2" name="文本框 51"/>
            <ns0:cNvSpPr txBox="1"/>
            <ns0:nvPr/>
          </ns0:nvSpPr>
          <ns0:spPr>
            <ns1:xfrm>
              <ns1:off x="8768016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3" name="文本框 52"/>
            <ns0:cNvSpPr txBox="1"/>
            <ns0:nvPr/>
          </ns0:nvSpPr>
          <ns0:spPr>
            <ns1:xfrm>
              <ns1:off x="9075377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4" name="文本框 53"/>
            <ns0:cNvSpPr txBox="1"/>
            <ns0:nvPr/>
          </ns0:nvSpPr>
          <ns0:spPr>
            <ns1:xfrm>
              <ns1:off x="9231322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8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59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5" name="文本框 54"/>
            <ns0:cNvSpPr txBox="1"/>
            <ns0:nvPr/>
          </ns0:nvSpPr>
          <ns0:spPr>
            <ns1:xfrm>
              <ns1:off x="9582048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5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6" name="文本框 55"/>
            <ns0:cNvSpPr txBox="1"/>
            <ns0:nvPr/>
          </ns0:nvSpPr>
          <ns0:spPr>
            <ns1:xfrm>
              <ns1:off x="9759199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7" name="文本框 56"/>
            <ns0:cNvSpPr txBox="1"/>
            <ns0:nvPr/>
          </ns0:nvSpPr>
          <ns0:spPr>
            <ns1:xfrm>
              <ns1:off x="9945760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8" name="文本框 57"/>
            <ns0:cNvSpPr txBox="1"/>
            <ns0:nvPr/>
          </ns0:nvSpPr>
          <ns0:spPr>
            <ns1:xfrm>
              <ns1:off x="10112308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9" name="文本框 58"/>
            <ns0:cNvSpPr txBox="1"/>
            <ns0:nvPr/>
          </ns0:nvSpPr>
          <ns0:spPr>
            <ns1:xfrm>
              <ns1:off x="10268252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0" name="文本框 59"/>
            <ns0:cNvSpPr txBox="1"/>
            <ns0:nvPr/>
          </ns0:nvSpPr>
          <ns0:spPr>
            <ns1:xfrm>
              <ns1:off x="10512236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1" name="文本框 60"/>
            <ns0:cNvSpPr txBox="1"/>
            <ns0:nvPr/>
          </ns0:nvSpPr>
          <ns0:spPr>
            <ns1:xfrm>
              <ns1:off x="5895132" y="2999743"/>
              <ns1:ext cx="151417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94580" h="119137">
                  <ns1:moveTo>
                    <ns1:pt x="60201" y="0"/>
                  </ns1:moveTo>
                  <ns1:cubicBezTo>
                    <ns1:pt x="72652" y="0"/>
                    <ns1:pt x="83194" y="1984"/>
                    <ns1:pt x="91827" y="5953"/>
                  </ns1:cubicBezTo>
                  <ns1:lnTo>
                    <ns1:pt x="91827" y="22027"/>
                  </ns1:lnTo>
                  <ns1:cubicBezTo>
                    <ns1:pt x="82599" y="16222"/>
                    <ns1:pt x="71611" y="13320"/>
                    <ns1:pt x="58861" y="13320"/>
                  </ns1:cubicBezTo>
                  <ns1:cubicBezTo>
                    <ns1:pt x="46310" y="13320"/>
                    <ns1:pt x="35966" y="17611"/>
                    <ns1:pt x="27830" y="26194"/>
                  </ns1:cubicBezTo>
                  <ns1:cubicBezTo>
                    <ns1:pt x="19694" y="34776"/>
                    <ns1:pt x="15627" y="46087"/>
                    <ns1:pt x="15627" y="60127"/>
                  </ns1:cubicBezTo>
                  <ns1:cubicBezTo>
                    <ns1:pt x="15627" y="74563"/>
                    <ns1:pt x="19372" y="85799"/>
                    <ns1:pt x="26863" y="93836"/>
                  </ns1:cubicBezTo>
                  <ns1:cubicBezTo>
                    <ns1:pt x="34354" y="101873"/>
                    <ns1:pt x="44474" y="105891"/>
                    <ns1:pt x="57224" y="105891"/>
                  </ns1:cubicBezTo>
                  <ns1:cubicBezTo>
                    <ns1:pt x="66005" y="105891"/>
                    <ns1:pt x="73471" y="104204"/>
                    <ns1:pt x="79623" y="100831"/>
                  </ns1:cubicBezTo>
                  <ns1:lnTo>
                    <ns1:pt x="79623" y="69652"/>
                  </ns1:lnTo>
                  <ns1:lnTo>
                    <ns1:pt x="54619" y="69652"/>
                  </ns1:lnTo>
                  <ns1:lnTo>
                    <ns1:pt x="54619" y="56480"/>
                  </ns1:lnTo>
                  <ns1:lnTo>
                    <ns1:pt x="94580" y="56480"/>
                  </ns1:lnTo>
                  <ns1:lnTo>
                    <ns1:pt x="94580" y="109314"/>
                  </ns1:lnTo>
                  <ns1:cubicBezTo>
                    <ns1:pt x="83070" y="115863"/>
                    <ns1:pt x="70073" y="119137"/>
                    <ns1:pt x="55587" y="119137"/>
                  </ns1:cubicBezTo>
                  <ns1:cubicBezTo>
                    <ns1:pt x="38918" y="119137"/>
                    <ns1:pt x="25486" y="113866"/>
                    <ns1:pt x="15292" y="103324"/>
                  </ns1:cubicBezTo>
                  <ns1:cubicBezTo>
                    <ns1:pt x="5097" y="92782"/>
                    <ns1:pt x="0" y="78705"/>
                    <ns1:pt x="0" y="61094"/>
                  </ns1:cubicBezTo>
                  <ns1:cubicBezTo>
                    <ns1:pt x="0" y="43284"/>
                    <ns1:pt x="5630" y="28649"/>
                    <ns1:pt x="16892" y="17190"/>
                  </ns1:cubicBezTo>
                  <ns1:cubicBezTo>
                    <ns1:pt x="28153" y="5730"/>
                    <ns1:pt x="42589" y="0"/>
                    <ns1:pt x="60201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2" name="文本框 61"/>
            <ns0:cNvSpPr txBox="1"/>
            <ns0:nvPr/>
          </ns0:nvSpPr>
          <ns0:spPr>
            <ns1:xfrm>
              <ns1:off x="7072638" y="2999743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3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3" name="文本框 62"/>
            <ns0:cNvSpPr txBox="1"/>
            <ns0:nvPr/>
          </ns0:nvSpPr>
          <ns0:spPr>
            <ns1:xfrm>
              <ns1:off x="4865944" y="3002841"/>
              <ns1:ext cx="14129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256" h="115267">
                  <ns1:moveTo>
                    <ns1:pt x="5209" y="0"/>
                  </ns1:moveTo>
                  <ns1:lnTo>
                    <ns1:pt x="88256" y="0"/>
                  </ns1:lnTo>
                  <ns1:lnTo>
                    <ns1:pt x="88256" y="4465"/>
                  </ns1:lnTo>
                  <ns1:lnTo>
                    <ns1:pt x="21804" y="102096"/>
                  </ns1:lnTo>
                  <ns1:lnTo>
                    <ns1:pt x="86767" y="102096"/>
                  </ns1:lnTo>
                  <ns1:lnTo>
                    <ns1:pt x="86767" y="115267"/>
                  </ns1:lnTo>
                  <ns1:lnTo>
                    <ns1:pt x="0" y="115267"/>
                  </ns1:lnTo>
                  <ns1:lnTo>
                    <ns1:pt x="0" y="110207"/>
                  </ns1:lnTo>
                  <ns1:lnTo>
                    <ns1:pt x="66006" y="13245"/>
                  </ns1:lnTo>
                  <ns1:lnTo>
                    <ns1:pt x="5209" y="13245"/>
                  </ns1:lnTo>
                  <ns1:lnTo>
                    <ns1:pt x="5209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4" name="文本框 63"/>
            <ns0:cNvSpPr txBox="1"/>
            <ns0:nvPr/>
          </ns0:nvSpPr>
          <ns0:spPr>
            <ns1:xfrm>
              <ns1:off x="5037853" y="3002841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5" name="文本框 64"/>
            <ns0:cNvSpPr txBox="1"/>
            <ns0:nvPr/>
          </ns0:nvSpPr>
          <ns0:spPr>
            <ns1:xfrm>
              <ns1:off x="5220841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6" name="文本框 65"/>
            <ns0:cNvSpPr txBox="1"/>
            <ns0:nvPr/>
          </ns0:nvSpPr>
          <ns0:spPr>
            <ns1:xfrm>
              <ns1:off x="5352363" y="3002841"/>
              <ns1:ext cx="71480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44649" h="117202">
                  <ns1:moveTo>
                    <ns1:pt x="29766" y="0"/>
                  </ns1:moveTo>
                  <ns1:lnTo>
                    <ns1:pt x="44649" y="0"/>
                  </ns1:lnTo>
                  <ns1:lnTo>
                    <ns1:pt x="44649" y="73446"/>
                  </ns1:lnTo>
                  <ns1:cubicBezTo>
                    <ns1:pt x="44649" y="87387"/>
                    <ns1:pt x="41697" y="98164"/>
                    <ns1:pt x="35793" y="105779"/>
                  </ns1:cubicBezTo>
                  <ns1:cubicBezTo>
                    <ns1:pt x="29890" y="113394"/>
                    <ns1:pt x="21853" y="117202"/>
                    <ns1:pt x="11683" y="117202"/>
                  </ns1:cubicBezTo>
                  <ns1:cubicBezTo>
                    <ns1:pt x="6970" y="117202"/>
                    <ns1:pt x="3076" y="116507"/>
                    <ns1:pt x="0" y="115118"/>
                  </ns1:cubicBezTo>
                  <ns1:lnTo>
                    <ns1:pt x="0" y="100608"/>
                  </ns1:lnTo>
                  <ns1:cubicBezTo>
                    <ns1:pt x="3076" y="102840"/>
                    <ns1:pt x="6945" y="103956"/>
                    <ns1:pt x="11609" y="103956"/>
                  </ns1:cubicBezTo>
                  <ns1:cubicBezTo>
                    <ns1:pt x="23713" y="103956"/>
                    <ns1:pt x="29766" y="93786"/>
                    <ns1:pt x="29766" y="73446"/>
                  </ns1:cubicBezTo>
                  <ns1:lnTo>
                    <ns1:pt x="29766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7" name="文本框 66"/>
            <ns0:cNvSpPr txBox="1"/>
            <ns0:nvPr/>
          </ns0:nvSpPr>
          <ns0:spPr>
            <ns1:xfrm>
              <ns1:off x="5464825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8" name="文本框 67"/>
            <ns0:cNvSpPr txBox="1"/>
            <ns0:nvPr/>
          </ns0:nvSpPr>
          <ns0:spPr>
            <ns1:xfrm>
              <ns1:off x="5519983" y="3002841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9" name="文本框 68"/>
            <ns0:cNvSpPr txBox="1"/>
            <ns0:nvPr/>
          </ns0:nvSpPr>
          <ns0:spPr>
            <ns1:xfrm>
              <ns1:off x="5708808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0" name="文本框 69"/>
            <ns0:cNvSpPr txBox="1"/>
            <ns0:nvPr/>
          </ns0:nvSpPr>
          <ns0:spPr>
            <ns1:xfrm>
              <ns1:off x="6164014" y="3002841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1" name="文本框 70"/>
            <ns0:cNvSpPr txBox="1"/>
            <ns0:nvPr/>
          </ns0:nvSpPr>
          <ns0:spPr>
            <ns1:xfrm>
              <ns1:off x="6349265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2" name="文本框 71"/>
            <ns0:cNvSpPr txBox="1"/>
            <ns0:nvPr/>
          </ns0:nvSpPr>
          <ns0:spPr>
            <ns1:xfrm>
              <ns1:off x="6547502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3" name="文本框 72"/>
            <ns0:cNvSpPr txBox="1"/>
            <ns0:nvPr/>
          </ns0:nvSpPr>
          <ns0:spPr>
            <ns1:xfrm>
              <ns1:off x="6602065" y="3002841"/>
              <ns1:ext cx="16070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0384" h="115267">
                  <ns1:moveTo>
                    <ns1:pt x="0" y="0"/>
                  </ns1:moveTo>
                  <ns1:lnTo>
                    <ns1:pt x="16520" y="0"/>
                  </ns1:lnTo>
                  <ns1:lnTo>
                    <ns1:pt x="47550" y="90115"/>
                  </ns1:lnTo>
                  <ns1:cubicBezTo>
                    <ns1:pt x="48592" y="93092"/>
                    <ns1:pt x="49361" y="96540"/>
                    <ns1:pt x="49857" y="100459"/>
                  </ns1:cubicBezTo>
                  <ns1:lnTo>
                    <ns1:pt x="50229" y="100459"/>
                  </ns1:lnTo>
                  <ns1:cubicBezTo>
                    <ns1:pt x="50626" y="97036"/>
                    <ns1:pt x="51494" y="93538"/>
                    <ns1:pt x="52834" y="89966"/>
                  </ns1:cubicBezTo>
                  <ns1:lnTo>
                    <ns1:pt x="84460" y="0"/>
                  </ns1:lnTo>
                  <ns1:lnTo>
                    <ns1:pt x="100384" y="0"/>
                  </ns1:lnTo>
                  <ns1:lnTo>
                    <ns1:pt x="58043" y="115267"/>
                  </ns1:lnTo>
                  <ns1:lnTo>
                    <ns1:pt x="41523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4" name="文本框 73"/>
            <ns0:cNvSpPr txBox="1"/>
            <ns0:nvPr/>
          </ns0:nvSpPr>
          <ns0:spPr>
            <ns1:xfrm>
              <ns1:off x="6791486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5" name="文本框 74"/>
            <ns0:cNvSpPr txBox="1"/>
            <ns0:nvPr/>
          </ns0:nvSpPr>
          <ns0:spPr>
            <ns1:xfrm>
              <ns1:off x="6928726" y="3002841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6" name="文本框 75"/>
            <ns0:cNvSpPr txBox="1"/>
            <ns0:nvPr/>
          </ns0:nvSpPr>
          <ns0:spPr>
            <ns1:xfrm>
              <ns1:off x="7218457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7" name="文本框 76"/>
            <ns0:cNvSpPr txBox="1"/>
            <ns0:nvPr/>
          </ns0:nvSpPr>
          <ns0:spPr>
            <ns1:xfrm>
              <ns1:off x="7275998" y="3002841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8" name="文本框 77"/>
            <ns0:cNvSpPr txBox="1"/>
            <ns0:nvPr/>
          </ns0:nvSpPr>
          <ns0:spPr>
            <ns1:xfrm>
              <ns1:off x="7410141" y="3002841"/>
              <ns1:ext cx="143912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9892" h="115267">
                  <ns1:moveTo>
                    <ns1:pt x="0" y="0"/>
                  </ns1:moveTo>
                  <ns1:lnTo>
                    <ns1:pt x="17041" y="0"/>
                  </ns1:lnTo>
                  <ns1:lnTo>
                    <ns1:pt x="41970" y="51048"/>
                  </ns1:lnTo>
                  <ns1:cubicBezTo>
                    <ns1:pt x="42019" y="51097"/>
                    <ns1:pt x="42937" y="53553"/>
                    <ns1:pt x="44723" y="58415"/>
                  </ns1:cubicBezTo>
                  <ns1:lnTo>
                    <ns1:pt x="44946" y="58415"/>
                  </ns1:lnTo>
                  <ns1:cubicBezTo>
                    <ns1:pt x="45542" y="56331"/>
                    <ns1:pt x="46559" y="53900"/>
                    <ns1:pt x="47997" y="51122"/>
                  </ns1:cubicBezTo>
                  <ns1:lnTo>
                    <ns1:pt x="74042" y="0"/>
                  </ns1:lnTo>
                  <ns1:lnTo>
                    <ns1:pt x="89892" y="0"/>
                  </ns1:lnTo>
                  <ns1:lnTo>
                    <ns1:pt x="51941" y="72851"/>
                  </ns1:lnTo>
                  <ns1:lnTo>
                    <ns1:pt x="51941" y="115267"/>
                  </ns1:lnTo>
                  <ns1:lnTo>
                    <ns1:pt x="36984" y="115267"/>
                  </ns1:lnTo>
                  <ns1:lnTo>
                    <ns1:pt x="36984" y="73223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cxnSp>
          <ns0:nvCxnSpPr>
            <ns0:cNvPr id="79" name="直接连接符 78"/>
            <ns0:cNvCxnSpPr/>
            <ns0:nvPr/>
          </ns0:nvCxnSpPr>
          <ns0:spPr>
            <ns1:xfrm flipV="1">
              <ns1:off x="4823263" y="2542593"/>
              <ns1:ext cx="588730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80" name="组合 79"/>
            <ns0:cNvGrpSpPr>
              <ns1:grpSpLocks noChangeAspect="1"/>
            </ns0:cNvGrpSpPr>
            <ns0:nvPr/>
          </ns0:nvGrpSpPr>
          <ns0:grpSpPr>
            <ns1:xfrm>
              <ns1:off x="211839" y="1632161"/>
              <ns1:ext cx="3716817" cy="1800000"/>
              <ns1:chOff x="162404" y="1601083"/>
              <ns1:chExt cx="3865489" cy="1874489"/>
            </ns1:xfrm>
          </ns0:grpSpPr>
          <ns0:grpSp>
            <ns0:nvGrpSpPr>
              <ns0:cNvPr id="81" name="组合 80"/>
              <ns0:cNvGrpSpPr/>
              <ns0:nvPr/>
            </ns0:nvGrpSpPr>
            <ns0:grpSpPr>
              <ns1:xfrm>
                <ns1:off x="162404" y="1603572"/>
                <ns1:ext cx="1870601" cy="1872000"/>
                <ns1:chOff x="694796" y="3108435"/>
                <ns1:chExt cx="1359476" cy="1360493"/>
              </ns1:xfrm>
            </ns0:grpSpPr>
            <ns0:sp>
              <ns0:nvSpPr>
                <ns0:cNvPr id="133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694796" y="3108435"/>
                  <ns1:ext cx="1359476" cy="1360493"/>
                </ns1:xfrm>
                <ns1:custGeom>
                  <ns1:avLst/>
                  <ns1:gdLst>
                    <ns1:gd name="T0" fmla="*/ 310 w 621"/>
                    <ns1:gd name="T1" fmla="*/ 0 h 621"/>
                    <ns1:gd name="T2" fmla="*/ 618 w 621"/>
                    <ns1:gd name="T3" fmla="*/ 316 h 621"/>
                    <ns1:gd name="T4" fmla="*/ 307 w 621"/>
                    <ns1:gd name="T5" fmla="*/ 619 h 621"/>
                    <ns1:gd name="T6" fmla="*/ 2 w 621"/>
                    <ns1:gd name="T7" fmla="*/ 305 h 621"/>
                    <ns1:gd name="T8" fmla="*/ 310 w 621"/>
                    <ns1:gd name="T9" fmla="*/ 0 h 621"/>
                    <ns1:gd name="T10" fmla="*/ 611 w 621"/>
                    <ns1:gd name="T11" fmla="*/ 310 h 621"/>
                    <ns1:gd name="T12" fmla="*/ 313 w 621"/>
                    <ns1:gd name="T13" fmla="*/ 7 h 621"/>
                    <ns1:gd name="T14" fmla="*/ 9 w 621"/>
                    <ns1:gd name="T15" fmla="*/ 309 h 621"/>
                    <ns1:gd name="T16" fmla="*/ 303 w 621"/>
                    <ns1:gd name="T17" fmla="*/ 612 h 621"/>
                    <ns1:gd name="T18" fmla="*/ 611 w 621"/>
                    <ns1:gd name="T19" fmla="*/ 310 h 6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21" h="621">
                      <ns1:moveTo>
                        <ns1:pt x="310" y="0"/>
                      </ns1:moveTo>
                      <ns1:cubicBezTo>
                        <ns1:pt x="482" y="0"/>
                        <ns1:pt x="621" y="143"/>
                        <ns1:pt x="618" y="316"/>
                      </ns1:cubicBezTo>
                      <ns1:cubicBezTo>
                        <ns1:pt x="614" y="483"/>
                        <ns1:pt x="477" y="621"/>
                        <ns1:pt x="307" y="619"/>
                      </ns1:cubicBezTo>
                      <ns1:cubicBezTo>
                        <ns1:pt x="138" y="618"/>
                        <ns1:pt x="0" y="478"/>
                        <ns1:pt x="2" y="305"/>
                      </ns1:cubicBezTo>
                      <ns1:cubicBezTo>
                        <ns1:pt x="4" y="139"/>
                        <ns1:pt x="139" y="0"/>
                        <ns1:pt x="310" y="0"/>
                      </ns1:cubicBezTo>
                      <ns1:close/>
                      <ns1:moveTo>
                        <ns1:pt x="611" y="310"/>
                      </ns1:moveTo>
                      <ns1:cubicBezTo>
                        <ns1:pt x="611" y="145"/>
                        <ns1:pt x="476" y="8"/>
                        <ns1:pt x="313" y="7"/>
                      </ns1:cubicBezTo>
                      <ns1:cubicBezTo>
                        <ns1:pt x="148" y="6"/>
                        <ns1:pt x="10" y="139"/>
                        <ns1:pt x="9" y="309"/>
                      </ns1:cubicBezTo>
                      <ns1:cubicBezTo>
                        <ns1:pt x="9" y="476"/>
                        <ns1:pt x="142" y="608"/>
                        <ns1:pt x="303" y="612"/>
                      </ns1:cubicBezTo>
                      <ns1:cubicBezTo>
                        <ns1:pt x="472" y="616"/>
                        <ns1:pt x="610" y="479"/>
                        <ns1:pt x="611" y="31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4" name="Freeform 7"/>
                <ns0:cNvSpPr/>
                <ns0:nvPr/>
              </ns0:nvSpPr>
              <ns0:spPr bwMode="auto">
                <ns1:xfrm>
                  <ns1:off x="1051798" y="3593304"/>
                  <ns1:ext cx="623987" cy="523740"/>
                </ns1:xfrm>
                <ns1:custGeom>
                  <ns1:avLst/>
                  <ns1:gdLst>
                    <ns1:gd name="T0" fmla="*/ 63 w 285"/>
                    <ns1:gd name="T1" fmla="*/ 116 h 239"/>
                    <ns1:gd name="T2" fmla="*/ 82 w 285"/>
                    <ns1:gd name="T3" fmla="*/ 116 h 239"/>
                    <ns1:gd name="T4" fmla="*/ 70 w 285"/>
                    <ns1:gd name="T5" fmla="*/ 106 h 239"/>
                    <ns1:gd name="T6" fmla="*/ 56 w 285"/>
                    <ns1:gd name="T7" fmla="*/ 101 h 239"/>
                    <ns1:gd name="T8" fmla="*/ 42 w 285"/>
                    <ns1:gd name="T9" fmla="*/ 82 h 239"/>
                    <ns1:gd name="T10" fmla="*/ 73 w 285"/>
                    <ns1:gd name="T11" fmla="*/ 82 h 239"/>
                    <ns1:gd name="T12" fmla="*/ 60 w 285"/>
                    <ns1:gd name="T13" fmla="*/ 72 h 239"/>
                    <ns1:gd name="T14" fmla="*/ 43 w 285"/>
                    <ns1:gd name="T15" fmla="*/ 68 h 239"/>
                    <ns1:gd name="T16" fmla="*/ 20 w 285"/>
                    <ns1:gd name="T17" fmla="*/ 48 h 239"/>
                    <ns1:gd name="T18" fmla="*/ 47 w 285"/>
                    <ns1:gd name="T19" fmla="*/ 48 h 239"/>
                    <ns1:gd name="T20" fmla="*/ 55 w 285"/>
                    <ns1:gd name="T21" fmla="*/ 45 h 239"/>
                    <ns1:gd name="T22" fmla="*/ 48 w 285"/>
                    <ns1:gd name="T23" fmla="*/ 36 h 239"/>
                    <ns1:gd name="T24" fmla="*/ 30 w 285"/>
                    <ns1:gd name="T25" fmla="*/ 32 h 239"/>
                    <ns1:gd name="T26" fmla="*/ 0 w 285"/>
                    <ns1:gd name="T27" fmla="*/ 15 h 239"/>
                    <ns1:gd name="T28" fmla="*/ 9 w 285"/>
                    <ns1:gd name="T29" fmla="*/ 15 h 239"/>
                    <ns1:gd name="T30" fmla="*/ 73 w 285"/>
                    <ns1:gd name="T31" fmla="*/ 11 h 239"/>
                    <ns1:gd name="T32" fmla="*/ 90 w 285"/>
                    <ns1:gd name="T33" fmla="*/ 13 h 239"/>
                    <ns1:gd name="T34" fmla="*/ 116 w 285"/>
                    <ns1:gd name="T35" fmla="*/ 34 h 239"/>
                    <ns1:gd name="T36" fmla="*/ 124 w 285"/>
                    <ns1:gd name="T37" fmla="*/ 41 h 239"/>
                    <ns1:gd name="T38" fmla="*/ 130 w 285"/>
                    <ns1:gd name="T39" fmla="*/ 32 h 239"/>
                    <ns1:gd name="T40" fmla="*/ 141 w 285"/>
                    <ns1:gd name="T41" fmla="*/ 10 h 239"/>
                    <ns1:gd name="T42" fmla="*/ 166 w 285"/>
                    <ns1:gd name="T43" fmla="*/ 3 h 239"/>
                    <ns1:gd name="T44" fmla="*/ 190 w 285"/>
                    <ns1:gd name="T45" fmla="*/ 18 h 239"/>
                    <ns1:gd name="T46" fmla="*/ 175 w 285"/>
                    <ns1:gd name="T47" fmla="*/ 26 h 239"/>
                    <ns1:gd name="T48" fmla="*/ 169 w 285"/>
                    <ns1:gd name="T49" fmla="*/ 34 h 239"/>
                    <ns1:gd name="T50" fmla="*/ 181 w 285"/>
                    <ns1:gd name="T51" fmla="*/ 42 h 239"/>
                    <ns1:gd name="T52" fmla="*/ 197 w 285"/>
                    <ns1:gd name="T53" fmla="*/ 32 h 239"/>
                    <ns1:gd name="T54" fmla="*/ 230 w 285"/>
                    <ns1:gd name="T55" fmla="*/ 17 h 239"/>
                    <ns1:gd name="T56" fmla="*/ 285 w 285"/>
                    <ns1:gd name="T57" fmla="*/ 20 h 239"/>
                    <ns1:gd name="T58" fmla="*/ 273 w 285"/>
                    <ns1:gd name="T59" fmla="*/ 33 h 239"/>
                    <ns1:gd name="T60" fmla="*/ 253 w 285"/>
                    <ns1:gd name="T61" fmla="*/ 40 h 239"/>
                    <ns1:gd name="T62" fmla="*/ 239 w 285"/>
                    <ns1:gd name="T63" fmla="*/ 49 h 239"/>
                    <ns1:gd name="T64" fmla="*/ 277 w 285"/>
                    <ns1:gd name="T65" fmla="*/ 51 h 239"/>
                    <ns1:gd name="T66" fmla="*/ 271 w 285"/>
                    <ns1:gd name="T67" fmla="*/ 56 h 239"/>
                    <ns1:gd name="T68" fmla="*/ 226 w 285"/>
                    <ns1:gd name="T69" fmla="*/ 72 h 239"/>
                    <ns1:gd name="T70" fmla="*/ 221 w 285"/>
                    <ns1:gd name="T71" fmla="*/ 75 h 239"/>
                    <ns1:gd name="T72" fmla="*/ 226 w 285"/>
                    <ns1:gd name="T73" fmla="*/ 79 h 239"/>
                    <ns1:gd name="T74" fmla="*/ 248 w 285"/>
                    <ns1:gd name="T75" fmla="*/ 80 h 239"/>
                    <ns1:gd name="T76" fmla="*/ 253 w 285"/>
                    <ns1:gd name="T77" fmla="*/ 81 h 239"/>
                    <ns1:gd name="T78" fmla="*/ 235 w 285"/>
                    <ns1:gd name="T79" fmla="*/ 102 h 239"/>
                    <ns1:gd name="T80" fmla="*/ 213 w 285"/>
                    <ns1:gd name="T81" fmla="*/ 109 h 239"/>
                    <ns1:gd name="T82" fmla="*/ 209 w 285"/>
                    <ns1:gd name="T83" fmla="*/ 110 h 239"/>
                    <ns1:gd name="T84" fmla="*/ 212 w 285"/>
                    <ns1:gd name="T85" fmla="*/ 115 h 239"/>
                    <ns1:gd name="T86" fmla="*/ 217 w 285"/>
                    <ns1:gd name="T87" fmla="*/ 116 h 239"/>
                    <ns1:gd name="T88" fmla="*/ 235 w 285"/>
                    <ns1:gd name="T89" fmla="*/ 116 h 239"/>
                    <ns1:gd name="T90" fmla="*/ 203 w 285"/>
                    <ns1:gd name="T91" fmla="*/ 140 h 239"/>
                    <ns1:gd name="T92" fmla="*/ 191 w 285"/>
                    <ns1:gd name="T93" fmla="*/ 146 h 239"/>
                    <ns1:gd name="T94" fmla="*/ 192 w 285"/>
                    <ns1:gd name="T95" fmla="*/ 148 h 239"/>
                    <ns1:gd name="T96" fmla="*/ 206 w 285"/>
                    <ns1:gd name="T97" fmla="*/ 149 h 239"/>
                    <ns1:gd name="T98" fmla="*/ 178 w 285"/>
                    <ns1:gd name="T99" fmla="*/ 169 h 239"/>
                    <ns1:gd name="T100" fmla="*/ 184 w 285"/>
                    <ns1:gd name="T101" fmla="*/ 186 h 239"/>
                    <ns1:gd name="T102" fmla="*/ 145 w 285"/>
                    <ns1:gd name="T103" fmla="*/ 239 h 239"/>
                    <ns1:gd name="T104" fmla="*/ 107 w 285"/>
                    <ns1:gd name="T105" fmla="*/ 183 h 239"/>
                    <ns1:gd name="T106" fmla="*/ 114 w 285"/>
                    <ns1:gd name="T107" fmla="*/ 180 h 239"/>
                    <ns1:gd name="T108" fmla="*/ 114 w 285"/>
                    <ns1:gd name="T109" fmla="*/ 171 h 239"/>
                    <ns1:gd name="T110" fmla="*/ 82 w 285"/>
                    <ns1:gd name="T111" fmla="*/ 148 h 239"/>
                    <ns1:gd name="T112" fmla="*/ 91 w 285"/>
                    <ns1:gd name="T113" fmla="*/ 148 h 239"/>
                    <ns1:gd name="T114" fmla="*/ 97 w 285"/>
                    <ns1:gd name="T115" fmla="*/ 141 h 239"/>
                    <ns1:gd name="T116" fmla="*/ 63 w 285"/>
                    <ns1:gd name="T117" fmla="*/ 116 h 23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</ns1:cxnLst>
                  <ns1:rect l="0" t="0" r="r" b="b"/>
                  <ns1:pathLst>
                    <ns1:path w="285" h="239">
                      <ns1:moveTo>
                        <ns1:pt x="63" y="116"/>
                      </ns1:moveTo>
                      <ns1:cubicBezTo>
                        <ns1:pt x="69" y="116"/>
                        <ns1:pt x="75" y="116"/>
                        <ns1:pt x="82" y="116"/>
                      </ns1:cubicBezTo>
                      <ns1:cubicBezTo>
                        <ns1:pt x="79" y="110"/>
                        <ns1:pt x="75" y="108"/>
                        <ns1:pt x="70" y="106"/>
                      </ns1:cubicBezTo>
                      <ns1:cubicBezTo>
                        <ns1:pt x="65" y="104"/>
                        <ns1:pt x="61" y="103"/>
                        <ns1:pt x="56" y="101"/>
                      </ns1:cubicBezTo>
                      <ns1:cubicBezTo>
                        <ns1:pt x="48" y="98"/>
                        <ns1:pt x="43" y="91"/>
                        <ns1:pt x="42" y="82"/>
                      </ns1:cubicBezTo>
                      <ns1:cubicBezTo>
                        <ns1:pt x="53" y="82"/>
                        <ns1:pt x="63" y="82"/>
                        <ns1:pt x="73" y="82"/>
                      </ns1:cubicBezTo>
                      <ns1:cubicBezTo>
                        <ns1:pt x="70" y="76"/>
                        <ns1:pt x="66" y="74"/>
                        <ns1:pt x="60" y="72"/>
                      </ns1:cubicBezTo>
                      <ns1:cubicBezTo>
                        <ns1:pt x="55" y="71"/>
                        <ns1:pt x="49" y="70"/>
                        <ns1:pt x="43" y="68"/>
                      </ns1:cubicBezTo>
                      <ns1:cubicBezTo>
                        <ns1:pt x="31" y="64"/>
                        <ns1:pt x="22" y="56"/>
                        <ns1:pt x="20" y="48"/>
                      </ns1:cubicBezTo>
                      <ns1:cubicBezTo>
                        <ns1:pt x="29" y="48"/>
                        <ns1:pt x="38" y="48"/>
                        <ns1:pt x="47" y="48"/>
                      </ns1:cubicBezTo>
                      <ns1:cubicBezTo>
                        <ns1:pt x="50" y="48"/>
                        <ns1:pt x="54" y="50"/>
                        <ns1:pt x="55" y="45"/>
                      </ns1:cubicBezTo>
                      <ns1:cubicBezTo>
                        <ns1:pt x="56" y="42"/>
                        <ns1:pt x="52" y="37"/>
                        <ns1:pt x="48" y="36"/>
                      </ns1:cubicBezTo>
                      <ns1:cubicBezTo>
                        <ns1:pt x="42" y="35"/>
                        <ns1:pt x="36" y="34"/>
                        <ns1:pt x="30" y="32"/>
                      </ns1:cubicBezTo>
                      <ns1:cubicBezTo>
                        <ns1:pt x="19" y="29"/>
                        <ns1:pt x="9" y="25"/>
                        <ns1:pt x="0" y="15"/>
                      </ns1:cubicBezTo>
                      <ns1:cubicBezTo>
                        <ns1:pt x="4" y="15"/>
                        <ns1:pt x="6" y="15"/>
                        <ns1:pt x="9" y="15"/>
                      </ns1:cubicBezTo>
                      <ns1:cubicBezTo>
                        <ns1:pt x="30" y="14"/>
                        <ns1:pt x="52" y="12"/>
                        <ns1:pt x="73" y="11"/>
                      </ns1:cubicBezTo>
                      <ns1:cubicBezTo>
                        <ns1:pt x="79" y="11"/>
                        <ns1:pt x="85" y="12"/>
                        <ns1:pt x="90" y="13"/>
                      </ns1:cubicBezTo>
                      <ns1:cubicBezTo>
                        <ns1:pt x="102" y="15"/>
                        <ns1:pt x="111" y="22"/>
                        <ns1:pt x="116" y="34"/>
                      </ns1:cubicBezTo>
                      <ns1:cubicBezTo>
                        <ns1:pt x="118" y="37"/>
                        <ns1:pt x="119" y="41"/>
                        <ns1:pt x="124" y="41"/>
                      </ns1:cubicBezTo>
                      <ns1:cubicBezTo>
                        <ns1:pt x="129" y="40"/>
                        <ns1:pt x="129" y="35"/>
                        <ns1:pt x="130" y="32"/>
                      </ns1:cubicBezTo>
                      <ns1:cubicBezTo>
                        <ns1:pt x="134" y="24"/>
                        <ns1:pt x="137" y="17"/>
                        <ns1:pt x="141" y="10"/>
                      </ns1:cubicBezTo>
                      <ns1:cubicBezTo>
                        <ns1:pt x="147" y="2"/>
                        <ns1:pt x="156" y="0"/>
                        <ns1:pt x="166" y="3"/>
                      </ns1:cubicBezTo>
                      <ns1:cubicBezTo>
                        <ns1:pt x="175" y="6"/>
                        <ns1:pt x="183" y="11"/>
                        <ns1:pt x="190" y="18"/>
                      </ns1:cubicBezTo>
                      <ns1:cubicBezTo>
                        <ns1:pt x="184" y="21"/>
                        <ns1:pt x="179" y="23"/>
                        <ns1:pt x="175" y="26"/>
                      </ns1:cubicBezTo>
                      <ns1:cubicBezTo>
                        <ns1:pt x="172" y="28"/>
                        <ns1:pt x="169" y="31"/>
                        <ns1:pt x="169" y="34"/>
                      </ns1:cubicBezTo>
                      <ns1:cubicBezTo>
                        <ns1:pt x="168" y="41"/>
                        <ns1:pt x="174" y="46"/>
                        <ns1:pt x="181" y="42"/>
                      </ns1:cubicBezTo>
                      <ns1:cubicBezTo>
                        <ns1:pt x="186" y="39"/>
                        <ns1:pt x="192" y="35"/>
                        <ns1:pt x="197" y="32"/>
                      </ns1:cubicBezTo>
                      <ns1:cubicBezTo>
                        <ns1:pt x="207" y="24"/>
                        <ns1:pt x="217" y="17"/>
                        <ns1:pt x="230" y="17"/>
                      </ns1:cubicBezTo>
                      <ns1:cubicBezTo>
                        <ns1:pt x="248" y="18"/>
                        <ns1:pt x="266" y="19"/>
                        <ns1:pt x="285" y="20"/>
                      </ns1:cubicBezTo>
                      <ns1:cubicBezTo>
                        <ns1:pt x="283" y="27"/>
                        <ns1:pt x="278" y="31"/>
                        <ns1:pt x="273" y="33"/>
                      </ns1:cubicBezTo>
                      <ns1:cubicBezTo>
                        <ns1:pt x="266" y="36"/>
                        <ns1:pt x="259" y="38"/>
                        <ns1:pt x="253" y="40"/>
                      </ns1:cubicBezTo>
                      <ns1:cubicBezTo>
                        <ns1:pt x="248" y="42"/>
                        <ns1:pt x="242" y="43"/>
                        <ns1:pt x="239" y="49"/>
                      </ns1:cubicBezTo>
                      <ns1:cubicBezTo>
                        <ns1:pt x="251" y="49"/>
                        <ns1:pt x="263" y="50"/>
                        <ns1:pt x="277" y="51"/>
                      </ns1:cubicBezTo>
                      <ns1:cubicBezTo>
                        <ns1:pt x="274" y="53"/>
                        <ns1:pt x="273" y="55"/>
                        <ns1:pt x="271" y="56"/>
                      </ns1:cubicBezTo>
                      <ns1:cubicBezTo>
                        <ns1:pt x="258" y="66"/>
                        <ns1:pt x="242" y="70"/>
                        <ns1:pt x="226" y="72"/>
                      </ns1:cubicBezTo>
                      <ns1:cubicBezTo>
                        <ns1:pt x="224" y="72"/>
                        <ns1:pt x="220" y="72"/>
                        <ns1:pt x="221" y="75"/>
                      </ns1:cubicBezTo>
                      <ns1:cubicBezTo>
                        <ns1:pt x="221" y="77"/>
                        <ns1:pt x="224" y="79"/>
                        <ns1:pt x="226" y="79"/>
                      </ns1:cubicBezTo>
                      <ns1:cubicBezTo>
                        <ns1:pt x="233" y="80"/>
                        <ns1:pt x="240" y="80"/>
                        <ns1:pt x="248" y="80"/>
                      </ns1:cubicBezTo>
                      <ns1:cubicBezTo>
                        <ns1:pt x="249" y="80"/>
                        <ns1:pt x="251" y="80"/>
                        <ns1:pt x="253" y="81"/>
                      </ns1:cubicBezTo>
                      <ns1:cubicBezTo>
                        <ns1:pt x="250" y="91"/>
                        <ns1:pt x="244" y="98"/>
                        <ns1:pt x="235" y="102"/>
                      </ns1:cubicBezTo>
                      <ns1:cubicBezTo>
                        <ns1:pt x="228" y="105"/>
                        <ns1:pt x="220" y="107"/>
                        <ns1:pt x="213" y="109"/>
                      </ns1:cubicBezTo>
                      <ns1:cubicBezTo>
                        <ns1:pt x="212" y="109"/>
                        <ns1:pt x="211" y="110"/>
                        <ns1:pt x="209" y="110"/>
                      </ns1:cubicBezTo>
                      <ns1:cubicBezTo>
                        <ns1:pt x="210" y="112"/>
                        <ns1:pt x="210" y="114"/>
                        <ns1:pt x="212" y="115"/>
                      </ns1:cubicBezTo>
                      <ns1:cubicBezTo>
                        <ns1:pt x="213" y="116"/>
                        <ns1:pt x="215" y="116"/>
                        <ns1:pt x="217" y="116"/>
                      </ns1:cubicBezTo>
                      <ns1:cubicBezTo>
                        <ns1:pt x="222" y="116"/>
                        <ns1:pt x="228" y="116"/>
                        <ns1:pt x="235" y="116"/>
                      </ns1:cubicBezTo>
                      <ns1:cubicBezTo>
                        <ns1:pt x="225" y="127"/>
                        <ns1:pt x="217" y="137"/>
                        <ns1:pt x="203" y="140"/>
                      </ns1:cubicBezTo>
                      <ns1:cubicBezTo>
                        <ns1:pt x="199" y="141"/>
                        <ns1:pt x="195" y="144"/>
                        <ns1:pt x="191" y="146"/>
                      </ns1:cubicBezTo>
                      <ns1:cubicBezTo>
                        <ns1:pt x="192" y="147"/>
                        <ns1:pt x="192" y="147"/>
                        <ns1:pt x="192" y="148"/>
                      </ns1:cubicBezTo>
                      <ns1:cubicBezTo>
                        <ns1:pt x="197" y="149"/>
                        <ns1:pt x="201" y="149"/>
                        <ns1:pt x="206" y="149"/>
                      </ns1:cubicBezTo>
                      <ns1:cubicBezTo>
                        <ns1:pt x="203" y="162"/>
                        <ns1:pt x="195" y="167"/>
                        <ns1:pt x="178" y="169"/>
                      </ns1:cubicBezTo>
                      <ns1:cubicBezTo>
                        <ns1:pt x="175" y="176"/>
                        <ns1:pt x="176" y="178"/>
                        <ns1:pt x="184" y="186"/>
                      </ns1:cubicBezTo>
                      <ns1:cubicBezTo>
                        <ns1:pt x="171" y="203"/>
                        <ns1:pt x="158" y="221"/>
                        <ns1:pt x="145" y="239"/>
                      </ns1:cubicBezTo>
                      <ns1:cubicBezTo>
                        <ns1:pt x="132" y="220"/>
                        <ns1:pt x="119" y="202"/>
                        <ns1:pt x="107" y="183"/>
                      </ns1:cubicBezTo>
                      <ns1:cubicBezTo>
                        <ns1:pt x="109" y="182"/>
                        <ns1:pt x="112" y="181"/>
                        <ns1:pt x="114" y="180"/>
                      </ns1:cubicBezTo>
                      <ns1:cubicBezTo>
                        <ns1:pt x="114" y="177"/>
                        <ns1:pt x="114" y="174"/>
                        <ns1:pt x="114" y="171"/>
                      </ns1:cubicBezTo>
                      <ns1:cubicBezTo>
                        <ns1:pt x="95" y="168"/>
                        <ns1:pt x="83" y="161"/>
                        <ns1:pt x="82" y="148"/>
                      </ns1:cubicBezTo>
                      <ns1:cubicBezTo>
                        <ns1:pt x="85" y="148"/>
                        <ns1:pt x="88" y="147"/>
                        <ns1:pt x="91" y="148"/>
                      </ns1:cubicBezTo>
                      <ns1:cubicBezTo>
                        <ns1:pt x="96" y="148"/>
                        <ns1:pt x="97" y="145"/>
                        <ns1:pt x="97" y="141"/>
                      </ns1:cubicBezTo>
                      <ns1:cubicBezTo>
                        <ns1:pt x="81" y="139"/>
                        <ns1:pt x="69" y="132"/>
                        <ns1:pt x="63" y="11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5" name="Freeform 8"/>
                <ns0:cNvSpPr/>
                <ns0:nvPr/>
              </ns0:nvSpPr>
              <ns0:spPr bwMode="auto">
                <ns1:xfrm>
                  <ns1:off x="944390" y="3384626"/>
                  <ns1:ext cx="850056" cy="725255"/>
                </ns1:xfrm>
                <ns1:custGeom>
                  <ns1:avLst/>
                  <ns1:gdLst>
                    <ns1:gd name="T0" fmla="*/ 293 w 388"/>
                    <ns1:gd name="T1" fmla="*/ 331 h 331"/>
                    <ns1:gd name="T2" fmla="*/ 291 w 388"/>
                    <ns1:gd name="T3" fmla="*/ 328 h 331"/>
                    <ns1:gd name="T4" fmla="*/ 319 w 388"/>
                    <ns1:gd name="T5" fmla="*/ 75 h 331"/>
                    <ns1:gd name="T6" fmla="*/ 72 w 388"/>
                    <ns1:gd name="T7" fmla="*/ 69 h 331"/>
                    <ns1:gd name="T8" fmla="*/ 82 w 388"/>
                    <ns1:gd name="T9" fmla="*/ 318 h 331"/>
                    <ns1:gd name="T10" fmla="*/ 79 w 388"/>
                    <ns1:gd name="T11" fmla="*/ 322 h 331"/>
                    <ns1:gd name="T12" fmla="*/ 26 w 388"/>
                    <ns1:gd name="T13" fmla="*/ 131 h 331"/>
                    <ns1:gd name="T14" fmla="*/ 207 w 388"/>
                    <ns1:gd name="T15" fmla="*/ 14 h 331"/>
                    <ns1:gd name="T16" fmla="*/ 365 w 388"/>
                    <ns1:gd name="T17" fmla="*/ 153 h 331"/>
                    <ns1:gd name="T18" fmla="*/ 293 w 388"/>
                    <ns1:gd name="T19" fmla="*/ 331 h 3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88" h="331">
                      <ns1:moveTo>
                        <ns1:pt x="293" y="331"/>
                      </ns1:moveTo>
                      <ns1:cubicBezTo>
                        <ns1:pt x="293" y="330"/>
                        <ns1:pt x="292" y="329"/>
                        <ns1:pt x="291" y="328"/>
                      </ns1:cubicBezTo>
                      <ns1:cubicBezTo>
                        <ns1:pt x="375" y="269"/>
                        <ns1:pt x="388" y="150"/>
                        <ns1:pt x="319" y="75"/>
                      </ns1:cubicBezTo>
                      <ns1:cubicBezTo>
                        <ns1:pt x="252" y="3"/>
                        <ns1:pt x="141" y="0"/>
                        <ns1:pt x="72" y="69"/>
                      </ns1:cubicBezTo>
                      <ns1:cubicBezTo>
                        <ns1:pt x="2" y="138"/>
                        <ns1:pt x="5" y="251"/>
                        <ns1:pt x="82" y="318"/>
                      </ns1:cubicBezTo>
                      <ns1:cubicBezTo>
                        <ns1:pt x="81" y="319"/>
                        <ns1:pt x="80" y="321"/>
                        <ns1:pt x="79" y="322"/>
                      </ns1:cubicBezTo>
                      <ns1:cubicBezTo>
                        <ns1:pt x="28" y="281"/>
                        <ns1:pt x="0" y="204"/>
                        <ns1:pt x="26" y="131"/>
                      </ns1:cubicBezTo>
                      <ns1:cubicBezTo>
                        <ns1:pt x="53" y="56"/>
                        <ns1:pt x="126" y="8"/>
                        <ns1:pt x="207" y="14"/>
                      </ns1:cubicBezTo>
                      <ns1:cubicBezTo>
                        <ns1:pt x="284" y="20"/>
                        <ns1:pt x="350" y="78"/>
                        <ns1:pt x="365" y="153"/>
                      </ns1:cubicBezTo>
                      <ns1:cubicBezTo>
                        <ns1:pt x="381" y="232"/>
                        <ns1:pt x="341" y="302"/>
                        <ns1:pt x="293" y="3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6" name="Freeform 9"/>
                <ns0:cNvSpPr/>
                <ns0:nvPr/>
              </ns0:nvSpPr>
              <ns0:spPr bwMode="auto">
                <ns1:xfrm>
                  <ns1:off x="850283" y="3459298"/>
                  <ns1:ext cx="168784" cy="286419"/>
                </ns1:xfrm>
                <ns1:custGeom>
                  <ns1:avLst/>
                  <ns1:gdLst>
                    <ns1:gd name="T0" fmla="*/ 15 w 77"/>
                    <ns1:gd name="T1" fmla="*/ 17 h 131"/>
                    <ns1:gd name="T2" fmla="*/ 30 w 77"/>
                    <ns1:gd name="T3" fmla="*/ 0 h 131"/>
                    <ns1:gd name="T4" fmla="*/ 33 w 77"/>
                    <ns1:gd name="T5" fmla="*/ 6 h 131"/>
                    <ns1:gd name="T6" fmla="*/ 31 w 77"/>
                    <ns1:gd name="T7" fmla="*/ 15 h 131"/>
                    <ns1:gd name="T8" fmla="*/ 36 w 77"/>
                    <ns1:gd name="T9" fmla="*/ 25 h 131"/>
                    <ns1:gd name="T10" fmla="*/ 40 w 77"/>
                    <ns1:gd name="T11" fmla="*/ 26 h 131"/>
                    <ns1:gd name="T12" fmla="*/ 40 w 77"/>
                    <ns1:gd name="T13" fmla="*/ 22 h 131"/>
                    <ns1:gd name="T14" fmla="*/ 38 w 77"/>
                    <ns1:gd name="T15" fmla="*/ 17 h 131"/>
                    <ns1:gd name="T16" fmla="*/ 40 w 77"/>
                    <ns1:gd name="T17" fmla="*/ 12 h 131"/>
                    <ns1:gd name="T18" fmla="*/ 48 w 77"/>
                    <ns1:gd name="T19" fmla="*/ 11 h 131"/>
                    <ns1:gd name="T20" fmla="*/ 51 w 77"/>
                    <ns1:gd name="T21" fmla="*/ 12 h 131"/>
                    <ns1:gd name="T22" fmla="*/ 65 w 77"/>
                    <ns1:gd name="T23" fmla="*/ 30 h 131"/>
                    <ns1:gd name="T24" fmla="*/ 72 w 77"/>
                    <ns1:gd name="T25" fmla="*/ 39 h 131"/>
                    <ns1:gd name="T26" fmla="*/ 77 w 77"/>
                    <ns1:gd name="T27" fmla="*/ 51 h 131"/>
                    <ns1:gd name="T28" fmla="*/ 75 w 77"/>
                    <ns1:gd name="T29" fmla="*/ 52 h 131"/>
                    <ns1:gd name="T30" fmla="*/ 65 w 77"/>
                    <ns1:gd name="T31" fmla="*/ 44 h 131"/>
                    <ns1:gd name="T32" fmla="*/ 54 w 77"/>
                    <ns1:gd name="T33" fmla="*/ 34 h 131"/>
                    <ns1:gd name="T34" fmla="*/ 47 w 77"/>
                    <ns1:gd name="T35" fmla="*/ 33 h 131"/>
                    <ns1:gd name="T36" fmla="*/ 48 w 77"/>
                    <ns1:gd name="T37" fmla="*/ 40 h 131"/>
                    <ns1:gd name="T38" fmla="*/ 53 w 77"/>
                    <ns1:gd name="T39" fmla="*/ 47 h 131"/>
                    <ns1:gd name="T40" fmla="*/ 55 w 77"/>
                    <ns1:gd name="T41" fmla="*/ 55 h 131"/>
                    <ns1:gd name="T42" fmla="*/ 53 w 77"/>
                    <ns1:gd name="T43" fmla="*/ 55 h 131"/>
                    <ns1:gd name="T44" fmla="*/ 34 w 77"/>
                    <ns1:gd name="T45" fmla="*/ 38 h 131"/>
                    <ns1:gd name="T46" fmla="*/ 33 w 77"/>
                    <ns1:gd name="T47" fmla="*/ 55 h 131"/>
                    <ns1:gd name="T48" fmla="*/ 37 w 77"/>
                    <ns1:gd name="T49" fmla="*/ 61 h 131"/>
                    <ns1:gd name="T50" fmla="*/ 49 w 77"/>
                    <ns1:gd name="T51" fmla="*/ 74 h 131"/>
                    <ns1:gd name="T52" fmla="*/ 47 w 77"/>
                    <ns1:gd name="T53" fmla="*/ 82 h 131"/>
                    <ns1:gd name="T54" fmla="*/ 39 w 77"/>
                    <ns1:gd name="T55" fmla="*/ 73 h 131"/>
                    <ns1:gd name="T56" fmla="*/ 37 w 77"/>
                    <ns1:gd name="T57" fmla="*/ 73 h 131"/>
                    <ns1:gd name="T58" fmla="*/ 36 w 77"/>
                    <ns1:gd name="T59" fmla="*/ 83 h 131"/>
                    <ns1:gd name="T60" fmla="*/ 30 w 77"/>
                    <ns1:gd name="T61" fmla="*/ 93 h 131"/>
                    <ns1:gd name="T62" fmla="*/ 26 w 77"/>
                    <ns1:gd name="T63" fmla="*/ 95 h 131"/>
                    <ns1:gd name="T64" fmla="*/ 44 w 77"/>
                    <ns1:gd name="T65" fmla="*/ 123 h 131"/>
                    <ns1:gd name="T66" fmla="*/ 47 w 77"/>
                    <ns1:gd name="T67" fmla="*/ 129 h 131"/>
                    <ns1:gd name="T68" fmla="*/ 41 w 77"/>
                    <ns1:gd name="T69" fmla="*/ 131 h 131"/>
                    <ns1:gd name="T70" fmla="*/ 26 w 77"/>
                    <ns1:gd name="T71" fmla="*/ 126 h 131"/>
                    <ns1:gd name="T72" fmla="*/ 25 w 77"/>
                    <ns1:gd name="T73" fmla="*/ 123 h 131"/>
                    <ns1:gd name="T74" fmla="*/ 16 w 77"/>
                    <ns1:gd name="T75" fmla="*/ 85 h 131"/>
                    <ns1:gd name="T76" fmla="*/ 13 w 77"/>
                    <ns1:gd name="T77" fmla="*/ 75 h 131"/>
                    <ns1:gd name="T78" fmla="*/ 22 w 77"/>
                    <ns1:gd name="T79" fmla="*/ 82 h 131"/>
                    <ns1:gd name="T80" fmla="*/ 26 w 77"/>
                    <ns1:gd name="T81" fmla="*/ 62 h 131"/>
                    <ns1:gd name="T82" fmla="*/ 19 w 77"/>
                    <ns1:gd name="T83" fmla="*/ 59 h 131"/>
                    <ns1:gd name="T84" fmla="*/ 13 w 77"/>
                    <ns1:gd name="T85" fmla="*/ 59 h 131"/>
                    <ns1:gd name="T86" fmla="*/ 14 w 77"/>
                    <ns1:gd name="T87" fmla="*/ 54 h 131"/>
                    <ns1:gd name="T88" fmla="*/ 12 w 77"/>
                    <ns1:gd name="T89" fmla="*/ 49 h 131"/>
                    <ns1:gd name="T90" fmla="*/ 0 w 77"/>
                    <ns1:gd name="T91" fmla="*/ 36 h 131"/>
                    <ns1:gd name="T92" fmla="*/ 21 w 77"/>
                    <ns1:gd name="T93" fmla="*/ 40 h 131"/>
                    <ns1:gd name="T94" fmla="*/ 22 w 77"/>
                    <ns1:gd name="T95" fmla="*/ 43 h 131"/>
                    <ns1:gd name="T96" fmla="*/ 26 w 77"/>
                    <ns1:gd name="T97" fmla="*/ 47 h 131"/>
                    <ns1:gd name="T98" fmla="*/ 28 w 77"/>
                    <ns1:gd name="T99" fmla="*/ 42 h 131"/>
                    <ns1:gd name="T100" fmla="*/ 22 w 77"/>
                    <ns1:gd name="T101" fmla="*/ 24 h 131"/>
                    <ns1:gd name="T102" fmla="*/ 15 w 77"/>
                    <ns1:gd name="T103" fmla="*/ 17 h 1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77" h="131">
                      <ns1:moveTo>
                        <ns1:pt x="15" y="17"/>
                      </ns1:moveTo>
                      <ns1:cubicBezTo>
                        <ns1:pt x="28" y="10"/>
                        <ns1:pt x="28" y="10"/>
                        <ns1:pt x="30" y="0"/>
                      </ns1:cubicBezTo>
                      <ns1:cubicBezTo>
                        <ns1:pt x="31" y="2"/>
                        <ns1:pt x="32" y="4"/>
                        <ns1:pt x="33" y="6"/>
                      </ns1:cubicBezTo>
                      <ns1:cubicBezTo>
                        <ns1:pt x="33" y="9"/>
                        <ns1:pt x="32" y="12"/>
                        <ns1:pt x="31" y="15"/>
                      </ns1:cubicBezTo>
                      <ns1:cubicBezTo>
                        <ns1:pt x="29" y="20"/>
                        <ns1:pt x="32" y="23"/>
                        <ns1:pt x="36" y="25"/>
                      </ns1:cubicBezTo>
                      <ns1:cubicBezTo>
                        <ns1:pt x="37" y="26"/>
                        <ns1:pt x="38" y="26"/>
                        <ns1:pt x="40" y="26"/>
                      </ns1:cubicBezTo>
                      <ns1:cubicBezTo>
                        <ns1:pt x="40" y="24"/>
                        <ns1:pt x="40" y="23"/>
                        <ns1:pt x="40" y="22"/>
                      </ns1:cubicBezTo>
                      <ns1:cubicBezTo>
                        <ns1:pt x="39" y="20"/>
                        <ns1:pt x="37" y="19"/>
                        <ns1:pt x="38" y="17"/>
                      </ns1:cubicBezTo>
                      <ns1:cubicBezTo>
                        <ns1:pt x="38" y="15"/>
                        <ns1:pt x="38" y="13"/>
                        <ns1:pt x="40" y="12"/>
                      </ns1:cubicBezTo>
                      <ns1:cubicBezTo>
                        <ns1:pt x="42" y="11"/>
                        <ns1:pt x="45" y="11"/>
                        <ns1:pt x="48" y="11"/>
                      </ns1:cubicBezTo>
                      <ns1:cubicBezTo>
                        <ns1:pt x="49" y="11"/>
                        <ns1:pt x="51" y="12"/>
                        <ns1:pt x="51" y="12"/>
                      </ns1:cubicBezTo>
                      <ns1:cubicBezTo>
                        <ns1:pt x="53" y="21"/>
                        <ns1:pt x="60" y="25"/>
                        <ns1:pt x="65" y="30"/>
                      </ns1:cubicBezTo>
                      <ns1:cubicBezTo>
                        <ns1:pt x="67" y="33"/>
                        <ns1:pt x="70" y="36"/>
                        <ns1:pt x="72" y="39"/>
                      </ns1:cubicBezTo>
                      <ns1:cubicBezTo>
                        <ns1:pt x="74" y="43"/>
                        <ns1:pt x="75" y="47"/>
                        <ns1:pt x="77" y="51"/>
                      </ns1:cubicBezTo>
                      <ns1:cubicBezTo>
                        <ns1:pt x="76" y="51"/>
                        <ns1:pt x="76" y="51"/>
                        <ns1:pt x="75" y="52"/>
                      </ns1:cubicBezTo>
                      <ns1:cubicBezTo>
                        <ns1:pt x="72" y="49"/>
                        <ns1:pt x="69" y="46"/>
                        <ns1:pt x="65" y="44"/>
                      </ns1:cubicBezTo>
                      <ns1:cubicBezTo>
                        <ns1:pt x="61" y="40"/>
                        <ns1:pt x="57" y="37"/>
                        <ns1:pt x="54" y="34"/>
                      </ns1:cubicBezTo>
                      <ns1:cubicBezTo>
                        <ns1:pt x="52" y="32"/>
                        <ns1:pt x="49" y="30"/>
                        <ns1:pt x="47" y="33"/>
                      </ns1:cubicBezTo>
                      <ns1:cubicBezTo>
                        <ns1:pt x="46" y="34"/>
                        <ns1:pt x="47" y="37"/>
                        <ns1:pt x="48" y="40"/>
                      </ns1:cubicBezTo>
                      <ns1:cubicBezTo>
                        <ns1:pt x="49" y="42"/>
                        <ns1:pt x="52" y="44"/>
                        <ns1:pt x="53" y="47"/>
                      </ns1:cubicBezTo>
                      <ns1:cubicBezTo>
                        <ns1:pt x="54" y="49"/>
                        <ns1:pt x="54" y="52"/>
                        <ns1:pt x="55" y="55"/>
                      </ns1:cubicBezTo>
                      <ns1:cubicBezTo>
                        <ns1:pt x="54" y="55"/>
                        <ns1:pt x="54" y="55"/>
                        <ns1:pt x="53" y="55"/>
                      </ns1:cubicBezTo>
                      <ns1:cubicBezTo>
                        <ns1:pt x="47" y="50"/>
                        <ns1:pt x="41" y="44"/>
                        <ns1:pt x="34" y="38"/>
                      </ns1:cubicBezTo>
                      <ns1:cubicBezTo>
                        <ns1:pt x="34" y="45"/>
                        <ns1:pt x="33" y="50"/>
                        <ns1:pt x="33" y="55"/>
                      </ns1:cubicBezTo>
                      <ns1:cubicBezTo>
                        <ns1:pt x="33" y="57"/>
                        <ns1:pt x="35" y="59"/>
                        <ns1:pt x="37" y="61"/>
                      </ns1:cubicBezTo>
                      <ns1:cubicBezTo>
                        <ns1:pt x="41" y="65"/>
                        <ns1:pt x="45" y="70"/>
                        <ns1:pt x="49" y="74"/>
                      </ns1:cubicBezTo>
                      <ns1:cubicBezTo>
                        <ns1:pt x="51" y="77"/>
                        <ns1:pt x="51" y="81"/>
                        <ns1:pt x="47" y="82"/>
                      </ns1:cubicBezTo>
                      <ns1:cubicBezTo>
                        <ns1:pt x="44" y="79"/>
                        <ns1:pt x="41" y="76"/>
                        <ns1:pt x="39" y="73"/>
                      </ns1:cubicBezTo>
                      <ns1:cubicBezTo>
                        <ns1:pt x="38" y="73"/>
                        <ns1:pt x="37" y="73"/>
                        <ns1:pt x="37" y="73"/>
                      </ns1:cubicBezTo>
                      <ns1:cubicBezTo>
                        <ns1:pt x="37" y="76"/>
                        <ns1:pt x="36" y="80"/>
                        <ns1:pt x="36" y="83"/>
                      </ns1:cubicBezTo>
                      <ns1:cubicBezTo>
                        <ns1:pt x="37" y="88"/>
                        <ns1:pt x="35" y="91"/>
                        <ns1:pt x="30" y="93"/>
                      </ns1:cubicBezTo>
                      <ns1:cubicBezTo>
                        <ns1:pt x="29" y="93"/>
                        <ns1:pt x="28" y="94"/>
                        <ns1:pt x="26" y="95"/>
                      </ns1:cubicBezTo>
                      <ns1:cubicBezTo>
                        <ns1:pt x="30" y="106"/>
                        <ns1:pt x="35" y="115"/>
                        <ns1:pt x="44" y="123"/>
                      </ns1:cubicBezTo>
                      <ns1:cubicBezTo>
                        <ns1:pt x="45" y="124"/>
                        <ns1:pt x="46" y="127"/>
                        <ns1:pt x="47" y="129"/>
                      </ns1:cubicBezTo>
                      <ns1:cubicBezTo>
                        <ns1:pt x="45" y="130"/>
                        <ns1:pt x="43" y="131"/>
                        <ns1:pt x="41" y="131"/>
                      </ns1:cubicBezTo>
                      <ns1:cubicBezTo>
                        <ns1:pt x="36" y="130"/>
                        <ns1:pt x="31" y="128"/>
                        <ns1:pt x="26" y="126"/>
                      </ns1:cubicBezTo>
                      <ns1:cubicBezTo>
                        <ns1:pt x="26" y="126"/>
                        <ns1:pt x="25" y="124"/>
                        <ns1:pt x="25" y="123"/>
                      </ns1:cubicBezTo>
                      <ns1:cubicBezTo>
                        <ns1:pt x="25" y="110"/>
                        <ns1:pt x="20" y="98"/>
                        <ns1:pt x="16" y="85"/>
                      </ns1:cubicBezTo>
                      <ns1:cubicBezTo>
                        <ns1:pt x="15" y="82"/>
                        <ns1:pt x="14" y="79"/>
                        <ns1:pt x="13" y="75"/>
                      </ns1:cubicBezTo>
                      <ns1:cubicBezTo>
                        <ns1:pt x="17" y="78"/>
                        <ns1:pt x="19" y="80"/>
                        <ns1:pt x="22" y="82"/>
                      </ns1:cubicBezTo>
                      <ns1:cubicBezTo>
                        <ns1:pt x="26" y="76"/>
                        <ns1:pt x="27" y="69"/>
                        <ns1:pt x="26" y="62"/>
                      </ns1:cubicBezTo>
                      <ns1:cubicBezTo>
                        <ns1:pt x="26" y="59"/>
                        <ns1:pt x="22" y="58"/>
                        <ns1:pt x="19" y="59"/>
                      </ns1:cubicBezTo>
                      <ns1:cubicBezTo>
                        <ns1:pt x="17" y="59"/>
                        <ns1:pt x="15" y="59"/>
                        <ns1:pt x="13" y="59"/>
                      </ns1:cubicBezTo>
                      <ns1:cubicBezTo>
                        <ns1:pt x="14" y="58"/>
                        <ns1:pt x="14" y="56"/>
                        <ns1:pt x="14" y="54"/>
                      </ns1:cubicBezTo>
                      <ns1:cubicBezTo>
                        <ns1:pt x="13" y="52"/>
                        <ns1:pt x="13" y="50"/>
                        <ns1:pt x="12" y="49"/>
                      </ns1:cubicBezTo>
                      <ns1:cubicBezTo>
                        <ns1:pt x="8" y="44"/>
                        <ns1:pt x="4" y="40"/>
                        <ns1:pt x="0" y="36"/>
                      </ns1:cubicBezTo>
                      <ns1:cubicBezTo>
                        <ns1:pt x="5" y="31"/>
                        <ns1:pt x="19" y="34"/>
                        <ns1:pt x="21" y="40"/>
                      </ns1:cubicBezTo>
                      <ns1:cubicBezTo>
                        <ns1:pt x="21" y="41"/>
                        <ns1:pt x="21" y="42"/>
                        <ns1:pt x="22" y="43"/>
                      </ns1:cubicBezTo>
                      <ns1:cubicBezTo>
                        <ns1:pt x="23" y="44"/>
                        <ns1:pt x="25" y="46"/>
                        <ns1:pt x="26" y="47"/>
                      </ns1:cubicBezTo>
                      <ns1:cubicBezTo>
                        <ns1:pt x="27" y="45"/>
                        <ns1:pt x="28" y="44"/>
                        <ns1:pt x="28" y="42"/>
                      </ns1:cubicBezTo>
                      <ns1:cubicBezTo>
                        <ns1:pt x="29" y="35"/>
                        <ns1:pt x="28" y="29"/>
                        <ns1:pt x="22" y="24"/>
                      </ns1:cubicBezTo>
                      <ns1:cubicBezTo>
                        <ns1:pt x="19" y="22"/>
                        <ns1:pt x="17" y="19"/>
                        <ns1:pt x="15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7" name="Freeform 10"/>
                <ns0:cNvSpPr>
                  <ns1:spLocks noEditPoints="1"/>
                </ns0:cNvSpPr>
                <ns0:nvPr/>
              </ns0:nvSpPr>
              <ns0:spPr bwMode="auto">
                <ns1:xfrm>
                  <ns1:off x="1777056" y="3511470"/>
                  <ns1:ext cx="209703" cy="127868"/>
                </ns1:xfrm>
                <ns1:custGeom>
                  <ns1:avLst/>
                  <ns1:gdLst>
                    <ns1:gd name="T0" fmla="*/ 24 w 96"/>
                    <ns1:gd name="T1" fmla="*/ 48 h 58"/>
                    <ns1:gd name="T2" fmla="*/ 29 w 96"/>
                    <ns1:gd name="T3" fmla="*/ 47 h 58"/>
                    <ns1:gd name="T4" fmla="*/ 42 w 96"/>
                    <ns1:gd name="T5" fmla="*/ 48 h 58"/>
                    <ns1:gd name="T6" fmla="*/ 15 w 96"/>
                    <ns1:gd name="T7" fmla="*/ 39 h 58"/>
                    <ns1:gd name="T8" fmla="*/ 0 w 96"/>
                    <ns1:gd name="T9" fmla="*/ 26 h 58"/>
                    <ns1:gd name="T10" fmla="*/ 6 w 96"/>
                    <ns1:gd name="T11" fmla="*/ 23 h 58"/>
                    <ns1:gd name="T12" fmla="*/ 30 w 96"/>
                    <ns1:gd name="T13" fmla="*/ 35 h 58"/>
                    <ns1:gd name="T14" fmla="*/ 36 w 96"/>
                    <ns1:gd name="T15" fmla="*/ 38 h 58"/>
                    <ns1:gd name="T16" fmla="*/ 43 w 96"/>
                    <ns1:gd name="T17" fmla="*/ 34 h 58"/>
                    <ns1:gd name="T18" fmla="*/ 18 w 96"/>
                    <ns1:gd name="T19" fmla="*/ 25 h 58"/>
                    <ns1:gd name="T20" fmla="*/ 46 w 96"/>
                    <ns1:gd name="T21" fmla="*/ 0 h 58"/>
                    <ns1:gd name="T22" fmla="*/ 33 w 96"/>
                    <ns1:gd name="T23" fmla="*/ 26 h 58"/>
                    <ns1:gd name="T24" fmla="*/ 44 w 96"/>
                    <ns1:gd name="T25" fmla="*/ 23 h 58"/>
                    <ns1:gd name="T26" fmla="*/ 50 w 96"/>
                    <ns1:gd name="T27" fmla="*/ 22 h 58"/>
                    <ns1:gd name="T28" fmla="*/ 61 w 96"/>
                    <ns1:gd name="T29" fmla="*/ 21 h 58"/>
                    <ns1:gd name="T30" fmla="*/ 69 w 96"/>
                    <ns1:gd name="T31" fmla="*/ 20 h 58"/>
                    <ns1:gd name="T32" fmla="*/ 74 w 96"/>
                    <ns1:gd name="T33" fmla="*/ 21 h 58"/>
                    <ns1:gd name="T34" fmla="*/ 91 w 96"/>
                    <ns1:gd name="T35" fmla="*/ 17 h 58"/>
                    <ns1:gd name="T36" fmla="*/ 93 w 96"/>
                    <ns1:gd name="T37" fmla="*/ 17 h 58"/>
                    <ns1:gd name="T38" fmla="*/ 84 w 96"/>
                    <ns1:gd name="T39" fmla="*/ 31 h 58"/>
                    <ns1:gd name="T40" fmla="*/ 83 w 96"/>
                    <ns1:gd name="T41" fmla="*/ 31 h 58"/>
                    <ns1:gd name="T42" fmla="*/ 75 w 96"/>
                    <ns1:gd name="T43" fmla="*/ 32 h 58"/>
                    <ns1:gd name="T44" fmla="*/ 80 w 96"/>
                    <ns1:gd name="T45" fmla="*/ 38 h 58"/>
                    <ns1:gd name="T46" fmla="*/ 80 w 96"/>
                    <ns1:gd name="T47" fmla="*/ 47 h 58"/>
                    <ns1:gd name="T48" fmla="*/ 76 w 96"/>
                    <ns1:gd name="T49" fmla="*/ 50 h 58"/>
                    <ns1:gd name="T50" fmla="*/ 66 w 96"/>
                    <ns1:gd name="T51" fmla="*/ 50 h 58"/>
                    <ns1:gd name="T52" fmla="*/ 55 w 96"/>
                    <ns1:gd name="T53" fmla="*/ 54 h 58"/>
                    <ns1:gd name="T54" fmla="*/ 46 w 96"/>
                    <ns1:gd name="T55" fmla="*/ 57 h 58"/>
                    <ns1:gd name="T56" fmla="*/ 24 w 96"/>
                    <ns1:gd name="T57" fmla="*/ 48 h 58"/>
                    <ns1:gd name="T58" fmla="*/ 54 w 96"/>
                    <ns1:gd name="T59" fmla="*/ 43 h 58"/>
                    <ns1:gd name="T60" fmla="*/ 65 w 96"/>
                    <ns1:gd name="T61" fmla="*/ 41 h 58"/>
                    <ns1:gd name="T62" fmla="*/ 68 w 96"/>
                    <ns1:gd name="T63" fmla="*/ 35 h 58"/>
                    <ns1:gd name="T64" fmla="*/ 53 w 96"/>
                    <ns1:gd name="T65" fmla="*/ 34 h 58"/>
                    <ns1:gd name="T66" fmla="*/ 62 w 96"/>
                    <ns1:gd name="T67" fmla="*/ 35 h 58"/>
                    <ns1:gd name="T68" fmla="*/ 62 w 96"/>
                    <ns1:gd name="T69" fmla="*/ 37 h 58"/>
                    <ns1:gd name="T70" fmla="*/ 54 w 96"/>
                    <ns1:gd name="T71" fmla="*/ 43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96" h="58">
                      <ns1:moveTo>
                        <ns1:pt x="24" y="48"/>
                      </ns1:moveTo>
                      <ns1:cubicBezTo>
                        <ns1:pt x="26" y="48"/>
                        <ns1:pt x="27" y="46"/>
                        <ns1:pt x="29" y="47"/>
                      </ns1:cubicBezTo>
                      <ns1:cubicBezTo>
                        <ns1:pt x="33" y="47"/>
                        <ns1:pt x="37" y="48"/>
                        <ns1:pt x="42" y="48"/>
                      </ns1:cubicBezTo>
                      <ns1:cubicBezTo>
                        <ns1:pt x="33" y="43"/>
                        <ns1:pt x="24" y="40"/>
                        <ns1:pt x="15" y="39"/>
                      </ns1:cubicBezTo>
                      <ns1:cubicBezTo>
                        <ns1:pt x="8" y="38"/>
                        <ns1:pt x="1" y="32"/>
                        <ns1:pt x="0" y="26"/>
                      </ns1:cubicBezTo>
                      <ns1:cubicBezTo>
                        <ns1:pt x="0" y="23"/>
                        <ns1:pt x="3" y="21"/>
                        <ns1:pt x="6" y="23"/>
                      </ns1:cubicBezTo>
                      <ns1:cubicBezTo>
                        <ns1:pt x="14" y="27"/>
                        <ns1:pt x="22" y="31"/>
                        <ns1:pt x="30" y="35"/>
                      </ns1:cubicBezTo>
                      <ns1:cubicBezTo>
                        <ns1:pt x="32" y="36"/>
                        <ns1:pt x="34" y="37"/>
                        <ns1:pt x="36" y="38"/>
                      </ns1:cubicBezTo>
                      <ns1:cubicBezTo>
                        <ns1:pt x="41" y="41"/>
                        <ns1:pt x="43" y="39"/>
                        <ns1:pt x="43" y="34"/>
                      </ns1:cubicBezTo>
                      <ns1:cubicBezTo>
                        <ns1:pt x="35" y="31"/>
                        <ns1:pt x="26" y="28"/>
                        <ns1:pt x="18" y="25"/>
                      </ns1:cubicBezTo>
                      <ns1:cubicBezTo>
                        <ns1:pt x="19" y="21"/>
                        <ns1:pt x="41" y="0"/>
                        <ns1:pt x="46" y="0"/>
                      </ns1:cubicBezTo>
                      <ns1:cubicBezTo>
                        <ns1:pt x="46" y="10"/>
                        <ns1:pt x="38" y="17"/>
                        <ns1:pt x="33" y="26"/>
                      </ns1:cubicBezTo>
                      <ns1:cubicBezTo>
                        <ns1:pt x="37" y="26"/>
                        <ns1:pt x="41" y="27"/>
                        <ns1:pt x="44" y="23"/>
                      </ns1:cubicBezTo>
                      <ns1:cubicBezTo>
                        <ns1:pt x="45" y="22"/>
                        <ns1:pt x="48" y="22"/>
                        <ns1:pt x="50" y="22"/>
                      </ns1:cubicBezTo>
                      <ns1:cubicBezTo>
                        <ns1:pt x="54" y="25"/>
                        <ns1:pt x="58" y="25"/>
                        <ns1:pt x="61" y="21"/>
                      </ns1:cubicBezTo>
                      <ns1:cubicBezTo>
                        <ns1:pt x="64" y="18"/>
                        <ns1:pt x="65" y="17"/>
                        <ns1:pt x="69" y="20"/>
                      </ns1:cubicBezTo>
                      <ns1:cubicBezTo>
                        <ns1:pt x="70" y="21"/>
                        <ns1:pt x="73" y="21"/>
                        <ns1:pt x="74" y="21"/>
                      </ns1:cubicBezTo>
                      <ns1:cubicBezTo>
                        <ns1:pt x="80" y="20"/>
                        <ns1:pt x="86" y="18"/>
                        <ns1:pt x="91" y="17"/>
                      </ns1:cubicBezTo>
                      <ns1:cubicBezTo>
                        <ns1:pt x="92" y="17"/>
                        <ns1:pt x="93" y="17"/>
                        <ns1:pt x="93" y="17"/>
                      </ns1:cubicBezTo>
                      <ns1:cubicBezTo>
                        <ns1:pt x="96" y="25"/>
                        <ns1:pt x="92" y="31"/>
                        <ns1:pt x="84" y="31"/>
                      </ns1:cubicBezTo>
                      <ns1:cubicBezTo>
                        <ns1:pt x="84" y="31"/>
                        <ns1:pt x="84" y="31"/>
                        <ns1:pt x="83" y="31"/>
                      </ns1:cubicBezTo>
                      <ns1:cubicBezTo>
                        <ns1:pt x="81" y="31"/>
                        <ns1:pt x="78" y="32"/>
                        <ns1:pt x="75" y="32"/>
                      </ns1:cubicBezTo>
                      <ns1:cubicBezTo>
                        <ns1:pt x="77" y="34"/>
                        <ns1:pt x="78" y="36"/>
                        <ns1:pt x="80" y="38"/>
                      </ns1:cubicBezTo>
                      <ns1:cubicBezTo>
                        <ns1:pt x="84" y="41"/>
                        <ns1:pt x="81" y="44"/>
                        <ns1:pt x="80" y="47"/>
                      </ns1:cubicBezTo>
                      <ns1:cubicBezTo>
                        <ns1:pt x="80" y="48"/>
                        <ns1:pt x="78" y="50"/>
                        <ns1:pt x="76" y="50"/>
                      </ns1:cubicBezTo>
                      <ns1:cubicBezTo>
                        <ns1:pt x="73" y="51"/>
                        <ns1:pt x="69" y="50"/>
                        <ns1:pt x="66" y="50"/>
                      </ns1:cubicBezTo>
                      <ns1:cubicBezTo>
                        <ns1:pt x="61" y="49"/>
                        <ns1:pt x="58" y="50"/>
                        <ns1:pt x="55" y="54"/>
                      </ns1:cubicBezTo>
                      <ns1:cubicBezTo>
                        <ns1:pt x="53" y="58"/>
                        <ns1:pt x="50" y="58"/>
                        <ns1:pt x="46" y="57"/>
                      </ns1:cubicBezTo>
                      <ns1:cubicBezTo>
                        <ns1:pt x="39" y="54"/>
                        <ns1:pt x="32" y="51"/>
                        <ns1:pt x="24" y="48"/>
                      </ns1:cubicBezTo>
                      <ns1:close/>
                      <ns1:moveTo>
                        <ns1:pt x="54" y="43"/>
                      </ns1:moveTo>
                      <ns1:cubicBezTo>
                        <ns1:pt x="58" y="42"/>
                        <ns1:pt x="62" y="42"/>
                        <ns1:pt x="65" y="41"/>
                      </ns1:cubicBezTo>
                      <ns1:cubicBezTo>
                        <ns1:pt x="68" y="40"/>
                        <ns1:pt x="69" y="38"/>
                        <ns1:pt x="68" y="35"/>
                      </ns1:cubicBezTo>
                      <ns1:cubicBezTo>
                        <ns1:pt x="65" y="28"/>
                        <ns1:pt x="59" y="28"/>
                        <ns1:pt x="53" y="34"/>
                      </ns1:cubicBezTo>
                      <ns1:cubicBezTo>
                        <ns1:pt x="56" y="34"/>
                        <ns1:pt x="59" y="35"/>
                        <ns1:pt x="62" y="35"/>
                      </ns1:cubicBezTo>
                      <ns1:cubicBezTo>
                        <ns1:pt x="62" y="36"/>
                        <ns1:pt x="62" y="37"/>
                        <ns1:pt x="62" y="37"/>
                      </ns1:cubicBezTo>
                      <ns1:cubicBezTo>
                        <ns1:pt x="60" y="39"/>
                        <ns1:pt x="58" y="41"/>
                        <ns1:pt x="54" y="4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8" name="Freeform 11"/>
                <ns0:cNvSpPr/>
                <ns0:nvPr/>
              </ns0:nvSpPr>
              <ns0:spPr bwMode="auto">
                <ns1:xfrm>
                  <ns1:off x="1504957" y="3242437"/>
                  <ns1:ext cx="153438" cy="174921"/>
                </ns1:xfrm>
                <ns1:custGeom>
                  <ns1:avLst/>
                  <ns1:gdLst>
                    <ns1:gd name="T0" fmla="*/ 61 w 70"/>
                    <ns1:gd name="T1" fmla="*/ 0 h 80"/>
                    <ns1:gd name="T2" fmla="*/ 64 w 70"/>
                    <ns1:gd name="T3" fmla="*/ 31 h 80"/>
                    <ns1:gd name="T4" fmla="*/ 56 w 70"/>
                    <ns1:gd name="T5" fmla="*/ 44 h 80"/>
                    <ns1:gd name="T6" fmla="*/ 58 w 70"/>
                    <ns1:gd name="T7" fmla="*/ 46 h 80"/>
                    <ns1:gd name="T8" fmla="*/ 64 w 70"/>
                    <ns1:gd name="T9" fmla="*/ 42 h 80"/>
                    <ns1:gd name="T10" fmla="*/ 68 w 70"/>
                    <ns1:gd name="T11" fmla="*/ 41 h 80"/>
                    <ns1:gd name="T12" fmla="*/ 68 w 70"/>
                    <ns1:gd name="T13" fmla="*/ 46 h 80"/>
                    <ns1:gd name="T14" fmla="*/ 62 w 70"/>
                    <ns1:gd name="T15" fmla="*/ 49 h 80"/>
                    <ns1:gd name="T16" fmla="*/ 44 w 70"/>
                    <ns1:gd name="T17" fmla="*/ 64 h 80"/>
                    <ns1:gd name="T18" fmla="*/ 18 w 70"/>
                    <ns1:gd name="T19" fmla="*/ 80 h 80"/>
                    <ns1:gd name="T20" fmla="*/ 36 w 70"/>
                    <ns1:gd name="T21" fmla="*/ 61 h 80"/>
                    <ns1:gd name="T22" fmla="*/ 27 w 70"/>
                    <ns1:gd name="T23" fmla="*/ 63 h 80"/>
                    <ns1:gd name="T24" fmla="*/ 16 w 70"/>
                    <ns1:gd name="T25" fmla="*/ 68 h 80"/>
                    <ns1:gd name="T26" fmla="*/ 0 w 70"/>
                    <ns1:gd name="T27" fmla="*/ 59 h 80"/>
                    <ns1:gd name="T28" fmla="*/ 2 w 70"/>
                    <ns1:gd name="T29" fmla="*/ 53 h 80"/>
                    <ns1:gd name="T30" fmla="*/ 7 w 70"/>
                    <ns1:gd name="T31" fmla="*/ 54 h 80"/>
                    <ns1:gd name="T32" fmla="*/ 21 w 70"/>
                    <ns1:gd name="T33" fmla="*/ 53 h 80"/>
                    <ns1:gd name="T34" fmla="*/ 40 w 70"/>
                    <ns1:gd name="T35" fmla="*/ 50 h 80"/>
                    <ns1:gd name="T36" fmla="*/ 47 w 70"/>
                    <ns1:gd name="T37" fmla="*/ 42 h 80"/>
                    <ns1:gd name="T38" fmla="*/ 54 w 70"/>
                    <ns1:gd name="T39" fmla="*/ 17 h 80"/>
                    <ns1:gd name="T40" fmla="*/ 61 w 70"/>
                    <ns1:gd name="T41" fmla="*/ 0 h 8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70" h="80">
                      <ns1:moveTo>
                        <ns1:pt x="61" y="0"/>
                      </ns1:moveTo>
                      <ns1:cubicBezTo>
                        <ns1:pt x="69" y="10"/>
                        <ns1:pt x="70" y="23"/>
                        <ns1:pt x="64" y="31"/>
                      </ns1:cubicBezTo>
                      <ns1:cubicBezTo>
                        <ns1:pt x="61" y="35"/>
                        <ns1:pt x="59" y="40"/>
                        <ns1:pt x="56" y="44"/>
                      </ns1:cubicBezTo>
                      <ns1:cubicBezTo>
                        <ns1:pt x="57" y="45"/>
                        <ns1:pt x="58" y="46"/>
                        <ns1:pt x="58" y="46"/>
                      </ns1:cubicBezTo>
                      <ns1:cubicBezTo>
                        <ns1:pt x="60" y="45"/>
                        <ns1:pt x="62" y="43"/>
                        <ns1:pt x="64" y="42"/>
                      </ns1:cubicBezTo>
                      <ns1:cubicBezTo>
                        <ns1:pt x="65" y="41"/>
                        <ns1:pt x="67" y="42"/>
                        <ns1:pt x="68" y="41"/>
                      </ns1:cubicBezTo>
                      <ns1:cubicBezTo>
                        <ns1:pt x="68" y="43"/>
                        <ns1:pt x="69" y="45"/>
                        <ns1:pt x="68" y="46"/>
                      </ns1:cubicBezTo>
                      <ns1:cubicBezTo>
                        <ns1:pt x="66" y="48"/>
                        <ns1:pt x="64" y="49"/>
                        <ns1:pt x="62" y="49"/>
                      </ns1:cubicBezTo>
                      <ns1:cubicBezTo>
                        <ns1:pt x="55" y="52"/>
                        <ns1:pt x="48" y="56"/>
                        <ns1:pt x="44" y="64"/>
                      </ns1:cubicBezTo>
                      <ns1:cubicBezTo>
                        <ns1:pt x="38" y="75"/>
                        <ns1:pt x="29" y="80"/>
                        <ns1:pt x="18" y="80"/>
                      </ns1:cubicBezTo>
                      <ns1:cubicBezTo>
                        <ns1:pt x="24" y="74"/>
                        <ns1:pt x="32" y="71"/>
                        <ns1:pt x="36" y="61"/>
                      </ns1:cubicBezTo>
                      <ns1:cubicBezTo>
                        <ns1:pt x="32" y="62"/>
                        <ns1:pt x="30" y="62"/>
                        <ns1:pt x="27" y="63"/>
                      </ns1:cubicBezTo>
                      <ns1:cubicBezTo>
                        <ns1:pt x="23" y="64"/>
                        <ns1:pt x="20" y="66"/>
                        <ns1:pt x="16" y="68"/>
                      </ns1:cubicBezTo>
                      <ns1:cubicBezTo>
                        <ns1:pt x="9" y="71"/>
                        <ns1:pt x="2" y="67"/>
                        <ns1:pt x="0" y="59"/>
                      </ns1:cubicBezTo>
                      <ns1:cubicBezTo>
                        <ns1:pt x="0" y="57"/>
                        <ns1:pt x="1" y="55"/>
                        <ns1:pt x="2" y="53"/>
                      </ns1:cubicBezTo>
                      <ns1:cubicBezTo>
                        <ns1:pt x="3" y="52"/>
                        <ns1:pt x="5" y="54"/>
                        <ns1:pt x="7" y="54"/>
                      </ns1:cubicBezTo>
                      <ns1:cubicBezTo>
                        <ns1:pt x="12" y="53"/>
                        <ns1:pt x="17" y="53"/>
                        <ns1:pt x="21" y="53"/>
                      </ns1:cubicBezTo>
                      <ns1:cubicBezTo>
                        <ns1:pt x="28" y="52"/>
                        <ns1:pt x="34" y="51"/>
                        <ns1:pt x="40" y="50"/>
                      </ns1:cubicBezTo>
                      <ns1:cubicBezTo>
                        <ns1:pt x="44" y="49"/>
                        <ns1:pt x="46" y="46"/>
                        <ns1:pt x="47" y="42"/>
                      </ns1:cubicBezTo>
                      <ns1:cubicBezTo>
                        <ns1:pt x="50" y="34"/>
                        <ns1:pt x="52" y="25"/>
                        <ns1:pt x="54" y="17"/>
                      </ns1:cubicBezTo>
                      <ns1:cubicBezTo>
                        <ns1:pt x="56" y="12"/>
                        <ns1:pt x="58" y="7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9" name="Freeform 12"/>
                <ns0:cNvSpPr/>
                <ns0:nvPr/>
              </ns0:nvSpPr>
              <ns0:spPr bwMode="auto">
                <ns1:xfrm>
                  <ns1:off x="1428236" y="4259230"/>
                  <ns1:ext cx="94111" cy="140140"/>
                </ns1:xfrm>
                <ns1:custGeom>
                  <ns1:avLst/>
                  <ns1:gdLst>
                    <ns1:gd name="T0" fmla="*/ 43 w 43"/>
                    <ns1:gd name="T1" fmla="*/ 59 h 64"/>
                    <ns1:gd name="T2" fmla="*/ 34 w 43"/>
                    <ns1:gd name="T3" fmla="*/ 57 h 64"/>
                    <ns1:gd name="T4" fmla="*/ 8 w 43"/>
                    <ns1:gd name="T5" fmla="*/ 20 h 64"/>
                    <ns1:gd name="T6" fmla="*/ 13 w 43"/>
                    <ns1:gd name="T7" fmla="*/ 63 h 64"/>
                    <ns1:gd name="T8" fmla="*/ 7 w 43"/>
                    <ns1:gd name="T9" fmla="*/ 64 h 64"/>
                    <ns1:gd name="T10" fmla="*/ 0 w 43"/>
                    <ns1:gd name="T11" fmla="*/ 4 h 64"/>
                    <ns1:gd name="T12" fmla="*/ 9 w 43"/>
                    <ns1:gd name="T13" fmla="*/ 6 h 64"/>
                    <ns1:gd name="T14" fmla="*/ 31 w 43"/>
                    <ns1:gd name="T15" fmla="*/ 40 h 64"/>
                    <ns1:gd name="T16" fmla="*/ 35 w 43"/>
                    <ns1:gd name="T17" fmla="*/ 45 h 64"/>
                    <ns1:gd name="T18" fmla="*/ 30 w 43"/>
                    <ns1:gd name="T19" fmla="*/ 1 h 64"/>
                    <ns1:gd name="T20" fmla="*/ 36 w 43"/>
                    <ns1:gd name="T21" fmla="*/ 0 h 64"/>
                    <ns1:gd name="T22" fmla="*/ 43 w 43"/>
                    <ns1:gd name="T23" fmla="*/ 59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43" h="64">
                      <ns1:moveTo>
                        <ns1:pt x="43" y="59"/>
                      </ns1:moveTo>
                      <ns1:cubicBezTo>
                        <ns1:pt x="38" y="61"/>
                        <ns1:pt x="36" y="60"/>
                        <ns1:pt x="34" y="57"/>
                      </ns1:cubicBezTo>
                      <ns1:cubicBezTo>
                        <ns1:pt x="26" y="44"/>
                        <ns1:pt x="17" y="32"/>
                        <ns1:pt x="8" y="20"/>
                      </ns1:cubicBezTo>
                      <ns1:cubicBezTo>
                        <ns1:pt x="10" y="34"/>
                        <ns1:pt x="11" y="48"/>
                        <ns1:pt x="13" y="63"/>
                      </ns1:cubicBezTo>
                      <ns1:cubicBezTo>
                        <ns1:pt x="11" y="63"/>
                        <ns1:pt x="10" y="64"/>
                        <ns1:pt x="7" y="64"/>
                      </ns1:cubicBezTo>
                      <ns1:cubicBezTo>
                        <ns1:pt x="5" y="44"/>
                        <ns1:pt x="2" y="24"/>
                        <ns1:pt x="0" y="4"/>
                      </ns1:cubicBezTo>
                      <ns1:cubicBezTo>
                        <ns1:pt x="4" y="3"/>
                        <ns1:pt x="6" y="3"/>
                        <ns1:pt x="9" y="6"/>
                      </ns1:cubicBezTo>
                      <ns1:cubicBezTo>
                        <ns1:pt x="16" y="18"/>
                        <ns1:pt x="23" y="29"/>
                        <ns1:pt x="31" y="40"/>
                      </ns1:cubicBezTo>
                      <ns1:cubicBezTo>
                        <ns1:pt x="32" y="42"/>
                        <ns1:pt x="33" y="43"/>
                        <ns1:pt x="35" y="45"/>
                      </ns1:cubicBezTo>
                      <ns1:cubicBezTo>
                        <ns1:pt x="33" y="30"/>
                        <ns1:pt x="32" y="16"/>
                        <ns1:pt x="30" y="1"/>
                      </ns1:cubicBezTo>
                      <ns1:cubicBezTo>
                        <ns1:pt x="32" y="0"/>
                        <ns1:pt x="33" y="0"/>
                        <ns1:pt x="36" y="0"/>
                      </ns1:cubicBezTo>
                      <ns1:cubicBezTo>
                        <ns1:pt x="38" y="20"/>
                        <ns1:pt x="41" y="40"/>
                        <ns1:pt x="43" y="5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0" name="Freeform 13"/>
                <ns0:cNvSpPr/>
                <ns0:nvPr/>
              </ns0:nvSpPr>
              <ns0:spPr bwMode="auto">
                <ns1:xfrm>
                  <ns1:off x="1082486" y="4223424"/>
                  <ns1:ext cx="138096" cy="151393"/>
                </ns1:xfrm>
                <ns1:custGeom>
                  <ns1:avLst/>
                  <ns1:gdLst>
                    <ns1:gd name="T0" fmla="*/ 31 w 63"/>
                    <ns1:gd name="T1" fmla="*/ 69 h 69"/>
                    <ns1:gd name="T2" fmla="*/ 26 w 63"/>
                    <ns1:gd name="T3" fmla="*/ 62 h 69"/>
                    <ns1:gd name="T4" fmla="*/ 28 w 63"/>
                    <ns1:gd name="T5" fmla="*/ 17 h 69"/>
                    <ns1:gd name="T6" fmla="*/ 5 w 63"/>
                    <ns1:gd name="T7" fmla="*/ 55 h 69"/>
                    <ns1:gd name="T8" fmla="*/ 0 w 63"/>
                    <ns1:gd name="T9" fmla="*/ 52 h 69"/>
                    <ns1:gd name="T10" fmla="*/ 31 w 63"/>
                    <ns1:gd name="T11" fmla="*/ 0 h 69"/>
                    <ns1:gd name="T12" fmla="*/ 37 w 63"/>
                    <ns1:gd name="T13" fmla="*/ 8 h 69"/>
                    <ns1:gd name="T14" fmla="*/ 34 w 63"/>
                    <ns1:gd name="T15" fmla="*/ 53 h 69"/>
                    <ns1:gd name="T16" fmla="*/ 58 w 63"/>
                    <ns1:gd name="T17" fmla="*/ 15 h 69"/>
                    <ns1:gd name="T18" fmla="*/ 63 w 63"/>
                    <ns1:gd name="T19" fmla="*/ 18 h 69"/>
                    <ns1:gd name="T20" fmla="*/ 31 w 63"/>
                    <ns1:gd name="T21" fmla="*/ 69 h 6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63" h="69">
                      <ns1:moveTo>
                        <ns1:pt x="31" y="69"/>
                      </ns1:moveTo>
                      <ns1:cubicBezTo>
                        <ns1:pt x="26" y="68"/>
                        <ns1:pt x="25" y="66"/>
                        <ns1:pt x="26" y="62"/>
                      </ns1:cubicBezTo>
                      <ns1:cubicBezTo>
                        <ns1:pt x="27" y="47"/>
                        <ns1:pt x="28" y="32"/>
                        <ns1:pt x="28" y="17"/>
                      </ns1:cubicBezTo>
                      <ns1:cubicBezTo>
                        <ns1:pt x="21" y="30"/>
                        <ns1:pt x="13" y="42"/>
                        <ns1:pt x="5" y="55"/>
                      </ns1:cubicBezTo>
                      <ns1:cubicBezTo>
                        <ns1:pt x="3" y="54"/>
                        <ns1:pt x="2" y="53"/>
                        <ns1:pt x="0" y="52"/>
                      </ns1:cubicBezTo>
                      <ns1:cubicBezTo>
                        <ns1:pt x="10" y="35"/>
                        <ns1:pt x="21" y="17"/>
                        <ns1:pt x="31" y="0"/>
                      </ns1:cubicBezTo>
                      <ns1:cubicBezTo>
                        <ns1:pt x="36" y="1"/>
                        <ns1:pt x="37" y="4"/>
                        <ns1:pt x="37" y="8"/>
                      </ns1:cubicBezTo>
                      <ns1:cubicBezTo>
                        <ns1:pt x="35" y="23"/>
                        <ns1:pt x="34" y="38"/>
                        <ns1:pt x="34" y="53"/>
                      </ns1:cubicBezTo>
                      <ns1:cubicBezTo>
                        <ns1:pt x="42" y="40"/>
                        <ns1:pt x="50" y="28"/>
                        <ns1:pt x="58" y="15"/>
                      </ns1:cubicBezTo>
                      <ns1:cubicBezTo>
                        <ns1:pt x="59" y="16"/>
                        <ns1:pt x="61" y="17"/>
                        <ns1:pt x="63" y="18"/>
                      </ns1:cubicBezTo>
                      <ns1:cubicBezTo>
                        <ns1:pt x="52" y="35"/>
                        <ns1:pt x="42" y="52"/>
                        <ns1:pt x="31" y="6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1" name="Freeform 14"/>
                <ns0:cNvSpPr/>
                <ns0:nvPr/>
              </ns0:nvSpPr>
              <ns0:spPr bwMode="auto">
                <ns1:xfrm>
                  <ns1:off x="850283" y="4071011"/>
                  <ns1:ext cx="155487" cy="121730"/>
                </ns1:xfrm>
                <ns1:custGeom>
                  <ns1:avLst/>
                  <ns1:gdLst>
                    <ns1:gd name="T0" fmla="*/ 56 w 71"/>
                    <ns1:gd name="T1" fmla="*/ 0 h 56"/>
                    <ns1:gd name="T2" fmla="*/ 71 w 71"/>
                    <ns1:gd name="T3" fmla="*/ 28 h 56"/>
                    <ns1:gd name="T4" fmla="*/ 64 w 71"/>
                    <ns1:gd name="T5" fmla="*/ 32 h 56"/>
                    <ns1:gd name="T6" fmla="*/ 52 w 71"/>
                    <ns1:gd name="T7" fmla="*/ 9 h 56"/>
                    <ns1:gd name="T8" fmla="*/ 35 w 71"/>
                    <ns1:gd name="T9" fmla="*/ 16 h 56"/>
                    <ns1:gd name="T10" fmla="*/ 46 w 71"/>
                    <ns1:gd name="T11" fmla="*/ 38 h 56"/>
                    <ns1:gd name="T12" fmla="*/ 40 w 71"/>
                    <ns1:gd name="T13" fmla="*/ 41 h 56"/>
                    <ns1:gd name="T14" fmla="*/ 28 w 71"/>
                    <ns1:gd name="T15" fmla="*/ 20 h 56"/>
                    <ns1:gd name="T16" fmla="*/ 10 w 71"/>
                    <ns1:gd name="T17" fmla="*/ 29 h 56"/>
                    <ns1:gd name="T18" fmla="*/ 22 w 71"/>
                    <ns1:gd name="T19" fmla="*/ 53 h 56"/>
                    <ns1:gd name="T20" fmla="*/ 15 w 71"/>
                    <ns1:gd name="T21" fmla="*/ 56 h 56"/>
                    <ns1:gd name="T22" fmla="*/ 0 w 71"/>
                    <ns1:gd name="T23" fmla="*/ 26 h 56"/>
                    <ns1:gd name="T24" fmla="*/ 56 w 71"/>
                    <ns1:gd name="T25" fmla="*/ 0 h 5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1" h="56">
                      <ns1:moveTo>
                        <ns1:pt x="56" y="0"/>
                      </ns1:moveTo>
                      <ns1:cubicBezTo>
                        <ns1:pt x="61" y="10"/>
                        <ns1:pt x="66" y="19"/>
                        <ns1:pt x="71" y="28"/>
                      </ns1:cubicBezTo>
                      <ns1:cubicBezTo>
                        <ns1:pt x="69" y="30"/>
                        <ns1:pt x="67" y="31"/>
                        <ns1:pt x="64" y="32"/>
                      </ns1:cubicBezTo>
                      <ns1:cubicBezTo>
                        <ns1:pt x="60" y="24"/>
                        <ns1:pt x="56" y="17"/>
                        <ns1:pt x="52" y="9"/>
                      </ns1:cubicBezTo>
                      <ns1:cubicBezTo>
                        <ns1:pt x="47" y="11"/>
                        <ns1:pt x="41" y="14"/>
                        <ns1:pt x="35" y="16"/>
                      </ns1:cubicBezTo>
                      <ns1:cubicBezTo>
                        <ns1:pt x="39" y="24"/>
                        <ns1:pt x="43" y="31"/>
                        <ns1:pt x="46" y="38"/>
                      </ns1:cubicBezTo>
                      <ns1:cubicBezTo>
                        <ns1:pt x="44" y="39"/>
                        <ns1:pt x="42" y="40"/>
                        <ns1:pt x="40" y="41"/>
                      </ns1:cubicBezTo>
                      <ns1:cubicBezTo>
                        <ns1:pt x="36" y="34"/>
                        <ns1:pt x="32" y="27"/>
                        <ns1:pt x="28" y="20"/>
                      </ns1:cubicBezTo>
                      <ns1:cubicBezTo>
                        <ns1:pt x="22" y="23"/>
                        <ns1:pt x="16" y="26"/>
                        <ns1:pt x="10" y="29"/>
                      </ns1:cubicBezTo>
                      <ns1:cubicBezTo>
                        <ns1:pt x="14" y="37"/>
                        <ns1:pt x="18" y="44"/>
                        <ns1:pt x="22" y="53"/>
                      </ns1:cubicBezTo>
                      <ns1:cubicBezTo>
                        <ns1:pt x="19" y="54"/>
                        <ns1:pt x="17" y="55"/>
                        <ns1:pt x="15" y="56"/>
                      </ns1:cubicBezTo>
                      <ns1:cubicBezTo>
                        <ns1:pt x="10" y="46"/>
                        <ns1:pt x="5" y="37"/>
                        <ns1:pt x="0" y="26"/>
                      </ns1:cubicBezTo>
                      <ns1:cubicBezTo>
                        <ns1:pt x="19" y="18"/>
                        <ns1:pt x="37" y="9"/>
                        <ns1:pt x="5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2" name="Freeform 15"/>
                <ns0:cNvSpPr/>
                <ns0:nvPr/>
              </ns0:nvSpPr>
              <ns0:spPr bwMode="auto">
                <ns1:xfrm>
                  <ns1:off x="807318" y="3985083"/>
                  <ns1:ext cx="157531" cy="126843"/>
                </ns1:xfrm>
                <ns1:custGeom>
                  <ns1:avLst/>
                  <ns1:gdLst>
                    <ns1:gd name="T0" fmla="*/ 29 w 72"/>
                    <ns1:gd name="T1" fmla="*/ 20 h 58"/>
                    <ns1:gd name="T2" fmla="*/ 3 w 72"/>
                    <ns1:gd name="T3" fmla="*/ 32 h 58"/>
                    <ns1:gd name="T4" fmla="*/ 0 w 72"/>
                    <ns1:gd name="T5" fmla="*/ 27 h 58"/>
                    <ns1:gd name="T6" fmla="*/ 57 w 72"/>
                    <ns1:gd name="T7" fmla="*/ 0 h 58"/>
                    <ns1:gd name="T8" fmla="*/ 59 w 72"/>
                    <ns1:gd name="T9" fmla="*/ 6 h 58"/>
                    <ns1:gd name="T10" fmla="*/ 36 w 72"/>
                    <ns1:gd name="T11" fmla="*/ 17 h 58"/>
                    <ns1:gd name="T12" fmla="*/ 46 w 72"/>
                    <ns1:gd name="T13" fmla="*/ 37 h 58"/>
                    <ns1:gd name="T14" fmla="*/ 69 w 72"/>
                    <ns1:gd name="T15" fmla="*/ 26 h 58"/>
                    <ns1:gd name="T16" fmla="*/ 72 w 72"/>
                    <ns1:gd name="T17" fmla="*/ 32 h 58"/>
                    <ns1:gd name="T18" fmla="*/ 15 w 72"/>
                    <ns1:gd name="T19" fmla="*/ 58 h 58"/>
                    <ns1:gd name="T20" fmla="*/ 13 w 72"/>
                    <ns1:gd name="T21" fmla="*/ 52 h 58"/>
                    <ns1:gd name="T22" fmla="*/ 39 w 72"/>
                    <ns1:gd name="T23" fmla="*/ 40 h 58"/>
                    <ns1:gd name="T24" fmla="*/ 29 w 72"/>
                    <ns1:gd name="T25" fmla="*/ 20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58">
                      <ns1:moveTo>
                        <ns1:pt x="29" y="20"/>
                      </ns1:moveTo>
                      <ns1:cubicBezTo>
                        <ns1:pt x="20" y="24"/>
                        <ns1:pt x="12" y="28"/>
                        <ns1:pt x="3" y="32"/>
                      </ns1:cubicBezTo>
                      <ns1:cubicBezTo>
                        <ns1:pt x="2" y="30"/>
                        <ns1:pt x="1" y="29"/>
                        <ns1:pt x="0" y="27"/>
                      </ns1:cubicBezTo>
                      <ns1:cubicBezTo>
                        <ns1:pt x="19" y="18"/>
                        <ns1:pt x="37" y="9"/>
                        <ns1:pt x="57" y="0"/>
                      </ns1:cubicBezTo>
                      <ns1:cubicBezTo>
                        <ns1:pt x="58" y="2"/>
                        <ns1:pt x="58" y="4"/>
                        <ns1:pt x="59" y="6"/>
                      </ns1:cubicBezTo>
                      <ns1:cubicBezTo>
                        <ns1:pt x="52" y="9"/>
                        <ns1:pt x="44" y="13"/>
                        <ns1:pt x="36" y="17"/>
                      </ns1:cubicBezTo>
                      <ns1:cubicBezTo>
                        <ns1:pt x="40" y="23"/>
                        <ns1:pt x="43" y="30"/>
                        <ns1:pt x="46" y="37"/>
                      </ns1:cubicBezTo>
                      <ns1:cubicBezTo>
                        <ns1:pt x="54" y="33"/>
                        <ns1:pt x="61" y="30"/>
                        <ns1:pt x="69" y="26"/>
                      </ns1:cubicBezTo>
                      <ns1:cubicBezTo>
                        <ns1:pt x="70" y="28"/>
                        <ns1:pt x="71" y="30"/>
                        <ns1:pt x="72" y="32"/>
                      </ns1:cubicBezTo>
                      <ns1:cubicBezTo>
                        <ns1:pt x="53" y="40"/>
                        <ns1:pt x="34" y="49"/>
                        <ns1:pt x="15" y="58"/>
                      </ns1:cubicBezTo>
                      <ns1:cubicBezTo>
                        <ns1:pt x="14" y="56"/>
                        <ns1:pt x="14" y="54"/>
                        <ns1:pt x="13" y="52"/>
                      </ns1:cubicBezTo>
                      <ns1:cubicBezTo>
                        <ns1:pt x="21" y="48"/>
                        <ns1:pt x="30" y="44"/>
                        <ns1:pt x="39" y="40"/>
                      </ns1:cubicBezTo>
                      <ns1:cubicBezTo>
                        <ns1:pt x="36" y="33"/>
                        <ns1:pt x="33" y="27"/>
                        <ns1:pt x="29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3" name="Freeform 16"/>
                <ns0:cNvSpPr/>
                <ns0:nvPr/>
              </ns0:nvSpPr>
              <ns0:spPr bwMode="auto">
                <ns1:xfrm>
                  <ns1:off x="763334" y="3906317"/>
                  <ns1:ext cx="161625" cy="126843"/>
                </ns1:xfrm>
                <ns1:custGeom>
                  <ns1:avLst/>
                  <ns1:gdLst>
                    <ns1:gd name="T0" fmla="*/ 62 w 74"/>
                    <ns1:gd name="T1" fmla="*/ 26 h 58"/>
                    <ns1:gd name="T2" fmla="*/ 50 w 74"/>
                    <ns1:gd name="T3" fmla="*/ 3 h 58"/>
                    <ns1:gd name="T4" fmla="*/ 57 w 74"/>
                    <ns1:gd name="T5" fmla="*/ 0 h 58"/>
                    <ns1:gd name="T6" fmla="*/ 74 w 74"/>
                    <ns1:gd name="T7" fmla="*/ 30 h 58"/>
                    <ns1:gd name="T8" fmla="*/ 62 w 74"/>
                    <ns1:gd name="T9" fmla="*/ 32 h 58"/>
                    <ns1:gd name="T10" fmla="*/ 19 w 74"/>
                    <ns1:gd name="T11" fmla="*/ 30 h 58"/>
                    <ns1:gd name="T12" fmla="*/ 11 w 74"/>
                    <ns1:gd name="T13" fmla="*/ 30 h 58"/>
                    <ns1:gd name="T14" fmla="*/ 25 w 74"/>
                    <ns1:gd name="T15" fmla="*/ 55 h 58"/>
                    <ns1:gd name="T16" fmla="*/ 18 w 74"/>
                    <ns1:gd name="T17" fmla="*/ 58 h 58"/>
                    <ns1:gd name="T18" fmla="*/ 0 w 74"/>
                    <ns1:gd name="T19" fmla="*/ 25 h 58"/>
                    <ns1:gd name="T20" fmla="*/ 11 w 74"/>
                    <ns1:gd name="T21" fmla="*/ 23 h 58"/>
                    <ns1:gd name="T22" fmla="*/ 62 w 74"/>
                    <ns1:gd name="T23" fmla="*/ 26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74" h="58">
                      <ns1:moveTo>
                        <ns1:pt x="62" y="26"/>
                      </ns1:moveTo>
                      <ns1:cubicBezTo>
                        <ns1:pt x="58" y="18"/>
                        <ns1:pt x="54" y="11"/>
                        <ns1:pt x="50" y="3"/>
                      </ns1:cubicBezTo>
                      <ns1:cubicBezTo>
                        <ns1:pt x="53" y="2"/>
                        <ns1:pt x="55" y="1"/>
                        <ns1:pt x="57" y="0"/>
                      </ns1:cubicBezTo>
                      <ns1:cubicBezTo>
                        <ns1:pt x="62" y="10"/>
                        <ns1:pt x="68" y="19"/>
                        <ns1:pt x="74" y="30"/>
                      </ns1:cubicBezTo>
                      <ns1:cubicBezTo>
                        <ns1:pt x="69" y="31"/>
                        <ns1:pt x="66" y="33"/>
                        <ns1:pt x="62" y="32"/>
                      </ns1:cubicBezTo>
                      <ns1:cubicBezTo>
                        <ns1:pt x="48" y="32"/>
                        <ns1:pt x="33" y="31"/>
                        <ns1:pt x="19" y="30"/>
                      </ns1:cubicBezTo>
                      <ns1:cubicBezTo>
                        <ns1:pt x="16" y="29"/>
                        <ns1:pt x="14" y="30"/>
                        <ns1:pt x="11" y="30"/>
                      </ns1:cubicBezTo>
                      <ns1:cubicBezTo>
                        <ns1:pt x="16" y="38"/>
                        <ns1:pt x="20" y="46"/>
                        <ns1:pt x="25" y="55"/>
                      </ns1:cubicBezTo>
                      <ns1:cubicBezTo>
                        <ns1:pt x="22" y="56"/>
                        <ns1:pt x="20" y="57"/>
                        <ns1:pt x="18" y="58"/>
                      </ns1:cubicBezTo>
                      <ns1:cubicBezTo>
                        <ns1:pt x="12" y="48"/>
                        <ns1:pt x="6" y="37"/>
                        <ns1:pt x="0" y="25"/>
                      </ns1:cubicBezTo>
                      <ns1:cubicBezTo>
                        <ns1:pt x="4" y="24"/>
                        <ns1:pt x="8" y="23"/>
                        <ns1:pt x="11" y="23"/>
                      </ns1:cubicBezTo>
                      <ns1:cubicBezTo>
                        <ns1:pt x="28" y="24"/>
                        <ns1:pt x="45" y="25"/>
                        <ns1:pt x="62" y="2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4" name="Freeform 17"/>
                <ns0:cNvSpPr>
                  <ns1:spLocks noEditPoints="1"/>
                </ns0:cNvSpPr>
                <ns0:nvPr/>
              </ns0:nvSpPr>
              <ns0:spPr bwMode="auto">
                <ns1:xfrm>
                  <ns1:off x="1673741" y="4136476"/>
                  <ns1:ext cx="140141" cy="132982"/>
                </ns1:xfrm>
                <ns1:custGeom>
                  <ns1:avLst/>
                  <ns1:gdLst>
                    <ns1:gd name="T0" fmla="*/ 64 w 64"/>
                    <ns1:gd name="T1" fmla="*/ 42 h 61"/>
                    <ns1:gd name="T2" fmla="*/ 54 w 64"/>
                    <ns1:gd name="T3" fmla="*/ 43 h 61"/>
                    <ns1:gd name="T4" fmla="*/ 40 w 64"/>
                    <ns1:gd name="T5" fmla="*/ 35 h 61"/>
                    <ns1:gd name="T6" fmla="*/ 25 w 64"/>
                    <ns1:gd name="T7" fmla="*/ 37 h 61"/>
                    <ns1:gd name="T8" fmla="*/ 41 w 64"/>
                    <ns1:gd name="T9" fmla="*/ 58 h 61"/>
                    <ns1:gd name="T10" fmla="*/ 37 w 64"/>
                    <ns1:gd name="T11" fmla="*/ 61 h 61"/>
                    <ns1:gd name="T12" fmla="*/ 0 w 64"/>
                    <ns1:gd name="T13" fmla="*/ 12 h 61"/>
                    <ns1:gd name="T14" fmla="*/ 17 w 64"/>
                    <ns1:gd name="T15" fmla="*/ 1 h 61"/>
                    <ns1:gd name="T16" fmla="*/ 25 w 64"/>
                    <ns1:gd name="T17" fmla="*/ 0 h 61"/>
                    <ns1:gd name="T18" fmla="*/ 37 w 64"/>
                    <ns1:gd name="T19" fmla="*/ 26 h 61"/>
                    <ns1:gd name="T20" fmla="*/ 64 w 64"/>
                    <ns1:gd name="T21" fmla="*/ 42 h 61"/>
                    <ns1:gd name="T22" fmla="*/ 21 w 64"/>
                    <ns1:gd name="T23" fmla="*/ 31 h 61"/>
                    <ns1:gd name="T24" fmla="*/ 33 w 64"/>
                    <ns1:gd name="T25" fmla="*/ 18 h 61"/>
                    <ns1:gd name="T26" fmla="*/ 25 w 64"/>
                    <ns1:gd name="T27" fmla="*/ 7 h 61"/>
                    <ns1:gd name="T28" fmla="*/ 8 w 64"/>
                    <ns1:gd name="T29" fmla="*/ 14 h 61"/>
                    <ns1:gd name="T30" fmla="*/ 21 w 64"/>
                    <ns1:gd name="T31" fmla="*/ 31 h 6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64" h="61">
                      <ns1:moveTo>
                        <ns1:pt x="64" y="42"/>
                      </ns1:moveTo>
                      <ns1:cubicBezTo>
                        <ns1:pt x="61" y="46"/>
                        <ns1:pt x="58" y="46"/>
                        <ns1:pt x="54" y="43"/>
                      </ns1:cubicBezTo>
                      <ns1:cubicBezTo>
                        <ns1:pt x="50" y="40"/>
                        <ns1:pt x="45" y="37"/>
                        <ns1:pt x="40" y="35"/>
                      </ns1:cubicBezTo>
                      <ns1:cubicBezTo>
                        <ns1:pt x="33" y="31"/>
                        <ns1:pt x="32" y="31"/>
                        <ns1:pt x="25" y="37"/>
                      </ns1:cubicBezTo>
                      <ns1:cubicBezTo>
                        <ns1:pt x="31" y="44"/>
                        <ns1:pt x="36" y="51"/>
                        <ns1:pt x="41" y="58"/>
                      </ns1:cubicBezTo>
                      <ns1:cubicBezTo>
                        <ns1:pt x="40" y="59"/>
                        <ns1:pt x="39" y="60"/>
                        <ns1:pt x="37" y="61"/>
                      </ns1:cubicBezTo>
                      <ns1:cubicBezTo>
                        <ns1:pt x="25" y="45"/>
                        <ns1:pt x="13" y="29"/>
                        <ns1:pt x="0" y="12"/>
                      </ns1:cubicBezTo>
                      <ns1:cubicBezTo>
                        <ns1:pt x="6" y="8"/>
                        <ns1:pt x="11" y="4"/>
                        <ns1:pt x="17" y="1"/>
                      </ns1:cubicBezTo>
                      <ns1:cubicBezTo>
                        <ns1:pt x="19" y="0"/>
                        <ns1:pt x="22" y="0"/>
                        <ns1:pt x="25" y="0"/>
                      </ns1:cubicBezTo>
                      <ns1:cubicBezTo>
                        <ns1:pt x="35" y="4"/>
                        <ns1:pt x="41" y="17"/>
                        <ns1:pt x="37" y="26"/>
                      </ns1:cubicBezTo>
                      <ns1:cubicBezTo>
                        <ns1:pt x="46" y="32"/>
                        <ns1:pt x="55" y="37"/>
                        <ns1:pt x="64" y="42"/>
                      </ns1:cubicBezTo>
                      <ns1:close/>
                      <ns1:moveTo>
                        <ns1:pt x="21" y="31"/>
                      </ns1:moveTo>
                      <ns1:cubicBezTo>
                        <ns1:pt x="25" y="26"/>
                        <ns1:pt x="33" y="25"/>
                        <ns1:pt x="33" y="18"/>
                      </ns1:cubicBezTo>
                      <ns1:cubicBezTo>
                        <ns1:pt x="32" y="14"/>
                        <ns1:pt x="28" y="9"/>
                        <ns1:pt x="25" y="7"/>
                      </ns1:cubicBezTo>
                      <ns1:cubicBezTo>
                        <ns1:pt x="18" y="4"/>
                        <ns1:pt x="14" y="12"/>
                        <ns1:pt x="8" y="14"/>
                      </ns1:cubicBezTo>
                      <ns1:cubicBezTo>
                        <ns1:pt x="13" y="20"/>
                        <ns1:pt x="17" y="25"/>
                        <ns1:pt x="21" y="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5" name="Freeform 18"/>
                <ns0:cNvSpPr/>
                <ns0:nvPr/>
              </ns0:nvSpPr>
              <ns0:spPr bwMode="auto">
                <ns1:xfrm>
                  <ns1:off x="1731026" y="3577959"/>
                  <ns1:ext cx="104339" cy="100245"/>
                </ns1:xfrm>
                <ns1:custGeom>
                  <ns1:avLst/>
                  <ns1:gdLst>
                    <ns1:gd name="T0" fmla="*/ 45 w 48"/>
                    <ns1:gd name="T1" fmla="*/ 18 h 46"/>
                    <ns1:gd name="T2" fmla="*/ 47 w 48"/>
                    <ns1:gd name="T3" fmla="*/ 25 h 46"/>
                    <ns1:gd name="T4" fmla="*/ 48 w 48"/>
                    <ns1:gd name="T5" fmla="*/ 29 h 46"/>
                    <ns1:gd name="T6" fmla="*/ 44 w 48"/>
                    <ns1:gd name="T7" fmla="*/ 30 h 46"/>
                    <ns1:gd name="T8" fmla="*/ 35 w 48"/>
                    <ns1:gd name="T9" fmla="*/ 31 h 46"/>
                    <ns1:gd name="T10" fmla="*/ 18 w 48"/>
                    <ns1:gd name="T11" fmla="*/ 44 h 46"/>
                    <ns1:gd name="T12" fmla="*/ 12 w 48"/>
                    <ns1:gd name="T13" fmla="*/ 44 h 46"/>
                    <ns1:gd name="T14" fmla="*/ 4 w 48"/>
                    <ns1:gd name="T15" fmla="*/ 28 h 46"/>
                    <ns1:gd name="T16" fmla="*/ 7 w 48"/>
                    <ns1:gd name="T17" fmla="*/ 25 h 46"/>
                    <ns1:gd name="T18" fmla="*/ 10 w 48"/>
                    <ns1:gd name="T19" fmla="*/ 26 h 46"/>
                    <ns1:gd name="T20" fmla="*/ 26 w 48"/>
                    <ns1:gd name="T21" fmla="*/ 22 h 46"/>
                    <ns1:gd name="T22" fmla="*/ 10 w 48"/>
                    <ns1:gd name="T23" fmla="*/ 16 h 46"/>
                    <ns1:gd name="T24" fmla="*/ 1 w 48"/>
                    <ns1:gd name="T25" fmla="*/ 4 h 46"/>
                    <ns1:gd name="T26" fmla="*/ 2 w 48"/>
                    <ns1:gd name="T27" fmla="*/ 0 h 46"/>
                    <ns1:gd name="T28" fmla="*/ 7 w 48"/>
                    <ns1:gd name="T29" fmla="*/ 1 h 46"/>
                    <ns1:gd name="T30" fmla="*/ 27 w 48"/>
                    <ns1:gd name="T31" fmla="*/ 14 h 46"/>
                    <ns1:gd name="T32" fmla="*/ 41 w 48"/>
                    <ns1:gd name="T33" fmla="*/ 14 h 46"/>
                    <ns1:gd name="T34" fmla="*/ 45 w 48"/>
                    <ns1:gd name="T35" fmla="*/ 18 h 46"/>
                    <ns1:gd name="T36" fmla="*/ 45 w 48"/>
                    <ns1:gd name="T37" fmla="*/ 18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48" h="46">
                      <ns1:moveTo>
                        <ns1:pt x="45" y="18"/>
                      </ns1:moveTo>
                      <ns1:cubicBezTo>
                        <ns1:pt x="46" y="21"/>
                        <ns1:pt x="46" y="23"/>
                        <ns1:pt x="47" y="25"/>
                      </ns1:cubicBezTo>
                      <ns1:cubicBezTo>
                        <ns1:pt x="47" y="27"/>
                        <ns1:pt x="48" y="28"/>
                        <ns1:pt x="48" y="29"/>
                      </ns1:cubicBezTo>
                      <ns1:cubicBezTo>
                        <ns1:pt x="47" y="29"/>
                        <ns1:pt x="45" y="31"/>
                        <ns1:pt x="44" y="30"/>
                      </ns1:cubicBezTo>
                      <ns1:cubicBezTo>
                        <ns1:pt x="40" y="28"/>
                        <ns1:pt x="37" y="29"/>
                        <ns1:pt x="35" y="31"/>
                      </ns1:cubicBezTo>
                      <ns1:cubicBezTo>
                        <ns1:pt x="29" y="36"/>
                        <ns1:pt x="23" y="40"/>
                        <ns1:pt x="18" y="44"/>
                      </ns1:cubicBezTo>
                      <ns1:cubicBezTo>
                        <ns1:pt x="16" y="46"/>
                        <ns1:pt x="13" y="46"/>
                        <ns1:pt x="12" y="44"/>
                      </ns1:cubicBezTo>
                      <ns1:cubicBezTo>
                        <ns1:pt x="9" y="39"/>
                        <ns1:pt x="7" y="33"/>
                        <ns1:pt x="4" y="28"/>
                      </ns1:cubicBezTo>
                      <ns1:cubicBezTo>
                        <ns1:pt x="4" y="28"/>
                        <ns1:pt x="6" y="26"/>
                        <ns1:pt x="7" y="25"/>
                      </ns1:cubicBezTo>
                      <ns1:cubicBezTo>
                        <ns1:pt x="7" y="25"/>
                        <ns1:pt x="9" y="26"/>
                        <ns1:pt x="10" y="26"/>
                      </ns1:cubicBezTo>
                      <ns1:cubicBezTo>
                        <ns1:pt x="17" y="31"/>
                        <ns1:pt x="19" y="31"/>
                        <ns1:pt x="26" y="22"/>
                      </ns1:cubicBezTo>
                      <ns1:cubicBezTo>
                        <ns1:pt x="20" y="20"/>
                        <ns1:pt x="15" y="18"/>
                        <ns1:pt x="10" y="16"/>
                      </ns1:cubicBezTo>
                      <ns1:cubicBezTo>
                        <ns1:pt x="4" y="15"/>
                        <ns1:pt x="0" y="11"/>
                        <ns1:pt x="1" y="4"/>
                      </ns1:cubicBezTo>
                      <ns1:cubicBezTo>
                        <ns1:pt x="1" y="3"/>
                        <ns1:pt x="1" y="1"/>
                        <ns1:pt x="2" y="0"/>
                      </ns1:cubicBezTo>
                      <ns1:cubicBezTo>
                        <ns1:pt x="4" y="0"/>
                        <ns1:pt x="6" y="0"/>
                        <ns1:pt x="7" y="1"/>
                      </ns1:cubicBezTo>
                      <ns1:cubicBezTo>
                        <ns1:pt x="14" y="5"/>
                        <ns1:pt x="20" y="10"/>
                        <ns1:pt x="27" y="14"/>
                      </ns1:cubicBezTo>
                      <ns1:cubicBezTo>
                        <ns1:pt x="32" y="17"/>
                        <ns1:pt x="36" y="21"/>
                        <ns1:pt x="41" y="14"/>
                      </ns1:cubicBezTo>
                      <ns1:cubicBezTo>
                        <ns1:pt x="43" y="16"/>
                        <ns1:pt x="44" y="17"/>
                        <ns1:pt x="45" y="18"/>
                      </ns1:cubicBezTo>
                      <ns1:cubicBezTo>
                        <ns1:pt x="45" y="18"/>
                        <ns1:pt x="45" y="18"/>
                        <ns1:pt x="45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6" name="Freeform 19"/>
                <ns0:cNvSpPr/>
                <ns0:nvPr/>
              </ns0:nvSpPr>
              <ns0:spPr bwMode="auto">
                <ns1:xfrm>
                  <ns1:off x="1183756" y="4265364"/>
                  <ns1:ext cx="104339" cy="145254"/>
                </ns1:xfrm>
                <ns1:custGeom>
                  <ns1:avLst/>
                  <ns1:gdLst>
                    <ns1:gd name="T0" fmla="*/ 35 w 48"/>
                    <ns1:gd name="T1" fmla="*/ 42 h 66"/>
                    <ns1:gd name="T2" fmla="*/ 24 w 48"/>
                    <ns1:gd name="T3" fmla="*/ 38 h 66"/>
                    <ns1:gd name="T4" fmla="*/ 26 w 48"/>
                    <ns1:gd name="T5" fmla="*/ 31 h 66"/>
                    <ns1:gd name="T6" fmla="*/ 42 w 48"/>
                    <ns1:gd name="T7" fmla="*/ 37 h 66"/>
                    <ns1:gd name="T8" fmla="*/ 33 w 48"/>
                    <ns1:gd name="T9" fmla="*/ 58 h 66"/>
                    <ns1:gd name="T10" fmla="*/ 6 w 48"/>
                    <ns1:gd name="T11" fmla="*/ 53 h 66"/>
                    <ns1:gd name="T12" fmla="*/ 5 w 48"/>
                    <ns1:gd name="T13" fmla="*/ 51 h 66"/>
                    <ns1:gd name="T14" fmla="*/ 26 w 48"/>
                    <ns1:gd name="T15" fmla="*/ 3 h 66"/>
                    <ns1:gd name="T16" fmla="*/ 43 w 48"/>
                    <ns1:gd name="T17" fmla="*/ 5 h 66"/>
                    <ns1:gd name="T18" fmla="*/ 46 w 48"/>
                    <ns1:gd name="T19" fmla="*/ 23 h 66"/>
                    <ns1:gd name="T20" fmla="*/ 42 w 48"/>
                    <ns1:gd name="T21" fmla="*/ 26 h 66"/>
                    <ns1:gd name="T22" fmla="*/ 41 w 48"/>
                    <ns1:gd name="T23" fmla="*/ 19 h 66"/>
                    <ns1:gd name="T24" fmla="*/ 37 w 48"/>
                    <ns1:gd name="T25" fmla="*/ 10 h 66"/>
                    <ns1:gd name="T26" fmla="*/ 26 w 48"/>
                    <ns1:gd name="T27" fmla="*/ 10 h 66"/>
                    <ns1:gd name="T28" fmla="*/ 16 w 48"/>
                    <ns1:gd name="T29" fmla="*/ 22 h 66"/>
                    <ns1:gd name="T30" fmla="*/ 10 w 48"/>
                    <ns1:gd name="T31" fmla="*/ 41 h 66"/>
                    <ns1:gd name="T32" fmla="*/ 26 w 48"/>
                    <ns1:gd name="T33" fmla="*/ 53 h 66"/>
                    <ns1:gd name="T34" fmla="*/ 35 w 48"/>
                    <ns1:gd name="T35" fmla="*/ 42 h 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48" h="66">
                      <ns1:moveTo>
                        <ns1:pt x="35" y="42"/>
                      </ns1:moveTo>
                      <ns1:cubicBezTo>
                        <ns1:pt x="30" y="40"/>
                        <ns1:pt x="27" y="39"/>
                        <ns1:pt x="24" y="38"/>
                      </ns1:cubicBezTo>
                      <ns1:cubicBezTo>
                        <ns1:pt x="25" y="35"/>
                        <ns1:pt x="25" y="33"/>
                        <ns1:pt x="26" y="31"/>
                      </ns1:cubicBezTo>
                      <ns1:cubicBezTo>
                        <ns1:pt x="32" y="33"/>
                        <ns1:pt x="36" y="35"/>
                        <ns1:pt x="42" y="37"/>
                      </ns1:cubicBezTo>
                      <ns1:cubicBezTo>
                        <ns1:pt x="39" y="44"/>
                        <ns1:pt x="37" y="52"/>
                        <ns1:pt x="33" y="58"/>
                      </ns1:cubicBezTo>
                      <ns1:cubicBezTo>
                        <ns1:pt x="26" y="66"/>
                        <ns1:pt x="11" y="62"/>
                        <ns1:pt x="6" y="53"/>
                      </ns1:cubicBezTo>
                      <ns1:cubicBezTo>
                        <ns1:pt x="6" y="52"/>
                        <ns1:pt x="6" y="52"/>
                        <ns1:pt x="5" y="51"/>
                      </ns1:cubicBezTo>
                      <ns1:cubicBezTo>
                        <ns1:pt x="0" y="37"/>
                        <ns1:pt x="12" y="9"/>
                        <ns1:pt x="26" y="3"/>
                      </ns1:cubicBezTo>
                      <ns1:cubicBezTo>
                        <ns1:pt x="32" y="0"/>
                        <ns1:pt x="39" y="1"/>
                        <ns1:pt x="43" y="5"/>
                      </ns1:cubicBezTo>
                      <ns1:cubicBezTo>
                        <ns1:pt x="48" y="10"/>
                        <ns1:pt x="48" y="17"/>
                        <ns1:pt x="46" y="23"/>
                      </ns1:cubicBezTo>
                      <ns1:cubicBezTo>
                        <ns1:pt x="46" y="24"/>
                        <ns1:pt x="44" y="25"/>
                        <ns1:pt x="42" y="26"/>
                      </ns1:cubicBezTo>
                      <ns1:cubicBezTo>
                        <ns1:pt x="42" y="23"/>
                        <ns1:pt x="42" y="21"/>
                        <ns1:pt x="41" y="19"/>
                      </ns1:cubicBezTo>
                      <ns1:cubicBezTo>
                        <ns1:pt x="40" y="16"/>
                        <ns1:pt x="39" y="11"/>
                        <ns1:pt x="37" y="10"/>
                      </ns1:cubicBezTo>
                      <ns1:cubicBezTo>
                        <ns1:pt x="34" y="9"/>
                        <ns1:pt x="28" y="9"/>
                        <ns1:pt x="26" y="10"/>
                      </ns1:cubicBezTo>
                      <ns1:cubicBezTo>
                        <ns1:pt x="22" y="13"/>
                        <ns1:pt x="18" y="17"/>
                        <ns1:pt x="16" y="22"/>
                      </ns1:cubicBezTo>
                      <ns1:cubicBezTo>
                        <ns1:pt x="13" y="28"/>
                        <ns1:pt x="11" y="34"/>
                        <ns1:pt x="10" y="41"/>
                      </ns1:cubicBezTo>
                      <ns1:cubicBezTo>
                        <ns1:pt x="9" y="51"/>
                        <ns1:pt x="17" y="57"/>
                        <ns1:pt x="26" y="53"/>
                      </ns1:cubicBezTo>
                      <ns1:cubicBezTo>
                        <ns1:pt x="30" y="52"/>
                        <ns1:pt x="32" y="47"/>
                        <ns1:pt x="35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7" name="Freeform 20"/>
                <ns0:cNvSpPr/>
                <ns0:nvPr/>
              </ns0:nvSpPr>
              <ns0:spPr bwMode="auto">
                <ns1:xfrm>
                  <ns1:off x="1737165" y="4090446"/>
                  <ns1:ext cx="142190" cy="105363"/>
                </ns1:xfrm>
                <ns1:custGeom>
                  <ns1:avLst/>
                  <ns1:gdLst>
                    <ns1:gd name="T0" fmla="*/ 28 w 65"/>
                    <ns1:gd name="T1" fmla="*/ 5 h 48"/>
                    <ns1:gd name="T2" fmla="*/ 26 w 65"/>
                    <ns1:gd name="T3" fmla="*/ 9 h 48"/>
                    <ns1:gd name="T4" fmla="*/ 11 w 65"/>
                    <ns1:gd name="T5" fmla="*/ 12 h 48"/>
                    <ns1:gd name="T6" fmla="*/ 11 w 65"/>
                    <ns1:gd name="T7" fmla="*/ 22 h 48"/>
                    <ns1:gd name="T8" fmla="*/ 22 w 65"/>
                    <ns1:gd name="T9" fmla="*/ 24 h 48"/>
                    <ns1:gd name="T10" fmla="*/ 31 w 65"/>
                    <ns1:gd name="T11" fmla="*/ 18 h 48"/>
                    <ns1:gd name="T12" fmla="*/ 61 w 65"/>
                    <ns1:gd name="T13" fmla="*/ 26 h 48"/>
                    <ns1:gd name="T14" fmla="*/ 47 w 65"/>
                    <ns1:gd name="T15" fmla="*/ 48 h 48"/>
                    <ns1:gd name="T16" fmla="*/ 32 w 65"/>
                    <ns1:gd name="T17" fmla="*/ 45 h 48"/>
                    <ns1:gd name="T18" fmla="*/ 34 w 65"/>
                    <ns1:gd name="T19" fmla="*/ 39 h 48"/>
                    <ns1:gd name="T20" fmla="*/ 43 w 65"/>
                    <ns1:gd name="T21" fmla="*/ 41 h 48"/>
                    <ns1:gd name="T22" fmla="*/ 55 w 65"/>
                    <ns1:gd name="T23" fmla="*/ 33 h 48"/>
                    <ns1:gd name="T24" fmla="*/ 51 w 65"/>
                    <ns1:gd name="T25" fmla="*/ 23 h 48"/>
                    <ns1:gd name="T26" fmla="*/ 38 w 65"/>
                    <ns1:gd name="T27" fmla="*/ 23 h 48"/>
                    <ns1:gd name="T28" fmla="*/ 29 w 65"/>
                    <ns1:gd name="T29" fmla="*/ 30 h 48"/>
                    <ns1:gd name="T30" fmla="*/ 2 w 65"/>
                    <ns1:gd name="T31" fmla="*/ 19 h 48"/>
                    <ns1:gd name="T32" fmla="*/ 13 w 65"/>
                    <ns1:gd name="T33" fmla="*/ 1 h 48"/>
                    <ns1:gd name="T34" fmla="*/ 28 w 65"/>
                    <ns1:gd name="T35" fmla="*/ 5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65" h="48">
                      <ns1:moveTo>
                        <ns1:pt x="28" y="5"/>
                      </ns1:moveTo>
                      <ns1:cubicBezTo>
                        <ns1:pt x="28" y="6"/>
                        <ns1:pt x="27" y="8"/>
                        <ns1:pt x="26" y="9"/>
                      </ns1:cubicBezTo>
                      <ns1:cubicBezTo>
                        <ns1:pt x="20" y="7"/>
                        <ns1:pt x="15" y="5"/>
                        <ns1:pt x="11" y="12"/>
                      </ns1:cubicBezTo>
                      <ns1:cubicBezTo>
                        <ns1:pt x="8" y="15"/>
                        <ns1:pt x="8" y="19"/>
                        <ns1:pt x="11" y="22"/>
                      </ns1:cubicBezTo>
                      <ns1:cubicBezTo>
                        <ns1:pt x="14" y="25"/>
                        <ns1:pt x="18" y="27"/>
                        <ns1:pt x="22" y="24"/>
                      </ns1:cubicBezTo>
                      <ns1:cubicBezTo>
                        <ns1:pt x="25" y="23"/>
                        <ns1:pt x="28" y="20"/>
                        <ns1:pt x="31" y="18"/>
                      </ns1:cubicBezTo>
                      <ns1:cubicBezTo>
                        <ns1:pt x="41" y="11"/>
                        <ns1:pt x="56" y="15"/>
                        <ns1:pt x="61" y="26"/>
                      </ns1:cubicBezTo>
                      <ns1:cubicBezTo>
                        <ns1:pt x="65" y="36"/>
                        <ns1:pt x="58" y="48"/>
                        <ns1:pt x="47" y="48"/>
                      </ns1:cubicBezTo>
                      <ns1:cubicBezTo>
                        <ns1:pt x="42" y="48"/>
                        <ns1:pt x="37" y="46"/>
                        <ns1:pt x="32" y="45"/>
                      </ns1:cubicBezTo>
                      <ns1:cubicBezTo>
                        <ns1:pt x="33" y="42"/>
                        <ns1:pt x="34" y="41"/>
                        <ns1:pt x="34" y="39"/>
                      </ns1:cubicBezTo>
                      <ns1:cubicBezTo>
                        <ns1:pt x="38" y="40"/>
                        <ns1:pt x="41" y="41"/>
                        <ns1:pt x="43" y="41"/>
                      </ns1:cubicBezTo>
                      <ns1:cubicBezTo>
                        <ns1:pt x="49" y="42"/>
                        <ns1:pt x="53" y="38"/>
                        <ns1:pt x="55" y="33"/>
                      </ns1:cubicBezTo>
                      <ns1:cubicBezTo>
                        <ns1:pt x="56" y="29"/>
                        <ns1:pt x="54" y="26"/>
                        <ns1:pt x="51" y="23"/>
                      </ns1:cubicBezTo>
                      <ns1:cubicBezTo>
                        <ns1:pt x="47" y="20"/>
                        <ns1:pt x="43" y="20"/>
                        <ns1:pt x="38" y="23"/>
                      </ns1:cubicBezTo>
                      <ns1:cubicBezTo>
                        <ns1:pt x="35" y="25"/>
                        <ns1:pt x="32" y="28"/>
                        <ns1:pt x="29" y="30"/>
                      </ns1:cubicBezTo>
                      <ns1:cubicBezTo>
                        <ns1:pt x="19" y="35"/>
                        <ns1:pt x="6" y="29"/>
                        <ns1:pt x="2" y="19"/>
                      </ns1:cubicBezTo>
                      <ns1:cubicBezTo>
                        <ns1:pt x="0" y="12"/>
                        <ns1:pt x="5" y="3"/>
                        <ns1:pt x="13" y="1"/>
                      </ns1:cubicBezTo>
                      <ns1:cubicBezTo>
                        <ns1:pt x="18" y="0"/>
                        <ns1:pt x="23" y="1"/>
                        <ns1:pt x="28" y="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8" name="Freeform 21"/>
                <ns0:cNvSpPr/>
                <ns0:nvPr/>
              </ns0:nvSpPr>
              <ns0:spPr bwMode="auto">
                <ns1:xfrm>
                  <ns1:off x="1341287" y="4269457"/>
                  <ns1:ext cx="78766" cy="136051"/>
                </ns1:xfrm>
                <ns1:custGeom>
                  <ns1:avLst/>
                  <ns1:gdLst>
                    <ns1:gd name="T0" fmla="*/ 30 w 36"/>
                    <ns1:gd name="T1" fmla="*/ 0 h 62"/>
                    <ns1:gd name="T2" fmla="*/ 35 w 36"/>
                    <ns1:gd name="T3" fmla="*/ 1 h 62"/>
                    <ns1:gd name="T4" fmla="*/ 35 w 36"/>
                    <ns1:gd name="T5" fmla="*/ 47 h 62"/>
                    <ns1:gd name="T6" fmla="*/ 18 w 36"/>
                    <ns1:gd name="T7" fmla="*/ 62 h 62"/>
                    <ns1:gd name="T8" fmla="*/ 1 w 36"/>
                    <ns1:gd name="T9" fmla="*/ 48 h 62"/>
                    <ns1:gd name="T10" fmla="*/ 1 w 36"/>
                    <ns1:gd name="T11" fmla="*/ 1 h 62"/>
                    <ns1:gd name="T12" fmla="*/ 6 w 36"/>
                    <ns1:gd name="T13" fmla="*/ 1 h 62"/>
                    <ns1:gd name="T14" fmla="*/ 6 w 36"/>
                    <ns1:gd name="T15" fmla="*/ 13 h 62"/>
                    <ns1:gd name="T16" fmla="*/ 7 w 36"/>
                    <ns1:gd name="T17" fmla="*/ 45 h 62"/>
                    <ns1:gd name="T18" fmla="*/ 18 w 36"/>
                    <ns1:gd name="T19" fmla="*/ 54 h 62"/>
                    <ns1:gd name="T20" fmla="*/ 29 w 36"/>
                    <ns1:gd name="T21" fmla="*/ 45 h 62"/>
                    <ns1:gd name="T22" fmla="*/ 30 w 36"/>
                    <ns1:gd name="T23" fmla="*/ 19 h 62"/>
                    <ns1:gd name="T24" fmla="*/ 30 w 36"/>
                    <ns1:gd name="T25" fmla="*/ 0 h 6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36" h="62">
                      <ns1:moveTo>
                        <ns1:pt x="30" y="0"/>
                      </ns1:moveTo>
                      <ns1:cubicBezTo>
                        <ns1:pt x="32" y="0"/>
                        <ns1:pt x="34" y="1"/>
                        <ns1:pt x="35" y="1"/>
                      </ns1:cubicBezTo>
                      <ns1:cubicBezTo>
                        <ns1:pt x="35" y="16"/>
                        <ns1:pt x="36" y="32"/>
                        <ns1:pt x="35" y="47"/>
                      </ns1:cubicBezTo>
                      <ns1:cubicBezTo>
                        <ns1:pt x="34" y="57"/>
                        <ns1:pt x="27" y="62"/>
                        <ns1:pt x="18" y="62"/>
                      </ns1:cubicBezTo>
                      <ns1:cubicBezTo>
                        <ns1:pt x="9" y="62"/>
                        <ns1:pt x="2" y="57"/>
                        <ns1:pt x="1" y="48"/>
                      </ns1:cubicBezTo>
                      <ns1:cubicBezTo>
                        <ns1:pt x="0" y="32"/>
                        <ns1:pt x="1" y="16"/>
                        <ns1:pt x="1" y="1"/>
                      </ns1:cubicBezTo>
                      <ns1:cubicBezTo>
                        <ns1:pt x="2" y="1"/>
                        <ns1:pt x="4" y="1"/>
                        <ns1:pt x="6" y="1"/>
                      </ns1:cubicBezTo>
                      <ns1:cubicBezTo>
                        <ns1:pt x="6" y="5"/>
                        <ns1:pt x="6" y="9"/>
                        <ns1:pt x="6" y="13"/>
                      </ns1:cubicBezTo>
                      <ns1:cubicBezTo>
                        <ns1:pt x="7" y="24"/>
                        <ns1:pt x="7" y="35"/>
                        <ns1:pt x="7" y="45"/>
                      </ns1:cubicBezTo>
                      <ns1:cubicBezTo>
                        <ns1:pt x="8" y="51"/>
                        <ns1:pt x="12" y="54"/>
                        <ns1:pt x="18" y="54"/>
                      </ns1:cubicBezTo>
                      <ns1:cubicBezTo>
                        <ns1:pt x="24" y="54"/>
                        <ns1:pt x="28" y="51"/>
                        <ns1:pt x="29" y="45"/>
                      </ns1:cubicBezTo>
                      <ns1:cubicBezTo>
                        <ns1:pt x="30" y="36"/>
                        <ns1:pt x="30" y="27"/>
                        <ns1:pt x="30" y="19"/>
                      </ns1:cubicBezTo>
                      <ns1:cubicBezTo>
                        <ns1:pt x="30" y="13"/>
                        <ns1:pt x="30" y="7"/>
                        <ns1:pt x="3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9" name="Freeform 22"/>
                <ns0:cNvSpPr>
                  <ns1:spLocks noEditPoints="1"/>
                </ns0:cNvSpPr>
                <ns0:nvPr/>
              </ns0:nvSpPr>
              <ns0:spPr bwMode="auto">
                <ns1:xfrm>
                  <ns1:off x="990423" y="4201944"/>
                  <ns1:ext cx="126844" cy="138096"/>
                </ns1:xfrm>
                <ns1:custGeom>
                  <ns1:avLst/>
                  <ns1:gdLst>
                    <ns1:gd name="T0" fmla="*/ 52 w 58"/>
                    <ns1:gd name="T1" fmla="*/ 0 h 63"/>
                    <ns1:gd name="T2" fmla="*/ 56 w 58"/>
                    <ns1:gd name="T3" fmla="*/ 10 h 63"/>
                    <ns1:gd name="T4" fmla="*/ 34 w 58"/>
                    <ns1:gd name="T5" fmla="*/ 63 h 63"/>
                    <ns1:gd name="T6" fmla="*/ 28 w 58"/>
                    <ns1:gd name="T7" fmla="*/ 59 h 63"/>
                    <ns1:gd name="T8" fmla="*/ 35 w 58"/>
                    <ns1:gd name="T9" fmla="*/ 41 h 63"/>
                    <ns1:gd name="T10" fmla="*/ 21 w 58"/>
                    <ns1:gd name="T11" fmla="*/ 30 h 63"/>
                    <ns1:gd name="T12" fmla="*/ 5 w 58"/>
                    <ns1:gd name="T13" fmla="*/ 42 h 63"/>
                    <ns1:gd name="T14" fmla="*/ 0 w 58"/>
                    <ns1:gd name="T15" fmla="*/ 38 h 63"/>
                    <ns1:gd name="T16" fmla="*/ 52 w 58"/>
                    <ns1:gd name="T17" fmla="*/ 0 h 63"/>
                    <ns1:gd name="T18" fmla="*/ 49 w 58"/>
                    <ns1:gd name="T19" fmla="*/ 9 h 63"/>
                    <ns1:gd name="T20" fmla="*/ 27 w 58"/>
                    <ns1:gd name="T21" fmla="*/ 26 h 63"/>
                    <ns1:gd name="T22" fmla="*/ 38 w 58"/>
                    <ns1:gd name="T23" fmla="*/ 35 h 63"/>
                    <ns1:gd name="T24" fmla="*/ 49 w 58"/>
                    <ns1:gd name="T25" fmla="*/ 9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8" h="63">
                      <ns1:moveTo>
                        <ns1:pt x="52" y="0"/>
                      </ns1:moveTo>
                      <ns1:cubicBezTo>
                        <ns1:pt x="57" y="2"/>
                        <ns1:pt x="58" y="5"/>
                        <ns1:pt x="56" y="10"/>
                      </ns1:cubicBezTo>
                      <ns1:cubicBezTo>
                        <ns1:pt x="48" y="27"/>
                        <ns1:pt x="41" y="45"/>
                        <ns1:pt x="34" y="63"/>
                      </ns1:cubicBezTo>
                      <ns1:cubicBezTo>
                        <ns1:pt x="32" y="61"/>
                        <ns1:pt x="30" y="60"/>
                        <ns1:pt x="28" y="59"/>
                      </ns1:cubicBezTo>
                      <ns1:cubicBezTo>
                        <ns1:pt x="31" y="53"/>
                        <ns1:pt x="33" y="47"/>
                        <ns1:pt x="35" y="41"/>
                      </ns1:cubicBezTo>
                      <ns1:cubicBezTo>
                        <ns1:pt x="31" y="38"/>
                        <ns1:pt x="26" y="34"/>
                        <ns1:pt x="21" y="30"/>
                      </ns1:cubicBezTo>
                      <ns1:cubicBezTo>
                        <ns1:pt x="16" y="34"/>
                        <ns1:pt x="11" y="38"/>
                        <ns1:pt x="5" y="42"/>
                      </ns1:cubicBezTo>
                      <ns1:cubicBezTo>
                        <ns1:pt x="4" y="40"/>
                        <ns1:pt x="2" y="39"/>
                        <ns1:pt x="0" y="38"/>
                      </ns1:cubicBezTo>
                      <ns1:cubicBezTo>
                        <ns1:pt x="18" y="25"/>
                        <ns1:pt x="35" y="13"/>
                        <ns1:pt x="52" y="0"/>
                      </ns1:cubicBezTo>
                      <ns1:close/>
                      <ns1:moveTo>
                        <ns1:pt x="49" y="9"/>
                      </ns1:moveTo>
                      <ns1:cubicBezTo>
                        <ns1:pt x="41" y="15"/>
                        <ns1:pt x="34" y="20"/>
                        <ns1:pt x="27" y="26"/>
                      </ns1:cubicBezTo>
                      <ns1:cubicBezTo>
                        <ns1:pt x="31" y="29"/>
                        <ns1:pt x="34" y="32"/>
                        <ns1:pt x="38" y="35"/>
                      </ns1:cubicBezTo>
                      <ns1:cubicBezTo>
                        <ns1:pt x="42" y="26"/>
                        <ns1:pt x="45" y="18"/>
                        <ns1:pt x="49" y="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0" name="Freeform 23"/>
                <ns0:cNvSpPr>
                  <ns1:spLocks noEditPoints="1"/>
                </ns0:cNvSpPr>
                <ns0:nvPr/>
              </ns0:nvSpPr>
              <ns0:spPr bwMode="auto">
                <ns1:xfrm>
                  <ns1:off x="1253318" y="4119085"/>
                  <ns1:ext cx="72627" cy="107408"/>
                </ns1:xfrm>
                <ns1:custGeom>
                  <ns1:avLst/>
                  <ns1:gdLst>
                    <ns1:gd name="T0" fmla="*/ 11 w 33"/>
                    <ns1:gd name="T1" fmla="*/ 23 h 49"/>
                    <ns1:gd name="T2" fmla="*/ 10 w 33"/>
                    <ns1:gd name="T3" fmla="*/ 3 h 49"/>
                    <ns1:gd name="T4" fmla="*/ 30 w 33"/>
                    <ns1:gd name="T5" fmla="*/ 7 h 49"/>
                    <ns1:gd name="T6" fmla="*/ 24 w 33"/>
                    <ns1:gd name="T7" fmla="*/ 22 h 49"/>
                    <ns1:gd name="T8" fmla="*/ 29 w 33"/>
                    <ns1:gd name="T9" fmla="*/ 38 h 49"/>
                    <ns1:gd name="T10" fmla="*/ 24 w 33"/>
                    <ns1:gd name="T11" fmla="*/ 44 h 49"/>
                    <ns1:gd name="T12" fmla="*/ 4 w 33"/>
                    <ns1:gd name="T13" fmla="*/ 42 h 49"/>
                    <ns1:gd name="T14" fmla="*/ 11 w 33"/>
                    <ns1:gd name="T15" fmla="*/ 23 h 49"/>
                    <ns1:gd name="T16" fmla="*/ 15 w 33"/>
                    <ns1:gd name="T17" fmla="*/ 26 h 49"/>
                    <ns1:gd name="T18" fmla="*/ 10 w 33"/>
                    <ns1:gd name="T19" fmla="*/ 38 h 49"/>
                    <ns1:gd name="T20" fmla="*/ 15 w 33"/>
                    <ns1:gd name="T21" fmla="*/ 43 h 49"/>
                    <ns1:gd name="T22" fmla="*/ 21 w 33"/>
                    <ns1:gd name="T23" fmla="*/ 41 h 49"/>
                    <ns1:gd name="T24" fmla="*/ 21 w 33"/>
                    <ns1:gd name="T25" fmla="*/ 34 h 49"/>
                    <ns1:gd name="T26" fmla="*/ 15 w 33"/>
                    <ns1:gd name="T27" fmla="*/ 26 h 49"/>
                    <ns1:gd name="T28" fmla="*/ 17 w 33"/>
                    <ns1:gd name="T29" fmla="*/ 20 h 49"/>
                    <ns1:gd name="T30" fmla="*/ 25 w 33"/>
                    <ns1:gd name="T31" fmla="*/ 10 h 49"/>
                    <ns1:gd name="T32" fmla="*/ 20 w 33"/>
                    <ns1:gd name="T33" fmla="*/ 6 h 49"/>
                    <ns1:gd name="T34" fmla="*/ 13 w 33"/>
                    <ns1:gd name="T35" fmla="*/ 9 h 49"/>
                    <ns1:gd name="T36" fmla="*/ 17 w 33"/>
                    <ns1:gd name="T37" fmla="*/ 20 h 4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33" h="49">
                      <ns1:moveTo>
                        <ns1:pt x="11" y="23"/>
                      </ns1:moveTo>
                      <ns1:cubicBezTo>
                        <ns1:pt x="4" y="14"/>
                        <ns1:pt x="4" y="8"/>
                        <ns1:pt x="10" y="3"/>
                      </ns1:cubicBezTo>
                      <ns1:cubicBezTo>
                        <ns1:pt x="16" y="0"/>
                        <ns1:pt x="26" y="1"/>
                        <ns1:pt x="30" y="7"/>
                      </ns1:cubicBezTo>
                      <ns1:cubicBezTo>
                        <ns1:pt x="33" y="12"/>
                        <ns1:pt x="31" y="17"/>
                        <ns1:pt x="24" y="22"/>
                      </ns1:cubicBezTo>
                      <ns1:cubicBezTo>
                        <ns1:pt x="26" y="28"/>
                        <ns1:pt x="28" y="33"/>
                        <ns1:pt x="29" y="38"/>
                      </ns1:cubicBezTo>
                      <ns1:cubicBezTo>
                        <ns1:pt x="29" y="40"/>
                        <ns1:pt x="26" y="43"/>
                        <ns1:pt x="24" y="44"/>
                      </ns1:cubicBezTo>
                      <ns1:cubicBezTo>
                        <ns1:pt x="19" y="49"/>
                        <ns1:pt x="8" y="47"/>
                        <ns1:pt x="4" y="42"/>
                      </ns1:cubicBezTo>
                      <ns1:cubicBezTo>
                        <ns1:pt x="0" y="35"/>
                        <ns1:pt x="1" y="31"/>
                        <ns1:pt x="11" y="23"/>
                      </ns1:cubicBezTo>
                      <ns1:close/>
                      <ns1:moveTo>
                        <ns1:pt x="15" y="26"/>
                      </ns1:moveTo>
                      <ns1:cubicBezTo>
                        <ns1:pt x="10" y="30"/>
                        <ns1:pt x="8" y="34"/>
                        <ns1:pt x="10" y="38"/>
                      </ns1:cubicBezTo>
                      <ns1:cubicBezTo>
                        <ns1:pt x="10" y="40"/>
                        <ns1:pt x="13" y="42"/>
                        <ns1:pt x="15" y="43"/>
                      </ns1:cubicBezTo>
                      <ns1:cubicBezTo>
                        <ns1:pt x="17" y="43"/>
                        <ns1:pt x="20" y="42"/>
                        <ns1:pt x="21" y="41"/>
                      </ns1:cubicBezTo>
                      <ns1:cubicBezTo>
                        <ns1:pt x="22" y="39"/>
                        <ns1:pt x="22" y="36"/>
                        <ns1:pt x="21" y="34"/>
                      </ns1:cubicBezTo>
                      <ns1:cubicBezTo>
                        <ns1:pt x="19" y="31"/>
                        <ns1:pt x="17" y="29"/>
                        <ns1:pt x="15" y="26"/>
                      </ns1:cubicBezTo>
                      <ns1:close/>
                      <ns1:moveTo>
                        <ns1:pt x="17" y="20"/>
                      </ns1:moveTo>
                      <ns1:cubicBezTo>
                        <ns1:pt x="23" y="17"/>
                        <ns1:pt x="26" y="14"/>
                        <ns1:pt x="25" y="10"/>
                      </ns1:cubicBezTo>
                      <ns1:cubicBezTo>
                        <ns1:pt x="24" y="8"/>
                        <ns1:pt x="21" y="6"/>
                        <ns1:pt x="20" y="6"/>
                      </ns1:cubicBezTo>
                      <ns1:cubicBezTo>
                        <ns1:pt x="18" y="6"/>
                        <ns1:pt x="13" y="8"/>
                        <ns1:pt x="13" y="9"/>
                      </ns1:cubicBezTo>
                      <ns1:cubicBezTo>
                        <ns1:pt x="14" y="12"/>
                        <ns1:pt x="16" y="16"/>
                        <ns1:pt x="17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1" name="Freeform 24"/>
                <ns0:cNvSpPr/>
                <ns0:nvPr/>
              </ns0:nvSpPr>
              <ns0:spPr bwMode="auto">
                <ns1:xfrm>
                  <ns1:off x="1529506" y="4211152"/>
                  <ns1:ext cx="96156" cy="140140"/>
                </ns1:xfrm>
                <ns1:custGeom>
                  <ns1:avLst/>
                  <ns1:gdLst>
                    <ns1:gd name="T0" fmla="*/ 44 w 44"/>
                    <ns1:gd name="T1" fmla="*/ 61 h 64"/>
                    <ns1:gd name="T2" fmla="*/ 36 w 44"/>
                    <ns1:gd name="T3" fmla="*/ 60 h 64"/>
                    <ns1:gd name="T4" fmla="*/ 0 w 44"/>
                    <ns1:gd name="T5" fmla="*/ 14 h 64"/>
                    <ns1:gd name="T6" fmla="*/ 6 w 44"/>
                    <ns1:gd name="T7" fmla="*/ 11 h 64"/>
                    <ns1:gd name="T8" fmla="*/ 37 w 44"/>
                    <ns1:gd name="T9" fmla="*/ 53 h 64"/>
                    <ns1:gd name="T10" fmla="*/ 38 w 44"/>
                    <ns1:gd name="T11" fmla="*/ 52 h 64"/>
                    <ns1:gd name="T12" fmla="*/ 34 w 44"/>
                    <ns1:gd name="T13" fmla="*/ 24 h 64"/>
                    <ns1:gd name="T14" fmla="*/ 31 w 44"/>
                    <ns1:gd name="T15" fmla="*/ 6 h 64"/>
                    <ns1:gd name="T16" fmla="*/ 36 w 44"/>
                    <ns1:gd name="T17" fmla="*/ 0 h 64"/>
                    <ns1:gd name="T18" fmla="*/ 44 w 44"/>
                    <ns1:gd name="T19" fmla="*/ 61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44" h="64">
                      <ns1:moveTo>
                        <ns1:pt x="44" y="61"/>
                      </ns1:moveTo>
                      <ns1:cubicBezTo>
                        <ns1:pt x="41" y="64"/>
                        <ns1:pt x="39" y="63"/>
                        <ns1:pt x="36" y="60"/>
                      </ns1:cubicBezTo>
                      <ns1:cubicBezTo>
                        <ns1:pt x="24" y="45"/>
                        <ns1:pt x="13" y="29"/>
                        <ns1:pt x="0" y="14"/>
                      </ns1:cubicBezTo>
                      <ns1:cubicBezTo>
                        <ns1:pt x="2" y="13"/>
                        <ns1:pt x="4" y="12"/>
                        <ns1:pt x="6" y="11"/>
                      </ns1:cubicBezTo>
                      <ns1:cubicBezTo>
                        <ns1:pt x="17" y="25"/>
                        <ns1:pt x="27" y="39"/>
                        <ns1:pt x="37" y="53"/>
                      </ns1:cubicBezTo>
                      <ns1:cubicBezTo>
                        <ns1:pt x="37" y="53"/>
                        <ns1:pt x="38" y="52"/>
                        <ns1:pt x="38" y="52"/>
                      </ns1:cubicBezTo>
                      <ns1:cubicBezTo>
                        <ns1:pt x="37" y="43"/>
                        <ns1:pt x="35" y="33"/>
                        <ns1:pt x="34" y="24"/>
                      </ns1:cubicBezTo>
                      <ns1:cubicBezTo>
                        <ns1:pt x="33" y="18"/>
                        <ns1:pt x="32" y="12"/>
                        <ns1:pt x="31" y="6"/>
                      </ns1:cubicBezTo>
                      <ns1:cubicBezTo>
                        <ns1:pt x="31" y="2"/>
                        <ns1:pt x="32" y="0"/>
                        <ns1:pt x="36" y="0"/>
                      </ns1:cubicBezTo>
                      <ns1:cubicBezTo>
                        <ns1:pt x="39" y="21"/>
                        <ns1:pt x="42" y="41"/>
                        <ns1:pt x="44" y="6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2" name="Freeform 25"/>
                <ns0:cNvSpPr>
                  <ns1:spLocks noEditPoints="1"/>
                </ns0:cNvSpPr>
                <ns0:nvPr/>
              </ns0:nvSpPr>
              <ns0:spPr bwMode="auto">
                <ns1:xfrm>
                  <ns1:off x="1378113" y="4121134"/>
                  <ns1:ext cx="76721" cy="100245"/>
                </ns1:xfrm>
                <ns1:custGeom>
                  <ns1:avLst/>
                  <ns1:gdLst>
                    <ns1:gd name="T0" fmla="*/ 7 w 35"/>
                    <ns1:gd name="T1" fmla="*/ 46 h 46"/>
                    <ns1:gd name="T2" fmla="*/ 17 w 35"/>
                    <ns1:gd name="T3" fmla="*/ 39 h 46"/>
                    <ns1:gd name="T4" fmla="*/ 23 w 35"/>
                    <ns1:gd name="T5" fmla="*/ 29 h 46"/>
                    <ns1:gd name="T6" fmla="*/ 22 w 35"/>
                    <ns1:gd name="T7" fmla="*/ 28 h 46"/>
                    <ns1:gd name="T8" fmla="*/ 20 w 35"/>
                    <ns1:gd name="T9" fmla="*/ 29 h 46"/>
                    <ns1:gd name="T10" fmla="*/ 5 w 35"/>
                    <ns1:gd name="T11" fmla="*/ 26 h 46"/>
                    <ns1:gd name="T12" fmla="*/ 3 w 35"/>
                    <ns1:gd name="T13" fmla="*/ 8 h 46"/>
                    <ns1:gd name="T14" fmla="*/ 16 w 35"/>
                    <ns1:gd name="T15" fmla="*/ 0 h 46"/>
                    <ns1:gd name="T16" fmla="*/ 31 w 35"/>
                    <ns1:gd name="T17" fmla="*/ 15 h 46"/>
                    <ns1:gd name="T18" fmla="*/ 7 w 35"/>
                    <ns1:gd name="T19" fmla="*/ 46 h 46"/>
                    <ns1:gd name="T20" fmla="*/ 23 w 35"/>
                    <ns1:gd name="T21" fmla="*/ 19 h 46"/>
                    <ns1:gd name="T22" fmla="*/ 14 w 35"/>
                    <ns1:gd name="T23" fmla="*/ 5 h 46"/>
                    <ns1:gd name="T24" fmla="*/ 8 w 35"/>
                    <ns1:gd name="T25" fmla="*/ 11 h 46"/>
                    <ns1:gd name="T26" fmla="*/ 16 w 35"/>
                    <ns1:gd name="T27" fmla="*/ 24 h 46"/>
                    <ns1:gd name="T28" fmla="*/ 23 w 35"/>
                    <ns1:gd name="T29" fmla="*/ 19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</ns1:cxnLst>
                  <ns1:rect l="0" t="0" r="r" b="b"/>
                  <ns1:pathLst>
                    <ns1:path w="35" h="46">
                      <ns1:moveTo>
                        <ns1:pt x="7" y="46"/>
                      </ns1:moveTo>
                      <ns1:cubicBezTo>
                        <ns1:pt x="10" y="44"/>
                        <ns1:pt x="14" y="42"/>
                        <ns1:pt x="17" y="39"/>
                      </ns1:cubicBezTo>
                      <ns1:cubicBezTo>
                        <ns1:pt x="19" y="36"/>
                        <ns1:pt x="21" y="32"/>
                        <ns1:pt x="23" y="29"/>
                      </ns1:cubicBezTo>
                      <ns1:cubicBezTo>
                        <ns1:pt x="23" y="28"/>
                        <ns1:pt x="22" y="28"/>
                        <ns1:pt x="22" y="28"/>
                      </ns1:cubicBezTo>
                      <ns1:cubicBezTo>
                        <ns1:pt x="21" y="28"/>
                        <ns1:pt x="20" y="28"/>
                        <ns1:pt x="20" y="29"/>
                      </ns1:cubicBezTo>
                      <ns1:cubicBezTo>
                        <ns1:pt x="14" y="31"/>
                        <ns1:pt x="9" y="30"/>
                        <ns1:pt x="5" y="26"/>
                      </ns1:cubicBezTo>
                      <ns1:cubicBezTo>
                        <ns1:pt x="1" y="22"/>
                        <ns1:pt x="0" y="14"/>
                        <ns1:pt x="3" y="8"/>
                      </ns1:cubicBezTo>
                      <ns1:cubicBezTo>
                        <ns1:pt x="5" y="3"/>
                        <ns1:pt x="10" y="0"/>
                        <ns1:pt x="16" y="0"/>
                      </ns1:cubicBezTo>
                      <ns1:cubicBezTo>
                        <ns1:pt x="23" y="1"/>
                        <ns1:pt x="28" y="6"/>
                        <ns1:pt x="31" y="15"/>
                      </ns1:cubicBezTo>
                      <ns1:cubicBezTo>
                        <ns1:pt x="35" y="30"/>
                        <ns1:pt x="24" y="46"/>
                        <ns1:pt x="7" y="46"/>
                      </ns1:cubicBezTo>
                      <ns1:close/>
                      <ns1:moveTo>
                        <ns1:pt x="23" y="19"/>
                      </ns1:moveTo>
                      <ns1:cubicBezTo>
                        <ns1:pt x="23" y="12"/>
                        <ns1:pt x="18" y="5"/>
                        <ns1:pt x="14" y="5"/>
                      </ns1:cubicBezTo>
                      <ns1:cubicBezTo>
                        <ns1:pt x="10" y="5"/>
                        <ns1:pt x="8" y="8"/>
                        <ns1:pt x="8" y="11"/>
                      </ns1:cubicBezTo>
                      <ns1:cubicBezTo>
                        <ns1:pt x="8" y="18"/>
                        <ns1:pt x="12" y="24"/>
                        <ns1:pt x="16" y="24"/>
                      </ns1:cubicBezTo>
                      <ns1:cubicBezTo>
                        <ns1:pt x="20" y="24"/>
                        <ns1:pt x="23" y="23"/>
                        <ns1:pt x="23" y="1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3" name="Freeform 26"/>
                <ns0:cNvSpPr/>
                <ns0:nvPr/>
              </ns0:nvSpPr>
              <ns0:spPr bwMode="auto">
                <ns1:xfrm>
                  <ns1:off x="1616455" y="4175350"/>
                  <ns1:ext cx="118661" cy="138096"/>
                </ns1:xfrm>
                <ns1:custGeom>
                  <ns1:avLst/>
                  <ns1:gdLst>
                    <ns1:gd name="T0" fmla="*/ 32 w 54"/>
                    <ns1:gd name="T1" fmla="*/ 22 h 63"/>
                    <ns1:gd name="T2" fmla="*/ 36 w 54"/>
                    <ns1:gd name="T3" fmla="*/ 28 h 63"/>
                    <ns1:gd name="T4" fmla="*/ 23 w 54"/>
                    <ns1:gd name="T5" fmla="*/ 37 h 63"/>
                    <ns1:gd name="T6" fmla="*/ 34 w 54"/>
                    <ns1:gd name="T7" fmla="*/ 54 h 63"/>
                    <ns1:gd name="T8" fmla="*/ 50 w 54"/>
                    <ns1:gd name="T9" fmla="*/ 45 h 63"/>
                    <ns1:gd name="T10" fmla="*/ 54 w 54"/>
                    <ns1:gd name="T11" fmla="*/ 51 h 63"/>
                    <ns1:gd name="T12" fmla="*/ 35 w 54"/>
                    <ns1:gd name="T13" fmla="*/ 63 h 63"/>
                    <ns1:gd name="T14" fmla="*/ 0 w 54"/>
                    <ns1:gd name="T15" fmla="*/ 12 h 63"/>
                    <ns1:gd name="T16" fmla="*/ 19 w 54"/>
                    <ns1:gd name="T17" fmla="*/ 0 h 63"/>
                    <ns1:gd name="T18" fmla="*/ 23 w 54"/>
                    <ns1:gd name="T19" fmla="*/ 6 h 63"/>
                    <ns1:gd name="T20" fmla="*/ 8 w 54"/>
                    <ns1:gd name="T21" fmla="*/ 16 h 63"/>
                    <ns1:gd name="T22" fmla="*/ 18 w 54"/>
                    <ns1:gd name="T23" fmla="*/ 31 h 63"/>
                    <ns1:gd name="T24" fmla="*/ 32 w 54"/>
                    <ns1:gd name="T25" fmla="*/ 22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4" h="63">
                      <ns1:moveTo>
                        <ns1:pt x="32" y="22"/>
                      </ns1:moveTo>
                      <ns1:cubicBezTo>
                        <ns1:pt x="34" y="25"/>
                        <ns1:pt x="35" y="26"/>
                        <ns1:pt x="36" y="28"/>
                      </ns1:cubicBezTo>
                      <ns1:cubicBezTo>
                        <ns1:pt x="32" y="31"/>
                        <ns1:pt x="28" y="34"/>
                        <ns1:pt x="23" y="37"/>
                      </ns1:cubicBezTo>
                      <ns1:cubicBezTo>
                        <ns1:pt x="27" y="43"/>
                        <ns1:pt x="30" y="48"/>
                        <ns1:pt x="34" y="54"/>
                      </ns1:cubicBezTo>
                      <ns1:cubicBezTo>
                        <ns1:pt x="39" y="51"/>
                        <ns1:pt x="44" y="48"/>
                        <ns1:pt x="50" y="45"/>
                      </ns1:cubicBezTo>
                      <ns1:cubicBezTo>
                        <ns1:pt x="51" y="46"/>
                        <ns1:pt x="52" y="48"/>
                        <ns1:pt x="54" y="51"/>
                      </ns1:cubicBezTo>
                      <ns1:cubicBezTo>
                        <ns1:pt x="48" y="55"/>
                        <ns1:pt x="42" y="59"/>
                        <ns1:pt x="35" y="63"/>
                      </ns1:cubicBezTo>
                      <ns1:cubicBezTo>
                        <ns1:pt x="23" y="46"/>
                        <ns1:pt x="12" y="29"/>
                        <ns1:pt x="0" y="12"/>
                      </ns1:cubicBezTo>
                      <ns1:cubicBezTo>
                        <ns1:pt x="6" y="8"/>
                        <ns1:pt x="12" y="4"/>
                        <ns1:pt x="19" y="0"/>
                      </ns1:cubicBezTo>
                      <ns1:cubicBezTo>
                        <ns1:pt x="20" y="2"/>
                        <ns1:pt x="21" y="4"/>
                        <ns1:pt x="23" y="6"/>
                      </ns1:cubicBezTo>
                      <ns1:cubicBezTo>
                        <ns1:pt x="18" y="10"/>
                        <ns1:pt x="13" y="13"/>
                        <ns1:pt x="8" y="16"/>
                      </ns1:cubicBezTo>
                      <ns1:cubicBezTo>
                        <ns1:pt x="12" y="21"/>
                        <ns1:pt x="15" y="26"/>
                        <ns1:pt x="18" y="31"/>
                      </ns1:cubicBezTo>
                      <ns1:cubicBezTo>
                        <ns1:pt x="23" y="28"/>
                        <ns1:pt x="27" y="25"/>
                        <ns1:pt x="32" y="2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4" name="Freeform 27"/>
                <ns0:cNvSpPr/>
                <ns0:nvPr/>
              </ns0:nvSpPr>
              <ns0:spPr bwMode="auto">
                <ns1:xfrm>
                  <ns1:off x="1838435" y="3888927"/>
                  <ns1:ext cx="144234" cy="80810"/>
                </ns1:xfrm>
                <ns1:custGeom>
                  <ns1:avLst/>
                  <ns1:gdLst>
                    <ns1:gd name="T0" fmla="*/ 10 w 66"/>
                    <ns1:gd name="T1" fmla="*/ 0 h 37"/>
                    <ns1:gd name="T2" fmla="*/ 33 w 66"/>
                    <ns1:gd name="T3" fmla="*/ 18 h 37"/>
                    <ns1:gd name="T4" fmla="*/ 54 w 66"/>
                    <ns1:gd name="T5" fmla="*/ 28 h 37"/>
                    <ns1:gd name="T6" fmla="*/ 66 w 66"/>
                    <ns1:gd name="T7" fmla="*/ 31 h 37"/>
                    <ns1:gd name="T8" fmla="*/ 65 w 66"/>
                    <ns1:gd name="T9" fmla="*/ 37 h 37"/>
                    <ns1:gd name="T10" fmla="*/ 1 w 66"/>
                    <ns1:gd name="T11" fmla="*/ 36 h 37"/>
                    <ns1:gd name="T12" fmla="*/ 6 w 66"/>
                    <ns1:gd name="T13" fmla="*/ 28 h 37"/>
                    <ns1:gd name="T14" fmla="*/ 32 w 66"/>
                    <ns1:gd name="T15" fmla="*/ 25 h 37"/>
                    <ns1:gd name="T16" fmla="*/ 12 w 66"/>
                    <ns1:gd name="T17" fmla="*/ 9 h 37"/>
                    <ns1:gd name="T18" fmla="*/ 10 w 66"/>
                    <ns1:gd name="T19" fmla="*/ 0 h 3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6" h="37">
                      <ns1:moveTo>
                        <ns1:pt x="10" y="0"/>
                      </ns1:moveTo>
                      <ns1:cubicBezTo>
                        <ns1:pt x="18" y="6"/>
                        <ns1:pt x="26" y="11"/>
                        <ns1:pt x="33" y="18"/>
                      </ns1:cubicBezTo>
                      <ns1:cubicBezTo>
                        <ns1:pt x="39" y="23"/>
                        <ns1:pt x="46" y="26"/>
                        <ns1:pt x="54" y="28"/>
                      </ns1:cubicBezTo>
                      <ns1:cubicBezTo>
                        <ns1:pt x="58" y="29"/>
                        <ns1:pt x="62" y="30"/>
                        <ns1:pt x="66" y="31"/>
                      </ns1:cubicBezTo>
                      <ns1:cubicBezTo>
                        <ns1:pt x="66" y="33"/>
                        <ns1:pt x="65" y="34"/>
                        <ns1:pt x="65" y="37"/>
                      </ns1:cubicBezTo>
                      <ns1:cubicBezTo>
                        <ns1:pt x="43" y="26"/>
                        <ns1:pt x="22" y="32"/>
                        <ns1:pt x="1" y="36"/>
                      </ns1:cubicBezTo>
                      <ns1:cubicBezTo>
                        <ns1:pt x="0" y="31"/>
                        <ns1:pt x="2" y="29"/>
                        <ns1:pt x="6" y="28"/>
                      </ns1:cubicBezTo>
                      <ns1:cubicBezTo>
                        <ns1:pt x="15" y="27"/>
                        <ns1:pt x="23" y="26"/>
                        <ns1:pt x="32" y="25"/>
                      </ns1:cubicBezTo>
                      <ns1:cubicBezTo>
                        <ns1:pt x="25" y="19"/>
                        <ns1:pt x="19" y="14"/>
                        <ns1:pt x="12" y="9"/>
                      </ns1:cubicBezTo>
                      <ns1:cubicBezTo>
                        <ns1:pt x="8" y="6"/>
                        <ns1:pt x="8" y="6"/>
                        <ns1:pt x="1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5" name="Freeform 28"/>
                <ns0:cNvSpPr/>
                <ns0:nvPr/>
              </ns0:nvSpPr>
              <ns0:spPr bwMode="auto">
                <ns1:xfrm>
                  <ns1:off x="1802629" y="3967692"/>
                  <ns1:ext cx="142190" cy="96156"/>
                </ns1:xfrm>
                <ns1:custGeom>
                  <ns1:avLst/>
                  <ns1:gdLst>
                    <ns1:gd name="T0" fmla="*/ 65 w 65"/>
                    <ns1:gd name="T1" fmla="*/ 38 h 44"/>
                    <ns1:gd name="T2" fmla="*/ 63 w 65"/>
                    <ns1:gd name="T3" fmla="*/ 44 h 44"/>
                    <ns1:gd name="T4" fmla="*/ 13 w 65"/>
                    <ns1:gd name="T5" fmla="*/ 21 h 44"/>
                    <ns1:gd name="T6" fmla="*/ 7 w 65"/>
                    <ns1:gd name="T7" fmla="*/ 32 h 44"/>
                    <ns1:gd name="T8" fmla="*/ 0 w 65"/>
                    <ns1:gd name="T9" fmla="*/ 29 h 44"/>
                    <ns1:gd name="T10" fmla="*/ 15 w 65"/>
                    <ns1:gd name="T11" fmla="*/ 0 h 44"/>
                    <ns1:gd name="T12" fmla="*/ 21 w 65"/>
                    <ns1:gd name="T13" fmla="*/ 3 h 44"/>
                    <ns1:gd name="T14" fmla="*/ 16 w 65"/>
                    <ns1:gd name="T15" fmla="*/ 15 h 44"/>
                    <ns1:gd name="T16" fmla="*/ 65 w 65"/>
                    <ns1:gd name="T17" fmla="*/ 38 h 4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65" h="44">
                      <ns1:moveTo>
                        <ns1:pt x="65" y="38"/>
                      </ns1:moveTo>
                      <ns1:cubicBezTo>
                        <ns1:pt x="64" y="40"/>
                        <ns1:pt x="64" y="42"/>
                        <ns1:pt x="63" y="44"/>
                      </ns1:cubicBezTo>
                      <ns1:cubicBezTo>
                        <ns1:pt x="46" y="36"/>
                        <ns1:pt x="30" y="28"/>
                        <ns1:pt x="13" y="21"/>
                      </ns1:cubicBezTo>
                      <ns1:cubicBezTo>
                        <ns1:pt x="11" y="25"/>
                        <ns1:pt x="9" y="28"/>
                        <ns1:pt x="7" y="32"/>
                      </ns1:cubicBezTo>
                      <ns1:cubicBezTo>
                        <ns1:pt x="4" y="31"/>
                        <ns1:pt x="2" y="30"/>
                        <ns1:pt x="0" y="29"/>
                      </ns1:cubicBezTo>
                      <ns1:cubicBezTo>
                        <ns1:pt x="5" y="20"/>
                        <ns1:pt x="10" y="10"/>
                        <ns1:pt x="15" y="0"/>
                      </ns1:cubicBezTo>
                      <ns1:cubicBezTo>
                        <ns1:pt x="17" y="1"/>
                        <ns1:pt x="19" y="2"/>
                        <ns1:pt x="21" y="3"/>
                      </ns1:cubicBezTo>
                      <ns1:cubicBezTo>
                        <ns1:pt x="19" y="7"/>
                        <ns1:pt x="18" y="11"/>
                        <ns1:pt x="16" y="15"/>
                      </ns1:cubicBezTo>
                      <ns1:cubicBezTo>
                        <ns1:pt x="32" y="23"/>
                        <ns1:pt x="49" y="31"/>
                        <ns1:pt x="65" y="3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6" name="Freeform 29"/>
                <ns0:cNvSpPr/>
                <ns0:nvPr/>
              </ns0:nvSpPr>
              <ns0:spPr bwMode="auto">
                <ns1:xfrm>
                  <ns1:off x="907564" y="4153866"/>
                  <ns1:ext cx="130933" cy="92062"/>
                </ns1:xfrm>
                <ns1:custGeom>
                  <ns1:avLst/>
                  <ns1:gdLst>
                    <ns1:gd name="T0" fmla="*/ 10 w 60"/>
                    <ns1:gd name="T1" fmla="*/ 17 h 42"/>
                    <ns1:gd name="T2" fmla="*/ 15 w 60"/>
                    <ns1:gd name="T3" fmla="*/ 20 h 42"/>
                    <ns1:gd name="T4" fmla="*/ 11 w 60"/>
                    <ns1:gd name="T5" fmla="*/ 26 h 42"/>
                    <ns1:gd name="T6" fmla="*/ 11 w 60"/>
                    <ns1:gd name="T7" fmla="*/ 33 h 42"/>
                    <ns1:gd name="T8" fmla="*/ 19 w 60"/>
                    <ns1:gd name="T9" fmla="*/ 34 h 42"/>
                    <ns1:gd name="T10" fmla="*/ 25 w 60"/>
                    <ns1:gd name="T11" fmla="*/ 29 h 42"/>
                    <ns1:gd name="T12" fmla="*/ 56 w 60"/>
                    <ns1:gd name="T13" fmla="*/ 0 h 42"/>
                    <ns1:gd name="T14" fmla="*/ 60 w 60"/>
                    <ns1:gd name="T15" fmla="*/ 4 h 42"/>
                    <ns1:gd name="T16" fmla="*/ 36 w 60"/>
                    <ns1:gd name="T17" fmla="*/ 27 h 42"/>
                    <ns1:gd name="T18" fmla="*/ 23 w 60"/>
                    <ns1:gd name="T19" fmla="*/ 39 h 42"/>
                    <ns1:gd name="T20" fmla="*/ 14 w 60"/>
                    <ns1:gd name="T21" fmla="*/ 42 h 42"/>
                    <ns1:gd name="T22" fmla="*/ 4 w 60"/>
                    <ns1:gd name="T23" fmla="*/ 26 h 42"/>
                    <ns1:gd name="T24" fmla="*/ 10 w 60"/>
                    <ns1:gd name="T25" fmla="*/ 17 h 4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60" h="42">
                      <ns1:moveTo>
                        <ns1:pt x="10" y="17"/>
                      </ns1:moveTo>
                      <ns1:cubicBezTo>
                        <ns1:pt x="12" y="18"/>
                        <ns1:pt x="13" y="19"/>
                        <ns1:pt x="15" y="20"/>
                      </ns1:cubicBezTo>
                      <ns1:cubicBezTo>
                        <ns1:pt x="14" y="22"/>
                        <ns1:pt x="12" y="24"/>
                        <ns1:pt x="11" y="26"/>
                      </ns1:cubicBezTo>
                      <ns1:cubicBezTo>
                        <ns1:pt x="10" y="28"/>
                        <ns1:pt x="10" y="32"/>
                        <ns1:pt x="11" y="33"/>
                      </ns1:cubicBezTo>
                      <ns1:cubicBezTo>
                        <ns1:pt x="13" y="34"/>
                        <ns1:pt x="17" y="35"/>
                        <ns1:pt x="19" y="34"/>
                      </ns1:cubicBezTo>
                      <ns1:cubicBezTo>
                        <ns1:pt x="21" y="33"/>
                        <ns1:pt x="23" y="31"/>
                        <ns1:pt x="25" y="29"/>
                      </ns1:cubicBezTo>
                      <ns1:cubicBezTo>
                        <ns1:pt x="35" y="19"/>
                        <ns1:pt x="46" y="10"/>
                        <ns1:pt x="56" y="0"/>
                      </ns1:cubicBezTo>
                      <ns1:cubicBezTo>
                        <ns1:pt x="58" y="1"/>
                        <ns1:pt x="59" y="3"/>
                        <ns1:pt x="60" y="4"/>
                      </ns1:cubicBezTo>
                      <ns1:cubicBezTo>
                        <ns1:pt x="52" y="12"/>
                        <ns1:pt x="44" y="20"/>
                        <ns1:pt x="36" y="27"/>
                      </ns1:cubicBezTo>
                      <ns1:cubicBezTo>
                        <ns1:pt x="32" y="31"/>
                        <ns1:pt x="28" y="35"/>
                        <ns1:pt x="23" y="39"/>
                      </ns1:cubicBezTo>
                      <ns1:cubicBezTo>
                        <ns1:pt x="21" y="40"/>
                        <ns1:pt x="17" y="42"/>
                        <ns1:pt x="14" y="42"/>
                      </ns1:cubicBezTo>
                      <ns1:cubicBezTo>
                        <ns1:pt x="5" y="42"/>
                        <ns1:pt x="0" y="34"/>
                        <ns1:pt x="4" y="26"/>
                      </ns1:cubicBezTo>
                      <ns1:cubicBezTo>
                        <ns1:pt x="5" y="23"/>
                        <ns1:pt x="8" y="20"/>
                        <ns1:pt x="1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7" name="Freeform 30"/>
                <ns0:cNvSpPr/>
                <ns0:nvPr/>
              </ns0:nvSpPr>
              <ns0:spPr bwMode="auto">
                <ns1:xfrm>
                  <ns1:off x="1251270" y="3242437"/>
                  <ns1:ext cx="70583" cy="69558"/>
                </ns1:xfrm>
                <ns1:custGeom>
                  <ns1:avLst/>
                  <ns1:gdLst>
                    <ns1:gd name="T0" fmla="*/ 11 w 32"/>
                    <ns1:gd name="T1" fmla="*/ 24 h 32"/>
                    <ns1:gd name="T2" fmla="*/ 3 w 32"/>
                    <ns1:gd name="T3" fmla="*/ 17 h 32"/>
                    <ns1:gd name="T4" fmla="*/ 8 w 32"/>
                    <ns1:gd name="T5" fmla="*/ 5 h 32"/>
                    <ns1:gd name="T6" fmla="*/ 18 w 32"/>
                    <ns1:gd name="T7" fmla="*/ 2 h 32"/>
                    <ns1:gd name="T8" fmla="*/ 27 w 32"/>
                    <ns1:gd name="T9" fmla="*/ 3 h 32"/>
                    <ns1:gd name="T10" fmla="*/ 29 w 32"/>
                    <ns1:gd name="T11" fmla="*/ 14 h 32"/>
                    <ns1:gd name="T12" fmla="*/ 14 w 32"/>
                    <ns1:gd name="T13" fmla="*/ 32 h 32"/>
                    <ns1:gd name="T14" fmla="*/ 12 w 32"/>
                    <ns1:gd name="T15" fmla="*/ 31 h 32"/>
                    <ns1:gd name="T16" fmla="*/ 11 w 32"/>
                    <ns1:gd name="T17" fmla="*/ 24 h 3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32" h="32">
                      <ns1:moveTo>
                        <ns1:pt x="11" y="24"/>
                      </ns1:moveTo>
                      <ns1:cubicBezTo>
                        <ns1:pt x="8" y="21"/>
                        <ns1:pt x="5" y="19"/>
                        <ns1:pt x="3" y="17"/>
                      </ns1:cubicBezTo>
                      <ns1:cubicBezTo>
                        <ns1:pt x="0" y="11"/>
                        <ns1:pt x="2" y="7"/>
                        <ns1:pt x="8" y="5"/>
                      </ns1:cubicBezTo>
                      <ns1:cubicBezTo>
                        <ns1:pt x="11" y="4"/>
                        <ns1:pt x="15" y="3"/>
                        <ns1:pt x="18" y="2"/>
                      </ns1:cubicBezTo>
                      <ns1:cubicBezTo>
                        <ns1:pt x="22" y="0"/>
                        <ns1:pt x="24" y="0"/>
                        <ns1:pt x="27" y="3"/>
                      </ns1:cubicBezTo>
                      <ns1:cubicBezTo>
                        <ns1:pt x="30" y="6"/>
                        <ns1:pt x="32" y="10"/>
                        <ns1:pt x="29" y="14"/>
                      </ns1:cubicBezTo>
                      <ns1:cubicBezTo>
                        <ns1:pt x="25" y="20"/>
                        <ns1:pt x="19" y="26"/>
                        <ns1:pt x="14" y="32"/>
                      </ns1:cubicBezTo>
                      <ns1:cubicBezTo>
                        <ns1:pt x="13" y="32"/>
                        <ns1:pt x="12" y="32"/>
                        <ns1:pt x="12" y="31"/>
                      </ns1:cubicBezTo>
                      <ns1:cubicBezTo>
                        <ns1:pt x="12" y="28"/>
                        <ns1:pt x="11" y="26"/>
                        <ns1:pt x="11" y="2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8" name="Freeform 31"/>
                <ns0:cNvSpPr/>
                <ns0:nvPr/>
              </ns0:nvSpPr>
              <ns0:spPr bwMode="auto">
                <ns1:xfrm>
                  <ns1:off x="1117267" y="3334504"/>
                  <ns1:ext cx="83880" cy="120705"/>
                </ns1:xfrm>
                <ns1:custGeom>
                  <ns1:avLst/>
                  <ns1:gdLst>
                    <ns1:gd name="T0" fmla="*/ 8 w 38"/>
                    <ns1:gd name="T1" fmla="*/ 55 h 55"/>
                    <ns1:gd name="T2" fmla="*/ 3 w 38"/>
                    <ns1:gd name="T3" fmla="*/ 48 h 55"/>
                    <ns1:gd name="T4" fmla="*/ 4 w 38"/>
                    <ns1:gd name="T5" fmla="*/ 37 h 55"/>
                    <ns1:gd name="T6" fmla="*/ 36 w 38"/>
                    <ns1:gd name="T7" fmla="*/ 1 h 55"/>
                    <ns1:gd name="T8" fmla="*/ 38 w 38"/>
                    <ns1:gd name="T9" fmla="*/ 0 h 55"/>
                    <ns1:gd name="T10" fmla="*/ 8 w 38"/>
                    <ns1:gd name="T11" fmla="*/ 55 h 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38" h="55">
                      <ns1:moveTo>
                        <ns1:pt x="8" y="55"/>
                      </ns1:moveTo>
                      <ns1:cubicBezTo>
                        <ns1:pt x="6" y="53"/>
                        <ns1:pt x="4" y="51"/>
                        <ns1:pt x="3" y="48"/>
                      </ns1:cubicBezTo>
                      <ns1:cubicBezTo>
                        <ns1:pt x="1" y="44"/>
                        <ns1:pt x="0" y="40"/>
                        <ns1:pt x="4" y="37"/>
                      </ns1:cubicBezTo>
                      <ns1:cubicBezTo>
                        <ns1:pt x="18" y="28"/>
                        <ns1:pt x="27" y="15"/>
                        <ns1:pt x="36" y="1"/>
                      </ns1:cubicBezTo>
                      <ns1:cubicBezTo>
                        <ns1:pt x="36" y="1"/>
                        <ns1:pt x="37" y="0"/>
                        <ns1:pt x="38" y="0"/>
                      </ns1:cubicBezTo>
                      <ns1:cubicBezTo>
                        <ns1:pt x="33" y="20"/>
                        <ns1:pt x="21" y="37"/>
                        <ns1:pt x="8" y="5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9" name="Freeform 32"/>
                <ns0:cNvSpPr/>
                <ns0:nvPr/>
              </ns0:nvSpPr>
              <ns0:spPr bwMode="auto">
                <ns1:xfrm>
                  <ns1:off x="1487567" y="4101699"/>
                  <ns1:ext cx="61375" cy="104339"/>
                </ns1:xfrm>
                <ns1:custGeom>
                  <ns1:avLst/>
                  <ns1:gdLst>
                    <ns1:gd name="T0" fmla="*/ 28 w 28"/>
                    <ns1:gd name="T1" fmla="*/ 0 h 48"/>
                    <ns1:gd name="T2" fmla="*/ 23 w 28"/>
                    <ns1:gd name="T3" fmla="*/ 47 h 48"/>
                    <ns1:gd name="T4" fmla="*/ 18 w 28"/>
                    <ns1:gd name="T5" fmla="*/ 48 h 48"/>
                    <ns1:gd name="T6" fmla="*/ 22 w 28"/>
                    <ns1:gd name="T7" fmla="*/ 9 h 48"/>
                    <ns1:gd name="T8" fmla="*/ 3 w 28"/>
                    <ns1:gd name="T9" fmla="*/ 19 h 48"/>
                    <ns1:gd name="T10" fmla="*/ 9 w 28"/>
                    <ns1:gd name="T11" fmla="*/ 4 h 48"/>
                    <ns1:gd name="T12" fmla="*/ 28 w 28"/>
                    <ns1:gd name="T13" fmla="*/ 0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48">
                      <ns1:moveTo>
                        <ns1:pt x="28" y="0"/>
                      </ns1:moveTo>
                      <ns1:cubicBezTo>
                        <ns1:pt x="27" y="16"/>
                        <ns1:pt x="25" y="31"/>
                        <ns1:pt x="23" y="47"/>
                      </ns1:cubicBezTo>
                      <ns1:cubicBezTo>
                        <ns1:pt x="22" y="47"/>
                        <ns1:pt x="20" y="48"/>
                        <ns1:pt x="18" y="48"/>
                      </ns1:cubicBezTo>
                      <ns1:cubicBezTo>
                        <ns1:pt x="19" y="35"/>
                        <ns1:pt x="20" y="22"/>
                        <ns1:pt x="22" y="9"/>
                      </ns1:cubicBezTo>
                      <ns1:cubicBezTo>
                        <ns1:pt x="14" y="10"/>
                        <ns1:pt x="6" y="10"/>
                        <ns1:pt x="3" y="19"/>
                      </ns1:cubicBezTo>
                      <ns1:cubicBezTo>
                        <ns1:pt x="0" y="11"/>
                        <ns1:pt x="3" y="5"/>
                        <ns1:pt x="9" y="4"/>
                      </ns1:cubicBezTo>
                      <ns1:cubicBezTo>
                        <ns1:pt x="15" y="3"/>
                        <ns1:pt x="21" y="1"/>
                        <ns1:pt x="2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0" name="Freeform 33"/>
                <ns0:cNvSpPr/>
                <ns0:nvPr/>
              </ns0:nvSpPr>
              <ns0:spPr bwMode="auto">
                <ns1:xfrm>
                  <ns1:off x="1130564" y="4090446"/>
                  <ns1:ext cx="76721" cy="94111"/>
                </ns1:xfrm>
                <ns1:custGeom>
                  <ns1:avLst/>
                  <ns1:gdLst>
                    <ns1:gd name="T0" fmla="*/ 0 w 35"/>
                    <ns1:gd name="T1" fmla="*/ 33 h 43"/>
                    <ns1:gd name="T2" fmla="*/ 3 w 35"/>
                    <ns1:gd name="T3" fmla="*/ 31 h 43"/>
                    <ns1:gd name="T4" fmla="*/ 10 w 35"/>
                    <ns1:gd name="T5" fmla="*/ 28 h 43"/>
                    <ns1:gd name="T6" fmla="*/ 24 w 35"/>
                    <ns1:gd name="T7" fmla="*/ 4 h 43"/>
                    <ns1:gd name="T8" fmla="*/ 19 w 35"/>
                    <ns1:gd name="T9" fmla="*/ 1 h 43"/>
                    <ns1:gd name="T10" fmla="*/ 20 w 35"/>
                    <ns1:gd name="T11" fmla="*/ 0 h 43"/>
                    <ns1:gd name="T12" fmla="*/ 35 w 35"/>
                    <ns1:gd name="T13" fmla="*/ 0 h 43"/>
                    <ns1:gd name="T14" fmla="*/ 29 w 35"/>
                    <ns1:gd name="T15" fmla="*/ 11 h 43"/>
                    <ns1:gd name="T16" fmla="*/ 17 w 35"/>
                    <ns1:gd name="T17" fmla="*/ 32 h 43"/>
                    <ns1:gd name="T18" fmla="*/ 17 w 35"/>
                    <ns1:gd name="T19" fmla="*/ 39 h 43"/>
                    <ns1:gd name="T20" fmla="*/ 17 w 35"/>
                    <ns1:gd name="T21" fmla="*/ 43 h 43"/>
                    <ns1:gd name="T22" fmla="*/ 0 w 35"/>
                    <ns1:gd name="T23" fmla="*/ 33 h 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35" h="43">
                      <ns1:moveTo>
                        <ns1:pt x="0" y="33"/>
                      </ns1:moveTo>
                      <ns1:cubicBezTo>
                        <ns1:pt x="2" y="32"/>
                        <ns1:pt x="3" y="31"/>
                        <ns1:pt x="3" y="31"/>
                      </ns1:cubicBezTo>
                      <ns1:cubicBezTo>
                        <ns1:pt x="7" y="34"/>
                        <ns1:pt x="9" y="31"/>
                        <ns1:pt x="10" y="28"/>
                      </ns1:cubicBezTo>
                      <ns1:cubicBezTo>
                        <ns1:pt x="15" y="20"/>
                        <ns1:pt x="20" y="12"/>
                        <ns1:pt x="24" y="4"/>
                      </ns1:cubicBezTo>
                      <ns1:cubicBezTo>
                        <ns1:pt x="22" y="2"/>
                        <ns1:pt x="21" y="2"/>
                        <ns1:pt x="19" y="1"/>
                      </ns1:cubicBezTo>
                      <ns1:cubicBezTo>
                        <ns1:pt x="19" y="0"/>
                        <ns1:pt x="20" y="0"/>
                        <ns1:pt x="20" y="0"/>
                      </ns1:cubicBezTo>
                      <ns1:cubicBezTo>
                        <ns1:pt x="24" y="0"/>
                        <ns1:pt x="29" y="0"/>
                        <ns1:pt x="35" y="0"/>
                      </ns1:cubicBezTo>
                      <ns1:cubicBezTo>
                        <ns1:pt x="33" y="4"/>
                        <ns1:pt x="31" y="7"/>
                        <ns1:pt x="29" y="11"/>
                      </ns1:cubicBezTo>
                      <ns1:cubicBezTo>
                        <ns1:pt x="25" y="18"/>
                        <ns1:pt x="21" y="25"/>
                        <ns1:pt x="17" y="32"/>
                      </ns1:cubicBezTo>
                      <ns1:cubicBezTo>
                        <ns1:pt x="15" y="34"/>
                        <ns1:pt x="13" y="37"/>
                        <ns1:pt x="17" y="39"/>
                      </ns1:cubicBezTo>
                      <ns1:cubicBezTo>
                        <ns1:pt x="18" y="39"/>
                        <ns1:pt x="17" y="41"/>
                        <ns1:pt x="17" y="43"/>
                      </ns1:cubicBezTo>
                      <ns1:cubicBezTo>
                        <ns1:pt x="11" y="39"/>
                        <ns1:pt x="6" y="37"/>
                        <ns1:pt x="0" y="3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1" name="Freeform 34"/>
                <ns0:cNvSpPr/>
                <ns0:nvPr/>
              </ns0:nvSpPr>
              <ns0:spPr bwMode="auto">
                <ns1:xfrm>
                  <ns1:off x="970988" y="4173301"/>
                  <ns1:ext cx="101270" cy="103315"/>
                </ns1:xfrm>
                <ns1:custGeom>
                  <ns1:avLst/>
                  <ns1:gdLst>
                    <ns1:gd name="T0" fmla="*/ 2 w 46"/>
                    <ns1:gd name="T1" fmla="*/ 47 h 47"/>
                    <ns1:gd name="T2" fmla="*/ 0 w 46"/>
                    <ns1:gd name="T3" fmla="*/ 43 h 47"/>
                    <ns1:gd name="T4" fmla="*/ 43 w 46"/>
                    <ns1:gd name="T5" fmla="*/ 0 h 47"/>
                    <ns1:gd name="T6" fmla="*/ 46 w 46"/>
                    <ns1:gd name="T7" fmla="*/ 3 h 47"/>
                    <ns1:gd name="T8" fmla="*/ 2 w 46"/>
                    <ns1:gd name="T9" fmla="*/ 47 h 4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6" h="47">
                      <ns1:moveTo>
                        <ns1:pt x="2" y="47"/>
                      </ns1:moveTo>
                      <ns1:cubicBezTo>
                        <ns1:pt x="2" y="46"/>
                        <ns1:pt x="1" y="44"/>
                        <ns1:pt x="0" y="43"/>
                      </ns1:cubicBezTo>
                      <ns1:cubicBezTo>
                        <ns1:pt x="14" y="29"/>
                        <ns1:pt x="28" y="15"/>
                        <ns1:pt x="43" y="0"/>
                      </ns1:cubicBezTo>
                      <ns1:cubicBezTo>
                        <ns1:pt x="44" y="1"/>
                        <ns1:pt x="45" y="2"/>
                        <ns1:pt x="46" y="3"/>
                      </ns1:cubicBezTo>
                      <ns1:cubicBezTo>
                        <ns1:pt x="32" y="18"/>
                        <ns1:pt x="17" y="32"/>
                        <ns1:pt x="2" y="4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2" name="Freeform 35"/>
                <ns0:cNvSpPr/>
                <ns0:nvPr/>
              </ns0:nvSpPr>
              <ns0:spPr bwMode="auto">
                <ns1:xfrm>
                  <ns1:off x="1783194" y="4048507"/>
                  <ns1:ext cx="128889" cy="72627"/>
                </ns1:xfrm>
                <ns1:custGeom>
                  <ns1:avLst/>
                  <ns1:gdLst>
                    <ns1:gd name="T0" fmla="*/ 59 w 59"/>
                    <ns1:gd name="T1" fmla="*/ 28 h 33"/>
                    <ns1:gd name="T2" fmla="*/ 56 w 59"/>
                    <ns1:gd name="T3" fmla="*/ 33 h 33"/>
                    <ns1:gd name="T4" fmla="*/ 0 w 59"/>
                    <ns1:gd name="T5" fmla="*/ 5 h 33"/>
                    <ns1:gd name="T6" fmla="*/ 3 w 59"/>
                    <ns1:gd name="T7" fmla="*/ 0 h 33"/>
                    <ns1:gd name="T8" fmla="*/ 59 w 59"/>
                    <ns1:gd name="T9" fmla="*/ 28 h 3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59" h="33">
                      <ns1:moveTo>
                        <ns1:pt x="59" y="28"/>
                      </ns1:moveTo>
                      <ns1:cubicBezTo>
                        <ns1:pt x="58" y="30"/>
                        <ns1:pt x="57" y="31"/>
                        <ns1:pt x="56" y="33"/>
                      </ns1:cubicBezTo>
                      <ns1:cubicBezTo>
                        <ns1:pt x="37" y="23"/>
                        <ns1:pt x="19" y="14"/>
                        <ns1:pt x="0" y="5"/>
                      </ns1:cubicBezTo>
                      <ns1:cubicBezTo>
                        <ns1:pt x="1" y="3"/>
                        <ns1:pt x="2" y="2"/>
                        <ns1:pt x="3" y="0"/>
                      </ns1:cubicBezTo>
                      <ns1:cubicBezTo>
                        <ns1:pt x="22" y="9"/>
                        <ns1:pt x="40" y="18"/>
                        <ns1:pt x="59" y="2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3" name="Freeform 36"/>
                <ns0:cNvSpPr/>
                <ns0:nvPr/>
              </ns0:nvSpPr>
              <ns0:spPr bwMode="auto">
                <ns1:xfrm>
                  <ns1:off x="1512116" y="4236725"/>
                  <ns1:ext cx="56261" cy="129913"/>
                </ns1:xfrm>
                <ns1:custGeom>
                  <ns1:avLst/>
                  <ns1:gdLst>
                    <ns1:gd name="T0" fmla="*/ 26 w 26"/>
                    <ns1:gd name="T1" fmla="*/ 58 h 59"/>
                    <ns1:gd name="T2" fmla="*/ 20 w 26"/>
                    <ns1:gd name="T3" fmla="*/ 59 h 59"/>
                    <ns1:gd name="T4" fmla="*/ 0 w 26"/>
                    <ns1:gd name="T5" fmla="*/ 2 h 59"/>
                    <ns1:gd name="T6" fmla="*/ 5 w 26"/>
                    <ns1:gd name="T7" fmla="*/ 0 h 59"/>
                    <ns1:gd name="T8" fmla="*/ 26 w 26"/>
                    <ns1:gd name="T9" fmla="*/ 58 h 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6" h="59">
                      <ns1:moveTo>
                        <ns1:pt x="26" y="58"/>
                      </ns1:moveTo>
                      <ns1:cubicBezTo>
                        <ns1:pt x="23" y="58"/>
                        <ns1:pt x="22" y="59"/>
                        <ns1:pt x="20" y="59"/>
                      </ns1:cubicBezTo>
                      <ns1:cubicBezTo>
                        <ns1:pt x="13" y="40"/>
                        <ns1:pt x="7" y="21"/>
                        <ns1:pt x="0" y="2"/>
                      </ns1:cubicBezTo>
                      <ns1:cubicBezTo>
                        <ns1:pt x="2" y="1"/>
                        <ns1:pt x="3" y="1"/>
                        <ns1:pt x="5" y="0"/>
                      </ns1:cubicBezTo>
                      <ns1:cubicBezTo>
                        <ns1:pt x="12" y="19"/>
                        <ns1:pt x="19" y="38"/>
                        <ns1:pt x="26" y="5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4" name="Freeform 37"/>
                <ns0:cNvSpPr/>
                <ns0:nvPr/>
              </ns0:nvSpPr>
              <ns0:spPr bwMode="auto">
                <ns1:xfrm>
                  <ns1:off x="1249225" y="3307906"/>
                  <ns1:ext cx="65469" cy="55237"/>
                </ns1:xfrm>
                <ns1:custGeom>
                  <ns1:avLst/>
                  <ns1:gdLst>
                    <ns1:gd name="T0" fmla="*/ 30 w 30"/>
                    <ns1:gd name="T1" fmla="*/ 1 h 25"/>
                    <ns1:gd name="T2" fmla="*/ 11 w 30"/>
                    <ns1:gd name="T3" fmla="*/ 25 h 25"/>
                    <ns1:gd name="T4" fmla="*/ 0 w 30"/>
                    <ns1:gd name="T5" fmla="*/ 10 h 25"/>
                    <ns1:gd name="T6" fmla="*/ 28 w 30"/>
                    <ns1:gd name="T7" fmla="*/ 0 h 25"/>
                    <ns1:gd name="T8" fmla="*/ 30 w 30"/>
                    <ns1:gd name="T9" fmla="*/ 1 h 2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30" h="25">
                      <ns1:moveTo>
                        <ns1:pt x="30" y="1"/>
                      </ns1:moveTo>
                      <ns1:cubicBezTo>
                        <ns1:pt x="27" y="12"/>
                        <ns1:pt x="19" y="17"/>
                        <ns1:pt x="11" y="25"/>
                      </ns1:cubicBezTo>
                      <ns1:cubicBezTo>
                        <ns1:pt x="7" y="20"/>
                        <ns1:pt x="3" y="15"/>
                        <ns1:pt x="0" y="10"/>
                      </ns1:cubicBezTo>
                      <ns1:cubicBezTo>
                        <ns1:pt x="10" y="6"/>
                        <ns1:pt x="19" y="3"/>
                        <ns1:pt x="28" y="0"/>
                      </ns1:cubicBezTo>
                      <ns1:cubicBezTo>
                        <ns1:pt x="29" y="0"/>
                        <ns1:pt x="29" y="1"/>
                        <ns1:pt x="3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5" name="Freeform 38"/>
                <ns0:cNvSpPr/>
                <ns0:nvPr/>
              </ns0:nvSpPr>
              <ns0:spPr bwMode="auto">
                <ns1:xfrm>
                  <ns1:off x="1625663" y="3399968"/>
                  <ns1:ext cx="32732" cy="57285"/>
                </ns1:xfrm>
                <ns1:custGeom>
                  <ns1:avLst/>
                  <ns1:gdLst>
                    <ns1:gd name="T0" fmla="*/ 1 w 15"/>
                    <ns1:gd name="T1" fmla="*/ 0 h 26"/>
                    <ns1:gd name="T2" fmla="*/ 15 w 15"/>
                    <ns1:gd name="T3" fmla="*/ 20 h 26"/>
                    <ns1:gd name="T4" fmla="*/ 8 w 15"/>
                    <ns1:gd name="T5" fmla="*/ 26 h 26"/>
                    <ns1:gd name="T6" fmla="*/ 0 w 15"/>
                    <ns1:gd name="T7" fmla="*/ 19 h 26"/>
                    <ns1:gd name="T8" fmla="*/ 0 w 15"/>
                    <ns1:gd name="T9" fmla="*/ 9 h 26"/>
                    <ns1:gd name="T10" fmla="*/ 1 w 15"/>
                    <ns1:gd name="T11" fmla="*/ 0 h 2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5" h="26">
                      <ns1:moveTo>
                        <ns1:pt x="1" y="0"/>
                      </ns1:moveTo>
                      <ns1:cubicBezTo>
                        <ns1:pt x="11" y="5"/>
                        <ns1:pt x="15" y="12"/>
                        <ns1:pt x="15" y="20"/>
                      </ns1:cubicBezTo>
                      <ns1:cubicBezTo>
                        <ns1:pt x="15" y="25"/>
                        <ns1:pt x="12" y="26"/>
                        <ns1:pt x="8" y="26"/>
                      </ns1:cubicBezTo>
                      <ns1:cubicBezTo>
                        <ns1:pt x="4" y="26"/>
                        <ns1:pt x="0" y="22"/>
                        <ns1:pt x="0" y="19"/>
                      </ns1:cubicBezTo>
                      <ns1:cubicBezTo>
                        <ns1:pt x="0" y="15"/>
                        <ns1:pt x="0" y="12"/>
                        <ns1:pt x="0" y="9"/>
                      </ns1:cubicBezTo>
                      <ns1:cubicBezTo>
                        <ns1:pt x="0" y="6"/>
                        <ns1:pt x="1" y="4"/>
                        <ns1:pt x="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6" name="Freeform 39"/>
                <ns0:cNvSpPr/>
                <ns0:nvPr/>
              </ns0:nvSpPr>
              <ns0:spPr bwMode="auto">
                <ns1:xfrm>
                  <ns1:off x="771517" y="3549316"/>
                  <ns1:ext cx="57286" cy="34781"/>
                </ns1:xfrm>
                <ns1:custGeom>
                  <ns1:avLst/>
                  <ns1:gdLst>
                    <ns1:gd name="T0" fmla="*/ 0 w 26"/>
                    <ns1:gd name="T1" fmla="*/ 2 h 16"/>
                    <ns1:gd name="T2" fmla="*/ 18 w 26"/>
                    <ns1:gd name="T3" fmla="*/ 0 h 16"/>
                    <ns1:gd name="T4" fmla="*/ 23 w 26"/>
                    <ns1:gd name="T5" fmla="*/ 12 h 16"/>
                    <ns1:gd name="T6" fmla="*/ 21 w 26"/>
                    <ns1:gd name="T7" fmla="*/ 16 h 16"/>
                    <ns1:gd name="T8" fmla="*/ 9 w 26"/>
                    <ns1:gd name="T9" fmla="*/ 13 h 16"/>
                    <ns1:gd name="T10" fmla="*/ 0 w 26"/>
                    <ns1:gd name="T11" fmla="*/ 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26" h="16">
                      <ns1:moveTo>
                        <ns1:pt x="0" y="2"/>
                      </ns1:moveTo>
                      <ns1:cubicBezTo>
                        <ns1:pt x="6" y="1"/>
                        <ns1:pt x="12" y="0"/>
                        <ns1:pt x="18" y="0"/>
                      </ns1:cubicBezTo>
                      <ns1:cubicBezTo>
                        <ns1:pt x="23" y="1"/>
                        <ns1:pt x="26" y="6"/>
                        <ns1:pt x="23" y="12"/>
                      </ns1:cubicBezTo>
                      <ns1:cubicBezTo>
                        <ns1:pt x="22" y="13"/>
                        <ns1:pt x="21" y="15"/>
                        <ns1:pt x="21" y="16"/>
                      </ns1:cubicBezTo>
                      <ns1:cubicBezTo>
                        <ns1:pt x="17" y="15"/>
                        <ns1:pt x="13" y="14"/>
                        <ns1:pt x="9" y="13"/>
                      </ns1:cubicBezTo>
                      <ns1:cubicBezTo>
                        <ns1:pt x="4" y="12"/>
                        <ns1:pt x="2" y="8"/>
                        <ns1:pt x="0" y="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7" name="Freeform 40"/>
                <ns0:cNvSpPr/>
                <ns0:nvPr/>
              </ns0:nvSpPr>
              <ns0:spPr bwMode="auto">
                <ns1:xfrm>
                  <ns1:off x="1187850" y="3202546"/>
                  <ns1:ext cx="36826" cy="50123"/>
                </ns1:xfrm>
                <ns1:custGeom>
                  <ns1:avLst/>
                  <ns1:gdLst>
                    <ns1:gd name="T0" fmla="*/ 1 w 17"/>
                    <ns1:gd name="T1" fmla="*/ 23 h 23"/>
                    <ns1:gd name="T2" fmla="*/ 0 w 17"/>
                    <ns1:gd name="T3" fmla="*/ 5 h 23"/>
                    <ns1:gd name="T4" fmla="*/ 3 w 17"/>
                    <ns1:gd name="T5" fmla="*/ 0 h 23"/>
                    <ns1:gd name="T6" fmla="*/ 7 w 17"/>
                    <ns1:gd name="T7" fmla="*/ 2 h 23"/>
                    <ns1:gd name="T8" fmla="*/ 15 w 17"/>
                    <ns1:gd name="T9" fmla="*/ 14 h 23"/>
                    <ns1:gd name="T10" fmla="*/ 8 w 17"/>
                    <ns1:gd name="T11" fmla="*/ 23 h 23"/>
                    <ns1:gd name="T12" fmla="*/ 1 w 17"/>
                    <ns1:gd name="T13" fmla="*/ 23 h 2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7" h="23">
                      <ns1:moveTo>
                        <ns1:pt x="1" y="23"/>
                      </ns1:moveTo>
                      <ns1:cubicBezTo>
                        <ns1:pt x="0" y="16"/>
                        <ns1:pt x="0" y="11"/>
                        <ns1:pt x="0" y="5"/>
                      </ns1:cubicBezTo>
                      <ns1:cubicBezTo>
                        <ns1:pt x="0" y="3"/>
                        <ns1:pt x="1" y="1"/>
                        <ns1:pt x="3" y="0"/>
                      </ns1:cubicBezTo>
                      <ns1:cubicBezTo>
                        <ns1:pt x="3" y="0"/>
                        <ns1:pt x="6" y="1"/>
                        <ns1:pt x="7" y="2"/>
                      </ns1:cubicBezTo>
                      <ns1:cubicBezTo>
                        <ns1:pt x="10" y="6"/>
                        <ns1:pt x="13" y="10"/>
                        <ns1:pt x="15" y="14"/>
                      </ns1:cubicBezTo>
                      <ns1:cubicBezTo>
                        <ns1:pt x="17" y="20"/>
                        <ns1:pt x="14" y="23"/>
                        <ns1:pt x="8" y="23"/>
                      </ns1:cubicBezTo>
                      <ns1:cubicBezTo>
                        <ns1:pt x="6" y="23"/>
                        <ns1:pt x="3" y="23"/>
                        <ns1:pt x="1" y="2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8" name="Freeform 41"/>
                <ns0:cNvSpPr/>
                <ns0:nvPr/>
              </ns0:nvSpPr>
              <ns0:spPr bwMode="auto">
                <ns1:xfrm>
                  <ns1:off x="824709" y="3603532"/>
                  <ns1:ext cx="46033" cy="32732"/>
                </ns1:xfrm>
                <ns1:custGeom>
                  <ns1:avLst/>
                  <ns1:gdLst>
                    <ns1:gd name="T0" fmla="*/ 15 w 21"/>
                    <ns1:gd name="T1" fmla="*/ 15 h 15"/>
                    <ns1:gd name="T2" fmla="*/ 2 w 21"/>
                    <ns1:gd name="T3" fmla="*/ 8 h 15"/>
                    <ns1:gd name="T4" fmla="*/ 0 w 21"/>
                    <ns1:gd name="T5" fmla="*/ 4 h 15"/>
                    <ns1:gd name="T6" fmla="*/ 4 w 21"/>
                    <ns1:gd name="T7" fmla="*/ 1 h 15"/>
                    <ns1:gd name="T8" fmla="*/ 11 w 21"/>
                    <ns1:gd name="T9" fmla="*/ 1 h 15"/>
                    <ns1:gd name="T10" fmla="*/ 20 w 21"/>
                    <ns1:gd name="T11" fmla="*/ 5 h 15"/>
                    <ns1:gd name="T12" fmla="*/ 15 w 21"/>
                    <ns1:gd name="T13" fmla="*/ 15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1" h="15">
                      <ns1:moveTo>
                        <ns1:pt x="15" y="15"/>
                      </ns1:moveTo>
                      <ns1:cubicBezTo>
                        <ns1:pt x="11" y="13"/>
                        <ns1:pt x="7" y="11"/>
                        <ns1:pt x="2" y="8"/>
                      </ns1:cubicBezTo>
                      <ns1:cubicBezTo>
                        <ns1:pt x="1" y="7"/>
                        <ns1:pt x="0" y="5"/>
                        <ns1:pt x="0" y="4"/>
                      </ns1:cubicBezTo>
                      <ns1:cubicBezTo>
                        <ns1:pt x="0" y="3"/>
                        <ns1:pt x="2" y="2"/>
                        <ns1:pt x="4" y="1"/>
                      </ns1:cubicBezTo>
                      <ns1:cubicBezTo>
                        <ns1:pt x="6" y="1"/>
                        <ns1:pt x="9" y="1"/>
                        <ns1:pt x="11" y="1"/>
                      </ns1:cubicBezTo>
                      <ns1:cubicBezTo>
                        <ns1:pt x="15" y="1"/>
                        <ns1:pt x="19" y="0"/>
                        <ns1:pt x="20" y="5"/>
                      </ns1:cubicBezTo>
                      <ns1:cubicBezTo>
                        <ns1:pt x="21" y="11"/>
                        <ns1:pt x="21" y="11"/>
                        <ns1:pt x="15" y="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9" name="Freeform 42"/>
                <ns0:cNvSpPr/>
                <ns0:nvPr/>
              </ns0:nvSpPr>
              <ns0:spPr bwMode="auto">
                <ns1:xfrm>
                  <ns1:off x="1168414" y="3281312"/>
                  <ns1:ext cx="28643" cy="43984"/>
                </ns1:xfrm>
                <ns1:custGeom>
                  <ns1:avLst/>
                  <ns1:gdLst>
                    <ns1:gd name="T0" fmla="*/ 1 w 13"/>
                    <ns1:gd name="T1" fmla="*/ 20 h 20"/>
                    <ns1:gd name="T2" fmla="*/ 0 w 13"/>
                    <ns1:gd name="T3" fmla="*/ 5 h 20"/>
                    <ns1:gd name="T4" fmla="*/ 3 w 13"/>
                    <ns1:gd name="T5" fmla="*/ 0 h 20"/>
                    <ns1:gd name="T6" fmla="*/ 7 w 13"/>
                    <ns1:gd name="T7" fmla="*/ 2 h 20"/>
                    <ns1:gd name="T8" fmla="*/ 9 w 13"/>
                    <ns1:gd name="T9" fmla="*/ 4 h 20"/>
                    <ns1:gd name="T10" fmla="*/ 12 w 13"/>
                    <ns1:gd name="T11" fmla="*/ 15 h 20"/>
                    <ns1:gd name="T12" fmla="*/ 1 w 13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3" h="20">
                      <ns1:moveTo>
                        <ns1:pt x="1" y="20"/>
                      </ns1:moveTo>
                      <ns1:cubicBezTo>
                        <ns1:pt x="0" y="14"/>
                        <ns1:pt x="0" y="10"/>
                        <ns1:pt x="0" y="5"/>
                      </ns1:cubicBezTo>
                      <ns1:cubicBezTo>
                        <ns1:pt x="0" y="3"/>
                        <ns1:pt x="2" y="2"/>
                        <ns1:pt x="3" y="0"/>
                      </ns1:cubicBezTo>
                      <ns1:cubicBezTo>
                        <ns1:pt x="4" y="1"/>
                        <ns1:pt x="6" y="1"/>
                        <ns1:pt x="7" y="2"/>
                      </ns1:cubicBezTo>
                      <ns1:cubicBezTo>
                        <ns1:pt x="8" y="3"/>
                        <ns1:pt x="8" y="4"/>
                        <ns1:pt x="9" y="4"/>
                      </ns1:cubicBezTo>
                      <ns1:cubicBezTo>
                        <ns1:pt x="10" y="8"/>
                        <ns1:pt x="13" y="12"/>
                        <ns1:pt x="12" y="15"/>
                      </ns1:cubicBezTo>
                      <ns1:cubicBezTo>
                        <ns1:pt x="10" y="17"/>
                        <ns1:pt x="5" y="18"/>
                        <ns1:pt x="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70" name="Freeform 43"/>
                <ns0:cNvSpPr/>
                <ns0:nvPr/>
              </ns0:nvSpPr>
              <ns0:spPr bwMode="auto">
                <ns1:xfrm>
                  <ns1:off x="1792401" y="3520673"/>
                  <ns1:ext cx="32732" cy="32732"/>
                </ns1:xfrm>
                <ns1:custGeom>
                  <ns1:avLst/>
                  <ns1:gdLst>
                    <ns1:gd name="T0" fmla="*/ 15 w 15"/>
                    <ns1:gd name="T1" fmla="*/ 0 h 15"/>
                    <ns1:gd name="T2" fmla="*/ 7 w 15"/>
                    <ns1:gd name="T3" fmla="*/ 14 h 15"/>
                    <ns1:gd name="T4" fmla="*/ 1 w 15"/>
                    <ns1:gd name="T5" fmla="*/ 13 h 15"/>
                    <ns1:gd name="T6" fmla="*/ 1 w 15"/>
                    <ns1:gd name="T7" fmla="*/ 6 h 15"/>
                    <ns1:gd name="T8" fmla="*/ 15 w 15"/>
                    <ns1:gd name="T9" fmla="*/ 0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5">
                      <ns1:moveTo>
                        <ns1:pt x="15" y="0"/>
                      </ns1:moveTo>
                      <ns1:cubicBezTo>
                        <ns1:pt x="14" y="8"/>
                        <ns1:pt x="12" y="12"/>
                        <ns1:pt x="7" y="14"/>
                      </ns1:cubicBezTo>
                      <ns1:cubicBezTo>
                        <ns1:pt x="5" y="15"/>
                        <ns1:pt x="1" y="14"/>
                        <ns1:pt x="1" y="13"/>
                      </ns1:cubicBezTo>
                      <ns1:cubicBezTo>
                        <ns1:pt x="0" y="11"/>
                        <ns1:pt x="0" y="7"/>
                        <ns1:pt x="1" y="6"/>
                      </ns1:cubicBezTo>
                      <ns1:cubicBezTo>
                        <ns1:pt x="5" y="3"/>
                        <ns1:pt x="10" y="2"/>
                        <ns1:pt x="15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</ns0:grpSp>
          <ns0:grpSp>
            <ns0:nvGrpSpPr>
              <ns0:cNvPr id="82" name="组合 81"/>
              <ns0:cNvGrpSpPr>
                <ns1:grpSpLocks noChangeAspect="1"/>
              </ns0:cNvGrpSpPr>
              <ns0:nvPr/>
            </ns0:nvGrpSpPr>
            <ns0:grpSpPr>
              <ns1:xfrm>
                <ns1:off x="2155893" y="1601083"/>
                <ns1:ext cx="1872000" cy="1871307"/>
                <ns1:chOff x="3956050" y="1285875"/>
                <ns1:chExt cx="4287838" cy="4286250"/>
              </ns1:xfrm>
            </ns0:grpSpPr>
            <ns0:sp>
              <ns0:nvSpPr>
                <ns0:cNvPr id="83" name="Freeform 5"/>
                <ns0:cNvSpPr/>
                <ns0:nvPr/>
              </ns0:nvSpPr>
              <ns0:spPr bwMode="auto">
                <ns1:xfrm>
                  <ns1:off x="6008688" y="5572125"/>
                  <ns1:ext cx="174625" cy="0"/>
                </ns1:xfrm>
                <ns1:custGeom>
                  <ns1:avLst/>
                  <ns1:gdLst>
                    <ns1:gd name="T0" fmla="*/ 0 w 46"/>
                    <ns1:gd name="T1" fmla="*/ 0 w 46"/>
                    <ns1:gd name="T2" fmla="*/ 46 w 46"/>
                    <ns1:gd name="T3" fmla="*/ 46 w 46"/>
                    <ns1:gd name="T4" fmla="*/ 0 w 46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  <ns1:cxn ang="0">
                      <ns1:pos x="T4" y="0"/>
                    </ns1:cxn>
                  </ns1:cxnLst>
                  <ns1:rect l="0" t="0" r="r" b="b"/>
                  <ns1:pathLst>
                    <ns1:path w="46">
                      <ns1:moveTo>
                        <ns1:pt x="0" y="0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15" y="0"/>
                        <ns1:pt x="31" y="0"/>
                        <ns1:pt x="46" y="0"/>
                      </ns1:cubicBezTo>
                      <ns1:cubicBezTo>
                        <ns1:pt x="46" y="0"/>
                        <ns1:pt x="46" y="0"/>
                        <ns1:pt x="46" y="0"/>
                      </ns1:cubicBezTo>
                      <ns1:cubicBezTo>
                        <ns1:pt x="31" y="0"/>
                        <ns1:pt x="15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4" name="Freeform 6"/>
                <ns0:cNvSpPr/>
                <ns0:nvPr/>
              </ns0:nvSpPr>
              <ns0:spPr bwMode="auto">
                <ns1:xfrm>
                  <ns1:off x="3956050" y="3354388"/>
                  <ns1:ext cx="0" cy="157163"/>
                </ns1:xfrm>
                <ns1:custGeom>
                  <ns1:avLst/>
                  <ns1:gdLst>
                    <ns1:gd name="T0" fmla="*/ 42 h 42"/>
                    <ns1:gd name="T1" fmla="*/ 42 h 42"/>
                    <ns1:gd name="T2" fmla="*/ 42 h 42"/>
                    <ns1:gd name="T3" fmla="*/ 0 h 42"/>
                    <ns1:gd name="T4" fmla="*/ 0 h 42"/>
                    <ns1:gd name="T5" fmla="*/ 42 h 42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  <ns1:cxn ang="0">
                      <ns1:pos x="0" y="T5"/>
                    </ns1:cxn>
                  </ns1:cxnLst>
                  <ns1:rect l="0" t="0" r="r" b="b"/>
                  <ns1:pathLst>
                    <ns1:path h="42">
                      <ns1:moveTo>
                        <ns1:pt x="0" y="42"/>
                      </ns1:move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28"/>
                        <ns1:pt x="0" y="14"/>
                        <ns1:pt x="0" y="0"/>
                      </ns1:cubicBez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14"/>
                        <ns1:pt x="0" y="28"/>
                        <ns1:pt x="0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5" name="Freeform 7"/>
                <ns0:cNvSpPr>
                  <ns1:spLocks noEditPoints="1"/>
                </ns0:cNvSpPr>
                <ns0:nvPr/>
              </ns0:nvSpPr>
              <ns0:spPr bwMode="auto">
                <ns1:xfrm>
                  <ns1:off x="3956050" y="1285875"/>
                  <ns1:ext cx="4287838" cy="4286250"/>
                </ns1:xfrm>
                <ns1:custGeom>
                  <ns1:avLst/>
                  <ns1:gdLst>
                    <ns1:gd name="T0" fmla="*/ 534 w 1136"/>
                    <ns1:gd name="T1" fmla="*/ 56 h 1136"/>
                    <ns1:gd name="T2" fmla="*/ 696 w 1136"/>
                    <ns1:gd name="T3" fmla="*/ 72 h 1136"/>
                    <ns1:gd name="T4" fmla="*/ 195 w 1136"/>
                    <ns1:gd name="T5" fmla="*/ 868 h 1136"/>
                    <ns1:gd name="T6" fmla="*/ 651 w 1136"/>
                    <ns1:gd name="T7" fmla="*/ 1049 h 1136"/>
                    <ns1:gd name="T8" fmla="*/ 461 w 1136"/>
                    <ns1:gd name="T9" fmla="*/ 58 h 1136"/>
                    <ns1:gd name="T10" fmla="*/ 479 w 1136"/>
                    <ns1:gd name="T11" fmla="*/ 103 h 1136"/>
                    <ns1:gd name="T12" fmla="*/ 910 w 1136"/>
                    <ns1:gd name="T13" fmla="*/ 228 h 1136"/>
                    <ns1:gd name="T14" fmla="*/ 862 w 1136"/>
                    <ns1:gd name="T15" fmla="*/ 218 h 1136"/>
                    <ns1:gd name="T16" fmla="*/ 240 w 1136"/>
                    <ns1:gd name="T17" fmla="*/ 182 h 1136"/>
                    <ns1:gd name="T18" fmla="*/ 211 w 1136"/>
                    <ns1:gd name="T19" fmla="*/ 203 h 1136"/>
                    <ns1:gd name="T20" fmla="*/ 995 w 1136"/>
                    <ns1:gd name="T21" fmla="*/ 570 h 1136"/>
                    <ns1:gd name="T22" fmla="*/ 669 w 1136"/>
                    <ns1:gd name="T23" fmla="*/ 123 h 1136"/>
                    <ns1:gd name="T24" fmla="*/ 693 w 1136"/>
                    <ns1:gd name="T25" fmla="*/ 104 h 1136"/>
                    <ns1:gd name="T26" fmla="*/ 759 w 1136"/>
                    <ns1:gd name="T27" fmla="*/ 84 h 1136"/>
                    <ns1:gd name="T28" fmla="*/ 389 w 1136"/>
                    <ns1:gd name="T29" fmla="*/ 103 h 1136"/>
                    <ns1:gd name="T30" fmla="*/ 581 w 1136"/>
                    <ns1:gd name="T31" fmla="*/ 78 h 1136"/>
                    <ns1:gd name="T32" fmla="*/ 591 w 1136"/>
                    <ns1:gd name="T33" fmla="*/ 82 h 1136"/>
                    <ns1:gd name="T34" fmla="*/ 505 w 1136"/>
                    <ns1:gd name="T35" fmla="*/ 84 h 1136"/>
                    <ns1:gd name="T36" fmla="*/ 334 w 1136"/>
                    <ns1:gd name="T37" fmla="*/ 168 h 1136"/>
                    <ns1:gd name="T38" fmla="*/ 819 w 1136"/>
                    <ns1:gd name="T39" fmla="*/ 177 h 1136"/>
                    <ns1:gd name="T40" fmla="*/ 842 w 1136"/>
                    <ns1:gd name="T41" fmla="*/ 140 h 1136"/>
                    <ns1:gd name="T42" fmla="*/ 1033 w 1136"/>
                    <ns1:gd name="T43" fmla="*/ 671 h 1136"/>
                    <ns1:gd name="T44" fmla="*/ 400 w 1136"/>
                    <ns1:gd name="T45" fmla="*/ 1048 h 1136"/>
                    <ns1:gd name="T46" fmla="*/ 988 w 1136"/>
                    <ns1:gd name="T47" fmla="*/ 793 h 1136"/>
                    <ns1:gd name="T48" fmla="*/ 551 w 1136"/>
                    <ns1:gd name="T49" fmla="*/ 85 h 1136"/>
                    <ns1:gd name="T50" fmla="*/ 1032 w 1136"/>
                    <ns1:gd name="T51" fmla="*/ 760 h 1136"/>
                    <ns1:gd name="T52" fmla="*/ 1049 w 1136"/>
                    <ns1:gd name="T53" fmla="*/ 524 h 1136"/>
                    <ns1:gd name="T54" fmla="*/ 139 w 1136"/>
                    <ns1:gd name="T55" fmla="*/ 779 h 1136"/>
                    <ns1:gd name="T56" fmla="*/ 146 w 1136"/>
                    <ns1:gd name="T57" fmla="*/ 815 h 1136"/>
                    <ns1:gd name="T58" fmla="*/ 71 w 1136"/>
                    <ns1:gd name="T59" fmla="*/ 676 h 1136"/>
                    <ns1:gd name="T60" fmla="*/ 98 w 1136"/>
                    <ns1:gd name="T61" fmla="*/ 484 h 1136"/>
                    <ns1:gd name="T62" fmla="*/ 70 w 1136"/>
                    <ns1:gd name="T63" fmla="*/ 517 h 1136"/>
                    <ns1:gd name="T64" fmla="*/ 1053 w 1136"/>
                    <ns1:gd name="T65" fmla="*/ 518 h 1136"/>
                    <ns1:gd name="T66" fmla="*/ 300 w 1136"/>
                    <ns1:gd name="T67" fmla="*/ 1013 h 1136"/>
                    <ns1:gd name="T68" fmla="*/ 297 w 1136"/>
                    <ns1:gd name="T69" fmla="*/ 996 h 1136"/>
                    <ns1:gd name="T70" fmla="*/ 105 w 1136"/>
                    <ns1:gd name="T71" fmla="*/ 429 h 1136"/>
                    <ns1:gd name="T72" fmla="*/ 515 w 1136"/>
                    <ns1:gd name="T73" fmla="*/ 1058 h 1136"/>
                    <ns1:gd name="T74" fmla="*/ 826 w 1136"/>
                    <ns1:gd name="T75" fmla="*/ 981 h 1136"/>
                    <ns1:gd name="T76" fmla="*/ 1052 w 1136"/>
                    <ns1:gd name="T77" fmla="*/ 707 h 1136"/>
                    <ns1:gd name="T78" fmla="*/ 228 w 1136"/>
                    <ns1:gd name="T79" fmla="*/ 905 h 1136"/>
                    <ns1:gd name="T80" fmla="*/ 739 w 1136"/>
                    <ns1:gd name="T81" fmla="*/ 1019 h 1136"/>
                    <ns1:gd name="T82" fmla="*/ 606 w 1136"/>
                    <ns1:gd name="T83" fmla="*/ 47 h 1136"/>
                    <ns1:gd name="T84" fmla="*/ 88 w 1136"/>
                    <ns1:gd name="T85" fmla="*/ 742 h 1136"/>
                    <ns1:gd name="T86" fmla="*/ 1002 w 1136"/>
                    <ns1:gd name="T87" fmla="*/ 833 h 1136"/>
                    <ns1:gd name="T88" fmla="*/ 461 w 1136"/>
                    <ns1:gd name="T89" fmla="*/ 1075 h 1136"/>
                    <ns1:gd name="T90" fmla="*/ 98 w 1136"/>
                    <ns1:gd name="T91" fmla="*/ 772 h 1136"/>
                    <ns1:gd name="T92" fmla="*/ 959 w 1136"/>
                    <ns1:gd name="T93" fmla="*/ 907 h 1136"/>
                    <ns1:gd name="T94" fmla="*/ 923 w 1136"/>
                    <ns1:gd name="T95" fmla="*/ 935 h 1136"/>
                    <ns1:gd name="T96" fmla="*/ 1066 w 1136"/>
                    <ns1:gd name="T97" fmla="*/ 575 h 1136"/>
                    <ns1:gd name="T98" fmla="*/ 823 w 1136"/>
                    <ns1:gd name="T99" fmla="*/ 1003 h 1136"/>
                    <ns1:gd name="T100" fmla="*/ 284 w 1136"/>
                    <ns1:gd name="T101" fmla="*/ 991 h 1136"/>
                    <ns1:gd name="T102" fmla="*/ 1041 w 1136"/>
                    <ns1:gd name="T103" fmla="*/ 621 h 1136"/>
                    <ns1:gd name="T104" fmla="*/ 103 w 1136"/>
                    <ns1:gd name="T105" fmla="*/ 677 h 1136"/>
                    <ns1:gd name="T106" fmla="*/ 555 w 1136"/>
                    <ns1:gd name="T107" fmla="*/ 1086 h 1136"/>
                    <ns1:gd name="T108" fmla="*/ 751 w 1136"/>
                    <ns1:gd name="T109" fmla="*/ 1016 h 1136"/>
                    <ns1:gd name="T110" fmla="*/ 984 w 1136"/>
                    <ns1:gd name="T111" fmla="*/ 876 h 1136"/>
                    <ns1:gd name="T112" fmla="*/ 1075 w 1136"/>
                    <ns1:gd name="T113" fmla="*/ 470 h 1136"/>
                    <ns1:gd name="T114" fmla="*/ 786 w 1136"/>
                    <ns1:gd name="T115" fmla="*/ 992 h 1136"/>
                    <ns1:gd name="T116" fmla="*/ 274 w 1136"/>
                    <ns1:gd name="T117" fmla="*/ 174 h 1136"/>
                    <ns1:gd name="T118" fmla="*/ 428 w 1136"/>
                    <ns1:gd name="T119" fmla="*/ 64 h 1136"/>
                    <ns1:gd name="T120" fmla="*/ 676 w 1136"/>
                    <ns1:gd name="T121" fmla="*/ 105 h 11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</ns1:cxnLst>
                  <ns1:rect l="0" t="0" r="r" b="b"/>
                  <ns1:pathLst>
                    <ns1:path w="1136" h="1136">
                      <ns1:moveTo>
                        <ns1:pt x="0" y="590"/>
                      </ns1:moveTo>
                      <ns1:cubicBezTo>
                        <ns1:pt x="0" y="576"/>
                        <ns1:pt x="0" y="562"/>
                        <ns1:pt x="0" y="548"/>
                      </ns1:cubicBezTo>
                      <ns1:cubicBezTo>
                        <ns1:pt x="2" y="507"/>
                        <ns1:pt x="8" y="467"/>
                        <ns1:pt x="18" y="428"/>
                      </ns1:cubicBezTo>
                      <ns1:cubicBezTo>
                        <ns1:pt x="68" y="231"/>
                        <ns1:pt x="225" y="72"/>
                        <ns1:pt x="422" y="21"/>
                      </ns1:cubicBezTo>
                      <ns1:cubicBezTo>
                        <ns1:pt x="479" y="6"/>
                        <ns1:pt x="537" y="0"/>
                        <ns1:pt x="596" y="3"/>
                      </ns1:cubicBezTo>
                      <ns1:cubicBezTo>
                        <ns1:pt x="735" y="11"/>
                        <ns1:pt x="857" y="63"/>
                        <ns1:pt x="958" y="159"/>
                      </ns1:cubicBezTo>
                      <ns1:cubicBezTo>
                        <ns1:pt x="1044" y="241"/>
                        <ns1:pt x="1098" y="340"/>
                        <ns1:pt x="1122" y="456"/>
                      </ns1:cubicBezTo>
                      <ns1:cubicBezTo>
                        <ns1:pt x="1133" y="508"/>
                        <ns1:pt x="1136" y="561"/>
                        <ns1:pt x="1132" y="614"/>
                      </ns1:cubicBezTo>
                      <ns1:cubicBezTo>
                        <ns1:pt x="1114" y="856"/>
                        <ns1:pt x="940" y="1060"/>
                        <ns1:pt x="704" y="1119"/>
                      </ns1:cubicBezTo>
                      <ns1:cubicBezTo>
                        <ns1:pt x="667" y="1129"/>
                        <ns1:pt x="629" y="1134"/>
                        <ns1:pt x="590" y="1136"/>
                      </ns1:cubicBezTo>
                      <ns1:cubicBezTo>
                        <ns1:pt x="575" y="1136"/>
                        <ns1:pt x="559" y="1136"/>
                        <ns1:pt x="544" y="1136"/>
                      </ns1:cubicBezTo>
                      <ns1:cubicBezTo>
                        <ns1:pt x="503" y="1134"/>
                        <ns1:pt x="462" y="1128"/>
                        <ns1:pt x="422" y="1117"/>
                      </ns1:cubicBezTo>
                      <ns1:cubicBezTo>
                        <ns1:pt x="309" y="1087"/>
                        <ns1:pt x="214" y="1027"/>
                        <ns1:pt x="137" y="939"/>
                      </ns1:cubicBezTo>
                      <ns1:cubicBezTo>
                        <ns1:pt x="75" y="867"/>
                        <ns1:pt x="34" y="785"/>
                        <ns1:pt x="13" y="692"/>
                      </ns1:cubicBezTo>
                      <ns1:cubicBezTo>
                        <ns1:pt x="6" y="659"/>
                        <ns1:pt x="2" y="625"/>
                        <ns1:pt x="0" y="590"/>
                      </ns1:cubicBezTo>
                      <ns1:close/>
                      <ns1:moveTo>
                        <ns1:pt x="534" y="56"/>
                      </ns1:moveTo>
                      <ns1:cubicBezTo>
                        <ns1:pt x="530" y="56"/>
                        <ns1:pt x="527" y="57"/>
                        <ns1:pt x="523" y="57"/>
                      </ns1:cubicBezTo>
                      <ns1:cubicBezTo>
                        <ns1:pt x="523" y="60"/>
                        <ns1:pt x="523" y="62"/>
                        <ns1:pt x="523" y="64"/>
                      </ns1:cubicBezTo>
                      <ns1:cubicBezTo>
                        <ns1:pt x="535" y="63"/>
                        <ns1:pt x="546" y="63"/>
                        <ns1:pt x="557" y="62"/>
                      </ns1:cubicBezTo>
                      <ns1:cubicBezTo>
                        <ns1:pt x="557" y="59"/>
                        <ns1:pt x="556" y="57"/>
                        <ns1:pt x="556" y="54"/>
                      </ns1:cubicBezTo>
                      <ns1:cubicBezTo>
                        <ns1:pt x="549" y="55"/>
                        <ns1:pt x="543" y="55"/>
                        <ns1:pt x="537" y="56"/>
                      </ns1:cubicBezTo>
                      <ns1:cubicBezTo>
                        <ns1:pt x="539" y="55"/>
                        <ns1:pt x="541" y="54"/>
                        <ns1:pt x="544" y="53"/>
                      </ns1:cubicBezTo>
                      <ns1:cubicBezTo>
                        <ns1:pt x="543" y="50"/>
                        <ns1:pt x="542" y="47"/>
                        <ns1:pt x="541" y="44"/>
                      </ns1:cubicBezTo>
                      <ns1:cubicBezTo>
                        <ns1:pt x="538" y="45"/>
                        <ns1:pt x="535" y="45"/>
                        <ns1:pt x="532" y="46"/>
                      </ns1:cubicBezTo>
                      <ns1:cubicBezTo>
                        <ns1:pt x="532" y="48"/>
                        <ns1:pt x="533" y="50"/>
                        <ns1:pt x="533" y="51"/>
                      </ns1:cubicBezTo>
                      <ns1:cubicBezTo>
                        <ns1:pt x="534" y="53"/>
                        <ns1:pt x="534" y="55"/>
                        <ns1:pt x="534" y="56"/>
                      </ns1:cubicBezTo>
                      <ns1:close/>
                      <ns1:moveTo>
                        <ns1:pt x="713" y="76"/>
                      </ns1:moveTo>
                      <ns1:cubicBezTo>
                        <ns1:pt x="715" y="75"/>
                        <ns1:pt x="716" y="75"/>
                        <ns1:pt x="718" y="75"/>
                      </ns1:cubicBezTo>
                      <ns1:cubicBezTo>
                        <ns1:pt x="718" y="72"/>
                        <ns1:pt x="718" y="69"/>
                        <ns1:pt x="719" y="65"/>
                      </ns1:cubicBezTo>
                      <ns1:cubicBezTo>
                        <ns1:pt x="715" y="65"/>
                        <ns1:pt x="712" y="65"/>
                        <ns1:pt x="709" y="64"/>
                      </ns1:cubicBezTo>
                      <ns1:cubicBezTo>
                        <ns1:pt x="708" y="68"/>
                        <ns1:pt x="708" y="71"/>
                        <ns1:pt x="708" y="75"/>
                      </ns1:cubicBezTo>
                      <ns1:cubicBezTo>
                        <ns1:pt x="704" y="74"/>
                        <ns1:pt x="700" y="73"/>
                        <ns1:pt x="696" y="72"/>
                      </ns1:cubicBezTo>
                      <ns1:cubicBezTo>
                        <ns1:pt x="696" y="74"/>
                        <ns1:pt x="695" y="77"/>
                        <ns1:pt x="695" y="79"/>
                      </ns1:cubicBezTo>
                      <ns1:cubicBezTo>
                        <ns1:pt x="705" y="82"/>
                        <ns1:pt x="716" y="85"/>
                        <ns1:pt x="727" y="88"/>
                      </ns1:cubicBezTo>
                      <ns1:cubicBezTo>
                        <ns1:pt x="728" y="85"/>
                        <ns1:pt x="728" y="83"/>
                        <ns1:pt x="729" y="81"/>
                      </ns1:cubicBezTo>
                      <ns1:cubicBezTo>
                        <ns1:pt x="723" y="79"/>
                        <ns1:pt x="718" y="77"/>
                        <ns1:pt x="713" y="76"/>
                      </ns1:cubicBezTo>
                      <ns1:close/>
                      <ns1:moveTo>
                        <ns1:pt x="168" y="879"/>
                      </ns1:moveTo>
                      <ns1:cubicBezTo>
                        <ns1:pt x="168" y="879"/>
                        <ns1:pt x="168" y="878"/>
                        <ns1:pt x="167" y="878"/>
                      </ns1:cubicBezTo>
                      <ns1:cubicBezTo>
                        <ns1:pt x="172" y="870"/>
                        <ns1:pt x="176" y="862"/>
                        <ns1:pt x="181" y="854"/>
                      </ns1:cubicBezTo>
                      <ns1:cubicBezTo>
                        <ns1:pt x="182" y="851"/>
                        <ns1:pt x="182" y="850"/>
                        <ns1:pt x="180" y="848"/>
                      </ns1:cubicBezTo>
                      <ns1:cubicBezTo>
                        <ns1:pt x="179" y="846"/>
                        <ns1:pt x="177" y="844"/>
                        <ns1:pt x="175" y="841"/>
                      </ns1:cubicBezTo>
                      <ns1:cubicBezTo>
                        <ns1:pt x="164" y="850"/>
                        <ns1:pt x="154" y="858"/>
                        <ns1:pt x="143" y="866"/>
                      </ns1:cubicBezTo>
                      <ns1:cubicBezTo>
                        <ns1:pt x="144" y="868"/>
                        <ns1:pt x="146" y="870"/>
                        <ns1:pt x="147" y="872"/>
                      </ns1:cubicBezTo>
                      <ns1:cubicBezTo>
                        <ns1:pt x="156" y="865"/>
                        <ns1:pt x="164" y="859"/>
                        <ns1:pt x="172" y="854"/>
                      </ns1:cubicBezTo>
                      <ns1:cubicBezTo>
                        <ns1:pt x="172" y="854"/>
                        <ns1:pt x="172" y="854"/>
                        <ns1:pt x="172" y="854"/>
                      </ns1:cubicBezTo>
                      <ns1:cubicBezTo>
                        <ns1:pt x="167" y="864"/>
                        <ns1:pt x="162" y="874"/>
                        <ns1:pt x="156" y="884"/>
                      </ns1:cubicBezTo>
                      <ns1:cubicBezTo>
                        <ns1:pt x="158" y="886"/>
                        <ns1:pt x="160" y="889"/>
                        <ns1:pt x="163" y="893"/>
                      </ns1:cubicBezTo>
                      <ns1:cubicBezTo>
                        <ns1:pt x="174" y="884"/>
                        <ns1:pt x="184" y="876"/>
                        <ns1:pt x="195" y="868"/>
                      </ns1:cubicBezTo>
                      <ns1:cubicBezTo>
                        <ns1:pt x="194" y="866"/>
                        <ns1:pt x="193" y="864"/>
                        <ns1:pt x="191" y="862"/>
                      </ns1:cubicBezTo>
                      <ns1:cubicBezTo>
                        <ns1:pt x="183" y="868"/>
                        <ns1:pt x="176" y="873"/>
                        <ns1:pt x="168" y="879"/>
                      </ns1:cubicBezTo>
                      <ns1:close/>
                      <ns1:moveTo>
                        <ns1:pt x="652" y="1048"/>
                      </ns1:moveTo>
                      <ns1:cubicBezTo>
                        <ns1:pt x="657" y="1056"/>
                        <ns1:pt x="663" y="1065"/>
                        <ns1:pt x="669" y="1073"/>
                      </ns1:cubicBezTo>
                      <ns1:cubicBezTo>
                        <ns1:pt x="670" y="1074"/>
                        <ns1:pt x="671" y="1076"/>
                        <ns1:pt x="672" y="1076"/>
                      </ns1:cubicBezTo>
                      <ns1:cubicBezTo>
                        <ns1:pt x="676" y="1075"/>
                        <ns1:pt x="679" y="1074"/>
                        <ns1:pt x="682" y="1074"/>
                      </ns1:cubicBezTo>
                      <ns1:cubicBezTo>
                        <ns1:pt x="679" y="1060"/>
                        <ns1:pt x="677" y="1047"/>
                        <ns1:pt x="674" y="1034"/>
                      </ns1:cubicBezTo>
                      <ns1:cubicBezTo>
                        <ns1:pt x="672" y="1034"/>
                        <ns1:pt x="670" y="1035"/>
                        <ns1:pt x="667" y="1035"/>
                      </ns1:cubicBezTo>
                      <ns1:cubicBezTo>
                        <ns1:pt x="669" y="1045"/>
                        <ns1:pt x="671" y="1055"/>
                        <ns1:pt x="673" y="1065"/>
                      </ns1:cubicBezTo>
                      <ns1:cubicBezTo>
                        <ns1:pt x="672" y="1065"/>
                        <ns1:pt x="672" y="1065"/>
                        <ns1:pt x="671" y="1065"/>
                      </ns1:cubicBezTo>
                      <ns1:cubicBezTo>
                        <ns1:pt x="667" y="1058"/>
                        <ns1:pt x="663" y="1052"/>
                        <ns1:pt x="659" y="1046"/>
                      </ns1:cubicBezTo>
                      <ns1:cubicBezTo>
                        <ns1:pt x="653" y="1037"/>
                        <ns1:pt x="653" y="1037"/>
                        <ns1:pt x="643" y="1040"/>
                      </ns1:cubicBezTo>
                      <ns1:cubicBezTo>
                        <ns1:pt x="643" y="1040"/>
                        <ns1:pt x="642" y="1040"/>
                        <ns1:pt x="642" y="1040"/>
                      </ns1:cubicBezTo>
                      <ns1:cubicBezTo>
                        <ns1:pt x="644" y="1053"/>
                        <ns1:pt x="647" y="1067"/>
                        <ns1:pt x="649" y="1080"/>
                      </ns1:cubicBezTo>
                      <ns1:cubicBezTo>
                        <ns1:pt x="652" y="1080"/>
                        <ns1:pt x="654" y="1079"/>
                        <ns1:pt x="656" y="1079"/>
                      </ns1:cubicBezTo>
                      <ns1:cubicBezTo>
                        <ns1:pt x="655" y="1068"/>
                        <ns1:pt x="653" y="1058"/>
                        <ns1:pt x="651" y="1049"/>
                      </ns1:cubicBezTo>
                      <ns1:cubicBezTo>
                        <ns1:pt x="651" y="1048"/>
                        <ns1:pt x="651" y="1048"/>
                        <ns1:pt x="652" y="1048"/>
                      </ns1:cubicBezTo>
                      <ns1:close/>
                      <ns1:moveTo>
                        <ns1:pt x="427" y="79"/>
                      </ns1:moveTo>
                      <ns1:cubicBezTo>
                        <ns1:pt x="427" y="79"/>
                        <ns1:pt x="427" y="78"/>
                        <ns1:pt x="426" y="78"/>
                      </ns1:cubicBezTo>
                      <ns1:cubicBezTo>
                        <ns1:pt x="427" y="77"/>
                        <ns1:pt x="428" y="76"/>
                        <ns1:pt x="429" y="74"/>
                      </ns1:cubicBezTo>
                      <ns1:cubicBezTo>
                        <ns1:pt x="418" y="64"/>
                        <ns1:pt x="421" y="65"/>
                        <ns1:pt x="412" y="73"/>
                      </ns1:cubicBezTo>
                      <ns1:cubicBezTo>
                        <ns1:pt x="415" y="76"/>
                        <ns1:pt x="418" y="78"/>
                        <ns1:pt x="422" y="81"/>
                      </ns1:cubicBezTo>
                      <ns1:cubicBezTo>
                        <ns1:pt x="416" y="82"/>
                        <ns1:pt x="412" y="83"/>
                        <ns1:pt x="408" y="84"/>
                      </ns1:cubicBezTo>
                      <ns1:cubicBezTo>
                        <ns1:pt x="409" y="89"/>
                        <ns1:pt x="410" y="94"/>
                        <ns1:pt x="412" y="99"/>
                      </ns1:cubicBezTo>
                      <ns1:cubicBezTo>
                        <ns1:pt x="415" y="98"/>
                        <ns1:pt x="417" y="98"/>
                        <ns1:pt x="420" y="97"/>
                      </ns1:cubicBezTo>
                      <ns1:cubicBezTo>
                        <ns1:pt x="420" y="94"/>
                        <ns1:pt x="419" y="92"/>
                        <ns1:pt x="419" y="90"/>
                      </ns1:cubicBezTo>
                      <ns1:cubicBezTo>
                        <ns1:pt x="433" y="86"/>
                        <ns1:pt x="447" y="82"/>
                        <ns1:pt x="461" y="78"/>
                      </ns1:cubicBezTo>
                      <ns1:cubicBezTo>
                        <ns1:pt x="462" y="81"/>
                        <ns1:pt x="462" y="83"/>
                        <ns1:pt x="463" y="86"/>
                      </ns1:cubicBezTo>
                      <ns1:cubicBezTo>
                        <ns1:pt x="466" y="85"/>
                        <ns1:pt x="469" y="84"/>
                        <ns1:pt x="473" y="83"/>
                      </ns1:cubicBezTo>
                      <ns1:cubicBezTo>
                        <ns1:pt x="471" y="78"/>
                        <ns1:pt x="470" y="73"/>
                        <ns1:pt x="469" y="68"/>
                      </ns1:cubicBezTo>
                      <ns1:cubicBezTo>
                        <ns1:pt x="464" y="69"/>
                        <ns1:pt x="460" y="70"/>
                        <ns1:pt x="455" y="71"/>
                      </ns1:cubicBezTo>
                      <ns1:cubicBezTo>
                        <ns1:pt x="457" y="66"/>
                        <ns1:pt x="459" y="62"/>
                        <ns1:pt x="461" y="58"/>
                      </ns1:cubicBezTo>
                      <ns1:cubicBezTo>
                        <ns1:pt x="457" y="57"/>
                        <ns1:pt x="454" y="57"/>
                        <ns1:pt x="450" y="56"/>
                      </ns1:cubicBezTo>
                      <ns1:cubicBezTo>
                        <ns1:pt x="449" y="59"/>
                        <ns1:pt x="449" y="61"/>
                        <ns1:pt x="448" y="63"/>
                      </ns1:cubicBezTo>
                      <ns1:cubicBezTo>
                        <ns1:pt x="445" y="74"/>
                        <ns1:pt x="445" y="74"/>
                        <ns1:pt x="434" y="77"/>
                      </ns1:cubicBezTo>
                      <ns1:cubicBezTo>
                        <ns1:pt x="432" y="78"/>
                        <ns1:pt x="430" y="79"/>
                        <ns1:pt x="427" y="79"/>
                      </ns1:cubicBezTo>
                      <ns1:close/>
                      <ns1:moveTo>
                        <ns1:pt x="444" y="97"/>
                      </ns1:moveTo>
                      <ns1:cubicBezTo>
                        <ns1:pt x="444" y="97"/>
                        <ns1:pt x="444" y="97"/>
                        <ns1:pt x="444" y="97"/>
                      </ns1:cubicBezTo>
                      <ns1:cubicBezTo>
                        <ns1:pt x="443" y="99"/>
                        <ns1:pt x="442" y="102"/>
                        <ns1:pt x="440" y="104"/>
                      </ns1:cubicBezTo>
                      <ns1:cubicBezTo>
                        <ns1:pt x="432" y="107"/>
                        <ns1:pt x="423" y="109"/>
                        <ns1:pt x="414" y="111"/>
                      </ns1:cubicBezTo>
                      <ns1:cubicBezTo>
                        <ns1:pt x="415" y="114"/>
                        <ns1:pt x="416" y="116"/>
                        <ns1:pt x="416" y="119"/>
                      </ns1:cubicBezTo>
                      <ns1:cubicBezTo>
                        <ns1:pt x="426" y="117"/>
                        <ns1:pt x="435" y="114"/>
                        <ns1:pt x="443" y="112"/>
                      </ns1:cubicBezTo>
                      <ns1:cubicBezTo>
                        <ns1:pt x="447" y="119"/>
                        <ns1:pt x="440" y="119"/>
                        <ns1:pt x="438" y="122"/>
                      </ns1:cubicBezTo>
                      <ns1:cubicBezTo>
                        <ns1:pt x="439" y="124"/>
                        <ns1:pt x="441" y="127"/>
                        <ns1:pt x="443" y="130"/>
                      </ns1:cubicBezTo>
                      <ns1:cubicBezTo>
                        <ns1:pt x="446" y="128"/>
                        <ns1:pt x="449" y="127"/>
                        <ns1:pt x="453" y="126"/>
                      </ns1:cubicBezTo>
                      <ns1:cubicBezTo>
                        <ns1:pt x="456" y="125"/>
                        <ns1:pt x="458" y="122"/>
                        <ns1:pt x="456" y="118"/>
                      </ns1:cubicBezTo>
                      <ns1:cubicBezTo>
                        <ns1:pt x="455" y="116"/>
                        <ns1:pt x="454" y="113"/>
                        <ns1:pt x="453" y="109"/>
                      </ns1:cubicBezTo>
                      <ns1:cubicBezTo>
                        <ns1:pt x="462" y="107"/>
                        <ns1:pt x="470" y="105"/>
                        <ns1:pt x="479" y="103"/>
                      </ns1:cubicBezTo>
                      <ns1:cubicBezTo>
                        <ns1:pt x="478" y="100"/>
                        <ns1:pt x="477" y="97"/>
                        <ns1:pt x="476" y="95"/>
                      </ns1:cubicBezTo>
                      <ns1:cubicBezTo>
                        <ns1:pt x="468" y="97"/>
                        <ns1:pt x="460" y="99"/>
                        <ns1:pt x="452" y="101"/>
                      </ns1:cubicBezTo>
                      <ns1:cubicBezTo>
                        <ns1:pt x="455" y="95"/>
                        <ns1:pt x="458" y="90"/>
                        <ns1:pt x="461" y="85"/>
                      </ns1:cubicBezTo>
                      <ns1:cubicBezTo>
                        <ns1:pt x="461" y="85"/>
                        <ns1:pt x="460" y="84"/>
                        <ns1:pt x="460" y="84"/>
                      </ns1:cubicBezTo>
                      <ns1:cubicBezTo>
                        <ns1:pt x="447" y="87"/>
                        <ns1:pt x="435" y="90"/>
                        <ns1:pt x="422" y="94"/>
                      </ns1:cubicBezTo>
                      <ns1:cubicBezTo>
                        <ns1:pt x="423" y="97"/>
                        <ns1:pt x="423" y="99"/>
                        <ns1:pt x="424" y="101"/>
                      </ns1:cubicBezTo>
                      <ns1:cubicBezTo>
                        <ns1:pt x="431" y="100"/>
                        <ns1:pt x="437" y="98"/>
                        <ns1:pt x="444" y="97"/>
                      </ns1:cubicBezTo>
                      <ns1:close/>
                      <ns1:moveTo>
                        <ns1:pt x="879" y="213"/>
                      </ns1:moveTo>
                      <ns1:cubicBezTo>
                        <ns1:pt x="880" y="213"/>
                        <ns1:pt x="880" y="214"/>
                        <ns1:pt x="880" y="214"/>
                      </ns1:cubicBezTo>
                      <ns1:cubicBezTo>
                        <ns1:pt x="882" y="215"/>
                        <ns1:pt x="884" y="218"/>
                        <ns1:pt x="885" y="218"/>
                      </ns1:cubicBezTo>
                      <ns1:cubicBezTo>
                        <ns1:pt x="889" y="218"/>
                        <ns1:pt x="893" y="217"/>
                        <ns1:pt x="897" y="216"/>
                      </ns1:cubicBezTo>
                      <ns1:cubicBezTo>
                        <ns1:pt x="898" y="218"/>
                        <ns1:pt x="900" y="220"/>
                        <ns1:pt x="903" y="222"/>
                      </ns1:cubicBezTo>
                      <ns1:cubicBezTo>
                        <ns1:pt x="896" y="229"/>
                        <ns1:pt x="892" y="229"/>
                        <ns1:pt x="878" y="224"/>
                      </ns1:cubicBezTo>
                      <ns1:cubicBezTo>
                        <ns1:pt x="878" y="227"/>
                        <ns1:pt x="878" y="229"/>
                        <ns1:pt x="878" y="233"/>
                      </ns1:cubicBezTo>
                      <ns1:cubicBezTo>
                        <ns1:pt x="884" y="234"/>
                        <ns1:pt x="889" y="236"/>
                        <ns1:pt x="895" y="235"/>
                      </ns1:cubicBezTo>
                      <ns1:cubicBezTo>
                        <ns1:pt x="900" y="235"/>
                        <ns1:pt x="905" y="231"/>
                        <ns1:pt x="910" y="228"/>
                      </ns1:cubicBezTo>
                      <ns1:cubicBezTo>
                        <ns1:pt x="910" y="229"/>
                        <ns1:pt x="910" y="230"/>
                        <ns1:pt x="910" y="230"/>
                      </ns1:cubicBezTo>
                      <ns1:cubicBezTo>
                        <ns1:pt x="908" y="232"/>
                        <ns1:pt x="906" y="234"/>
                        <ns1:pt x="904" y="236"/>
                      </ns1:cubicBezTo>
                      <ns1:cubicBezTo>
                        <ns1:pt x="893" y="248"/>
                        <ns1:pt x="893" y="245"/>
                        <ns1:pt x="905" y="257"/>
                      </ns1:cubicBezTo>
                      <ns1:cubicBezTo>
                        <ns1:pt x="909" y="261"/>
                        <ns1:pt x="912" y="260"/>
                        <ns1:pt x="916" y="258"/>
                      </ns1:cubicBezTo>
                      <ns1:cubicBezTo>
                        <ns1:pt x="920" y="255"/>
                        <ns1:pt x="917" y="253"/>
                        <ns1:pt x="916" y="250"/>
                      </ns1:cubicBezTo>
                      <ns1:cubicBezTo>
                        <ns1:pt x="916" y="249"/>
                        <ns1:pt x="915" y="248"/>
                        <ns1:pt x="915" y="247"/>
                      </ns1:cubicBezTo>
                      <ns1:cubicBezTo>
                        <ns1:pt x="914" y="248"/>
                        <ns1:pt x="913" y="249"/>
                        <ns1:pt x="912" y="250"/>
                      </ns1:cubicBezTo>
                      <ns1:cubicBezTo>
                        <ns1:pt x="910" y="250"/>
                        <ns1:pt x="909" y="249"/>
                        <ns1:pt x="907" y="249"/>
                      </ns1:cubicBezTo>
                      <ns1:cubicBezTo>
                        <ns1:pt x="907" y="248"/>
                        <ns1:pt x="907" y="246"/>
                        <ns1:pt x="908" y="245"/>
                      </ns1:cubicBezTo>
                      <ns1:cubicBezTo>
                        <ns1:pt x="911" y="241"/>
                        <ns1:pt x="914" y="239"/>
                        <ns1:pt x="918" y="235"/>
                      </ns1:cubicBezTo>
                      <ns1:cubicBezTo>
                        <ns1:pt x="920" y="238"/>
                        <ns1:pt x="923" y="241"/>
                        <ns1:pt x="926" y="243"/>
                      </ns1:cubicBezTo>
                      <ns1:cubicBezTo>
                        <ns1:pt x="928" y="241"/>
                        <ns1:pt x="930" y="240"/>
                        <ns1:pt x="932" y="238"/>
                      </ns1:cubicBezTo>
                      <ns1:cubicBezTo>
                        <ns1:pt x="921" y="228"/>
                        <ns1:pt x="911" y="218"/>
                        <ns1:pt x="901" y="208"/>
                      </ns1:cubicBezTo>
                      <ns1:cubicBezTo>
                        <ns1:pt x="902" y="196"/>
                        <ns1:pt x="915" y="195"/>
                        <ns1:pt x="921" y="188"/>
                      </ns1:cubicBezTo>
                      <ns1:cubicBezTo>
                        <ns1:pt x="916" y="183"/>
                        <ns1:pt x="911" y="178"/>
                        <ns1:pt x="907" y="172"/>
                      </ns1:cubicBezTo>
                      <ns1:cubicBezTo>
                        <ns1:pt x="892" y="188"/>
                        <ns1:pt x="877" y="203"/>
                        <ns1:pt x="862" y="218"/>
                      </ns1:cubicBezTo>
                      <ns1:cubicBezTo>
                        <ns1:pt x="865" y="220"/>
                        <ns1:pt x="866" y="222"/>
                        <ns1:pt x="869" y="224"/>
                      </ns1:cubicBezTo>
                      <ns1:cubicBezTo>
                        <ns1:pt x="872" y="220"/>
                        <ns1:pt x="876" y="217"/>
                        <ns1:pt x="879" y="213"/>
                      </ns1:cubicBezTo>
                      <ns1:close/>
                      <ns1:moveTo>
                        <ns1:pt x="217" y="233"/>
                      </ns1:moveTo>
                      <ns1:cubicBezTo>
                        <ns1:pt x="219" y="233"/>
                        <ns1:pt x="221" y="234"/>
                        <ns1:pt x="223" y="234"/>
                      </ns1:cubicBezTo>
                      <ns1:cubicBezTo>
                        <ns1:pt x="224" y="233"/>
                        <ns1:pt x="224" y="231"/>
                        <ns1:pt x="225" y="230"/>
                      </ns1:cubicBezTo>
                      <ns1:cubicBezTo>
                        <ns1:pt x="235" y="238"/>
                        <ns1:pt x="235" y="239"/>
                        <ns1:pt x="230" y="246"/>
                      </ns1:cubicBezTo>
                      <ns1:cubicBezTo>
                        <ns1:pt x="233" y="248"/>
                        <ns1:pt x="235" y="249"/>
                        <ns1:pt x="238" y="250"/>
                      </ns1:cubicBezTo>
                      <ns1:cubicBezTo>
                        <ns1:pt x="241" y="246"/>
                        <ns1:pt x="247" y="244"/>
                        <ns1:pt x="244" y="236"/>
                      </ns1:cubicBezTo>
                      <ns1:cubicBezTo>
                        <ns1:pt x="247" y="236"/>
                        <ns1:pt x="249" y="235"/>
                        <ns1:pt x="252" y="235"/>
                      </ns1:cubicBezTo>
                      <ns1:cubicBezTo>
                        <ns1:pt x="250" y="221"/>
                        <ns1:pt x="242" y="211"/>
                        <ns1:pt x="233" y="202"/>
                      </ns1:cubicBezTo>
                      <ns1:cubicBezTo>
                        <ns1:pt x="235" y="201"/>
                        <ns1:pt x="236" y="200"/>
                        <ns1:pt x="236" y="200"/>
                      </ns1:cubicBezTo>
                      <ns1:cubicBezTo>
                        <ns1:pt x="246" y="209"/>
                        <ns1:pt x="255" y="217"/>
                        <ns1:pt x="263" y="225"/>
                      </ns1:cubicBezTo>
                      <ns1:cubicBezTo>
                        <ns1:pt x="265" y="224"/>
                        <ns1:pt x="267" y="222"/>
                        <ns1:pt x="269" y="221"/>
                      </ns1:cubicBezTo>
                      <ns1:cubicBezTo>
                        <ns1:pt x="260" y="211"/>
                        <ns1:pt x="251" y="202"/>
                        <ns1:pt x="243" y="193"/>
                      </ns1:cubicBezTo>
                      <ns1:cubicBezTo>
                        <ns1:pt x="244" y="191"/>
                        <ns1:pt x="245" y="190"/>
                        <ns1:pt x="246" y="189"/>
                      </ns1:cubicBezTo>
                      <ns1:cubicBezTo>
                        <ns1:pt x="244" y="187"/>
                        <ns1:pt x="243" y="185"/>
                        <ns1:pt x="240" y="182"/>
                      </ns1:cubicBezTo>
                      <ns1:cubicBezTo>
                        <ns1:pt x="236" y="187"/>
                        <ns1:pt x="232" y="192"/>
                        <ns1:pt x="228" y="197"/>
                      </ns1:cubicBezTo>
                      <ns1:cubicBezTo>
                        <ns1:pt x="225" y="194"/>
                        <ns1:pt x="223" y="192"/>
                        <ns1:pt x="221" y="189"/>
                      </ns1:cubicBezTo>
                      <ns1:cubicBezTo>
                        <ns1:pt x="225" y="184"/>
                        <ns1:pt x="228" y="180"/>
                        <ns1:pt x="232" y="174"/>
                      </ns1:cubicBezTo>
                      <ns1:cubicBezTo>
                        <ns1:pt x="228" y="174"/>
                        <ns1:pt x="225" y="173"/>
                        <ns1:pt x="222" y="173"/>
                      </ns1:cubicBezTo>
                      <ns1:cubicBezTo>
                        <ns1:pt x="218" y="179"/>
                        <ns1:pt x="215" y="185"/>
                        <ns1:pt x="212" y="192"/>
                      </ns1:cubicBezTo>
                      <ns1:cubicBezTo>
                        <ns1:pt x="213" y="193"/>
                        <ns1:pt x="214" y="194"/>
                        <ns1:pt x="215" y="195"/>
                      </ns1:cubicBezTo>
                      <ns1:cubicBezTo>
                        <ns1:pt x="221" y="201"/>
                        <ns1:pt x="227" y="207"/>
                        <ns1:pt x="232" y="213"/>
                      </ns1:cubicBezTo>
                      <ns1:cubicBezTo>
                        <ns1:pt x="237" y="219"/>
                        <ns1:pt x="241" y="225"/>
                        <ns1:pt x="242" y="233"/>
                      </ns1:cubicBezTo>
                      <ns1:cubicBezTo>
                        <ns1:pt x="238" y="229"/>
                        <ns1:pt x="233" y="225"/>
                        <ns1:pt x="229" y="222"/>
                      </ns1:cubicBezTo>
                      <ns1:cubicBezTo>
                        <ns1:pt x="229" y="221"/>
                        <ns1:pt x="229" y="219"/>
                        <ns1:pt x="229" y="219"/>
                      </ns1:cubicBezTo>
                      <ns1:cubicBezTo>
                        <ns1:pt x="232" y="213"/>
                        <ns1:pt x="228" y="212"/>
                        <ns1:pt x="225" y="210"/>
                      </ns1:cubicBezTo>
                      <ns1:cubicBezTo>
                        <ns1:pt x="224" y="211"/>
                        <ns1:pt x="223" y="213"/>
                        <ns1:pt x="222" y="214"/>
                      </ns1:cubicBezTo>
                      <ns1:cubicBezTo>
                        <ns1:pt x="220" y="212"/>
                        <ns1:pt x="219" y="210"/>
                        <ns1:pt x="217" y="209"/>
                      </ns1:cubicBezTo>
                      <ns1:cubicBezTo>
                        <ns1:pt x="218" y="207"/>
                        <ns1:pt x="219" y="206"/>
                        <ns1:pt x="221" y="205"/>
                      </ns1:cubicBezTo>
                      <ns1:cubicBezTo>
                        <ns1:pt x="219" y="203"/>
                        <ns1:pt x="218" y="201"/>
                        <ns1:pt x="216" y="199"/>
                      </ns1:cubicBezTo>
                      <ns1:cubicBezTo>
                        <ns1:pt x="214" y="201"/>
                        <ns1:pt x="213" y="202"/>
                        <ns1:pt x="211" y="203"/>
                      </ns1:cubicBezTo>
                      <ns1:cubicBezTo>
                        <ns1:pt x="208" y="200"/>
                        <ns1:pt x="205" y="196"/>
                        <ns1:pt x="202" y="193"/>
                      </ns1:cubicBezTo>
                      <ns1:cubicBezTo>
                        <ns1:pt x="200" y="195"/>
                        <ns1:pt x="198" y="197"/>
                        <ns1:pt x="195" y="199"/>
                      </ns1:cubicBezTo>
                      <ns1:cubicBezTo>
                        <ns1:pt x="197" y="201"/>
                        <ns1:pt x="199" y="203"/>
                        <ns1:pt x="200" y="204"/>
                      </ns1:cubicBezTo>
                      <ns1:cubicBezTo>
                        <ns1:pt x="202" y="206"/>
                        <ns1:pt x="203" y="208"/>
                        <ns1:pt x="205" y="209"/>
                      </ns1:cubicBezTo>
                      <ns1:cubicBezTo>
                        <ns1:pt x="203" y="211"/>
                        <ns1:pt x="201" y="213"/>
                        <ns1:pt x="200" y="215"/>
                      </ns1:cubicBezTo>
                      <ns1:cubicBezTo>
                        <ns1:pt x="202" y="217"/>
                        <ns1:pt x="203" y="218"/>
                        <ns1:pt x="205" y="220"/>
                      </ns1:cubicBezTo>
                      <ns1:cubicBezTo>
                        <ns1:pt x="207" y="218"/>
                        <ns1:pt x="209" y="217"/>
                        <ns1:pt x="211" y="215"/>
                      </ns1:cubicBezTo>
                      <ns1:cubicBezTo>
                        <ns1:pt x="218" y="221"/>
                        <ns1:pt x="218" y="221"/>
                        <ns1:pt x="214" y="231"/>
                      </ns1:cubicBezTo>
                      <ns1:cubicBezTo>
                        <ns1:pt x="215" y="232"/>
                        <ns1:pt x="216" y="232"/>
                        <ns1:pt x="218" y="233"/>
                      </ns1:cubicBezTo>
                      <ns1:cubicBezTo>
                        <ns1:pt x="215" y="234"/>
                        <ns1:pt x="212" y="234"/>
                        <ns1:pt x="209" y="235"/>
                      </ns1:cubicBezTo>
                      <ns1:cubicBezTo>
                        <ns1:pt x="213" y="243"/>
                        <ns1:pt x="216" y="250"/>
                        <ns1:pt x="220" y="258"/>
                      </ns1:cubicBezTo>
                      <ns1:cubicBezTo>
                        <ns1:pt x="223" y="257"/>
                        <ns1:pt x="227" y="256"/>
                        <ns1:pt x="230" y="255"/>
                      </ns1:cubicBezTo>
                      <ns1:cubicBezTo>
                        <ns1:pt x="229" y="253"/>
                        <ns1:pt x="228" y="252"/>
                        <ns1:pt x="227" y="250"/>
                      </ns1:cubicBezTo>
                      <ns1:cubicBezTo>
                        <ns1:pt x="224" y="245"/>
                        <ns1:pt x="221" y="239"/>
                        <ns1:pt x="217" y="233"/>
                      </ns1:cubicBezTo>
                      <ns1:close/>
                      <ns1:moveTo>
                        <ns1:pt x="567" y="998"/>
                      </ns1:moveTo>
                      <ns1:cubicBezTo>
                        <ns1:pt x="803" y="998"/>
                        <ns1:pt x="995" y="807"/>
                        <ns1:pt x="995" y="570"/>
                      </ns1:cubicBezTo>
                      <ns1:cubicBezTo>
                        <ns1:pt x="996" y="333"/>
                        <ns1:pt x="804" y="141"/>
                        <ns1:pt x="568" y="141"/>
                      </ns1:cubicBezTo>
                      <ns1:cubicBezTo>
                        <ns1:pt x="331" y="140"/>
                        <ns1:pt x="139" y="332"/>
                        <ns1:pt x="139" y="569"/>
                      </ns1:cubicBezTo>
                      <ns1:cubicBezTo>
                        <ns1:pt x="138" y="806"/>
                        <ns1:pt x="330" y="997"/>
                        <ns1:pt x="567" y="998"/>
                      </ns1:cubicBezTo>
                      <ns1:close/>
                      <ns1:moveTo>
                        <ns1:pt x="677" y="64"/>
                      </ns1:moveTo>
                      <ns1:cubicBezTo>
                        <ns1:pt x="675" y="63"/>
                        <ns1:pt x="673" y="63"/>
                        <ns1:pt x="670" y="62"/>
                      </ns1:cubicBezTo>
                      <ns1:cubicBezTo>
                        <ns1:pt x="668" y="69"/>
                        <ns1:pt x="667" y="76"/>
                        <ns1:pt x="665" y="82"/>
                      </ns1:cubicBezTo>
                      <ns1:cubicBezTo>
                        <ns1:pt x="663" y="82"/>
                        <ns1:pt x="661" y="82"/>
                        <ns1:pt x="660" y="81"/>
                      </ns1:cubicBezTo>
                      <ns1:cubicBezTo>
                        <ns1:pt x="659" y="84"/>
                        <ns1:pt x="659" y="86"/>
                        <ns1:pt x="658" y="88"/>
                      </ns1:cubicBezTo>
                      <ns1:cubicBezTo>
                        <ns1:pt x="660" y="89"/>
                        <ns1:pt x="661" y="89"/>
                        <ns1:pt x="664" y="90"/>
                      </ns1:cubicBezTo>
                      <ns1:cubicBezTo>
                        <ns1:pt x="660" y="98"/>
                        <ns1:pt x="656" y="106"/>
                        <ns1:pt x="652" y="114"/>
                      </ns1:cubicBezTo>
                      <ns1:cubicBezTo>
                        <ns1:pt x="653" y="115"/>
                        <ns1:pt x="655" y="117"/>
                        <ns1:pt x="657" y="119"/>
                      </ns1:cubicBezTo>
                      <ns1:cubicBezTo>
                        <ns1:pt x="665" y="112"/>
                        <ns1:pt x="667" y="101"/>
                        <ns1:pt x="671" y="91"/>
                      </ns1:cubicBezTo>
                      <ns1:cubicBezTo>
                        <ns1:pt x="674" y="92"/>
                        <ns1:pt x="677" y="93"/>
                        <ns1:pt x="679" y="94"/>
                      </ns1:cubicBezTo>
                      <ns1:cubicBezTo>
                        <ns1:pt x="678" y="99"/>
                        <ns1:pt x="677" y="103"/>
                        <ns1:pt x="676" y="108"/>
                      </ns1:cubicBezTo>
                      <ns1:cubicBezTo>
                        <ns1:pt x="675" y="113"/>
                        <ns1:pt x="674" y="116"/>
                        <ns1:pt x="668" y="113"/>
                      </ns1:cubicBezTo>
                      <ns1:cubicBezTo>
                        <ns1:pt x="668" y="116"/>
                        <ns1:pt x="669" y="119"/>
                        <ns1:pt x="669" y="123"/>
                      </ns1:cubicBezTo>
                      <ns1:cubicBezTo>
                        <ns1:pt x="673" y="122"/>
                        <ns1:pt x="678" y="122"/>
                        <ns1:pt x="682" y="121"/>
                      </ns1:cubicBezTo>
                      <ns1:cubicBezTo>
                        <ns1:pt x="682" y="121"/>
                        <ns1:pt x="682" y="120"/>
                        <ns1:pt x="682" y="120"/>
                      </ns1:cubicBezTo>
                      <ns1:cubicBezTo>
                        <ns1:pt x="684" y="122"/>
                        <ns1:pt x="686" y="124"/>
                        <ns1:pt x="689" y="128"/>
                      </ns1:cubicBezTo>
                      <ns1:cubicBezTo>
                        <ns1:pt x="692" y="122"/>
                        <ns1:pt x="696" y="117"/>
                        <ns1:pt x="698" y="112"/>
                      </ns1:cubicBezTo>
                      <ns1:cubicBezTo>
                        <ns1:pt x="701" y="107"/>
                        <ns1:pt x="702" y="101"/>
                        <ns1:pt x="704" y="95"/>
                      </ns1:cubicBezTo>
                      <ns1:cubicBezTo>
                        <ns1:pt x="707" y="94"/>
                        <ns1:pt x="708" y="96"/>
                        <ns1:pt x="707" y="99"/>
                      </ns1:cubicBezTo>
                      <ns1:cubicBezTo>
                        <ns1:pt x="705" y="105"/>
                        <ns1:pt x="704" y="111"/>
                        <ns1:pt x="702" y="117"/>
                      </ns1:cubicBezTo>
                      <ns1:cubicBezTo>
                        <ns1:pt x="698" y="130"/>
                        <ns1:pt x="699" y="130"/>
                        <ns1:pt x="711" y="132"/>
                      </ns1:cubicBezTo>
                      <ns1:cubicBezTo>
                        <ns1:pt x="713" y="133"/>
                        <ns1:pt x="715" y="132"/>
                        <ns1:pt x="717" y="131"/>
                      </ns1:cubicBezTo>
                      <ns1:cubicBezTo>
                        <ns1:pt x="718" y="128"/>
                        <ns1:pt x="719" y="126"/>
                        <ns1:pt x="720" y="123"/>
                      </ns1:cubicBezTo>
                      <ns1:cubicBezTo>
                        <ns1:pt x="717" y="121"/>
                        <ns1:pt x="715" y="120"/>
                        <ns1:pt x="713" y="119"/>
                      </ns1:cubicBezTo>
                      <ns1:cubicBezTo>
                        <ns1:pt x="712" y="121"/>
                        <ns1:pt x="712" y="122"/>
                        <ns1:pt x="711" y="124"/>
                      </ns1:cubicBezTo>
                      <ns1:cubicBezTo>
                        <ns1:pt x="710" y="123"/>
                        <ns1:pt x="710" y="123"/>
                        <ns1:pt x="709" y="123"/>
                      </ns1:cubicBezTo>
                      <ns1:cubicBezTo>
                        <ns1:pt x="712" y="112"/>
                        <ns1:pt x="715" y="102"/>
                        <ns1:pt x="717" y="91"/>
                      </ns1:cubicBezTo>
                      <ns1:cubicBezTo>
                        <ns1:pt x="711" y="89"/>
                        <ns1:pt x="704" y="87"/>
                        <ns1:pt x="698" y="86"/>
                      </ns1:cubicBezTo>
                      <ns1:cubicBezTo>
                        <ns1:pt x="696" y="92"/>
                        <ns1:pt x="694" y="98"/>
                        <ns1:pt x="693" y="104"/>
                      </ns1:cubicBezTo>
                      <ns1:cubicBezTo>
                        <ns1:pt x="691" y="110"/>
                        <ns1:pt x="688" y="115"/>
                        <ns1:pt x="681" y="120"/>
                      </ns1:cubicBezTo>
                      <ns1:cubicBezTo>
                        <ns1:pt x="686" y="102"/>
                        <ns1:pt x="690" y="86"/>
                        <ns1:pt x="695" y="69"/>
                      </ns1:cubicBezTo>
                      <ns1:cubicBezTo>
                        <ns1:pt x="692" y="68"/>
                        <ns1:pt x="689" y="67"/>
                        <ns1:pt x="686" y="66"/>
                      </ns1:cubicBezTo>
                      <ns1:cubicBezTo>
                        <ns1:pt x="688" y="64"/>
                        <ns1:pt x="688" y="62"/>
                        <ns1:pt x="690" y="60"/>
                      </ns1:cubicBezTo>
                      <ns1:cubicBezTo>
                        <ns1:pt x="687" y="59"/>
                        <ns1:pt x="684" y="58"/>
                        <ns1:pt x="681" y="56"/>
                      </ns1:cubicBezTo>
                      <ns1:cubicBezTo>
                        <ns1:pt x="680" y="59"/>
                        <ns1:pt x="679" y="61"/>
                        <ns1:pt x="677" y="64"/>
                      </ns1:cubicBezTo>
                      <ns1:close/>
                      <ns1:moveTo>
                        <ns1:pt x="791" y="157"/>
                      </ns1:moveTo>
                      <ns1:cubicBezTo>
                        <ns1:pt x="777" y="142"/>
                        <ns1:pt x="774" y="135"/>
                        <ns1:pt x="776" y="124"/>
                      </ns1:cubicBezTo>
                      <ns1:cubicBezTo>
                        <ns1:pt x="783" y="127"/>
                        <ns1:pt x="790" y="130"/>
                        <ns1:pt x="798" y="134"/>
                      </ns1:cubicBezTo>
                      <ns1:cubicBezTo>
                        <ns1:pt x="799" y="131"/>
                        <ns1:pt x="800" y="129"/>
                        <ns1:pt x="801" y="126"/>
                      </ns1:cubicBezTo>
                      <ns1:cubicBezTo>
                        <ns1:pt x="793" y="123"/>
                        <ns1:pt x="786" y="119"/>
                        <ns1:pt x="778" y="116"/>
                      </ns1:cubicBezTo>
                      <ns1:cubicBezTo>
                        <ns1:pt x="779" y="112"/>
                        <ns1:pt x="781" y="108"/>
                        <ns1:pt x="783" y="104"/>
                      </ns1:cubicBezTo>
                      <ns1:cubicBezTo>
                        <ns1:pt x="790" y="107"/>
                        <ns1:pt x="796" y="110"/>
                        <ns1:pt x="802" y="113"/>
                      </ns1:cubicBezTo>
                      <ns1:cubicBezTo>
                        <ns1:pt x="804" y="110"/>
                        <ns1:pt x="805" y="108"/>
                        <ns1:pt x="806" y="106"/>
                      </ns1:cubicBezTo>
                      <ns1:cubicBezTo>
                        <ns1:pt x="798" y="102"/>
                        <ns1:pt x="790" y="98"/>
                        <ns1:pt x="782" y="95"/>
                      </ns1:cubicBezTo>
                      <ns1:cubicBezTo>
                        <ns1:pt x="774" y="92"/>
                        <ns1:pt x="767" y="88"/>
                        <ns1:pt x="759" y="84"/>
                      </ns1:cubicBezTo>
                      <ns1:cubicBezTo>
                        <ns1:pt x="758" y="87"/>
                        <ns1:pt x="757" y="89"/>
                        <ns1:pt x="755" y="92"/>
                      </ns1:cubicBezTo>
                      <ns1:cubicBezTo>
                        <ns1:pt x="762" y="95"/>
                        <ns1:pt x="767" y="97"/>
                        <ns1:pt x="774" y="100"/>
                      </ns1:cubicBezTo>
                      <ns1:cubicBezTo>
                        <ns1:pt x="772" y="104"/>
                        <ns1:pt x="770" y="108"/>
                        <ns1:pt x="768" y="111"/>
                      </ns1:cubicBezTo>
                      <ns1:cubicBezTo>
                        <ns1:pt x="761" y="108"/>
                        <ns1:pt x="753" y="105"/>
                        <ns1:pt x="746" y="101"/>
                      </ns1:cubicBezTo>
                      <ns1:cubicBezTo>
                        <ns1:pt x="745" y="104"/>
                        <ns1:pt x="744" y="106"/>
                        <ns1:pt x="743" y="109"/>
                      </ns1:cubicBezTo>
                      <ns1:cubicBezTo>
                        <ns1:pt x="750" y="112"/>
                        <ns1:pt x="757" y="115"/>
                        <ns1:pt x="764" y="119"/>
                      </ns1:cubicBezTo>
                      <ns1:cubicBezTo>
                        <ns1:pt x="755" y="130"/>
                        <ns1:pt x="743" y="132"/>
                        <ns1:pt x="730" y="131"/>
                      </ns1:cubicBezTo>
                      <ns1:cubicBezTo>
                        <ns1:pt x="731" y="135"/>
                        <ns1:pt x="732" y="138"/>
                        <ns1:pt x="733" y="142"/>
                      </ns1:cubicBezTo>
                      <ns1:cubicBezTo>
                        <ns1:pt x="745" y="142"/>
                        <ns1:pt x="756" y="140"/>
                        <ns1:pt x="765" y="132"/>
                      </ns1:cubicBezTo>
                      <ns1:cubicBezTo>
                        <ns1:pt x="767" y="144"/>
                        <ns1:pt x="772" y="154"/>
                        <ns1:pt x="781" y="162"/>
                      </ns1:cubicBezTo>
                      <ns1:cubicBezTo>
                        <ns1:pt x="785" y="160"/>
                        <ns1:pt x="788" y="158"/>
                        <ns1:pt x="791" y="157"/>
                      </ns1:cubicBezTo>
                      <ns1:close/>
                      <ns1:moveTo>
                        <ns1:pt x="401" y="142"/>
                      </ns1:moveTo>
                      <ns1:cubicBezTo>
                        <ns1:pt x="402" y="137"/>
                        <ns1:pt x="403" y="133"/>
                        <ns1:pt x="403" y="130"/>
                      </ns1:cubicBezTo>
                      <ns1:cubicBezTo>
                        <ns1:pt x="396" y="129"/>
                        <ns1:pt x="389" y="129"/>
                        <ns1:pt x="382" y="127"/>
                      </ns1:cubicBezTo>
                      <ns1:cubicBezTo>
                        <ns1:pt x="375" y="125"/>
                        <ns1:pt x="370" y="120"/>
                        <ns1:pt x="366" y="114"/>
                      </ns1:cubicBezTo>
                      <ns1:cubicBezTo>
                        <ns1:pt x="374" y="110"/>
                        <ns1:pt x="382" y="107"/>
                        <ns1:pt x="389" y="103"/>
                      </ns1:cubicBezTo>
                      <ns1:cubicBezTo>
                        <ns1:pt x="388" y="100"/>
                        <ns1:pt x="387" y="98"/>
                        <ns1:pt x="386" y="95"/>
                      </ns1:cubicBezTo>
                      <ns1:cubicBezTo>
                        <ns1:pt x="378" y="99"/>
                        <ns1:pt x="370" y="102"/>
                        <ns1:pt x="362" y="106"/>
                      </ns1:cubicBezTo>
                      <ns1:cubicBezTo>
                        <ns1:pt x="360" y="100"/>
                        <ns1:pt x="357" y="95"/>
                        <ns1:pt x="355" y="89"/>
                      </ns1:cubicBezTo>
                      <ns1:cubicBezTo>
                        <ns1:pt x="351" y="90"/>
                        <ns1:pt x="348" y="92"/>
                        <ns1:pt x="344" y="93"/>
                      </ns1:cubicBezTo>
                      <ns1:cubicBezTo>
                        <ns1:pt x="347" y="99"/>
                        <ns1:pt x="349" y="105"/>
                        <ns1:pt x="352" y="111"/>
                      </ns1:cubicBezTo>
                      <ns1:cubicBezTo>
                        <ns1:pt x="343" y="114"/>
                        <ns1:pt x="336" y="118"/>
                        <ns1:pt x="328" y="122"/>
                      </ns1:cubicBezTo>
                      <ns1:cubicBezTo>
                        <ns1:pt x="329" y="125"/>
                        <ns1:pt x="330" y="127"/>
                        <ns1:pt x="331" y="130"/>
                      </ns1:cubicBezTo>
                      <ns1:cubicBezTo>
                        <ns1:pt x="339" y="126"/>
                        <ns1:pt x="347" y="123"/>
                        <ns1:pt x="355" y="119"/>
                      </ns1:cubicBezTo>
                      <ns1:cubicBezTo>
                        <ns1:pt x="360" y="135"/>
                        <ns1:pt x="354" y="148"/>
                        <ns1:pt x="343" y="159"/>
                      </ns1:cubicBezTo>
                      <ns1:cubicBezTo>
                        <ns1:pt x="347" y="161"/>
                        <ns1:pt x="350" y="162"/>
                        <ns1:pt x="353" y="164"/>
                      </ns1:cubicBezTo>
                      <ns1:cubicBezTo>
                        <ns1:pt x="361" y="154"/>
                        <ns1:pt x="367" y="144"/>
                        <ns1:pt x="368" y="130"/>
                      </ns1:cubicBezTo>
                      <ns1:cubicBezTo>
                        <ns1:pt x="377" y="139"/>
                        <ns1:pt x="389" y="142"/>
                        <ns1:pt x="401" y="142"/>
                      </ns1:cubicBezTo>
                      <ns1:close/>
                      <ns1:moveTo>
                        <ns1:pt x="609" y="70"/>
                      </ns1:moveTo>
                      <ns1:cubicBezTo>
                        <ns1:pt x="607" y="68"/>
                        <ns1:pt x="606" y="66"/>
                        <ns1:pt x="604" y="65"/>
                      </ns1:cubicBezTo>
                      <ns1:cubicBezTo>
                        <ns1:pt x="603" y="65"/>
                        <ns1:pt x="601" y="64"/>
                        <ns1:pt x="600" y="65"/>
                      </ns1:cubicBezTo>
                      <ns1:cubicBezTo>
                        <ns1:pt x="593" y="69"/>
                        <ns1:pt x="587" y="74"/>
                        <ns1:pt x="581" y="78"/>
                      </ns1:cubicBezTo>
                      <ns1:cubicBezTo>
                        <ns1:pt x="588" y="85"/>
                        <ns1:pt x="588" y="85"/>
                        <ns1:pt x="588" y="89"/>
                      </ns1:cubicBezTo>
                      <ns1:cubicBezTo>
                        <ns1:pt x="593" y="90"/>
                        <ns1:pt x="598" y="90"/>
                        <ns1:pt x="603" y="91"/>
                      </ns1:cubicBezTo>
                      <ns1:cubicBezTo>
                        <ns1:pt x="603" y="95"/>
                        <ns1:pt x="603" y="99"/>
                        <ns1:pt x="602" y="102"/>
                      </ns1:cubicBezTo>
                      <ns1:cubicBezTo>
                        <ns1:pt x="594" y="102"/>
                        <ns1:pt x="586" y="101"/>
                        <ns1:pt x="578" y="101"/>
                      </ns1:cubicBezTo>
                      <ns1:cubicBezTo>
                        <ns1:pt x="577" y="103"/>
                        <ns1:pt x="577" y="105"/>
                        <ns1:pt x="577" y="108"/>
                      </ns1:cubicBezTo>
                      <ns1:cubicBezTo>
                        <ns1:pt x="597" y="109"/>
                        <ns1:pt x="616" y="111"/>
                        <ns1:pt x="635" y="113"/>
                      </ns1:cubicBezTo>
                      <ns1:cubicBezTo>
                        <ns1:pt x="635" y="110"/>
                        <ns1:pt x="636" y="108"/>
                        <ns1:pt x="636" y="106"/>
                      </ns1:cubicBezTo>
                      <ns1:cubicBezTo>
                        <ns1:pt x="628" y="105"/>
                        <ns1:pt x="620" y="104"/>
                        <ns1:pt x="612" y="103"/>
                      </ns1:cubicBezTo>
                      <ns1:cubicBezTo>
                        <ns1:pt x="612" y="99"/>
                        <ns1:pt x="612" y="96"/>
                        <ns1:pt x="613" y="92"/>
                      </ns1:cubicBezTo>
                      <ns1:cubicBezTo>
                        <ns1:pt x="618" y="92"/>
                        <ns1:pt x="623" y="92"/>
                        <ns1:pt x="626" y="93"/>
                      </ns1:cubicBezTo>
                      <ns1:cubicBezTo>
                        <ns1:pt x="631" y="88"/>
                        <ns1:pt x="634" y="85"/>
                        <ns1:pt x="638" y="81"/>
                      </ns1:cubicBezTo>
                      <ns1:cubicBezTo>
                        <ns1:pt x="631" y="75"/>
                        <ns1:pt x="624" y="70"/>
                        <ns1:pt x="617" y="65"/>
                      </ns1:cubicBezTo>
                      <ns1:cubicBezTo>
                        <ns1:pt x="615" y="67"/>
                        <ns1:pt x="613" y="69"/>
                        <ns1:pt x="611" y="70"/>
                      </ns1:cubicBezTo>
                      <ns1:cubicBezTo>
                        <ns1:pt x="616" y="75"/>
                        <ns1:pt x="621" y="79"/>
                        <ns1:pt x="626" y="84"/>
                      </ns1:cubicBezTo>
                      <ns1:cubicBezTo>
                        <ns1:pt x="626" y="84"/>
                        <ns1:pt x="626" y="84"/>
                        <ns1:pt x="626" y="85"/>
                      </ns1:cubicBezTo>
                      <ns1:cubicBezTo>
                        <ns1:pt x="615" y="84"/>
                        <ns1:pt x="603" y="83"/>
                        <ns1:pt x="591" y="82"/>
                      </ns1:cubicBezTo>
                      <ns1:cubicBezTo>
                        <ns1:pt x="598" y="77"/>
                        <ns1:pt x="603" y="74"/>
                        <ns1:pt x="609" y="70"/>
                      </ns1:cubicBezTo>
                      <ns1:close/>
                      <ns1:moveTo>
                        <ns1:pt x="513" y="113"/>
                      </ns1:moveTo>
                      <ns1:cubicBezTo>
                        <ns1:pt x="523" y="113"/>
                        <ns1:pt x="525" y="110"/>
                        <ns1:pt x="524" y="101"/>
                      </ns1:cubicBezTo>
                      <ns1:cubicBezTo>
                        <ns1:pt x="524" y="95"/>
                        <ns1:pt x="523" y="89"/>
                        <ns1:pt x="523" y="84"/>
                      </ns1:cubicBezTo>
                      <ns1:cubicBezTo>
                        <ns1:pt x="522" y="74"/>
                        <ns1:pt x="521" y="65"/>
                        <ns1:pt x="520" y="55"/>
                      </ns1:cubicBezTo>
                      <ns1:cubicBezTo>
                        <ns1:pt x="517" y="55"/>
                        <ns1:pt x="514" y="55"/>
                        <ns1:pt x="511" y="55"/>
                      </ns1:cubicBezTo>
                      <ns1:cubicBezTo>
                        <ns1:pt x="512" y="53"/>
                        <ns1:pt x="512" y="50"/>
                        <ns1:pt x="512" y="48"/>
                      </ns1:cubicBezTo>
                      <ns1:cubicBezTo>
                        <ns1:pt x="509" y="48"/>
                        <ns1:pt x="506" y="48"/>
                        <ns1:pt x="502" y="48"/>
                      </ns1:cubicBezTo>
                      <ns1:cubicBezTo>
                        <ns1:pt x="504" y="54"/>
                        <ns1:pt x="502" y="58"/>
                        <ns1:pt x="495" y="57"/>
                      </ns1:cubicBezTo>
                      <ns1:cubicBezTo>
                        <ns1:pt x="495" y="64"/>
                        <ns1:pt x="496" y="71"/>
                        <ns1:pt x="496" y="77"/>
                      </ns1:cubicBezTo>
                      <ns1:cubicBezTo>
                        <ns1:pt x="494" y="78"/>
                        <ns1:pt x="493" y="78"/>
                        <ns1:pt x="491" y="79"/>
                      </ns1:cubicBezTo>
                      <ns1:cubicBezTo>
                        <ns1:pt x="492" y="81"/>
                        <ns1:pt x="492" y="83"/>
                        <ns1:pt x="492" y="85"/>
                      </ns1:cubicBezTo>
                      <ns1:cubicBezTo>
                        <ns1:pt x="494" y="85"/>
                        <ns1:pt x="495" y="85"/>
                        <ns1:pt x="497" y="85"/>
                      </ns1:cubicBezTo>
                      <ns1:cubicBezTo>
                        <ns1:pt x="498" y="94"/>
                        <ns1:pt x="497" y="103"/>
                        <ns1:pt x="494" y="111"/>
                      </ns1:cubicBezTo>
                      <ns1:cubicBezTo>
                        <ns1:pt x="497" y="113"/>
                        <ns1:pt x="499" y="114"/>
                        <ns1:pt x="502" y="115"/>
                      </ns1:cubicBezTo>
                      <ns1:cubicBezTo>
                        <ns1:pt x="507" y="105"/>
                        <ns1:pt x="505" y="95"/>
                        <ns1:pt x="505" y="84"/>
                      </ns1:cubicBezTo>
                      <ns1:cubicBezTo>
                        <ns1:pt x="508" y="84"/>
                        <ns1:pt x="511" y="84"/>
                        <ns1:pt x="514" y="83"/>
                      </ns1:cubicBezTo>
                      <ns1:cubicBezTo>
                        <ns1:pt x="515" y="88"/>
                        <ns1:pt x="515" y="93"/>
                        <ns1:pt x="515" y="97"/>
                      </ns1:cubicBezTo>
                      <ns1:cubicBezTo>
                        <ns1:pt x="516" y="102"/>
                        <ns1:pt x="516" y="106"/>
                        <ns1:pt x="510" y="106"/>
                      </ns1:cubicBezTo>
                      <ns1:cubicBezTo>
                        <ns1:pt x="511" y="108"/>
                        <ns1:pt x="512" y="111"/>
                        <ns1:pt x="513" y="113"/>
                      </ns1:cubicBezTo>
                      <ns1:close/>
                      <ns1:moveTo>
                        <ns1:pt x="301" y="125"/>
                      </ns1:moveTo>
                      <ns1:cubicBezTo>
                        <ns1:pt x="291" y="132"/>
                        <ns1:pt x="281" y="138"/>
                        <ns1:pt x="271" y="145"/>
                      </ns1:cubicBezTo>
                      <ns1:cubicBezTo>
                        <ns1:pt x="270" y="146"/>
                        <ns1:pt x="270" y="148"/>
                        <ns1:pt x="269" y="150"/>
                      </ns1:cubicBezTo>
                      <ns1:cubicBezTo>
                        <ns1:pt x="265" y="149"/>
                        <ns1:pt x="261" y="148"/>
                        <ns1:pt x="256" y="147"/>
                      </ns1:cubicBezTo>
                      <ns1:cubicBezTo>
                        <ns1:pt x="255" y="151"/>
                        <ns1:pt x="254" y="154"/>
                        <ns1:pt x="254" y="157"/>
                      </ns1:cubicBezTo>
                      <ns1:cubicBezTo>
                        <ns1:pt x="259" y="158"/>
                        <ns1:pt x="264" y="159"/>
                        <ns1:pt x="269" y="160"/>
                      </ns1:cubicBezTo>
                      <ns1:cubicBezTo>
                        <ns1:pt x="270" y="157"/>
                        <ns1:pt x="270" y="154"/>
                        <ns1:pt x="271" y="152"/>
                      </ns1:cubicBezTo>
                      <ns1:cubicBezTo>
                        <ns1:pt x="277" y="154"/>
                        <ns1:pt x="280" y="147"/>
                        <ns1:pt x="286" y="146"/>
                      </ns1:cubicBezTo>
                      <ns1:cubicBezTo>
                        <ns1:pt x="293" y="156"/>
                        <ns1:pt x="300" y="166"/>
                        <ns1:pt x="307" y="177"/>
                      </ns1:cubicBezTo>
                      <ns1:cubicBezTo>
                        <ns1:pt x="301" y="180"/>
                        <ns1:pt x="297" y="184"/>
                        <ns1:pt x="291" y="187"/>
                      </ns1:cubicBezTo>
                      <ns1:cubicBezTo>
                        <ns1:pt x="293" y="189"/>
                        <ns1:pt x="294" y="191"/>
                        <ns1:pt x="296" y="194"/>
                      </ns1:cubicBezTo>
                      <ns1:cubicBezTo>
                        <ns1:pt x="308" y="185"/>
                        <ns1:pt x="321" y="177"/>
                        <ns1:pt x="334" y="168"/>
                      </ns1:cubicBezTo>
                      <ns1:cubicBezTo>
                        <ns1:pt x="332" y="166"/>
                        <ns1:pt x="331" y="164"/>
                        <ns1:pt x="329" y="162"/>
                      </ns1:cubicBezTo>
                      <ns1:cubicBezTo>
                        <ns1:pt x="324" y="165"/>
                        <ns1:pt x="320" y="168"/>
                        <ns1:pt x="315" y="171"/>
                      </ns1:cubicBezTo>
                      <ns1:cubicBezTo>
                        <ns1:pt x="308" y="161"/>
                        <ns1:pt x="301" y="150"/>
                        <ns1:pt x="294" y="140"/>
                      </ns1:cubicBezTo>
                      <ns1:cubicBezTo>
                        <ns1:pt x="298" y="137"/>
                        <ns1:pt x="301" y="134"/>
                        <ns1:pt x="305" y="132"/>
                      </ns1:cubicBezTo>
                      <ns1:cubicBezTo>
                        <ns1:pt x="304" y="129"/>
                        <ns1:pt x="302" y="127"/>
                        <ns1:pt x="301" y="125"/>
                      </ns1:cubicBezTo>
                      <ns1:close/>
                      <ns1:moveTo>
                        <ns1:pt x="865" y="189"/>
                      </ns1:moveTo>
                      <ns1:cubicBezTo>
                        <ns1:pt x="858" y="184"/>
                        <ns1:pt x="851" y="180"/>
                        <ns1:pt x="843" y="174"/>
                      </ns1:cubicBezTo>
                      <ns1:cubicBezTo>
                        <ns1:pt x="851" y="174"/>
                        <ns1:pt x="857" y="174"/>
                        <ns1:pt x="862" y="169"/>
                      </ns1:cubicBezTo>
                      <ns1:cubicBezTo>
                        <ns1:pt x="851" y="162"/>
                        <ns1:pt x="841" y="155"/>
                        <ns1:pt x="830" y="147"/>
                      </ns1:cubicBezTo>
                      <ns1:cubicBezTo>
                        <ns1:pt x="828" y="150"/>
                        <ns1:pt x="827" y="152"/>
                        <ns1:pt x="825" y="154"/>
                      </ns1:cubicBezTo>
                      <ns1:cubicBezTo>
                        <ns1:pt x="832" y="158"/>
                        <ns1:pt x="837" y="162"/>
                        <ns1:pt x="843" y="166"/>
                      </ns1:cubicBezTo>
                      <ns1:cubicBezTo>
                        <ns1:pt x="840" y="167"/>
                        <ns1:pt x="837" y="167"/>
                        <ns1:pt x="833" y="168"/>
                      </ns1:cubicBezTo>
                      <ns1:cubicBezTo>
                        <ns1:pt x="827" y="163"/>
                        <ns1:pt x="819" y="158"/>
                        <ns1:pt x="811" y="153"/>
                      </ns1:cubicBezTo>
                      <ns1:cubicBezTo>
                        <ns1:pt x="810" y="155"/>
                        <ns1:pt x="808" y="157"/>
                        <ns1:pt x="807" y="160"/>
                      </ns1:cubicBezTo>
                      <ns1:cubicBezTo>
                        <ns1:pt x="815" y="165"/>
                        <ns1:pt x="823" y="170"/>
                        <ns1:pt x="830" y="175"/>
                      </ns1:cubicBezTo>
                      <ns1:cubicBezTo>
                        <ns1:pt x="827" y="183"/>
                        <ns1:pt x="823" y="178"/>
                        <ns1:pt x="819" y="177"/>
                      </ns1:cubicBezTo>
                      <ns1:cubicBezTo>
                        <ns1:pt x="818" y="180"/>
                        <ns1:pt x="817" y="183"/>
                        <ns1:pt x="816" y="186"/>
                      </ns1:cubicBezTo>
                      <ns1:cubicBezTo>
                        <ns1:pt x="820" y="188"/>
                        <ns1:pt x="822" y="190"/>
                        <ns1:pt x="826" y="192"/>
                      </ns1:cubicBezTo>
                      <ns1:cubicBezTo>
                        <ns1:pt x="829" y="193"/>
                        <ns1:pt x="832" y="193"/>
                        <ns1:pt x="834" y="189"/>
                      </ns1:cubicBezTo>
                      <ns1:cubicBezTo>
                        <ns1:pt x="835" y="186"/>
                        <ns1:pt x="837" y="184"/>
                        <ns1:pt x="839" y="181"/>
                      </ns1:cubicBezTo>
                      <ns1:cubicBezTo>
                        <ns1:pt x="846" y="186"/>
                        <ns1:pt x="853" y="191"/>
                        <ns1:pt x="860" y="196"/>
                      </ns1:cubicBezTo>
                      <ns1:cubicBezTo>
                        <ns1:pt x="862" y="193"/>
                        <ns1:pt x="863" y="191"/>
                        <ns1:pt x="865" y="189"/>
                      </ns1:cubicBezTo>
                      <ns1:close/>
                      <ns1:moveTo>
                        <ns1:pt x="867" y="167"/>
                      </ns1:moveTo>
                      <ns1:cubicBezTo>
                        <ns1:pt x="865" y="169"/>
                        <ns1:pt x="864" y="171"/>
                        <ns1:pt x="863" y="173"/>
                      </ns1:cubicBezTo>
                      <ns1:cubicBezTo>
                        <ns1:pt x="866" y="175"/>
                        <ns1:pt x="868" y="177"/>
                        <ns1:pt x="871" y="178"/>
                      </ns1:cubicBezTo>
                      <ns1:cubicBezTo>
                        <ns1:pt x="874" y="174"/>
                        <ns1:pt x="877" y="170"/>
                        <ns1:pt x="880" y="165"/>
                      </ns1:cubicBezTo>
                      <ns1:cubicBezTo>
                        <ns1:pt x="876" y="163"/>
                        <ns1:pt x="872" y="160"/>
                        <ns1:pt x="868" y="157"/>
                      </ns1:cubicBezTo>
                      <ns1:cubicBezTo>
                        <ns1:pt x="873" y="156"/>
                        <ns1:pt x="878" y="155"/>
                        <ns1:pt x="883" y="153"/>
                      </ns1:cubicBezTo>
                      <ns1:cubicBezTo>
                        <ns1:pt x="880" y="150"/>
                        <ns1:pt x="878" y="147"/>
                        <ns1:pt x="876" y="144"/>
                      </ns1:cubicBezTo>
                      <ns1:cubicBezTo>
                        <ns1:pt x="871" y="146"/>
                        <ns1:pt x="867" y="148"/>
                        <ns1:pt x="862" y="151"/>
                      </ns1:cubicBezTo>
                      <ns1:cubicBezTo>
                        <ns1:pt x="861" y="151"/>
                        <ns1:pt x="859" y="152"/>
                        <ns1:pt x="858" y="151"/>
                      </ns1:cubicBezTo>
                      <ns1:cubicBezTo>
                        <ns1:pt x="853" y="148"/>
                        <ns1:pt x="848" y="144"/>
                        <ns1:pt x="842" y="140"/>
                      </ns1:cubicBezTo>
                      <ns1:cubicBezTo>
                        <ns1:pt x="845" y="140"/>
                        <ns1:pt x="847" y="140"/>
                        <ns1:pt x="849" y="140"/>
                      </ns1:cubicBezTo>
                      <ns1:cubicBezTo>
                        <ns1:pt x="849" y="136"/>
                        <ns1:pt x="849" y="132"/>
                        <ns1:pt x="849" y="128"/>
                      </ns1:cubicBezTo>
                      <ns1:cubicBezTo>
                        <ns1:pt x="845" y="127"/>
                        <ns1:pt x="842" y="127"/>
                        <ns1:pt x="839" y="126"/>
                      </ns1:cubicBezTo>
                      <ns1:cubicBezTo>
                        <ns1:pt x="839" y="130"/>
                        <ns1:pt x="839" y="134"/>
                        <ns1:pt x="839" y="138"/>
                      </ns1:cubicBezTo>
                      <ns1:cubicBezTo>
                        <ns1:pt x="835" y="135"/>
                        <ns1:pt x="831" y="133"/>
                        <ns1:pt x="827" y="130"/>
                      </ns1:cubicBezTo>
                      <ns1:cubicBezTo>
                        <ns1:pt x="824" y="135"/>
                        <ns1:pt x="822" y="139"/>
                        <ns1:pt x="819" y="143"/>
                      </ns1:cubicBezTo>
                      <ns1:cubicBezTo>
                        <ns1:pt x="821" y="145"/>
                        <ns1:pt x="824" y="146"/>
                        <ns1:pt x="826" y="148"/>
                      </ns1:cubicBezTo>
                      <ns1:cubicBezTo>
                        <ns1:pt x="828" y="146"/>
                        <ns1:pt x="829" y="144"/>
                        <ns1:pt x="831" y="142"/>
                      </ns1:cubicBezTo>
                      <ns1:cubicBezTo>
                        <ns1:pt x="843" y="150"/>
                        <ns1:pt x="855" y="158"/>
                        <ns1:pt x="867" y="167"/>
                      </ns1:cubicBezTo>
                      <ns1:close/>
                      <ns1:moveTo>
                        <ns1:pt x="1079" y="645"/>
                      </ns1:moveTo>
                      <ns1:cubicBezTo>
                        <ns1:pt x="1065" y="643"/>
                        <ns1:pt x="1052" y="640"/>
                        <ns1:pt x="1039" y="638"/>
                      </ns1:cubicBezTo>
                      <ns1:cubicBezTo>
                        <ns1:pt x="1038" y="640"/>
                        <ns1:pt x="1038" y="642"/>
                        <ns1:pt x="1037" y="645"/>
                      </ns1:cubicBezTo>
                      <ns1:cubicBezTo>
                        <ns1:pt x="1047" y="647"/>
                        <ns1:pt x="1057" y="649"/>
                        <ns1:pt x="1067" y="650"/>
                      </ns1:cubicBezTo>
                      <ns1:cubicBezTo>
                        <ns1:pt x="1057" y="654"/>
                        <ns1:pt x="1048" y="656"/>
                        <ns1:pt x="1038" y="658"/>
                      </ns1:cubicBezTo>
                      <ns1:cubicBezTo>
                        <ns1:pt x="1037" y="659"/>
                        <ns1:pt x="1035" y="660"/>
                        <ns1:pt x="1035" y="661"/>
                      </ns1:cubicBezTo>
                      <ns1:cubicBezTo>
                        <ns1:pt x="1034" y="664"/>
                        <ns1:pt x="1033" y="667"/>
                        <ns1:pt x="1033" y="671"/>
                      </ns1:cubicBezTo>
                      <ns1:cubicBezTo>
                        <ns1:pt x="1046" y="673"/>
                        <ns1:pt x="1060" y="675"/>
                        <ns1:pt x="1073" y="678"/>
                      </ns1:cubicBezTo>
                      <ns1:cubicBezTo>
                        <ns1:pt x="1073" y="675"/>
                        <ns1:pt x="1074" y="673"/>
                        <ns1:pt x="1074" y="671"/>
                      </ns1:cubicBezTo>
                      <ns1:cubicBezTo>
                        <ns1:pt x="1063" y="669"/>
                        <ns1:pt x="1053" y="667"/>
                        <ns1:pt x="1041" y="665"/>
                      </ns1:cubicBezTo>
                      <ns1:cubicBezTo>
                        <ns1:pt x="1044" y="664"/>
                        <ns1:pt x="1045" y="663"/>
                        <ns1:pt x="1046" y="663"/>
                      </ns1:cubicBezTo>
                      <ns1:cubicBezTo>
                        <ns1:pt x="1055" y="661"/>
                        <ns1:pt x="1064" y="659"/>
                        <ns1:pt x="1073" y="657"/>
                      </ns1:cubicBezTo>
                      <ns1:cubicBezTo>
                        <ns1:pt x="1075" y="657"/>
                        <ns1:pt x="1077" y="656"/>
                        <ns1:pt x="1077" y="654"/>
                      </ns1:cubicBezTo>
                      <ns1:cubicBezTo>
                        <ns1:pt x="1078" y="652"/>
                        <ns1:pt x="1078" y="648"/>
                        <ns1:pt x="1079" y="645"/>
                      </ns1:cubicBezTo>
                      <ns1:close/>
                      <ns1:moveTo>
                        <ns1:pt x="390" y="1021"/>
                      </ns1:moveTo>
                      <ns1:cubicBezTo>
                        <ns1:pt x="390" y="1022"/>
                        <ns1:pt x="390" y="1022"/>
                        <ns1:pt x="390" y="1022"/>
                      </ns1:cubicBezTo>
                      <ns1:cubicBezTo>
                        <ns1:pt x="391" y="1023"/>
                        <ns1:pt x="391" y="1025"/>
                        <ns1:pt x="391" y="1027"/>
                      </ns1:cubicBezTo>
                      <ns1:cubicBezTo>
                        <ns1:pt x="391" y="1035"/>
                        <ns1:pt x="392" y="1044"/>
                        <ns1:pt x="392" y="1053"/>
                      </ns1:cubicBezTo>
                      <ns1:cubicBezTo>
                        <ns1:pt x="392" y="1054"/>
                        <ns1:pt x="393" y="1056"/>
                        <ns1:pt x="394" y="1057"/>
                      </ns1:cubicBezTo>
                      <ns1:cubicBezTo>
                        <ns1:pt x="397" y="1058"/>
                        <ns1:pt x="400" y="1059"/>
                        <ns1:pt x="403" y="1060"/>
                      </ns1:cubicBezTo>
                      <ns1:cubicBezTo>
                        <ns1:pt x="408" y="1047"/>
                        <ns1:pt x="412" y="1035"/>
                        <ns1:pt x="417" y="1022"/>
                      </ns1:cubicBezTo>
                      <ns1:cubicBezTo>
                        <ns1:pt x="415" y="1021"/>
                        <ns1:pt x="412" y="1020"/>
                        <ns1:pt x="410" y="1019"/>
                      </ns1:cubicBezTo>
                      <ns1:cubicBezTo>
                        <ns1:pt x="406" y="1029"/>
                        <ns1:pt x="403" y="1038"/>
                        <ns1:pt x="400" y="1048"/>
                      </ns1:cubicBezTo>
                      <ns1:cubicBezTo>
                        <ns1:pt x="398" y="1038"/>
                        <ns1:pt x="398" y="1028"/>
                        <ns1:pt x="397" y="1018"/>
                      </ns1:cubicBezTo>
                      <ns1:cubicBezTo>
                        <ns1:pt x="397" y="1016"/>
                        <ns1:pt x="396" y="1014"/>
                        <ns1:pt x="395" y="1014"/>
                      </ns1:cubicBezTo>
                      <ns1:cubicBezTo>
                        <ns1:pt x="392" y="1012"/>
                        <ns1:pt x="389" y="1011"/>
                        <ns1:pt x="386" y="1010"/>
                      </ns1:cubicBezTo>
                      <ns1:cubicBezTo>
                        <ns1:pt x="381" y="1023"/>
                        <ns1:pt x="376" y="1036"/>
                        <ns1:pt x="372" y="1049"/>
                      </ns1:cubicBezTo>
                      <ns1:cubicBezTo>
                        <ns1:pt x="374" y="1050"/>
                        <ns1:pt x="376" y="1050"/>
                        <ns1:pt x="378" y="1051"/>
                      </ns1:cubicBezTo>
                      <ns1:cubicBezTo>
                        <ns1:pt x="382" y="1041"/>
                        <ns1:pt x="386" y="1031"/>
                        <ns1:pt x="390" y="1021"/>
                      </ns1:cubicBezTo>
                      <ns1:close/>
                      <ns1:moveTo>
                        <ns1:pt x="999" y="790"/>
                      </ns1:moveTo>
                      <ns1:cubicBezTo>
                        <ns1:pt x="999" y="790"/>
                        <ns1:pt x="999" y="789"/>
                        <ns1:pt x="999" y="789"/>
                      </ns1:cubicBezTo>
                      <ns1:cubicBezTo>
                        <ns1:pt x="1008" y="789"/>
                        <ns1:pt x="1016" y="790"/>
                        <ns1:pt x="1025" y="790"/>
                      </ns1:cubicBezTo>
                      <ns1:cubicBezTo>
                        <ns1:pt x="1035" y="791"/>
                        <ns1:pt x="1035" y="791"/>
                        <ns1:pt x="1039" y="780"/>
                      </ns1:cubicBezTo>
                      <ns1:cubicBezTo>
                        <ns1:pt x="1027" y="775"/>
                        <ns1:pt x="1015" y="769"/>
                        <ns1:pt x="1003" y="763"/>
                      </ns1:cubicBezTo>
                      <ns1:cubicBezTo>
                        <ns1:pt x="1001" y="765"/>
                        <ns1:pt x="1001" y="767"/>
                        <ns1:pt x="999" y="769"/>
                      </ns1:cubicBezTo>
                      <ns1:cubicBezTo>
                        <ns1:pt x="1009" y="774"/>
                        <ns1:pt x="1018" y="778"/>
                        <ns1:pt x="1026" y="782"/>
                      </ns1:cubicBezTo>
                      <ns1:cubicBezTo>
                        <ns1:pt x="1016" y="782"/>
                        <ns1:pt x="1006" y="782"/>
                        <ns1:pt x="997" y="782"/>
                      </ns1:cubicBezTo>
                      <ns1:cubicBezTo>
                        <ns1:pt x="995" y="782"/>
                        <ns1:pt x="993" y="783"/>
                        <ns1:pt x="992" y="784"/>
                      </ns1:cubicBezTo>
                      <ns1:cubicBezTo>
                        <ns1:pt x="991" y="787"/>
                        <ns1:pt x="990" y="790"/>
                        <ns1:pt x="988" y="793"/>
                      </ns1:cubicBezTo>
                      <ns1:cubicBezTo>
                        <ns1:pt x="1001" y="799"/>
                        <ns1:pt x="1013" y="804"/>
                        <ns1:pt x="1025" y="811"/>
                      </ns1:cubicBezTo>
                      <ns1:cubicBezTo>
                        <ns1:pt x="1026" y="808"/>
                        <ns1:pt x="1027" y="806"/>
                        <ns1:pt x="1028" y="804"/>
                      </ns1:cubicBezTo>
                      <ns1:cubicBezTo>
                        <ns1:pt x="1018" y="799"/>
                        <ns1:pt x="1009" y="794"/>
                        <ns1:pt x="999" y="790"/>
                      </ns1:cubicBezTo>
                      <ns1:close/>
                      <ns1:moveTo>
                        <ns1:pt x="529" y="70"/>
                      </ns1:moveTo>
                      <ns1:cubicBezTo>
                        <ns1:pt x="529" y="82"/>
                        <ns1:pt x="532" y="95"/>
                        <ns1:pt x="526" y="107"/>
                      </ns1:cubicBezTo>
                      <ns1:cubicBezTo>
                        <ns1:pt x="528" y="109"/>
                        <ns1:pt x="531" y="110"/>
                        <ns1:pt x="533" y="112"/>
                      </ns1:cubicBezTo>
                      <ns1:cubicBezTo>
                        <ns1:pt x="540" y="100"/>
                        <ns1:pt x="538" y="88"/>
                        <ns1:pt x="537" y="76"/>
                      </ns1:cubicBezTo>
                      <ns1:cubicBezTo>
                        <ns1:pt x="540" y="75"/>
                        <ns1:pt x="541" y="76"/>
                        <ns1:pt x="541" y="79"/>
                      </ns1:cubicBezTo>
                      <ns1:cubicBezTo>
                        <ns1:pt x="542" y="85"/>
                        <ns1:pt x="543" y="92"/>
                        <ns1:pt x="543" y="99"/>
                      </ns1:cubicBezTo>
                      <ns1:cubicBezTo>
                        <ns1:pt x="544" y="111"/>
                        <ns1:pt x="544" y="111"/>
                        <ns1:pt x="556" y="110"/>
                      </ns1:cubicBezTo>
                      <ns1:cubicBezTo>
                        <ns1:pt x="560" y="109"/>
                        <ns1:pt x="561" y="107"/>
                        <ns1:pt x="562" y="104"/>
                      </ns1:cubicBezTo>
                      <ns1:cubicBezTo>
                        <ns1:pt x="562" y="102"/>
                        <ns1:pt x="562" y="100"/>
                        <ns1:pt x="562" y="97"/>
                      </ns1:cubicBezTo>
                      <ns1:cubicBezTo>
                        <ns1:pt x="559" y="97"/>
                        <ns1:pt x="557" y="96"/>
                        <ns1:pt x="555" y="96"/>
                      </ns1:cubicBezTo>
                      <ns1:cubicBezTo>
                        <ns1:pt x="554" y="98"/>
                        <ns1:pt x="554" y="99"/>
                        <ns1:pt x="553" y="101"/>
                      </ns1:cubicBezTo>
                      <ns1:cubicBezTo>
                        <ns1:pt x="553" y="101"/>
                        <ns1:pt x="552" y="101"/>
                        <ns1:pt x="552" y="101"/>
                      </ns1:cubicBezTo>
                      <ns1:cubicBezTo>
                        <ns1:pt x="551" y="96"/>
                        <ns1:pt x="551" y="90"/>
                        <ns1:pt x="551" y="85"/>
                      </ns1:cubicBezTo>
                      <ns1:cubicBezTo>
                        <ns1:pt x="550" y="79"/>
                        <ns1:pt x="549" y="74"/>
                        <ns1:pt x="549" y="68"/>
                      </ns1:cubicBezTo>
                      <ns1:cubicBezTo>
                        <ns1:pt x="544" y="68"/>
                        <ns1:pt x="538" y="69"/>
                        <ns1:pt x="533" y="69"/>
                      </ns1:cubicBezTo>
                      <ns1:cubicBezTo>
                        <ns1:pt x="532" y="69"/>
                        <ns1:pt x="530" y="70"/>
                        <ns1:pt x="529" y="70"/>
                      </ns1:cubicBezTo>
                      <ns1:close/>
                      <ns1:moveTo>
                        <ns1:pt x="1028" y="732"/>
                      </ns1:moveTo>
                      <ns1:cubicBezTo>
                        <ns1:pt x="1022" y="729"/>
                        <ns1:pt x="1018" y="730"/>
                        <ns1:pt x="1015" y="734"/>
                      </ns1:cubicBezTo>
                      <ns1:cubicBezTo>
                        <ns1:pt x="1005" y="744"/>
                        <ns1:pt x="1007" y="758"/>
                        <ns1:pt x="1020" y="765"/>
                      </ns1:cubicBezTo>
                      <ns1:cubicBezTo>
                        <ns1:pt x="1023" y="766"/>
                        <ns1:pt x="1027" y="767"/>
                        <ns1:pt x="1030" y="768"/>
                      </ns1:cubicBezTo>
                      <ns1:cubicBezTo>
                        <ns1:pt x="1038" y="770"/>
                        <ns1:pt x="1045" y="767"/>
                        <ns1:pt x="1048" y="759"/>
                      </ns1:cubicBezTo>
                      <ns1:cubicBezTo>
                        <ns1:pt x="1051" y="755"/>
                        <ns1:pt x="1052" y="750"/>
                        <ns1:pt x="1053" y="745"/>
                      </ns1:cubicBezTo>
                      <ns1:cubicBezTo>
                        <ns1:pt x="1053" y="744"/>
                        <ns1:pt x="1053" y="741"/>
                        <ns1:pt x="1052" y="741"/>
                      </ns1:cubicBezTo>
                      <ns1:cubicBezTo>
                        <ns1:pt x="1046" y="739"/>
                        <ns1:pt x="1040" y="737"/>
                        <ns1:pt x="1034" y="734"/>
                      </ns1:cubicBezTo>
                      <ns1:cubicBezTo>
                        <ns1:pt x="1032" y="739"/>
                        <ns1:pt x="1031" y="744"/>
                        <ns1:pt x="1029" y="748"/>
                      </ns1:cubicBezTo>
                      <ns1:cubicBezTo>
                        <ns1:pt x="1032" y="749"/>
                        <ns1:pt x="1033" y="750"/>
                        <ns1:pt x="1035" y="751"/>
                      </ns1:cubicBezTo>
                      <ns1:cubicBezTo>
                        <ns1:pt x="1036" y="748"/>
                        <ns1:pt x="1037" y="746"/>
                        <ns1:pt x="1038" y="744"/>
                      </ns1:cubicBezTo>
                      <ns1:cubicBezTo>
                        <ns1:pt x="1041" y="745"/>
                        <ns1:pt x="1043" y="746"/>
                        <ns1:pt x="1046" y="747"/>
                      </ns1:cubicBezTo>
                      <ns1:cubicBezTo>
                        <ns1:pt x="1044" y="758"/>
                        <ns1:pt x="1040" y="762"/>
                        <ns1:pt x="1032" y="760"/>
                      </ns1:cubicBezTo>
                      <ns1:cubicBezTo>
                        <ns1:pt x="1028" y="759"/>
                        <ns1:pt x="1024" y="757"/>
                        <ns1:pt x="1020" y="755"/>
                      </ns1:cubicBezTo>
                      <ns1:cubicBezTo>
                        <ns1:pt x="1016" y="752"/>
                        <ns1:pt x="1015" y="748"/>
                        <ns1:pt x="1016" y="743"/>
                      </ns1:cubicBezTo>
                      <ns1:cubicBezTo>
                        <ns1:pt x="1018" y="739"/>
                        <ns1:pt x="1021" y="738"/>
                        <ns1:pt x="1025" y="739"/>
                      </ns1:cubicBezTo>
                      <ns1:cubicBezTo>
                        <ns1:pt x="1026" y="736"/>
                        <ns1:pt x="1027" y="734"/>
                        <ns1:pt x="1028" y="732"/>
                      </ns1:cubicBezTo>
                      <ns1:close/>
                      <ns1:moveTo>
                        <ns1:pt x="411" y="1063"/>
                      </ns1:moveTo>
                      <ns1:cubicBezTo>
                        <ns1:pt x="421" y="1065"/>
                        <ns1:pt x="431" y="1072"/>
                        <ns1:pt x="441" y="1063"/>
                      </ns1:cubicBezTo>
                      <ns1:cubicBezTo>
                        <ns1:pt x="447" y="1057"/>
                        <ns1:pt x="450" y="1043"/>
                        <ns1:pt x="447" y="1036"/>
                      </ns1:cubicBezTo>
                      <ns1:cubicBezTo>
                        <ns1:pt x="442" y="1026"/>
                        <ns1:pt x="431" y="1026"/>
                        <ns1:pt x="422" y="1024"/>
                      </ns1:cubicBezTo>
                      <ns1:cubicBezTo>
                        <ns1:pt x="419" y="1037"/>
                        <ns1:pt x="415" y="1050"/>
                        <ns1:pt x="411" y="1063"/>
                      </ns1:cubicBezTo>
                      <ns1:close/>
                      <ns1:moveTo>
                        <ns1:pt x="1067" y="542"/>
                      </ns1:moveTo>
                      <ns1:cubicBezTo>
                        <ns1:pt x="1067" y="541"/>
                        <ns1:pt x="1067" y="540"/>
                        <ns1:pt x="1067" y="539"/>
                      </ns1:cubicBezTo>
                      <ns1:cubicBezTo>
                        <ns1:pt x="1067" y="532"/>
                        <ns1:pt x="1067" y="532"/>
                        <ns1:pt x="1074" y="530"/>
                      </ns1:cubicBezTo>
                      <ns1:cubicBezTo>
                        <ns1:pt x="1077" y="530"/>
                        <ns1:pt x="1080" y="529"/>
                        <ns1:pt x="1082" y="529"/>
                      </ns1:cubicBezTo>
                      <ns1:cubicBezTo>
                        <ns1:pt x="1082" y="526"/>
                        <ns1:pt x="1082" y="523"/>
                        <ns1:pt x="1082" y="520"/>
                      </ns1:cubicBezTo>
                      <ns1:cubicBezTo>
                        <ns1:pt x="1075" y="523"/>
                        <ns1:pt x="1067" y="521"/>
                        <ns1:pt x="1062" y="529"/>
                      </ns1:cubicBezTo>
                      <ns1:cubicBezTo>
                        <ns1:pt x="1058" y="523"/>
                        <ns1:pt x="1054" y="522"/>
                        <ns1:pt x="1049" y="524"/>
                      </ns1:cubicBezTo>
                      <ns1:cubicBezTo>
                        <ns1:pt x="1044" y="525"/>
                        <ns1:pt x="1042" y="529"/>
                        <ns1:pt x="1042" y="535"/>
                      </ns1:cubicBezTo>
                      <ns1:cubicBezTo>
                        <ns1:pt x="1042" y="541"/>
                        <ns1:pt x="1043" y="546"/>
                        <ns1:pt x="1043" y="552"/>
                      </ns1:cubicBezTo>
                      <ns1:cubicBezTo>
                        <ns1:pt x="1057" y="551"/>
                        <ns1:pt x="1070" y="551"/>
                        <ns1:pt x="1084" y="550"/>
                      </ns1:cubicBezTo>
                      <ns1:cubicBezTo>
                        <ns1:pt x="1084" y="547"/>
                        <ns1:pt x="1084" y="544"/>
                        <ns1:pt x="1083" y="542"/>
                      </ns1:cubicBezTo>
                      <ns1:cubicBezTo>
                        <ns1:pt x="1078" y="542"/>
                        <ns1:pt x="1073" y="542"/>
                        <ns1:pt x="1067" y="542"/>
                      </ns1:cubicBezTo>
                      <ns1:close/>
                      <ns1:moveTo>
                        <ns1:pt x="106" y="805"/>
                      </ns1:moveTo>
                      <ns1:cubicBezTo>
                        <ns1:pt x="111" y="802"/>
                        <ns1:pt x="116" y="800"/>
                        <ns1:pt x="121" y="797"/>
                      </ns1:cubicBezTo>
                      <ns1:cubicBezTo>
                        <ns1:pt x="121" y="799"/>
                        <ns1:pt x="122" y="800"/>
                        <ns1:pt x="123" y="801"/>
                      </ns1:cubicBezTo>
                      <ns1:cubicBezTo>
                        <ns1:pt x="126" y="807"/>
                        <ns1:pt x="126" y="808"/>
                        <ns1:pt x="120" y="811"/>
                      </ns1:cubicBezTo>
                      <ns1:cubicBezTo>
                        <ns1:pt x="118" y="813"/>
                        <ns1:pt x="115" y="815"/>
                        <ns1:pt x="112" y="817"/>
                      </ns1:cubicBezTo>
                      <ns1:cubicBezTo>
                        <ns1:pt x="114" y="819"/>
                        <ns1:pt x="115" y="821"/>
                        <ns1:pt x="116" y="824"/>
                      </ns1:cubicBezTo>
                      <ns1:cubicBezTo>
                        <ns1:pt x="121" y="818"/>
                        <ns1:pt x="130" y="817"/>
                        <ns1:pt x="131" y="808"/>
                      </ns1:cubicBezTo>
                      <ns1:cubicBezTo>
                        <ns1:pt x="132" y="809"/>
                        <ns1:pt x="133" y="809"/>
                        <ns1:pt x="134" y="810"/>
                      </ns1:cubicBezTo>
                      <ns1:cubicBezTo>
                        <ns1:pt x="138" y="811"/>
                        <ns1:pt x="142" y="810"/>
                        <ns1:pt x="145" y="808"/>
                      </ns1:cubicBezTo>
                      <ns1:cubicBezTo>
                        <ns1:pt x="148" y="805"/>
                        <ns1:pt x="149" y="802"/>
                        <ns1:pt x="148" y="798"/>
                      </ns1:cubicBezTo>
                      <ns1:cubicBezTo>
                        <ns1:pt x="145" y="792"/>
                        <ns1:pt x="142" y="785"/>
                        <ns1:pt x="139" y="779"/>
                      </ns1:cubicBezTo>
                      <ns1:cubicBezTo>
                        <ns1:pt x="126" y="785"/>
                        <ns1:pt x="115" y="792"/>
                        <ns1:pt x="103" y="798"/>
                      </ns1:cubicBezTo>
                      <ns1:cubicBezTo>
                        <ns1:pt x="104" y="800"/>
                        <ns1:pt x="105" y="803"/>
                        <ns1:pt x="106" y="805"/>
                      </ns1:cubicBezTo>
                      <ns1:close/>
                      <ns1:moveTo>
                        <ns1:pt x="592" y="1066"/>
                      </ns1:moveTo>
                      <ns1:cubicBezTo>
                        <ns1:pt x="598" y="1061"/>
                        <ns1:pt x="599" y="1058"/>
                        <ns1:pt x="598" y="1053"/>
                      </ns1:cubicBezTo>
                      <ns1:cubicBezTo>
                        <ns1:pt x="597" y="1049"/>
                        <ns1:pt x="594" y="1046"/>
                        <ns1:pt x="590" y="1046"/>
                      </ns1:cubicBezTo>
                      <ns1:cubicBezTo>
                        <ns1:pt x="583" y="1045"/>
                        <ns1:pt x="576" y="1046"/>
                        <ns1:pt x="570" y="1046"/>
                      </ns1:cubicBezTo>
                      <ns1:cubicBezTo>
                        <ns1:pt x="570" y="1060"/>
                        <ns1:pt x="570" y="1073"/>
                        <ns1:pt x="570" y="1086"/>
                      </ns1:cubicBezTo>
                      <ns1:cubicBezTo>
                        <ns1:pt x="574" y="1086"/>
                        <ns1:pt x="576" y="1086"/>
                        <ns1:pt x="578" y="1086"/>
                      </ns1:cubicBezTo>
                      <ns1:cubicBezTo>
                        <ns1:pt x="578" y="1081"/>
                        <ns1:pt x="578" y="1076"/>
                        <ns1:pt x="578" y="1070"/>
                      </ns1:cubicBezTo>
                      <ns1:cubicBezTo>
                        <ns1:pt x="580" y="1070"/>
                        <ns1:pt x="581" y="1070"/>
                        <ns1:pt x="582" y="1070"/>
                      </ns1:cubicBezTo>
                      <ns1:cubicBezTo>
                        <ns1:pt x="589" y="1070"/>
                        <ns1:pt x="589" y="1070"/>
                        <ns1:pt x="590" y="1077"/>
                      </ns1:cubicBezTo>
                      <ns1:cubicBezTo>
                        <ns1:pt x="590" y="1080"/>
                        <ns1:pt x="591" y="1083"/>
                        <ns1:pt x="592" y="1086"/>
                      </ns1:cubicBezTo>
                      <ns1:cubicBezTo>
                        <ns1:pt x="595" y="1086"/>
                        <ns1:pt x="597" y="1086"/>
                        <ns1:pt x="600" y="1086"/>
                      </ns1:cubicBezTo>
                      <ns1:cubicBezTo>
                        <ns1:pt x="597" y="1069"/>
                        <ns1:pt x="597" y="1069"/>
                        <ns1:pt x="592" y="1066"/>
                      </ns1:cubicBezTo>
                      <ns1:close/>
                      <ns1:moveTo>
                        <ns1:pt x="167" y="833"/>
                      </ns1:moveTo>
                      <ns1:cubicBezTo>
                        <ns1:pt x="167" y="820"/>
                        <ns1:pt x="156" y="811"/>
                        <ns1:pt x="146" y="815"/>
                      </ns1:cubicBezTo>
                      <ns1:cubicBezTo>
                        <ns1:pt x="140" y="817"/>
                        <ns1:pt x="135" y="820"/>
                        <ns1:pt x="131" y="824"/>
                      </ns1:cubicBezTo>
                      <ns1:cubicBezTo>
                        <ns1:pt x="124" y="829"/>
                        <ns1:pt x="124" y="837"/>
                        <ns1:pt x="128" y="844"/>
                      </ns1:cubicBezTo>
                      <ns1:cubicBezTo>
                        <ns1:pt x="133" y="852"/>
                        <ns1:pt x="140" y="855"/>
                        <ns1:pt x="148" y="852"/>
                      </ns1:cubicBezTo>
                      <ns1:cubicBezTo>
                        <ns1:pt x="153" y="849"/>
                        <ns1:pt x="158" y="846"/>
                        <ns1:pt x="163" y="842"/>
                      </ns1:cubicBezTo>
                      <ns1:cubicBezTo>
                        <ns1:pt x="165" y="839"/>
                        <ns1:pt x="166" y="835"/>
                        <ns1:pt x="167" y="833"/>
                      </ns1:cubicBezTo>
                      <ns1:close/>
                      <ns1:moveTo>
                        <ns1:pt x="70" y="557"/>
                      </ns1:moveTo>
                      <ns1:cubicBezTo>
                        <ns1:pt x="67" y="558"/>
                        <ns1:pt x="63" y="558"/>
                        <ns1:pt x="60" y="559"/>
                      </ns1:cubicBezTo>
                      <ns1:cubicBezTo>
                        <ns1:pt x="53" y="562"/>
                        <ns1:pt x="49" y="567"/>
                        <ns1:pt x="49" y="575"/>
                      </ns1:cubicBezTo>
                      <ns1:cubicBezTo>
                        <ns1:pt x="49" y="584"/>
                        <ns1:pt x="53" y="589"/>
                        <ns1:pt x="60" y="591"/>
                      </ns1:cubicBezTo>
                      <ns1:cubicBezTo>
                        <ns1:pt x="67" y="594"/>
                        <ns1:pt x="74" y="593"/>
                        <ns1:pt x="81" y="591"/>
                      </ns1:cubicBezTo>
                      <ns1:cubicBezTo>
                        <ns1:pt x="89" y="588"/>
                        <ns1:pt x="93" y="581"/>
                        <ns1:pt x="91" y="573"/>
                      </ns1:cubicBezTo>
                      <ns1:cubicBezTo>
                        <ns1:pt x="90" y="563"/>
                        <ns1:pt x="82" y="558"/>
                        <ns1:pt x="70" y="557"/>
                      </ns1:cubicBezTo>
                      <ns1:close/>
                      <ns1:moveTo>
                        <ns1:pt x="80" y="640"/>
                      </ns1:moveTo>
                      <ns1:cubicBezTo>
                        <ns1:pt x="76" y="642"/>
                        <ns1:pt x="71" y="642"/>
                        <ns1:pt x="66" y="644"/>
                      </ns1:cubicBezTo>
                      <ns1:cubicBezTo>
                        <ns1:pt x="59" y="647"/>
                        <ns1:pt x="56" y="654"/>
                        <ns1:pt x="57" y="661"/>
                      </ns1:cubicBezTo>
                      <ns1:cubicBezTo>
                        <ns1:pt x="58" y="669"/>
                        <ns1:pt x="63" y="675"/>
                        <ns1:pt x="71" y="676"/>
                      </ns1:cubicBezTo>
                      <ns1:cubicBezTo>
                        <ns1:pt x="79" y="678"/>
                        <ns1:pt x="86" y="676"/>
                        <ns1:pt x="93" y="671"/>
                      </ns1:cubicBezTo>
                      <ns1:cubicBezTo>
                        <ns1:pt x="97" y="668"/>
                        <ns1:pt x="99" y="665"/>
                        <ns1:pt x="99" y="660"/>
                      </ns1:cubicBezTo>
                      <ns1:cubicBezTo>
                        <ns1:pt x="100" y="648"/>
                        <ns1:pt x="93" y="641"/>
                        <ns1:pt x="80" y="640"/>
                      </ns1:cubicBezTo>
                      <ns1:close/>
                      <ns1:moveTo>
                        <ns1:pt x="98" y="484"/>
                      </ns1:moveTo>
                      <ns1:cubicBezTo>
                        <ns1:pt x="84" y="482"/>
                        <ns1:pt x="71" y="480"/>
                        <ns1:pt x="57" y="478"/>
                      </ns1:cubicBezTo>
                      <ns1:cubicBezTo>
                        <ns1:pt x="57" y="481"/>
                        <ns1:pt x="57" y="483"/>
                        <ns1:pt x="56" y="486"/>
                      </ns1:cubicBezTo>
                      <ns1:cubicBezTo>
                        <ns1:pt x="62" y="487"/>
                        <ns1:pt x="68" y="488"/>
                        <ns1:pt x="74" y="489"/>
                      </ns1:cubicBezTo>
                      <ns1:cubicBezTo>
                        <ns1:pt x="73" y="493"/>
                        <ns1:pt x="72" y="498"/>
                        <ns1:pt x="72" y="502"/>
                      </ns1:cubicBezTo>
                      <ns1:cubicBezTo>
                        <ns1:pt x="66" y="502"/>
                        <ns1:pt x="60" y="501"/>
                        <ns1:pt x="54" y="500"/>
                      </ns1:cubicBezTo>
                      <ns1:cubicBezTo>
                        <ns1:pt x="54" y="503"/>
                        <ns1:pt x="53" y="505"/>
                        <ns1:pt x="53" y="508"/>
                      </ns1:cubicBezTo>
                      <ns1:cubicBezTo>
                        <ns1:pt x="67" y="510"/>
                        <ns1:pt x="80" y="512"/>
                        <ns1:pt x="93" y="514"/>
                      </ns1:cubicBezTo>
                      <ns1:cubicBezTo>
                        <ns1:pt x="94" y="511"/>
                        <ns1:pt x="94" y="508"/>
                        <ns1:pt x="95" y="506"/>
                      </ns1:cubicBezTo>
                      <ns1:cubicBezTo>
                        <ns1:pt x="89" y="505"/>
                        <ns1:pt x="84" y="504"/>
                        <ns1:pt x="79" y="503"/>
                      </ns1:cubicBezTo>
                      <ns1:cubicBezTo>
                        <ns1:pt x="79" y="499"/>
                        <ns1:pt x="80" y="494"/>
                        <ns1:pt x="81" y="490"/>
                      </ns1:cubicBezTo>
                      <ns1:cubicBezTo>
                        <ns1:pt x="86" y="490"/>
                        <ns1:pt x="91" y="491"/>
                        <ns1:pt x="97" y="492"/>
                      </ns1:cubicBezTo>
                      <ns1:cubicBezTo>
                        <ns1:pt x="97" y="489"/>
                        <ns1:pt x="97" y="487"/>
                        <ns1:pt x="98" y="484"/>
                      </ns1:cubicBezTo>
                      <ns1:close/>
                      <ns1:moveTo>
                        <ns1:pt x="640" y="1065"/>
                      </ns1:moveTo>
                      <ns1:cubicBezTo>
                        <ns1:pt x="639" y="1060"/>
                        <ns1:pt x="638" y="1055"/>
                        <ns1:pt x="636" y="1051"/>
                      </ns1:cubicBezTo>
                      <ns1:cubicBezTo>
                        <ns1:pt x="633" y="1044"/>
                        <ns1:pt x="627" y="1041"/>
                        <ns1:pt x="620" y="1042"/>
                      </ns1:cubicBezTo>
                      <ns1:cubicBezTo>
                        <ns1:pt x="612" y="1042"/>
                        <ns1:pt x="607" y="1047"/>
                        <ns1:pt x="605" y="1054"/>
                      </ns1:cubicBezTo>
                      <ns1:cubicBezTo>
                        <ns1:pt x="603" y="1061"/>
                        <ns1:pt x="603" y="1068"/>
                        <ns1:pt x="607" y="1075"/>
                      </ns1:cubicBezTo>
                      <ns1:cubicBezTo>
                        <ns1:pt x="609" y="1080"/>
                        <ns1:pt x="613" y="1083"/>
                        <ns1:pt x="619" y="1084"/>
                      </ns1:cubicBezTo>
                      <ns1:cubicBezTo>
                        <ns1:pt x="632" y="1085"/>
                        <ns1:pt x="639" y="1078"/>
                        <ns1:pt x="640" y="1065"/>
                      </ns1:cubicBezTo>
                      <ns1:close/>
                      <ns1:moveTo>
                        <ns1:pt x="70" y="517"/>
                      </ns1:moveTo>
                      <ns1:cubicBezTo>
                        <ns1:pt x="70" y="517"/>
                        <ns1:pt x="70" y="517"/>
                        <ns1:pt x="70" y="517"/>
                      </ns1:cubicBezTo>
                      <ns1:cubicBezTo>
                        <ns1:pt x="70" y="517"/>
                        <ns1:pt x="69" y="517"/>
                        <ns1:pt x="68" y="517"/>
                      </ns1:cubicBezTo>
                      <ns1:cubicBezTo>
                        <ns1:pt x="58" y="518"/>
                        <ns1:pt x="52" y="523"/>
                        <ns1:pt x="50" y="532"/>
                      </ns1:cubicBezTo>
                      <ns1:cubicBezTo>
                        <ns1:pt x="49" y="542"/>
                        <ns1:pt x="54" y="549"/>
                        <ns1:pt x="64" y="551"/>
                      </ns1:cubicBezTo>
                      <ns1:cubicBezTo>
                        <ns1:pt x="68" y="552"/>
                        <ns1:pt x="73" y="552"/>
                        <ns1:pt x="77" y="552"/>
                      </ns1:cubicBezTo>
                      <ns1:cubicBezTo>
                        <ns1:pt x="86" y="551"/>
                        <ns1:pt x="92" y="545"/>
                        <ns1:pt x="93" y="537"/>
                      </ns1:cubicBezTo>
                      <ns1:cubicBezTo>
                        <ns1:pt x="94" y="529"/>
                        <ns1:pt x="90" y="522"/>
                        <ns1:pt x="81" y="519"/>
                      </ns1:cubicBezTo>
                      <ns1:cubicBezTo>
                        <ns1:pt x="78" y="518"/>
                        <ns1:pt x="74" y="517"/>
                        <ns1:pt x="70" y="517"/>
                      </ns1:cubicBezTo>
                      <ns1:close/>
                      <ns1:moveTo>
                        <ns1:pt x="903" y="907"/>
                      </ns1:moveTo>
                      <ns1:cubicBezTo>
                        <ns1:pt x="913" y="917"/>
                        <ns1:pt x="923" y="926"/>
                        <ns1:pt x="933" y="935"/>
                      </ns1:cubicBezTo>
                      <ns1:cubicBezTo>
                        <ns1:pt x="935" y="933"/>
                        <ns1:pt x="936" y="932"/>
                        <ns1:pt x="938" y="930"/>
                      </ns1:cubicBezTo>
                      <ns1:cubicBezTo>
                        <ns1:pt x="934" y="925"/>
                        <ns1:pt x="930" y="921"/>
                        <ns1:pt x="925" y="917"/>
                      </ns1:cubicBezTo>
                      <ns1:cubicBezTo>
                        <ns1:pt x="928" y="914"/>
                        <ns1:pt x="932" y="910"/>
                        <ns1:pt x="935" y="907"/>
                      </ns1:cubicBezTo>
                      <ns1:cubicBezTo>
                        <ns1:pt x="939" y="911"/>
                        <ns1:pt x="943" y="915"/>
                        <ns1:pt x="948" y="919"/>
                      </ns1:cubicBezTo>
                      <ns1:cubicBezTo>
                        <ns1:pt x="950" y="917"/>
                        <ns1:pt x="951" y="916"/>
                        <ns1:pt x="953" y="914"/>
                      </ns1:cubicBezTo>
                      <ns1:cubicBezTo>
                        <ns1:pt x="943" y="904"/>
                        <ns1:pt x="933" y="895"/>
                        <ns1:pt x="923" y="886"/>
                      </ns1:cubicBezTo>
                      <ns1:cubicBezTo>
                        <ns1:pt x="921" y="888"/>
                        <ns1:pt x="920" y="889"/>
                        <ns1:pt x="918" y="891"/>
                      </ns1:cubicBezTo>
                      <ns1:cubicBezTo>
                        <ns1:pt x="922" y="895"/>
                        <ns1:pt x="926" y="899"/>
                        <ns1:pt x="930" y="903"/>
                      </ns1:cubicBezTo>
                      <ns1:cubicBezTo>
                        <ns1:pt x="926" y="906"/>
                        <ns1:pt x="923" y="909"/>
                        <ns1:pt x="920" y="913"/>
                      </ns1:cubicBezTo>
                      <ns1:cubicBezTo>
                        <ns1:pt x="916" y="909"/>
                        <ns1:pt x="912" y="905"/>
                        <ns1:pt x="908" y="902"/>
                      </ns1:cubicBezTo>
                      <ns1:cubicBezTo>
                        <ns1:pt x="906" y="904"/>
                        <ns1:pt x="905" y="905"/>
                        <ns1:pt x="903" y="907"/>
                      </ns1:cubicBezTo>
                      <ns1:close/>
                      <ns1:moveTo>
                        <ns1:pt x="1049" y="490"/>
                      </ns1:moveTo>
                      <ns1:cubicBezTo>
                        <ns1:pt x="1038" y="492"/>
                        <ns1:pt x="1035" y="501"/>
                        <ns1:pt x="1040" y="511"/>
                      </ns1:cubicBezTo>
                      <ns1:cubicBezTo>
                        <ns1:pt x="1043" y="516"/>
                        <ns1:pt x="1047" y="518"/>
                        <ns1:pt x="1053" y="518"/>
                      </ns1:cubicBezTo>
                      <ns1:cubicBezTo>
                        <ns1:pt x="1059" y="517"/>
                        <ns1:pt x="1061" y="513"/>
                        <ns1:pt x="1062" y="508"/>
                      </ns1:cubicBezTo>
                      <ns1:cubicBezTo>
                        <ns1:pt x="1063" y="505"/>
                        <ns1:pt x="1063" y="502"/>
                        <ns1:pt x="1064" y="500"/>
                      </ns1:cubicBezTo>
                      <ns1:cubicBezTo>
                        <ns1:pt x="1065" y="498"/>
                        <ns1:pt x="1067" y="495"/>
                        <ns1:pt x="1069" y="495"/>
                      </ns1:cubicBezTo>
                      <ns1:cubicBezTo>
                        <ns1:pt x="1071" y="496"/>
                        <ns1:pt x="1073" y="498"/>
                        <ns1:pt x="1074" y="500"/>
                      </ns1:cubicBezTo>
                      <ns1:cubicBezTo>
                        <ns1:pt x="1076" y="505"/>
                        <ns1:pt x="1072" y="508"/>
                        <ns1:pt x="1068" y="509"/>
                      </ns1:cubicBezTo>
                      <ns1:cubicBezTo>
                        <ns1:pt x="1068" y="512"/>
                        <ns1:pt x="1068" y="514"/>
                        <ns1:pt x="1069" y="516"/>
                      </ns1:cubicBezTo>
                      <ns1:cubicBezTo>
                        <ns1:pt x="1079" y="515"/>
                        <ns1:pt x="1082" y="509"/>
                        <ns1:pt x="1080" y="499"/>
                      </ns1:cubicBezTo>
                      <ns1:cubicBezTo>
                        <ns1:pt x="1078" y="490"/>
                        <ns1:pt x="1073" y="486"/>
                        <ns1:pt x="1066" y="487"/>
                      </ns1:cubicBezTo>
                      <ns1:cubicBezTo>
                        <ns1:pt x="1060" y="487"/>
                        <ns1:pt x="1056" y="492"/>
                        <ns1:pt x="1055" y="500"/>
                      </ns1:cubicBezTo>
                      <ns1:cubicBezTo>
                        <ns1:pt x="1055" y="502"/>
                        <ns1:pt x="1055" y="504"/>
                        <ns1:pt x="1054" y="506"/>
                      </ns1:cubicBezTo>
                      <ns1:cubicBezTo>
                        <ns1:pt x="1053" y="508"/>
                        <ns1:pt x="1051" y="509"/>
                        <ns1:pt x="1050" y="509"/>
                      </ns1:cubicBezTo>
                      <ns1:cubicBezTo>
                        <ns1:pt x="1048" y="509"/>
                        <ns1:pt x="1046" y="507"/>
                        <ns1:pt x="1045" y="506"/>
                      </ns1:cubicBezTo>
                      <ns1:cubicBezTo>
                        <ns1:pt x="1043" y="501"/>
                        <ns1:pt x="1046" y="499"/>
                        <ns1:pt x="1050" y="497"/>
                      </ns1:cubicBezTo>
                      <ns1:cubicBezTo>
                        <ns1:pt x="1049" y="495"/>
                        <ns1:pt x="1049" y="492"/>
                        <ns1:pt x="1049" y="490"/>
                      </ns1:cubicBezTo>
                      <ns1:close/>
                      <ns1:moveTo>
                        <ns1:pt x="297" y="996"/>
                      </ns1:moveTo>
                      <ns1:cubicBezTo>
                        <ns1:pt x="292" y="1003"/>
                        <ns1:pt x="293" y="1008"/>
                        <ns1:pt x="300" y="1013"/>
                      </ns1:cubicBezTo>
                      <ns1:cubicBezTo>
                        <ns1:pt x="303" y="1015"/>
                        <ns1:pt x="305" y="1016"/>
                        <ns1:pt x="308" y="1017"/>
                      </ns1:cubicBezTo>
                      <ns1:cubicBezTo>
                        <ns1:pt x="314" y="1018"/>
                        <ns1:pt x="318" y="1017"/>
                        <ns1:pt x="322" y="1012"/>
                      </ns1:cubicBezTo>
                      <ns1:cubicBezTo>
                        <ns1:pt x="325" y="1007"/>
                        <ns1:pt x="324" y="1003"/>
                        <ns1:pt x="320" y="998"/>
                      </ns1:cubicBezTo>
                      <ns1:cubicBezTo>
                        <ns1:pt x="318" y="996"/>
                        <ns1:pt x="316" y="994"/>
                        <ns1:pt x="314" y="991"/>
                      </ns1:cubicBezTo>
                      <ns1:cubicBezTo>
                        <ns1:pt x="313" y="990"/>
                        <ns1:pt x="313" y="987"/>
                        <ns1:pt x="314" y="985"/>
                      </ns1:cubicBezTo>
                      <ns1:cubicBezTo>
                        <ns1:pt x="315" y="984"/>
                        <ns1:pt x="318" y="983"/>
                        <ns1:pt x="319" y="983"/>
                      </ns1:cubicBezTo>
                      <ns1:cubicBezTo>
                        <ns1:pt x="321" y="984"/>
                        <ns1:pt x="324" y="987"/>
                        <ns1:pt x="324" y="988"/>
                      </ns1:cubicBezTo>
                      <ns1:cubicBezTo>
                        <ns1:pt x="323" y="994"/>
                        <ns1:pt x="327" y="994"/>
                        <ns1:pt x="329" y="996"/>
                      </ns1:cubicBezTo>
                      <ns1:cubicBezTo>
                        <ns1:pt x="335" y="988"/>
                        <ns1:pt x="329" y="979"/>
                        <ns1:pt x="320" y="977"/>
                      </ns1:cubicBezTo>
                      <ns1:cubicBezTo>
                        <ns1:pt x="314" y="975"/>
                        <ns1:pt x="309" y="977"/>
                        <ns1:pt x="306" y="982"/>
                      </ns1:cubicBezTo>
                      <ns1:cubicBezTo>
                        <ns1:pt x="303" y="986"/>
                        <ns1:pt x="303" y="990"/>
                        <ns1:pt x="307" y="996"/>
                      </ns1:cubicBezTo>
                      <ns1:cubicBezTo>
                        <ns1:pt x="309" y="998"/>
                        <ns1:pt x="311" y="999"/>
                        <ns1:pt x="313" y="1002"/>
                      </ns1:cubicBezTo>
                      <ns1:cubicBezTo>
                        <ns1:pt x="314" y="1004"/>
                        <ns1:pt x="314" y="1007"/>
                        <ns1:pt x="313" y="1009"/>
                      </ns1:cubicBezTo>
                      <ns1:cubicBezTo>
                        <ns1:pt x="312" y="1012"/>
                        <ns1:pt x="309" y="1011"/>
                        <ns1:pt x="306" y="1010"/>
                      </ns1:cubicBezTo>
                      <ns1:cubicBezTo>
                        <ns1:pt x="301" y="1007"/>
                        <ns1:pt x="301" y="1004"/>
                        <ns1:pt x="303" y="999"/>
                      </ns1:cubicBezTo>
                      <ns1:cubicBezTo>
                        <ns1:pt x="301" y="998"/>
                        <ns1:pt x="299" y="997"/>
                        <ns1:pt x="297" y="996"/>
                      </ns1:cubicBezTo>
                      <ns1:close/>
                      <ns1:moveTo>
                        <ns1:pt x="95" y="442"/>
                      </ns1:moveTo>
                      <ns1:cubicBezTo>
                        <ns1:pt x="105" y="445"/>
                        <ns1:pt x="112" y="439"/>
                        <ns1:pt x="112" y="428"/>
                      </ns1:cubicBezTo>
                      <ns1:cubicBezTo>
                        <ns1:pt x="112" y="422"/>
                        <ns1:pt x="108" y="418"/>
                        <ns1:pt x="103" y="416"/>
                      </ns1:cubicBezTo>
                      <ns1:cubicBezTo>
                        <ns1:pt x="98" y="414"/>
                        <ns1:pt x="94" y="416"/>
                        <ns1:pt x="90" y="421"/>
                      </ns1:cubicBezTo>
                      <ns1:cubicBezTo>
                        <ns1:pt x="88" y="423"/>
                        <ns1:pt x="87" y="426"/>
                        <ns1:pt x="85" y="429"/>
                      </ns1:cubicBezTo>
                      <ns1:cubicBezTo>
                        <ns1:pt x="83" y="430"/>
                        <ns1:pt x="81" y="430"/>
                        <ns1:pt x="79" y="430"/>
                      </ns1:cubicBezTo>
                      <ns1:cubicBezTo>
                        <ns1:pt x="78" y="429"/>
                        <ns1:pt x="77" y="427"/>
                        <ns1:pt x="76" y="425"/>
                      </ns1:cubicBezTo>
                      <ns1:cubicBezTo>
                        <ns1:pt x="76" y="420"/>
                        <ns1:pt x="79" y="418"/>
                        <ns1:pt x="86" y="417"/>
                      </ns1:cubicBezTo>
                      <ns1:cubicBezTo>
                        <ns1:pt x="86" y="415"/>
                        <ns1:pt x="87" y="413"/>
                        <ns1:pt x="88" y="410"/>
                      </ns1:cubicBezTo>
                      <ns1:cubicBezTo>
                        <ns1:pt x="80" y="409"/>
                        <ns1:pt x="76" y="410"/>
                        <ns1:pt x="73" y="415"/>
                      </ns1:cubicBezTo>
                      <ns1:cubicBezTo>
                        <ns1:pt x="72" y="419"/>
                        <ns1:pt x="70" y="423"/>
                        <ns1:pt x="70" y="427"/>
                      </ns1:cubicBezTo>
                      <ns1:cubicBezTo>
                        <ns1:pt x="70" y="433"/>
                        <ns1:pt x="73" y="437"/>
                        <ns1:pt x="79" y="439"/>
                      </ns1:cubicBezTo>
                      <ns1:cubicBezTo>
                        <ns1:pt x="84" y="441"/>
                        <ns1:pt x="88" y="438"/>
                        <ns1:pt x="91" y="434"/>
                      </ns1:cubicBezTo>
                      <ns1:cubicBezTo>
                        <ns1:pt x="93" y="432"/>
                        <ns1:pt x="94" y="429"/>
                        <ns1:pt x="96" y="427"/>
                      </ns1:cubicBezTo>
                      <ns1:cubicBezTo>
                        <ns1:pt x="97" y="425"/>
                        <ns1:pt x="100" y="424"/>
                        <ns1:pt x="102" y="425"/>
                      </ns1:cubicBezTo>
                      <ns1:cubicBezTo>
                        <ns1:pt x="103" y="425"/>
                        <ns1:pt x="105" y="428"/>
                        <ns1:pt x="105" y="429"/>
                      </ns1:cubicBezTo>
                      <ns1:cubicBezTo>
                        <ns1:pt x="105" y="431"/>
                        <ns1:pt x="103" y="435"/>
                        <ns1:pt x="101" y="435"/>
                      </ns1:cubicBezTo>
                      <ns1:cubicBezTo>
                        <ns1:pt x="96" y="435"/>
                        <ns1:pt x="96" y="439"/>
                        <ns1:pt x="95" y="442"/>
                      </ns1:cubicBezTo>
                      <ns1:close/>
                      <ns1:moveTo>
                        <ns1:pt x="532" y="1056"/>
                      </ns1:moveTo>
                      <ns1:cubicBezTo>
                        <ns1:pt x="532" y="1048"/>
                        <ns1:pt x="529" y="1045"/>
                        <ns1:pt x="523" y="1043"/>
                      </ns1:cubicBezTo>
                      <ns1:cubicBezTo>
                        <ns1:pt x="515" y="1041"/>
                        <ns1:pt x="507" y="1044"/>
                        <ns1:pt x="505" y="1051"/>
                      </ns1:cubicBezTo>
                      <ns1:cubicBezTo>
                        <ns1:pt x="503" y="1058"/>
                        <ns1:pt x="505" y="1063"/>
                        <ns1:pt x="514" y="1066"/>
                      </ns1:cubicBezTo>
                      <ns1:cubicBezTo>
                        <ns1:pt x="516" y="1067"/>
                        <ns1:pt x="519" y="1068"/>
                        <ns1:pt x="520" y="1069"/>
                      </ns1:cubicBezTo>
                      <ns1:cubicBezTo>
                        <ns1:pt x="522" y="1070"/>
                        <ns1:pt x="523" y="1073"/>
                        <ns1:pt x="522" y="1075"/>
                      </ns1:cubicBezTo>
                      <ns1:cubicBezTo>
                        <ns1:pt x="522" y="1076"/>
                        <ns1:pt x="520" y="1078"/>
                        <ns1:pt x="518" y="1078"/>
                      </ns1:cubicBezTo>
                      <ns1:cubicBezTo>
                        <ns1:pt x="513" y="1079"/>
                        <ns1:pt x="510" y="1077"/>
                        <ns1:pt x="509" y="1070"/>
                      </ns1:cubicBezTo>
                      <ns1:cubicBezTo>
                        <ns1:pt x="507" y="1070"/>
                        <ns1:pt x="504" y="1070"/>
                        <ns1:pt x="502" y="1069"/>
                      </ns1:cubicBezTo>
                      <ns1:cubicBezTo>
                        <ns1:pt x="501" y="1077"/>
                        <ns1:pt x="503" y="1081"/>
                        <ns1:pt x="509" y="1083"/>
                      </ns1:cubicBezTo>
                      <ns1:cubicBezTo>
                        <ns1:pt x="513" y="1084"/>
                        <ns1:pt x="516" y="1084"/>
                        <ns1:pt x="520" y="1084"/>
                      </ns1:cubicBezTo>
                      <ns1:cubicBezTo>
                        <ns1:pt x="527" y="1083"/>
                        <ns1:pt x="531" y="1079"/>
                        <ns1:pt x="531" y="1073"/>
                      </ns1:cubicBezTo>
                      <ns1:cubicBezTo>
                        <ns1:pt x="532" y="1068"/>
                        <ns1:pt x="529" y="1064"/>
                        <ns1:pt x="523" y="1061"/>
                      </ns1:cubicBezTo>
                      <ns1:cubicBezTo>
                        <ns1:pt x="520" y="1060"/>
                        <ns1:pt x="517" y="1059"/>
                        <ns1:pt x="515" y="1058"/>
                      </ns1:cubicBezTo>
                      <ns1:cubicBezTo>
                        <ns1:pt x="514" y="1057"/>
                        <ns1:pt x="513" y="1054"/>
                        <ns1:pt x="513" y="1053"/>
                      </ns1:cubicBezTo>
                      <ns1:cubicBezTo>
                        <ns1:pt x="514" y="1051"/>
                        <ns1:pt x="516" y="1049"/>
                        <ns1:pt x="517" y="1049"/>
                      </ns1:cubicBezTo>
                      <ns1:cubicBezTo>
                        <ns1:pt x="522" y="1048"/>
                        <ns1:pt x="524" y="1051"/>
                        <ns1:pt x="525" y="1056"/>
                      </ns1:cubicBezTo>
                      <ns1:cubicBezTo>
                        <ns1:pt x="527" y="1056"/>
                        <ns1:pt x="529" y="1056"/>
                        <ns1:pt x="532" y="1056"/>
                      </ns1:cubicBezTo>
                      <ns1:close/>
                      <ns1:moveTo>
                        <ns1:pt x="834" y="997"/>
                      </ns1:moveTo>
                      <ns1:cubicBezTo>
                        <ns1:pt x="838" y="1001"/>
                        <ns1:pt x="841" y="1004"/>
                        <ns1:pt x="846" y="1004"/>
                      </ns1:cubicBezTo>
                      <ns1:cubicBezTo>
                        <ns1:pt x="852" y="1002"/>
                        <ns1:pt x="857" y="999"/>
                        <ns1:pt x="861" y="993"/>
                      </ns1:cubicBezTo>
                      <ns1:cubicBezTo>
                        <ns1:pt x="863" y="988"/>
                        <ns1:pt x="862" y="984"/>
                        <ns1:pt x="859" y="980"/>
                      </ns1:cubicBezTo>
                      <ns1:cubicBezTo>
                        <ns1:pt x="856" y="976"/>
                        <ns1:pt x="852" y="976"/>
                        <ns1:pt x="848" y="977"/>
                      </ns1:cubicBezTo>
                      <ns1:cubicBezTo>
                        <ns1:pt x="845" y="977"/>
                        <ns1:pt x="842" y="979"/>
                        <ns1:pt x="838" y="979"/>
                      </ns1:cubicBezTo>
                      <ns1:cubicBezTo>
                        <ns1:pt x="836" y="980"/>
                        <ns1:pt x="833" y="978"/>
                        <ns1:pt x="833" y="977"/>
                      </ns1:cubicBezTo>
                      <ns1:cubicBezTo>
                        <ns1:pt x="832" y="975"/>
                        <ns1:pt x="833" y="972"/>
                        <ns1:pt x="834" y="971"/>
                      </ns1:cubicBezTo>
                      <ns1:cubicBezTo>
                        <ns1:pt x="837" y="967"/>
                        <ns1:pt x="841" y="969"/>
                        <ns1:pt x="844" y="971"/>
                      </ns1:cubicBezTo>
                      <ns1:cubicBezTo>
                        <ns1:pt x="846" y="970"/>
                        <ns1:pt x="847" y="969"/>
                        <ns1:pt x="849" y="967"/>
                      </ns1:cubicBezTo>
                      <ns1:cubicBezTo>
                        <ns1:pt x="844" y="961"/>
                        <ns1:pt x="838" y="960"/>
                        <ns1:pt x="832" y="964"/>
                      </ns1:cubicBezTo>
                      <ns1:cubicBezTo>
                        <ns1:pt x="825" y="968"/>
                        <ns1:pt x="823" y="975"/>
                        <ns1:pt x="826" y="981"/>
                      </ns1:cubicBezTo>
                      <ns1:cubicBezTo>
                        <ns1:pt x="828" y="988"/>
                        <ns1:pt x="833" y="989"/>
                        <ns1:pt x="841" y="987"/>
                      </ns1:cubicBezTo>
                      <ns1:cubicBezTo>
                        <ns1:pt x="843" y="986"/>
                        <ns1:pt x="845" y="985"/>
                        <ns1:pt x="847" y="985"/>
                      </ns1:cubicBezTo>
                      <ns1:cubicBezTo>
                        <ns1:pt x="849" y="985"/>
                        <ns1:pt x="853" y="986"/>
                        <ns1:pt x="853" y="987"/>
                      </ns1:cubicBezTo>
                      <ns1:cubicBezTo>
                        <ns1:pt x="854" y="989"/>
                        <ns1:pt x="853" y="992"/>
                        <ns1:pt x="852" y="994"/>
                      </ns1:cubicBezTo>
                      <ns1:cubicBezTo>
                        <ns1:pt x="849" y="998"/>
                        <ns1:pt x="846" y="997"/>
                        <ns1:pt x="841" y="993"/>
                      </ns1:cubicBezTo>
                      <ns1:cubicBezTo>
                        <ns1:pt x="839" y="994"/>
                        <ns1:pt x="837" y="996"/>
                        <ns1:pt x="834" y="997"/>
                      </ns1:cubicBezTo>
                      <ns1:close/>
                      <ns1:moveTo>
                        <ns1:pt x="1023" y="708"/>
                      </ns1:moveTo>
                      <ns1:cubicBezTo>
                        <ns1:pt x="1032" y="710"/>
                        <ns1:pt x="1041" y="713"/>
                        <ns1:pt x="1049" y="715"/>
                      </ns1:cubicBezTo>
                      <ns1:cubicBezTo>
                        <ns1:pt x="1058" y="717"/>
                        <ns1:pt x="1064" y="712"/>
                        <ns1:pt x="1067" y="704"/>
                      </ns1:cubicBezTo>
                      <ns1:cubicBezTo>
                        <ns1:pt x="1070" y="694"/>
                        <ns1:pt x="1067" y="687"/>
                        <ns1:pt x="1058" y="684"/>
                      </ns1:cubicBezTo>
                      <ns1:cubicBezTo>
                        <ns1:pt x="1050" y="681"/>
                        <ns1:pt x="1041" y="679"/>
                        <ns1:pt x="1031" y="677"/>
                      </ns1:cubicBezTo>
                      <ns1:cubicBezTo>
                        <ns1:pt x="1031" y="679"/>
                        <ns1:pt x="1030" y="682"/>
                        <ns1:pt x="1029" y="684"/>
                      </ns1:cubicBezTo>
                      <ns1:cubicBezTo>
                        <ns1:pt x="1032" y="685"/>
                        <ns1:pt x="1034" y="686"/>
                        <ns1:pt x="1036" y="686"/>
                      </ns1:cubicBezTo>
                      <ns1:cubicBezTo>
                        <ns1:pt x="1043" y="688"/>
                        <ns1:pt x="1050" y="690"/>
                        <ns1:pt x="1057" y="692"/>
                      </ns1:cubicBezTo>
                      <ns1:cubicBezTo>
                        <ns1:pt x="1061" y="694"/>
                        <ns1:pt x="1063" y="697"/>
                        <ns1:pt x="1061" y="702"/>
                      </ns1:cubicBezTo>
                      <ns1:cubicBezTo>
                        <ns1:pt x="1060" y="706"/>
                        <ns1:pt x="1057" y="708"/>
                        <ns1:pt x="1052" y="707"/>
                      </ns1:cubicBezTo>
                      <ns1:cubicBezTo>
                        <ns1:pt x="1050" y="707"/>
                        <ns1:pt x="1048" y="706"/>
                        <ns1:pt x="1047" y="706"/>
                      </ns1:cubicBezTo>
                      <ns1:cubicBezTo>
                        <ns1:pt x="1040" y="704"/>
                        <ns1:pt x="1032" y="702"/>
                        <ns1:pt x="1025" y="700"/>
                      </ns1:cubicBezTo>
                      <ns1:cubicBezTo>
                        <ns1:pt x="1024" y="703"/>
                        <ns1:pt x="1024" y="705"/>
                        <ns1:pt x="1023" y="708"/>
                      </ns1:cubicBezTo>
                      <ns1:close/>
                      <ns1:moveTo>
                        <ns1:pt x="223" y="899"/>
                      </ns1:moveTo>
                      <ns1:cubicBezTo>
                        <ns1:pt x="224" y="900"/>
                        <ns1:pt x="224" y="900"/>
                        <ns1:pt x="224" y="901"/>
                      </ns1:cubicBezTo>
                      <ns1:cubicBezTo>
                        <ns1:pt x="217" y="907"/>
                        <ns1:pt x="210" y="912"/>
                        <ns1:pt x="204" y="919"/>
                      </ns1:cubicBezTo>
                      <ns1:cubicBezTo>
                        <ns1:pt x="198" y="925"/>
                        <ns1:pt x="199" y="933"/>
                        <ns1:pt x="205" y="940"/>
                      </ns1:cubicBezTo>
                      <ns1:cubicBezTo>
                        <ns1:pt x="212" y="947"/>
                        <ns1:pt x="220" y="947"/>
                        <ns1:pt x="227" y="941"/>
                      </ns1:cubicBezTo>
                      <ns1:cubicBezTo>
                        <ns1:pt x="233" y="935"/>
                        <ns1:pt x="240" y="929"/>
                        <ns1:pt x="246" y="923"/>
                      </ns1:cubicBezTo>
                      <ns1:cubicBezTo>
                        <ns1:pt x="244" y="920"/>
                        <ns1:pt x="242" y="918"/>
                        <ns1:pt x="240" y="916"/>
                      </ns1:cubicBezTo>
                      <ns1:cubicBezTo>
                        <ns1:pt x="239" y="917"/>
                        <ns1:pt x="238" y="919"/>
                        <ns1:pt x="237" y="920"/>
                      </ns1:cubicBezTo>
                      <ns1:cubicBezTo>
                        <ns1:pt x="232" y="925"/>
                        <ns1:pt x="227" y="930"/>
                        <ns1:pt x="222" y="934"/>
                      </ns1:cubicBezTo>
                      <ns1:cubicBezTo>
                        <ns1:pt x="217" y="939"/>
                        <ns1:pt x="213" y="939"/>
                        <ns1:pt x="210" y="936"/>
                      </ns1:cubicBezTo>
                      <ns1:cubicBezTo>
                        <ns1:pt x="206" y="932"/>
                        <ns1:pt x="206" y="928"/>
                        <ns1:pt x="211" y="923"/>
                      </ns1:cubicBezTo>
                      <ns1:cubicBezTo>
                        <ns1:pt x="212" y="922"/>
                        <ns1:pt x="214" y="920"/>
                        <ns1:pt x="215" y="918"/>
                      </ns1:cubicBezTo>
                      <ns1:cubicBezTo>
                        <ns1:pt x="220" y="914"/>
                        <ns1:pt x="224" y="909"/>
                        <ns1:pt x="228" y="905"/>
                      </ns1:cubicBezTo>
                      <ns1:cubicBezTo>
                        <ns1:pt x="226" y="903"/>
                        <ns1:pt x="225" y="901"/>
                        <ns1:pt x="223" y="899"/>
                      </ns1:cubicBezTo>
                      <ns1:close/>
                      <ns1:moveTo>
                        <ns1:pt x="938" y="209"/>
                      </ns1:moveTo>
                      <ns1:cubicBezTo>
                        <ns1:pt x="940" y="206"/>
                        <ns1:pt x="941" y="204"/>
                        <ns1:pt x="942" y="201"/>
                      </ns1:cubicBezTo>
                      <ns1:cubicBezTo>
                        <ns1:pt x="940" y="199"/>
                        <ns1:pt x="937" y="197"/>
                        <ns1:pt x="935" y="195"/>
                      </ns1:cubicBezTo>
                      <ns1:cubicBezTo>
                        <ns1:pt x="934" y="198"/>
                        <ns1:pt x="933" y="200"/>
                        <ns1:pt x="931" y="202"/>
                      </ns1:cubicBezTo>
                      <ns1:cubicBezTo>
                        <ns1:pt x="927" y="198"/>
                        <ns1:pt x="924" y="195"/>
                        <ns1:pt x="920" y="191"/>
                      </ns1:cubicBezTo>
                      <ns1:cubicBezTo>
                        <ns1:pt x="916" y="195"/>
                        <ns1:pt x="913" y="198"/>
                        <ns1:pt x="910" y="201"/>
                      </ns1:cubicBezTo>
                      <ns1:cubicBezTo>
                        <ns1:pt x="911" y="203"/>
                        <ns1:pt x="912" y="204"/>
                        <ns1:pt x="913" y="205"/>
                      </ns1:cubicBezTo>
                      <ns1:cubicBezTo>
                        <ns1:pt x="911" y="206"/>
                        <ns1:pt x="910" y="207"/>
                        <ns1:pt x="910" y="208"/>
                      </ns1:cubicBezTo>
                      <ns1:cubicBezTo>
                        <ns1:pt x="917" y="215"/>
                        <ns1:pt x="924" y="223"/>
                        <ns1:pt x="931" y="230"/>
                      </ns1:cubicBezTo>
                      <ns1:cubicBezTo>
                        <ns1:pt x="933" y="229"/>
                        <ns1:pt x="934" y="228"/>
                        <ns1:pt x="935" y="226"/>
                      </ns1:cubicBezTo>
                      <ns1:cubicBezTo>
                        <ns1:pt x="936" y="227"/>
                        <ns1:pt x="938" y="228"/>
                        <ns1:pt x="939" y="229"/>
                      </ns1:cubicBezTo>
                      <ns1:cubicBezTo>
                        <ns1:pt x="942" y="226"/>
                        <ns1:pt x="945" y="222"/>
                        <ns1:pt x="949" y="219"/>
                      </ns1:cubicBezTo>
                      <ns1:cubicBezTo>
                        <ns1:pt x="945" y="215"/>
                        <ns1:pt x="941" y="212"/>
                        <ns1:pt x="938" y="209"/>
                      </ns1:cubicBezTo>
                      <ns1:close/>
                      <ns1:moveTo>
                        <ns1:pt x="738" y="1014"/>
                      </ns1:moveTo>
                      <ns1:cubicBezTo>
                        <ns1:pt x="738" y="1016"/>
                        <ns1:pt x="739" y="1017"/>
                        <ns1:pt x="739" y="1019"/>
                      </ns1:cubicBezTo>
                      <ns1:cubicBezTo>
                        <ns1:pt x="742" y="1026"/>
                        <ns1:pt x="744" y="1033"/>
                        <ns1:pt x="747" y="1040"/>
                      </ns1:cubicBezTo>
                      <ns1:cubicBezTo>
                        <ns1:pt x="748" y="1045"/>
                        <ns1:pt x="747" y="1048"/>
                        <ns1:pt x="742" y="1050"/>
                      </ns1:cubicBezTo>
                      <ns1:cubicBezTo>
                        <ns1:pt x="737" y="1052"/>
                        <ns1:pt x="734" y="1051"/>
                        <ns1:pt x="732" y="1045"/>
                      </ns1:cubicBezTo>
                      <ns1:cubicBezTo>
                        <ns1:pt x="731" y="1044"/>
                        <ns1:pt x="731" y="1042"/>
                        <ns1:pt x="730" y="1040"/>
                      </ns1:cubicBezTo>
                      <ns1:cubicBezTo>
                        <ns1:pt x="727" y="1034"/>
                        <ns1:pt x="725" y="1027"/>
                        <ns1:pt x="722" y="1020"/>
                      </ns1:cubicBezTo>
                      <ns1:cubicBezTo>
                        <ns1:pt x="719" y="1021"/>
                        <ns1:pt x="717" y="1022"/>
                        <ns1:pt x="715" y="1023"/>
                      </ns1:cubicBezTo>
                      <ns1:cubicBezTo>
                        <ns1:pt x="718" y="1031"/>
                        <ns1:pt x="721" y="1040"/>
                        <ns1:pt x="725" y="1049"/>
                      </ns1:cubicBezTo>
                      <ns1:cubicBezTo>
                        <ns1:pt x="728" y="1056"/>
                        <ns1:pt x="735" y="1059"/>
                        <ns1:pt x="743" y="1056"/>
                      </ns1:cubicBezTo>
                      <ns1:cubicBezTo>
                        <ns1:pt x="751" y="1054"/>
                        <ns1:pt x="757" y="1048"/>
                        <ns1:pt x="755" y="1040"/>
                      </ns1:cubicBezTo>
                      <ns1:cubicBezTo>
                        <ns1:pt x="752" y="1031"/>
                        <ns1:pt x="749" y="1021"/>
                        <ns1:pt x="745" y="1011"/>
                      </ns1:cubicBezTo>
                      <ns1:cubicBezTo>
                        <ns1:pt x="742" y="1012"/>
                        <ns1:pt x="740" y="1013"/>
                        <ns1:pt x="738" y="1014"/>
                      </ns1:cubicBezTo>
                      <ns1:close/>
                      <ns1:moveTo>
                        <ns1:pt x="639" y="72"/>
                      </ns1:moveTo>
                      <ns1:cubicBezTo>
                        <ns1:pt x="639" y="67"/>
                        <ns1:pt x="640" y="62"/>
                        <ns1:pt x="640" y="57"/>
                      </ns1:cubicBezTo>
                      <ns1:cubicBezTo>
                        <ns1:pt x="633" y="56"/>
                        <ns1:pt x="625" y="55"/>
                        <ns1:pt x="618" y="55"/>
                      </ns1:cubicBezTo>
                      <ns1:cubicBezTo>
                        <ns1:pt x="618" y="52"/>
                        <ns1:pt x="617" y="50"/>
                        <ns1:pt x="617" y="47"/>
                      </ns1:cubicBezTo>
                      <ns1:cubicBezTo>
                        <ns1:pt x="613" y="47"/>
                        <ns1:pt x="610" y="47"/>
                        <ns1:pt x="606" y="47"/>
                      </ns1:cubicBezTo>
                      <ns1:cubicBezTo>
                        <ns1:pt x="606" y="49"/>
                        <ns1:pt x="607" y="51"/>
                        <ns1:pt x="607" y="54"/>
                      </ns1:cubicBezTo>
                      <ns1:cubicBezTo>
                        <ns1:pt x="598" y="53"/>
                        <ns1:pt x="591" y="53"/>
                        <ns1:pt x="582" y="52"/>
                      </ns1:cubicBezTo>
                      <ns1:cubicBezTo>
                        <ns1:pt x="582" y="57"/>
                        <ns1:pt x="581" y="62"/>
                        <ns1:pt x="581" y="68"/>
                      </ns1:cubicBezTo>
                      <ns1:cubicBezTo>
                        <ns1:pt x="584" y="68"/>
                        <ns1:pt x="587" y="68"/>
                        <ns1:pt x="590" y="68"/>
                      </ns1:cubicBezTo>
                      <ns1:cubicBezTo>
                        <ns1:pt x="590" y="65"/>
                        <ns1:pt x="590" y="63"/>
                        <ns1:pt x="591" y="60"/>
                      </ns1:cubicBezTo>
                      <ns1:cubicBezTo>
                        <ns1:pt x="604" y="62"/>
                        <ns1:pt x="617" y="63"/>
                        <ns1:pt x="630" y="64"/>
                      </ns1:cubicBezTo>
                      <ns1:cubicBezTo>
                        <ns1:pt x="630" y="67"/>
                        <ns1:pt x="630" y="69"/>
                        <ns1:pt x="630" y="72"/>
                      </ns1:cubicBezTo>
                      <ns1:cubicBezTo>
                        <ns1:pt x="633" y="72"/>
                        <ns1:pt x="636" y="72"/>
                        <ns1:pt x="639" y="72"/>
                      </ns1:cubicBezTo>
                      <ns1:close/>
                      <ns1:moveTo>
                        <ns1:pt x="87" y="762"/>
                      </ns1:moveTo>
                      <ns1:cubicBezTo>
                        <ns1:pt x="96" y="755"/>
                        <ns1:pt x="105" y="748"/>
                        <ns1:pt x="114" y="741"/>
                      </ns1:cubicBezTo>
                      <ns1:cubicBezTo>
                        <ns1:pt x="121" y="736"/>
                        <ns1:pt x="121" y="736"/>
                        <ns1:pt x="118" y="728"/>
                      </ns1:cubicBezTo>
                      <ns1:cubicBezTo>
                        <ns1:pt x="117" y="728"/>
                        <ns1:pt x="117" y="728"/>
                        <ns1:pt x="118" y="728"/>
                      </ns1:cubicBezTo>
                      <ns1:cubicBezTo>
                        <ns1:pt x="103" y="728"/>
                        <ns1:pt x="89" y="728"/>
                        <ns1:pt x="75" y="728"/>
                      </ns1:cubicBezTo>
                      <ns1:cubicBezTo>
                        <ns1:pt x="75" y="729"/>
                        <ns1:pt x="74" y="729"/>
                        <ns1:pt x="74" y="729"/>
                      </ns1:cubicBezTo>
                      <ns1:cubicBezTo>
                        <ns1:pt x="77" y="731"/>
                        <ns1:pt x="74" y="736"/>
                        <ns1:pt x="79" y="736"/>
                      </ns1:cubicBezTo>
                      <ns1:cubicBezTo>
                        <ns1:pt x="85" y="735"/>
                        <ns1:pt x="87" y="737"/>
                        <ns1:pt x="88" y="742"/>
                      </ns1:cubicBezTo>
                      <ns1:cubicBezTo>
                        <ns1:pt x="89" y="745"/>
                        <ns1:pt x="90" y="747"/>
                        <ns1:pt x="91" y="749"/>
                      </ns1:cubicBezTo>
                      <ns1:cubicBezTo>
                        <ns1:pt x="84" y="755"/>
                        <ns1:pt x="84" y="755"/>
                        <ns1:pt x="87" y="762"/>
                      </ns1:cubicBezTo>
                      <ns1:close/>
                      <ns1:moveTo>
                        <ns1:pt x="179" y="899"/>
                      </ns1:moveTo>
                      <ns1:cubicBezTo>
                        <ns1:pt x="189" y="909"/>
                        <ns1:pt x="189" y="909"/>
                        <ns1:pt x="185" y="918"/>
                      </ns1:cubicBezTo>
                      <ns1:cubicBezTo>
                        <ns1:pt x="186" y="920"/>
                        <ns1:pt x="188" y="922"/>
                        <ns1:pt x="190" y="924"/>
                      </ns1:cubicBezTo>
                      <ns1:cubicBezTo>
                        <ns1:pt x="197" y="912"/>
                        <ns1:pt x="204" y="901"/>
                        <ns1:pt x="211" y="889"/>
                      </ns1:cubicBezTo>
                      <ns1:cubicBezTo>
                        <ns1:pt x="211" y="888"/>
                        <ns1:pt x="211" y="886"/>
                        <ns1:pt x="210" y="885"/>
                      </ns1:cubicBezTo>
                      <ns1:cubicBezTo>
                        <ns1:pt x="208" y="883"/>
                        <ns1:pt x="208" y="879"/>
                        <ns1:pt x="204" y="881"/>
                      </ns1:cubicBezTo>
                      <ns1:cubicBezTo>
                        <ns1:pt x="192" y="886"/>
                        <ns1:pt x="179" y="892"/>
                        <ns1:pt x="167" y="897"/>
                      </ns1:cubicBezTo>
                      <ns1:cubicBezTo>
                        <ns1:pt x="171" y="903"/>
                        <ns1:pt x="171" y="903"/>
                        <ns1:pt x="179" y="899"/>
                      </ns1:cubicBezTo>
                      <ns1:close/>
                      <ns1:moveTo>
                        <ns1:pt x="980" y="806"/>
                      </ns1:moveTo>
                      <ns1:cubicBezTo>
                        <ns1:pt x="979" y="808"/>
                        <ns1:pt x="978" y="810"/>
                        <ns1:pt x="977" y="812"/>
                      </ns1:cubicBezTo>
                      <ns1:cubicBezTo>
                        <ns1:pt x="976" y="813"/>
                        <ns1:pt x="976" y="815"/>
                        <ns1:pt x="977" y="816"/>
                      </ns1:cubicBezTo>
                      <ns1:cubicBezTo>
                        <ns1:pt x="986" y="826"/>
                        <ns1:pt x="995" y="836"/>
                        <ns1:pt x="1004" y="847"/>
                      </ns1:cubicBezTo>
                      <ns1:cubicBezTo>
                        <ns1:pt x="1005" y="844"/>
                        <ns1:pt x="1008" y="842"/>
                        <ns1:pt x="1007" y="841"/>
                      </ns1:cubicBezTo>
                      <ns1:cubicBezTo>
                        <ns1:pt x="1006" y="838"/>
                        <ns1:pt x="1004" y="836"/>
                        <ns1:pt x="1002" y="833"/>
                      </ns1:cubicBezTo>
                      <ns1:cubicBezTo>
                        <ns1:pt x="1004" y="830"/>
                        <ns1:pt x="1006" y="826"/>
                        <ns1:pt x="1008" y="823"/>
                      </ns1:cubicBezTo>
                      <ns1:cubicBezTo>
                        <ns1:pt x="1009" y="822"/>
                        <ns1:pt x="1011" y="821"/>
                        <ns1:pt x="1012" y="822"/>
                      </ns1:cubicBezTo>
                      <ns1:cubicBezTo>
                        <ns1:pt x="1018" y="824"/>
                        <ns1:pt x="1020" y="821"/>
                        <ns1:pt x="1022" y="816"/>
                      </ns1:cubicBezTo>
                      <ns1:cubicBezTo>
                        <ns1:pt x="1008" y="813"/>
                        <ns1:pt x="994" y="810"/>
                        <ns1:pt x="980" y="806"/>
                      </ns1:cubicBezTo>
                      <ns1:close/>
                      <ns1:moveTo>
                        <ns1:pt x="722" y="1063"/>
                      </ns1:moveTo>
                      <ns1:cubicBezTo>
                        <ns1:pt x="715" y="1051"/>
                        <ns1:pt x="707" y="1039"/>
                        <ns1:pt x="699" y="1027"/>
                      </ns1:cubicBezTo>
                      <ns1:cubicBezTo>
                        <ns1:pt x="698" y="1027"/>
                        <ns1:pt x="697" y="1028"/>
                        <ns1:pt x="696" y="1028"/>
                      </ns1:cubicBezTo>
                      <ns1:cubicBezTo>
                        <ns1:pt x="691" y="1028"/>
                        <ns1:pt x="690" y="1031"/>
                        <ns1:pt x="690" y="1035"/>
                      </ns1:cubicBezTo>
                      <ns1:cubicBezTo>
                        <ns1:pt x="690" y="1046"/>
                        <ns1:pt x="689" y="1056"/>
                        <ns1:pt x="688" y="1066"/>
                      </ns1:cubicBezTo>
                      <ns1:cubicBezTo>
                        <ns1:pt x="688" y="1068"/>
                        <ns1:pt x="688" y="1070"/>
                        <ns1:pt x="688" y="1073"/>
                      </ns1:cubicBezTo>
                      <ns1:cubicBezTo>
                        <ns1:pt x="691" y="1071"/>
                        <ns1:pt x="696" y="1073"/>
                        <ns1:pt x="695" y="1068"/>
                      </ns1:cubicBezTo>
                      <ns1:cubicBezTo>
                        <ns1:pt x="695" y="1062"/>
                        <ns1:pt x="697" y="1060"/>
                        <ns1:pt x="702" y="1060"/>
                      </ns1:cubicBezTo>
                      <ns1:cubicBezTo>
                        <ns1:pt x="705" y="1059"/>
                        <ns1:pt x="707" y="1058"/>
                        <ns1:pt x="710" y="1058"/>
                      </ns1:cubicBezTo>
                      <ns1:cubicBezTo>
                        <ns1:pt x="715" y="1065"/>
                        <ns1:pt x="715" y="1065"/>
                        <ns1:pt x="722" y="1063"/>
                      </ns1:cubicBezTo>
                      <ns1:close/>
                      <ns1:moveTo>
                        <ns1:pt x="481" y="1038"/>
                      </ns1:moveTo>
                      <ns1:cubicBezTo>
                        <ns1:pt x="474" y="1051"/>
                        <ns1:pt x="468" y="1063"/>
                        <ns1:pt x="461" y="1075"/>
                      </ns1:cubicBezTo>
                      <ns1:cubicBezTo>
                        <ns1:pt x="468" y="1078"/>
                        <ns1:pt x="468" y="1078"/>
                        <ns1:pt x="471" y="1072"/>
                      </ns1:cubicBezTo>
                      <ns1:cubicBezTo>
                        <ns1:pt x="472" y="1070"/>
                        <ns1:pt x="473" y="1069"/>
                        <ns1:pt x="476" y="1070"/>
                      </ns1:cubicBezTo>
                      <ns1:cubicBezTo>
                        <ns1:pt x="482" y="1071"/>
                        <ns1:pt x="490" y="1070"/>
                        <ns1:pt x="488" y="1081"/>
                      </ns1:cubicBezTo>
                      <ns1:cubicBezTo>
                        <ns1:pt x="491" y="1081"/>
                        <ns1:pt x="493" y="1081"/>
                        <ns1:pt x="496" y="1082"/>
                      </ns1:cubicBezTo>
                      <ns1:cubicBezTo>
                        <ns1:pt x="494" y="1070"/>
                        <ns1:pt x="493" y="1059"/>
                        <ns1:pt x="491" y="1048"/>
                      </ns1:cubicBezTo>
                      <ns1:cubicBezTo>
                        <ns1:pt x="490" y="1039"/>
                        <ns1:pt x="490" y="1039"/>
                        <ns1:pt x="481" y="1038"/>
                      </ns1:cubicBezTo>
                      <ns1:close/>
                      <ns1:moveTo>
                        <ns1:pt x="121" y="779"/>
                      </ns1:moveTo>
                      <ns1:cubicBezTo>
                        <ns1:pt x="119" y="774"/>
                        <ns1:pt x="117" y="770"/>
                        <ns1:pt x="115" y="765"/>
                      </ns1:cubicBezTo>
                      <ns1:cubicBezTo>
                        <ns1:pt x="118" y="763"/>
                        <ns1:pt x="120" y="762"/>
                        <ns1:pt x="123" y="761"/>
                      </ns1:cubicBezTo>
                      <ns1:cubicBezTo>
                        <ns1:pt x="126" y="766"/>
                        <ns1:pt x="128" y="771"/>
                        <ns1:pt x="130" y="776"/>
                      </ns1:cubicBezTo>
                      <ns1:cubicBezTo>
                        <ns1:pt x="132" y="775"/>
                        <ns1:pt x="134" y="774"/>
                        <ns1:pt x="136" y="773"/>
                      </ns1:cubicBezTo>
                      <ns1:cubicBezTo>
                        <ns1:pt x="133" y="766"/>
                        <ns1:pt x="130" y="759"/>
                        <ns1:pt x="126" y="751"/>
                      </ns1:cubicBezTo>
                      <ns1:cubicBezTo>
                        <ns1:pt x="113" y="757"/>
                        <ns1:pt x="101" y="762"/>
                        <ns1:pt x="89" y="768"/>
                      </ns1:cubicBezTo>
                      <ns1:cubicBezTo>
                        <ns1:pt x="92" y="776"/>
                        <ns1:pt x="96" y="783"/>
                        <ns1:pt x="99" y="791"/>
                      </ns1:cubicBezTo>
                      <ns1:cubicBezTo>
                        <ns1:pt x="101" y="790"/>
                        <ns1:pt x="103" y="789"/>
                        <ns1:pt x="105" y="788"/>
                      </ns1:cubicBezTo>
                      <ns1:cubicBezTo>
                        <ns1:pt x="103" y="782"/>
                        <ns1:pt x="101" y="777"/>
                        <ns1:pt x="98" y="772"/>
                      </ns1:cubicBezTo>
                      <ns1:cubicBezTo>
                        <ns1:pt x="102" y="771"/>
                        <ns1:pt x="105" y="769"/>
                        <ns1:pt x="108" y="768"/>
                      </ns1:cubicBezTo>
                      <ns1:cubicBezTo>
                        <ns1:pt x="110" y="773"/>
                        <ns1:pt x="112" y="777"/>
                        <ns1:pt x="115" y="782"/>
                      </ns1:cubicBezTo>
                      <ns1:cubicBezTo>
                        <ns1:pt x="117" y="781"/>
                        <ns1:pt x="119" y="780"/>
                        <ns1:pt x="121" y="779"/>
                      </ns1:cubicBezTo>
                      <ns1:close/>
                      <ns1:moveTo>
                        <ns1:pt x="366" y="1046"/>
                      </ns1:moveTo>
                      <ns1:cubicBezTo>
                        <ns1:pt x="368" y="1033"/>
                        <ns1:pt x="369" y="1020"/>
                        <ns1:pt x="371" y="1007"/>
                      </ns1:cubicBezTo>
                      <ns1:cubicBezTo>
                        <ns1:pt x="372" y="1002"/>
                        <ns1:pt x="368" y="1003"/>
                        <ns1:pt x="366" y="1001"/>
                      </ns1:cubicBezTo>
                      <ns1:cubicBezTo>
                        <ns1:pt x="364" y="1000"/>
                        <ns1:pt x="362" y="1000"/>
                        <ns1:pt x="360" y="1002"/>
                      </ns1:cubicBezTo>
                      <ns1:cubicBezTo>
                        <ns1:pt x="355" y="1008"/>
                        <ns1:pt x="349" y="1015"/>
                        <ns1:pt x="343" y="1021"/>
                      </ns1:cubicBezTo>
                      <ns1:cubicBezTo>
                        <ns1:pt x="340" y="1024"/>
                        <ns1:pt x="337" y="1028"/>
                        <ns1:pt x="334" y="1031"/>
                      </ns1:cubicBezTo>
                      <ns1:cubicBezTo>
                        <ns1:pt x="340" y="1038"/>
                        <ns1:pt x="343" y="1031"/>
                        <ns1:pt x="347" y="1028"/>
                      </ns1:cubicBezTo>
                      <ns1:cubicBezTo>
                        <ns1:pt x="350" y="1030"/>
                        <ns1:pt x="354" y="1031"/>
                        <ns1:pt x="357" y="1033"/>
                      </ns1:cubicBezTo>
                      <ns1:cubicBezTo>
                        <ns1:pt x="358" y="1034"/>
                        <ns1:pt x="359" y="1036"/>
                        <ns1:pt x="359" y="1037"/>
                      </ns1:cubicBezTo>
                      <ns1:cubicBezTo>
                        <ns1:pt x="359" y="1044"/>
                        <ns1:pt x="359" y="1044"/>
                        <ns1:pt x="366" y="1046"/>
                      </ns1:cubicBezTo>
                      <ns1:close/>
                      <ns1:moveTo>
                        <ns1:pt x="943" y="862"/>
                      </ns1:moveTo>
                      <ns1:cubicBezTo>
                        <ns1:pt x="937" y="869"/>
                        <ns1:pt x="932" y="875"/>
                        <ns1:pt x="927" y="881"/>
                      </ns1:cubicBezTo>
                      <ns1:cubicBezTo>
                        <ns1:pt x="938" y="890"/>
                        <ns1:pt x="948" y="899"/>
                        <ns1:pt x="959" y="907"/>
                      </ns1:cubicBezTo>
                      <ns1:cubicBezTo>
                        <ns1:pt x="964" y="901"/>
                        <ns1:pt x="969" y="894"/>
                        <ns1:pt x="975" y="888"/>
                      </ns1:cubicBezTo>
                      <ns1:cubicBezTo>
                        <ns1:pt x="973" y="886"/>
                        <ns1:pt x="971" y="885"/>
                        <ns1:pt x="969" y="884"/>
                      </ns1:cubicBezTo>
                      <ns1:cubicBezTo>
                        <ns1:pt x="966" y="888"/>
                        <ns1:pt x="962" y="892"/>
                        <ns1:pt x="958" y="897"/>
                      </ns1:cubicBezTo>
                      <ns1:cubicBezTo>
                        <ns1:pt x="955" y="895"/>
                        <ns1:pt x="953" y="892"/>
                        <ns1:pt x="950" y="890"/>
                      </ns1:cubicBezTo>
                      <ns1:cubicBezTo>
                        <ns1:pt x="953" y="886"/>
                        <ns1:pt x="957" y="882"/>
                        <ns1:pt x="960" y="878"/>
                      </ns1:cubicBezTo>
                      <ns1:cubicBezTo>
                        <ns1:pt x="958" y="876"/>
                        <ns1:pt x="956" y="875"/>
                        <ns1:pt x="955" y="874"/>
                      </ns1:cubicBezTo>
                      <ns1:cubicBezTo>
                        <ns1:pt x="951" y="878"/>
                        <ns1:pt x="948" y="882"/>
                        <ns1:pt x="945" y="886"/>
                      </ns1:cubicBezTo>
                      <ns1:cubicBezTo>
                        <ns1:pt x="942" y="883"/>
                        <ns1:pt x="940" y="882"/>
                        <ns1:pt x="937" y="880"/>
                      </ns1:cubicBezTo>
                      <ns1:cubicBezTo>
                        <ns1:pt x="941" y="875"/>
                        <ns1:pt x="944" y="871"/>
                        <ns1:pt x="948" y="867"/>
                      </ns1:cubicBezTo>
                      <ns1:cubicBezTo>
                        <ns1:pt x="946" y="865"/>
                        <ns1:pt x="945" y="864"/>
                        <ns1:pt x="943" y="862"/>
                      </ns1:cubicBezTo>
                      <ns1:close/>
                      <ns1:moveTo>
                        <ns1:pt x="885" y="933"/>
                      </ns1:moveTo>
                      <ns1:cubicBezTo>
                        <ns1:pt x="889" y="929"/>
                        <ns1:pt x="893" y="926"/>
                        <ns1:pt x="897" y="922"/>
                      </ns1:cubicBezTo>
                      <ns1:cubicBezTo>
                        <ns1:pt x="899" y="932"/>
                        <ns1:pt x="900" y="941"/>
                        <ns1:pt x="902" y="950"/>
                      </ns1:cubicBezTo>
                      <ns1:cubicBezTo>
                        <ns1:pt x="902" y="953"/>
                        <ns1:pt x="905" y="956"/>
                        <ns1:pt x="906" y="960"/>
                      </ns1:cubicBezTo>
                      <ns1:cubicBezTo>
                        <ns1:pt x="914" y="953"/>
                        <ns1:pt x="921" y="947"/>
                        <ns1:pt x="928" y="940"/>
                      </ns1:cubicBezTo>
                      <ns1:cubicBezTo>
                        <ns1:pt x="926" y="938"/>
                        <ns1:pt x="925" y="937"/>
                        <ns1:pt x="923" y="935"/>
                      </ns1:cubicBezTo>
                      <ns1:cubicBezTo>
                        <ns1:pt x="919" y="939"/>
                        <ns1:pt x="914" y="943"/>
                        <ns1:pt x="910" y="948"/>
                      </ns1:cubicBezTo>
                      <ns1:cubicBezTo>
                        <ns1:pt x="908" y="938"/>
                        <ns1:pt x="907" y="929"/>
                        <ns1:pt x="905" y="920"/>
                      </ns1:cubicBezTo>
                      <ns1:cubicBezTo>
                        <ns1:pt x="904" y="916"/>
                        <ns1:pt x="902" y="913"/>
                        <ns1:pt x="900" y="910"/>
                      </ns1:cubicBezTo>
                      <ns1:cubicBezTo>
                        <ns1:pt x="893" y="916"/>
                        <ns1:pt x="887" y="922"/>
                        <ns1:pt x="880" y="928"/>
                      </ns1:cubicBezTo>
                      <ns1:cubicBezTo>
                        <ns1:pt x="882" y="930"/>
                        <ns1:pt x="883" y="932"/>
                        <ns1:pt x="885" y="933"/>
                      </ns1:cubicBezTo>
                      <ns1:close/>
                      <ns1:moveTo>
                        <ns1:pt x="1059" y="560"/>
                      </ns1:moveTo>
                      <ns1:cubicBezTo>
                        <ns1:pt x="1059" y="565"/>
                        <ns1:pt x="1059" y="570"/>
                        <ns1:pt x="1059" y="575"/>
                      </ns1:cubicBezTo>
                      <ns1:cubicBezTo>
                        <ns1:pt x="1056" y="575"/>
                        <ns1:pt x="1053" y="575"/>
                        <ns1:pt x="1050" y="575"/>
                      </ns1:cubicBezTo>
                      <ns1:cubicBezTo>
                        <ns1:pt x="1050" y="569"/>
                        <ns1:pt x="1050" y="564"/>
                        <ns1:pt x="1050" y="558"/>
                      </ns1:cubicBezTo>
                      <ns1:cubicBezTo>
                        <ns1:pt x="1047" y="558"/>
                        <ns1:pt x="1045" y="558"/>
                        <ns1:pt x="1043" y="558"/>
                      </ns1:cubicBezTo>
                      <ns1:cubicBezTo>
                        <ns1:pt x="1043" y="567"/>
                        <ns1:pt x="1043" y="575"/>
                        <ns1:pt x="1043" y="583"/>
                      </ns1:cubicBezTo>
                      <ns1:cubicBezTo>
                        <ns1:pt x="1057" y="583"/>
                        <ns1:pt x="1071" y="583"/>
                        <ns1:pt x="1084" y="583"/>
                      </ns1:cubicBezTo>
                      <ns1:cubicBezTo>
                        <ns1:pt x="1084" y="574"/>
                        <ns1:pt x="1084" y="566"/>
                        <ns1:pt x="1084" y="558"/>
                      </ns1:cubicBezTo>
                      <ns1:cubicBezTo>
                        <ns1:pt x="1082" y="558"/>
                        <ns1:pt x="1080" y="558"/>
                        <ns1:pt x="1077" y="558"/>
                      </ns1:cubicBezTo>
                      <ns1:cubicBezTo>
                        <ns1:pt x="1077" y="564"/>
                        <ns1:pt x="1077" y="569"/>
                        <ns1:pt x="1077" y="575"/>
                      </ns1:cubicBezTo>
                      <ns1:cubicBezTo>
                        <ns1:pt x="1074" y="575"/>
                        <ns1:pt x="1070" y="575"/>
                        <ns1:pt x="1066" y="575"/>
                      </ns1:cubicBezTo>
                      <ns1:cubicBezTo>
                        <ns1:pt x="1066" y="569"/>
                        <ns1:pt x="1066" y="565"/>
                        <ns1:pt x="1066" y="560"/>
                      </ns1:cubicBezTo>
                      <ns1:cubicBezTo>
                        <ns1:pt x="1064" y="560"/>
                        <ns1:pt x="1062" y="560"/>
                        <ns1:pt x="1059" y="560"/>
                      </ns1:cubicBezTo>
                      <ns1:close/>
                      <ns1:moveTo>
                        <ns1:pt x="823" y="1003"/>
                      </ns1:moveTo>
                      <ns1:cubicBezTo>
                        <ns1:pt x="825" y="1007"/>
                        <ns1:pt x="825" y="1011"/>
                        <ns1:pt x="821" y="1013"/>
                      </ns1:cubicBezTo>
                      <ns1:cubicBezTo>
                        <ns1:pt x="820" y="1014"/>
                        <ns1:pt x="816" y="1014"/>
                        <ns1:pt x="815" y="1013"/>
                      </ns1:cubicBezTo>
                      <ns1:cubicBezTo>
                        <ns1:pt x="808" y="1008"/>
                        <ns1:pt x="805" y="1001"/>
                        <ns1:pt x="804" y="994"/>
                      </ns1:cubicBezTo>
                      <ns1:cubicBezTo>
                        <ns1:pt x="804" y="992"/>
                        <ns1:pt x="805" y="988"/>
                        <ns1:pt x="807" y="988"/>
                      </ns1:cubicBezTo>
                      <ns1:cubicBezTo>
                        <ns1:pt x="809" y="987"/>
                        <ns1:pt x="811" y="988"/>
                        <ns1:pt x="814" y="988"/>
                      </ns1:cubicBezTo>
                      <ns1:cubicBezTo>
                        <ns1:pt x="815" y="989"/>
                        <ns1:pt x="815" y="990"/>
                        <ns1:pt x="816" y="991"/>
                      </ns1:cubicBezTo>
                      <ns1:cubicBezTo>
                        <ns1:pt x="819" y="989"/>
                        <ns1:pt x="821" y="988"/>
                        <ns1:pt x="823" y="987"/>
                      </ns1:cubicBezTo>
                      <ns1:cubicBezTo>
                        <ns1:pt x="818" y="979"/>
                        <ns1:pt x="812" y="978"/>
                        <ns1:pt x="805" y="981"/>
                      </ns1:cubicBezTo>
                      <ns1:cubicBezTo>
                        <ns1:pt x="798" y="984"/>
                        <ns1:pt x="794" y="990"/>
                        <ns1:pt x="796" y="998"/>
                      </ns1:cubicBezTo>
                      <ns1:cubicBezTo>
                        <ns1:pt x="798" y="1004"/>
                        <ns1:pt x="801" y="1010"/>
                        <ns1:pt x="805" y="1015"/>
                      </ns1:cubicBezTo>
                      <ns1:cubicBezTo>
                        <ns1:pt x="812" y="1024"/>
                        <ns1:pt x="824" y="1022"/>
                        <ns1:pt x="830" y="1013"/>
                      </ns1:cubicBezTo>
                      <ns1:cubicBezTo>
                        <ns1:pt x="833" y="1009"/>
                        <ns1:pt x="833" y="1005"/>
                        <ns1:pt x="830" y="1000"/>
                      </ns1:cubicBezTo>
                      <ns1:cubicBezTo>
                        <ns1:pt x="828" y="1001"/>
                        <ns1:pt x="826" y="1002"/>
                        <ns1:pt x="823" y="1003"/>
                      </ns1:cubicBezTo>
                      <ns1:close/>
                      <ns1:moveTo>
                        <ns1:pt x="73" y="466"/>
                      </ns1:moveTo>
                      <ns1:cubicBezTo>
                        <ns1:pt x="69" y="465"/>
                        <ns1:pt x="66" y="462"/>
                        <ns1:pt x="68" y="458"/>
                      </ns1:cubicBezTo>
                      <ns1:cubicBezTo>
                        <ns1:pt x="68" y="456"/>
                        <ns1:pt x="71" y="454"/>
                        <ns1:pt x="73" y="453"/>
                      </ns1:cubicBezTo>
                      <ns1:cubicBezTo>
                        <ns1:pt x="80" y="452"/>
                        <ns1:pt x="88" y="454"/>
                        <ns1:pt x="94" y="458"/>
                      </ns1:cubicBezTo>
                      <ns1:cubicBezTo>
                        <ns1:pt x="95" y="459"/>
                        <ns1:pt x="97" y="463"/>
                        <ns1:pt x="96" y="465"/>
                      </ns1:cubicBezTo>
                      <ns1:cubicBezTo>
                        <ns1:pt x="95" y="467"/>
                        <ns1:pt x="93" y="468"/>
                        <ns1:pt x="91" y="469"/>
                      </ns1:cubicBezTo>
                      <ns1:cubicBezTo>
                        <ns1:pt x="90" y="470"/>
                        <ns1:pt x="89" y="469"/>
                        <ns1:pt x="87" y="470"/>
                      </ns1:cubicBezTo>
                      <ns1:cubicBezTo>
                        <ns1:pt x="87" y="472"/>
                        <ns1:pt x="86" y="475"/>
                        <ns1:pt x="86" y="477"/>
                      </ns1:cubicBezTo>
                      <ns1:cubicBezTo>
                        <ns1:pt x="94" y="478"/>
                        <ns1:pt x="99" y="476"/>
                        <ns1:pt x="101" y="469"/>
                      </ns1:cubicBezTo>
                      <ns1:cubicBezTo>
                        <ns1:pt x="105" y="462"/>
                        <ns1:pt x="104" y="456"/>
                        <ns1:pt x="98" y="451"/>
                      </ns1:cubicBezTo>
                      <ns1:cubicBezTo>
                        <ns1:pt x="90" y="446"/>
                        <ns1:pt x="82" y="444"/>
                        <ns1:pt x="72" y="445"/>
                      </ns1:cubicBezTo>
                      <ns1:cubicBezTo>
                        <ns1:pt x="66" y="446"/>
                        <ns1:pt x="61" y="452"/>
                        <ns1:pt x="61" y="460"/>
                      </ns1:cubicBezTo>
                      <ns1:cubicBezTo>
                        <ns1:pt x="61" y="467"/>
                        <ns1:pt x="64" y="471"/>
                        <ns1:pt x="71" y="474"/>
                      </ns1:cubicBezTo>
                      <ns1:cubicBezTo>
                        <ns1:pt x="72" y="472"/>
                        <ns1:pt x="73" y="469"/>
                        <ns1:pt x="73" y="466"/>
                      </ns1:cubicBezTo>
                      <ns1:close/>
                      <ns1:moveTo>
                        <ns1:pt x="287" y="988"/>
                      </ns1:moveTo>
                      <ns1:cubicBezTo>
                        <ns1:pt x="286" y="989"/>
                        <ns1:pt x="285" y="990"/>
                        <ns1:pt x="284" y="991"/>
                      </ns1:cubicBezTo>
                      <ns1:cubicBezTo>
                        <ns1:pt x="282" y="991"/>
                        <ns1:pt x="279" y="992"/>
                        <ns1:pt x="277" y="991"/>
                      </ns1:cubicBezTo>
                      <ns1:cubicBezTo>
                        <ns1:pt x="275" y="989"/>
                        <ns1:pt x="274" y="986"/>
                        <ns1:pt x="274" y="984"/>
                      </ns1:cubicBezTo>
                      <ns1:cubicBezTo>
                        <ns1:pt x="276" y="977"/>
                        <ns1:pt x="280" y="971"/>
                        <ns1:pt x="287" y="967"/>
                      </ns1:cubicBezTo>
                      <ns1:cubicBezTo>
                        <ns1:pt x="288" y="965"/>
                        <ns1:pt x="292" y="966"/>
                        <ns1:pt x="294" y="967"/>
                      </ns1:cubicBezTo>
                      <ns1:cubicBezTo>
                        <ns1:pt x="295" y="968"/>
                        <ns1:pt x="295" y="971"/>
                        <ns1:pt x="296" y="973"/>
                      </ns1:cubicBezTo>
                      <ns1:cubicBezTo>
                        <ns1:pt x="296" y="974"/>
                        <ns1:pt x="295" y="975"/>
                        <ns1:pt x="295" y="977"/>
                      </ns1:cubicBezTo>
                      <ns1:cubicBezTo>
                        <ns1:pt x="297" y="978"/>
                        <ns1:pt x="299" y="979"/>
                        <ns1:pt x="301" y="981"/>
                      </ns1:cubicBezTo>
                      <ns1:cubicBezTo>
                        <ns1:pt x="306" y="974"/>
                        <ns1:pt x="305" y="968"/>
                        <ns1:pt x="300" y="963"/>
                      </ns1:cubicBezTo>
                      <ns1:cubicBezTo>
                        <ns1:pt x="294" y="958"/>
                        <ns1:pt x="288" y="956"/>
                        <ns1:pt x="281" y="960"/>
                      </ns1:cubicBezTo>
                      <ns1:cubicBezTo>
                        <ns1:pt x="274" y="965"/>
                        <ns1:pt x="269" y="972"/>
                        <ns1:pt x="267" y="981"/>
                      </ns1:cubicBezTo>
                      <ns1:cubicBezTo>
                        <ns1:pt x="265" y="988"/>
                        <ns1:pt x="269" y="994"/>
                        <ns1:pt x="277" y="998"/>
                      </ns1:cubicBezTo>
                      <ns1:cubicBezTo>
                        <ns1:pt x="283" y="1001"/>
                        <ns1:pt x="288" y="999"/>
                        <ns1:pt x="293" y="993"/>
                      </ns1:cubicBezTo>
                      <ns1:cubicBezTo>
                        <ns1:pt x="291" y="991"/>
                        <ns1:pt x="289" y="990"/>
                        <ns1:pt x="287" y="988"/>
                      </ns1:cubicBezTo>
                      <ns1:close/>
                      <ns1:moveTo>
                        <ns1:pt x="1075" y="605"/>
                      </ns1:moveTo>
                      <ns1:cubicBezTo>
                        <ns1:pt x="1063" y="608"/>
                        <ns1:pt x="1052" y="610"/>
                        <ns1:pt x="1041" y="613"/>
                      </ns1:cubicBezTo>
                      <ns1:cubicBezTo>
                        <ns1:pt x="1041" y="616"/>
                        <ns1:pt x="1041" y="618"/>
                        <ns1:pt x="1041" y="621"/>
                      </ns1:cubicBezTo>
                      <ns1:cubicBezTo>
                        <ns1:pt x="1053" y="618"/>
                        <ns1:pt x="1064" y="615"/>
                        <ns1:pt x="1075" y="612"/>
                      </ns1:cubicBezTo>
                      <ns1:cubicBezTo>
                        <ns1:pt x="1083" y="610"/>
                        <ns1:pt x="1083" y="610"/>
                        <ns1:pt x="1083" y="602"/>
                      </ns1:cubicBezTo>
                      <ns1:cubicBezTo>
                        <ns1:pt x="1070" y="597"/>
                        <ns1:pt x="1057" y="591"/>
                        <ns1:pt x="1043" y="586"/>
                      </ns1:cubicBezTo>
                      <ns1:cubicBezTo>
                        <ns1:pt x="1043" y="593"/>
                        <ns1:pt x="1042" y="593"/>
                        <ns1:pt x="1049" y="596"/>
                      </ns1:cubicBezTo>
                      <ns1:cubicBezTo>
                        <ns1:pt x="1057" y="599"/>
                        <ns1:pt x="1065" y="602"/>
                        <ns1:pt x="1075" y="605"/>
                      </ns1:cubicBezTo>
                      <ns1:close/>
                      <ns1:moveTo>
                        <ns1:pt x="103" y="677"/>
                      </ns1:moveTo>
                      <ns1:cubicBezTo>
                        <ns1:pt x="89" y="681"/>
                        <ns1:pt x="76" y="684"/>
                        <ns1:pt x="63" y="688"/>
                      </ns1:cubicBezTo>
                      <ns1:cubicBezTo>
                        <ns1:pt x="64" y="690"/>
                        <ns1:pt x="64" y="693"/>
                        <ns1:pt x="65" y="695"/>
                      </ns1:cubicBezTo>
                      <ns1:cubicBezTo>
                        <ns1:pt x="71" y="694"/>
                        <ns1:pt x="76" y="692"/>
                        <ns1:pt x="82" y="691"/>
                      </ns1:cubicBezTo>
                      <ns1:cubicBezTo>
                        <ns1:pt x="83" y="696"/>
                        <ns1:pt x="84" y="700"/>
                        <ns1:pt x="86" y="705"/>
                      </ns1:cubicBezTo>
                      <ns1:cubicBezTo>
                        <ns1:pt x="88" y="705"/>
                        <ns1:pt x="90" y="704"/>
                        <ns1:pt x="92" y="704"/>
                      </ns1:cubicBezTo>
                      <ns1:cubicBezTo>
                        <ns1:pt x="91" y="699"/>
                        <ns1:pt x="90" y="694"/>
                        <ns1:pt x="89" y="689"/>
                      </ns1:cubicBezTo>
                      <ns1:cubicBezTo>
                        <ns1:pt x="92" y="688"/>
                        <ns1:pt x="95" y="688"/>
                        <ns1:pt x="98" y="687"/>
                      </ns1:cubicBezTo>
                      <ns1:cubicBezTo>
                        <ns1:pt x="99" y="692"/>
                        <ns1:pt x="101" y="697"/>
                        <ns1:pt x="102" y="702"/>
                      </ns1:cubicBezTo>
                      <ns1:cubicBezTo>
                        <ns1:pt x="105" y="701"/>
                        <ns1:pt x="106" y="701"/>
                        <ns1:pt x="109" y="700"/>
                      </ns1:cubicBezTo>
                      <ns1:cubicBezTo>
                        <ns1:pt x="107" y="693"/>
                        <ns1:pt x="105" y="685"/>
                        <ns1:pt x="103" y="677"/>
                      </ns1:cubicBezTo>
                      <ns1:close/>
                      <ns1:moveTo>
                        <ns1:pt x="1027" y="444"/>
                      </ns1:moveTo>
                      <ns1:cubicBezTo>
                        <ns1:pt x="1039" y="437"/>
                        <ns1:pt x="1047" y="423"/>
                        <ns1:pt x="1063" y="421"/>
                      </ns1:cubicBezTo>
                      <ns1:cubicBezTo>
                        <ns1:pt x="1062" y="418"/>
                        <ns1:pt x="1061" y="416"/>
                        <ns1:pt x="1060" y="413"/>
                      </ns1:cubicBezTo>
                      <ns1:cubicBezTo>
                        <ns1:pt x="1046" y="421"/>
                        <ns1:pt x="1032" y="414"/>
                        <ns1:pt x="1018" y="414"/>
                      </ns1:cubicBezTo>
                      <ns1:cubicBezTo>
                        <ns1:pt x="1019" y="421"/>
                        <ns1:pt x="1019" y="421"/>
                        <ns1:pt x="1025" y="422"/>
                      </ns1:cubicBezTo>
                      <ns1:cubicBezTo>
                        <ns1:pt x="1030" y="422"/>
                        <ns1:pt x="1034" y="423"/>
                        <ns1:pt x="1040" y="423"/>
                      </ns1:cubicBezTo>
                      <ns1:cubicBezTo>
                        <ns1:pt x="1036" y="426"/>
                        <ns1:pt x="1034" y="429"/>
                        <ns1:pt x="1031" y="431"/>
                      </ns1:cubicBezTo>
                      <ns1:cubicBezTo>
                        <ns1:pt x="1024" y="436"/>
                        <ns1:pt x="1024" y="436"/>
                        <ns1:pt x="1027" y="444"/>
                      </ns1:cubicBezTo>
                      <ns1:close/>
                      <ns1:moveTo>
                        <ns1:pt x="555" y="1052"/>
                      </ns1:moveTo>
                      <ns1:cubicBezTo>
                        <ns1:pt x="559" y="1052"/>
                        <ns1:pt x="562" y="1052"/>
                        <ns1:pt x="566" y="1052"/>
                      </ns1:cubicBezTo>
                      <ns1:cubicBezTo>
                        <ns1:pt x="566" y="1050"/>
                        <ns1:pt x="566" y="1048"/>
                        <ns1:pt x="566" y="1045"/>
                      </ns1:cubicBezTo>
                      <ns1:cubicBezTo>
                        <ns1:pt x="556" y="1045"/>
                        <ns1:pt x="546" y="1045"/>
                        <ns1:pt x="536" y="1045"/>
                      </ns1:cubicBezTo>
                      <ns1:cubicBezTo>
                        <ns1:pt x="536" y="1047"/>
                        <ns1:pt x="536" y="1049"/>
                        <ns1:pt x="536" y="1052"/>
                      </ns1:cubicBezTo>
                      <ns1:cubicBezTo>
                        <ns1:pt x="540" y="1052"/>
                        <ns1:pt x="543" y="1052"/>
                        <ns1:pt x="546" y="1052"/>
                      </ns1:cubicBezTo>
                      <ns1:cubicBezTo>
                        <ns1:pt x="546" y="1064"/>
                        <ns1:pt x="546" y="1075"/>
                        <ns1:pt x="546" y="1086"/>
                      </ns1:cubicBezTo>
                      <ns1:cubicBezTo>
                        <ns1:pt x="549" y="1086"/>
                        <ns1:pt x="551" y="1086"/>
                        <ns1:pt x="555" y="1086"/>
                      </ns1:cubicBezTo>
                      <ns1:cubicBezTo>
                        <ns1:pt x="555" y="1075"/>
                        <ns1:pt x="555" y="1064"/>
                        <ns1:pt x="555" y="1052"/>
                      </ns1:cubicBezTo>
                      <ns1:close/>
                      <ns1:moveTo>
                        <ns1:pt x="1038" y="463"/>
                      </ns1:moveTo>
                      <ns1:cubicBezTo>
                        <ns1:pt x="1050" y="460"/>
                        <ns1:pt x="1061" y="457"/>
                        <ns1:pt x="1072" y="455"/>
                      </ns1:cubicBezTo>
                      <ns1:cubicBezTo>
                        <ns1:pt x="1071" y="452"/>
                        <ns1:pt x="1070" y="450"/>
                        <ns1:pt x="1070" y="447"/>
                      </ns1:cubicBezTo>
                      <ns1:cubicBezTo>
                        <ns1:pt x="1058" y="450"/>
                        <ns1:pt x="1048" y="452"/>
                        <ns1:pt x="1037" y="455"/>
                      </ns1:cubicBezTo>
                      <ns1:cubicBezTo>
                        <ns1:pt x="1036" y="451"/>
                        <ns1:pt x="1035" y="448"/>
                        <ns1:pt x="1034" y="444"/>
                      </ns1:cubicBezTo>
                      <ns1:cubicBezTo>
                        <ns1:pt x="1032" y="445"/>
                        <ns1:pt x="1030" y="445"/>
                        <ns1:pt x="1027" y="446"/>
                      </ns1:cubicBezTo>
                      <ns1:cubicBezTo>
                        <ns1:pt x="1030" y="456"/>
                        <ns1:pt x="1032" y="465"/>
                        <ns1:pt x="1034" y="475"/>
                      </ns1:cubicBezTo>
                      <ns1:cubicBezTo>
                        <ns1:pt x="1037" y="474"/>
                        <ns1:pt x="1038" y="474"/>
                        <ns1:pt x="1041" y="473"/>
                      </ns1:cubicBezTo>
                      <ns1:cubicBezTo>
                        <ns1:pt x="1040" y="470"/>
                        <ns1:pt x="1039" y="466"/>
                        <ns1:pt x="1038" y="463"/>
                      </ns1:cubicBezTo>
                      <ns1:close/>
                      <ns1:moveTo>
                        <ns1:pt x="783" y="1040"/>
                      </ns1:moveTo>
                      <ns1:cubicBezTo>
                        <ns1:pt x="778" y="1029"/>
                        <ns1:pt x="773" y="1019"/>
                        <ns1:pt x="769" y="1009"/>
                      </ns1:cubicBezTo>
                      <ns1:cubicBezTo>
                        <ns1:pt x="772" y="1007"/>
                        <ns1:pt x="775" y="1005"/>
                        <ns1:pt x="779" y="1004"/>
                      </ns1:cubicBezTo>
                      <ns1:cubicBezTo>
                        <ns1:pt x="778" y="1002"/>
                        <ns1:pt x="777" y="1000"/>
                        <ns1:pt x="776" y="998"/>
                      </ns1:cubicBezTo>
                      <ns1:cubicBezTo>
                        <ns1:pt x="766" y="1002"/>
                        <ns1:pt x="758" y="1006"/>
                        <ns1:pt x="749" y="1010"/>
                      </ns1:cubicBezTo>
                      <ns1:cubicBezTo>
                        <ns1:pt x="750" y="1012"/>
                        <ns1:pt x="750" y="1014"/>
                        <ns1:pt x="751" y="1016"/>
                      </ns1:cubicBezTo>
                      <ns1:cubicBezTo>
                        <ns1:pt x="755" y="1015"/>
                        <ns1:pt x="758" y="1013"/>
                        <ns1:pt x="761" y="1012"/>
                      </ns1:cubicBezTo>
                      <ns1:cubicBezTo>
                        <ns1:pt x="766" y="1022"/>
                        <ns1:pt x="771" y="1032"/>
                        <ns1:pt x="775" y="1043"/>
                      </ns1:cubicBezTo>
                      <ns1:cubicBezTo>
                        <ns1:pt x="778" y="1042"/>
                        <ns1:pt x="780" y="1041"/>
                        <ns1:pt x="783" y="1040"/>
                      </ns1:cubicBezTo>
                      <ns1:close/>
                      <ns1:moveTo>
                        <ns1:pt x="271" y="943"/>
                      </ns1:moveTo>
                      <ns1:cubicBezTo>
                        <ns1:pt x="264" y="937"/>
                        <ns1:pt x="256" y="930"/>
                        <ns1:pt x="249" y="924"/>
                      </ns1:cubicBezTo>
                      <ns1:cubicBezTo>
                        <ns1:pt x="247" y="926"/>
                        <ns1:pt x="246" y="927"/>
                        <ns1:pt x="244" y="929"/>
                      </ns1:cubicBezTo>
                      <ns1:cubicBezTo>
                        <ns1:pt x="247" y="932"/>
                        <ns1:pt x="250" y="934"/>
                        <ns1:pt x="252" y="936"/>
                      </ns1:cubicBezTo>
                      <ns1:cubicBezTo>
                        <ns1:pt x="249" y="941"/>
                        <ns1:pt x="245" y="945"/>
                        <ns1:pt x="242" y="949"/>
                      </ns1:cubicBezTo>
                      <ns1:cubicBezTo>
                        <ns1:pt x="238" y="954"/>
                        <ns1:pt x="234" y="958"/>
                        <ns1:pt x="231" y="962"/>
                      </ns1:cubicBezTo>
                      <ns1:cubicBezTo>
                        <ns1:pt x="233" y="964"/>
                        <ns1:pt x="234" y="966"/>
                        <ns1:pt x="237" y="967"/>
                      </ns1:cubicBezTo>
                      <ns1:cubicBezTo>
                        <ns1:pt x="240" y="963"/>
                        <ns1:pt x="244" y="959"/>
                        <ns1:pt x="248" y="954"/>
                      </ns1:cubicBezTo>
                      <ns1:cubicBezTo>
                        <ns1:pt x="251" y="950"/>
                        <ns1:pt x="255" y="946"/>
                        <ns1:pt x="259" y="941"/>
                      </ns1:cubicBezTo>
                      <ns1:cubicBezTo>
                        <ns1:pt x="262" y="944"/>
                        <ns1:pt x="264" y="946"/>
                        <ns1:pt x="267" y="948"/>
                      </ns1:cubicBezTo>
                      <ns1:cubicBezTo>
                        <ns1:pt x="268" y="947"/>
                        <ns1:pt x="270" y="945"/>
                        <ns1:pt x="271" y="943"/>
                      </ns1:cubicBezTo>
                      <ns1:close/>
                      <ns1:moveTo>
                        <ns1:pt x="968" y="876"/>
                      </ns1:moveTo>
                      <ns1:cubicBezTo>
                        <ns1:pt x="974" y="881"/>
                        <ns1:pt x="980" y="881"/>
                        <ns1:pt x="984" y="876"/>
                      </ns1:cubicBezTo>
                      <ns1:cubicBezTo>
                        <ns1:pt x="990" y="870"/>
                        <ns1:pt x="990" y="863"/>
                        <ns1:pt x="984" y="858"/>
                      </ns1:cubicBezTo>
                      <ns1:cubicBezTo>
                        <ns1:pt x="976" y="852"/>
                        <ns1:pt x="968" y="846"/>
                        <ns1:pt x="959" y="840"/>
                      </ns1:cubicBezTo>
                      <ns1:cubicBezTo>
                        <ns1:pt x="958" y="842"/>
                        <ns1:pt x="956" y="844"/>
                        <ns1:pt x="955" y="846"/>
                      </ns1:cubicBezTo>
                      <ns1:cubicBezTo>
                        <ns1:pt x="962" y="852"/>
                        <ns1:pt x="969" y="857"/>
                        <ns1:pt x="977" y="862"/>
                      </ns1:cubicBezTo>
                      <ns1:cubicBezTo>
                        <ns1:pt x="979" y="864"/>
                        <ns1:pt x="983" y="867"/>
                        <ns1:pt x="980" y="871"/>
                      </ns1:cubicBezTo>
                      <ns1:cubicBezTo>
                        <ns1:pt x="978" y="874"/>
                        <ns1:pt x="975" y="871"/>
                        <ns1:pt x="972" y="870"/>
                      </ns1:cubicBezTo>
                      <ns1:cubicBezTo>
                        <ns1:pt x="972" y="870"/>
                        <ns1:pt x="972" y="870"/>
                        <ns1:pt x="971" y="871"/>
                      </ns1:cubicBezTo>
                      <ns1:cubicBezTo>
                        <ns1:pt x="970" y="872"/>
                        <ns1:pt x="969" y="874"/>
                        <ns1:pt x="968" y="876"/>
                      </ns1:cubicBezTo>
                      <ns1:close/>
                      <ns1:moveTo>
                        <ns1:pt x="58" y="608"/>
                      </ns1:moveTo>
                      <ns1:cubicBezTo>
                        <ns1:pt x="69" y="607"/>
                        <ns1:pt x="80" y="606"/>
                        <ns1:pt x="92" y="605"/>
                      </ns1:cubicBezTo>
                      <ns1:cubicBezTo>
                        <ns1:pt x="92" y="603"/>
                        <ns1:pt x="91" y="600"/>
                        <ns1:pt x="91" y="598"/>
                      </ns1:cubicBezTo>
                      <ns1:cubicBezTo>
                        <ns1:pt x="77" y="599"/>
                        <ns1:pt x="64" y="600"/>
                        <ns1:pt x="50" y="601"/>
                      </ns1:cubicBezTo>
                      <ns1:cubicBezTo>
                        <ns1:pt x="51" y="609"/>
                        <ns1:pt x="52" y="617"/>
                        <ns1:pt x="52" y="625"/>
                      </ns1:cubicBezTo>
                      <ns1:cubicBezTo>
                        <ns1:pt x="55" y="625"/>
                        <ns1:pt x="57" y="624"/>
                        <ns1:pt x="59" y="624"/>
                      </ns1:cubicBezTo>
                      <ns1:cubicBezTo>
                        <ns1:pt x="59" y="619"/>
                        <ns1:pt x="58" y="614"/>
                        <ns1:pt x="58" y="608"/>
                      </ns1:cubicBezTo>
                      <ns1:close/>
                      <ns1:moveTo>
                        <ns1:pt x="1075" y="470"/>
                      </ns1:moveTo>
                      <ns1:cubicBezTo>
                        <ns1:pt x="1061" y="473"/>
                        <ns1:pt x="1048" y="476"/>
                        <ns1:pt x="1034" y="478"/>
                      </ns1:cubicBezTo>
                      <ns1:cubicBezTo>
                        <ns1:pt x="1035" y="481"/>
                        <ns1:pt x="1036" y="483"/>
                        <ns1:pt x="1036" y="486"/>
                      </ns1:cubicBezTo>
                      <ns1:cubicBezTo>
                        <ns1:pt x="1050" y="483"/>
                        <ns1:pt x="1063" y="481"/>
                        <ns1:pt x="1076" y="478"/>
                      </ns1:cubicBezTo>
                      <ns1:cubicBezTo>
                        <ns1:pt x="1076" y="476"/>
                        <ns1:pt x="1075" y="473"/>
                        <ns1:pt x="1075" y="470"/>
                      </ns1:cubicBezTo>
                      <ns1:close/>
                      <ns1:moveTo>
                        <ns1:pt x="1040" y="624"/>
                      </ns1:moveTo>
                      <ns1:cubicBezTo>
                        <ns1:pt x="1040" y="627"/>
                        <ns1:pt x="1040" y="630"/>
                        <ns1:pt x="1039" y="632"/>
                      </ns1:cubicBezTo>
                      <ns1:cubicBezTo>
                        <ns1:pt x="1053" y="634"/>
                        <ns1:pt x="1066" y="635"/>
                        <ns1:pt x="1080" y="637"/>
                      </ns1:cubicBezTo>
                      <ns1:cubicBezTo>
                        <ns1:pt x="1080" y="634"/>
                        <ns1:pt x="1080" y="632"/>
                        <ns1:pt x="1081" y="629"/>
                      </ns1:cubicBezTo>
                      <ns1:cubicBezTo>
                        <ns1:pt x="1067" y="628"/>
                        <ns1:pt x="1054" y="626"/>
                        <ns1:pt x="1040" y="624"/>
                      </ns1:cubicBezTo>
                      <ns1:close/>
                      <ns1:moveTo>
                        <ns1:pt x="962" y="835"/>
                      </ns1:moveTo>
                      <ns1:cubicBezTo>
                        <ns1:pt x="974" y="843"/>
                        <ns1:pt x="985" y="850"/>
                        <ns1:pt x="997" y="858"/>
                      </ns1:cubicBezTo>
                      <ns1:cubicBezTo>
                        <ns1:pt x="998" y="855"/>
                        <ns1:pt x="999" y="853"/>
                        <ns1:pt x="1001" y="851"/>
                      </ns1:cubicBezTo>
                      <ns1:cubicBezTo>
                        <ns1:pt x="989" y="843"/>
                        <ns1:pt x="978" y="836"/>
                        <ns1:pt x="967" y="828"/>
                      </ns1:cubicBezTo>
                      <ns1:cubicBezTo>
                        <ns1:pt x="965" y="831"/>
                        <ns1:pt x="964" y="833"/>
                        <ns1:pt x="962" y="835"/>
                      </ns1:cubicBezTo>
                      <ns1:close/>
                      <ns1:moveTo>
                        <ns1:pt x="804" y="1029"/>
                      </ns1:moveTo>
                      <ns1:cubicBezTo>
                        <ns1:pt x="798" y="1016"/>
                        <ns1:pt x="792" y="1005"/>
                        <ns1:pt x="786" y="992"/>
                      </ns1:cubicBezTo>
                      <ns1:cubicBezTo>
                        <ns1:pt x="783" y="994"/>
                        <ns1:pt x="781" y="995"/>
                        <ns1:pt x="779" y="996"/>
                      </ns1:cubicBezTo>
                      <ns1:cubicBezTo>
                        <ns1:pt x="785" y="1008"/>
                        <ns1:pt x="791" y="1020"/>
                        <ns1:pt x="797" y="1032"/>
                      </ns1:cubicBezTo>
                      <ns1:cubicBezTo>
                        <ns1:pt x="800" y="1031"/>
                        <ns1:pt x="802" y="1030"/>
                        <ns1:pt x="804" y="1029"/>
                      </ns1:cubicBezTo>
                      <ns1:close/>
                      <ns1:moveTo>
                        <ns1:pt x="274" y="945"/>
                      </ns1:moveTo>
                      <ns1:cubicBezTo>
                        <ns1:pt x="266" y="956"/>
                        <ns1:pt x="257" y="967"/>
                        <ns1:pt x="249" y="978"/>
                      </ns1:cubicBezTo>
                      <ns1:cubicBezTo>
                        <ns1:pt x="251" y="979"/>
                        <ns1:pt x="253" y="981"/>
                        <ns1:pt x="255" y="982"/>
                      </ns1:cubicBezTo>
                      <ns1:cubicBezTo>
                        <ns1:pt x="264" y="971"/>
                        <ns1:pt x="272" y="961"/>
                        <ns1:pt x="280" y="950"/>
                      </ns1:cubicBezTo>
                      <ns1:cubicBezTo>
                        <ns1:pt x="278" y="948"/>
                        <ns1:pt x="276" y="947"/>
                        <ns1:pt x="274" y="945"/>
                      </ns1:cubicBezTo>
                      <ns1:close/>
                      <ns1:moveTo>
                        <ns1:pt x="275" y="177"/>
                      </ns1:moveTo>
                      <ns1:cubicBezTo>
                        <ns1:pt x="277" y="186"/>
                        <ns1:pt x="278" y="194"/>
                        <ns1:pt x="280" y="202"/>
                      </ns1:cubicBezTo>
                      <ns1:cubicBezTo>
                        <ns1:pt x="283" y="202"/>
                        <ns1:pt x="287" y="202"/>
                        <ns1:pt x="290" y="202"/>
                      </ns1:cubicBezTo>
                      <ns1:cubicBezTo>
                        <ns1:pt x="288" y="193"/>
                        <ns1:pt x="286" y="185"/>
                        <ns1:pt x="284" y="176"/>
                      </ns1:cubicBezTo>
                      <ns1:cubicBezTo>
                        <ns1:pt x="281" y="177"/>
                        <ns1:pt x="278" y="177"/>
                        <ns1:pt x="275" y="177"/>
                      </ns1:cubicBezTo>
                      <ns1:close/>
                      <ns1:moveTo>
                        <ns1:pt x="258" y="165"/>
                      </ns1:moveTo>
                      <ns1:cubicBezTo>
                        <ns1:pt x="258" y="169"/>
                        <ns1:pt x="259" y="172"/>
                        <ns1:pt x="259" y="175"/>
                      </ns1:cubicBezTo>
                      <ns1:cubicBezTo>
                        <ns1:pt x="264" y="175"/>
                        <ns1:pt x="269" y="174"/>
                        <ns1:pt x="274" y="174"/>
                      </ns1:cubicBezTo>
                      <ns1:cubicBezTo>
                        <ns1:pt x="274" y="171"/>
                        <ns1:pt x="274" y="168"/>
                        <ns1:pt x="274" y="164"/>
                      </ns1:cubicBezTo>
                      <ns1:cubicBezTo>
                        <ns1:pt x="269" y="164"/>
                        <ns1:pt x="264" y="165"/>
                        <ns1:pt x="258" y="165"/>
                      </ns1:cubicBezTo>
                      <ns1:close/>
                      <ns1:moveTo>
                        <ns1:pt x="185" y="208"/>
                      </ns1:moveTo>
                      <ns1:cubicBezTo>
                        <ns1:pt x="185" y="212"/>
                        <ns1:pt x="185" y="215"/>
                        <ns1:pt x="185" y="218"/>
                      </ns1:cubicBezTo>
                      <ns1:cubicBezTo>
                        <ns1:pt x="190" y="218"/>
                        <ns1:pt x="194" y="218"/>
                        <ns1:pt x="199" y="218"/>
                      </ns1:cubicBezTo>
                      <ns1:cubicBezTo>
                        <ns1:pt x="199" y="214"/>
                        <ns1:pt x="199" y="211"/>
                        <ns1:pt x="199" y="208"/>
                      </ns1:cubicBezTo>
                      <ns1:cubicBezTo>
                        <ns1:pt x="194" y="208"/>
                        <ns1:pt x="190" y="208"/>
                        <ns1:pt x="185" y="208"/>
                      </ns1:cubicBezTo>
                      <ns1:close/>
                      <ns1:moveTo>
                        <ns1:pt x="208" y="233"/>
                      </ns1:moveTo>
                      <ns1:cubicBezTo>
                        <ns1:pt x="208" y="230"/>
                        <ns1:pt x="208" y="227"/>
                        <ns1:pt x="208" y="224"/>
                      </ns1:cubicBezTo>
                      <ns1:cubicBezTo>
                        <ns1:pt x="203" y="224"/>
                        <ns1:pt x="199" y="224"/>
                        <ns1:pt x="194" y="224"/>
                      </ns1:cubicBezTo>
                      <ns1:cubicBezTo>
                        <ns1:pt x="194" y="227"/>
                        <ns1:pt x="194" y="230"/>
                        <ns1:pt x="194" y="233"/>
                      </ns1:cubicBezTo>
                      <ns1:cubicBezTo>
                        <ns1:pt x="199" y="233"/>
                        <ns1:pt x="203" y="233"/>
                        <ns1:pt x="208" y="233"/>
                      </ns1:cubicBezTo>
                      <ns1:close/>
                      <ns1:moveTo>
                        <ns1:pt x="434" y="75"/>
                      </ns1:moveTo>
                      <ns1:cubicBezTo>
                        <ns1:pt x="437" y="73"/>
                        <ns1:pt x="440" y="72"/>
                        <ns1:pt x="443" y="71"/>
                      </ns1:cubicBezTo>
                      <ns1:cubicBezTo>
                        <ns1:pt x="441" y="67"/>
                        <ns1:pt x="440" y="64"/>
                        <ns1:pt x="438" y="60"/>
                      </ns1:cubicBezTo>
                      <ns1:cubicBezTo>
                        <ns1:pt x="434" y="62"/>
                        <ns1:pt x="431" y="63"/>
                        <ns1:pt x="428" y="64"/>
                      </ns1:cubicBezTo>
                      <ns1:cubicBezTo>
                        <ns1:pt x="430" y="68"/>
                        <ns1:pt x="432" y="71"/>
                        <ns1:pt x="434" y="75"/>
                      </ns1:cubicBezTo>
                      <ns1:close/>
                      <ns1:moveTo>
                        <ns1:pt x="856" y="132"/>
                      </ns1:moveTo>
                      <ns1:cubicBezTo>
                        <ns1:pt x="855" y="137"/>
                        <ns1:pt x="853" y="140"/>
                        <ns1:pt x="852" y="144"/>
                      </ns1:cubicBezTo>
                      <ns1:cubicBezTo>
                        <ns1:pt x="855" y="145"/>
                        <ns1:pt x="858" y="147"/>
                        <ns1:pt x="861" y="148"/>
                      </ns1:cubicBezTo>
                      <ns1:cubicBezTo>
                        <ns1:pt x="863" y="144"/>
                        <ns1:pt x="864" y="141"/>
                        <ns1:pt x="866" y="137"/>
                      </ns1:cubicBezTo>
                      <ns1:cubicBezTo>
                        <ns1:pt x="862" y="135"/>
                        <ns1:pt x="859" y="134"/>
                        <ns1:pt x="856" y="132"/>
                      </ns1:cubicBezTo>
                      <ns1:close/>
                      <ns1:moveTo>
                        <ns1:pt x="872" y="976"/>
                      </ns1:moveTo>
                      <ns1:cubicBezTo>
                        <ns1:pt x="875" y="978"/>
                        <ns1:pt x="875" y="984"/>
                        <ns1:pt x="880" y="982"/>
                      </ns1:cubicBezTo>
                      <ns1:cubicBezTo>
                        <ns1:pt x="881" y="984"/>
                        <ns1:pt x="882" y="986"/>
                        <ns1:pt x="882" y="989"/>
                      </ns1:cubicBezTo>
                      <ns1:cubicBezTo>
                        <ns1:pt x="887" y="983"/>
                        <ns1:pt x="885" y="977"/>
                        <ns1:pt x="877" y="972"/>
                      </ns1:cubicBezTo>
                      <ns1:cubicBezTo>
                        <ns1:pt x="875" y="973"/>
                        <ns1:pt x="874" y="974"/>
                        <ns1:pt x="872" y="976"/>
                      </ns1:cubicBezTo>
                      <ns1:close/>
                      <ns1:moveTo>
                        <ns1:pt x="509" y="97"/>
                      </ns1:moveTo>
                      <ns1:cubicBezTo>
                        <ns1:pt x="515" y="96"/>
                        <ns1:pt x="516" y="93"/>
                        <ns1:pt x="511" y="86"/>
                      </ns1:cubicBezTo>
                      <ns1:cubicBezTo>
                        <ns1:pt x="509" y="87"/>
                        <ns1:pt x="508" y="87"/>
                        <ns1:pt x="506" y="88"/>
                      </ns1:cubicBezTo>
                      <ns1:cubicBezTo>
                        <ns1:pt x="507" y="91"/>
                        <ns1:pt x="508" y="94"/>
                        <ns1:pt x="509" y="97"/>
                      </ns1:cubicBezTo>
                      <ns1:close/>
                      <ns1:moveTo>
                        <ns1:pt x="676" y="105"/>
                      </ns1:moveTo>
                      <ns1:cubicBezTo>
                        <ns1:pt x="676" y="102"/>
                        <ns1:pt x="676" y="99"/>
                        <ns1:pt x="676" y="95"/>
                      </ns1:cubicBezTo>
                      <ns1:cubicBezTo>
                        <ns1:pt x="674" y="95"/>
                        <ns1:pt x="673" y="95"/>
                        <ns1:pt x="671" y="95"/>
                      </ns1:cubicBezTo>
                      <ns1:cubicBezTo>
                        <ns1:pt x="670" y="99"/>
                        <ns1:pt x="670" y="102"/>
                        <ns1:pt x="670" y="105"/>
                      </ns1:cubicBezTo>
                      <ns1:cubicBezTo>
                        <ns1:pt x="672" y="105"/>
                        <ns1:pt x="673" y="105"/>
                        <ns1:pt x="676" y="10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86" name="Freeform 9"/>
                <ns0:cNvSpPr/>
                <ns0:nvPr/>
              </ns0:nvSpPr>
              <ns0:spPr bwMode="auto">
                <ns1:xfrm>
                  <ns1:off x="7246938" y="4954588"/>
                  <ns1:ext cx="57150" cy="63500"/>
                </ns1:xfrm>
                <ns1:custGeom>
                  <ns1:avLst/>
                  <ns1:gdLst>
                    <ns1:gd name="T0" fmla="*/ 0 w 15"/>
                    <ns1:gd name="T1" fmla="*/ 4 h 17"/>
                    <ns1:gd name="T2" fmla="*/ 5 w 15"/>
                    <ns1:gd name="T3" fmla="*/ 0 h 17"/>
                    <ns1:gd name="T4" fmla="*/ 10 w 15"/>
                    <ns1:gd name="T5" fmla="*/ 17 h 17"/>
                    <ns1:gd name="T6" fmla="*/ 8 w 15"/>
                    <ns1:gd name="T7" fmla="*/ 10 h 17"/>
                    <ns1:gd name="T8" fmla="*/ 0 w 15"/>
                    <ns1:gd name="T9" fmla="*/ 4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7">
                      <ns1:moveTo>
                        <ns1:pt x="0" y="4"/>
                      </ns1:moveTo>
                      <ns1:cubicBezTo>
                        <ns1:pt x="2" y="2"/>
                        <ns1:pt x="3" y="1"/>
                        <ns1:pt x="5" y="0"/>
                      </ns1:cubicBezTo>
                      <ns1:cubicBezTo>
                        <ns1:pt x="13" y="5"/>
                        <ns1:pt x="15" y="11"/>
                        <ns1:pt x="10" y="17"/>
                      </ns1:cubicBezTo>
                      <ns1:cubicBezTo>
                        <ns1:pt x="10" y="14"/>
                        <ns1:pt x="9" y="12"/>
                        <ns1:pt x="8" y="10"/>
                      </ns1:cubicBezTo>
                      <ns1:cubicBezTo>
                        <ns1:pt x="3" y="12"/>
                        <ns1:pt x="3" y="6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7" name="Freeform 13"/>
                <ns0:cNvSpPr>
                  <ns1:spLocks noEditPoints="1"/>
                </ns0:cNvSpPr>
                <ns0:nvPr/>
              </ns0:nvSpPr>
              <ns0:spPr bwMode="auto">
                <ns1:xfrm>
                  <ns1:off x="4813300" y="2979738"/>
                  <ns1:ext cx="2762250" cy="1547813"/>
                </ns1:xfrm>
                <ns1:custGeom>
                  <ns1:avLst/>
                  <ns1:gdLst>
                    <ns1:gd name="T0" fmla="*/ 571 w 732"/>
                    <ns1:gd name="T1" fmla="*/ 6 h 410"/>
                    <ns1:gd name="T2" fmla="*/ 701 w 732"/>
                    <ns1:gd name="T3" fmla="*/ 59 h 410"/>
                    <ns1:gd name="T4" fmla="*/ 696 w 732"/>
                    <ns1:gd name="T5" fmla="*/ 222 h 410"/>
                    <ns1:gd name="T6" fmla="*/ 426 w 732"/>
                    <ns1:gd name="T7" fmla="*/ 377 h 410"/>
                    <ns1:gd name="T8" fmla="*/ 271 w 732"/>
                    <ns1:gd name="T9" fmla="*/ 410 h 410"/>
                    <ns1:gd name="T10" fmla="*/ 267 w 732"/>
                    <ns1:gd name="T11" fmla="*/ 409 h 410"/>
                    <ns1:gd name="T12" fmla="*/ 410 w 732"/>
                    <ns1:gd name="T13" fmla="*/ 368 h 410"/>
                    <ns1:gd name="T14" fmla="*/ 249 w 732"/>
                    <ns1:gd name="T15" fmla="*/ 394 h 410"/>
                    <ns1:gd name="T16" fmla="*/ 308 w 732"/>
                    <ns1:gd name="T17" fmla="*/ 376 h 410"/>
                    <ns1:gd name="T18" fmla="*/ 305 w 732"/>
                    <ns1:gd name="T19" fmla="*/ 373 h 410"/>
                    <ns1:gd name="T20" fmla="*/ 378 w 732"/>
                    <ns1:gd name="T21" fmla="*/ 349 h 410"/>
                    <ns1:gd name="T22" fmla="*/ 334 w 732"/>
                    <ns1:gd name="T23" fmla="*/ 351 h 410"/>
                    <ns1:gd name="T24" fmla="*/ 340 w 732"/>
                    <ns1:gd name="T25" fmla="*/ 345 h 410"/>
                    <ns1:gd name="T26" fmla="*/ 427 w 732"/>
                    <ns1:gd name="T27" fmla="*/ 317 h 410"/>
                    <ns1:gd name="T28" fmla="*/ 405 w 732"/>
                    <ns1:gd name="T29" fmla="*/ 320 h 410"/>
                    <ns1:gd name="T30" fmla="*/ 268 w 732"/>
                    <ns1:gd name="T31" fmla="*/ 340 h 410"/>
                    <ns1:gd name="T32" fmla="*/ 322 w 732"/>
                    <ns1:gd name="T33" fmla="*/ 321 h 410"/>
                    <ns1:gd name="T34" fmla="*/ 329 w 732"/>
                    <ns1:gd name="T35" fmla="*/ 315 h 410"/>
                    <ns1:gd name="T36" fmla="*/ 214 w 732"/>
                    <ns1:gd name="T37" fmla="*/ 338 h 410"/>
                    <ns1:gd name="T38" fmla="*/ 186 w 732"/>
                    <ns1:gd name="T39" fmla="*/ 339 h 410"/>
                    <ns1:gd name="T40" fmla="*/ 189 w 732"/>
                    <ns1:gd name="T41" fmla="*/ 335 h 410"/>
                    <ns1:gd name="T42" fmla="*/ 141 w 732"/>
                    <ns1:gd name="T43" fmla="*/ 341 h 410"/>
                    <ns1:gd name="T44" fmla="*/ 122 w 732"/>
                    <ns1:gd name="T45" fmla="*/ 345 h 410"/>
                    <ns1:gd name="T46" fmla="*/ 29 w 732"/>
                    <ns1:gd name="T47" fmla="*/ 353 h 410"/>
                    <ns1:gd name="T48" fmla="*/ 30 w 732"/>
                    <ns1:gd name="T49" fmla="*/ 349 h 410"/>
                    <ns1:gd name="T50" fmla="*/ 0 w 732"/>
                    <ns1:gd name="T51" fmla="*/ 349 h 410"/>
                    <ns1:gd name="T52" fmla="*/ 17 w 732"/>
                    <ns1:gd name="T53" fmla="*/ 346 h 410"/>
                    <ns1:gd name="T54" fmla="*/ 462 w 732"/>
                    <ns1:gd name="T55" fmla="*/ 247 h 410"/>
                    <ns1:gd name="T56" fmla="*/ 638 w 732"/>
                    <ns1:gd name="T57" fmla="*/ 127 h 410"/>
                    <ns1:gd name="T58" fmla="*/ 633 w 732"/>
                    <ns1:gd name="T59" fmla="*/ 52 h 410"/>
                    <ns1:gd name="T60" fmla="*/ 522 w 732"/>
                    <ns1:gd name="T61" fmla="*/ 2 h 410"/>
                    <ns1:gd name="T62" fmla="*/ 521 w 732"/>
                    <ns1:gd name="T63" fmla="*/ 0 h 410"/>
                    <ns1:gd name="T64" fmla="*/ 419 w 732"/>
                    <ns1:gd name="T65" fmla="*/ 364 h 410"/>
                    <ns1:gd name="T66" fmla="*/ 417 w 732"/>
                    <ns1:gd name="T67" fmla="*/ 365 h 410"/>
                    <ns1:gd name="T68" fmla="*/ 430 w 732"/>
                    <ns1:gd name="T69" fmla="*/ 315 h 410"/>
                    <ns1:gd name="T70" fmla="*/ 429 w 732"/>
                    <ns1:gd name="T71" fmla="*/ 316 h 4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732" h="410">
                      <ns1:moveTo>
                        <ns1:pt x="521" y="0"/>
                      </ns1:moveTo>
                      <ns1:cubicBezTo>
                        <ns1:pt x="537" y="2"/>
                        <ns1:pt x="554" y="4"/>
                        <ns1:pt x="571" y="6"/>
                      </ns1:cubicBezTo>
                      <ns1:cubicBezTo>
                        <ns1:pt x="601" y="10"/>
                        <ns1:pt x="630" y="17"/>
                        <ns1:pt x="658" y="30"/>
                      </ns1:cubicBezTo>
                      <ns1:cubicBezTo>
                        <ns1:pt x="674" y="37"/>
                        <ns1:pt x="689" y="46"/>
                        <ns1:pt x="701" y="59"/>
                      </ns1:cubicBezTo>
                      <ns1:cubicBezTo>
                        <ns1:pt x="723" y="81"/>
                        <ns1:pt x="732" y="107"/>
                        <ns1:pt x="729" y="138"/>
                      </ns1:cubicBezTo>
                      <ns1:cubicBezTo>
                        <ns1:pt x="726" y="169"/>
                        <ns1:pt x="714" y="196"/>
                        <ns1:pt x="696" y="222"/>
                      </ns1:cubicBezTo>
                      <ns1:cubicBezTo>
                        <ns1:pt x="669" y="260"/>
                        <ns1:pt x="633" y="288"/>
                        <ns1:pt x="592" y="310"/>
                      </ns1:cubicBezTo>
                      <ns1:cubicBezTo>
                        <ns1:pt x="539" y="339"/>
                        <ns1:pt x="484" y="361"/>
                        <ns1:pt x="426" y="377"/>
                      </ns1:cubicBezTo>
                      <ns1:cubicBezTo>
                        <ns1:pt x="380" y="391"/>
                        <ns1:pt x="334" y="400"/>
                        <ns1:pt x="287" y="408"/>
                      </ns1:cubicBezTo>
                      <ns1:cubicBezTo>
                        <ns1:pt x="282" y="409"/>
                        <ns1:pt x="276" y="409"/>
                        <ns1:pt x="271" y="410"/>
                      </ns1:cubicBezTo>
                      <ns1:cubicBezTo>
                        <ns1:pt x="270" y="410"/>
                        <ns1:pt x="269" y="410"/>
                        <ns1:pt x="267" y="410"/>
                      </ns1:cubicBezTo>
                      <ns1:cubicBezTo>
                        <ns1:pt x="267" y="409"/>
                        <ns1:pt x="267" y="409"/>
                        <ns1:pt x="267" y="409"/>
                      </ns1:cubicBezTo>
                      <ns1:cubicBezTo>
                        <ns1:pt x="274" y="406"/>
                        <ns1:pt x="281" y="402"/>
                        <ns1:pt x="289" y="401"/>
                      </ns1:cubicBezTo>
                      <ns1:cubicBezTo>
                        <ns1:pt x="330" y="391"/>
                        <ns1:pt x="371" y="382"/>
                        <ns1:pt x="410" y="368"/>
                      </ns1:cubicBezTo>
                      <ns1:cubicBezTo>
                        <ns1:pt x="412" y="367"/>
                        <ns1:pt x="414" y="366"/>
                        <ns1:pt x="416" y="365"/>
                      </ns1:cubicBezTo>
                      <ns1:cubicBezTo>
                        <ns1:pt x="361" y="377"/>
                        <ns1:pt x="306" y="388"/>
                        <ns1:pt x="249" y="394"/>
                      </ns1:cubicBezTo>
                      <ns1:cubicBezTo>
                        <ns1:pt x="258" y="388"/>
                        <ns1:pt x="268" y="386"/>
                        <ns1:pt x="278" y="383"/>
                      </ns1:cubicBezTo>
                      <ns1:cubicBezTo>
                        <ns1:pt x="287" y="381"/>
                        <ns1:pt x="297" y="379"/>
                        <ns1:pt x="308" y="376"/>
                      </ns1:cubicBezTo>
                      <ns1:cubicBezTo>
                        <ns1:pt x="305" y="375"/>
                        <ns1:pt x="304" y="375"/>
                        <ns1:pt x="301" y="374"/>
                      </ns1:cubicBezTo>
                      <ns1:cubicBezTo>
                        <ns1:pt x="303" y="373"/>
                        <ns1:pt x="304" y="373"/>
                        <ns1:pt x="305" y="373"/>
                      </ns1:cubicBezTo>
                      <ns1:cubicBezTo>
                        <ns1:pt x="328" y="367"/>
                        <ns1:pt x="351" y="361"/>
                        <ns1:pt x="374" y="355"/>
                      </ns1:cubicBezTo>
                      <ns1:cubicBezTo>
                        <ns1:pt x="377" y="354"/>
                        <ns1:pt x="380" y="354"/>
                        <ns1:pt x="378" y="349"/>
                      </ns1:cubicBezTo>
                      <ns1:cubicBezTo>
                        <ns1:pt x="378" y="348"/>
                        <ns1:pt x="381" y="346"/>
                        <ns1:pt x="382" y="344"/>
                      </ns1:cubicBezTo>
                      <ns1:cubicBezTo>
                        <ns1:pt x="366" y="346"/>
                        <ns1:pt x="350" y="348"/>
                        <ns1:pt x="334" y="351"/>
                      </ns1:cubicBezTo>
                      <ns1:cubicBezTo>
                        <ns1:pt x="333" y="350"/>
                        <ns1:pt x="333" y="350"/>
                        <ns1:pt x="333" y="349"/>
                      </ns1:cubicBezTo>
                      <ns1:cubicBezTo>
                        <ns1:pt x="335" y="348"/>
                        <ns1:pt x="338" y="346"/>
                        <ns1:pt x="340" y="345"/>
                      </ns1:cubicBezTo>
                      <ns1:cubicBezTo>
                        <ns1:pt x="367" y="336"/>
                        <ns1:pt x="395" y="328"/>
                        <ns1:pt x="422" y="319"/>
                      </ns1:cubicBezTo>
                      <ns1:cubicBezTo>
                        <ns1:pt x="424" y="318"/>
                        <ns1:pt x="426" y="317"/>
                        <ns1:pt x="427" y="317"/>
                      </ns1:cubicBezTo>
                      <ns1:cubicBezTo>
                        <ns1:pt x="427" y="316"/>
                        <ns1:pt x="427" y="316"/>
                        <ns1:pt x="427" y="315"/>
                      </ns1:cubicBezTo>
                      <ns1:cubicBezTo>
                        <ns1:pt x="420" y="317"/>
                        <ns1:pt x="413" y="319"/>
                        <ns1:pt x="405" y="320"/>
                      </ns1:cubicBezTo>
                      <ns1:cubicBezTo>
                        <ns1:pt x="369" y="327"/>
                        <ns1:pt x="333" y="335"/>
                        <ns1:pt x="297" y="341"/>
                      </ns1:cubicBezTo>
                      <ns1:cubicBezTo>
                        <ns1:pt x="288" y="343"/>
                        <ns1:pt x="279" y="345"/>
                        <ns1:pt x="268" y="340"/>
                      </ns1:cubicBezTo>
                      <ns1:cubicBezTo>
                        <ns1:pt x="271" y="338"/>
                        <ns1:pt x="274" y="336"/>
                        <ns1:pt x="276" y="335"/>
                      </ns1:cubicBezTo>
                      <ns1:cubicBezTo>
                        <ns1:pt x="291" y="330"/>
                        <ns1:pt x="307" y="326"/>
                        <ns1:pt x="322" y="321"/>
                      </ns1:cubicBezTo>
                      <ns1:cubicBezTo>
                        <ns1:pt x="325" y="320"/>
                        <ns1:pt x="327" y="318"/>
                        <ns1:pt x="330" y="316"/>
                      </ns1:cubicBezTo>
                      <ns1:cubicBezTo>
                        <ns1:pt x="330" y="316"/>
                        <ns1:pt x="330" y="315"/>
                        <ns1:pt x="329" y="315"/>
                      </ns1:cubicBezTo>
                      <ns1:cubicBezTo>
                        <ns1:pt x="327" y="315"/>
                        <ns1:pt x="325" y="315"/>
                        <ns1:pt x="322" y="316"/>
                      </ns1:cubicBezTo>
                      <ns1:cubicBezTo>
                        <ns1:pt x="286" y="323"/>
                        <ns1:pt x="250" y="331"/>
                        <ns1:pt x="214" y="338"/>
                      </ns1:cubicBezTo>
                      <ns1:cubicBezTo>
                        <ns1:pt x="209" y="339"/>
                        <ns1:pt x="205" y="340"/>
                        <ns1:pt x="200" y="340"/>
                      </ns1:cubicBezTo>
                      <ns1:cubicBezTo>
                        <ns1:pt x="195" y="341"/>
                        <ns1:pt x="191" y="340"/>
                        <ns1:pt x="186" y="339"/>
                      </ns1:cubicBezTo>
                      <ns1:cubicBezTo>
                        <ns1:pt x="188" y="338"/>
                        <ns1:pt x="189" y="337"/>
                        <ns1:pt x="190" y="336"/>
                      </ns1:cubicBezTo>
                      <ns1:cubicBezTo>
                        <ns1:pt x="189" y="335"/>
                        <ns1:pt x="189" y="335"/>
                        <ns1:pt x="189" y="335"/>
                      </ns1:cubicBezTo>
                      <ns1:cubicBezTo>
                        <ns1:pt x="174" y="337"/>
                        <ns1:pt x="159" y="339"/>
                        <ns1:pt x="145" y="340"/>
                      </ns1:cubicBezTo>
                      <ns1:cubicBezTo>
                        <ns1:pt x="144" y="340"/>
                        <ns1:pt x="142" y="341"/>
                        <ns1:pt x="141" y="341"/>
                      </ns1:cubicBezTo>
                      <ns1:cubicBezTo>
                        <ns1:pt x="135" y="339"/>
                        <ns1:pt x="130" y="340"/>
                        <ns1:pt x="125" y="344"/>
                      </ns1:cubicBezTo>
                      <ns1:cubicBezTo>
                        <ns1:pt x="124" y="345"/>
                        <ns1:pt x="123" y="345"/>
                        <ns1:pt x="122" y="345"/>
                      </ns1:cubicBezTo>
                      <ns1:cubicBezTo>
                        <ns1:pt x="106" y="342"/>
                        <ns1:pt x="90" y="347"/>
                        <ns1:pt x="75" y="348"/>
                      </ns1:cubicBezTo>
                      <ns1:cubicBezTo>
                        <ns1:pt x="59" y="350"/>
                        <ns1:pt x="44" y="351"/>
                        <ns1:pt x="29" y="353"/>
                      </ns1:cubicBezTo>
                      <ns1:cubicBezTo>
                        <ns1:pt x="28" y="353"/>
                        <ns1:pt x="26" y="353"/>
                        <ns1:pt x="25" y="352"/>
                      </ns1:cubicBezTo>
                      <ns1:cubicBezTo>
                        <ns1:pt x="27" y="351"/>
                        <ns1:pt x="29" y="350"/>
                        <ns1:pt x="30" y="349"/>
                      </ns1:cubicBezTo>
                      <ns1:cubicBezTo>
                        <ns1:pt x="30" y="349"/>
                        <ns1:pt x="30" y="349"/>
                        <ns1:pt x="30" y="349"/>
                      </ns1:cubicBezTo>
                      <ns1:cubicBezTo>
                        <ns1:pt x="20" y="349"/>
                        <ns1:pt x="10" y="349"/>
                        <ns1:pt x="0" y="349"/>
                      </ns1:cubicBezTo>
                      <ns1:cubicBezTo>
                        <ns1:pt x="0" y="349"/>
                        <ns1:pt x="0" y="348"/>
                        <ns1:pt x="0" y="348"/>
                      </ns1:cubicBezTo>
                      <ns1:cubicBezTo>
                        <ns1:pt x="6" y="347"/>
                        <ns1:pt x="11" y="347"/>
                        <ns1:pt x="17" y="346"/>
                      </ns1:cubicBezTo>
                      <ns1:cubicBezTo>
                        <ns1:pt x="70" y="338"/>
                        <ns1:pt x="123" y="330"/>
                        <ns1:pt x="176" y="321"/>
                      </ns1:cubicBezTo>
                      <ns1:cubicBezTo>
                        <ns1:pt x="273" y="303"/>
                        <ns1:pt x="369" y="281"/>
                        <ns1:pt x="462" y="247"/>
                      </ns1:cubicBezTo>
                      <ns1:cubicBezTo>
                        <ns1:pt x="508" y="230"/>
                        <ns1:pt x="551" y="209"/>
                        <ns1:pt x="589" y="181"/>
                      </ns1:cubicBezTo>
                      <ns1:cubicBezTo>
                        <ns1:pt x="609" y="166"/>
                        <ns1:pt x="627" y="149"/>
                        <ns1:pt x="638" y="127"/>
                      </ns1:cubicBezTo>
                      <ns1:cubicBezTo>
                        <ns1:pt x="643" y="117"/>
                        <ns1:pt x="647" y="108"/>
                        <ns1:pt x="647" y="97"/>
                      </ns1:cubicBezTo>
                      <ns1:cubicBezTo>
                        <ns1:pt x="648" y="80"/>
                        <ns1:pt x="645" y="65"/>
                        <ns1:pt x="633" y="52"/>
                      </ns1:cubicBezTo>
                      <ns1:cubicBezTo>
                        <ns1:pt x="618" y="35"/>
                        <ns1:pt x="600" y="24"/>
                        <ns1:pt x="579" y="17"/>
                      </ns1:cubicBezTo>
                      <ns1:cubicBezTo>
                        <ns1:pt x="560" y="11"/>
                        <ns1:pt x="541" y="7"/>
                        <ns1:pt x="522" y="2"/>
                      </ns1:cubicBezTo>
                      <ns1:cubicBezTo>
                        <ns1:pt x="522" y="2"/>
                        <ns1:pt x="521" y="2"/>
                        <ns1:pt x="521" y="2"/>
                      </ns1:cubicBezTo>
                      <ns1:cubicBezTo>
                        <ns1:pt x="521" y="1"/>
                        <ns1:pt x="521" y="1"/>
                        <ns1:pt x="521" y="0"/>
                      </ns1:cubicBezTo>
                      <ns1:close/>
                      <ns1:moveTo>
                        <ns1:pt x="419" y="365"/>
                      </ns1:moveTo>
                      <ns1:cubicBezTo>
                        <ns1:pt x="419" y="365"/>
                        <ns1:pt x="419" y="364"/>
                        <ns1:pt x="419" y="364"/>
                      </ns1:cubicBezTo>
                      <ns1:cubicBezTo>
                        <ns1:pt x="418" y="364"/>
                        <ns1:pt x="418" y="364"/>
                        <ns1:pt x="417" y="364"/>
                      </ns1:cubicBezTo>
                      <ns1:cubicBezTo>
                        <ns1:pt x="417" y="365"/>
                        <ns1:pt x="417" y="365"/>
                        <ns1:pt x="417" y="365"/>
                      </ns1:cubicBezTo>
                      <ns1:cubicBezTo>
                        <ns1:pt x="418" y="365"/>
                        <ns1:pt x="418" y="365"/>
                        <ns1:pt x="419" y="365"/>
                      </ns1:cubicBezTo>
                      <ns1:close/>
                      <ns1:moveTo>
                        <ns1:pt x="430" y="315"/>
                      </ns1:moveTo>
                      <ns1:cubicBezTo>
                        <ns1:pt x="429" y="315"/>
                        <ns1:pt x="429" y="315"/>
                        <ns1:pt x="429" y="315"/>
                      </ns1:cubicBezTo>
                      <ns1:cubicBezTo>
                        <ns1:pt x="429" y="315"/>
                        <ns1:pt x="429" y="316"/>
                        <ns1:pt x="429" y="316"/>
                      </ns1:cubicBezTo>
                      <ns1:cubicBezTo>
                        <ns1:pt x="429" y="316"/>
                        <ns1:pt x="429" y="316"/>
                        <ns1:pt x="430" y="3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8" name="Freeform 14"/>
                <ns0:cNvSpPr/>
                <ns0:nvPr/>
              </ns0:nvSpPr>
              <ns0:spPr bwMode="auto">
                <ns1:xfrm>
                  <ns1:off x="4594225" y="2511425"/>
                  <ns1:ext cx="2105025" cy="1303338"/>
                </ns1:xfrm>
                <ns1:custGeom>
                  <ns1:avLst/>
                  <ns1:gdLst>
                    <ns1:gd name="T0" fmla="*/ 558 w 558"/>
                    <ns1:gd name="T1" fmla="*/ 1 h 345"/>
                    <ns1:gd name="T2" fmla="*/ 557 w 558"/>
                    <ns1:gd name="T3" fmla="*/ 5 h 345"/>
                    <ns1:gd name="T4" fmla="*/ 450 w 558"/>
                    <ns1:gd name="T5" fmla="*/ 164 h 345"/>
                    <ns1:gd name="T6" fmla="*/ 275 w 558"/>
                    <ns1:gd name="T7" fmla="*/ 287 h 345"/>
                    <ns1:gd name="T8" fmla="*/ 135 w 558"/>
                    <ns1:gd name="T9" fmla="*/ 336 h 345"/>
                    <ns1:gd name="T10" fmla="*/ 54 w 558"/>
                    <ns1:gd name="T11" fmla="*/ 343 h 345"/>
                    <ns1:gd name="T12" fmla="*/ 26 w 558"/>
                    <ns1:gd name="T13" fmla="*/ 338 h 345"/>
                    <ns1:gd name="T14" fmla="*/ 7 w 558"/>
                    <ns1:gd name="T15" fmla="*/ 293 h 345"/>
                    <ns1:gd name="T16" fmla="*/ 43 w 558"/>
                    <ns1:gd name="T17" fmla="*/ 248 h 345"/>
                    <ns1:gd name="T18" fmla="*/ 146 w 558"/>
                    <ns1:gd name="T19" fmla="*/ 190 h 345"/>
                    <ns1:gd name="T20" fmla="*/ 318 w 558"/>
                    <ns1:gd name="T21" fmla="*/ 140 h 345"/>
                    <ns1:gd name="T22" fmla="*/ 406 w 558"/>
                    <ns1:gd name="T23" fmla="*/ 126 h 345"/>
                    <ns1:gd name="T24" fmla="*/ 413 w 558"/>
                    <ns1:gd name="T25" fmla="*/ 127 h 345"/>
                    <ns1:gd name="T26" fmla="*/ 385 w 558"/>
                    <ns1:gd name="T27" fmla="*/ 133 h 345"/>
                    <ns1:gd name="T28" fmla="*/ 225 w 558"/>
                    <ns1:gd name="T29" fmla="*/ 185 h 345"/>
                    <ns1:gd name="T30" fmla="*/ 153 w 558"/>
                    <ns1:gd name="T31" fmla="*/ 230 h 345"/>
                    <ns1:gd name="T32" fmla="*/ 141 w 558"/>
                    <ns1:gd name="T33" fmla="*/ 244 h 345"/>
                    <ns1:gd name="T34" fmla="*/ 148 w 558"/>
                    <ns1:gd name="T35" fmla="*/ 260 h 345"/>
                    <ns1:gd name="T36" fmla="*/ 185 w 558"/>
                    <ns1:gd name="T37" fmla="*/ 258 h 345"/>
                    <ns1:gd name="T38" fmla="*/ 294 w 558"/>
                    <ns1:gd name="T39" fmla="*/ 219 h 345"/>
                    <ns1:gd name="T40" fmla="*/ 529 w 558"/>
                    <ns1:gd name="T41" fmla="*/ 39 h 345"/>
                    <ns1:gd name="T42" fmla="*/ 555 w 558"/>
                    <ns1:gd name="T43" fmla="*/ 4 h 345"/>
                    <ns1:gd name="T44" fmla="*/ 557 w 558"/>
                    <ns1:gd name="T45" fmla="*/ 0 h 345"/>
                    <ns1:gd name="T46" fmla="*/ 558 w 558"/>
                    <ns1:gd name="T47" fmla="*/ 1 h 34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</ns1:cxnLst>
                  <ns1:rect l="0" t="0" r="r" b="b"/>
                  <ns1:pathLst>
                    <ns1:path w="558" h="345">
                      <ns1:moveTo>
                        <ns1:pt x="558" y="1"/>
                      </ns1:moveTo>
                      <ns1:cubicBezTo>
                        <ns1:pt x="558" y="2"/>
                        <ns1:pt x="557" y="4"/>
                        <ns1:pt x="557" y="5"/>
                      </ns1:cubicBezTo>
                      <ns1:cubicBezTo>
                        <ns1:pt x="531" y="64"/>
                        <ns1:pt x="495" y="118"/>
                        <ns1:pt x="450" y="164"/>
                      </ns1:cubicBezTo>
                      <ns1:cubicBezTo>
                        <ns1:pt x="399" y="216"/>
                        <ns1:pt x="341" y="257"/>
                        <ns1:pt x="275" y="287"/>
                      </ns1:cubicBezTo>
                      <ns1:cubicBezTo>
                        <ns1:pt x="230" y="309"/>
                        <ns1:pt x="184" y="326"/>
                        <ns1:pt x="135" y="336"/>
                      </ns1:cubicBezTo>
                      <ns1:cubicBezTo>
                        <ns1:pt x="108" y="341"/>
                        <ns1:pt x="82" y="345"/>
                        <ns1:pt x="54" y="343"/>
                      </ns1:cubicBezTo>
                      <ns1:cubicBezTo>
                        <ns1:pt x="45" y="342"/>
                        <ns1:pt x="35" y="341"/>
                        <ns1:pt x="26" y="338"/>
                      </ns1:cubicBezTo>
                      <ns1:cubicBezTo>
                        <ns1:pt x="0" y="330"/>
                        <ns1:pt x="0" y="309"/>
                        <ns1:pt x="7" y="293"/>
                      </ns1:cubicBezTo>
                      <ns1:cubicBezTo>
                        <ns1:pt x="14" y="275"/>
                        <ns1:pt x="28" y="261"/>
                        <ns1:pt x="43" y="248"/>
                      </ns1:cubicBezTo>
                      <ns1:cubicBezTo>
                        <ns1:pt x="74" y="223"/>
                        <ns1:pt x="109" y="205"/>
                        <ns1:pt x="146" y="190"/>
                      </ns1:cubicBezTo>
                      <ns1:cubicBezTo>
                        <ns1:pt x="202" y="167"/>
                        <ns1:pt x="259" y="151"/>
                        <ns1:pt x="318" y="140"/>
                      </ns1:cubicBezTo>
                      <ns1:cubicBezTo>
                        <ns1:pt x="347" y="134"/>
                        <ns1:pt x="377" y="131"/>
                        <ns1:pt x="406" y="126"/>
                      </ns1:cubicBezTo>
                      <ns1:cubicBezTo>
                        <ns1:pt x="408" y="126"/>
                        <ns1:pt x="410" y="126"/>
                        <ns1:pt x="413" y="127"/>
                      </ns1:cubicBezTo>
                      <ns1:cubicBezTo>
                        <ns1:pt x="404" y="129"/>
                        <ns1:pt x="394" y="131"/>
                        <ns1:pt x="385" y="133"/>
                      </ns1:cubicBezTo>
                      <ns1:cubicBezTo>
                        <ns1:pt x="330" y="145"/>
                        <ns1:pt x="276" y="161"/>
                        <ns1:pt x="225" y="185"/>
                      </ns1:cubicBezTo>
                      <ns1:cubicBezTo>
                        <ns1:pt x="199" y="197"/>
                        <ns1:pt x="174" y="211"/>
                        <ns1:pt x="153" y="230"/>
                      </ns1:cubicBezTo>
                      <ns1:cubicBezTo>
                        <ns1:pt x="148" y="234"/>
                        <ns1:pt x="144" y="239"/>
                        <ns1:pt x="141" y="244"/>
                      </ns1:cubicBezTo>
                      <ns1:cubicBezTo>
                        <ns1:pt x="136" y="252"/>
                        <ns1:pt x="139" y="258"/>
                        <ns1:pt x="148" y="260"/>
                      </ns1:cubicBezTo>
                      <ns1:cubicBezTo>
                        <ns1:pt x="160" y="262"/>
                        <ns1:pt x="173" y="261"/>
                        <ns1:pt x="185" y="258"/>
                      </ns1:cubicBezTo>
                      <ns1:cubicBezTo>
                        <ns1:pt x="223" y="250"/>
                        <ns1:pt x="259" y="235"/>
                        <ns1:pt x="294" y="219"/>
                      </ns1:cubicBezTo>
                      <ns1:cubicBezTo>
                        <ns1:pt x="386" y="177"/>
                        <ns1:pt x="464" y="117"/>
                        <ns1:pt x="529" y="39"/>
                      </ns1:cubicBezTo>
                      <ns1:cubicBezTo>
                        <ns1:pt x="538" y="28"/>
                        <ns1:pt x="546" y="16"/>
                        <ns1:pt x="555" y="4"/>
                      </ns1:cubicBezTo>
                      <ns1:cubicBezTo>
                        <ns1:pt x="556" y="3"/>
                        <ns1:pt x="557" y="2"/>
                        <ns1:pt x="557" y="0"/>
                      </ns1:cubicBezTo>
                      <ns1:cubicBezTo>
                        <ns1:pt x="558" y="1"/>
                        <ns1:pt x="558" y="1"/>
                        <ns1:pt x="558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9" name="Freeform 15"/>
                <ns0:cNvSpPr/>
                <ns0:nvPr/>
              </ns0:nvSpPr>
              <ns0:spPr bwMode="auto">
                <ns1:xfrm>
                  <ns1:off x="4706938" y="2587625"/>
                  <ns1:ext cx="1762125" cy="627063"/>
                </ns1:xfrm>
                <ns1:custGeom>
                  <ns1:avLst/>
                  <ns1:gdLst>
                    <ns1:gd name="T0" fmla="*/ 300 w 467"/>
                    <ns1:gd name="T1" fmla="*/ 99 h 166"/>
                    <ns1:gd name="T2" fmla="*/ 318 w 467"/>
                    <ns1:gd name="T3" fmla="*/ 44 h 166"/>
                    <ns1:gd name="T4" fmla="*/ 366 w 467"/>
                    <ns1:gd name="T5" fmla="*/ 2 h 166"/>
                    <ns1:gd name="T6" fmla="*/ 425 w 467"/>
                    <ns1:gd name="T7" fmla="*/ 10 h 166"/>
                    <ns1:gd name="T8" fmla="*/ 454 w 467"/>
                    <ns1:gd name="T9" fmla="*/ 23 h 166"/>
                    <ns1:gd name="T10" fmla="*/ 467 w 467"/>
                    <ns1:gd name="T11" fmla="*/ 34 h 166"/>
                    <ns1:gd name="T12" fmla="*/ 459 w 467"/>
                    <ns1:gd name="T13" fmla="*/ 38 h 166"/>
                    <ns1:gd name="T14" fmla="*/ 419 w 467"/>
                    <ns1:gd name="T15" fmla="*/ 57 h 166"/>
                    <ns1:gd name="T16" fmla="*/ 417 w 467"/>
                    <ns1:gd name="T17" fmla="*/ 62 h 166"/>
                    <ns1:gd name="T18" fmla="*/ 424 w 467"/>
                    <ns1:gd name="T19" fmla="*/ 80 h 166"/>
                    <ns1:gd name="T20" fmla="*/ 422 w 467"/>
                    <ns1:gd name="T21" fmla="*/ 88 h 166"/>
                    <ns1:gd name="T22" fmla="*/ 413 w 467"/>
                    <ns1:gd name="T23" fmla="*/ 96 h 166"/>
                    <ns1:gd name="T24" fmla="*/ 408 w 467"/>
                    <ns1:gd name="T25" fmla="*/ 97 h 166"/>
                    <ns1:gd name="T26" fmla="*/ 352 w 467"/>
                    <ns1:gd name="T27" fmla="*/ 102 h 166"/>
                    <ns1:gd name="T28" fmla="*/ 243 w 467"/>
                    <ns1:gd name="T29" fmla="*/ 122 h 166"/>
                    <ns1:gd name="T30" fmla="*/ 176 w 467"/>
                    <ns1:gd name="T31" fmla="*/ 141 h 166"/>
                    <ns1:gd name="T32" fmla="*/ 110 w 467"/>
                    <ns1:gd name="T33" fmla="*/ 164 h 166"/>
                    <ns1:gd name="T34" fmla="*/ 97 w 467"/>
                    <ns1:gd name="T35" fmla="*/ 161 h 166"/>
                    <ns1:gd name="T36" fmla="*/ 66 w 467"/>
                    <ns1:gd name="T37" fmla="*/ 127 h 166"/>
                    <ns1:gd name="T38" fmla="*/ 64 w 467"/>
                    <ns1:gd name="T39" fmla="*/ 115 h 166"/>
                    <ns1:gd name="T40" fmla="*/ 78 w 467"/>
                    <ns1:gd name="T41" fmla="*/ 109 h 166"/>
                    <ns1:gd name="T42" fmla="*/ 130 w 467"/>
                    <ns1:gd name="T43" fmla="*/ 109 h 166"/>
                    <ns1:gd name="T44" fmla="*/ 139 w 467"/>
                    <ns1:gd name="T45" fmla="*/ 109 h 166"/>
                    <ns1:gd name="T46" fmla="*/ 146 w 467"/>
                    <ns1:gd name="T47" fmla="*/ 100 h 166"/>
                    <ns1:gd name="T48" fmla="*/ 125 w 467"/>
                    <ns1:gd name="T49" fmla="*/ 81 h 166"/>
                    <ns1:gd name="T50" fmla="*/ 68 w 467"/>
                    <ns1:gd name="T51" fmla="*/ 81 h 166"/>
                    <ns1:gd name="T52" fmla="*/ 41 w 467"/>
                    <ns1:gd name="T53" fmla="*/ 73 h 166"/>
                    <ns1:gd name="T54" fmla="*/ 32 w 467"/>
                    <ns1:gd name="T55" fmla="*/ 65 h 166"/>
                    <ns1:gd name="T56" fmla="*/ 4 w 467"/>
                    <ns1:gd name="T57" fmla="*/ 34 h 166"/>
                    <ns1:gd name="T58" fmla="*/ 2 w 467"/>
                    <ns1:gd name="T59" fmla="*/ 25 h 166"/>
                    <ns1:gd name="T60" fmla="*/ 9 w 467"/>
                    <ns1:gd name="T61" fmla="*/ 20 h 166"/>
                    <ns1:gd name="T62" fmla="*/ 13 w 467"/>
                    <ns1:gd name="T63" fmla="*/ 20 h 166"/>
                    <ns1:gd name="T64" fmla="*/ 219 w 467"/>
                    <ns1:gd name="T65" fmla="*/ 20 h 166"/>
                    <ns1:gd name="T66" fmla="*/ 265 w 467"/>
                    <ns1:gd name="T67" fmla="*/ 45 h 166"/>
                    <ns1:gd name="T68" fmla="*/ 298 w 467"/>
                    <ns1:gd name="T69" fmla="*/ 96 h 166"/>
                    <ns1:gd name="T70" fmla="*/ 300 w 467"/>
                    <ns1:gd name="T71" fmla="*/ 99 h 1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467" h="166">
                      <ns1:moveTo>
                        <ns1:pt x="300" y="99"/>
                      </ns1:moveTo>
                      <ns1:cubicBezTo>
                        <ns1:pt x="306" y="80"/>
                        <ns1:pt x="312" y="62"/>
                        <ns1:pt x="318" y="44"/>
                      </ns1:cubicBezTo>
                      <ns1:cubicBezTo>
                        <ns1:pt x="325" y="21"/>
                        <ns1:pt x="339" y="5"/>
                        <ns1:pt x="366" y="2"/>
                      </ns1:cubicBezTo>
                      <ns1:cubicBezTo>
                        <ns1:pt x="386" y="0"/>
                        <ns1:pt x="406" y="3"/>
                        <ns1:pt x="425" y="10"/>
                      </ns1:cubicBezTo>
                      <ns1:cubicBezTo>
                        <ns1:pt x="435" y="13"/>
                        <ns1:pt x="445" y="18"/>
                        <ns1:pt x="454" y="23"/>
                      </ns1:cubicBezTo>
                      <ns1:cubicBezTo>
                        <ns1:pt x="459" y="26"/>
                        <ns1:pt x="462" y="30"/>
                        <ns1:pt x="467" y="34"/>
                      </ns1:cubicBezTo>
                      <ns1:cubicBezTo>
                        <ns1:pt x="463" y="36"/>
                        <ns1:pt x="461" y="37"/>
                        <ns1:pt x="459" y="38"/>
                      </ns1:cubicBezTo>
                      <ns1:cubicBezTo>
                        <ns1:pt x="446" y="45"/>
                        <ns1:pt x="432" y="51"/>
                        <ns1:pt x="419" y="57"/>
                      </ns1:cubicBezTo>
                      <ns1:cubicBezTo>
                        <ns1:pt x="416" y="58"/>
                        <ns1:pt x="416" y="60"/>
                        <ns1:pt x="417" y="62"/>
                      </ns1:cubicBezTo>
                      <ns1:cubicBezTo>
                        <ns1:pt x="419" y="68"/>
                        <ns1:pt x="421" y="74"/>
                        <ns1:pt x="424" y="80"/>
                      </ns1:cubicBezTo>
                      <ns1:cubicBezTo>
                        <ns1:pt x="425" y="83"/>
                        <ns1:pt x="425" y="86"/>
                        <ns1:pt x="422" y="88"/>
                      </ns1:cubicBezTo>
                      <ns1:cubicBezTo>
                        <ns1:pt x="419" y="91"/>
                        <ns1:pt x="416" y="94"/>
                        <ns1:pt x="413" y="96"/>
                      </ns1:cubicBezTo>
                      <ns1:cubicBezTo>
                        <ns1:pt x="412" y="97"/>
                        <ns1:pt x="410" y="97"/>
                        <ns1:pt x="408" y="97"/>
                      </ns1:cubicBezTo>
                      <ns1:cubicBezTo>
                        <ns1:pt x="389" y="99"/>
                        <ns1:pt x="371" y="100"/>
                        <ns1:pt x="352" y="102"/>
                      </ns1:cubicBezTo>
                      <ns1:cubicBezTo>
                        <ns1:pt x="315" y="106"/>
                        <ns1:pt x="279" y="113"/>
                        <ns1:pt x="243" y="122"/>
                      </ns1:cubicBezTo>
                      <ns1:cubicBezTo>
                        <ns1:pt x="221" y="127"/>
                        <ns1:pt x="198" y="133"/>
                        <ns1:pt x="176" y="141"/>
                      </ns1:cubicBezTo>
                      <ns1:cubicBezTo>
                        <ns1:pt x="154" y="148"/>
                        <ns1:pt x="132" y="156"/>
                        <ns1:pt x="110" y="164"/>
                      </ns1:cubicBezTo>
                      <ns1:cubicBezTo>
                        <ns1:pt x="105" y="166"/>
                        <ns1:pt x="101" y="165"/>
                        <ns1:pt x="97" y="161"/>
                      </ns1:cubicBezTo>
                      <ns1:cubicBezTo>
                        <ns1:pt x="87" y="150"/>
                        <ns1:pt x="76" y="139"/>
                        <ns1:pt x="66" y="127"/>
                      </ns1:cubicBezTo>
                      <ns1:cubicBezTo>
                        <ns1:pt x="63" y="124"/>
                        <ns1:pt x="62" y="119"/>
                        <ns1:pt x="64" y="115"/>
                      </ns1:cubicBezTo>
                      <ns1:cubicBezTo>
                        <ns1:pt x="67" y="109"/>
                        <ns1:pt x="73" y="109"/>
                        <ns1:pt x="78" y="109"/>
                      </ns1:cubicBezTo>
                      <ns1:cubicBezTo>
                        <ns1:pt x="95" y="109"/>
                        <ns1:pt x="113" y="109"/>
                        <ns1:pt x="130" y="109"/>
                      </ns1:cubicBezTo>
                      <ns1:cubicBezTo>
                        <ns1:pt x="133" y="109"/>
                        <ns1:pt x="136" y="109"/>
                        <ns1:pt x="139" y="109"/>
                      </ns1:cubicBezTo>
                      <ns1:cubicBezTo>
                        <ns1:pt x="145" y="109"/>
                        <ns1:pt x="146" y="107"/>
                        <ns1:pt x="146" y="100"/>
                      </ns1:cubicBezTo>
                      <ns1:cubicBezTo>
                        <ns1:pt x="146" y="90"/>
                        <ns1:pt x="135" y="81"/>
                        <ns1:pt x="125" y="81"/>
                      </ns1:cubicBezTo>
                      <ns1:cubicBezTo>
                        <ns1:pt x="106" y="81"/>
                        <ns1:pt x="87" y="81"/>
                        <ns1:pt x="68" y="81"/>
                      </ns1:cubicBezTo>
                      <ns1:cubicBezTo>
                        <ns1:pt x="58" y="81"/>
                        <ns1:pt x="49" y="79"/>
                        <ns1:pt x="41" y="73"/>
                      </ns1:cubicBezTo>
                      <ns1:cubicBezTo>
                        <ns1:pt x="38" y="71"/>
                        <ns1:pt x="35" y="68"/>
                        <ns1:pt x="32" y="65"/>
                      </ns1:cubicBezTo>
                      <ns1:cubicBezTo>
                        <ns1:pt x="23" y="55"/>
                        <ns1:pt x="14" y="44"/>
                        <ns1:pt x="4" y="34"/>
                      </ns1:cubicBezTo>
                      <ns1:cubicBezTo>
                        <ns1:pt x="2" y="31"/>
                        <ns1:pt x="0" y="28"/>
                        <ns1:pt x="2" y="25"/>
                      </ns1:cubicBezTo>
                      <ns1:cubicBezTo>
                        <ns1:pt x="3" y="23"/>
                        <ns1:pt x="6" y="21"/>
                        <ns1:pt x="9" y="20"/>
                      </ns1:cubicBezTo>
                      <ns1:cubicBezTo>
                        <ns1:pt x="10" y="19"/>
                        <ns1:pt x="12" y="20"/>
                        <ns1:pt x="13" y="20"/>
                      </ns1:cubicBezTo>
                      <ns1:cubicBezTo>
                        <ns1:pt x="82" y="20"/>
                        <ns1:pt x="150" y="19"/>
                        <ns1:pt x="219" y="20"/>
                      </ns1:cubicBezTo>
                      <ns1:cubicBezTo>
                        <ns1:pt x="238" y="20"/>
                        <ns1:pt x="254" y="28"/>
                        <ns1:pt x="265" y="45"/>
                      </ns1:cubicBezTo>
                      <ns1:cubicBezTo>
                        <ns1:pt x="275" y="62"/>
                        <ns1:pt x="287" y="79"/>
                        <ns1:pt x="298" y="96"/>
                      </ns1:cubicBezTo>
                      <ns1:cubicBezTo>
                        <ns1:pt x="298" y="97"/>
                        <ns1:pt x="299" y="98"/>
                        <ns1:pt x="300" y="99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0" name="Freeform 16"/>
                <ns0:cNvSpPr/>
                <ns0:nvPr/>
              </ns0:nvSpPr>
              <ns0:spPr bwMode="auto">
                <ns1:xfrm>
                  <ns1:off x="6523038" y="2451100"/>
                  <ns1:ext cx="479425" cy="1355725"/>
                </ns1:xfrm>
                <ns1:custGeom>
                  <ns1:avLst/>
                  <ns1:gdLst>
                    <ns1:gd name="T0" fmla="*/ 32 w 127"/>
                    <ns1:gd name="T1" fmla="*/ 359 h 359"/>
                    <ns1:gd name="T2" fmla="*/ 13 w 127"/>
                    <ns1:gd name="T3" fmla="*/ 317 h 359"/>
                    <ns1:gd name="T4" fmla="*/ 3 w 127"/>
                    <ns1:gd name="T5" fmla="*/ 264 h 359"/>
                    <ns1:gd name="T6" fmla="*/ 9 w 127"/>
                    <ns1:gd name="T7" fmla="*/ 166 h 359"/>
                    <ns1:gd name="T8" fmla="*/ 68 w 127"/>
                    <ns1:gd name="T9" fmla="*/ 2 h 359"/>
                    <ns1:gd name="T10" fmla="*/ 69 w 127"/>
                    <ns1:gd name="T11" fmla="*/ 0 h 359"/>
                    <ns1:gd name="T12" fmla="*/ 61 w 127"/>
                    <ns1:gd name="T13" fmla="*/ 36 h 359"/>
                    <ns1:gd name="T14" fmla="*/ 64 w 127"/>
                    <ns1:gd name="T15" fmla="*/ 200 h 359"/>
                    <ns1:gd name="T16" fmla="*/ 83 w 127"/>
                    <ns1:gd name="T17" fmla="*/ 251 h 359"/>
                    <ns1:gd name="T18" fmla="*/ 117 w 127"/>
                    <ns1:gd name="T19" fmla="*/ 300 h 359"/>
                    <ns1:gd name="T20" fmla="*/ 127 w 127"/>
                    <ns1:gd name="T21" fmla="*/ 312 h 359"/>
                    <ns1:gd name="T22" fmla="*/ 32 w 127"/>
                    <ns1:gd name="T23" fmla="*/ 359 h 3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127" h="359">
                      <ns1:moveTo>
                        <ns1:pt x="32" y="359"/>
                      </ns1:moveTo>
                      <ns1:cubicBezTo>
                        <ns1:pt x="23" y="346"/>
                        <ns1:pt x="17" y="332"/>
                        <ns1:pt x="13" y="317"/>
                      </ns1:cubicBezTo>
                      <ns1:cubicBezTo>
                        <ns1:pt x="7" y="300"/>
                        <ns1:pt x="4" y="282"/>
                        <ns1:pt x="3" y="264"/>
                      </ns1:cubicBezTo>
                      <ns1:cubicBezTo>
                        <ns1:pt x="0" y="231"/>
                        <ns1:pt x="3" y="198"/>
                        <ns1:pt x="9" y="166"/>
                      </ns1:cubicBezTo>
                      <ns1:cubicBezTo>
                        <ns1:pt x="20" y="108"/>
                        <ns1:pt x="42" y="54"/>
                        <ns1:pt x="68" y="2"/>
                      </ns1:cubicBezTo>
                      <ns1:cubicBezTo>
                        <ns1:pt x="68" y="1"/>
                        <ns1:pt x="68" y="1"/>
                        <ns1:pt x="69" y="0"/>
                      </ns1:cubicBezTo>
                      <ns1:cubicBezTo>
                        <ns1:pt x="66" y="12"/>
                        <ns1:pt x="63" y="24"/>
                        <ns1:pt x="61" y="36"/>
                      </ns1:cubicBezTo>
                      <ns1:cubicBezTo>
                        <ns1:pt x="51" y="90"/>
                        <ns1:pt x="49" y="145"/>
                        <ns1:pt x="64" y="200"/>
                      </ns1:cubicBezTo>
                      <ns1:cubicBezTo>
                        <ns1:pt x="68" y="218"/>
                        <ns1:pt x="75" y="235"/>
                        <ns1:pt x="83" y="251"/>
                      </ns1:cubicBezTo>
                      <ns1:cubicBezTo>
                        <ns1:pt x="92" y="269"/>
                        <ns1:pt x="104" y="285"/>
                        <ns1:pt x="117" y="300"/>
                      </ns1:cubicBezTo>
                      <ns1:cubicBezTo>
                        <ns1:pt x="120" y="304"/>
                        <ns1:pt x="123" y="308"/>
                        <ns1:pt x="127" y="312"/>
                      </ns1:cubicBezTo>
                      <ns1:cubicBezTo>
                        <ns1:pt x="98" y="332"/>
                        <ns1:pt x="65" y="346"/>
                        <ns1:pt x="32" y="359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1" name="Freeform 17"/>
                <ns0:cNvSpPr/>
                <ns0:nvPr/>
              </ns0:nvSpPr>
              <ns0:spPr bwMode="auto">
                <ns1:xfrm>
                  <ns1:off x="5372100" y="3154363"/>
                  <ns1:ext cx="1203325" cy="701675"/>
                </ns1:xfrm>
                <ns1:custGeom>
                  <ns1:avLst/>
                  <ns1:gdLst>
                    <ns1:gd name="T0" fmla="*/ 319 w 319"/>
                    <ns1:gd name="T1" fmla="*/ 175 h 186"/>
                    <ns1:gd name="T2" fmla="*/ 303 w 319"/>
                    <ns1:gd name="T3" fmla="*/ 169 h 186"/>
                    <ns1:gd name="T4" fmla="*/ 225 w 319"/>
                    <ns1:gd name="T5" fmla="*/ 157 h 186"/>
                    <ns1:gd name="T6" fmla="*/ 97 w 319"/>
                    <ns1:gd name="T7" fmla="*/ 167 h 186"/>
                    <ns1:gd name="T8" fmla="*/ 4 w 319"/>
                    <ns1:gd name="T9" fmla="*/ 186 h 186"/>
                    <ns1:gd name="T10" fmla="*/ 0 w 319"/>
                    <ns1:gd name="T11" fmla="*/ 186 h 186"/>
                    <ns1:gd name="T12" fmla="*/ 282 w 319"/>
                    <ns1:gd name="T13" fmla="*/ 0 h 186"/>
                    <ns1:gd name="T14" fmla="*/ 319 w 319"/>
                    <ns1:gd name="T15" fmla="*/ 175 h 18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19" h="186">
                      <ns1:moveTo>
                        <ns1:pt x="319" y="175"/>
                      </ns1:moveTo>
                      <ns1:cubicBezTo>
                        <ns1:pt x="313" y="173"/>
                        <ns1:pt x="308" y="171"/>
                        <ns1:pt x="303" y="169"/>
                      </ns1:cubicBezTo>
                      <ns1:cubicBezTo>
                        <ns1:pt x="277" y="161"/>
                        <ns1:pt x="251" y="158"/>
                        <ns1:pt x="225" y="157"/>
                      </ns1:cubicBezTo>
                      <ns1:cubicBezTo>
                        <ns1:pt x="182" y="156"/>
                        <ns1:pt x="139" y="159"/>
                        <ns1:pt x="97" y="167"/>
                      </ns1:cubicBezTo>
                      <ns1:cubicBezTo>
                        <ns1:pt x="66" y="172"/>
                        <ns1:pt x="35" y="180"/>
                        <ns1:pt x="4" y="186"/>
                      </ns1:cubicBezTo>
                      <ns1:cubicBezTo>
                        <ns1:pt x="2" y="186"/>
                        <ns1:pt x="1" y="186"/>
                        <ns1:pt x="0" y="186"/>
                      </ns1:cubicBezTo>
                      <ns1:cubicBezTo>
                        <ns1:pt x="109" y="147"/>
                        <ns1:pt x="207" y="93"/>
                        <ns1:pt x="282" y="0"/>
                      </ns1:cubicBezTo>
                      <ns1:cubicBezTo>
                        <ns1:pt x="269" y="64"/>
                        <ns1:pt x="279" y="122"/>
                        <ns1:pt x="319" y="17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2" name="Freeform 18"/>
                <ns0:cNvSpPr/>
                <ns0:nvPr/>
              </ns0:nvSpPr>
              <ns0:spPr bwMode="auto">
                <ns1:xfrm>
                  <ns1:off x="5522913" y="3768725"/>
                  <ns1:ext cx="1066800" cy="355600"/>
                </ns1:xfrm>
                <ns1:custGeom>
                  <ns1:avLst/>
                  <ns1:gdLst>
                    <ns1:gd name="T0" fmla="*/ 0 w 283"/>
                    <ns1:gd name="T1" fmla="*/ 22 h 94"/>
                    <ns1:gd name="T2" fmla="*/ 35 w 283"/>
                    <ns1:gd name="T3" fmla="*/ 15 h 94"/>
                    <ns1:gd name="T4" fmla="*/ 104 w 283"/>
                    <ns1:gd name="T5" fmla="*/ 4 h 94"/>
                    <ns1:gd name="T6" fmla="*/ 133 w 283"/>
                    <ns1:gd name="T7" fmla="*/ 2 h 94"/>
                    <ns1:gd name="T8" fmla="*/ 174 w 283"/>
                    <ns1:gd name="T9" fmla="*/ 1 h 94"/>
                    <ns1:gd name="T10" fmla="*/ 263 w 283"/>
                    <ns1:gd name="T11" fmla="*/ 14 h 94"/>
                    <ns1:gd name="T12" fmla="*/ 283 w 283"/>
                    <ns1:gd name="T13" fmla="*/ 22 h 94"/>
                    <ns1:gd name="T14" fmla="*/ 283 w 283"/>
                    <ns1:gd name="T15" fmla="*/ 24 h 94"/>
                    <ns1:gd name="T16" fmla="*/ 277 w 283"/>
                    <ns1:gd name="T17" fmla="*/ 24 h 94"/>
                    <ns1:gd name="T18" fmla="*/ 268 w 283"/>
                    <ns1:gd name="T19" fmla="*/ 29 h 94"/>
                    <ns1:gd name="T20" fmla="*/ 259 w 283"/>
                    <ns1:gd name="T21" fmla="*/ 36 h 94"/>
                    <ns1:gd name="T22" fmla="*/ 146 w 283"/>
                    <ns1:gd name="T23" fmla="*/ 69 h 94"/>
                    <ns1:gd name="T24" fmla="*/ 42 w 283"/>
                    <ns1:gd name="T25" fmla="*/ 94 h 94"/>
                    <ns1:gd name="T26" fmla="*/ 37 w 283"/>
                    <ns1:gd name="T27" fmla="*/ 93 h 94"/>
                    <ns1:gd name="T28" fmla="*/ 11 w 283"/>
                    <ns1:gd name="T29" fmla="*/ 63 h 94"/>
                    <ns1:gd name="T30" fmla="*/ 19 w 283"/>
                    <ns1:gd name="T31" fmla="*/ 49 h 94"/>
                    <ns1:gd name="T32" fmla="*/ 34 w 283"/>
                    <ns1:gd name="T33" fmla="*/ 48 h 94"/>
                    <ns1:gd name="T34" fmla="*/ 43 w 283"/>
                    <ns1:gd name="T35" fmla="*/ 37 h 94"/>
                    <ns1:gd name="T36" fmla="*/ 26 w 283"/>
                    <ns1:gd name="T37" fmla="*/ 24 h 94"/>
                    <ns1:gd name="T38" fmla="*/ 0 w 283"/>
                    <ns1:gd name="T39" fmla="*/ 24 h 94"/>
                    <ns1:gd name="T40" fmla="*/ 0 w 283"/>
                    <ns1:gd name="T41" fmla="*/ 22 h 9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283" h="94">
                      <ns1:moveTo>
                        <ns1:pt x="0" y="22"/>
                      </ns1:moveTo>
                      <ns1:cubicBezTo>
                        <ns1:pt x="11" y="19"/>
                        <ns1:pt x="23" y="17"/>
                        <ns1:pt x="35" y="15"/>
                      </ns1:cubicBezTo>
                      <ns1:cubicBezTo>
                        <ns1:pt x="58" y="11"/>
                        <ns1:pt x="81" y="8"/>
                        <ns1:pt x="104" y="4"/>
                      </ns1:cubicBezTo>
                      <ns1:cubicBezTo>
                        <ns1:pt x="113" y="3"/>
                        <ns1:pt x="123" y="3"/>
                        <ns1:pt x="133" y="2"/>
                      </ns1:cubicBezTo>
                      <ns1:cubicBezTo>
                        <ns1:pt x="147" y="2"/>
                        <ns1:pt x="161" y="0"/>
                        <ns1:pt x="174" y="1"/>
                      </ns1:cubicBezTo>
                      <ns1:cubicBezTo>
                        <ns1:pt x="204" y="1"/>
                        <ns1:pt x="234" y="4"/>
                        <ns1:pt x="263" y="14"/>
                      </ns1:cubicBezTo>
                      <ns1:cubicBezTo>
                        <ns1:pt x="270" y="16"/>
                        <ns1:pt x="276" y="19"/>
                        <ns1:pt x="283" y="22"/>
                      </ns1:cubicBezTo>
                      <ns1:cubicBezTo>
                        <ns1:pt x="283" y="23"/>
                        <ns1:pt x="283" y="23"/>
                        <ns1:pt x="283" y="24"/>
                      </ns1:cubicBezTo>
                      <ns1:cubicBezTo>
                        <ns1:pt x="281" y="24"/>
                        <ns1:pt x="279" y="24"/>
                        <ns1:pt x="277" y="24"/>
                      </ns1:cubicBezTo>
                      <ns1:cubicBezTo>
                        <ns1:pt x="273" y="24"/>
                        <ns1:pt x="270" y="26"/>
                        <ns1:pt x="268" y="29"/>
                      </ns1:cubicBezTo>
                      <ns1:cubicBezTo>
                        <ns1:pt x="266" y="33"/>
                        <ns1:pt x="262" y="35"/>
                        <ns1:pt x="259" y="36"/>
                      </ns1:cubicBezTo>
                      <ns1:cubicBezTo>
                        <ns1:pt x="221" y="47"/>
                        <ns1:pt x="184" y="59"/>
                        <ns1:pt x="146" y="69"/>
                      </ns1:cubicBezTo>
                      <ns1:cubicBezTo>
                        <ns1:pt x="112" y="79"/>
                        <ns1:pt x="77" y="86"/>
                        <ns1:pt x="42" y="94"/>
                      </ns1:cubicBezTo>
                      <ns1:cubicBezTo>
                        <ns1:pt x="40" y="94"/>
                        <ns1:pt x="37" y="94"/>
                        <ns1:pt x="37" y="93"/>
                      </ns1:cubicBezTo>
                      <ns1:cubicBezTo>
                        <ns1:pt x="28" y="83"/>
                        <ns1:pt x="19" y="73"/>
                        <ns1:pt x="11" y="63"/>
                      </ns1:cubicBezTo>
                      <ns1:cubicBezTo>
                        <ns1:pt x="6" y="57"/>
                        <ns1:pt x="10" y="50"/>
                        <ns1:pt x="19" y="49"/>
                      </ns1:cubicBezTo>
                      <ns1:cubicBezTo>
                        <ns1:pt x="24" y="49"/>
                        <ns1:pt x="29" y="49"/>
                        <ns1:pt x="34" y="48"/>
                      </ns1:cubicBezTo>
                      <ns1:cubicBezTo>
                        <ns1:pt x="42" y="48"/>
                        <ns1:pt x="45" y="44"/>
                        <ns1:pt x="43" y="37"/>
                      </ns1:cubicBezTo>
                      <ns1:cubicBezTo>
                        <ns1:pt x="40" y="28"/>
                        <ns1:pt x="38" y="24"/>
                        <ns1:pt x="26" y="24"/>
                      </ns1:cubicBezTo>
                      <ns1:cubicBezTo>
                        <ns1:pt x="18" y="25"/>
                        <ns1:pt x="9" y="24"/>
                        <ns1:pt x="0" y="24"/>
                      </ns1:cubicBezTo>
                      <ns1:cubicBezTo>
                        <ns1:pt x="0" y="23"/>
                        <ns1:pt x="0" y="23"/>
                        <ns1:pt x="0" y="22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3" name="Freeform 19"/>
                <ns0:cNvSpPr/>
                <ns0:nvPr/>
              </ns0:nvSpPr>
              <ns0:spPr bwMode="auto">
                <ns1:xfrm>
                  <ns1:off x="6753225" y="2659063"/>
                  <ns1:ext cx="742950" cy="309563"/>
                </ns1:xfrm>
                <ns1:custGeom>
                  <ns1:avLst/>
                  <ns1:gdLst>
                    <ns1:gd name="T0" fmla="*/ 98 w 197"/>
                    <ns1:gd name="T1" fmla="*/ 1 h 82"/>
                    <ns1:gd name="T2" fmla="*/ 184 w 197"/>
                    <ns1:gd name="T3" fmla="*/ 1 h 82"/>
                    <ns1:gd name="T4" fmla="*/ 188 w 197"/>
                    <ns1:gd name="T5" fmla="*/ 1 h 82"/>
                    <ns1:gd name="T6" fmla="*/ 196 w 197"/>
                    <ns1:gd name="T7" fmla="*/ 6 h 82"/>
                    <ns1:gd name="T8" fmla="*/ 193 w 197"/>
                    <ns1:gd name="T9" fmla="*/ 15 h 82"/>
                    <ns1:gd name="T10" fmla="*/ 162 w 197"/>
                    <ns1:gd name="T11" fmla="*/ 49 h 82"/>
                    <ns1:gd name="T12" fmla="*/ 138 w 197"/>
                    <ns1:gd name="T13" fmla="*/ 61 h 82"/>
                    <ns1:gd name="T14" fmla="*/ 75 w 197"/>
                    <ns1:gd name="T15" fmla="*/ 62 h 82"/>
                    <ns1:gd name="T16" fmla="*/ 52 w 197"/>
                    <ns1:gd name="T17" fmla="*/ 79 h 82"/>
                    <ns1:gd name="T18" fmla="*/ 47 w 197"/>
                    <ns1:gd name="T19" fmla="*/ 82 h 82"/>
                    <ns1:gd name="T20" fmla="*/ 10 w 197"/>
                    <ns1:gd name="T21" fmla="*/ 78 h 82"/>
                    <ns1:gd name="T22" fmla="*/ 8 w 197"/>
                    <ns1:gd name="T23" fmla="*/ 78 h 82"/>
                    <ns1:gd name="T24" fmla="*/ 0 w 197"/>
                    <ns1:gd name="T25" fmla="*/ 70 h 82"/>
                    <ns1:gd name="T26" fmla="*/ 1 w 197"/>
                    <ns1:gd name="T27" fmla="*/ 28 h 82"/>
                    <ns1:gd name="T28" fmla="*/ 4 w 197"/>
                    <ns1:gd name="T29" fmla="*/ 4 h 82"/>
                    <ns1:gd name="T30" fmla="*/ 7 w 197"/>
                    <ns1:gd name="T31" fmla="*/ 1 h 82"/>
                    <ns1:gd name="T32" fmla="*/ 11 w 197"/>
                    <ns1:gd name="T33" fmla="*/ 1 h 82"/>
                    <ns1:gd name="T34" fmla="*/ 98 w 197"/>
                    <ns1:gd name="T35" fmla="*/ 1 h 8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197" h="82">
                      <ns1:moveTo>
                        <ns1:pt x="98" y="1"/>
                      </ns1:moveTo>
                      <ns1:cubicBezTo>
                        <ns1:pt x="126" y="1"/>
                        <ns1:pt x="155" y="1"/>
                        <ns1:pt x="184" y="1"/>
                      </ns1:cubicBezTo>
                      <ns1:cubicBezTo>
                        <ns1:pt x="185" y="1"/>
                        <ns1:pt x="187" y="0"/>
                        <ns1:pt x="188" y="1"/>
                      </ns1:cubicBezTo>
                      <ns1:cubicBezTo>
                        <ns1:pt x="191" y="2"/>
                        <ns1:pt x="195" y="4"/>
                        <ns1:pt x="196" y="6"/>
                      </ns1:cubicBezTo>
                      <ns1:cubicBezTo>
                        <ns1:pt x="197" y="9"/>
                        <ns1:pt x="195" y="13"/>
                        <ns1:pt x="193" y="15"/>
                      </ns1:cubicBezTo>
                      <ns1:cubicBezTo>
                        <ns1:pt x="183" y="27"/>
                        <ns1:pt x="172" y="38"/>
                        <ns1:pt x="162" y="49"/>
                      </ns1:cubicBezTo>
                      <ns1:cubicBezTo>
                        <ns1:pt x="155" y="56"/>
                        <ns1:pt x="148" y="61"/>
                        <ns1:pt x="138" y="61"/>
                      </ns1:cubicBezTo>
                      <ns1:cubicBezTo>
                        <ns1:pt x="117" y="62"/>
                        <ns1:pt x="96" y="62"/>
                        <ns1:pt x="75" y="62"/>
                      </ns1:cubicBezTo>
                      <ns1:cubicBezTo>
                        <ns1:pt x="63" y="62"/>
                        <ns1:pt x="55" y="68"/>
                        <ns1:pt x="52" y="79"/>
                      </ns1:cubicBezTo>
                      <ns1:cubicBezTo>
                        <ns1:pt x="51" y="82"/>
                        <ns1:pt x="49" y="82"/>
                        <ns1:pt x="47" y="82"/>
                      </ns1:cubicBezTo>
                      <ns1:cubicBezTo>
                        <ns1:pt x="34" y="81"/>
                        <ns1:pt x="22" y="80"/>
                        <ns1:pt x="10" y="78"/>
                      </ns1:cubicBezTo>
                      <ns1:cubicBezTo>
                        <ns1:pt x="9" y="78"/>
                        <ns1:pt x="9" y="78"/>
                        <ns1:pt x="8" y="78"/>
                      </ns1:cubicBezTo>
                      <ns1:cubicBezTo>
                        <ns1:pt x="0" y="78"/>
                        <ns1:pt x="0" y="78"/>
                        <ns1:pt x="0" y="70"/>
                      </ns1:cubicBezTo>
                      <ns1:cubicBezTo>
                        <ns1:pt x="0" y="56"/>
                        <ns1:pt x="0" y="42"/>
                        <ns1:pt x="1" y="28"/>
                      </ns1:cubicBezTo>
                      <ns1:cubicBezTo>
                        <ns1:pt x="1" y="20"/>
                        <ns1:pt x="2" y="12"/>
                        <ns1:pt x="4" y="4"/>
                      </ns1:cubicBezTo>
                      <ns1:cubicBezTo>
                        <ns1:pt x="4" y="3"/>
                        <ns1:pt x="6" y="1"/>
                        <ns1:pt x="7" y="1"/>
                      </ns1:cubicBezTo>
                      <ns1:cubicBezTo>
                        <ns1:pt x="8" y="0"/>
                        <ns1:pt x="9" y="1"/>
                        <ns1:pt x="11" y="1"/>
                      </ns1:cubicBezTo>
                      <ns1:cubicBezTo>
                        <ns1:pt x="40" y="1"/>
                        <ns1:pt x="69" y="1"/>
                        <ns1:pt x="98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4" name="Freeform 20"/>
                <ns0:cNvSpPr/>
                <ns0:nvPr/>
              </ns0:nvSpPr>
              <ns0:spPr bwMode="auto">
                <ns1:xfrm>
                  <ns1:off x="5386388" y="2757488"/>
                  <ns1:ext cx="1230313" cy="1038225"/>
                </ns1:xfrm>
                <ns1:custGeom>
                  <ns1:avLst/>
                  <ns1:gdLst>
                    <ns1:gd name="T0" fmla="*/ 321 w 326"/>
                    <ns1:gd name="T1" fmla="*/ 275 h 275"/>
                    <ns1:gd name="T2" fmla="*/ 315 w 326"/>
                    <ns1:gd name="T3" fmla="*/ 268 h 275"/>
                    <ns1:gd name="T4" fmla="*/ 282 w 326"/>
                    <ns1:gd name="T5" fmla="*/ 186 h 275"/>
                    <ns1:gd name="T6" fmla="*/ 284 w 326"/>
                    <ns1:gd name="T7" fmla="*/ 118 h 275"/>
                    <ns1:gd name="T8" fmla="*/ 295 w 326"/>
                    <ns1:gd name="T9" fmla="*/ 70 h 275"/>
                    <ns1:gd name="T10" fmla="*/ 294 w 326"/>
                    <ns1:gd name="T11" fmla="*/ 66 h 275"/>
                    <ns1:gd name="T12" fmla="*/ 284 w 326"/>
                    <ns1:gd name="T13" fmla="*/ 82 h 275"/>
                    <ns1:gd name="T14" fmla="*/ 253 w 326"/>
                    <ns1:gd name="T15" fmla="*/ 123 h 275"/>
                    <ns1:gd name="T16" fmla="*/ 229 w 326"/>
                    <ns1:gd name="T17" fmla="*/ 148 h 275"/>
                    <ns1:gd name="T18" fmla="*/ 173 w 326"/>
                    <ns1:gd name="T19" fmla="*/ 194 h 275"/>
                    <ns1:gd name="T20" fmla="*/ 70 w 326"/>
                    <ns1:gd name="T21" fmla="*/ 253 h 275"/>
                    <ns1:gd name="T22" fmla="*/ 18 w 326"/>
                    <ns1:gd name="T23" fmla="*/ 275 h 275"/>
                    <ns1:gd name="T24" fmla="*/ 14 w 326"/>
                    <ns1:gd name="T25" fmla="*/ 274 h 275"/>
                    <ns1:gd name="T26" fmla="*/ 0 w 326"/>
                    <ns1:gd name="T27" fmla="*/ 257 h 275"/>
                    <ns1:gd name="T28" fmla="*/ 19 w 326"/>
                    <ns1:gd name="T29" fmla="*/ 250 h 275"/>
                    <ns1:gd name="T30" fmla="*/ 85 w 326"/>
                    <ns1:gd name="T31" fmla="*/ 221 h 275"/>
                    <ns1:gd name="T32" fmla="*/ 183 w 326"/>
                    <ns1:gd name="T33" fmla="*/ 159 h 275"/>
                    <ns1:gd name="T34" fmla="*/ 222 w 326"/>
                    <ns1:gd name="T35" fmla="*/ 127 h 275"/>
                    <ns1:gd name="T36" fmla="*/ 250 w 326"/>
                    <ns1:gd name="T37" fmla="*/ 99 h 275"/>
                    <ns1:gd name="T38" fmla="*/ 299 w 326"/>
                    <ns1:gd name="T39" fmla="*/ 40 h 275"/>
                    <ns1:gd name="T40" fmla="*/ 324 w 326"/>
                    <ns1:gd name="T41" fmla="*/ 2 h 275"/>
                    <ns1:gd name="T42" fmla="*/ 326 w 326"/>
                    <ns1:gd name="T43" fmla="*/ 0 h 275"/>
                    <ns1:gd name="T44" fmla="*/ 324 w 326"/>
                    <ns1:gd name="T45" fmla="*/ 6 h 275"/>
                    <ns1:gd name="T46" fmla="*/ 301 w 326"/>
                    <ns1:gd name="T47" fmla="*/ 95 h 275"/>
                    <ns1:gd name="T48" fmla="*/ 296 w 326"/>
                    <ns1:gd name="T49" fmla="*/ 142 h 275"/>
                    <ns1:gd name="T50" fmla="*/ 295 w 326"/>
                    <ns1:gd name="T51" fmla="*/ 162 h 275"/>
                    <ns1:gd name="T52" fmla="*/ 317 w 326"/>
                    <ns1:gd name="T53" fmla="*/ 265 h 275"/>
                    <ns1:gd name="T54" fmla="*/ 322 w 326"/>
                    <ns1:gd name="T55" fmla="*/ 274 h 275"/>
                    <ns1:gd name="T56" fmla="*/ 321 w 326"/>
                    <ns1:gd name="T57" fmla="*/ 275 h 27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</ns1:cxnLst>
                  <ns1:rect l="0" t="0" r="r" b="b"/>
                  <ns1:pathLst>
                    <ns1:path w="326" h="275">
                      <ns1:moveTo>
                        <ns1:pt x="321" y="275"/>
                      </ns1:moveTo>
                      <ns1:cubicBezTo>
                        <ns1:pt x="319" y="273"/>
                        <ns1:pt x="317" y="270"/>
                        <ns1:pt x="315" y="268"/>
                      </ns1:cubicBezTo>
                      <ns1:cubicBezTo>
                        <ns1:pt x="297" y="243"/>
                        <ns1:pt x="287" y="216"/>
                        <ns1:pt x="282" y="186"/>
                      </ns1:cubicBezTo>
                      <ns1:cubicBezTo>
                        <ns1:pt x="279" y="164"/>
                        <ns1:pt x="279" y="141"/>
                        <ns1:pt x="284" y="118"/>
                      </ns1:cubicBezTo>
                      <ns1:cubicBezTo>
                        <ns1:pt x="287" y="102"/>
                        <ns1:pt x="291" y="86"/>
                        <ns1:pt x="295" y="70"/>
                      </ns1:cubicBezTo>
                      <ns1:cubicBezTo>
                        <ns1:pt x="295" y="69"/>
                        <ns1:pt x="295" y="68"/>
                        <ns1:pt x="294" y="66"/>
                      </ns1:cubicBezTo>
                      <ns1:cubicBezTo>
                        <ns1:pt x="291" y="72"/>
                        <ns1:pt x="288" y="77"/>
                        <ns1:pt x="284" y="82"/>
                      </ns1:cubicBezTo>
                      <ns1:cubicBezTo>
                        <ns1:pt x="274" y="96"/>
                        <ns1:pt x="264" y="110"/>
                        <ns1:pt x="253" y="123"/>
                      </ns1:cubicBezTo>
                      <ns1:cubicBezTo>
                        <ns1:pt x="246" y="132"/>
                        <ns1:pt x="238" y="140"/>
                        <ns1:pt x="229" y="148"/>
                      </ns1:cubicBezTo>
                      <ns1:cubicBezTo>
                        <ns1:pt x="211" y="164"/>
                        <ns1:pt x="192" y="179"/>
                        <ns1:pt x="173" y="194"/>
                      </ns1:cubicBezTo>
                      <ns1:cubicBezTo>
                        <ns1:pt x="141" y="218"/>
                        <ns1:pt x="106" y="236"/>
                        <ns1:pt x="70" y="253"/>
                      </ns1:cubicBezTo>
                      <ns1:cubicBezTo>
                        <ns1:pt x="53" y="261"/>
                        <ns1:pt x="35" y="268"/>
                        <ns1:pt x="18" y="275"/>
                      </ns1:cubicBezTo>
                      <ns1:cubicBezTo>
                        <ns1:pt x="17" y="275"/>
                        <ns1:pt x="15" y="275"/>
                        <ns1:pt x="14" y="274"/>
                      </ns1:cubicBezTo>
                      <ns1:cubicBezTo>
                        <ns1:pt x="10" y="269"/>
                        <ns1:pt x="5" y="264"/>
                        <ns1:pt x="0" y="257"/>
                      </ns1:cubicBezTo>
                      <ns1:cubicBezTo>
                        <ns1:pt x="7" y="255"/>
                        <ns1:pt x="13" y="253"/>
                        <ns1:pt x="19" y="250"/>
                      </ns1:cubicBezTo>
                      <ns1:cubicBezTo>
                        <ns1:pt x="41" y="241"/>
                        <ns1:pt x="63" y="232"/>
                        <ns1:pt x="85" y="221"/>
                      </ns1:cubicBezTo>
                      <ns1:cubicBezTo>
                        <ns1:pt x="119" y="204"/>
                        <ns1:pt x="152" y="183"/>
                        <ns1:pt x="183" y="159"/>
                      </ns1:cubicBezTo>
                      <ns1:cubicBezTo>
                        <ns1:pt x="196" y="149"/>
                        <ns1:pt x="209" y="138"/>
                        <ns1:pt x="222" y="127"/>
                      </ns1:cubicBezTo>
                      <ns1:cubicBezTo>
                        <ns1:pt x="231" y="118"/>
                        <ns1:pt x="241" y="108"/>
                        <ns1:pt x="250" y="99"/>
                      </ns1:cubicBezTo>
                      <ns1:cubicBezTo>
                        <ns1:pt x="268" y="81"/>
                        <ns1:pt x="284" y="61"/>
                        <ns1:pt x="299" y="40"/>
                      </ns1:cubicBezTo>
                      <ns1:cubicBezTo>
                        <ns1:pt x="307" y="27"/>
                        <ns1:pt x="315" y="14"/>
                        <ns1:pt x="324" y="2"/>
                      </ns1:cubicBezTo>
                      <ns1:cubicBezTo>
                        <ns1:pt x="324" y="1"/>
                        <ns1:pt x="325" y="0"/>
                        <ns1:pt x="326" y="0"/>
                      </ns1:cubicBezTo>
                      <ns1:cubicBezTo>
                        <ns1:pt x="325" y="2"/>
                        <ns1:pt x="325" y="4"/>
                        <ns1:pt x="324" y="6"/>
                      </ns1:cubicBezTo>
                      <ns1:cubicBezTo>
                        <ns1:pt x="314" y="35"/>
                        <ns1:pt x="306" y="65"/>
                        <ns1:pt x="301" y="95"/>
                      </ns1:cubicBezTo>
                      <ns1:cubicBezTo>
                        <ns1:pt x="299" y="111"/>
                        <ns1:pt x="298" y="126"/>
                        <ns1:pt x="296" y="142"/>
                      </ns1:cubicBezTo>
                      <ns1:cubicBezTo>
                        <ns1:pt x="296" y="149"/>
                        <ns1:pt x="295" y="155"/>
                        <ns1:pt x="295" y="162"/>
                      </ns1:cubicBezTo>
                      <ns1:cubicBezTo>
                        <ns1:pt x="297" y="198"/>
                        <ns1:pt x="302" y="232"/>
                        <ns1:pt x="317" y="265"/>
                      </ns1:cubicBezTo>
                      <ns1:cubicBezTo>
                        <ns1:pt x="319" y="268"/>
                        <ns1:pt x="321" y="271"/>
                        <ns1:pt x="322" y="274"/>
                      </ns1:cubicBezTo>
                      <ns1:cubicBezTo>
                        <ns1:pt x="322" y="275"/>
                        <ns1:pt x="321" y="275"/>
                        <ns1:pt x="321" y="275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5" name="Freeform 21"/>
                <ns0:cNvSpPr/>
                <ns0:nvPr/>
              </ns0:nvSpPr>
              <ns0:spPr bwMode="auto">
                <ns1:xfrm>
                  <ns1:off x="5183188" y="3014663"/>
                  <ns1:ext cx="1000125" cy="452438"/>
                </ns1:xfrm>
                <ns1:custGeom>
                  <ns1:avLst/>
                  <ns1:gdLst>
                    <ns1:gd name="T0" fmla="*/ 265 w 265"/>
                    <ns1:gd name="T1" fmla="*/ 1 h 120"/>
                    <ns1:gd name="T2" fmla="*/ 250 w 265"/>
                    <ns1:gd name="T3" fmla="*/ 12 h 120"/>
                    <ns1:gd name="T4" fmla="*/ 165 w 265"/>
                    <ns1:gd name="T5" fmla="*/ 65 h 120"/>
                    <ns1:gd name="T6" fmla="*/ 69 w 265"/>
                    <ns1:gd name="T7" fmla="*/ 106 h 120"/>
                    <ns1:gd name="T8" fmla="*/ 20 w 265"/>
                    <ns1:gd name="T9" fmla="*/ 119 h 120"/>
                    <ns1:gd name="T10" fmla="*/ 12 w 265"/>
                    <ns1:gd name="T11" fmla="*/ 120 h 120"/>
                    <ns1:gd name="T12" fmla="*/ 9 w 265"/>
                    <ns1:gd name="T13" fmla="*/ 118 h 120"/>
                    <ns1:gd name="T14" fmla="*/ 1 w 265"/>
                    <ns1:gd name="T15" fmla="*/ 107 h 120"/>
                    <ns1:gd name="T16" fmla="*/ 2 w 265"/>
                    <ns1:gd name="T17" fmla="*/ 102 h 120"/>
                    <ns1:gd name="T18" fmla="*/ 26 w 265"/>
                    <ns1:gd name="T19" fmla="*/ 84 h 120"/>
                    <ns1:gd name="T20" fmla="*/ 32 w 265"/>
                    <ns1:gd name="T21" fmla="*/ 82 h 120"/>
                    <ns1:gd name="T22" fmla="*/ 48 w 265"/>
                    <ns1:gd name="T23" fmla="*/ 82 h 120"/>
                    <ns1:gd name="T24" fmla="*/ 56 w 265"/>
                    <ns1:gd name="T25" fmla="*/ 69 h 120"/>
                    <ns1:gd name="T26" fmla="*/ 58 w 265"/>
                    <ns1:gd name="T27" fmla="*/ 65 h 120"/>
                    <ns1:gd name="T28" fmla="*/ 106 w 265"/>
                    <ns1:gd name="T29" fmla="*/ 44 h 120"/>
                    <ns1:gd name="T30" fmla="*/ 221 w 265"/>
                    <ns1:gd name="T31" fmla="*/ 9 h 120"/>
                    <ns1:gd name="T32" fmla="*/ 264 w 265"/>
                    <ns1:gd name="T33" fmla="*/ 0 h 120"/>
                    <ns1:gd name="T34" fmla="*/ 265 w 265"/>
                    <ns1:gd name="T35" fmla="*/ 1 h 1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265" h="120">
                      <ns1:moveTo>
                        <ns1:pt x="265" y="1"/>
                      </ns1:moveTo>
                      <ns1:cubicBezTo>
                        <ns1:pt x="260" y="4"/>
                        <ns1:pt x="255" y="8"/>
                        <ns1:pt x="250" y="12"/>
                      </ns1:cubicBezTo>
                      <ns1:cubicBezTo>
                        <ns1:pt x="223" y="31"/>
                        <ns1:pt x="195" y="49"/>
                        <ns1:pt x="165" y="65"/>
                      </ns1:cubicBezTo>
                      <ns1:cubicBezTo>
                        <ns1:pt x="134" y="81"/>
                        <ns1:pt x="102" y="95"/>
                        <ns1:pt x="69" y="106"/>
                      </ns1:cubicBezTo>
                      <ns1:cubicBezTo>
                        <ns1:pt x="53" y="111"/>
                        <ns1:pt x="36" y="115"/>
                        <ns1:pt x="20" y="119"/>
                      </ns1:cubicBezTo>
                      <ns1:cubicBezTo>
                        <ns1:pt x="17" y="120"/>
                        <ns1:pt x="15" y="120"/>
                        <ns1:pt x="12" y="120"/>
                      </ns1:cubicBezTo>
                      <ns1:cubicBezTo>
                        <ns1:pt x="11" y="120"/>
                        <ns1:pt x="10" y="119"/>
                        <ns1:pt x="9" y="118"/>
                      </ns1:cubicBezTo>
                      <ns1:cubicBezTo>
                        <ns1:pt x="6" y="115"/>
                        <ns1:pt x="4" y="111"/>
                        <ns1:pt x="1" y="107"/>
                      </ns1:cubicBezTo>
                      <ns1:cubicBezTo>
                        <ns1:pt x="0" y="105"/>
                        <ns1:pt x="0" y="103"/>
                        <ns1:pt x="2" y="102"/>
                      </ns1:cubicBezTo>
                      <ns1:cubicBezTo>
                        <ns1:pt x="10" y="96"/>
                        <ns1:pt x="18" y="89"/>
                        <ns1:pt x="26" y="84"/>
                      </ns1:cubicBezTo>
                      <ns1:cubicBezTo>
                        <ns1:pt x="28" y="83"/>
                        <ns1:pt x="30" y="82"/>
                        <ns1:pt x="32" y="82"/>
                      </ns1:cubicBezTo>
                      <ns1:cubicBezTo>
                        <ns1:pt x="37" y="82"/>
                        <ns1:pt x="42" y="82"/>
                        <ns1:pt x="48" y="82"/>
                      </ns1:cubicBezTo>
                      <ns1:cubicBezTo>
                        <ns1:pt x="57" y="82"/>
                        <ns1:pt x="60" y="78"/>
                        <ns1:pt x="56" y="69"/>
                      </ns1:cubicBezTo>
                      <ns1:cubicBezTo>
                        <ns1:pt x="55" y="67"/>
                        <ns1:pt x="56" y="66"/>
                        <ns1:pt x="58" y="65"/>
                      </ns1:cubicBezTo>
                      <ns1:cubicBezTo>
                        <ns1:pt x="74" y="58"/>
                        <ns1:pt x="90" y="50"/>
                        <ns1:pt x="106" y="44"/>
                      </ns1:cubicBezTo>
                      <ns1:cubicBezTo>
                        <ns1:pt x="143" y="29"/>
                        <ns1:pt x="182" y="18"/>
                        <ns1:pt x="221" y="9"/>
                      </ns1:cubicBezTo>
                      <ns1:cubicBezTo>
                        <ns1:pt x="236" y="6"/>
                        <ns1:pt x="250" y="3"/>
                        <ns1:pt x="264" y="0"/>
                      </ns1:cubicBezTo>
                      <ns1:cubicBezTo>
                        <ns1:pt x="264" y="0"/>
                        <ns1:pt x="264" y="0"/>
                        <ns1:pt x="265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6" name="Freeform 22"/>
                <ns0:cNvSpPr/>
                <ns0:nvPr/>
              </ns0:nvSpPr>
              <ns0:spPr bwMode="auto">
                <ns1:xfrm>
                  <ns1:off x="5918200" y="4459288"/>
                  <ns1:ext cx="427038" cy="377825"/>
                </ns1:xfrm>
                <ns1:custGeom>
                  <ns1:avLst/>
                  <ns1:gdLst>
                    <ns1:gd name="T0" fmla="*/ 0 w 113"/>
                    <ns1:gd name="T1" fmla="*/ 23 h 100"/>
                    <ns1:gd name="T2" fmla="*/ 113 w 113"/>
                    <ns1:gd name="T3" fmla="*/ 0 h 100"/>
                    <ns1:gd name="T4" fmla="*/ 49 w 113"/>
                    <ns1:gd name="T5" fmla="*/ 100 h 100"/>
                    <ns1:gd name="T6" fmla="*/ 0 w 113"/>
                    <ns1:gd name="T7" fmla="*/ 23 h 1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13" h="100">
                      <ns1:moveTo>
                        <ns1:pt x="0" y="23"/>
                      </ns1:moveTo>
                      <ns1:cubicBezTo>
                        <ns1:pt x="38" y="15"/>
                        <ns1:pt x="75" y="8"/>
                        <ns1:pt x="113" y="0"/>
                      </ns1:cubicBezTo>
                      <ns1:cubicBezTo>
                        <ns1:pt x="92" y="33"/>
                        <ns1:pt x="71" y="66"/>
                        <ns1:pt x="49" y="100"/>
                      </ns1:cubicBezTo>
                      <ns1:cubicBezTo>
                        <ns1:pt x="32" y="74"/>
                        <ns1:pt x="16" y="48"/>
                        <ns1:pt x="0" y="23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7" name="Freeform 23"/>
                <ns0:cNvSpPr/>
                <ns0:nvPr/>
              </ns0:nvSpPr>
              <ns0:spPr bwMode="auto">
                <ns1:xfrm>
                  <ns1:off x="6756400" y="3014663"/>
                  <ns1:ext cx="400050" cy="255588"/>
                </ns1:xfrm>
                <ns1:custGeom>
                  <ns1:avLst/>
                  <ns1:gdLst>
                    <ns1:gd name="T0" fmla="*/ 14 w 106"/>
                    <ns1:gd name="T1" fmla="*/ 68 h 68"/>
                    <ns1:gd name="T2" fmla="*/ 0 w 106"/>
                    <ns1:gd name="T3" fmla="*/ 0 h 68"/>
                    <ns1:gd name="T4" fmla="*/ 10 w 106"/>
                    <ns1:gd name="T5" fmla="*/ 1 h 68"/>
                    <ns1:gd name="T6" fmla="*/ 76 w 106"/>
                    <ns1:gd name="T7" fmla="*/ 21 h 68"/>
                    <ns1:gd name="T8" fmla="*/ 102 w 106"/>
                    <ns1:gd name="T9" fmla="*/ 38 h 68"/>
                    <ns1:gd name="T10" fmla="*/ 103 w 106"/>
                    <ns1:gd name="T11" fmla="*/ 45 h 68"/>
                    <ns1:gd name="T12" fmla="*/ 74 w 106"/>
                    <ns1:gd name="T13" fmla="*/ 56 h 68"/>
                    <ns1:gd name="T14" fmla="*/ 34 w 106"/>
                    <ns1:gd name="T15" fmla="*/ 56 h 68"/>
                    <ns1:gd name="T16" fmla="*/ 14 w 106"/>
                    <ns1:gd name="T17" fmla="*/ 68 h 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06" h="68">
                      <ns1:moveTo>
                        <ns1:pt x="14" y="68"/>
                      </ns1:moveTo>
                      <ns1:cubicBezTo>
                        <ns1:pt x="7" y="45"/>
                        <ns1:pt x="2" y="23"/>
                        <ns1:pt x="0" y="0"/>
                      </ns1:cubicBezTo>
                      <ns1:cubicBezTo>
                        <ns1:pt x="4" y="0"/>
                        <ns1:pt x="7" y="0"/>
                        <ns1:pt x="10" y="1"/>
                      </ns1:cubicBezTo>
                      <ns1:cubicBezTo>
                        <ns1:pt x="33" y="5"/>
                        <ns1:pt x="55" y="11"/>
                        <ns1:pt x="76" y="21"/>
                      </ns1:cubicBezTo>
                      <ns1:cubicBezTo>
                        <ns1:pt x="85" y="26"/>
                        <ns1:pt x="94" y="32"/>
                        <ns1:pt x="102" y="38"/>
                      </ns1:cubicBezTo>
                      <ns1:cubicBezTo>
                        <ns1:pt x="106" y="40"/>
                        <ns1:pt x="106" y="42"/>
                        <ns1:pt x="103" y="45"/>
                      </ns1:cubicBezTo>
                      <ns1:cubicBezTo>
                        <ns1:pt x="95" y="54"/>
                        <ns1:pt x="84" y="56"/>
                        <ns1:pt x="74" y="56"/>
                      </ns1:cubicBezTo>
                      <ns1:cubicBezTo>
                        <ns1:pt x="60" y="57"/>
                        <ns1:pt x="47" y="57"/>
                        <ns1:pt x="34" y="56"/>
                      </ns1:cubicBezTo>
                      <ns1:cubicBezTo>
                        <ns1:pt x="25" y="56"/>
                        <ns1:pt x="18" y="58"/>
                        <ns1:pt x="14" y="68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8" name="Freeform 24"/>
                <ns0:cNvSpPr/>
                <ns0:nvPr/>
              </ns0:nvSpPr>
              <ns0:spPr bwMode="auto">
                <ns1:xfrm>
                  <ns1:off x="6832600" y="3327400"/>
                  <ns1:ext cx="217488" cy="188913"/>
                </ns1:xfrm>
                <ns1:custGeom>
                  <ns1:avLst/>
                  <ns1:gdLst>
                    <ns1:gd name="T0" fmla="*/ 0 w 58"/>
                    <ns1:gd name="T1" fmla="*/ 0 h 50"/>
                    <ns1:gd name="T2" fmla="*/ 45 w 58"/>
                    <ns1:gd name="T3" fmla="*/ 0 h 50"/>
                    <ns1:gd name="T4" fmla="*/ 54 w 58"/>
                    <ns1:gd name="T5" fmla="*/ 15 h 50"/>
                    <ns1:gd name="T6" fmla="*/ 32 w 58"/>
                    <ns1:gd name="T7" fmla="*/ 48 h 50"/>
                    <ns1:gd name="T8" fmla="*/ 29 w 58"/>
                    <ns1:gd name="T9" fmla="*/ 50 h 50"/>
                    <ns1:gd name="T10" fmla="*/ 0 w 58"/>
                    <ns1:gd name="T11" fmla="*/ 0 h 5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58" h="50">
                      <ns1:moveTo>
                        <ns1:pt x="0" y="0"/>
                      </ns1:moveTo>
                      <ns1:cubicBezTo>
                        <ns1:pt x="15" y="0"/>
                        <ns1:pt x="30" y="0"/>
                        <ns1:pt x="45" y="0"/>
                      </ns1:cubicBezTo>
                      <ns1:cubicBezTo>
                        <ns1:pt x="54" y="1"/>
                        <ns1:pt x="58" y="8"/>
                        <ns1:pt x="54" y="15"/>
                      </ns1:cubicBezTo>
                      <ns1:cubicBezTo>
                        <ns1:pt x="47" y="26"/>
                        <ns1:pt x="40" y="37"/>
                        <ns1:pt x="32" y="48"/>
                      </ns1:cubicBezTo>
                      <ns1:cubicBezTo>
                        <ns1:pt x="32" y="49"/>
                        <ns1:pt x="31" y="49"/>
                        <ns1:pt x="29" y="50"/>
                      </ns1:cubicBezTo>
                      <ns1:cubicBezTo>
                        <ns1:pt x="17" y="35"/>
                        <ns1:pt x="8" y="18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9" name="Freeform 25"/>
                <ns0:cNvSpPr/>
                <ns0:nvPr/>
              </ns0:nvSpPr>
              <ns0:spPr bwMode="auto">
                <ns1:xfrm>
                  <ns1:off x="5794375" y="4275138"/>
                  <ns1:ext cx="271463" cy="134938"/>
                </ns1:xfrm>
                <ns1:custGeom>
                  <ns1:avLst/>
                  <ns1:gdLst>
                    <ns1:gd name="T0" fmla="*/ 69 w 72"/>
                    <ns1:gd name="T1" fmla="*/ 0 h 36"/>
                    <ns1:gd name="T2" fmla="*/ 72 w 72"/>
                    <ns1:gd name="T3" fmla="*/ 16 h 36"/>
                    <ns1:gd name="T4" fmla="*/ 55 w 72"/>
                    <ns1:gd name="T5" fmla="*/ 20 h 36"/>
                    <ns1:gd name="T6" fmla="*/ 40 w 72"/>
                    <ns1:gd name="T7" fmla="*/ 23 h 36"/>
                    <ns1:gd name="T8" fmla="*/ 37 w 72"/>
                    <ns1:gd name="T9" fmla="*/ 25 h 36"/>
                    <ns1:gd name="T10" fmla="*/ 29 w 72"/>
                    <ns1:gd name="T11" fmla="*/ 30 h 36"/>
                    <ns1:gd name="T12" fmla="*/ 14 w 72"/>
                    <ns1:gd name="T13" fmla="*/ 34 h 36"/>
                    <ns1:gd name="T14" fmla="*/ 6 w 72"/>
                    <ns1:gd name="T15" fmla="*/ 31 h 36"/>
                    <ns1:gd name="T16" fmla="*/ 0 w 72"/>
                    <ns1:gd name="T17" fmla="*/ 20 h 36"/>
                    <ns1:gd name="T18" fmla="*/ 6 w 72"/>
                    <ns1:gd name="T19" fmla="*/ 10 h 36"/>
                    <ns1:gd name="T20" fmla="*/ 14 w 72"/>
                    <ns1:gd name="T21" fmla="*/ 7 h 36"/>
                    <ns1:gd name="T22" fmla="*/ 32 w 72"/>
                    <ns1:gd name="T23" fmla="*/ 6 h 36"/>
                    <ns1:gd name="T24" fmla="*/ 69 w 72"/>
                    <ns1:gd name="T25" fmla="*/ 0 h 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36">
                      <ns1:moveTo>
                        <ns1:pt x="69" y="0"/>
                      </ns1:moveTo>
                      <ns1:cubicBezTo>
                        <ns1:pt x="64" y="8"/>
                        <ns1:pt x="64" y="10"/>
                        <ns1:pt x="72" y="16"/>
                      </ns1:cubicBezTo>
                      <ns1:cubicBezTo>
                        <ns1:pt x="66" y="17"/>
                        <ns1:pt x="61" y="19"/>
                        <ns1:pt x="55" y="20"/>
                      </ns1:cubicBezTo>
                      <ns1:cubicBezTo>
                        <ns1:pt x="50" y="21"/>
                        <ns1:pt x="45" y="22"/>
                        <ns1:pt x="40" y="23"/>
                      </ns1:cubicBezTo>
                      <ns1:cubicBezTo>
                        <ns1:pt x="39" y="23"/>
                        <ns1:pt x="37" y="24"/>
                        <ns1:pt x="37" y="25"/>
                      </ns1:cubicBezTo>
                      <ns1:cubicBezTo>
                        <ns1:pt x="35" y="29"/>
                        <ns1:pt x="32" y="30"/>
                        <ns1:pt x="29" y="30"/>
                      </ns1:cubicBezTo>
                      <ns1:cubicBezTo>
                        <ns1:pt x="24" y="31"/>
                        <ns1:pt x="19" y="32"/>
                        <ns1:pt x="14" y="34"/>
                      </ns1:cubicBezTo>
                      <ns1:cubicBezTo>
                        <ns1:pt x="10" y="36"/>
                        <ns1:pt x="8" y="34"/>
                        <ns1:pt x="6" y="31"/>
                      </ns1:cubicBezTo>
                      <ns1:cubicBezTo>
                        <ns1:pt x="4" y="27"/>
                        <ns1:pt x="0" y="24"/>
                        <ns1:pt x="0" y="20"/>
                      </ns1:cubicBezTo>
                      <ns1:cubicBezTo>
                        <ns1:pt x="0" y="17"/>
                        <ns1:pt x="4" y="13"/>
                        <ns1:pt x="6" y="10"/>
                      </ns1:cubicBezTo>
                      <ns1:cubicBezTo>
                        <ns1:pt x="8" y="7"/>
                        <ns1:pt x="10" y="6"/>
                        <ns1:pt x="14" y="7"/>
                      </ns1:cubicBezTo>
                      <ns1:cubicBezTo>
                        <ns1:pt x="20" y="8"/>
                        <ns1:pt x="26" y="7"/>
                        <ns1:pt x="32" y="6"/>
                      </ns1:cubicBezTo>
                      <ns1:cubicBezTo>
                        <ns1:pt x="44" y="5"/>
                        <ns1:pt x="56" y="2"/>
                        <ns1:pt x="69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0" name="Freeform 26"/>
                <ns0:cNvSpPr/>
                <ns0:nvPr/>
              </ns0:nvSpPr>
              <ns0:spPr bwMode="auto">
                <ns1:xfrm>
                  <ns1:off x="6673850" y="2201863"/>
                  <ns1:ext cx="230188" cy="200025"/>
                </ns1:xfrm>
                <ns1:custGeom>
                  <ns1:avLst/>
                  <ns1:gdLst>
                    <ns1:gd name="T0" fmla="*/ 61 w 61"/>
                    <ns1:gd name="T1" fmla="*/ 0 h 53"/>
                    <ns1:gd name="T2" fmla="*/ 54 w 61"/>
                    <ns1:gd name="T3" fmla="*/ 51 h 53"/>
                    <ns1:gd name="T4" fmla="*/ 53 w 61"/>
                    <ns1:gd name="T5" fmla="*/ 52 h 53"/>
                    <ns1:gd name="T6" fmla="*/ 44 w 61"/>
                    <ns1:gd name="T7" fmla="*/ 42 h 53"/>
                    <ns1:gd name="T8" fmla="*/ 38 w 61"/>
                    <ns1:gd name="T9" fmla="*/ 41 h 53"/>
                    <ns1:gd name="T10" fmla="*/ 0 w 61"/>
                    <ns1:gd name="T11" fmla="*/ 53 h 53"/>
                    <ns1:gd name="T12" fmla="*/ 61 w 61"/>
                    <ns1:gd name="T13" fmla="*/ 0 h 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61" h="53">
                      <ns1:moveTo>
                        <ns1:pt x="61" y="0"/>
                      </ns1:moveTo>
                      <ns1:cubicBezTo>
                        <ns1:pt x="59" y="18"/>
                        <ns1:pt x="56" y="34"/>
                        <ns1:pt x="54" y="51"/>
                      </ns1:cubicBezTo>
                      <ns1:cubicBezTo>
                        <ns1:pt x="54" y="52"/>
                        <ns1:pt x="53" y="52"/>
                        <ns1:pt x="53" y="52"/>
                      </ns1:cubicBezTo>
                      <ns1:cubicBezTo>
                        <ns1:pt x="50" y="49"/>
                        <ns1:pt x="47" y="45"/>
                        <ns1:pt x="44" y="42"/>
                      </ns1:cubicBezTo>
                      <ns1:cubicBezTo>
                        <ns1:pt x="42" y="41"/>
                        <ns1:pt x="40" y="40"/>
                        <ns1:pt x="38" y="41"/>
                      </ns1:cubicBezTo>
                      <ns1:cubicBezTo>
                        <ns1:pt x="26" y="45"/>
                        <ns1:pt x="13" y="49"/>
                        <ns1:pt x="0" y="53"/>
                      </ns1:cubicBezTo>
                      <ns1:cubicBezTo>
                        <ns1:pt x="20" y="35"/>
                        <ns1:pt x="40" y="18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1" name="Freeform 27"/>
                <ns0:cNvSpPr/>
                <ns0:nvPr/>
              </ns0:nvSpPr>
              <ns0:spPr bwMode="auto">
                <ns1:xfrm>
                  <ns1:off x="7110413" y="2995613"/>
                  <ns1:ext cx="152400" cy="49213"/>
                </ns1:xfrm>
                <ns1:custGeom>
                  <ns1:avLst/>
                  <ns1:gdLst>
                    <ns1:gd name="T0" fmla="*/ 38 w 40"/>
                    <ns1:gd name="T1" fmla="*/ 13 h 13"/>
                    <ns1:gd name="T2" fmla="*/ 0 w 40"/>
                    <ns1:gd name="T3" fmla="*/ 1 h 13"/>
                    <ns1:gd name="T4" fmla="*/ 0 w 40"/>
                    <ns1:gd name="T5" fmla="*/ 0 h 13"/>
                    <ns1:gd name="T6" fmla="*/ 30 w 40"/>
                    <ns1:gd name="T7" fmla="*/ 2 h 13"/>
                    <ns1:gd name="T8" fmla="*/ 38 w 40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0" h="13">
                      <ns1:moveTo>
                        <ns1:pt x="38" y="13"/>
                      </ns1:moveTo>
                      <ns1:cubicBezTo>
                        <ns1:pt x="25" y="9"/>
                        <ns1:pt x="12" y="5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0" y="1"/>
                        <ns1:pt x="20" y="1"/>
                        <ns1:pt x="30" y="2"/>
                      </ns1:cubicBezTo>
                      <ns1:cubicBezTo>
                        <ns1:pt x="37" y="3"/>
                        <ns1:pt x="40" y="7"/>
                        <ns1:pt x="38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2" name="Freeform 28"/>
                <ns0:cNvSpPr/>
                <ns0:nvPr/>
              </ns0:nvSpPr>
              <ns0:spPr bwMode="auto">
                <ns1:xfrm>
                  <ns1:off x="6619875" y="2746375"/>
                  <ns1:ext cx="0" cy="3175"/>
                </ns1:xfrm>
                <ns1:custGeom>
                  <ns1:avLst/>
                  <ns1:gdLst>
                    <ns1:gd name="T0" fmla="*/ 0 h 1"/>
                    <ns1:gd name="T1" fmla="*/ 1 h 1"/>
                    <ns1:gd name="T2" fmla="*/ 1 h 1"/>
                    <ns1:gd name="T3" fmla="*/ 0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0"/>
                      </ns1:move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3" name="Freeform 29"/>
                <ns0:cNvSpPr/>
                <ns0:nvPr/>
              </ns0:nvSpPr>
              <ns0:spPr bwMode="auto">
                <ns1:xfrm>
                  <ns1:off x="6492875" y="1554163"/>
                  <ns1:ext cx="47625" cy="60325"/>
                </ns1:xfrm>
                <ns1:custGeom>
                  <ns1:avLst/>
                  <ns1:gdLst>
                    <ns1:gd name="T0" fmla="*/ 10 w 13"/>
                    <ns1:gd name="T1" fmla="*/ 12 h 16"/>
                    <ns1:gd name="T2" fmla="*/ 6 w 13"/>
                    <ns1:gd name="T3" fmla="*/ 15 h 16"/>
                    <ns1:gd name="T4" fmla="*/ 0 w 13"/>
                    <ns1:gd name="T5" fmla="*/ 14 h 16"/>
                    <ns1:gd name="T6" fmla="*/ 4 w 13"/>
                    <ns1:gd name="T7" fmla="*/ 0 h 16"/>
                    <ns1:gd name="T8" fmla="*/ 13 w 13"/>
                    <ns1:gd name="T9" fmla="*/ 2 h 16"/>
                    <ns1:gd name="T10" fmla="*/ 11 w 13"/>
                    <ns1:gd name="T11" fmla="*/ 11 h 16"/>
                    <ns1:gd name="T12" fmla="*/ 9 w 13"/>
                    <ns1:gd name="T13" fmla="*/ 4 h 16"/>
                    <ns1:gd name="T14" fmla="*/ 4 w 13"/>
                    <ns1:gd name="T15" fmla="*/ 4 h 16"/>
                    <ns1:gd name="T16" fmla="*/ 4 w 13"/>
                    <ns1:gd name="T17" fmla="*/ 13 h 16"/>
                    <ns1:gd name="T18" fmla="*/ 10 w 13"/>
                    <ns1:gd name="T19" fmla="*/ 1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3" h="16">
                      <ns1:moveTo>
                        <ns1:pt x="10" y="12"/>
                      </ns1:moveTo>
                      <ns1:cubicBezTo>
                        <ns1:pt x="10" y="15"/>
                        <ns1:pt x="9" y="16"/>
                        <ns1:pt x="6" y="15"/>
                      </ns1:cubicBezTo>
                      <ns1:cubicBezTo>
                        <ns1:pt x="4" y="15"/>
                        <ns1:pt x="2" y="14"/>
                        <ns1:pt x="0" y="14"/>
                      </ns1:cubicBezTo>
                      <ns1:cubicBezTo>
                        <ns1:pt x="2" y="9"/>
                        <ns1:pt x="3" y="5"/>
                        <ns1:pt x="4" y="0"/>
                      </ns1:cubicBezTo>
                      <ns1:cubicBezTo>
                        <ns1:pt x="7" y="0"/>
                        <ns1:pt x="10" y="1"/>
                        <ns1:pt x="13" y="2"/>
                      </ns1:cubicBezTo>
                      <ns1:cubicBezTo>
                        <ns1:pt x="12" y="5"/>
                        <ns1:pt x="12" y="8"/>
                        <ns1:pt x="11" y="11"/>
                      </ns1:cubicBezTo>
                      <ns1:cubicBezTo>
                        <ns1:pt x="10" y="9"/>
                        <ns1:pt x="10" y="6"/>
                        <ns1:pt x="9" y="4"/>
                      </ns1:cubicBezTo>
                      <ns1:cubicBezTo>
                        <ns1:pt x="8" y="4"/>
                        <ns1:pt x="6" y="4"/>
                        <ns1:pt x="4" y="4"/>
                      </ns1:cubicBezTo>
                      <ns1:cubicBezTo>
                        <ns1:pt x="4" y="7"/>
                        <ns1:pt x="4" y="10"/>
                        <ns1:pt x="4" y="13"/>
                      </ns1:cubicBezTo>
                      <ns1:cubicBezTo>
                        <ns1:pt x="7" y="13"/>
                        <ns1:pt x="8" y="12"/>
                        <ns1:pt x="10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4" name="Freeform 31"/>
                <ns0:cNvSpPr/>
                <ns0:nvPr/>
              </ns0:nvSpPr>
              <ns0:spPr bwMode="auto">
                <ns1:xfrm>
                  <ns1:off x="7292975" y="2028825"/>
                  <ns1:ext cx="47625" cy="49213"/>
                </ns1:xfrm>
                <ns1:custGeom>
                  <ns1:avLst/>
                  <ns1:gdLst>
                    <ns1:gd name="T0" fmla="*/ 12 w 13"/>
                    <ns1:gd name="T1" fmla="*/ 0 h 13"/>
                    <ns1:gd name="T2" fmla="*/ 7 w 13"/>
                    <ns1:gd name="T3" fmla="*/ 12 h 13"/>
                    <ns1:gd name="T4" fmla="*/ 0 w 13"/>
                    <ns1:gd name="T5" fmla="*/ 12 h 13"/>
                    <ns1:gd name="T6" fmla="*/ 12 w 13"/>
                    <ns1:gd name="T7" fmla="*/ 0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3" h="13">
                      <ns1:moveTo>
                        <ns1:pt x="12" y="0"/>
                      </ns1:moveTo>
                      <ns1:cubicBezTo>
                        <ns1:pt x="13" y="4"/>
                        <ns1:pt x="11" y="9"/>
                        <ns1:pt x="7" y="12"/>
                      </ns1:cubicBezTo>
                      <ns1:cubicBezTo>
                        <ns1:pt x="5" y="13"/>
                        <ns1:pt x="3" y="12"/>
                        <ns1:pt x="0" y="12"/>
                      </ns1:cubicBezTo>
                      <ns1:cubicBezTo>
                        <ns1:pt x="5" y="7"/>
                        <ns1:pt x="9" y="4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5" name="Freeform 32"/>
                <ns0:cNvSpPr/>
                <ns0:nvPr/>
              </ns0:nvSpPr>
              <ns0:spPr bwMode="auto">
                <ns1:xfrm>
                  <ns1:off x="7345363" y="1976438"/>
                  <ns1:ext cx="49213" cy="41275"/>
                </ns1:xfrm>
                <ns1:custGeom>
                  <ns1:avLst/>
                  <ns1:gdLst>
                    <ns1:gd name="T0" fmla="*/ 0 w 13"/>
                    <ns1:gd name="T1" fmla="*/ 11 h 11"/>
                    <ns1:gd name="T2" fmla="*/ 10 w 13"/>
                    <ns1:gd name="T3" fmla="*/ 0 h 11"/>
                    <ns1:gd name="T4" fmla="*/ 13 w 13"/>
                    <ns1:gd name="T5" fmla="*/ 3 h 11"/>
                    <ns1:gd name="T6" fmla="*/ 1 w 13"/>
                    <ns1:gd name="T7" fmla="*/ 11 h 11"/>
                    <ns1:gd name="T8" fmla="*/ 0 w 13"/>
                    <ns1:gd name="T9" fmla="*/ 1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1">
                      <ns1:moveTo>
                        <ns1:pt x="0" y="11"/>
                      </ns1:moveTo>
                      <ns1:cubicBezTo>
                        <ns1:pt x="3" y="7"/>
                        <ns1:pt x="6" y="4"/>
                        <ns1:pt x="10" y="0"/>
                      </ns1:cubicBezTo>
                      <ns1:cubicBezTo>
                        <ns1:pt x="11" y="1"/>
                        <ns1:pt x="12" y="2"/>
                        <ns1:pt x="13" y="3"/>
                      </ns1:cubicBezTo>
                      <ns1:cubicBezTo>
                        <ns1:pt x="9" y="6"/>
                        <ns1:pt x="5" y="9"/>
                        <ns1:pt x="1" y="11"/>
                      </ns1:cubicBezTo>
                      <ns1:cubicBezTo>
                        <ns1:pt x="0" y="11"/>
                        <ns1:pt x="0" y="11"/>
                        <ns1:pt x="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6" name="Freeform 33"/>
                <ns0:cNvSpPr/>
                <ns0:nvPr/>
              </ns0:nvSpPr>
              <ns0:spPr bwMode="auto">
                <ns1:xfrm>
                  <ns1:off x="7273925" y="2085975"/>
                  <ns1:ext cx="6350" cy="7938"/>
                </ns1:xfrm>
                <ns1:custGeom>
                  <ns1:avLst/>
                  <ns1:gdLst>
                    <ns1:gd name="T0" fmla="*/ 0 w 2"/>
                    <ns1:gd name="T1" fmla="*/ 1 h 2"/>
                    <ns1:gd name="T2" fmla="*/ 2 w 2"/>
                    <ns1:gd name="T3" fmla="*/ 0 h 2"/>
                    <ns1:gd name="T4" fmla="*/ 2 w 2"/>
                    <ns1:gd name="T5" fmla="*/ 0 h 2"/>
                    <ns1:gd name="T6" fmla="*/ 1 w 2"/>
                    <ns1:gd name="T7" fmla="*/ 2 h 2"/>
                    <ns1:gd name="T8" fmla="*/ 0 w 2"/>
                    <ns1:gd name="T9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2">
                      <ns1:moveTo>
                        <ns1:pt x="0" y="1"/>
                      </ns1:moveTo>
                      <ns1:cubicBezTo>
                        <ns1:pt x="1" y="1"/>
                        <ns1:pt x="1" y="0"/>
                        <ns1:pt x="2" y="0"/>
                      </ns1:cubicBezTo>
                      <ns1:cubicBezTo>
                        <ns1:pt x="2" y="0"/>
                        <ns1:pt x="2" y="0"/>
                        <ns1:pt x="2" y="0"/>
                      </ns1:cubicBezTo>
                      <ns1:cubicBezTo>
                        <ns1:pt x="2" y="1"/>
                        <ns1:pt x="1" y="2"/>
                        <ns1:pt x="1" y="2"/>
                      </ns1:cubicBezTo>
                      <ns1:cubicBezTo>
                        <ns1:pt x="1" y="2"/>
                        <ns1:pt x="1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7" name="Freeform 34"/>
                <ns0:cNvSpPr/>
                <ns0:nvPr/>
              </ns0:nvSpPr>
              <ns0:spPr bwMode="auto">
                <ns1:xfrm>
                  <ns1:off x="7280275" y="208121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8" name="Freeform 35"/>
                <ns0:cNvSpPr/>
                <ns0:nvPr/>
              </ns0:nvSpPr>
              <ns0:spPr bwMode="auto">
                <ns1:xfrm>
                  <ns1:off x="7340600" y="2017713"/>
                  <ns1:ext cx="7938" cy="0"/>
                </ns1:xfrm>
                <ns1:custGeom>
                  <ns1:avLst/>
                  <ns1:gdLst>
                    <ns1:gd name="T0" fmla="*/ 2 w 2"/>
                    <ns1:gd name="T1" fmla="*/ 0 w 2"/>
                    <ns1:gd name="T2" fmla="*/ 1 w 2"/>
                    <ns1:gd name="T3" fmla="*/ 2 w 2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</ns1:cxnLst>
                  <ns1:rect l="0" t="0" r="r" b="b"/>
                  <ns1:pathLst>
                    <ns1:path w="2">
                      <ns1:moveTo>
                        <ns1:pt x="2" y="0"/>
                      </ns1:moveTo>
                      <ns1:cubicBezTo>
                        <ns1:pt x="1" y="0"/>
                        <ns1:pt x="1" y="0"/>
                        <ns1:pt x="0" y="0"/>
                      </ns1:cubicBezTo>
                      <ns1:cubicBezTo>
                        <ns1:pt x="1" y="0"/>
                        <ns1:pt x="1" y="0"/>
                        <ns1:pt x="1" y="0"/>
                      </ns1:cubicBezTo>
                      <ns1:cubicBezTo>
                        <ns1:pt x="1" y="0"/>
                        <ns1:pt x="1" y="0"/>
                        <ns1:pt x="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9" name="Freeform 36"/>
                <ns0:cNvSpPr>
                  <ns1:spLocks noEditPoints="1"/>
                </ns0:cNvSpPr>
                <ns0:nvPr/>
              </ns0:nvSpPr>
              <ns0:spPr bwMode="auto">
                <ns1:xfrm>
                  <ns1:off x="5854700" y="1519238"/>
                  <ns1:ext cx="38100" cy="57150"/>
                </ns1:xfrm>
                <ns1:custGeom>
                  <ns1:avLst/>
                  <ns1:gdLst>
                    <ns1:gd name="T0" fmla="*/ 10 w 10"/>
                    <ns1:gd name="T1" fmla="*/ 14 h 15"/>
                    <ns1:gd name="T2" fmla="*/ 1 w 10"/>
                    <ns1:gd name="T3" fmla="*/ 15 h 15"/>
                    <ns1:gd name="T4" fmla="*/ 0 w 10"/>
                    <ns1:gd name="T5" fmla="*/ 1 h 15"/>
                    <ns1:gd name="T6" fmla="*/ 9 w 10"/>
                    <ns1:gd name="T7" fmla="*/ 0 h 15"/>
                    <ns1:gd name="T8" fmla="*/ 10 w 10"/>
                    <ns1:gd name="T9" fmla="*/ 14 h 15"/>
                    <ns1:gd name="T10" fmla="*/ 10 w 10"/>
                    <ns1:gd name="T11" fmla="*/ 11 h 15"/>
                    <ns1:gd name="T12" fmla="*/ 7 w 10"/>
                    <ns1:gd name="T13" fmla="*/ 3 h 15"/>
                    <ns1:gd name="T14" fmla="*/ 1 w 10"/>
                    <ns1:gd name="T15" fmla="*/ 5 h 15"/>
                    <ns1:gd name="T16" fmla="*/ 5 w 10"/>
                    <ns1:gd name="T17" fmla="*/ 13 h 15"/>
                    <ns1:gd name="T18" fmla="*/ 10 w 10"/>
                    <ns1:gd name="T19" fmla="*/ 11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0" h="15">
                      <ns1:moveTo>
                        <ns1:pt x="10" y="14"/>
                      </ns1:moveTo>
                      <ns1:cubicBezTo>
                        <ns1:pt x="7" y="15"/>
                        <ns1:pt x="5" y="15"/>
                        <ns1:pt x="1" y="15"/>
                      </ns1:cubicBezTo>
                      <ns1:cubicBezTo>
                        <ns1:pt x="1" y="10"/>
                        <ns1:pt x="1" y="6"/>
                        <ns1:pt x="0" y="1"/>
                      </ns1:cubicBezTo>
                      <ns1:cubicBezTo>
                        <ns1:pt x="3" y="1"/>
                        <ns1:pt x="6" y="0"/>
                        <ns1:pt x="9" y="0"/>
                      </ns1:cubicBezTo>
                      <ns1:cubicBezTo>
                        <ns1:pt x="10" y="5"/>
                        <ns1:pt x="10" y="9"/>
                        <ns1:pt x="10" y="14"/>
                      </ns1:cubicBezTo>
                      <ns1:close/>
                      <ns1:moveTo>
                        <ns1:pt x="10" y="11"/>
                      </ns1:moveTo>
                      <ns1:cubicBezTo>
                        <ns1:pt x="9" y="8"/>
                        <ns1:pt x="8" y="5"/>
                        <ns1:pt x="7" y="3"/>
                      </ns1:cubicBezTo>
                      <ns1:cubicBezTo>
                        <ns1:pt x="5" y="3"/>
                        <ns1:pt x="3" y="4"/>
                        <ns1:pt x="1" y="5"/>
                      </ns1:cubicBezTo>
                      <ns1:cubicBezTo>
                        <ns1:pt x="3" y="8"/>
                        <ns1:pt x="4" y="10"/>
                        <ns1:pt x="5" y="13"/>
                      </ns1:cubicBezTo>
                      <ns1:cubicBezTo>
                        <ns1:pt x="6" y="12"/>
                        <ns1:pt x="8" y="12"/>
                        <ns1:pt x="1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0" name="Freeform 37"/>
                <ns0:cNvSpPr/>
                <ns0:nvPr/>
              </ns0:nvSpPr>
              <ns0:spPr bwMode="auto">
                <ns1:xfrm>
                  <ns1:off x="5632450" y="16478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1" y="0"/>
                      </ns1:cubicBezTo>
                      <ns1:cubicBezTo>
                        <ns1:pt x="1" y="1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1" name="Freeform 38"/>
                <ns0:cNvSpPr/>
                <ns0:nvPr/>
              </ns0:nvSpPr>
              <ns0:spPr bwMode="auto">
                <ns1:xfrm>
                  <ns1:off x="5564188" y="1579563"/>
                  <ns1:ext cx="3175" cy="4763"/>
                </ns1:xfrm>
                <ns1:custGeom>
                  <ns1:avLst/>
                  <ns1:gdLst>
                    <ns1:gd name="T0" fmla="*/ 1 w 1"/>
                    <ns1:gd name="T1" fmla="*/ 1 h 1"/>
                    <ns1:gd name="T2" fmla="*/ 0 w 1"/>
                    <ns1:gd name="T3" fmla="*/ 1 h 1"/>
                    <ns1:gd name="T4" fmla="*/ 0 w 1"/>
                    <ns1:gd name="T5" fmla="*/ 0 h 1"/>
                    <ns1:gd name="T6" fmla="*/ 1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1" y="1"/>
                      </ns1:moveTo>
                      <ns1:cubicBezTo>
                        <ns1:pt x="1" y="1"/>
                        <ns1:pt x="0" y="1"/>
                        <ns1:pt x="0" y="1"/>
                      </ns1:cubicBezTo>
                      <ns1:cubicBezTo>
                        <ns1:pt x="0" y="1"/>
                        <ns1:pt x="0" y="0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2" name="Freeform 39"/>
                <ns0:cNvSpPr/>
                <ns0:nvPr/>
              </ns0:nvSpPr>
              <ns0:spPr bwMode="auto">
                <ns1:xfrm>
                  <ns1:off x="6408738" y="5232400"/>
                  <ns1:ext cx="7938" cy="12700"/>
                </ns1:xfrm>
                <ns1:custGeom>
                  <ns1:avLst/>
                  <ns1:gdLst>
                    <ns1:gd name="T0" fmla="*/ 1 w 2"/>
                    <ns1:gd name="T1" fmla="*/ 3 h 3"/>
                    <ns1:gd name="T2" fmla="*/ 0 w 2"/>
                    <ns1:gd name="T3" fmla="*/ 1 h 3"/>
                    <ns1:gd name="T4" fmla="*/ 1 w 2"/>
                    <ns1:gd name="T5" fmla="*/ 0 h 3"/>
                    <ns1:gd name="T6" fmla="*/ 2 w 2"/>
                    <ns1:gd name="T7" fmla="*/ 2 h 3"/>
                    <ns1:gd name="T8" fmla="*/ 1 w 2"/>
                    <ns1:gd name="T9" fmla="*/ 3 h 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3">
                      <ns1:moveTo>
                        <ns1:pt x="1" y="3"/>
                      </ns1:moveTo>
                      <ns1:cubicBezTo>
                        <ns1:pt x="1" y="2"/>
                        <ns1:pt x="1" y="1"/>
                        <ns1:pt x="0" y="1"/>
                      </ns1:cubicBezTo>
                      <ns1:cubicBezTo>
                        <ns1:pt x="1" y="1"/>
                        <ns1:pt x="1" y="0"/>
                        <ns1:pt x="1" y="0"/>
                      </ns1:cubicBezTo>
                      <ns1:cubicBezTo>
                        <ns1:pt x="1" y="1"/>
                        <ns1:pt x="1" y="1"/>
                        <ns1:pt x="2" y="2"/>
                      </ns1:cubicBezTo>
                      <ns1:cubicBezTo>
                        <ns1:pt x="1" y="2"/>
                        <ns1:pt x="1" y="2"/>
                        <ns1:pt x="1" y="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3" name="Freeform 40"/>
                <ns0:cNvSpPr/>
                <ns0:nvPr/>
              </ns0:nvSpPr>
              <ns0:spPr bwMode="auto">
                <ns1:xfrm>
                  <ns1:off x="4605338" y="45053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1" y="0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4" name="Freeform 41"/>
                <ns0:cNvSpPr/>
                <ns0:nvPr/>
              </ns0:nvSpPr>
              <ns0:spPr bwMode="auto">
                <ns1:xfrm>
                  <ns1:off x="4586288" y="4598988"/>
                  <ns1:ext cx="3175" cy="7938"/>
                </ns1:xfrm>
                <ns1:custGeom>
                  <ns1:avLst/>
                  <ns1:gdLst>
                    <ns1:gd name="T0" fmla="*/ 1 w 1"/>
                    <ns1:gd name="T1" fmla="*/ 1 h 2"/>
                    <ns1:gd name="T2" fmla="*/ 0 w 1"/>
                    <ns1:gd name="T3" fmla="*/ 2 h 2"/>
                    <ns1:gd name="T4" fmla="*/ 0 w 1"/>
                    <ns1:gd name="T5" fmla="*/ 0 h 2"/>
                    <ns1:gd name="T6" fmla="*/ 1 w 1"/>
                    <ns1:gd name="T7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2">
                      <ns1:moveTo>
                        <ns1:pt x="1" y="1"/>
                      </ns1:moveTo>
                      <ns1:cubicBezTo>
                        <ns1:pt x="1" y="1"/>
                        <ns1:pt x="0" y="2"/>
                        <ns1:pt x="0" y="2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5" name="Freeform 42"/>
                <ns0:cNvSpPr/>
                <ns0:nvPr/>
              </ns0:nvSpPr>
              <ns0:spPr bwMode="auto">
                <ns1:xfrm>
                  <ns1:off x="5545138" y="5180013"/>
                  <ns1:ext cx="71438" cy="114300"/>
                </ns1:xfrm>
                <ns1:custGeom>
                  <ns1:avLst/>
                  <ns1:gdLst>
                    <ns1:gd name="T0" fmla="*/ 7 w 19"/>
                    <ns1:gd name="T1" fmla="*/ 0 h 30"/>
                    <ns1:gd name="T2" fmla="*/ 18 w 19"/>
                    <ns1:gd name="T3" fmla="*/ 8 h 30"/>
                    <ns1:gd name="T4" fmla="*/ 13 w 19"/>
                    <ns1:gd name="T5" fmla="*/ 26 h 30"/>
                    <ns1:gd name="T6" fmla="*/ 0 w 19"/>
                    <ns1:gd name="T7" fmla="*/ 26 h 30"/>
                    <ns1:gd name="T8" fmla="*/ 7 w 19"/>
                    <ns1:gd name="T9" fmla="*/ 0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9" h="30">
                      <ns1:moveTo>
                        <ns1:pt x="7" y="0"/>
                      </ns1:moveTo>
                      <ns1:cubicBezTo>
                        <ns1:pt x="12" y="2"/>
                        <ns1:pt x="17" y="2"/>
                        <ns1:pt x="18" y="8"/>
                      </ns1:cubicBezTo>
                      <ns1:cubicBezTo>
                        <ns1:pt x="19" y="15"/>
                        <ns1:pt x="18" y="21"/>
                        <ns1:pt x="13" y="26"/>
                      </ns1:cubicBezTo>
                      <ns1:cubicBezTo>
                        <ns1:pt x="9" y="30"/>
                        <ns1:pt x="4" y="28"/>
                        <ns1:pt x="0" y="26"/>
                      </ns1:cubicBezTo>
                      <ns1:cubicBezTo>
                        <ns1:pt x="2" y="17"/>
                        <ns1:pt x="4" y="9"/>
                        <ns1:pt x="7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6" name="Freeform 43"/>
                <ns0:cNvSpPr/>
                <ns0:nvPr/>
              </ns0:nvSpPr>
              <ns0:spPr bwMode="auto">
                <ns1:xfrm>
                  <ns1:off x="7915275" y="3289300"/>
                  <ns1:ext cx="49213" cy="49213"/>
                </ns1:xfrm>
                <ns1:custGeom>
                  <ns1:avLst/>
                  <ns1:gdLst>
                    <ns1:gd name="T0" fmla="*/ 13 w 13"/>
                    <ns1:gd name="T1" fmla="*/ 12 h 13"/>
                    <ns1:gd name="T2" fmla="*/ 0 w 13"/>
                    <ns1:gd name="T3" fmla="*/ 13 h 13"/>
                    <ns1:gd name="T4" fmla="*/ 2 w 13"/>
                    <ns1:gd name="T5" fmla="*/ 2 h 13"/>
                    <ns1:gd name="T6" fmla="*/ 8 w 13"/>
                    <ns1:gd name="T7" fmla="*/ 1 h 13"/>
                    <ns1:gd name="T8" fmla="*/ 13 w 13"/>
                    <ns1:gd name="T9" fmla="*/ 12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3">
                      <ns1:moveTo>
                        <ns1:pt x="13" y="12"/>
                      </ns1:moveTo>
                      <ns1:cubicBezTo>
                        <ns1:pt x="8" y="12"/>
                        <ns1:pt x="4" y="13"/>
                        <ns1:pt x="0" y="13"/>
                      </ns1:cubicBezTo>
                      <ns1:cubicBezTo>
                        <ns1:pt x="0" y="9"/>
                        <ns1:pt x="0" y="5"/>
                        <ns1:pt x="2" y="2"/>
                      </ns1:cubicBezTo>
                      <ns1:cubicBezTo>
                        <ns1:pt x="2" y="1"/>
                        <ns1:pt x="7" y="0"/>
                        <ns1:pt x="8" y="1"/>
                      </ns1:cubicBezTo>
                      <ns1:cubicBezTo>
                        <ns1:pt x="10" y="4"/>
                        <ns1:pt x="11" y="8"/>
                        <ns1:pt x="13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7" name="Freeform 44"/>
                <ns0:cNvSpPr/>
                <ns0:nvPr/>
              </ns0:nvSpPr>
              <ns0:spPr bwMode="auto">
                <ns1:xfrm>
                  <ns1:off x="4432300" y="4262438"/>
                  <ns1:ext cx="52388" cy="53975"/>
                </ns1:xfrm>
                <ns1:custGeom>
                  <ns1:avLst/>
                  <ns1:gdLst>
                    <ns1:gd name="T0" fmla="*/ 0 w 14"/>
                    <ns1:gd name="T1" fmla="*/ 6 h 14"/>
                    <ns1:gd name="T2" fmla="*/ 11 w 14"/>
                    <ns1:gd name="T3" fmla="*/ 0 h 14"/>
                    <ns1:gd name="T4" fmla="*/ 14 w 14"/>
                    <ns1:gd name="T5" fmla="*/ 11 h 14"/>
                    <ns1:gd name="T6" fmla="*/ 9 w 14"/>
                    <ns1:gd name="T7" fmla="*/ 14 h 14"/>
                    <ns1:gd name="T8" fmla="*/ 0 w 14"/>
                    <ns1:gd name="T9" fmla="*/ 6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4" h="14">
                      <ns1:moveTo>
                        <ns1:pt x="0" y="6"/>
                      </ns1:moveTo>
                      <ns1:cubicBezTo>
                        <ns1:pt x="4" y="3"/>
                        <ns1:pt x="7" y="2"/>
                        <ns1:pt x="11" y="0"/>
                      </ns1:cubicBezTo>
                      <ns1:cubicBezTo>
                        <ns1:pt x="12" y="4"/>
                        <ns1:pt x="14" y="7"/>
                        <ns1:pt x="14" y="11"/>
                      </ns1:cubicBezTo>
                      <ns1:cubicBezTo>
                        <ns1:pt x="14" y="12"/>
                        <ns1:pt x="9" y="14"/>
                        <ns1:pt x="9" y="14"/>
                      </ns1:cubicBezTo>
                      <ns1:cubicBezTo>
                        <ns1:pt x="6" y="12"/>
                        <ns1:pt x="3" y="9"/>
                        <ns1:pt x="0" y="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8" name="Freeform 45"/>
                <ns0:cNvSpPr/>
                <ns0:nvPr/>
              </ns0:nvSpPr>
              <ns0:spPr bwMode="auto">
                <ns1:xfrm>
                  <ns1:off x="6137275" y="5256213"/>
                  <ns1:ext cx="46038" cy="49213"/>
                </ns1:xfrm>
                <ns1:custGeom>
                  <ns1:avLst/>
                  <ns1:gdLst>
                    <ns1:gd name="T0" fmla="*/ 0 w 12"/>
                    <ns1:gd name="T1" fmla="*/ 13 h 13"/>
                    <ns1:gd name="T2" fmla="*/ 0 w 12"/>
                    <ns1:gd name="T3" fmla="*/ 0 h 13"/>
                    <ns1:gd name="T4" fmla="*/ 11 w 12"/>
                    <ns1:gd name="T5" fmla="*/ 2 h 13"/>
                    <ns1:gd name="T6" fmla="*/ 11 w 12"/>
                    <ns1:gd name="T7" fmla="*/ 8 h 13"/>
                    <ns1:gd name="T8" fmla="*/ 0 w 12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3">
                      <ns1:moveTo>
                        <ns1:pt x="0" y="13"/>
                      </ns1:moveTo>
                      <ns1:cubicBezTo>
                        <ns1:pt x="0" y="7"/>
                        <ns1:pt x="0" y="4"/>
                        <ns1:pt x="0" y="0"/>
                      </ns1:cubicBezTo>
                      <ns1:cubicBezTo>
                        <ns1:pt x="4" y="0"/>
                        <ns1:pt x="7" y="1"/>
                        <ns1:pt x="11" y="2"/>
                      </ns1:cubicBezTo>
                      <ns1:cubicBezTo>
                        <ns1:pt x="11" y="2"/>
                        <ns1:pt x="12" y="8"/>
                        <ns1:pt x="11" y="8"/>
                      </ns1:cubicBezTo>
                      <ns1:cubicBezTo>
                        <ns1:pt x="8" y="10"/>
                        <ns1:pt x="4" y="11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9" name="Freeform 46"/>
                <ns0:cNvSpPr/>
                <ns0:nvPr/>
              </ns0:nvSpPr>
              <ns0:spPr bwMode="auto">
                <ns1:xfrm>
                  <ns1:off x="4454525" y="4384675"/>
                  <ns1:ext cx="104775" cy="90488"/>
                </ns1:xfrm>
                <ns1:custGeom>
                  <ns1:avLst/>
                  <ns1:gdLst>
                    <ns1:gd name="T0" fmla="*/ 21 w 28"/>
                    <ns1:gd name="T1" fmla="*/ 0 h 24"/>
                    <ns1:gd name="T2" fmla="*/ 27 w 28"/>
                    <ns1:gd name="T3" fmla="*/ 5 h 24"/>
                    <ns1:gd name="T4" fmla="*/ 26 w 28"/>
                    <ns1:gd name="T5" fmla="*/ 13 h 24"/>
                    <ns1:gd name="T6" fmla="*/ 10 w 28"/>
                    <ns1:gd name="T7" fmla="*/ 24 h 24"/>
                    <ns1:gd name="T8" fmla="*/ 2 w 28"/>
                    <ns1:gd name="T9" fmla="*/ 21 h 24"/>
                    <ns1:gd name="T10" fmla="*/ 1 w 28"/>
                    <ns1:gd name="T11" fmla="*/ 12 h 24"/>
                    <ns1:gd name="T12" fmla="*/ 21 w 28"/>
                    <ns1:gd name="T13" fmla="*/ 0 h 2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24">
                      <ns1:moveTo>
                        <ns1:pt x="21" y="0"/>
                      </ns1:moveTo>
                      <ns1:cubicBezTo>
                        <ns1:pt x="22" y="1"/>
                        <ns1:pt x="26" y="3"/>
                        <ns1:pt x="27" y="5"/>
                      </ns1:cubicBezTo>
                      <ns1:cubicBezTo>
                        <ns1:pt x="28" y="7"/>
                        <ns1:pt x="28" y="11"/>
                        <ns1:pt x="26" y="13"/>
                      </ns1:cubicBezTo>
                      <ns1:cubicBezTo>
                        <ns1:pt x="23" y="19"/>
                        <ns1:pt x="16" y="23"/>
                        <ns1:pt x="10" y="24"/>
                      </ns1:cubicBezTo>
                      <ns1:cubicBezTo>
                        <ns1:pt x="7" y="24"/>
                        <ns1:pt x="3" y="23"/>
                        <ns1:pt x="2" y="21"/>
                      </ns1:cubicBezTo>
                      <ns1:cubicBezTo>
                        <ns1:pt x="1" y="19"/>
                        <ns1:pt x="0" y="14"/>
                        <ns1:pt x="1" y="12"/>
                      </ns1:cubicBezTo>
                      <ns1:cubicBezTo>
                        <ns1:pt x="5" y="5"/>
                        <ns1:pt x="12" y="2"/>
                        <ns1:pt x="2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0" name="Freeform 47"/>
                <ns0:cNvSpPr/>
                <ns0:nvPr/>
              </ns0:nvSpPr>
              <ns0:spPr bwMode="auto">
                <ns1:xfrm>
                  <ns1:off x="4167188" y="3417888"/>
                  <ns1:ext cx="109538" cy="79375"/>
                </ns1:xfrm>
                <ns1:custGeom>
                  <ns1:avLst/>
                  <ns1:gdLst>
                    <ns1:gd name="T0" fmla="*/ 14 w 29"/>
                    <ns1:gd name="T1" fmla="*/ 0 h 21"/>
                    <ns1:gd name="T2" fmla="*/ 24 w 29"/>
                    <ns1:gd name="T3" fmla="*/ 3 h 21"/>
                    <ns1:gd name="T4" fmla="*/ 29 w 29"/>
                    <ns1:gd name="T5" fmla="*/ 10 h 21"/>
                    <ns1:gd name="T6" fmla="*/ 24 w 29"/>
                    <ns1:gd name="T7" fmla="*/ 17 h 21"/>
                    <ns1:gd name="T8" fmla="*/ 4 w 29"/>
                    <ns1:gd name="T9" fmla="*/ 18 h 21"/>
                    <ns1:gd name="T10" fmla="*/ 0 w 29"/>
                    <ns1:gd name="T11" fmla="*/ 11 h 21"/>
                    <ns1:gd name="T12" fmla="*/ 4 w 29"/>
                    <ns1:gd name="T13" fmla="*/ 3 h 21"/>
                    <ns1:gd name="T14" fmla="*/ 14 w 29"/>
                    <ns1:gd name="T15" fmla="*/ 0 h 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9" h="21">
                      <ns1:moveTo>
                        <ns1:pt x="14" y="0"/>
                      </ns1:moveTo>
                      <ns1:cubicBezTo>
                        <ns1:pt x="18" y="1"/>
                        <ns1:pt x="22" y="1"/>
                        <ns1:pt x="24" y="3"/>
                      </ns1:cubicBezTo>
                      <ns1:cubicBezTo>
                        <ns1:pt x="26" y="4"/>
                        <ns1:pt x="29" y="8"/>
                        <ns1:pt x="29" y="10"/>
                      </ns1:cubicBezTo>
                      <ns1:cubicBezTo>
                        <ns1:pt x="29" y="13"/>
                        <ns1:pt x="27" y="16"/>
                        <ns1:pt x="24" y="17"/>
                      </ns1:cubicBezTo>
                      <ns1:cubicBezTo>
                        <ns1:pt x="18" y="21"/>
                        <ns1:pt x="11" y="21"/>
                        <ns1:pt x="4" y="18"/>
                      </ns1:cubicBezTo>
                      <ns1:cubicBezTo>
                        <ns1:pt x="2" y="17"/>
                        <ns1:pt x="0" y="13"/>
                        <ns1:pt x="0" y="11"/>
                      </ns1:cubicBezTo>
                      <ns1:cubicBezTo>
                        <ns1:pt x="0" y="8"/>
                        <ns1:pt x="2" y="4"/>
                        <ns1:pt x="4" y="3"/>
                      </ns1:cubicBezTo>
                      <ns1:cubicBezTo>
                        <ns1:pt x="7" y="1"/>
                        <ns1:pt x="11" y="1"/>
                        <ns1:pt x="14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1" name="Freeform 48"/>
                <ns0:cNvSpPr/>
                <ns0:nvPr/>
              </ns0:nvSpPr>
              <ns0:spPr bwMode="auto">
                <ns1:xfrm>
                  <ns1:off x="4194175" y="3735388"/>
                  <ns1:ext cx="115888" cy="74613"/>
                </ns1:xfrm>
                <ns1:custGeom>
                  <ns1:avLst/>
                  <ns1:gdLst>
                    <ns1:gd name="T0" fmla="*/ 11 w 31"/>
                    <ns1:gd name="T1" fmla="*/ 20 h 20"/>
                    <ns1:gd name="T2" fmla="*/ 0 w 31"/>
                    <ns1:gd name="T3" fmla="*/ 12 h 20"/>
                    <ns1:gd name="T4" fmla="*/ 8 w 31"/>
                    <ns1:gd name="T5" fmla="*/ 2 h 20"/>
                    <ns1:gd name="T6" fmla="*/ 24 w 31"/>
                    <ns1:gd name="T7" fmla="*/ 1 h 20"/>
                    <ns1:gd name="T8" fmla="*/ 30 w 31"/>
                    <ns1:gd name="T9" fmla="*/ 7 h 20"/>
                    <ns1:gd name="T10" fmla="*/ 26 w 31"/>
                    <ns1:gd name="T11" fmla="*/ 16 h 20"/>
                    <ns1:gd name="T12" fmla="*/ 11 w 31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31" h="20">
                      <ns1:moveTo>
                        <ns1:pt x="11" y="20"/>
                      </ns1:moveTo>
                      <ns1:cubicBezTo>
                        <ns1:pt x="5" y="20"/>
                        <ns1:pt x="1" y="17"/>
                        <ns1:pt x="0" y="12"/>
                      </ns1:cubicBezTo>
                      <ns1:cubicBezTo>
                        <ns1:pt x="0" y="8"/>
                        <ns1:pt x="2" y="4"/>
                        <ns1:pt x="8" y="2"/>
                      </ns1:cubicBezTo>
                      <ns1:cubicBezTo>
                        <ns1:pt x="13" y="1"/>
                        <ns1:pt x="18" y="0"/>
                        <ns1:pt x="24" y="1"/>
                      </ns1:cubicBezTo>
                      <ns1:cubicBezTo>
                        <ns1:pt x="26" y="1"/>
                        <ns1:pt x="28" y="5"/>
                        <ns1:pt x="30" y="7"/>
                      </ns1:cubicBezTo>
                      <ns1:cubicBezTo>
                        <ns1:pt x="31" y="11"/>
                        <ns1:pt x="29" y="14"/>
                        <ns1:pt x="26" y="16"/>
                      </ns1:cubicBezTo>
                      <ns1:cubicBezTo>
                        <ns1:pt x="21" y="18"/>
                        <ns1:pt x="16" y="19"/>
                        <ns1:pt x="1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2" name="Freeform 49"/>
                <ns0:cNvSpPr/>
                <ns0:nvPr/>
              </ns0:nvSpPr>
              <ns0:spPr bwMode="auto">
                <ns1:xfrm>
                  <ns1:off x="6262688" y="5240338"/>
                  <ns1:ext cx="77788" cy="114300"/>
                </ns1:xfrm>
                <ns1:custGeom>
                  <ns1:avLst/>
                  <ns1:gdLst>
                    <ns1:gd name="T0" fmla="*/ 0 w 21"/>
                    <ns1:gd name="T1" fmla="*/ 13 h 30"/>
                    <ns1:gd name="T2" fmla="*/ 2 w 21"/>
                    <ns1:gd name="T3" fmla="*/ 5 h 30"/>
                    <ns1:gd name="T4" fmla="*/ 9 w 21"/>
                    <ns1:gd name="T5" fmla="*/ 0 h 30"/>
                    <ns1:gd name="T6" fmla="*/ 16 w 21"/>
                    <ns1:gd name="T7" fmla="*/ 4 h 30"/>
                    <ns1:gd name="T8" fmla="*/ 19 w 21"/>
                    <ns1:gd name="T9" fmla="*/ 25 h 30"/>
                    <ns1:gd name="T10" fmla="*/ 12 w 21"/>
                    <ns1:gd name="T11" fmla="*/ 30 h 30"/>
                    <ns1:gd name="T12" fmla="*/ 4 w 21"/>
                    <ns1:gd name="T13" fmla="*/ 26 h 30"/>
                    <ns1:gd name="T14" fmla="*/ 0 w 21"/>
                    <ns1:gd name="T15" fmla="*/ 13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1" h="30">
                      <ns1:moveTo>
                        <ns1:pt x="0" y="13"/>
                      </ns1:moveTo>
                      <ns1:cubicBezTo>
                        <ns1:pt x="1" y="10"/>
                        <ns1:pt x="1" y="7"/>
                        <ns1:pt x="2" y="5"/>
                      </ns1:cubicBezTo>
                      <ns1:cubicBezTo>
                        <ns1:pt x="4" y="3"/>
                        <ns1:pt x="6" y="1"/>
                        <ns1:pt x="9" y="0"/>
                      </ns1:cubicBezTo>
                      <ns1:cubicBezTo>
                        <ns1:pt x="11" y="0"/>
                        <ns1:pt x="15" y="2"/>
                        <ns1:pt x="16" y="4"/>
                      </ns1:cubicBezTo>
                      <ns1:cubicBezTo>
                        <ns1:pt x="20" y="10"/>
                        <ns1:pt x="21" y="18"/>
                        <ns1:pt x="19" y="25"/>
                      </ns1:cubicBezTo>
                      <ns1:cubicBezTo>
                        <ns1:pt x="18" y="27"/>
                        <ns1:pt x="14" y="29"/>
                        <ns1:pt x="12" y="30"/>
                      </ns1:cubicBezTo>
                      <ns1:cubicBezTo>
                        <ns1:pt x="9" y="30"/>
                        <ns1:pt x="5" y="28"/>
                        <ns1:pt x="4" y="26"/>
                      </ns1:cubicBezTo>
                      <ns1:cubicBezTo>
                        <ns1:pt x="2" y="22"/>
                        <ns1:pt x="1" y="17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3" name="Freeform 50"/>
                <ns0:cNvSpPr/>
                <ns0:nvPr/>
              </ns0:nvSpPr>
              <ns0:spPr bwMode="auto">
                <ns1:xfrm>
                  <ns1:off x="4167188" y="3270250"/>
                  <ns1:ext cx="112713" cy="68263"/>
                </ns1:xfrm>
                <ns1:custGeom>
                  <ns1:avLst/>
                  <ns1:gdLst>
                    <ns1:gd name="T0" fmla="*/ 16 w 30"/>
                    <ns1:gd name="T1" fmla="*/ 18 h 18"/>
                    <ns1:gd name="T2" fmla="*/ 6 w 30"/>
                    <ns1:gd name="T3" fmla="*/ 16 h 18"/>
                    <ns1:gd name="T4" fmla="*/ 0 w 30"/>
                    <ns1:gd name="T5" fmla="*/ 8 h 18"/>
                    <ns1:gd name="T6" fmla="*/ 7 w 30"/>
                    <ns1:gd name="T7" fmla="*/ 0 h 18"/>
                    <ns1:gd name="T8" fmla="*/ 23 w 30"/>
                    <ns1:gd name="T9" fmla="*/ 1 h 18"/>
                    <ns1:gd name="T10" fmla="*/ 30 w 30"/>
                    <ns1:gd name="T11" fmla="*/ 10 h 18"/>
                    <ns1:gd name="T12" fmla="*/ 23 w 30"/>
                    <ns1:gd name="T13" fmla="*/ 17 h 18"/>
                    <ns1:gd name="T14" fmla="*/ 16 w 30"/>
                    <ns1:gd name="T15" fmla="*/ 18 h 1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0" h="18">
                      <ns1:moveTo>
                        <ns1:pt x="16" y="18"/>
                      </ns1:moveTo>
                      <ns1:cubicBezTo>
                        <ns1:pt x="13" y="18"/>
                        <ns1:pt x="9" y="17"/>
                        <ns1:pt x="6" y="16"/>
                      </ns1:cubicBezTo>
                      <ns1:cubicBezTo>
                        <ns1:pt x="2" y="15"/>
                        <ns1:pt x="0" y="12"/>
                        <ns1:pt x="0" y="8"/>
                      </ns1:cubicBezTo>
                      <ns1:cubicBezTo>
                        <ns1:pt x="1" y="4"/>
                        <ns1:pt x="3" y="0"/>
                        <ns1:pt x="7" y="0"/>
                      </ns1:cubicBezTo>
                      <ns1:cubicBezTo>
                        <ns1:pt x="12" y="0"/>
                        <ns1:pt x="18" y="0"/>
                        <ns1:pt x="23" y="1"/>
                      </ns1:cubicBezTo>
                      <ns1:cubicBezTo>
                        <ns1:pt x="28" y="2"/>
                        <ns1:pt x="30" y="5"/>
                        <ns1:pt x="30" y="10"/>
                      </ns1:cubicBezTo>
                      <ns1:cubicBezTo>
                        <ns1:pt x="30" y="14"/>
                        <ns1:pt x="27" y="17"/>
                        <ns1:pt x="23" y="17"/>
                      </ns1:cubicBezTo>
                      <ns1:cubicBezTo>
                        <ns1:pt x="21" y="18"/>
                        <ns1:pt x="19" y="18"/>
                        <ns1:pt x="16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4" name="Freeform 51"/>
                <ns0:cNvSpPr/>
                <ns0:nvPr/>
              </ns0:nvSpPr>
              <ns0:spPr bwMode="auto">
                <ns1:xfrm>
                  <ns1:off x="7416800" y="2047875"/>
                  <ns1:ext cx="71438" cy="71438"/>
                </ns1:xfrm>
                <ns1:custGeom>
                  <ns1:avLst/>
                  <ns1:gdLst>
                    <ns1:gd name="T0" fmla="*/ 0 w 19"/>
                    <ns1:gd name="T1" fmla="*/ 4 h 19"/>
                    <ns1:gd name="T2" fmla="*/ 4 w 19"/>
                    <ns1:gd name="T3" fmla="*/ 0 h 19"/>
                    <ns1:gd name="T4" fmla="*/ 19 w 19"/>
                    <ns1:gd name="T5" fmla="*/ 16 h 19"/>
                    <ns1:gd name="T6" fmla="*/ 16 w 19"/>
                    <ns1:gd name="T7" fmla="*/ 19 h 19"/>
                    <ns1:gd name="T8" fmla="*/ 2 w 19"/>
                    <ns1:gd name="T9" fmla="*/ 3 h 19"/>
                    <ns1:gd name="T10" fmla="*/ 0 w 19"/>
                    <ns1:gd name="T11" fmla="*/ 4 h 1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9" h="19">
                      <ns1:moveTo>
                        <ns1:pt x="0" y="4"/>
                      </ns1:moveTo>
                      <ns1:cubicBezTo>
                        <ns1:pt x="2" y="3"/>
                        <ns1:pt x="3" y="2"/>
                        <ns1:pt x="4" y="0"/>
                      </ns1:cubicBezTo>
                      <ns1:cubicBezTo>
                        <ns1:pt x="9" y="6"/>
                        <ns1:pt x="14" y="11"/>
                        <ns1:pt x="19" y="16"/>
                      </ns1:cubicBezTo>
                      <ns1:cubicBezTo>
                        <ns1:pt x="18" y="17"/>
                        <ns1:pt x="17" y="18"/>
                        <ns1:pt x="16" y="19"/>
                      </ns1:cubicBezTo>
                      <ns1:cubicBezTo>
                        <ns1:pt x="11" y="14"/>
                        <ns1:pt x="6" y="9"/>
                        <ns1:pt x="2" y="3"/>
                      </ns1:cubicBezTo>
                      <ns1:cubicBezTo>
                        <ns1:pt x="1" y="4"/>
                        <ns1:pt x="1" y="4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5" name="Freeform 52"/>
                <ns0:cNvSpPr/>
                <ns0:nvPr/>
              </ns0:nvSpPr>
              <ns0:spPr bwMode="auto">
                <ns1:xfrm>
                  <ns1:off x="4306888" y="4056063"/>
                  <ns1:ext cx="68263" cy="41275"/>
                </ns1:xfrm>
                <ns1:custGeom>
                  <ns1:avLst/>
                  <ns1:gdLst>
                    <ns1:gd name="T0" fmla="*/ 0 w 18"/>
                    <ns1:gd name="T1" fmla="*/ 1 h 11"/>
                    <ns1:gd name="T2" fmla="*/ 17 w 18"/>
                    <ns1:gd name="T3" fmla="*/ 0 h 11"/>
                    <ns1:gd name="T4" fmla="*/ 18 w 18"/>
                    <ns1:gd name="T5" fmla="*/ 1 h 11"/>
                    <ns1:gd name="T6" fmla="*/ 4 w 18"/>
                    <ns1:gd name="T7" fmla="*/ 11 h 11"/>
                    <ns1:gd name="T8" fmla="*/ 0 w 18"/>
                    <ns1:gd name="T9" fmla="*/ 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8" h="11">
                      <ns1:moveTo>
                        <ns1:pt x="0" y="1"/>
                      </ns1:moveTo>
                      <ns1:cubicBezTo>
                        <ns1:pt x="6" y="1"/>
                        <ns1:pt x="12" y="0"/>
                        <ns1:pt x="17" y="0"/>
                      </ns1:cubicBezTo>
                      <ns1:cubicBezTo>
                        <ns1:pt x="17" y="0"/>
                        <ns1:pt x="17" y="1"/>
                        <ns1:pt x="18" y="1"/>
                      </ns1:cubicBezTo>
                      <ns1:cubicBezTo>
                        <ns1:pt x="13" y="4"/>
                        <ns1:pt x="9" y="8"/>
                        <ns1:pt x="4" y="11"/>
                      </ns1:cubicBezTo>
                      <ns1:cubicBezTo>
                        <ns1:pt x="2" y="8"/>
                        <ns1:pt x="1" y="5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6" name="Freeform 53"/>
                <ns0:cNvSpPr/>
                <ns0:nvPr/>
              </ns0:nvSpPr>
              <ns0:spPr bwMode="auto">
                <ns1:xfrm>
                  <ns1:off x="4657725" y="4645025"/>
                  <ns1:ext cx="60325" cy="52388"/>
                </ns1:xfrm>
                <ns1:custGeom>
                  <ns1:avLst/>
                  <ns1:gdLst>
                    <ns1:gd name="T0" fmla="*/ 16 w 16"/>
                    <ns1:gd name="T1" fmla="*/ 0 h 14"/>
                    <ns1:gd name="T2" fmla="*/ 7 w 16"/>
                    <ns1:gd name="T3" fmla="*/ 14 h 14"/>
                    <ns1:gd name="T4" fmla="*/ 0 w 16"/>
                    <ns1:gd name="T5" fmla="*/ 6 h 14"/>
                    <ns1:gd name="T6" fmla="*/ 16 w 16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6" h="14">
                      <ns1:moveTo>
                        <ns1:pt x="16" y="0"/>
                      </ns1:moveTo>
                      <ns1:cubicBezTo>
                        <ns1:pt x="13" y="4"/>
                        <ns1:pt x="10" y="9"/>
                        <ns1:pt x="7" y="14"/>
                      </ns1:cubicBezTo>
                      <ns1:cubicBezTo>
                        <ns1:pt x="5" y="11"/>
                        <ns1:pt x="3" y="9"/>
                        <ns1:pt x="0" y="6"/>
                      </ns1:cubicBezTo>
                      <ns1:cubicBezTo>
                        <ns1:pt x="6" y="4"/>
                        <ns1:pt x="11" y="2"/>
                        <ns1:pt x="1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7" name="Freeform 54"/>
                <ns0:cNvSpPr/>
                <ns0:nvPr/>
              </ns0:nvSpPr>
              <ns0:spPr bwMode="auto">
                <ns1:xfrm>
                  <ns1:off x="4718050" y="464026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  <ns1:gd name="T4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0" y="0"/>
                        <ns1:pt x="0" y="0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8" name="Freeform 55"/>
                <ns0:cNvSpPr/>
                <ns0:nvPr/>
              </ns0:nvSpPr>
              <ns0:spPr bwMode="auto">
                <ns1:xfrm>
                  <ns1:off x="7669213" y="4357688"/>
                  <ns1:ext cx="68263" cy="52388"/>
                </ns1:xfrm>
                <ns1:custGeom>
                  <ns1:avLst/>
                  <ns1:gdLst>
                    <ns1:gd name="T0" fmla="*/ 0 w 18"/>
                    <ns1:gd name="T1" fmla="*/ 0 h 14"/>
                    <ns1:gd name="T2" fmla="*/ 18 w 18"/>
                    <ns1:gd name="T3" fmla="*/ 5 h 14"/>
                    <ns1:gd name="T4" fmla="*/ 13 w 18"/>
                    <ns1:gd name="T5" fmla="*/ 14 h 14"/>
                    <ns1:gd name="T6" fmla="*/ 0 w 18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8" h="14">
                      <ns1:moveTo>
                        <ns1:pt x="0" y="0"/>
                      </ns1:moveTo>
                      <ns1:cubicBezTo>
                        <ns1:pt x="7" y="2"/>
                        <ns1:pt x="12" y="4"/>
                        <ns1:pt x="18" y="5"/>
                      </ns1:cubicBezTo>
                      <ns1:cubicBezTo>
                        <ns1:pt x="16" y="8"/>
                        <ns1:pt x="15" y="11"/>
                        <ns1:pt x="13" y="14"/>
                      </ns1:cubicBezTo>
                      <ns1:cubicBezTo>
                        <ns1:pt x="9" y="10"/>
                        <ns1:pt x="5" y="6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9" name="Freeform 56"/>
                <ns0:cNvSpPr/>
                <ns0:nvPr/>
              </ns0:nvSpPr>
              <ns0:spPr bwMode="auto">
                <ns1:xfrm>
                  <ns1:off x="6583363" y="5199063"/>
                  <ns1:ext cx="36513" cy="63500"/>
                </ns1:xfrm>
                <ns1:custGeom>
                  <ns1:avLst/>
                  <ns1:gdLst>
                    <ns1:gd name="T0" fmla="*/ 0 w 10"/>
                    <ns1:gd name="T1" fmla="*/ 17 h 17"/>
                    <ns1:gd name="T2" fmla="*/ 0 w 10"/>
                    <ns1:gd name="T3" fmla="*/ 1 h 17"/>
                    <ns1:gd name="T4" fmla="*/ 1 w 10"/>
                    <ns1:gd name="T5" fmla="*/ 0 h 17"/>
                    <ns1:gd name="T6" fmla="*/ 10 w 10"/>
                    <ns1:gd name="T7" fmla="*/ 14 h 17"/>
                    <ns1:gd name="T8" fmla="*/ 0 w 10"/>
                    <ns1:gd name="T9" fmla="*/ 17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7">
                      <ns1:moveTo>
                        <ns1:pt x="0" y="17"/>
                      </ns1:moveTo>
                      <ns1:cubicBezTo>
                        <ns1:pt x="0" y="11"/>
                        <ns1:pt x="0" y="6"/>
                        <ns1:pt x="0" y="1"/>
                      </ns1:cubicBez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4" y="5"/>
                        <ns1:pt x="7" y="9"/>
                        <ns1:pt x="10" y="14"/>
                      </ns1:cubicBezTo>
                      <ns1:cubicBezTo>
                        <ns1:pt x="6" y="15"/>
                        <ns1:pt x="3" y="16"/>
                        <ns1:pt x="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0" name="Freeform 57"/>
                <ns0:cNvSpPr/>
                <ns0:nvPr/>
              </ns0:nvSpPr>
              <ns0:spPr bwMode="auto">
                <ns1:xfrm>
                  <ns1:off x="5753100" y="5240338"/>
                  <ns1:ext cx="36513" cy="60325"/>
                </ns1:xfrm>
                <ns1:custGeom>
                  <ns1:avLst/>
                  <ns1:gdLst>
                    <ns1:gd name="T0" fmla="*/ 8 w 10"/>
                    <ns1:gd name="T1" fmla="*/ 0 h 16"/>
                    <ns1:gd name="T2" fmla="*/ 10 w 10"/>
                    <ns1:gd name="T3" fmla="*/ 16 h 16"/>
                    <ns1:gd name="T4" fmla="*/ 0 w 10"/>
                    <ns1:gd name="T5" fmla="*/ 15 h 16"/>
                    <ns1:gd name="T6" fmla="*/ 7 w 10"/>
                    <ns1:gd name="T7" fmla="*/ 0 h 16"/>
                    <ns1:gd name="T8" fmla="*/ 8 w 10"/>
                    <ns1:gd name="T9" fmla="*/ 0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6">
                      <ns1:moveTo>
                        <ns1:pt x="8" y="0"/>
                      </ns1:moveTo>
                      <ns1:cubicBezTo>
                        <ns1:pt x="9" y="5"/>
                        <ns1:pt x="9" y="10"/>
                        <ns1:pt x="10" y="16"/>
                      </ns1:cubicBezTo>
                      <ns1:cubicBezTo>
                        <ns1:pt x="6" y="16"/>
                        <ns1:pt x="3" y="15"/>
                        <ns1:pt x="0" y="15"/>
                      </ns1:cubicBezTo>
                      <ns1:cubicBezTo>
                        <ns1:pt x="2" y="9"/>
                        <ns1:pt x="5" y="4"/>
                        <ns1:pt x="7" y="0"/>
                      </ns1:cubicBezTo>
                      <ns1:cubicBezTo>
                        <ns1:pt x="8" y="0"/>
                        <ns1:pt x="8" y="0"/>
                        <ns1:pt x="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1" name="Freeform 58"/>
                <ns0:cNvSpPr/>
                <ns0:nvPr/>
              </ns0:nvSpPr>
              <ns0:spPr bwMode="auto">
                <ns1:xfrm>
                  <ns1:off x="5280025" y="5097463"/>
                  <ns1:ext cx="46038" cy="63500"/>
                </ns1:xfrm>
                <ns1:custGeom>
                  <ns1:avLst/>
                  <ns1:gdLst>
                    <ns1:gd name="T0" fmla="*/ 12 w 12"/>
                    <ns1:gd name="T1" fmla="*/ 0 h 17"/>
                    <ns1:gd name="T2" fmla="*/ 10 w 12"/>
                    <ns1:gd name="T3" fmla="*/ 17 h 17"/>
                    <ns1:gd name="T4" fmla="*/ 0 w 12"/>
                    <ns1:gd name="T5" fmla="*/ 12 h 17"/>
                    <ns1:gd name="T6" fmla="*/ 11 w 12"/>
                    <ns1:gd name="T7" fmla="*/ 0 h 17"/>
                    <ns1:gd name="T8" fmla="*/ 12 w 12"/>
                    <ns1:gd name="T9" fmla="*/ 0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7">
                      <ns1:moveTo>
                        <ns1:pt x="12" y="0"/>
                      </ns1:moveTo>
                      <ns1:cubicBezTo>
                        <ns1:pt x="12" y="6"/>
                        <ns1:pt x="11" y="11"/>
                        <ns1:pt x="10" y="17"/>
                      </ns1:cubicBezTo>
                      <ns1:cubicBezTo>
                        <ns1:pt x="6" y="15"/>
                        <ns1:pt x="4" y="14"/>
                        <ns1:pt x="0" y="12"/>
                      </ns1:cubicBezTo>
                      <ns1:cubicBezTo>
                        <ns1:pt x="4" y="8"/>
                        <ns1:pt x="8" y="4"/>
                        <ns1:pt x="11" y="0"/>
                      </ns1:cubicBezTo>
                      <ns1:cubicBezTo>
                        <ns1:pt x="12" y="0"/>
                        <ns1:pt x="12" y="0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2" name="Freeform 59"/>
                <ns0:cNvSpPr/>
                <ns0:nvPr/>
              </ns0:nvSpPr>
              <ns0:spPr bwMode="auto">
                <ns1:xfrm>
                  <ns1:off x="6635750" y="1571625"/>
                  <ns1:ext cx="11113" cy="0"/>
                </ns1:xfrm>
                <ns1:custGeom>
                  <ns1:avLst/>
                  <ns1:gdLst>
                    <ns1:gd name="T0" fmla="*/ 0 w 3"/>
                    <ns1:gd name="T1" fmla="*/ 3 w 3"/>
                    <ns1:gd name="T2" fmla="*/ 0 w 3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</ns1:cxnLst>
                  <ns1:rect l="0" t="0" r="r" b="b"/>
                  <ns1:pathLst>
                    <ns1:path w="3">
                      <ns1:moveTo>
                        <ns1:pt x="0" y="0"/>
                      </ns1:moveTo>
                      <ns1:cubicBezTo>
                        <ns1:pt x="1" y="0"/>
                        <ns1:pt x="2" y="0"/>
                        <ns1:pt x="3" y="0"/>
                      </ns1:cubicBezTo>
                      <ns1:cubicBezTo>
                        <ns1:pt x="2" y="0"/>
                        <ns1:pt x="1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</ns0:grpSp>
      </ns0:grp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openxmlformats.org/officeDocument/2006/relationships" preserve="1" userDrawn="1">
  <ns0:cSld name="封面1-求是鹰水印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图片 1"/>
          <ns0:cNvPicPr>
            <ns1:picLocks noChangeAspect="1"/>
          </ns0:cNvPicPr>
          <ns0:nvPr userDrawn="1"/>
        </ns0:nvPicPr>
        <ns0:blipFill rotWithShape="1">
          <ns1:blip ns2:embed="rId2"/>
          <ns1:srcRect t="3204" r="49385"/>
          <ns1:stretch>
            <ns1:fillRect/>
          </ns1:stretch>
        </ns0:blipFill>
        <ns0:spPr>
          <ns1:xfrm>
            <ns1:off x="7803169" y="-1"/>
            <ns1:ext cx="4388831" cy="6869723"/>
          </ns1:xfrm>
          <ns1:prstGeom prst="rect">
            <ns1:avLst/>
          </ns1:prstGeom>
        </ns0:spPr>
      </ns0:pic>
      <ns0:sp>
        <ns0:nvSpPr>
          <ns0:cNvPr id="5" name="矩形 4"/>
          <ns0:cNvSpPr/>
          <ns0:nvPr/>
        </ns0:nvSpPr>
        <ns0:spPr>
          <ns1:xfrm>
            <ns1:off x="4363562" y="1820598"/>
            <ns1:ext cx="7828437" cy="186335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6" name="矩形 5"/>
          <ns0:cNvSpPr/>
          <ns0:nvPr/>
        </ns0:nvSpPr>
        <ns0:spPr>
          <ns1:xfrm>
            <ns1:off x="4171586" y="1818058"/>
            <ns1:ext cx="173430" cy="1863356"/>
          </ns1:xfrm>
          <ns1:prstGeom prst="rect">
            <ns1:avLst/>
          </ns1:prstGeom>
          <ns1:solidFill>
            <ns1:srgbClr val="A42629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grpSp>
        <ns0:nvGrpSpPr>
          <ns0:cNvPr id="81" name="组合 80"/>
          <ns0:cNvGrpSpPr>
            <ns1:grpSpLocks noChangeAspect="1"/>
          </ns0:cNvGrpSpPr>
          <ns0:nvPr/>
        </ns0:nvGrpSpPr>
        <ns0:grpSpPr>
          <ns1:xfrm>
            <ns1:off x="2128073" y="1857404"/>
            <ns1:ext cx="1787569" cy="1784535"/>
            <ns1:chOff x="3956050" y="1285875"/>
            <ns1:chExt cx="4287838" cy="4286250"/>
          </ns1:xfrm>
        </ns0:grpSpPr>
        <ns0:sp>
          <ns0:nvSpPr>
            <ns0:cNvPr id="82" name="Freeform 5"/>
            <ns0:cNvSpPr/>
            <ns0:nvPr/>
          </ns0:nvSpPr>
          <ns0:spPr bwMode="auto">
            <ns1:xfrm>
              <ns1:off x="6008688" y="5572125"/>
              <ns1:ext cx="174625" cy="0"/>
            </ns1:xfrm>
            <ns1:custGeom>
              <ns1:avLst/>
              <ns1:gdLst>
                <ns1:gd name="T0" fmla="*/ 0 w 46"/>
                <ns1:gd name="T1" fmla="*/ 0 w 46"/>
                <ns1:gd name="T2" fmla="*/ 46 w 46"/>
                <ns1:gd name="T3" fmla="*/ 46 w 46"/>
                <ns1:gd name="T4" fmla="*/ 0 w 46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  <ns1:cxn ang="0">
                  <ns1:pos x="T4" y="0"/>
                </ns1:cxn>
              </ns1:cxnLst>
              <ns1:rect l="0" t="0" r="r" b="b"/>
              <ns1:pathLst>
                <ns1:path w="46">
                  <ns1:moveTo>
                    <ns1:pt x="0" y="0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15" y="0"/>
                    <ns1:pt x="31" y="0"/>
                    <ns1:pt x="46" y="0"/>
                  </ns1:cubicBezTo>
                  <ns1:cubicBezTo>
                    <ns1:pt x="46" y="0"/>
                    <ns1:pt x="46" y="0"/>
                    <ns1:pt x="46" y="0"/>
                  </ns1:cubicBezTo>
                  <ns1:cubicBezTo>
                    <ns1:pt x="31" y="0"/>
                    <ns1:pt x="15" y="0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3" name="Freeform 6"/>
            <ns0:cNvSpPr/>
            <ns0:nvPr/>
          </ns0:nvSpPr>
          <ns0:spPr bwMode="auto">
            <ns1:xfrm>
              <ns1:off x="3956050" y="3354388"/>
              <ns1:ext cx="0" cy="157163"/>
            </ns1:xfrm>
            <ns1:custGeom>
              <ns1:avLst/>
              <ns1:gdLst>
                <ns1:gd name="T0" fmla="*/ 42 h 42"/>
                <ns1:gd name="T1" fmla="*/ 42 h 42"/>
                <ns1:gd name="T2" fmla="*/ 42 h 42"/>
                <ns1:gd name="T3" fmla="*/ 0 h 42"/>
                <ns1:gd name="T4" fmla="*/ 0 h 42"/>
                <ns1:gd name="T5" fmla="*/ 42 h 42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  <ns1:cxn ang="0">
                  <ns1:pos x="0" y="T5"/>
                </ns1:cxn>
              </ns1:cxnLst>
              <ns1:rect l="0" t="0" r="r" b="b"/>
              <ns1:pathLst>
                <ns1:path h="42">
                  <ns1:moveTo>
                    <ns1:pt x="0" y="42"/>
                  </ns1:moveTo>
                  <ns1:cubicBezTo>
                    <ns1:pt x="0" y="42"/>
                    <ns1:pt x="0" y="42"/>
                    <ns1:pt x="0" y="42"/>
                  </ns1:cubicBezTo>
                  <ns1:cubicBezTo>
                    <ns1:pt x="0" y="42"/>
                    <ns1:pt x="0" y="42"/>
                    <ns1:pt x="0" y="42"/>
                  </ns1:cubicBezTo>
                  <ns1:cubicBezTo>
                    <ns1:pt x="0" y="28"/>
                    <ns1:pt x="0" y="14"/>
                    <ns1:pt x="0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14"/>
                    <ns1:pt x="0" y="28"/>
                    <ns1:pt x="0" y="42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4" name="Freeform 7"/>
            <ns0:cNvSpPr>
              <ns1:spLocks noEditPoints="1"/>
            </ns0:cNvSpPr>
            <ns0:nvPr/>
          </ns0:nvSpPr>
          <ns0:spPr bwMode="auto">
            <ns1:xfrm>
              <ns1:off x="3956050" y="1285875"/>
              <ns1:ext cx="4287838" cy="4286250"/>
            </ns1:xfrm>
            <ns1:custGeom>
              <ns1:avLst/>
              <ns1:gdLst>
                <ns1:gd name="T0" fmla="*/ 534 w 1136"/>
                <ns1:gd name="T1" fmla="*/ 56 h 1136"/>
                <ns1:gd name="T2" fmla="*/ 696 w 1136"/>
                <ns1:gd name="T3" fmla="*/ 72 h 1136"/>
                <ns1:gd name="T4" fmla="*/ 195 w 1136"/>
                <ns1:gd name="T5" fmla="*/ 868 h 1136"/>
                <ns1:gd name="T6" fmla="*/ 651 w 1136"/>
                <ns1:gd name="T7" fmla="*/ 1049 h 1136"/>
                <ns1:gd name="T8" fmla="*/ 461 w 1136"/>
                <ns1:gd name="T9" fmla="*/ 58 h 1136"/>
                <ns1:gd name="T10" fmla="*/ 479 w 1136"/>
                <ns1:gd name="T11" fmla="*/ 103 h 1136"/>
                <ns1:gd name="T12" fmla="*/ 910 w 1136"/>
                <ns1:gd name="T13" fmla="*/ 228 h 1136"/>
                <ns1:gd name="T14" fmla="*/ 862 w 1136"/>
                <ns1:gd name="T15" fmla="*/ 218 h 1136"/>
                <ns1:gd name="T16" fmla="*/ 240 w 1136"/>
                <ns1:gd name="T17" fmla="*/ 182 h 1136"/>
                <ns1:gd name="T18" fmla="*/ 211 w 1136"/>
                <ns1:gd name="T19" fmla="*/ 203 h 1136"/>
                <ns1:gd name="T20" fmla="*/ 995 w 1136"/>
                <ns1:gd name="T21" fmla="*/ 570 h 1136"/>
                <ns1:gd name="T22" fmla="*/ 669 w 1136"/>
                <ns1:gd name="T23" fmla="*/ 123 h 1136"/>
                <ns1:gd name="T24" fmla="*/ 693 w 1136"/>
                <ns1:gd name="T25" fmla="*/ 104 h 1136"/>
                <ns1:gd name="T26" fmla="*/ 759 w 1136"/>
                <ns1:gd name="T27" fmla="*/ 84 h 1136"/>
                <ns1:gd name="T28" fmla="*/ 389 w 1136"/>
                <ns1:gd name="T29" fmla="*/ 103 h 1136"/>
                <ns1:gd name="T30" fmla="*/ 581 w 1136"/>
                <ns1:gd name="T31" fmla="*/ 78 h 1136"/>
                <ns1:gd name="T32" fmla="*/ 591 w 1136"/>
                <ns1:gd name="T33" fmla="*/ 82 h 1136"/>
                <ns1:gd name="T34" fmla="*/ 505 w 1136"/>
                <ns1:gd name="T35" fmla="*/ 84 h 1136"/>
                <ns1:gd name="T36" fmla="*/ 334 w 1136"/>
                <ns1:gd name="T37" fmla="*/ 168 h 1136"/>
                <ns1:gd name="T38" fmla="*/ 819 w 1136"/>
                <ns1:gd name="T39" fmla="*/ 177 h 1136"/>
                <ns1:gd name="T40" fmla="*/ 842 w 1136"/>
                <ns1:gd name="T41" fmla="*/ 140 h 1136"/>
                <ns1:gd name="T42" fmla="*/ 1033 w 1136"/>
                <ns1:gd name="T43" fmla="*/ 671 h 1136"/>
                <ns1:gd name="T44" fmla="*/ 400 w 1136"/>
                <ns1:gd name="T45" fmla="*/ 1048 h 1136"/>
                <ns1:gd name="T46" fmla="*/ 988 w 1136"/>
                <ns1:gd name="T47" fmla="*/ 793 h 1136"/>
                <ns1:gd name="T48" fmla="*/ 551 w 1136"/>
                <ns1:gd name="T49" fmla="*/ 85 h 1136"/>
                <ns1:gd name="T50" fmla="*/ 1032 w 1136"/>
                <ns1:gd name="T51" fmla="*/ 760 h 1136"/>
                <ns1:gd name="T52" fmla="*/ 1049 w 1136"/>
                <ns1:gd name="T53" fmla="*/ 524 h 1136"/>
                <ns1:gd name="T54" fmla="*/ 139 w 1136"/>
                <ns1:gd name="T55" fmla="*/ 779 h 1136"/>
                <ns1:gd name="T56" fmla="*/ 146 w 1136"/>
                <ns1:gd name="T57" fmla="*/ 815 h 1136"/>
                <ns1:gd name="T58" fmla="*/ 71 w 1136"/>
                <ns1:gd name="T59" fmla="*/ 676 h 1136"/>
                <ns1:gd name="T60" fmla="*/ 98 w 1136"/>
                <ns1:gd name="T61" fmla="*/ 484 h 1136"/>
                <ns1:gd name="T62" fmla="*/ 70 w 1136"/>
                <ns1:gd name="T63" fmla="*/ 517 h 1136"/>
                <ns1:gd name="T64" fmla="*/ 1053 w 1136"/>
                <ns1:gd name="T65" fmla="*/ 518 h 1136"/>
                <ns1:gd name="T66" fmla="*/ 300 w 1136"/>
                <ns1:gd name="T67" fmla="*/ 1013 h 1136"/>
                <ns1:gd name="T68" fmla="*/ 297 w 1136"/>
                <ns1:gd name="T69" fmla="*/ 996 h 1136"/>
                <ns1:gd name="T70" fmla="*/ 105 w 1136"/>
                <ns1:gd name="T71" fmla="*/ 429 h 1136"/>
                <ns1:gd name="T72" fmla="*/ 515 w 1136"/>
                <ns1:gd name="T73" fmla="*/ 1058 h 1136"/>
                <ns1:gd name="T74" fmla="*/ 826 w 1136"/>
                <ns1:gd name="T75" fmla="*/ 981 h 1136"/>
                <ns1:gd name="T76" fmla="*/ 1052 w 1136"/>
                <ns1:gd name="T77" fmla="*/ 707 h 1136"/>
                <ns1:gd name="T78" fmla="*/ 228 w 1136"/>
                <ns1:gd name="T79" fmla="*/ 905 h 1136"/>
                <ns1:gd name="T80" fmla="*/ 739 w 1136"/>
                <ns1:gd name="T81" fmla="*/ 1019 h 1136"/>
                <ns1:gd name="T82" fmla="*/ 606 w 1136"/>
                <ns1:gd name="T83" fmla="*/ 47 h 1136"/>
                <ns1:gd name="T84" fmla="*/ 88 w 1136"/>
                <ns1:gd name="T85" fmla="*/ 742 h 1136"/>
                <ns1:gd name="T86" fmla="*/ 1002 w 1136"/>
                <ns1:gd name="T87" fmla="*/ 833 h 1136"/>
                <ns1:gd name="T88" fmla="*/ 461 w 1136"/>
                <ns1:gd name="T89" fmla="*/ 1075 h 1136"/>
                <ns1:gd name="T90" fmla="*/ 98 w 1136"/>
                <ns1:gd name="T91" fmla="*/ 772 h 1136"/>
                <ns1:gd name="T92" fmla="*/ 959 w 1136"/>
                <ns1:gd name="T93" fmla="*/ 907 h 1136"/>
                <ns1:gd name="T94" fmla="*/ 923 w 1136"/>
                <ns1:gd name="T95" fmla="*/ 935 h 1136"/>
                <ns1:gd name="T96" fmla="*/ 1066 w 1136"/>
                <ns1:gd name="T97" fmla="*/ 575 h 1136"/>
                <ns1:gd name="T98" fmla="*/ 823 w 1136"/>
                <ns1:gd name="T99" fmla="*/ 1003 h 1136"/>
                <ns1:gd name="T100" fmla="*/ 284 w 1136"/>
                <ns1:gd name="T101" fmla="*/ 991 h 1136"/>
                <ns1:gd name="T102" fmla="*/ 1041 w 1136"/>
                <ns1:gd name="T103" fmla="*/ 621 h 1136"/>
                <ns1:gd name="T104" fmla="*/ 103 w 1136"/>
                <ns1:gd name="T105" fmla="*/ 677 h 1136"/>
                <ns1:gd name="T106" fmla="*/ 555 w 1136"/>
                <ns1:gd name="T107" fmla="*/ 1086 h 1136"/>
                <ns1:gd name="T108" fmla="*/ 751 w 1136"/>
                <ns1:gd name="T109" fmla="*/ 1016 h 1136"/>
                <ns1:gd name="T110" fmla="*/ 984 w 1136"/>
                <ns1:gd name="T111" fmla="*/ 876 h 1136"/>
                <ns1:gd name="T112" fmla="*/ 1075 w 1136"/>
                <ns1:gd name="T113" fmla="*/ 470 h 1136"/>
                <ns1:gd name="T114" fmla="*/ 786 w 1136"/>
                <ns1:gd name="T115" fmla="*/ 992 h 1136"/>
                <ns1:gd name="T116" fmla="*/ 274 w 1136"/>
                <ns1:gd name="T117" fmla="*/ 174 h 1136"/>
                <ns1:gd name="T118" fmla="*/ 428 w 1136"/>
                <ns1:gd name="T119" fmla="*/ 64 h 1136"/>
                <ns1:gd name="T120" fmla="*/ 676 w 1136"/>
                <ns1:gd name="T121" fmla="*/ 105 h 11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</ns1:cxnLst>
              <ns1:rect l="0" t="0" r="r" b="b"/>
              <ns1:pathLst>
                <ns1:path w="1136" h="1136">
                  <ns1:moveTo>
                    <ns1:pt x="0" y="590"/>
                  </ns1:moveTo>
                  <ns1:cubicBezTo>
                    <ns1:pt x="0" y="576"/>
                    <ns1:pt x="0" y="562"/>
                    <ns1:pt x="0" y="548"/>
                  </ns1:cubicBezTo>
                  <ns1:cubicBezTo>
                    <ns1:pt x="2" y="507"/>
                    <ns1:pt x="8" y="467"/>
                    <ns1:pt x="18" y="428"/>
                  </ns1:cubicBezTo>
                  <ns1:cubicBezTo>
                    <ns1:pt x="68" y="231"/>
                    <ns1:pt x="225" y="72"/>
                    <ns1:pt x="422" y="21"/>
                  </ns1:cubicBezTo>
                  <ns1:cubicBezTo>
                    <ns1:pt x="479" y="6"/>
                    <ns1:pt x="537" y="0"/>
                    <ns1:pt x="596" y="3"/>
                  </ns1:cubicBezTo>
                  <ns1:cubicBezTo>
                    <ns1:pt x="735" y="11"/>
                    <ns1:pt x="857" y="63"/>
                    <ns1:pt x="958" y="159"/>
                  </ns1:cubicBezTo>
                  <ns1:cubicBezTo>
                    <ns1:pt x="1044" y="241"/>
                    <ns1:pt x="1098" y="340"/>
                    <ns1:pt x="1122" y="456"/>
                  </ns1:cubicBezTo>
                  <ns1:cubicBezTo>
                    <ns1:pt x="1133" y="508"/>
                    <ns1:pt x="1136" y="561"/>
                    <ns1:pt x="1132" y="614"/>
                  </ns1:cubicBezTo>
                  <ns1:cubicBezTo>
                    <ns1:pt x="1114" y="856"/>
                    <ns1:pt x="940" y="1060"/>
                    <ns1:pt x="704" y="1119"/>
                  </ns1:cubicBezTo>
                  <ns1:cubicBezTo>
                    <ns1:pt x="667" y="1129"/>
                    <ns1:pt x="629" y="1134"/>
                    <ns1:pt x="590" y="1136"/>
                  </ns1:cubicBezTo>
                  <ns1:cubicBezTo>
                    <ns1:pt x="575" y="1136"/>
                    <ns1:pt x="559" y="1136"/>
                    <ns1:pt x="544" y="1136"/>
                  </ns1:cubicBezTo>
                  <ns1:cubicBezTo>
                    <ns1:pt x="503" y="1134"/>
                    <ns1:pt x="462" y="1128"/>
                    <ns1:pt x="422" y="1117"/>
                  </ns1:cubicBezTo>
                  <ns1:cubicBezTo>
                    <ns1:pt x="309" y="1087"/>
                    <ns1:pt x="214" y="1027"/>
                    <ns1:pt x="137" y="939"/>
                  </ns1:cubicBezTo>
                  <ns1:cubicBezTo>
                    <ns1:pt x="75" y="867"/>
                    <ns1:pt x="34" y="785"/>
                    <ns1:pt x="13" y="692"/>
                  </ns1:cubicBezTo>
                  <ns1:cubicBezTo>
                    <ns1:pt x="6" y="659"/>
                    <ns1:pt x="2" y="625"/>
                    <ns1:pt x="0" y="590"/>
                  </ns1:cubicBezTo>
                  <ns1:close/>
                  <ns1:moveTo>
                    <ns1:pt x="534" y="56"/>
                  </ns1:moveTo>
                  <ns1:cubicBezTo>
                    <ns1:pt x="530" y="56"/>
                    <ns1:pt x="527" y="57"/>
                    <ns1:pt x="523" y="57"/>
                  </ns1:cubicBezTo>
                  <ns1:cubicBezTo>
                    <ns1:pt x="523" y="60"/>
                    <ns1:pt x="523" y="62"/>
                    <ns1:pt x="523" y="64"/>
                  </ns1:cubicBezTo>
                  <ns1:cubicBezTo>
                    <ns1:pt x="535" y="63"/>
                    <ns1:pt x="546" y="63"/>
                    <ns1:pt x="557" y="62"/>
                  </ns1:cubicBezTo>
                  <ns1:cubicBezTo>
                    <ns1:pt x="557" y="59"/>
                    <ns1:pt x="556" y="57"/>
                    <ns1:pt x="556" y="54"/>
                  </ns1:cubicBezTo>
                  <ns1:cubicBezTo>
                    <ns1:pt x="549" y="55"/>
                    <ns1:pt x="543" y="55"/>
                    <ns1:pt x="537" y="56"/>
                  </ns1:cubicBezTo>
                  <ns1:cubicBezTo>
                    <ns1:pt x="539" y="55"/>
                    <ns1:pt x="541" y="54"/>
                    <ns1:pt x="544" y="53"/>
                  </ns1:cubicBezTo>
                  <ns1:cubicBezTo>
                    <ns1:pt x="543" y="50"/>
                    <ns1:pt x="542" y="47"/>
                    <ns1:pt x="541" y="44"/>
                  </ns1:cubicBezTo>
                  <ns1:cubicBezTo>
                    <ns1:pt x="538" y="45"/>
                    <ns1:pt x="535" y="45"/>
                    <ns1:pt x="532" y="46"/>
                  </ns1:cubicBezTo>
                  <ns1:cubicBezTo>
                    <ns1:pt x="532" y="48"/>
                    <ns1:pt x="533" y="50"/>
                    <ns1:pt x="533" y="51"/>
                  </ns1:cubicBezTo>
                  <ns1:cubicBezTo>
                    <ns1:pt x="534" y="53"/>
                    <ns1:pt x="534" y="55"/>
                    <ns1:pt x="534" y="56"/>
                  </ns1:cubicBezTo>
                  <ns1:close/>
                  <ns1:moveTo>
                    <ns1:pt x="713" y="76"/>
                  </ns1:moveTo>
                  <ns1:cubicBezTo>
                    <ns1:pt x="715" y="75"/>
                    <ns1:pt x="716" y="75"/>
                    <ns1:pt x="718" y="75"/>
                  </ns1:cubicBezTo>
                  <ns1:cubicBezTo>
                    <ns1:pt x="718" y="72"/>
                    <ns1:pt x="718" y="69"/>
                    <ns1:pt x="719" y="65"/>
                  </ns1:cubicBezTo>
                  <ns1:cubicBezTo>
                    <ns1:pt x="715" y="65"/>
                    <ns1:pt x="712" y="65"/>
                    <ns1:pt x="709" y="64"/>
                  </ns1:cubicBezTo>
                  <ns1:cubicBezTo>
                    <ns1:pt x="708" y="68"/>
                    <ns1:pt x="708" y="71"/>
                    <ns1:pt x="708" y="75"/>
                  </ns1:cubicBezTo>
                  <ns1:cubicBezTo>
                    <ns1:pt x="704" y="74"/>
                    <ns1:pt x="700" y="73"/>
                    <ns1:pt x="696" y="72"/>
                  </ns1:cubicBezTo>
                  <ns1:cubicBezTo>
                    <ns1:pt x="696" y="74"/>
                    <ns1:pt x="695" y="77"/>
                    <ns1:pt x="695" y="79"/>
                  </ns1:cubicBezTo>
                  <ns1:cubicBezTo>
                    <ns1:pt x="705" y="82"/>
                    <ns1:pt x="716" y="85"/>
                    <ns1:pt x="727" y="88"/>
                  </ns1:cubicBezTo>
                  <ns1:cubicBezTo>
                    <ns1:pt x="728" y="85"/>
                    <ns1:pt x="728" y="83"/>
                    <ns1:pt x="729" y="81"/>
                  </ns1:cubicBezTo>
                  <ns1:cubicBezTo>
                    <ns1:pt x="723" y="79"/>
                    <ns1:pt x="718" y="77"/>
                    <ns1:pt x="713" y="76"/>
                  </ns1:cubicBezTo>
                  <ns1:close/>
                  <ns1:moveTo>
                    <ns1:pt x="168" y="879"/>
                  </ns1:moveTo>
                  <ns1:cubicBezTo>
                    <ns1:pt x="168" y="879"/>
                    <ns1:pt x="168" y="878"/>
                    <ns1:pt x="167" y="878"/>
                  </ns1:cubicBezTo>
                  <ns1:cubicBezTo>
                    <ns1:pt x="172" y="870"/>
                    <ns1:pt x="176" y="862"/>
                    <ns1:pt x="181" y="854"/>
                  </ns1:cubicBezTo>
                  <ns1:cubicBezTo>
                    <ns1:pt x="182" y="851"/>
                    <ns1:pt x="182" y="850"/>
                    <ns1:pt x="180" y="848"/>
                  </ns1:cubicBezTo>
                  <ns1:cubicBezTo>
                    <ns1:pt x="179" y="846"/>
                    <ns1:pt x="177" y="844"/>
                    <ns1:pt x="175" y="841"/>
                  </ns1:cubicBezTo>
                  <ns1:cubicBezTo>
                    <ns1:pt x="164" y="850"/>
                    <ns1:pt x="154" y="858"/>
                    <ns1:pt x="143" y="866"/>
                  </ns1:cubicBezTo>
                  <ns1:cubicBezTo>
                    <ns1:pt x="144" y="868"/>
                    <ns1:pt x="146" y="870"/>
                    <ns1:pt x="147" y="872"/>
                  </ns1:cubicBezTo>
                  <ns1:cubicBezTo>
                    <ns1:pt x="156" y="865"/>
                    <ns1:pt x="164" y="859"/>
                    <ns1:pt x="172" y="854"/>
                  </ns1:cubicBezTo>
                  <ns1:cubicBezTo>
                    <ns1:pt x="172" y="854"/>
                    <ns1:pt x="172" y="854"/>
                    <ns1:pt x="172" y="854"/>
                  </ns1:cubicBezTo>
                  <ns1:cubicBezTo>
                    <ns1:pt x="167" y="864"/>
                    <ns1:pt x="162" y="874"/>
                    <ns1:pt x="156" y="884"/>
                  </ns1:cubicBezTo>
                  <ns1:cubicBezTo>
                    <ns1:pt x="158" y="886"/>
                    <ns1:pt x="160" y="889"/>
                    <ns1:pt x="163" y="893"/>
                  </ns1:cubicBezTo>
                  <ns1:cubicBezTo>
                    <ns1:pt x="174" y="884"/>
                    <ns1:pt x="184" y="876"/>
                    <ns1:pt x="195" y="868"/>
                  </ns1:cubicBezTo>
                  <ns1:cubicBezTo>
                    <ns1:pt x="194" y="866"/>
                    <ns1:pt x="193" y="864"/>
                    <ns1:pt x="191" y="862"/>
                  </ns1:cubicBezTo>
                  <ns1:cubicBezTo>
                    <ns1:pt x="183" y="868"/>
                    <ns1:pt x="176" y="873"/>
                    <ns1:pt x="168" y="879"/>
                  </ns1:cubicBezTo>
                  <ns1:close/>
                  <ns1:moveTo>
                    <ns1:pt x="652" y="1048"/>
                  </ns1:moveTo>
                  <ns1:cubicBezTo>
                    <ns1:pt x="657" y="1056"/>
                    <ns1:pt x="663" y="1065"/>
                    <ns1:pt x="669" y="1073"/>
                  </ns1:cubicBezTo>
                  <ns1:cubicBezTo>
                    <ns1:pt x="670" y="1074"/>
                    <ns1:pt x="671" y="1076"/>
                    <ns1:pt x="672" y="1076"/>
                  </ns1:cubicBezTo>
                  <ns1:cubicBezTo>
                    <ns1:pt x="676" y="1075"/>
                    <ns1:pt x="679" y="1074"/>
                    <ns1:pt x="682" y="1074"/>
                  </ns1:cubicBezTo>
                  <ns1:cubicBezTo>
                    <ns1:pt x="679" y="1060"/>
                    <ns1:pt x="677" y="1047"/>
                    <ns1:pt x="674" y="1034"/>
                  </ns1:cubicBezTo>
                  <ns1:cubicBezTo>
                    <ns1:pt x="672" y="1034"/>
                    <ns1:pt x="670" y="1035"/>
                    <ns1:pt x="667" y="1035"/>
                  </ns1:cubicBezTo>
                  <ns1:cubicBezTo>
                    <ns1:pt x="669" y="1045"/>
                    <ns1:pt x="671" y="1055"/>
                    <ns1:pt x="673" y="1065"/>
                  </ns1:cubicBezTo>
                  <ns1:cubicBezTo>
                    <ns1:pt x="672" y="1065"/>
                    <ns1:pt x="672" y="1065"/>
                    <ns1:pt x="671" y="1065"/>
                  </ns1:cubicBezTo>
                  <ns1:cubicBezTo>
                    <ns1:pt x="667" y="1058"/>
                    <ns1:pt x="663" y="1052"/>
                    <ns1:pt x="659" y="1046"/>
                  </ns1:cubicBezTo>
                  <ns1:cubicBezTo>
                    <ns1:pt x="653" y="1037"/>
                    <ns1:pt x="653" y="1037"/>
                    <ns1:pt x="643" y="1040"/>
                  </ns1:cubicBezTo>
                  <ns1:cubicBezTo>
                    <ns1:pt x="643" y="1040"/>
                    <ns1:pt x="642" y="1040"/>
                    <ns1:pt x="642" y="1040"/>
                  </ns1:cubicBezTo>
                  <ns1:cubicBezTo>
                    <ns1:pt x="644" y="1053"/>
                    <ns1:pt x="647" y="1067"/>
                    <ns1:pt x="649" y="1080"/>
                  </ns1:cubicBezTo>
                  <ns1:cubicBezTo>
                    <ns1:pt x="652" y="1080"/>
                    <ns1:pt x="654" y="1079"/>
                    <ns1:pt x="656" y="1079"/>
                  </ns1:cubicBezTo>
                  <ns1:cubicBezTo>
                    <ns1:pt x="655" y="1068"/>
                    <ns1:pt x="653" y="1058"/>
                    <ns1:pt x="651" y="1049"/>
                  </ns1:cubicBezTo>
                  <ns1:cubicBezTo>
                    <ns1:pt x="651" y="1048"/>
                    <ns1:pt x="651" y="1048"/>
                    <ns1:pt x="652" y="1048"/>
                  </ns1:cubicBezTo>
                  <ns1:close/>
                  <ns1:moveTo>
                    <ns1:pt x="427" y="79"/>
                  </ns1:moveTo>
                  <ns1:cubicBezTo>
                    <ns1:pt x="427" y="79"/>
                    <ns1:pt x="427" y="78"/>
                    <ns1:pt x="426" y="78"/>
                  </ns1:cubicBezTo>
                  <ns1:cubicBezTo>
                    <ns1:pt x="427" y="77"/>
                    <ns1:pt x="428" y="76"/>
                    <ns1:pt x="429" y="74"/>
                  </ns1:cubicBezTo>
                  <ns1:cubicBezTo>
                    <ns1:pt x="418" y="64"/>
                    <ns1:pt x="421" y="65"/>
                    <ns1:pt x="412" y="73"/>
                  </ns1:cubicBezTo>
                  <ns1:cubicBezTo>
                    <ns1:pt x="415" y="76"/>
                    <ns1:pt x="418" y="78"/>
                    <ns1:pt x="422" y="81"/>
                  </ns1:cubicBezTo>
                  <ns1:cubicBezTo>
                    <ns1:pt x="416" y="82"/>
                    <ns1:pt x="412" y="83"/>
                    <ns1:pt x="408" y="84"/>
                  </ns1:cubicBezTo>
                  <ns1:cubicBezTo>
                    <ns1:pt x="409" y="89"/>
                    <ns1:pt x="410" y="94"/>
                    <ns1:pt x="412" y="99"/>
                  </ns1:cubicBezTo>
                  <ns1:cubicBezTo>
                    <ns1:pt x="415" y="98"/>
                    <ns1:pt x="417" y="98"/>
                    <ns1:pt x="420" y="97"/>
                  </ns1:cubicBezTo>
                  <ns1:cubicBezTo>
                    <ns1:pt x="420" y="94"/>
                    <ns1:pt x="419" y="92"/>
                    <ns1:pt x="419" y="90"/>
                  </ns1:cubicBezTo>
                  <ns1:cubicBezTo>
                    <ns1:pt x="433" y="86"/>
                    <ns1:pt x="447" y="82"/>
                    <ns1:pt x="461" y="78"/>
                  </ns1:cubicBezTo>
                  <ns1:cubicBezTo>
                    <ns1:pt x="462" y="81"/>
                    <ns1:pt x="462" y="83"/>
                    <ns1:pt x="463" y="86"/>
                  </ns1:cubicBezTo>
                  <ns1:cubicBezTo>
                    <ns1:pt x="466" y="85"/>
                    <ns1:pt x="469" y="84"/>
                    <ns1:pt x="473" y="83"/>
                  </ns1:cubicBezTo>
                  <ns1:cubicBezTo>
                    <ns1:pt x="471" y="78"/>
                    <ns1:pt x="470" y="73"/>
                    <ns1:pt x="469" y="68"/>
                  </ns1:cubicBezTo>
                  <ns1:cubicBezTo>
                    <ns1:pt x="464" y="69"/>
                    <ns1:pt x="460" y="70"/>
                    <ns1:pt x="455" y="71"/>
                  </ns1:cubicBezTo>
                  <ns1:cubicBezTo>
                    <ns1:pt x="457" y="66"/>
                    <ns1:pt x="459" y="62"/>
                    <ns1:pt x="461" y="58"/>
                  </ns1:cubicBezTo>
                  <ns1:cubicBezTo>
                    <ns1:pt x="457" y="57"/>
                    <ns1:pt x="454" y="57"/>
                    <ns1:pt x="450" y="56"/>
                  </ns1:cubicBezTo>
                  <ns1:cubicBezTo>
                    <ns1:pt x="449" y="59"/>
                    <ns1:pt x="449" y="61"/>
                    <ns1:pt x="448" y="63"/>
                  </ns1:cubicBezTo>
                  <ns1:cubicBezTo>
                    <ns1:pt x="445" y="74"/>
                    <ns1:pt x="445" y="74"/>
                    <ns1:pt x="434" y="77"/>
                  </ns1:cubicBezTo>
                  <ns1:cubicBezTo>
                    <ns1:pt x="432" y="78"/>
                    <ns1:pt x="430" y="79"/>
                    <ns1:pt x="427" y="79"/>
                  </ns1:cubicBezTo>
                  <ns1:close/>
                  <ns1:moveTo>
                    <ns1:pt x="444" y="97"/>
                  </ns1:moveTo>
                  <ns1:cubicBezTo>
                    <ns1:pt x="444" y="97"/>
                    <ns1:pt x="444" y="97"/>
                    <ns1:pt x="444" y="97"/>
                  </ns1:cubicBezTo>
                  <ns1:cubicBezTo>
                    <ns1:pt x="443" y="99"/>
                    <ns1:pt x="442" y="102"/>
                    <ns1:pt x="440" y="104"/>
                  </ns1:cubicBezTo>
                  <ns1:cubicBezTo>
                    <ns1:pt x="432" y="107"/>
                    <ns1:pt x="423" y="109"/>
                    <ns1:pt x="414" y="111"/>
                  </ns1:cubicBezTo>
                  <ns1:cubicBezTo>
                    <ns1:pt x="415" y="114"/>
                    <ns1:pt x="416" y="116"/>
                    <ns1:pt x="416" y="119"/>
                  </ns1:cubicBezTo>
                  <ns1:cubicBezTo>
                    <ns1:pt x="426" y="117"/>
                    <ns1:pt x="435" y="114"/>
                    <ns1:pt x="443" y="112"/>
                  </ns1:cubicBezTo>
                  <ns1:cubicBezTo>
                    <ns1:pt x="447" y="119"/>
                    <ns1:pt x="440" y="119"/>
                    <ns1:pt x="438" y="122"/>
                  </ns1:cubicBezTo>
                  <ns1:cubicBezTo>
                    <ns1:pt x="439" y="124"/>
                    <ns1:pt x="441" y="127"/>
                    <ns1:pt x="443" y="130"/>
                  </ns1:cubicBezTo>
                  <ns1:cubicBezTo>
                    <ns1:pt x="446" y="128"/>
                    <ns1:pt x="449" y="127"/>
                    <ns1:pt x="453" y="126"/>
                  </ns1:cubicBezTo>
                  <ns1:cubicBezTo>
                    <ns1:pt x="456" y="125"/>
                    <ns1:pt x="458" y="122"/>
                    <ns1:pt x="456" y="118"/>
                  </ns1:cubicBezTo>
                  <ns1:cubicBezTo>
                    <ns1:pt x="455" y="116"/>
                    <ns1:pt x="454" y="113"/>
                    <ns1:pt x="453" y="109"/>
                  </ns1:cubicBezTo>
                  <ns1:cubicBezTo>
                    <ns1:pt x="462" y="107"/>
                    <ns1:pt x="470" y="105"/>
                    <ns1:pt x="479" y="103"/>
                  </ns1:cubicBezTo>
                  <ns1:cubicBezTo>
                    <ns1:pt x="478" y="100"/>
                    <ns1:pt x="477" y="97"/>
                    <ns1:pt x="476" y="95"/>
                  </ns1:cubicBezTo>
                  <ns1:cubicBezTo>
                    <ns1:pt x="468" y="97"/>
                    <ns1:pt x="460" y="99"/>
                    <ns1:pt x="452" y="101"/>
                  </ns1:cubicBezTo>
                  <ns1:cubicBezTo>
                    <ns1:pt x="455" y="95"/>
                    <ns1:pt x="458" y="90"/>
                    <ns1:pt x="461" y="85"/>
                  </ns1:cubicBezTo>
                  <ns1:cubicBezTo>
                    <ns1:pt x="461" y="85"/>
                    <ns1:pt x="460" y="84"/>
                    <ns1:pt x="460" y="84"/>
                  </ns1:cubicBezTo>
                  <ns1:cubicBezTo>
                    <ns1:pt x="447" y="87"/>
                    <ns1:pt x="435" y="90"/>
                    <ns1:pt x="422" y="94"/>
                  </ns1:cubicBezTo>
                  <ns1:cubicBezTo>
                    <ns1:pt x="423" y="97"/>
                    <ns1:pt x="423" y="99"/>
                    <ns1:pt x="424" y="101"/>
                  </ns1:cubicBezTo>
                  <ns1:cubicBezTo>
                    <ns1:pt x="431" y="100"/>
                    <ns1:pt x="437" y="98"/>
                    <ns1:pt x="444" y="97"/>
                  </ns1:cubicBezTo>
                  <ns1:close/>
                  <ns1:moveTo>
                    <ns1:pt x="879" y="213"/>
                  </ns1:moveTo>
                  <ns1:cubicBezTo>
                    <ns1:pt x="880" y="213"/>
                    <ns1:pt x="880" y="214"/>
                    <ns1:pt x="880" y="214"/>
                  </ns1:cubicBezTo>
                  <ns1:cubicBezTo>
                    <ns1:pt x="882" y="215"/>
                    <ns1:pt x="884" y="218"/>
                    <ns1:pt x="885" y="218"/>
                  </ns1:cubicBezTo>
                  <ns1:cubicBezTo>
                    <ns1:pt x="889" y="218"/>
                    <ns1:pt x="893" y="217"/>
                    <ns1:pt x="897" y="216"/>
                  </ns1:cubicBezTo>
                  <ns1:cubicBezTo>
                    <ns1:pt x="898" y="218"/>
                    <ns1:pt x="900" y="220"/>
                    <ns1:pt x="903" y="222"/>
                  </ns1:cubicBezTo>
                  <ns1:cubicBezTo>
                    <ns1:pt x="896" y="229"/>
                    <ns1:pt x="892" y="229"/>
                    <ns1:pt x="878" y="224"/>
                  </ns1:cubicBezTo>
                  <ns1:cubicBezTo>
                    <ns1:pt x="878" y="227"/>
                    <ns1:pt x="878" y="229"/>
                    <ns1:pt x="878" y="233"/>
                  </ns1:cubicBezTo>
                  <ns1:cubicBezTo>
                    <ns1:pt x="884" y="234"/>
                    <ns1:pt x="889" y="236"/>
                    <ns1:pt x="895" y="235"/>
                  </ns1:cubicBezTo>
                  <ns1:cubicBezTo>
                    <ns1:pt x="900" y="235"/>
                    <ns1:pt x="905" y="231"/>
                    <ns1:pt x="910" y="228"/>
                  </ns1:cubicBezTo>
                  <ns1:cubicBezTo>
                    <ns1:pt x="910" y="229"/>
                    <ns1:pt x="910" y="230"/>
                    <ns1:pt x="910" y="230"/>
                  </ns1:cubicBezTo>
                  <ns1:cubicBezTo>
                    <ns1:pt x="908" y="232"/>
                    <ns1:pt x="906" y="234"/>
                    <ns1:pt x="904" y="236"/>
                  </ns1:cubicBezTo>
                  <ns1:cubicBezTo>
                    <ns1:pt x="893" y="248"/>
                    <ns1:pt x="893" y="245"/>
                    <ns1:pt x="905" y="257"/>
                  </ns1:cubicBezTo>
                  <ns1:cubicBezTo>
                    <ns1:pt x="909" y="261"/>
                    <ns1:pt x="912" y="260"/>
                    <ns1:pt x="916" y="258"/>
                  </ns1:cubicBezTo>
                  <ns1:cubicBezTo>
                    <ns1:pt x="920" y="255"/>
                    <ns1:pt x="917" y="253"/>
                    <ns1:pt x="916" y="250"/>
                  </ns1:cubicBezTo>
                  <ns1:cubicBezTo>
                    <ns1:pt x="916" y="249"/>
                    <ns1:pt x="915" y="248"/>
                    <ns1:pt x="915" y="247"/>
                  </ns1:cubicBezTo>
                  <ns1:cubicBezTo>
                    <ns1:pt x="914" y="248"/>
                    <ns1:pt x="913" y="249"/>
                    <ns1:pt x="912" y="250"/>
                  </ns1:cubicBezTo>
                  <ns1:cubicBezTo>
                    <ns1:pt x="910" y="250"/>
                    <ns1:pt x="909" y="249"/>
                    <ns1:pt x="907" y="249"/>
                  </ns1:cubicBezTo>
                  <ns1:cubicBezTo>
                    <ns1:pt x="907" y="248"/>
                    <ns1:pt x="907" y="246"/>
                    <ns1:pt x="908" y="245"/>
                  </ns1:cubicBezTo>
                  <ns1:cubicBezTo>
                    <ns1:pt x="911" y="241"/>
                    <ns1:pt x="914" y="239"/>
                    <ns1:pt x="918" y="235"/>
                  </ns1:cubicBezTo>
                  <ns1:cubicBezTo>
                    <ns1:pt x="920" y="238"/>
                    <ns1:pt x="923" y="241"/>
                    <ns1:pt x="926" y="243"/>
                  </ns1:cubicBezTo>
                  <ns1:cubicBezTo>
                    <ns1:pt x="928" y="241"/>
                    <ns1:pt x="930" y="240"/>
                    <ns1:pt x="932" y="238"/>
                  </ns1:cubicBezTo>
                  <ns1:cubicBezTo>
                    <ns1:pt x="921" y="228"/>
                    <ns1:pt x="911" y="218"/>
                    <ns1:pt x="901" y="208"/>
                  </ns1:cubicBezTo>
                  <ns1:cubicBezTo>
                    <ns1:pt x="902" y="196"/>
                    <ns1:pt x="915" y="195"/>
                    <ns1:pt x="921" y="188"/>
                  </ns1:cubicBezTo>
                  <ns1:cubicBezTo>
                    <ns1:pt x="916" y="183"/>
                    <ns1:pt x="911" y="178"/>
                    <ns1:pt x="907" y="172"/>
                  </ns1:cubicBezTo>
                  <ns1:cubicBezTo>
                    <ns1:pt x="892" y="188"/>
                    <ns1:pt x="877" y="203"/>
                    <ns1:pt x="862" y="218"/>
                  </ns1:cubicBezTo>
                  <ns1:cubicBezTo>
                    <ns1:pt x="865" y="220"/>
                    <ns1:pt x="866" y="222"/>
                    <ns1:pt x="869" y="224"/>
                  </ns1:cubicBezTo>
                  <ns1:cubicBezTo>
                    <ns1:pt x="872" y="220"/>
                    <ns1:pt x="876" y="217"/>
                    <ns1:pt x="879" y="213"/>
                  </ns1:cubicBezTo>
                  <ns1:close/>
                  <ns1:moveTo>
                    <ns1:pt x="217" y="233"/>
                  </ns1:moveTo>
                  <ns1:cubicBezTo>
                    <ns1:pt x="219" y="233"/>
                    <ns1:pt x="221" y="234"/>
                    <ns1:pt x="223" y="234"/>
                  </ns1:cubicBezTo>
                  <ns1:cubicBezTo>
                    <ns1:pt x="224" y="233"/>
                    <ns1:pt x="224" y="231"/>
                    <ns1:pt x="225" y="230"/>
                  </ns1:cubicBezTo>
                  <ns1:cubicBezTo>
                    <ns1:pt x="235" y="238"/>
                    <ns1:pt x="235" y="239"/>
                    <ns1:pt x="230" y="246"/>
                  </ns1:cubicBezTo>
                  <ns1:cubicBezTo>
                    <ns1:pt x="233" y="248"/>
                    <ns1:pt x="235" y="249"/>
                    <ns1:pt x="238" y="250"/>
                  </ns1:cubicBezTo>
                  <ns1:cubicBezTo>
                    <ns1:pt x="241" y="246"/>
                    <ns1:pt x="247" y="244"/>
                    <ns1:pt x="244" y="236"/>
                  </ns1:cubicBezTo>
                  <ns1:cubicBezTo>
                    <ns1:pt x="247" y="236"/>
                    <ns1:pt x="249" y="235"/>
                    <ns1:pt x="252" y="235"/>
                  </ns1:cubicBezTo>
                  <ns1:cubicBezTo>
                    <ns1:pt x="250" y="221"/>
                    <ns1:pt x="242" y="211"/>
                    <ns1:pt x="233" y="202"/>
                  </ns1:cubicBezTo>
                  <ns1:cubicBezTo>
                    <ns1:pt x="235" y="201"/>
                    <ns1:pt x="236" y="200"/>
                    <ns1:pt x="236" y="200"/>
                  </ns1:cubicBezTo>
                  <ns1:cubicBezTo>
                    <ns1:pt x="246" y="209"/>
                    <ns1:pt x="255" y="217"/>
                    <ns1:pt x="263" y="225"/>
                  </ns1:cubicBezTo>
                  <ns1:cubicBezTo>
                    <ns1:pt x="265" y="224"/>
                    <ns1:pt x="267" y="222"/>
                    <ns1:pt x="269" y="221"/>
                  </ns1:cubicBezTo>
                  <ns1:cubicBezTo>
                    <ns1:pt x="260" y="211"/>
                    <ns1:pt x="251" y="202"/>
                    <ns1:pt x="243" y="193"/>
                  </ns1:cubicBezTo>
                  <ns1:cubicBezTo>
                    <ns1:pt x="244" y="191"/>
                    <ns1:pt x="245" y="190"/>
                    <ns1:pt x="246" y="189"/>
                  </ns1:cubicBezTo>
                  <ns1:cubicBezTo>
                    <ns1:pt x="244" y="187"/>
                    <ns1:pt x="243" y="185"/>
                    <ns1:pt x="240" y="182"/>
                  </ns1:cubicBezTo>
                  <ns1:cubicBezTo>
                    <ns1:pt x="236" y="187"/>
                    <ns1:pt x="232" y="192"/>
                    <ns1:pt x="228" y="197"/>
                  </ns1:cubicBezTo>
                  <ns1:cubicBezTo>
                    <ns1:pt x="225" y="194"/>
                    <ns1:pt x="223" y="192"/>
                    <ns1:pt x="221" y="189"/>
                  </ns1:cubicBezTo>
                  <ns1:cubicBezTo>
                    <ns1:pt x="225" y="184"/>
                    <ns1:pt x="228" y="180"/>
                    <ns1:pt x="232" y="174"/>
                  </ns1:cubicBezTo>
                  <ns1:cubicBezTo>
                    <ns1:pt x="228" y="174"/>
                    <ns1:pt x="225" y="173"/>
                    <ns1:pt x="222" y="173"/>
                  </ns1:cubicBezTo>
                  <ns1:cubicBezTo>
                    <ns1:pt x="218" y="179"/>
                    <ns1:pt x="215" y="185"/>
                    <ns1:pt x="212" y="192"/>
                  </ns1:cubicBezTo>
                  <ns1:cubicBezTo>
                    <ns1:pt x="213" y="193"/>
                    <ns1:pt x="214" y="194"/>
                    <ns1:pt x="215" y="195"/>
                  </ns1:cubicBezTo>
                  <ns1:cubicBezTo>
                    <ns1:pt x="221" y="201"/>
                    <ns1:pt x="227" y="207"/>
                    <ns1:pt x="232" y="213"/>
                  </ns1:cubicBezTo>
                  <ns1:cubicBezTo>
                    <ns1:pt x="237" y="219"/>
                    <ns1:pt x="241" y="225"/>
                    <ns1:pt x="242" y="233"/>
                  </ns1:cubicBezTo>
                  <ns1:cubicBezTo>
                    <ns1:pt x="238" y="229"/>
                    <ns1:pt x="233" y="225"/>
                    <ns1:pt x="229" y="222"/>
                  </ns1:cubicBezTo>
                  <ns1:cubicBezTo>
                    <ns1:pt x="229" y="221"/>
                    <ns1:pt x="229" y="219"/>
                    <ns1:pt x="229" y="219"/>
                  </ns1:cubicBezTo>
                  <ns1:cubicBezTo>
                    <ns1:pt x="232" y="213"/>
                    <ns1:pt x="228" y="212"/>
                    <ns1:pt x="225" y="210"/>
                  </ns1:cubicBezTo>
                  <ns1:cubicBezTo>
                    <ns1:pt x="224" y="211"/>
                    <ns1:pt x="223" y="213"/>
                    <ns1:pt x="222" y="214"/>
                  </ns1:cubicBezTo>
                  <ns1:cubicBezTo>
                    <ns1:pt x="220" y="212"/>
                    <ns1:pt x="219" y="210"/>
                    <ns1:pt x="217" y="209"/>
                  </ns1:cubicBezTo>
                  <ns1:cubicBezTo>
                    <ns1:pt x="218" y="207"/>
                    <ns1:pt x="219" y="206"/>
                    <ns1:pt x="221" y="205"/>
                  </ns1:cubicBezTo>
                  <ns1:cubicBezTo>
                    <ns1:pt x="219" y="203"/>
                    <ns1:pt x="218" y="201"/>
                    <ns1:pt x="216" y="199"/>
                  </ns1:cubicBezTo>
                  <ns1:cubicBezTo>
                    <ns1:pt x="214" y="201"/>
                    <ns1:pt x="213" y="202"/>
                    <ns1:pt x="211" y="203"/>
                  </ns1:cubicBezTo>
                  <ns1:cubicBezTo>
                    <ns1:pt x="208" y="200"/>
                    <ns1:pt x="205" y="196"/>
                    <ns1:pt x="202" y="193"/>
                  </ns1:cubicBezTo>
                  <ns1:cubicBezTo>
                    <ns1:pt x="200" y="195"/>
                    <ns1:pt x="198" y="197"/>
                    <ns1:pt x="195" y="199"/>
                  </ns1:cubicBezTo>
                  <ns1:cubicBezTo>
                    <ns1:pt x="197" y="201"/>
                    <ns1:pt x="199" y="203"/>
                    <ns1:pt x="200" y="204"/>
                  </ns1:cubicBezTo>
                  <ns1:cubicBezTo>
                    <ns1:pt x="202" y="206"/>
                    <ns1:pt x="203" y="208"/>
                    <ns1:pt x="205" y="209"/>
                  </ns1:cubicBezTo>
                  <ns1:cubicBezTo>
                    <ns1:pt x="203" y="211"/>
                    <ns1:pt x="201" y="213"/>
                    <ns1:pt x="200" y="215"/>
                  </ns1:cubicBezTo>
                  <ns1:cubicBezTo>
                    <ns1:pt x="202" y="217"/>
                    <ns1:pt x="203" y="218"/>
                    <ns1:pt x="205" y="220"/>
                  </ns1:cubicBezTo>
                  <ns1:cubicBezTo>
                    <ns1:pt x="207" y="218"/>
                    <ns1:pt x="209" y="217"/>
                    <ns1:pt x="211" y="215"/>
                  </ns1:cubicBezTo>
                  <ns1:cubicBezTo>
                    <ns1:pt x="218" y="221"/>
                    <ns1:pt x="218" y="221"/>
                    <ns1:pt x="214" y="231"/>
                  </ns1:cubicBezTo>
                  <ns1:cubicBezTo>
                    <ns1:pt x="215" y="232"/>
                    <ns1:pt x="216" y="232"/>
                    <ns1:pt x="218" y="233"/>
                  </ns1:cubicBezTo>
                  <ns1:cubicBezTo>
                    <ns1:pt x="215" y="234"/>
                    <ns1:pt x="212" y="234"/>
                    <ns1:pt x="209" y="235"/>
                  </ns1:cubicBezTo>
                  <ns1:cubicBezTo>
                    <ns1:pt x="213" y="243"/>
                    <ns1:pt x="216" y="250"/>
                    <ns1:pt x="220" y="258"/>
                  </ns1:cubicBezTo>
                  <ns1:cubicBezTo>
                    <ns1:pt x="223" y="257"/>
                    <ns1:pt x="227" y="256"/>
                    <ns1:pt x="230" y="255"/>
                  </ns1:cubicBezTo>
                  <ns1:cubicBezTo>
                    <ns1:pt x="229" y="253"/>
                    <ns1:pt x="228" y="252"/>
                    <ns1:pt x="227" y="250"/>
                  </ns1:cubicBezTo>
                  <ns1:cubicBezTo>
                    <ns1:pt x="224" y="245"/>
                    <ns1:pt x="221" y="239"/>
                    <ns1:pt x="217" y="233"/>
                  </ns1:cubicBezTo>
                  <ns1:close/>
                  <ns1:moveTo>
                    <ns1:pt x="567" y="998"/>
                  </ns1:moveTo>
                  <ns1:cubicBezTo>
                    <ns1:pt x="803" y="998"/>
                    <ns1:pt x="995" y="807"/>
                    <ns1:pt x="995" y="570"/>
                  </ns1:cubicBezTo>
                  <ns1:cubicBezTo>
                    <ns1:pt x="996" y="333"/>
                    <ns1:pt x="804" y="141"/>
                    <ns1:pt x="568" y="141"/>
                  </ns1:cubicBezTo>
                  <ns1:cubicBezTo>
                    <ns1:pt x="331" y="140"/>
                    <ns1:pt x="139" y="332"/>
                    <ns1:pt x="139" y="569"/>
                  </ns1:cubicBezTo>
                  <ns1:cubicBezTo>
                    <ns1:pt x="138" y="806"/>
                    <ns1:pt x="330" y="997"/>
                    <ns1:pt x="567" y="998"/>
                  </ns1:cubicBezTo>
                  <ns1:close/>
                  <ns1:moveTo>
                    <ns1:pt x="677" y="64"/>
                  </ns1:moveTo>
                  <ns1:cubicBezTo>
                    <ns1:pt x="675" y="63"/>
                    <ns1:pt x="673" y="63"/>
                    <ns1:pt x="670" y="62"/>
                  </ns1:cubicBezTo>
                  <ns1:cubicBezTo>
                    <ns1:pt x="668" y="69"/>
                    <ns1:pt x="667" y="76"/>
                    <ns1:pt x="665" y="82"/>
                  </ns1:cubicBezTo>
                  <ns1:cubicBezTo>
                    <ns1:pt x="663" y="82"/>
                    <ns1:pt x="661" y="82"/>
                    <ns1:pt x="660" y="81"/>
                  </ns1:cubicBezTo>
                  <ns1:cubicBezTo>
                    <ns1:pt x="659" y="84"/>
                    <ns1:pt x="659" y="86"/>
                    <ns1:pt x="658" y="88"/>
                  </ns1:cubicBezTo>
                  <ns1:cubicBezTo>
                    <ns1:pt x="660" y="89"/>
                    <ns1:pt x="661" y="89"/>
                    <ns1:pt x="664" y="90"/>
                  </ns1:cubicBezTo>
                  <ns1:cubicBezTo>
                    <ns1:pt x="660" y="98"/>
                    <ns1:pt x="656" y="106"/>
                    <ns1:pt x="652" y="114"/>
                  </ns1:cubicBezTo>
                  <ns1:cubicBezTo>
                    <ns1:pt x="653" y="115"/>
                    <ns1:pt x="655" y="117"/>
                    <ns1:pt x="657" y="119"/>
                  </ns1:cubicBezTo>
                  <ns1:cubicBezTo>
                    <ns1:pt x="665" y="112"/>
                    <ns1:pt x="667" y="101"/>
                    <ns1:pt x="671" y="91"/>
                  </ns1:cubicBezTo>
                  <ns1:cubicBezTo>
                    <ns1:pt x="674" y="92"/>
                    <ns1:pt x="677" y="93"/>
                    <ns1:pt x="679" y="94"/>
                  </ns1:cubicBezTo>
                  <ns1:cubicBezTo>
                    <ns1:pt x="678" y="99"/>
                    <ns1:pt x="677" y="103"/>
                    <ns1:pt x="676" y="108"/>
                  </ns1:cubicBezTo>
                  <ns1:cubicBezTo>
                    <ns1:pt x="675" y="113"/>
                    <ns1:pt x="674" y="116"/>
                    <ns1:pt x="668" y="113"/>
                  </ns1:cubicBezTo>
                  <ns1:cubicBezTo>
                    <ns1:pt x="668" y="116"/>
                    <ns1:pt x="669" y="119"/>
                    <ns1:pt x="669" y="123"/>
                  </ns1:cubicBezTo>
                  <ns1:cubicBezTo>
                    <ns1:pt x="673" y="122"/>
                    <ns1:pt x="678" y="122"/>
                    <ns1:pt x="682" y="121"/>
                  </ns1:cubicBezTo>
                  <ns1:cubicBezTo>
                    <ns1:pt x="682" y="121"/>
                    <ns1:pt x="682" y="120"/>
                    <ns1:pt x="682" y="120"/>
                  </ns1:cubicBezTo>
                  <ns1:cubicBezTo>
                    <ns1:pt x="684" y="122"/>
                    <ns1:pt x="686" y="124"/>
                    <ns1:pt x="689" y="128"/>
                  </ns1:cubicBezTo>
                  <ns1:cubicBezTo>
                    <ns1:pt x="692" y="122"/>
                    <ns1:pt x="696" y="117"/>
                    <ns1:pt x="698" y="112"/>
                  </ns1:cubicBezTo>
                  <ns1:cubicBezTo>
                    <ns1:pt x="701" y="107"/>
                    <ns1:pt x="702" y="101"/>
                    <ns1:pt x="704" y="95"/>
                  </ns1:cubicBezTo>
                  <ns1:cubicBezTo>
                    <ns1:pt x="707" y="94"/>
                    <ns1:pt x="708" y="96"/>
                    <ns1:pt x="707" y="99"/>
                  </ns1:cubicBezTo>
                  <ns1:cubicBezTo>
                    <ns1:pt x="705" y="105"/>
                    <ns1:pt x="704" y="111"/>
                    <ns1:pt x="702" y="117"/>
                  </ns1:cubicBezTo>
                  <ns1:cubicBezTo>
                    <ns1:pt x="698" y="130"/>
                    <ns1:pt x="699" y="130"/>
                    <ns1:pt x="711" y="132"/>
                  </ns1:cubicBezTo>
                  <ns1:cubicBezTo>
                    <ns1:pt x="713" y="133"/>
                    <ns1:pt x="715" y="132"/>
                    <ns1:pt x="717" y="131"/>
                  </ns1:cubicBezTo>
                  <ns1:cubicBezTo>
                    <ns1:pt x="718" y="128"/>
                    <ns1:pt x="719" y="126"/>
                    <ns1:pt x="720" y="123"/>
                  </ns1:cubicBezTo>
                  <ns1:cubicBezTo>
                    <ns1:pt x="717" y="121"/>
                    <ns1:pt x="715" y="120"/>
                    <ns1:pt x="713" y="119"/>
                  </ns1:cubicBezTo>
                  <ns1:cubicBezTo>
                    <ns1:pt x="712" y="121"/>
                    <ns1:pt x="712" y="122"/>
                    <ns1:pt x="711" y="124"/>
                  </ns1:cubicBezTo>
                  <ns1:cubicBezTo>
                    <ns1:pt x="710" y="123"/>
                    <ns1:pt x="710" y="123"/>
                    <ns1:pt x="709" y="123"/>
                  </ns1:cubicBezTo>
                  <ns1:cubicBezTo>
                    <ns1:pt x="712" y="112"/>
                    <ns1:pt x="715" y="102"/>
                    <ns1:pt x="717" y="91"/>
                  </ns1:cubicBezTo>
                  <ns1:cubicBezTo>
                    <ns1:pt x="711" y="89"/>
                    <ns1:pt x="704" y="87"/>
                    <ns1:pt x="698" y="86"/>
                  </ns1:cubicBezTo>
                  <ns1:cubicBezTo>
                    <ns1:pt x="696" y="92"/>
                    <ns1:pt x="694" y="98"/>
                    <ns1:pt x="693" y="104"/>
                  </ns1:cubicBezTo>
                  <ns1:cubicBezTo>
                    <ns1:pt x="691" y="110"/>
                    <ns1:pt x="688" y="115"/>
                    <ns1:pt x="681" y="120"/>
                  </ns1:cubicBezTo>
                  <ns1:cubicBezTo>
                    <ns1:pt x="686" y="102"/>
                    <ns1:pt x="690" y="86"/>
                    <ns1:pt x="695" y="69"/>
                  </ns1:cubicBezTo>
                  <ns1:cubicBezTo>
                    <ns1:pt x="692" y="68"/>
                    <ns1:pt x="689" y="67"/>
                    <ns1:pt x="686" y="66"/>
                  </ns1:cubicBezTo>
                  <ns1:cubicBezTo>
                    <ns1:pt x="688" y="64"/>
                    <ns1:pt x="688" y="62"/>
                    <ns1:pt x="690" y="60"/>
                  </ns1:cubicBezTo>
                  <ns1:cubicBezTo>
                    <ns1:pt x="687" y="59"/>
                    <ns1:pt x="684" y="58"/>
                    <ns1:pt x="681" y="56"/>
                  </ns1:cubicBezTo>
                  <ns1:cubicBezTo>
                    <ns1:pt x="680" y="59"/>
                    <ns1:pt x="679" y="61"/>
                    <ns1:pt x="677" y="64"/>
                  </ns1:cubicBezTo>
                  <ns1:close/>
                  <ns1:moveTo>
                    <ns1:pt x="791" y="157"/>
                  </ns1:moveTo>
                  <ns1:cubicBezTo>
                    <ns1:pt x="777" y="142"/>
                    <ns1:pt x="774" y="135"/>
                    <ns1:pt x="776" y="124"/>
                  </ns1:cubicBezTo>
                  <ns1:cubicBezTo>
                    <ns1:pt x="783" y="127"/>
                    <ns1:pt x="790" y="130"/>
                    <ns1:pt x="798" y="134"/>
                  </ns1:cubicBezTo>
                  <ns1:cubicBezTo>
                    <ns1:pt x="799" y="131"/>
                    <ns1:pt x="800" y="129"/>
                    <ns1:pt x="801" y="126"/>
                  </ns1:cubicBezTo>
                  <ns1:cubicBezTo>
                    <ns1:pt x="793" y="123"/>
                    <ns1:pt x="786" y="119"/>
                    <ns1:pt x="778" y="116"/>
                  </ns1:cubicBezTo>
                  <ns1:cubicBezTo>
                    <ns1:pt x="779" y="112"/>
                    <ns1:pt x="781" y="108"/>
                    <ns1:pt x="783" y="104"/>
                  </ns1:cubicBezTo>
                  <ns1:cubicBezTo>
                    <ns1:pt x="790" y="107"/>
                    <ns1:pt x="796" y="110"/>
                    <ns1:pt x="802" y="113"/>
                  </ns1:cubicBezTo>
                  <ns1:cubicBezTo>
                    <ns1:pt x="804" y="110"/>
                    <ns1:pt x="805" y="108"/>
                    <ns1:pt x="806" y="106"/>
                  </ns1:cubicBezTo>
                  <ns1:cubicBezTo>
                    <ns1:pt x="798" y="102"/>
                    <ns1:pt x="790" y="98"/>
                    <ns1:pt x="782" y="95"/>
                  </ns1:cubicBezTo>
                  <ns1:cubicBezTo>
                    <ns1:pt x="774" y="92"/>
                    <ns1:pt x="767" y="88"/>
                    <ns1:pt x="759" y="84"/>
                  </ns1:cubicBezTo>
                  <ns1:cubicBezTo>
                    <ns1:pt x="758" y="87"/>
                    <ns1:pt x="757" y="89"/>
                    <ns1:pt x="755" y="92"/>
                  </ns1:cubicBezTo>
                  <ns1:cubicBezTo>
                    <ns1:pt x="762" y="95"/>
                    <ns1:pt x="767" y="97"/>
                    <ns1:pt x="774" y="100"/>
                  </ns1:cubicBezTo>
                  <ns1:cubicBezTo>
                    <ns1:pt x="772" y="104"/>
                    <ns1:pt x="770" y="108"/>
                    <ns1:pt x="768" y="111"/>
                  </ns1:cubicBezTo>
                  <ns1:cubicBezTo>
                    <ns1:pt x="761" y="108"/>
                    <ns1:pt x="753" y="105"/>
                    <ns1:pt x="746" y="101"/>
                  </ns1:cubicBezTo>
                  <ns1:cubicBezTo>
                    <ns1:pt x="745" y="104"/>
                    <ns1:pt x="744" y="106"/>
                    <ns1:pt x="743" y="109"/>
                  </ns1:cubicBezTo>
                  <ns1:cubicBezTo>
                    <ns1:pt x="750" y="112"/>
                    <ns1:pt x="757" y="115"/>
                    <ns1:pt x="764" y="119"/>
                  </ns1:cubicBezTo>
                  <ns1:cubicBezTo>
                    <ns1:pt x="755" y="130"/>
                    <ns1:pt x="743" y="132"/>
                    <ns1:pt x="730" y="131"/>
                  </ns1:cubicBezTo>
                  <ns1:cubicBezTo>
                    <ns1:pt x="731" y="135"/>
                    <ns1:pt x="732" y="138"/>
                    <ns1:pt x="733" y="142"/>
                  </ns1:cubicBezTo>
                  <ns1:cubicBezTo>
                    <ns1:pt x="745" y="142"/>
                    <ns1:pt x="756" y="140"/>
                    <ns1:pt x="765" y="132"/>
                  </ns1:cubicBezTo>
                  <ns1:cubicBezTo>
                    <ns1:pt x="767" y="144"/>
                    <ns1:pt x="772" y="154"/>
                    <ns1:pt x="781" y="162"/>
                  </ns1:cubicBezTo>
                  <ns1:cubicBezTo>
                    <ns1:pt x="785" y="160"/>
                    <ns1:pt x="788" y="158"/>
                    <ns1:pt x="791" y="157"/>
                  </ns1:cubicBezTo>
                  <ns1:close/>
                  <ns1:moveTo>
                    <ns1:pt x="401" y="142"/>
                  </ns1:moveTo>
                  <ns1:cubicBezTo>
                    <ns1:pt x="402" y="137"/>
                    <ns1:pt x="403" y="133"/>
                    <ns1:pt x="403" y="130"/>
                  </ns1:cubicBezTo>
                  <ns1:cubicBezTo>
                    <ns1:pt x="396" y="129"/>
                    <ns1:pt x="389" y="129"/>
                    <ns1:pt x="382" y="127"/>
                  </ns1:cubicBezTo>
                  <ns1:cubicBezTo>
                    <ns1:pt x="375" y="125"/>
                    <ns1:pt x="370" y="120"/>
                    <ns1:pt x="366" y="114"/>
                  </ns1:cubicBezTo>
                  <ns1:cubicBezTo>
                    <ns1:pt x="374" y="110"/>
                    <ns1:pt x="382" y="107"/>
                    <ns1:pt x="389" y="103"/>
                  </ns1:cubicBezTo>
                  <ns1:cubicBezTo>
                    <ns1:pt x="388" y="100"/>
                    <ns1:pt x="387" y="98"/>
                    <ns1:pt x="386" y="95"/>
                  </ns1:cubicBezTo>
                  <ns1:cubicBezTo>
                    <ns1:pt x="378" y="99"/>
                    <ns1:pt x="370" y="102"/>
                    <ns1:pt x="362" y="106"/>
                  </ns1:cubicBezTo>
                  <ns1:cubicBezTo>
                    <ns1:pt x="360" y="100"/>
                    <ns1:pt x="357" y="95"/>
                    <ns1:pt x="355" y="89"/>
                  </ns1:cubicBezTo>
                  <ns1:cubicBezTo>
                    <ns1:pt x="351" y="90"/>
                    <ns1:pt x="348" y="92"/>
                    <ns1:pt x="344" y="93"/>
                  </ns1:cubicBezTo>
                  <ns1:cubicBezTo>
                    <ns1:pt x="347" y="99"/>
                    <ns1:pt x="349" y="105"/>
                    <ns1:pt x="352" y="111"/>
                  </ns1:cubicBezTo>
                  <ns1:cubicBezTo>
                    <ns1:pt x="343" y="114"/>
                    <ns1:pt x="336" y="118"/>
                    <ns1:pt x="328" y="122"/>
                  </ns1:cubicBezTo>
                  <ns1:cubicBezTo>
                    <ns1:pt x="329" y="125"/>
                    <ns1:pt x="330" y="127"/>
                    <ns1:pt x="331" y="130"/>
                  </ns1:cubicBezTo>
                  <ns1:cubicBezTo>
                    <ns1:pt x="339" y="126"/>
                    <ns1:pt x="347" y="123"/>
                    <ns1:pt x="355" y="119"/>
                  </ns1:cubicBezTo>
                  <ns1:cubicBezTo>
                    <ns1:pt x="360" y="135"/>
                    <ns1:pt x="354" y="148"/>
                    <ns1:pt x="343" y="159"/>
                  </ns1:cubicBezTo>
                  <ns1:cubicBezTo>
                    <ns1:pt x="347" y="161"/>
                    <ns1:pt x="350" y="162"/>
                    <ns1:pt x="353" y="164"/>
                  </ns1:cubicBezTo>
                  <ns1:cubicBezTo>
                    <ns1:pt x="361" y="154"/>
                    <ns1:pt x="367" y="144"/>
                    <ns1:pt x="368" y="130"/>
                  </ns1:cubicBezTo>
                  <ns1:cubicBezTo>
                    <ns1:pt x="377" y="139"/>
                    <ns1:pt x="389" y="142"/>
                    <ns1:pt x="401" y="142"/>
                  </ns1:cubicBezTo>
                  <ns1:close/>
                  <ns1:moveTo>
                    <ns1:pt x="609" y="70"/>
                  </ns1:moveTo>
                  <ns1:cubicBezTo>
                    <ns1:pt x="607" y="68"/>
                    <ns1:pt x="606" y="66"/>
                    <ns1:pt x="604" y="65"/>
                  </ns1:cubicBezTo>
                  <ns1:cubicBezTo>
                    <ns1:pt x="603" y="65"/>
                    <ns1:pt x="601" y="64"/>
                    <ns1:pt x="600" y="65"/>
                  </ns1:cubicBezTo>
                  <ns1:cubicBezTo>
                    <ns1:pt x="593" y="69"/>
                    <ns1:pt x="587" y="74"/>
                    <ns1:pt x="581" y="78"/>
                  </ns1:cubicBezTo>
                  <ns1:cubicBezTo>
                    <ns1:pt x="588" y="85"/>
                    <ns1:pt x="588" y="85"/>
                    <ns1:pt x="588" y="89"/>
                  </ns1:cubicBezTo>
                  <ns1:cubicBezTo>
                    <ns1:pt x="593" y="90"/>
                    <ns1:pt x="598" y="90"/>
                    <ns1:pt x="603" y="91"/>
                  </ns1:cubicBezTo>
                  <ns1:cubicBezTo>
                    <ns1:pt x="603" y="95"/>
                    <ns1:pt x="603" y="99"/>
                    <ns1:pt x="602" y="102"/>
                  </ns1:cubicBezTo>
                  <ns1:cubicBezTo>
                    <ns1:pt x="594" y="102"/>
                    <ns1:pt x="586" y="101"/>
                    <ns1:pt x="578" y="101"/>
                  </ns1:cubicBezTo>
                  <ns1:cubicBezTo>
                    <ns1:pt x="577" y="103"/>
                    <ns1:pt x="577" y="105"/>
                    <ns1:pt x="577" y="108"/>
                  </ns1:cubicBezTo>
                  <ns1:cubicBezTo>
                    <ns1:pt x="597" y="109"/>
                    <ns1:pt x="616" y="111"/>
                    <ns1:pt x="635" y="113"/>
                  </ns1:cubicBezTo>
                  <ns1:cubicBezTo>
                    <ns1:pt x="635" y="110"/>
                    <ns1:pt x="636" y="108"/>
                    <ns1:pt x="636" y="106"/>
                  </ns1:cubicBezTo>
                  <ns1:cubicBezTo>
                    <ns1:pt x="628" y="105"/>
                    <ns1:pt x="620" y="104"/>
                    <ns1:pt x="612" y="103"/>
                  </ns1:cubicBezTo>
                  <ns1:cubicBezTo>
                    <ns1:pt x="612" y="99"/>
                    <ns1:pt x="612" y="96"/>
                    <ns1:pt x="613" y="92"/>
                  </ns1:cubicBezTo>
                  <ns1:cubicBezTo>
                    <ns1:pt x="618" y="92"/>
                    <ns1:pt x="623" y="92"/>
                    <ns1:pt x="626" y="93"/>
                  </ns1:cubicBezTo>
                  <ns1:cubicBezTo>
                    <ns1:pt x="631" y="88"/>
                    <ns1:pt x="634" y="85"/>
                    <ns1:pt x="638" y="81"/>
                  </ns1:cubicBezTo>
                  <ns1:cubicBezTo>
                    <ns1:pt x="631" y="75"/>
                    <ns1:pt x="624" y="70"/>
                    <ns1:pt x="617" y="65"/>
                  </ns1:cubicBezTo>
                  <ns1:cubicBezTo>
                    <ns1:pt x="615" y="67"/>
                    <ns1:pt x="613" y="69"/>
                    <ns1:pt x="611" y="70"/>
                  </ns1:cubicBezTo>
                  <ns1:cubicBezTo>
                    <ns1:pt x="616" y="75"/>
                    <ns1:pt x="621" y="79"/>
                    <ns1:pt x="626" y="84"/>
                  </ns1:cubicBezTo>
                  <ns1:cubicBezTo>
                    <ns1:pt x="626" y="84"/>
                    <ns1:pt x="626" y="84"/>
                    <ns1:pt x="626" y="85"/>
                  </ns1:cubicBezTo>
                  <ns1:cubicBezTo>
                    <ns1:pt x="615" y="84"/>
                    <ns1:pt x="603" y="83"/>
                    <ns1:pt x="591" y="82"/>
                  </ns1:cubicBezTo>
                  <ns1:cubicBezTo>
                    <ns1:pt x="598" y="77"/>
                    <ns1:pt x="603" y="74"/>
                    <ns1:pt x="609" y="70"/>
                  </ns1:cubicBezTo>
                  <ns1:close/>
                  <ns1:moveTo>
                    <ns1:pt x="513" y="113"/>
                  </ns1:moveTo>
                  <ns1:cubicBezTo>
                    <ns1:pt x="523" y="113"/>
                    <ns1:pt x="525" y="110"/>
                    <ns1:pt x="524" y="101"/>
                  </ns1:cubicBezTo>
                  <ns1:cubicBezTo>
                    <ns1:pt x="524" y="95"/>
                    <ns1:pt x="523" y="89"/>
                    <ns1:pt x="523" y="84"/>
                  </ns1:cubicBezTo>
                  <ns1:cubicBezTo>
                    <ns1:pt x="522" y="74"/>
                    <ns1:pt x="521" y="65"/>
                    <ns1:pt x="520" y="55"/>
                  </ns1:cubicBezTo>
                  <ns1:cubicBezTo>
                    <ns1:pt x="517" y="55"/>
                    <ns1:pt x="514" y="55"/>
                    <ns1:pt x="511" y="55"/>
                  </ns1:cubicBezTo>
                  <ns1:cubicBezTo>
                    <ns1:pt x="512" y="53"/>
                    <ns1:pt x="512" y="50"/>
                    <ns1:pt x="512" y="48"/>
                  </ns1:cubicBezTo>
                  <ns1:cubicBezTo>
                    <ns1:pt x="509" y="48"/>
                    <ns1:pt x="506" y="48"/>
                    <ns1:pt x="502" y="48"/>
                  </ns1:cubicBezTo>
                  <ns1:cubicBezTo>
                    <ns1:pt x="504" y="54"/>
                    <ns1:pt x="502" y="58"/>
                    <ns1:pt x="495" y="57"/>
                  </ns1:cubicBezTo>
                  <ns1:cubicBezTo>
                    <ns1:pt x="495" y="64"/>
                    <ns1:pt x="496" y="71"/>
                    <ns1:pt x="496" y="77"/>
                  </ns1:cubicBezTo>
                  <ns1:cubicBezTo>
                    <ns1:pt x="494" y="78"/>
                    <ns1:pt x="493" y="78"/>
                    <ns1:pt x="491" y="79"/>
                  </ns1:cubicBezTo>
                  <ns1:cubicBezTo>
                    <ns1:pt x="492" y="81"/>
                    <ns1:pt x="492" y="83"/>
                    <ns1:pt x="492" y="85"/>
                  </ns1:cubicBezTo>
                  <ns1:cubicBezTo>
                    <ns1:pt x="494" y="85"/>
                    <ns1:pt x="495" y="85"/>
                    <ns1:pt x="497" y="85"/>
                  </ns1:cubicBezTo>
                  <ns1:cubicBezTo>
                    <ns1:pt x="498" y="94"/>
                    <ns1:pt x="497" y="103"/>
                    <ns1:pt x="494" y="111"/>
                  </ns1:cubicBezTo>
                  <ns1:cubicBezTo>
                    <ns1:pt x="497" y="113"/>
                    <ns1:pt x="499" y="114"/>
                    <ns1:pt x="502" y="115"/>
                  </ns1:cubicBezTo>
                  <ns1:cubicBezTo>
                    <ns1:pt x="507" y="105"/>
                    <ns1:pt x="505" y="95"/>
                    <ns1:pt x="505" y="84"/>
                  </ns1:cubicBezTo>
                  <ns1:cubicBezTo>
                    <ns1:pt x="508" y="84"/>
                    <ns1:pt x="511" y="84"/>
                    <ns1:pt x="514" y="83"/>
                  </ns1:cubicBezTo>
                  <ns1:cubicBezTo>
                    <ns1:pt x="515" y="88"/>
                    <ns1:pt x="515" y="93"/>
                    <ns1:pt x="515" y="97"/>
                  </ns1:cubicBezTo>
                  <ns1:cubicBezTo>
                    <ns1:pt x="516" y="102"/>
                    <ns1:pt x="516" y="106"/>
                    <ns1:pt x="510" y="106"/>
                  </ns1:cubicBezTo>
                  <ns1:cubicBezTo>
                    <ns1:pt x="511" y="108"/>
                    <ns1:pt x="512" y="111"/>
                    <ns1:pt x="513" y="113"/>
                  </ns1:cubicBezTo>
                  <ns1:close/>
                  <ns1:moveTo>
                    <ns1:pt x="301" y="125"/>
                  </ns1:moveTo>
                  <ns1:cubicBezTo>
                    <ns1:pt x="291" y="132"/>
                    <ns1:pt x="281" y="138"/>
                    <ns1:pt x="271" y="145"/>
                  </ns1:cubicBezTo>
                  <ns1:cubicBezTo>
                    <ns1:pt x="270" y="146"/>
                    <ns1:pt x="270" y="148"/>
                    <ns1:pt x="269" y="150"/>
                  </ns1:cubicBezTo>
                  <ns1:cubicBezTo>
                    <ns1:pt x="265" y="149"/>
                    <ns1:pt x="261" y="148"/>
                    <ns1:pt x="256" y="147"/>
                  </ns1:cubicBezTo>
                  <ns1:cubicBezTo>
                    <ns1:pt x="255" y="151"/>
                    <ns1:pt x="254" y="154"/>
                    <ns1:pt x="254" y="157"/>
                  </ns1:cubicBezTo>
                  <ns1:cubicBezTo>
                    <ns1:pt x="259" y="158"/>
                    <ns1:pt x="264" y="159"/>
                    <ns1:pt x="269" y="160"/>
                  </ns1:cubicBezTo>
                  <ns1:cubicBezTo>
                    <ns1:pt x="270" y="157"/>
                    <ns1:pt x="270" y="154"/>
                    <ns1:pt x="271" y="152"/>
                  </ns1:cubicBezTo>
                  <ns1:cubicBezTo>
                    <ns1:pt x="277" y="154"/>
                    <ns1:pt x="280" y="147"/>
                    <ns1:pt x="286" y="146"/>
                  </ns1:cubicBezTo>
                  <ns1:cubicBezTo>
                    <ns1:pt x="293" y="156"/>
                    <ns1:pt x="300" y="166"/>
                    <ns1:pt x="307" y="177"/>
                  </ns1:cubicBezTo>
                  <ns1:cubicBezTo>
                    <ns1:pt x="301" y="180"/>
                    <ns1:pt x="297" y="184"/>
                    <ns1:pt x="291" y="187"/>
                  </ns1:cubicBezTo>
                  <ns1:cubicBezTo>
                    <ns1:pt x="293" y="189"/>
                    <ns1:pt x="294" y="191"/>
                    <ns1:pt x="296" y="194"/>
                  </ns1:cubicBezTo>
                  <ns1:cubicBezTo>
                    <ns1:pt x="308" y="185"/>
                    <ns1:pt x="321" y="177"/>
                    <ns1:pt x="334" y="168"/>
                  </ns1:cubicBezTo>
                  <ns1:cubicBezTo>
                    <ns1:pt x="332" y="166"/>
                    <ns1:pt x="331" y="164"/>
                    <ns1:pt x="329" y="162"/>
                  </ns1:cubicBezTo>
                  <ns1:cubicBezTo>
                    <ns1:pt x="324" y="165"/>
                    <ns1:pt x="320" y="168"/>
                    <ns1:pt x="315" y="171"/>
                  </ns1:cubicBezTo>
                  <ns1:cubicBezTo>
                    <ns1:pt x="308" y="161"/>
                    <ns1:pt x="301" y="150"/>
                    <ns1:pt x="294" y="140"/>
                  </ns1:cubicBezTo>
                  <ns1:cubicBezTo>
                    <ns1:pt x="298" y="137"/>
                    <ns1:pt x="301" y="134"/>
                    <ns1:pt x="305" y="132"/>
                  </ns1:cubicBezTo>
                  <ns1:cubicBezTo>
                    <ns1:pt x="304" y="129"/>
                    <ns1:pt x="302" y="127"/>
                    <ns1:pt x="301" y="125"/>
                  </ns1:cubicBezTo>
                  <ns1:close/>
                  <ns1:moveTo>
                    <ns1:pt x="865" y="189"/>
                  </ns1:moveTo>
                  <ns1:cubicBezTo>
                    <ns1:pt x="858" y="184"/>
                    <ns1:pt x="851" y="180"/>
                    <ns1:pt x="843" y="174"/>
                  </ns1:cubicBezTo>
                  <ns1:cubicBezTo>
                    <ns1:pt x="851" y="174"/>
                    <ns1:pt x="857" y="174"/>
                    <ns1:pt x="862" y="169"/>
                  </ns1:cubicBezTo>
                  <ns1:cubicBezTo>
                    <ns1:pt x="851" y="162"/>
                    <ns1:pt x="841" y="155"/>
                    <ns1:pt x="830" y="147"/>
                  </ns1:cubicBezTo>
                  <ns1:cubicBezTo>
                    <ns1:pt x="828" y="150"/>
                    <ns1:pt x="827" y="152"/>
                    <ns1:pt x="825" y="154"/>
                  </ns1:cubicBezTo>
                  <ns1:cubicBezTo>
                    <ns1:pt x="832" y="158"/>
                    <ns1:pt x="837" y="162"/>
                    <ns1:pt x="843" y="166"/>
                  </ns1:cubicBezTo>
                  <ns1:cubicBezTo>
                    <ns1:pt x="840" y="167"/>
                    <ns1:pt x="837" y="167"/>
                    <ns1:pt x="833" y="168"/>
                  </ns1:cubicBezTo>
                  <ns1:cubicBezTo>
                    <ns1:pt x="827" y="163"/>
                    <ns1:pt x="819" y="158"/>
                    <ns1:pt x="811" y="153"/>
                  </ns1:cubicBezTo>
                  <ns1:cubicBezTo>
                    <ns1:pt x="810" y="155"/>
                    <ns1:pt x="808" y="157"/>
                    <ns1:pt x="807" y="160"/>
                  </ns1:cubicBezTo>
                  <ns1:cubicBezTo>
                    <ns1:pt x="815" y="165"/>
                    <ns1:pt x="823" y="170"/>
                    <ns1:pt x="830" y="175"/>
                  </ns1:cubicBezTo>
                  <ns1:cubicBezTo>
                    <ns1:pt x="827" y="183"/>
                    <ns1:pt x="823" y="178"/>
                    <ns1:pt x="819" y="177"/>
                  </ns1:cubicBezTo>
                  <ns1:cubicBezTo>
                    <ns1:pt x="818" y="180"/>
                    <ns1:pt x="817" y="183"/>
                    <ns1:pt x="816" y="186"/>
                  </ns1:cubicBezTo>
                  <ns1:cubicBezTo>
                    <ns1:pt x="820" y="188"/>
                    <ns1:pt x="822" y="190"/>
                    <ns1:pt x="826" y="192"/>
                  </ns1:cubicBezTo>
                  <ns1:cubicBezTo>
                    <ns1:pt x="829" y="193"/>
                    <ns1:pt x="832" y="193"/>
                    <ns1:pt x="834" y="189"/>
                  </ns1:cubicBezTo>
                  <ns1:cubicBezTo>
                    <ns1:pt x="835" y="186"/>
                    <ns1:pt x="837" y="184"/>
                    <ns1:pt x="839" y="181"/>
                  </ns1:cubicBezTo>
                  <ns1:cubicBezTo>
                    <ns1:pt x="846" y="186"/>
                    <ns1:pt x="853" y="191"/>
                    <ns1:pt x="860" y="196"/>
                  </ns1:cubicBezTo>
                  <ns1:cubicBezTo>
                    <ns1:pt x="862" y="193"/>
                    <ns1:pt x="863" y="191"/>
                    <ns1:pt x="865" y="189"/>
                  </ns1:cubicBezTo>
                  <ns1:close/>
                  <ns1:moveTo>
                    <ns1:pt x="867" y="167"/>
                  </ns1:moveTo>
                  <ns1:cubicBezTo>
                    <ns1:pt x="865" y="169"/>
                    <ns1:pt x="864" y="171"/>
                    <ns1:pt x="863" y="173"/>
                  </ns1:cubicBezTo>
                  <ns1:cubicBezTo>
                    <ns1:pt x="866" y="175"/>
                    <ns1:pt x="868" y="177"/>
                    <ns1:pt x="871" y="178"/>
                  </ns1:cubicBezTo>
                  <ns1:cubicBezTo>
                    <ns1:pt x="874" y="174"/>
                    <ns1:pt x="877" y="170"/>
                    <ns1:pt x="880" y="165"/>
                  </ns1:cubicBezTo>
                  <ns1:cubicBezTo>
                    <ns1:pt x="876" y="163"/>
                    <ns1:pt x="872" y="160"/>
                    <ns1:pt x="868" y="157"/>
                  </ns1:cubicBezTo>
                  <ns1:cubicBezTo>
                    <ns1:pt x="873" y="156"/>
                    <ns1:pt x="878" y="155"/>
                    <ns1:pt x="883" y="153"/>
                  </ns1:cubicBezTo>
                  <ns1:cubicBezTo>
                    <ns1:pt x="880" y="150"/>
                    <ns1:pt x="878" y="147"/>
                    <ns1:pt x="876" y="144"/>
                  </ns1:cubicBezTo>
                  <ns1:cubicBezTo>
                    <ns1:pt x="871" y="146"/>
                    <ns1:pt x="867" y="148"/>
                    <ns1:pt x="862" y="151"/>
                  </ns1:cubicBezTo>
                  <ns1:cubicBezTo>
                    <ns1:pt x="861" y="151"/>
                    <ns1:pt x="859" y="152"/>
                    <ns1:pt x="858" y="151"/>
                  </ns1:cubicBezTo>
                  <ns1:cubicBezTo>
                    <ns1:pt x="853" y="148"/>
                    <ns1:pt x="848" y="144"/>
                    <ns1:pt x="842" y="140"/>
                  </ns1:cubicBezTo>
                  <ns1:cubicBezTo>
                    <ns1:pt x="845" y="140"/>
                    <ns1:pt x="847" y="140"/>
                    <ns1:pt x="849" y="140"/>
                  </ns1:cubicBezTo>
                  <ns1:cubicBezTo>
                    <ns1:pt x="849" y="136"/>
                    <ns1:pt x="849" y="132"/>
                    <ns1:pt x="849" y="128"/>
                  </ns1:cubicBezTo>
                  <ns1:cubicBezTo>
                    <ns1:pt x="845" y="127"/>
                    <ns1:pt x="842" y="127"/>
                    <ns1:pt x="839" y="126"/>
                  </ns1:cubicBezTo>
                  <ns1:cubicBezTo>
                    <ns1:pt x="839" y="130"/>
                    <ns1:pt x="839" y="134"/>
                    <ns1:pt x="839" y="138"/>
                  </ns1:cubicBezTo>
                  <ns1:cubicBezTo>
                    <ns1:pt x="835" y="135"/>
                    <ns1:pt x="831" y="133"/>
                    <ns1:pt x="827" y="130"/>
                  </ns1:cubicBezTo>
                  <ns1:cubicBezTo>
                    <ns1:pt x="824" y="135"/>
                    <ns1:pt x="822" y="139"/>
                    <ns1:pt x="819" y="143"/>
                  </ns1:cubicBezTo>
                  <ns1:cubicBezTo>
                    <ns1:pt x="821" y="145"/>
                    <ns1:pt x="824" y="146"/>
                    <ns1:pt x="826" y="148"/>
                  </ns1:cubicBezTo>
                  <ns1:cubicBezTo>
                    <ns1:pt x="828" y="146"/>
                    <ns1:pt x="829" y="144"/>
                    <ns1:pt x="831" y="142"/>
                  </ns1:cubicBezTo>
                  <ns1:cubicBezTo>
                    <ns1:pt x="843" y="150"/>
                    <ns1:pt x="855" y="158"/>
                    <ns1:pt x="867" y="167"/>
                  </ns1:cubicBezTo>
                  <ns1:close/>
                  <ns1:moveTo>
                    <ns1:pt x="1079" y="645"/>
                  </ns1:moveTo>
                  <ns1:cubicBezTo>
                    <ns1:pt x="1065" y="643"/>
                    <ns1:pt x="1052" y="640"/>
                    <ns1:pt x="1039" y="638"/>
                  </ns1:cubicBezTo>
                  <ns1:cubicBezTo>
                    <ns1:pt x="1038" y="640"/>
                    <ns1:pt x="1038" y="642"/>
                    <ns1:pt x="1037" y="645"/>
                  </ns1:cubicBezTo>
                  <ns1:cubicBezTo>
                    <ns1:pt x="1047" y="647"/>
                    <ns1:pt x="1057" y="649"/>
                    <ns1:pt x="1067" y="650"/>
                  </ns1:cubicBezTo>
                  <ns1:cubicBezTo>
                    <ns1:pt x="1057" y="654"/>
                    <ns1:pt x="1048" y="656"/>
                    <ns1:pt x="1038" y="658"/>
                  </ns1:cubicBezTo>
                  <ns1:cubicBezTo>
                    <ns1:pt x="1037" y="659"/>
                    <ns1:pt x="1035" y="660"/>
                    <ns1:pt x="1035" y="661"/>
                  </ns1:cubicBezTo>
                  <ns1:cubicBezTo>
                    <ns1:pt x="1034" y="664"/>
                    <ns1:pt x="1033" y="667"/>
                    <ns1:pt x="1033" y="671"/>
                  </ns1:cubicBezTo>
                  <ns1:cubicBezTo>
                    <ns1:pt x="1046" y="673"/>
                    <ns1:pt x="1060" y="675"/>
                    <ns1:pt x="1073" y="678"/>
                  </ns1:cubicBezTo>
                  <ns1:cubicBezTo>
                    <ns1:pt x="1073" y="675"/>
                    <ns1:pt x="1074" y="673"/>
                    <ns1:pt x="1074" y="671"/>
                  </ns1:cubicBezTo>
                  <ns1:cubicBezTo>
                    <ns1:pt x="1063" y="669"/>
                    <ns1:pt x="1053" y="667"/>
                    <ns1:pt x="1041" y="665"/>
                  </ns1:cubicBezTo>
                  <ns1:cubicBezTo>
                    <ns1:pt x="1044" y="664"/>
                    <ns1:pt x="1045" y="663"/>
                    <ns1:pt x="1046" y="663"/>
                  </ns1:cubicBezTo>
                  <ns1:cubicBezTo>
                    <ns1:pt x="1055" y="661"/>
                    <ns1:pt x="1064" y="659"/>
                    <ns1:pt x="1073" y="657"/>
                  </ns1:cubicBezTo>
                  <ns1:cubicBezTo>
                    <ns1:pt x="1075" y="657"/>
                    <ns1:pt x="1077" y="656"/>
                    <ns1:pt x="1077" y="654"/>
                  </ns1:cubicBezTo>
                  <ns1:cubicBezTo>
                    <ns1:pt x="1078" y="652"/>
                    <ns1:pt x="1078" y="648"/>
                    <ns1:pt x="1079" y="645"/>
                  </ns1:cubicBezTo>
                  <ns1:close/>
                  <ns1:moveTo>
                    <ns1:pt x="390" y="1021"/>
                  </ns1:moveTo>
                  <ns1:cubicBezTo>
                    <ns1:pt x="390" y="1022"/>
                    <ns1:pt x="390" y="1022"/>
                    <ns1:pt x="390" y="1022"/>
                  </ns1:cubicBezTo>
                  <ns1:cubicBezTo>
                    <ns1:pt x="391" y="1023"/>
                    <ns1:pt x="391" y="1025"/>
                    <ns1:pt x="391" y="1027"/>
                  </ns1:cubicBezTo>
                  <ns1:cubicBezTo>
                    <ns1:pt x="391" y="1035"/>
                    <ns1:pt x="392" y="1044"/>
                    <ns1:pt x="392" y="1053"/>
                  </ns1:cubicBezTo>
                  <ns1:cubicBezTo>
                    <ns1:pt x="392" y="1054"/>
                    <ns1:pt x="393" y="1056"/>
                    <ns1:pt x="394" y="1057"/>
                  </ns1:cubicBezTo>
                  <ns1:cubicBezTo>
                    <ns1:pt x="397" y="1058"/>
                    <ns1:pt x="400" y="1059"/>
                    <ns1:pt x="403" y="1060"/>
                  </ns1:cubicBezTo>
                  <ns1:cubicBezTo>
                    <ns1:pt x="408" y="1047"/>
                    <ns1:pt x="412" y="1035"/>
                    <ns1:pt x="417" y="1022"/>
                  </ns1:cubicBezTo>
                  <ns1:cubicBezTo>
                    <ns1:pt x="415" y="1021"/>
                    <ns1:pt x="412" y="1020"/>
                    <ns1:pt x="410" y="1019"/>
                  </ns1:cubicBezTo>
                  <ns1:cubicBezTo>
                    <ns1:pt x="406" y="1029"/>
                    <ns1:pt x="403" y="1038"/>
                    <ns1:pt x="400" y="1048"/>
                  </ns1:cubicBezTo>
                  <ns1:cubicBezTo>
                    <ns1:pt x="398" y="1038"/>
                    <ns1:pt x="398" y="1028"/>
                    <ns1:pt x="397" y="1018"/>
                  </ns1:cubicBezTo>
                  <ns1:cubicBezTo>
                    <ns1:pt x="397" y="1016"/>
                    <ns1:pt x="396" y="1014"/>
                    <ns1:pt x="395" y="1014"/>
                  </ns1:cubicBezTo>
                  <ns1:cubicBezTo>
                    <ns1:pt x="392" y="1012"/>
                    <ns1:pt x="389" y="1011"/>
                    <ns1:pt x="386" y="1010"/>
                  </ns1:cubicBezTo>
                  <ns1:cubicBezTo>
                    <ns1:pt x="381" y="1023"/>
                    <ns1:pt x="376" y="1036"/>
                    <ns1:pt x="372" y="1049"/>
                  </ns1:cubicBezTo>
                  <ns1:cubicBezTo>
                    <ns1:pt x="374" y="1050"/>
                    <ns1:pt x="376" y="1050"/>
                    <ns1:pt x="378" y="1051"/>
                  </ns1:cubicBezTo>
                  <ns1:cubicBezTo>
                    <ns1:pt x="382" y="1041"/>
                    <ns1:pt x="386" y="1031"/>
                    <ns1:pt x="390" y="1021"/>
                  </ns1:cubicBezTo>
                  <ns1:close/>
                  <ns1:moveTo>
                    <ns1:pt x="999" y="790"/>
                  </ns1:moveTo>
                  <ns1:cubicBezTo>
                    <ns1:pt x="999" y="790"/>
                    <ns1:pt x="999" y="789"/>
                    <ns1:pt x="999" y="789"/>
                  </ns1:cubicBezTo>
                  <ns1:cubicBezTo>
                    <ns1:pt x="1008" y="789"/>
                    <ns1:pt x="1016" y="790"/>
                    <ns1:pt x="1025" y="790"/>
                  </ns1:cubicBezTo>
                  <ns1:cubicBezTo>
                    <ns1:pt x="1035" y="791"/>
                    <ns1:pt x="1035" y="791"/>
                    <ns1:pt x="1039" y="780"/>
                  </ns1:cubicBezTo>
                  <ns1:cubicBezTo>
                    <ns1:pt x="1027" y="775"/>
                    <ns1:pt x="1015" y="769"/>
                    <ns1:pt x="1003" y="763"/>
                  </ns1:cubicBezTo>
                  <ns1:cubicBezTo>
                    <ns1:pt x="1001" y="765"/>
                    <ns1:pt x="1001" y="767"/>
                    <ns1:pt x="999" y="769"/>
                  </ns1:cubicBezTo>
                  <ns1:cubicBezTo>
                    <ns1:pt x="1009" y="774"/>
                    <ns1:pt x="1018" y="778"/>
                    <ns1:pt x="1026" y="782"/>
                  </ns1:cubicBezTo>
                  <ns1:cubicBezTo>
                    <ns1:pt x="1016" y="782"/>
                    <ns1:pt x="1006" y="782"/>
                    <ns1:pt x="997" y="782"/>
                  </ns1:cubicBezTo>
                  <ns1:cubicBezTo>
                    <ns1:pt x="995" y="782"/>
                    <ns1:pt x="993" y="783"/>
                    <ns1:pt x="992" y="784"/>
                  </ns1:cubicBezTo>
                  <ns1:cubicBezTo>
                    <ns1:pt x="991" y="787"/>
                    <ns1:pt x="990" y="790"/>
                    <ns1:pt x="988" y="793"/>
                  </ns1:cubicBezTo>
                  <ns1:cubicBezTo>
                    <ns1:pt x="1001" y="799"/>
                    <ns1:pt x="1013" y="804"/>
                    <ns1:pt x="1025" y="811"/>
                  </ns1:cubicBezTo>
                  <ns1:cubicBezTo>
                    <ns1:pt x="1026" y="808"/>
                    <ns1:pt x="1027" y="806"/>
                    <ns1:pt x="1028" y="804"/>
                  </ns1:cubicBezTo>
                  <ns1:cubicBezTo>
                    <ns1:pt x="1018" y="799"/>
                    <ns1:pt x="1009" y="794"/>
                    <ns1:pt x="999" y="790"/>
                  </ns1:cubicBezTo>
                  <ns1:close/>
                  <ns1:moveTo>
                    <ns1:pt x="529" y="70"/>
                  </ns1:moveTo>
                  <ns1:cubicBezTo>
                    <ns1:pt x="529" y="82"/>
                    <ns1:pt x="532" y="95"/>
                    <ns1:pt x="526" y="107"/>
                  </ns1:cubicBezTo>
                  <ns1:cubicBezTo>
                    <ns1:pt x="528" y="109"/>
                    <ns1:pt x="531" y="110"/>
                    <ns1:pt x="533" y="112"/>
                  </ns1:cubicBezTo>
                  <ns1:cubicBezTo>
                    <ns1:pt x="540" y="100"/>
                    <ns1:pt x="538" y="88"/>
                    <ns1:pt x="537" y="76"/>
                  </ns1:cubicBezTo>
                  <ns1:cubicBezTo>
                    <ns1:pt x="540" y="75"/>
                    <ns1:pt x="541" y="76"/>
                    <ns1:pt x="541" y="79"/>
                  </ns1:cubicBezTo>
                  <ns1:cubicBezTo>
                    <ns1:pt x="542" y="85"/>
                    <ns1:pt x="543" y="92"/>
                    <ns1:pt x="543" y="99"/>
                  </ns1:cubicBezTo>
                  <ns1:cubicBezTo>
                    <ns1:pt x="544" y="111"/>
                    <ns1:pt x="544" y="111"/>
                    <ns1:pt x="556" y="110"/>
                  </ns1:cubicBezTo>
                  <ns1:cubicBezTo>
                    <ns1:pt x="560" y="109"/>
                    <ns1:pt x="561" y="107"/>
                    <ns1:pt x="562" y="104"/>
                  </ns1:cubicBezTo>
                  <ns1:cubicBezTo>
                    <ns1:pt x="562" y="102"/>
                    <ns1:pt x="562" y="100"/>
                    <ns1:pt x="562" y="97"/>
                  </ns1:cubicBezTo>
                  <ns1:cubicBezTo>
                    <ns1:pt x="559" y="97"/>
                    <ns1:pt x="557" y="96"/>
                    <ns1:pt x="555" y="96"/>
                  </ns1:cubicBezTo>
                  <ns1:cubicBezTo>
                    <ns1:pt x="554" y="98"/>
                    <ns1:pt x="554" y="99"/>
                    <ns1:pt x="553" y="101"/>
                  </ns1:cubicBezTo>
                  <ns1:cubicBezTo>
                    <ns1:pt x="553" y="101"/>
                    <ns1:pt x="552" y="101"/>
                    <ns1:pt x="552" y="101"/>
                  </ns1:cubicBezTo>
                  <ns1:cubicBezTo>
                    <ns1:pt x="551" y="96"/>
                    <ns1:pt x="551" y="90"/>
                    <ns1:pt x="551" y="85"/>
                  </ns1:cubicBezTo>
                  <ns1:cubicBezTo>
                    <ns1:pt x="550" y="79"/>
                    <ns1:pt x="549" y="74"/>
                    <ns1:pt x="549" y="68"/>
                  </ns1:cubicBezTo>
                  <ns1:cubicBezTo>
                    <ns1:pt x="544" y="68"/>
                    <ns1:pt x="538" y="69"/>
                    <ns1:pt x="533" y="69"/>
                  </ns1:cubicBezTo>
                  <ns1:cubicBezTo>
                    <ns1:pt x="532" y="69"/>
                    <ns1:pt x="530" y="70"/>
                    <ns1:pt x="529" y="70"/>
                  </ns1:cubicBezTo>
                  <ns1:close/>
                  <ns1:moveTo>
                    <ns1:pt x="1028" y="732"/>
                  </ns1:moveTo>
                  <ns1:cubicBezTo>
                    <ns1:pt x="1022" y="729"/>
                    <ns1:pt x="1018" y="730"/>
                    <ns1:pt x="1015" y="734"/>
                  </ns1:cubicBezTo>
                  <ns1:cubicBezTo>
                    <ns1:pt x="1005" y="744"/>
                    <ns1:pt x="1007" y="758"/>
                    <ns1:pt x="1020" y="765"/>
                  </ns1:cubicBezTo>
                  <ns1:cubicBezTo>
                    <ns1:pt x="1023" y="766"/>
                    <ns1:pt x="1027" y="767"/>
                    <ns1:pt x="1030" y="768"/>
                  </ns1:cubicBezTo>
                  <ns1:cubicBezTo>
                    <ns1:pt x="1038" y="770"/>
                    <ns1:pt x="1045" y="767"/>
                    <ns1:pt x="1048" y="759"/>
                  </ns1:cubicBezTo>
                  <ns1:cubicBezTo>
                    <ns1:pt x="1051" y="755"/>
                    <ns1:pt x="1052" y="750"/>
                    <ns1:pt x="1053" y="745"/>
                  </ns1:cubicBezTo>
                  <ns1:cubicBezTo>
                    <ns1:pt x="1053" y="744"/>
                    <ns1:pt x="1053" y="741"/>
                    <ns1:pt x="1052" y="741"/>
                  </ns1:cubicBezTo>
                  <ns1:cubicBezTo>
                    <ns1:pt x="1046" y="739"/>
                    <ns1:pt x="1040" y="737"/>
                    <ns1:pt x="1034" y="734"/>
                  </ns1:cubicBezTo>
                  <ns1:cubicBezTo>
                    <ns1:pt x="1032" y="739"/>
                    <ns1:pt x="1031" y="744"/>
                    <ns1:pt x="1029" y="748"/>
                  </ns1:cubicBezTo>
                  <ns1:cubicBezTo>
                    <ns1:pt x="1032" y="749"/>
                    <ns1:pt x="1033" y="750"/>
                    <ns1:pt x="1035" y="751"/>
                  </ns1:cubicBezTo>
                  <ns1:cubicBezTo>
                    <ns1:pt x="1036" y="748"/>
                    <ns1:pt x="1037" y="746"/>
                    <ns1:pt x="1038" y="744"/>
                  </ns1:cubicBezTo>
                  <ns1:cubicBezTo>
                    <ns1:pt x="1041" y="745"/>
                    <ns1:pt x="1043" y="746"/>
                    <ns1:pt x="1046" y="747"/>
                  </ns1:cubicBezTo>
                  <ns1:cubicBezTo>
                    <ns1:pt x="1044" y="758"/>
                    <ns1:pt x="1040" y="762"/>
                    <ns1:pt x="1032" y="760"/>
                  </ns1:cubicBezTo>
                  <ns1:cubicBezTo>
                    <ns1:pt x="1028" y="759"/>
                    <ns1:pt x="1024" y="757"/>
                    <ns1:pt x="1020" y="755"/>
                  </ns1:cubicBezTo>
                  <ns1:cubicBezTo>
                    <ns1:pt x="1016" y="752"/>
                    <ns1:pt x="1015" y="748"/>
                    <ns1:pt x="1016" y="743"/>
                  </ns1:cubicBezTo>
                  <ns1:cubicBezTo>
                    <ns1:pt x="1018" y="739"/>
                    <ns1:pt x="1021" y="738"/>
                    <ns1:pt x="1025" y="739"/>
                  </ns1:cubicBezTo>
                  <ns1:cubicBezTo>
                    <ns1:pt x="1026" y="736"/>
                    <ns1:pt x="1027" y="734"/>
                    <ns1:pt x="1028" y="732"/>
                  </ns1:cubicBezTo>
                  <ns1:close/>
                  <ns1:moveTo>
                    <ns1:pt x="411" y="1063"/>
                  </ns1:moveTo>
                  <ns1:cubicBezTo>
                    <ns1:pt x="421" y="1065"/>
                    <ns1:pt x="431" y="1072"/>
                    <ns1:pt x="441" y="1063"/>
                  </ns1:cubicBezTo>
                  <ns1:cubicBezTo>
                    <ns1:pt x="447" y="1057"/>
                    <ns1:pt x="450" y="1043"/>
                    <ns1:pt x="447" y="1036"/>
                  </ns1:cubicBezTo>
                  <ns1:cubicBezTo>
                    <ns1:pt x="442" y="1026"/>
                    <ns1:pt x="431" y="1026"/>
                    <ns1:pt x="422" y="1024"/>
                  </ns1:cubicBezTo>
                  <ns1:cubicBezTo>
                    <ns1:pt x="419" y="1037"/>
                    <ns1:pt x="415" y="1050"/>
                    <ns1:pt x="411" y="1063"/>
                  </ns1:cubicBezTo>
                  <ns1:close/>
                  <ns1:moveTo>
                    <ns1:pt x="1067" y="542"/>
                  </ns1:moveTo>
                  <ns1:cubicBezTo>
                    <ns1:pt x="1067" y="541"/>
                    <ns1:pt x="1067" y="540"/>
                    <ns1:pt x="1067" y="539"/>
                  </ns1:cubicBezTo>
                  <ns1:cubicBezTo>
                    <ns1:pt x="1067" y="532"/>
                    <ns1:pt x="1067" y="532"/>
                    <ns1:pt x="1074" y="530"/>
                  </ns1:cubicBezTo>
                  <ns1:cubicBezTo>
                    <ns1:pt x="1077" y="530"/>
                    <ns1:pt x="1080" y="529"/>
                    <ns1:pt x="1082" y="529"/>
                  </ns1:cubicBezTo>
                  <ns1:cubicBezTo>
                    <ns1:pt x="1082" y="526"/>
                    <ns1:pt x="1082" y="523"/>
                    <ns1:pt x="1082" y="520"/>
                  </ns1:cubicBezTo>
                  <ns1:cubicBezTo>
                    <ns1:pt x="1075" y="523"/>
                    <ns1:pt x="1067" y="521"/>
                    <ns1:pt x="1062" y="529"/>
                  </ns1:cubicBezTo>
                  <ns1:cubicBezTo>
                    <ns1:pt x="1058" y="523"/>
                    <ns1:pt x="1054" y="522"/>
                    <ns1:pt x="1049" y="524"/>
                  </ns1:cubicBezTo>
                  <ns1:cubicBezTo>
                    <ns1:pt x="1044" y="525"/>
                    <ns1:pt x="1042" y="529"/>
                    <ns1:pt x="1042" y="535"/>
                  </ns1:cubicBezTo>
                  <ns1:cubicBezTo>
                    <ns1:pt x="1042" y="541"/>
                    <ns1:pt x="1043" y="546"/>
                    <ns1:pt x="1043" y="552"/>
                  </ns1:cubicBezTo>
                  <ns1:cubicBezTo>
                    <ns1:pt x="1057" y="551"/>
                    <ns1:pt x="1070" y="551"/>
                    <ns1:pt x="1084" y="550"/>
                  </ns1:cubicBezTo>
                  <ns1:cubicBezTo>
                    <ns1:pt x="1084" y="547"/>
                    <ns1:pt x="1084" y="544"/>
                    <ns1:pt x="1083" y="542"/>
                  </ns1:cubicBezTo>
                  <ns1:cubicBezTo>
                    <ns1:pt x="1078" y="542"/>
                    <ns1:pt x="1073" y="542"/>
                    <ns1:pt x="1067" y="542"/>
                  </ns1:cubicBezTo>
                  <ns1:close/>
                  <ns1:moveTo>
                    <ns1:pt x="106" y="805"/>
                  </ns1:moveTo>
                  <ns1:cubicBezTo>
                    <ns1:pt x="111" y="802"/>
                    <ns1:pt x="116" y="800"/>
                    <ns1:pt x="121" y="797"/>
                  </ns1:cubicBezTo>
                  <ns1:cubicBezTo>
                    <ns1:pt x="121" y="799"/>
                    <ns1:pt x="122" y="800"/>
                    <ns1:pt x="123" y="801"/>
                  </ns1:cubicBezTo>
                  <ns1:cubicBezTo>
                    <ns1:pt x="126" y="807"/>
                    <ns1:pt x="126" y="808"/>
                    <ns1:pt x="120" y="811"/>
                  </ns1:cubicBezTo>
                  <ns1:cubicBezTo>
                    <ns1:pt x="118" y="813"/>
                    <ns1:pt x="115" y="815"/>
                    <ns1:pt x="112" y="817"/>
                  </ns1:cubicBezTo>
                  <ns1:cubicBezTo>
                    <ns1:pt x="114" y="819"/>
                    <ns1:pt x="115" y="821"/>
                    <ns1:pt x="116" y="824"/>
                  </ns1:cubicBezTo>
                  <ns1:cubicBezTo>
                    <ns1:pt x="121" y="818"/>
                    <ns1:pt x="130" y="817"/>
                    <ns1:pt x="131" y="808"/>
                  </ns1:cubicBezTo>
                  <ns1:cubicBezTo>
                    <ns1:pt x="132" y="809"/>
                    <ns1:pt x="133" y="809"/>
                    <ns1:pt x="134" y="810"/>
                  </ns1:cubicBezTo>
                  <ns1:cubicBezTo>
                    <ns1:pt x="138" y="811"/>
                    <ns1:pt x="142" y="810"/>
                    <ns1:pt x="145" y="808"/>
                  </ns1:cubicBezTo>
                  <ns1:cubicBezTo>
                    <ns1:pt x="148" y="805"/>
                    <ns1:pt x="149" y="802"/>
                    <ns1:pt x="148" y="798"/>
                  </ns1:cubicBezTo>
                  <ns1:cubicBezTo>
                    <ns1:pt x="145" y="792"/>
                    <ns1:pt x="142" y="785"/>
                    <ns1:pt x="139" y="779"/>
                  </ns1:cubicBezTo>
                  <ns1:cubicBezTo>
                    <ns1:pt x="126" y="785"/>
                    <ns1:pt x="115" y="792"/>
                    <ns1:pt x="103" y="798"/>
                  </ns1:cubicBezTo>
                  <ns1:cubicBezTo>
                    <ns1:pt x="104" y="800"/>
                    <ns1:pt x="105" y="803"/>
                    <ns1:pt x="106" y="805"/>
                  </ns1:cubicBezTo>
                  <ns1:close/>
                  <ns1:moveTo>
                    <ns1:pt x="592" y="1066"/>
                  </ns1:moveTo>
                  <ns1:cubicBezTo>
                    <ns1:pt x="598" y="1061"/>
                    <ns1:pt x="599" y="1058"/>
                    <ns1:pt x="598" y="1053"/>
                  </ns1:cubicBezTo>
                  <ns1:cubicBezTo>
                    <ns1:pt x="597" y="1049"/>
                    <ns1:pt x="594" y="1046"/>
                    <ns1:pt x="590" y="1046"/>
                  </ns1:cubicBezTo>
                  <ns1:cubicBezTo>
                    <ns1:pt x="583" y="1045"/>
                    <ns1:pt x="576" y="1046"/>
                    <ns1:pt x="570" y="1046"/>
                  </ns1:cubicBezTo>
                  <ns1:cubicBezTo>
                    <ns1:pt x="570" y="1060"/>
                    <ns1:pt x="570" y="1073"/>
                    <ns1:pt x="570" y="1086"/>
                  </ns1:cubicBezTo>
                  <ns1:cubicBezTo>
                    <ns1:pt x="574" y="1086"/>
                    <ns1:pt x="576" y="1086"/>
                    <ns1:pt x="578" y="1086"/>
                  </ns1:cubicBezTo>
                  <ns1:cubicBezTo>
                    <ns1:pt x="578" y="1081"/>
                    <ns1:pt x="578" y="1076"/>
                    <ns1:pt x="578" y="1070"/>
                  </ns1:cubicBezTo>
                  <ns1:cubicBezTo>
                    <ns1:pt x="580" y="1070"/>
                    <ns1:pt x="581" y="1070"/>
                    <ns1:pt x="582" y="1070"/>
                  </ns1:cubicBezTo>
                  <ns1:cubicBezTo>
                    <ns1:pt x="589" y="1070"/>
                    <ns1:pt x="589" y="1070"/>
                    <ns1:pt x="590" y="1077"/>
                  </ns1:cubicBezTo>
                  <ns1:cubicBezTo>
                    <ns1:pt x="590" y="1080"/>
                    <ns1:pt x="591" y="1083"/>
                    <ns1:pt x="592" y="1086"/>
                  </ns1:cubicBezTo>
                  <ns1:cubicBezTo>
                    <ns1:pt x="595" y="1086"/>
                    <ns1:pt x="597" y="1086"/>
                    <ns1:pt x="600" y="1086"/>
                  </ns1:cubicBezTo>
                  <ns1:cubicBezTo>
                    <ns1:pt x="597" y="1069"/>
                    <ns1:pt x="597" y="1069"/>
                    <ns1:pt x="592" y="1066"/>
                  </ns1:cubicBezTo>
                  <ns1:close/>
                  <ns1:moveTo>
                    <ns1:pt x="167" y="833"/>
                  </ns1:moveTo>
                  <ns1:cubicBezTo>
                    <ns1:pt x="167" y="820"/>
                    <ns1:pt x="156" y="811"/>
                    <ns1:pt x="146" y="815"/>
                  </ns1:cubicBezTo>
                  <ns1:cubicBezTo>
                    <ns1:pt x="140" y="817"/>
                    <ns1:pt x="135" y="820"/>
                    <ns1:pt x="131" y="824"/>
                  </ns1:cubicBezTo>
                  <ns1:cubicBezTo>
                    <ns1:pt x="124" y="829"/>
                    <ns1:pt x="124" y="837"/>
                    <ns1:pt x="128" y="844"/>
                  </ns1:cubicBezTo>
                  <ns1:cubicBezTo>
                    <ns1:pt x="133" y="852"/>
                    <ns1:pt x="140" y="855"/>
                    <ns1:pt x="148" y="852"/>
                  </ns1:cubicBezTo>
                  <ns1:cubicBezTo>
                    <ns1:pt x="153" y="849"/>
                    <ns1:pt x="158" y="846"/>
                    <ns1:pt x="163" y="842"/>
                  </ns1:cubicBezTo>
                  <ns1:cubicBezTo>
                    <ns1:pt x="165" y="839"/>
                    <ns1:pt x="166" y="835"/>
                    <ns1:pt x="167" y="833"/>
                  </ns1:cubicBezTo>
                  <ns1:close/>
                  <ns1:moveTo>
                    <ns1:pt x="70" y="557"/>
                  </ns1:moveTo>
                  <ns1:cubicBezTo>
                    <ns1:pt x="67" y="558"/>
                    <ns1:pt x="63" y="558"/>
                    <ns1:pt x="60" y="559"/>
                  </ns1:cubicBezTo>
                  <ns1:cubicBezTo>
                    <ns1:pt x="53" y="562"/>
                    <ns1:pt x="49" y="567"/>
                    <ns1:pt x="49" y="575"/>
                  </ns1:cubicBezTo>
                  <ns1:cubicBezTo>
                    <ns1:pt x="49" y="584"/>
                    <ns1:pt x="53" y="589"/>
                    <ns1:pt x="60" y="591"/>
                  </ns1:cubicBezTo>
                  <ns1:cubicBezTo>
                    <ns1:pt x="67" y="594"/>
                    <ns1:pt x="74" y="593"/>
                    <ns1:pt x="81" y="591"/>
                  </ns1:cubicBezTo>
                  <ns1:cubicBezTo>
                    <ns1:pt x="89" y="588"/>
                    <ns1:pt x="93" y="581"/>
                    <ns1:pt x="91" y="573"/>
                  </ns1:cubicBezTo>
                  <ns1:cubicBezTo>
                    <ns1:pt x="90" y="563"/>
                    <ns1:pt x="82" y="558"/>
                    <ns1:pt x="70" y="557"/>
                  </ns1:cubicBezTo>
                  <ns1:close/>
                  <ns1:moveTo>
                    <ns1:pt x="80" y="640"/>
                  </ns1:moveTo>
                  <ns1:cubicBezTo>
                    <ns1:pt x="76" y="642"/>
                    <ns1:pt x="71" y="642"/>
                    <ns1:pt x="66" y="644"/>
                  </ns1:cubicBezTo>
                  <ns1:cubicBezTo>
                    <ns1:pt x="59" y="647"/>
                    <ns1:pt x="56" y="654"/>
                    <ns1:pt x="57" y="661"/>
                  </ns1:cubicBezTo>
                  <ns1:cubicBezTo>
                    <ns1:pt x="58" y="669"/>
                    <ns1:pt x="63" y="675"/>
                    <ns1:pt x="71" y="676"/>
                  </ns1:cubicBezTo>
                  <ns1:cubicBezTo>
                    <ns1:pt x="79" y="678"/>
                    <ns1:pt x="86" y="676"/>
                    <ns1:pt x="93" y="671"/>
                  </ns1:cubicBezTo>
                  <ns1:cubicBezTo>
                    <ns1:pt x="97" y="668"/>
                    <ns1:pt x="99" y="665"/>
                    <ns1:pt x="99" y="660"/>
                  </ns1:cubicBezTo>
                  <ns1:cubicBezTo>
                    <ns1:pt x="100" y="648"/>
                    <ns1:pt x="93" y="641"/>
                    <ns1:pt x="80" y="640"/>
                  </ns1:cubicBezTo>
                  <ns1:close/>
                  <ns1:moveTo>
                    <ns1:pt x="98" y="484"/>
                  </ns1:moveTo>
                  <ns1:cubicBezTo>
                    <ns1:pt x="84" y="482"/>
                    <ns1:pt x="71" y="480"/>
                    <ns1:pt x="57" y="478"/>
                  </ns1:cubicBezTo>
                  <ns1:cubicBezTo>
                    <ns1:pt x="57" y="481"/>
                    <ns1:pt x="57" y="483"/>
                    <ns1:pt x="56" y="486"/>
                  </ns1:cubicBezTo>
                  <ns1:cubicBezTo>
                    <ns1:pt x="62" y="487"/>
                    <ns1:pt x="68" y="488"/>
                    <ns1:pt x="74" y="489"/>
                  </ns1:cubicBezTo>
                  <ns1:cubicBezTo>
                    <ns1:pt x="73" y="493"/>
                    <ns1:pt x="72" y="498"/>
                    <ns1:pt x="72" y="502"/>
                  </ns1:cubicBezTo>
                  <ns1:cubicBezTo>
                    <ns1:pt x="66" y="502"/>
                    <ns1:pt x="60" y="501"/>
                    <ns1:pt x="54" y="500"/>
                  </ns1:cubicBezTo>
                  <ns1:cubicBezTo>
                    <ns1:pt x="54" y="503"/>
                    <ns1:pt x="53" y="505"/>
                    <ns1:pt x="53" y="508"/>
                  </ns1:cubicBezTo>
                  <ns1:cubicBezTo>
                    <ns1:pt x="67" y="510"/>
                    <ns1:pt x="80" y="512"/>
                    <ns1:pt x="93" y="514"/>
                  </ns1:cubicBezTo>
                  <ns1:cubicBezTo>
                    <ns1:pt x="94" y="511"/>
                    <ns1:pt x="94" y="508"/>
                    <ns1:pt x="95" y="506"/>
                  </ns1:cubicBezTo>
                  <ns1:cubicBezTo>
                    <ns1:pt x="89" y="505"/>
                    <ns1:pt x="84" y="504"/>
                    <ns1:pt x="79" y="503"/>
                  </ns1:cubicBezTo>
                  <ns1:cubicBezTo>
                    <ns1:pt x="79" y="499"/>
                    <ns1:pt x="80" y="494"/>
                    <ns1:pt x="81" y="490"/>
                  </ns1:cubicBezTo>
                  <ns1:cubicBezTo>
                    <ns1:pt x="86" y="490"/>
                    <ns1:pt x="91" y="491"/>
                    <ns1:pt x="97" y="492"/>
                  </ns1:cubicBezTo>
                  <ns1:cubicBezTo>
                    <ns1:pt x="97" y="489"/>
                    <ns1:pt x="97" y="487"/>
                    <ns1:pt x="98" y="484"/>
                  </ns1:cubicBezTo>
                  <ns1:close/>
                  <ns1:moveTo>
                    <ns1:pt x="640" y="1065"/>
                  </ns1:moveTo>
                  <ns1:cubicBezTo>
                    <ns1:pt x="639" y="1060"/>
                    <ns1:pt x="638" y="1055"/>
                    <ns1:pt x="636" y="1051"/>
                  </ns1:cubicBezTo>
                  <ns1:cubicBezTo>
                    <ns1:pt x="633" y="1044"/>
                    <ns1:pt x="627" y="1041"/>
                    <ns1:pt x="620" y="1042"/>
                  </ns1:cubicBezTo>
                  <ns1:cubicBezTo>
                    <ns1:pt x="612" y="1042"/>
                    <ns1:pt x="607" y="1047"/>
                    <ns1:pt x="605" y="1054"/>
                  </ns1:cubicBezTo>
                  <ns1:cubicBezTo>
                    <ns1:pt x="603" y="1061"/>
                    <ns1:pt x="603" y="1068"/>
                    <ns1:pt x="607" y="1075"/>
                  </ns1:cubicBezTo>
                  <ns1:cubicBezTo>
                    <ns1:pt x="609" y="1080"/>
                    <ns1:pt x="613" y="1083"/>
                    <ns1:pt x="619" y="1084"/>
                  </ns1:cubicBezTo>
                  <ns1:cubicBezTo>
                    <ns1:pt x="632" y="1085"/>
                    <ns1:pt x="639" y="1078"/>
                    <ns1:pt x="640" y="1065"/>
                  </ns1:cubicBezTo>
                  <ns1:close/>
                  <ns1:moveTo>
                    <ns1:pt x="70" y="517"/>
                  </ns1:moveTo>
                  <ns1:cubicBezTo>
                    <ns1:pt x="70" y="517"/>
                    <ns1:pt x="70" y="517"/>
                    <ns1:pt x="70" y="517"/>
                  </ns1:cubicBezTo>
                  <ns1:cubicBezTo>
                    <ns1:pt x="70" y="517"/>
                    <ns1:pt x="69" y="517"/>
                    <ns1:pt x="68" y="517"/>
                  </ns1:cubicBezTo>
                  <ns1:cubicBezTo>
                    <ns1:pt x="58" y="518"/>
                    <ns1:pt x="52" y="523"/>
                    <ns1:pt x="50" y="532"/>
                  </ns1:cubicBezTo>
                  <ns1:cubicBezTo>
                    <ns1:pt x="49" y="542"/>
                    <ns1:pt x="54" y="549"/>
                    <ns1:pt x="64" y="551"/>
                  </ns1:cubicBezTo>
                  <ns1:cubicBezTo>
                    <ns1:pt x="68" y="552"/>
                    <ns1:pt x="73" y="552"/>
                    <ns1:pt x="77" y="552"/>
                  </ns1:cubicBezTo>
                  <ns1:cubicBezTo>
                    <ns1:pt x="86" y="551"/>
                    <ns1:pt x="92" y="545"/>
                    <ns1:pt x="93" y="537"/>
                  </ns1:cubicBezTo>
                  <ns1:cubicBezTo>
                    <ns1:pt x="94" y="529"/>
                    <ns1:pt x="90" y="522"/>
                    <ns1:pt x="81" y="519"/>
                  </ns1:cubicBezTo>
                  <ns1:cubicBezTo>
                    <ns1:pt x="78" y="518"/>
                    <ns1:pt x="74" y="517"/>
                    <ns1:pt x="70" y="517"/>
                  </ns1:cubicBezTo>
                  <ns1:close/>
                  <ns1:moveTo>
                    <ns1:pt x="903" y="907"/>
                  </ns1:moveTo>
                  <ns1:cubicBezTo>
                    <ns1:pt x="913" y="917"/>
                    <ns1:pt x="923" y="926"/>
                    <ns1:pt x="933" y="935"/>
                  </ns1:cubicBezTo>
                  <ns1:cubicBezTo>
                    <ns1:pt x="935" y="933"/>
                    <ns1:pt x="936" y="932"/>
                    <ns1:pt x="938" y="930"/>
                  </ns1:cubicBezTo>
                  <ns1:cubicBezTo>
                    <ns1:pt x="934" y="925"/>
                    <ns1:pt x="930" y="921"/>
                    <ns1:pt x="925" y="917"/>
                  </ns1:cubicBezTo>
                  <ns1:cubicBezTo>
                    <ns1:pt x="928" y="914"/>
                    <ns1:pt x="932" y="910"/>
                    <ns1:pt x="935" y="907"/>
                  </ns1:cubicBezTo>
                  <ns1:cubicBezTo>
                    <ns1:pt x="939" y="911"/>
                    <ns1:pt x="943" y="915"/>
                    <ns1:pt x="948" y="919"/>
                  </ns1:cubicBezTo>
                  <ns1:cubicBezTo>
                    <ns1:pt x="950" y="917"/>
                    <ns1:pt x="951" y="916"/>
                    <ns1:pt x="953" y="914"/>
                  </ns1:cubicBezTo>
                  <ns1:cubicBezTo>
                    <ns1:pt x="943" y="904"/>
                    <ns1:pt x="933" y="895"/>
                    <ns1:pt x="923" y="886"/>
                  </ns1:cubicBezTo>
                  <ns1:cubicBezTo>
                    <ns1:pt x="921" y="888"/>
                    <ns1:pt x="920" y="889"/>
                    <ns1:pt x="918" y="891"/>
                  </ns1:cubicBezTo>
                  <ns1:cubicBezTo>
                    <ns1:pt x="922" y="895"/>
                    <ns1:pt x="926" y="899"/>
                    <ns1:pt x="930" y="903"/>
                  </ns1:cubicBezTo>
                  <ns1:cubicBezTo>
                    <ns1:pt x="926" y="906"/>
                    <ns1:pt x="923" y="909"/>
                    <ns1:pt x="920" y="913"/>
                  </ns1:cubicBezTo>
                  <ns1:cubicBezTo>
                    <ns1:pt x="916" y="909"/>
                    <ns1:pt x="912" y="905"/>
                    <ns1:pt x="908" y="902"/>
                  </ns1:cubicBezTo>
                  <ns1:cubicBezTo>
                    <ns1:pt x="906" y="904"/>
                    <ns1:pt x="905" y="905"/>
                    <ns1:pt x="903" y="907"/>
                  </ns1:cubicBezTo>
                  <ns1:close/>
                  <ns1:moveTo>
                    <ns1:pt x="1049" y="490"/>
                  </ns1:moveTo>
                  <ns1:cubicBezTo>
                    <ns1:pt x="1038" y="492"/>
                    <ns1:pt x="1035" y="501"/>
                    <ns1:pt x="1040" y="511"/>
                  </ns1:cubicBezTo>
                  <ns1:cubicBezTo>
                    <ns1:pt x="1043" y="516"/>
                    <ns1:pt x="1047" y="518"/>
                    <ns1:pt x="1053" y="518"/>
                  </ns1:cubicBezTo>
                  <ns1:cubicBezTo>
                    <ns1:pt x="1059" y="517"/>
                    <ns1:pt x="1061" y="513"/>
                    <ns1:pt x="1062" y="508"/>
                  </ns1:cubicBezTo>
                  <ns1:cubicBezTo>
                    <ns1:pt x="1063" y="505"/>
                    <ns1:pt x="1063" y="502"/>
                    <ns1:pt x="1064" y="500"/>
                  </ns1:cubicBezTo>
                  <ns1:cubicBezTo>
                    <ns1:pt x="1065" y="498"/>
                    <ns1:pt x="1067" y="495"/>
                    <ns1:pt x="1069" y="495"/>
                  </ns1:cubicBezTo>
                  <ns1:cubicBezTo>
                    <ns1:pt x="1071" y="496"/>
                    <ns1:pt x="1073" y="498"/>
                    <ns1:pt x="1074" y="500"/>
                  </ns1:cubicBezTo>
                  <ns1:cubicBezTo>
                    <ns1:pt x="1076" y="505"/>
                    <ns1:pt x="1072" y="508"/>
                    <ns1:pt x="1068" y="509"/>
                  </ns1:cubicBezTo>
                  <ns1:cubicBezTo>
                    <ns1:pt x="1068" y="512"/>
                    <ns1:pt x="1068" y="514"/>
                    <ns1:pt x="1069" y="516"/>
                  </ns1:cubicBezTo>
                  <ns1:cubicBezTo>
                    <ns1:pt x="1079" y="515"/>
                    <ns1:pt x="1082" y="509"/>
                    <ns1:pt x="1080" y="499"/>
                  </ns1:cubicBezTo>
                  <ns1:cubicBezTo>
                    <ns1:pt x="1078" y="490"/>
                    <ns1:pt x="1073" y="486"/>
                    <ns1:pt x="1066" y="487"/>
                  </ns1:cubicBezTo>
                  <ns1:cubicBezTo>
                    <ns1:pt x="1060" y="487"/>
                    <ns1:pt x="1056" y="492"/>
                    <ns1:pt x="1055" y="500"/>
                  </ns1:cubicBezTo>
                  <ns1:cubicBezTo>
                    <ns1:pt x="1055" y="502"/>
                    <ns1:pt x="1055" y="504"/>
                    <ns1:pt x="1054" y="506"/>
                  </ns1:cubicBezTo>
                  <ns1:cubicBezTo>
                    <ns1:pt x="1053" y="508"/>
                    <ns1:pt x="1051" y="509"/>
                    <ns1:pt x="1050" y="509"/>
                  </ns1:cubicBezTo>
                  <ns1:cubicBezTo>
                    <ns1:pt x="1048" y="509"/>
                    <ns1:pt x="1046" y="507"/>
                    <ns1:pt x="1045" y="506"/>
                  </ns1:cubicBezTo>
                  <ns1:cubicBezTo>
                    <ns1:pt x="1043" y="501"/>
                    <ns1:pt x="1046" y="499"/>
                    <ns1:pt x="1050" y="497"/>
                  </ns1:cubicBezTo>
                  <ns1:cubicBezTo>
                    <ns1:pt x="1049" y="495"/>
                    <ns1:pt x="1049" y="492"/>
                    <ns1:pt x="1049" y="490"/>
                  </ns1:cubicBezTo>
                  <ns1:close/>
                  <ns1:moveTo>
                    <ns1:pt x="297" y="996"/>
                  </ns1:moveTo>
                  <ns1:cubicBezTo>
                    <ns1:pt x="292" y="1003"/>
                    <ns1:pt x="293" y="1008"/>
                    <ns1:pt x="300" y="1013"/>
                  </ns1:cubicBezTo>
                  <ns1:cubicBezTo>
                    <ns1:pt x="303" y="1015"/>
                    <ns1:pt x="305" y="1016"/>
                    <ns1:pt x="308" y="1017"/>
                  </ns1:cubicBezTo>
                  <ns1:cubicBezTo>
                    <ns1:pt x="314" y="1018"/>
                    <ns1:pt x="318" y="1017"/>
                    <ns1:pt x="322" y="1012"/>
                  </ns1:cubicBezTo>
                  <ns1:cubicBezTo>
                    <ns1:pt x="325" y="1007"/>
                    <ns1:pt x="324" y="1003"/>
                    <ns1:pt x="320" y="998"/>
                  </ns1:cubicBezTo>
                  <ns1:cubicBezTo>
                    <ns1:pt x="318" y="996"/>
                    <ns1:pt x="316" y="994"/>
                    <ns1:pt x="314" y="991"/>
                  </ns1:cubicBezTo>
                  <ns1:cubicBezTo>
                    <ns1:pt x="313" y="990"/>
                    <ns1:pt x="313" y="987"/>
                    <ns1:pt x="314" y="985"/>
                  </ns1:cubicBezTo>
                  <ns1:cubicBezTo>
                    <ns1:pt x="315" y="984"/>
                    <ns1:pt x="318" y="983"/>
                    <ns1:pt x="319" y="983"/>
                  </ns1:cubicBezTo>
                  <ns1:cubicBezTo>
                    <ns1:pt x="321" y="984"/>
                    <ns1:pt x="324" y="987"/>
                    <ns1:pt x="324" y="988"/>
                  </ns1:cubicBezTo>
                  <ns1:cubicBezTo>
                    <ns1:pt x="323" y="994"/>
                    <ns1:pt x="327" y="994"/>
                    <ns1:pt x="329" y="996"/>
                  </ns1:cubicBezTo>
                  <ns1:cubicBezTo>
                    <ns1:pt x="335" y="988"/>
                    <ns1:pt x="329" y="979"/>
                    <ns1:pt x="320" y="977"/>
                  </ns1:cubicBezTo>
                  <ns1:cubicBezTo>
                    <ns1:pt x="314" y="975"/>
                    <ns1:pt x="309" y="977"/>
                    <ns1:pt x="306" y="982"/>
                  </ns1:cubicBezTo>
                  <ns1:cubicBezTo>
                    <ns1:pt x="303" y="986"/>
                    <ns1:pt x="303" y="990"/>
                    <ns1:pt x="307" y="996"/>
                  </ns1:cubicBezTo>
                  <ns1:cubicBezTo>
                    <ns1:pt x="309" y="998"/>
                    <ns1:pt x="311" y="999"/>
                    <ns1:pt x="313" y="1002"/>
                  </ns1:cubicBezTo>
                  <ns1:cubicBezTo>
                    <ns1:pt x="314" y="1004"/>
                    <ns1:pt x="314" y="1007"/>
                    <ns1:pt x="313" y="1009"/>
                  </ns1:cubicBezTo>
                  <ns1:cubicBezTo>
                    <ns1:pt x="312" y="1012"/>
                    <ns1:pt x="309" y="1011"/>
                    <ns1:pt x="306" y="1010"/>
                  </ns1:cubicBezTo>
                  <ns1:cubicBezTo>
                    <ns1:pt x="301" y="1007"/>
                    <ns1:pt x="301" y="1004"/>
                    <ns1:pt x="303" y="999"/>
                  </ns1:cubicBezTo>
                  <ns1:cubicBezTo>
                    <ns1:pt x="301" y="998"/>
                    <ns1:pt x="299" y="997"/>
                    <ns1:pt x="297" y="996"/>
                  </ns1:cubicBezTo>
                  <ns1:close/>
                  <ns1:moveTo>
                    <ns1:pt x="95" y="442"/>
                  </ns1:moveTo>
                  <ns1:cubicBezTo>
                    <ns1:pt x="105" y="445"/>
                    <ns1:pt x="112" y="439"/>
                    <ns1:pt x="112" y="428"/>
                  </ns1:cubicBezTo>
                  <ns1:cubicBezTo>
                    <ns1:pt x="112" y="422"/>
                    <ns1:pt x="108" y="418"/>
                    <ns1:pt x="103" y="416"/>
                  </ns1:cubicBezTo>
                  <ns1:cubicBezTo>
                    <ns1:pt x="98" y="414"/>
                    <ns1:pt x="94" y="416"/>
                    <ns1:pt x="90" y="421"/>
                  </ns1:cubicBezTo>
                  <ns1:cubicBezTo>
                    <ns1:pt x="88" y="423"/>
                    <ns1:pt x="87" y="426"/>
                    <ns1:pt x="85" y="429"/>
                  </ns1:cubicBezTo>
                  <ns1:cubicBezTo>
                    <ns1:pt x="83" y="430"/>
                    <ns1:pt x="81" y="430"/>
                    <ns1:pt x="79" y="430"/>
                  </ns1:cubicBezTo>
                  <ns1:cubicBezTo>
                    <ns1:pt x="78" y="429"/>
                    <ns1:pt x="77" y="427"/>
                    <ns1:pt x="76" y="425"/>
                  </ns1:cubicBezTo>
                  <ns1:cubicBezTo>
                    <ns1:pt x="76" y="420"/>
                    <ns1:pt x="79" y="418"/>
                    <ns1:pt x="86" y="417"/>
                  </ns1:cubicBezTo>
                  <ns1:cubicBezTo>
                    <ns1:pt x="86" y="415"/>
                    <ns1:pt x="87" y="413"/>
                    <ns1:pt x="88" y="410"/>
                  </ns1:cubicBezTo>
                  <ns1:cubicBezTo>
                    <ns1:pt x="80" y="409"/>
                    <ns1:pt x="76" y="410"/>
                    <ns1:pt x="73" y="415"/>
                  </ns1:cubicBezTo>
                  <ns1:cubicBezTo>
                    <ns1:pt x="72" y="419"/>
                    <ns1:pt x="70" y="423"/>
                    <ns1:pt x="70" y="427"/>
                  </ns1:cubicBezTo>
                  <ns1:cubicBezTo>
                    <ns1:pt x="70" y="433"/>
                    <ns1:pt x="73" y="437"/>
                    <ns1:pt x="79" y="439"/>
                  </ns1:cubicBezTo>
                  <ns1:cubicBezTo>
                    <ns1:pt x="84" y="441"/>
                    <ns1:pt x="88" y="438"/>
                    <ns1:pt x="91" y="434"/>
                  </ns1:cubicBezTo>
                  <ns1:cubicBezTo>
                    <ns1:pt x="93" y="432"/>
                    <ns1:pt x="94" y="429"/>
                    <ns1:pt x="96" y="427"/>
                  </ns1:cubicBezTo>
                  <ns1:cubicBezTo>
                    <ns1:pt x="97" y="425"/>
                    <ns1:pt x="100" y="424"/>
                    <ns1:pt x="102" y="425"/>
                  </ns1:cubicBezTo>
                  <ns1:cubicBezTo>
                    <ns1:pt x="103" y="425"/>
                    <ns1:pt x="105" y="428"/>
                    <ns1:pt x="105" y="429"/>
                  </ns1:cubicBezTo>
                  <ns1:cubicBezTo>
                    <ns1:pt x="105" y="431"/>
                    <ns1:pt x="103" y="435"/>
                    <ns1:pt x="101" y="435"/>
                  </ns1:cubicBezTo>
                  <ns1:cubicBezTo>
                    <ns1:pt x="96" y="435"/>
                    <ns1:pt x="96" y="439"/>
                    <ns1:pt x="95" y="442"/>
                  </ns1:cubicBezTo>
                  <ns1:close/>
                  <ns1:moveTo>
                    <ns1:pt x="532" y="1056"/>
                  </ns1:moveTo>
                  <ns1:cubicBezTo>
                    <ns1:pt x="532" y="1048"/>
                    <ns1:pt x="529" y="1045"/>
                    <ns1:pt x="523" y="1043"/>
                  </ns1:cubicBezTo>
                  <ns1:cubicBezTo>
                    <ns1:pt x="515" y="1041"/>
                    <ns1:pt x="507" y="1044"/>
                    <ns1:pt x="505" y="1051"/>
                  </ns1:cubicBezTo>
                  <ns1:cubicBezTo>
                    <ns1:pt x="503" y="1058"/>
                    <ns1:pt x="505" y="1063"/>
                    <ns1:pt x="514" y="1066"/>
                  </ns1:cubicBezTo>
                  <ns1:cubicBezTo>
                    <ns1:pt x="516" y="1067"/>
                    <ns1:pt x="519" y="1068"/>
                    <ns1:pt x="520" y="1069"/>
                  </ns1:cubicBezTo>
                  <ns1:cubicBezTo>
                    <ns1:pt x="522" y="1070"/>
                    <ns1:pt x="523" y="1073"/>
                    <ns1:pt x="522" y="1075"/>
                  </ns1:cubicBezTo>
                  <ns1:cubicBezTo>
                    <ns1:pt x="522" y="1076"/>
                    <ns1:pt x="520" y="1078"/>
                    <ns1:pt x="518" y="1078"/>
                  </ns1:cubicBezTo>
                  <ns1:cubicBezTo>
                    <ns1:pt x="513" y="1079"/>
                    <ns1:pt x="510" y="1077"/>
                    <ns1:pt x="509" y="1070"/>
                  </ns1:cubicBezTo>
                  <ns1:cubicBezTo>
                    <ns1:pt x="507" y="1070"/>
                    <ns1:pt x="504" y="1070"/>
                    <ns1:pt x="502" y="1069"/>
                  </ns1:cubicBezTo>
                  <ns1:cubicBezTo>
                    <ns1:pt x="501" y="1077"/>
                    <ns1:pt x="503" y="1081"/>
                    <ns1:pt x="509" y="1083"/>
                  </ns1:cubicBezTo>
                  <ns1:cubicBezTo>
                    <ns1:pt x="513" y="1084"/>
                    <ns1:pt x="516" y="1084"/>
                    <ns1:pt x="520" y="1084"/>
                  </ns1:cubicBezTo>
                  <ns1:cubicBezTo>
                    <ns1:pt x="527" y="1083"/>
                    <ns1:pt x="531" y="1079"/>
                    <ns1:pt x="531" y="1073"/>
                  </ns1:cubicBezTo>
                  <ns1:cubicBezTo>
                    <ns1:pt x="532" y="1068"/>
                    <ns1:pt x="529" y="1064"/>
                    <ns1:pt x="523" y="1061"/>
                  </ns1:cubicBezTo>
                  <ns1:cubicBezTo>
                    <ns1:pt x="520" y="1060"/>
                    <ns1:pt x="517" y="1059"/>
                    <ns1:pt x="515" y="1058"/>
                  </ns1:cubicBezTo>
                  <ns1:cubicBezTo>
                    <ns1:pt x="514" y="1057"/>
                    <ns1:pt x="513" y="1054"/>
                    <ns1:pt x="513" y="1053"/>
                  </ns1:cubicBezTo>
                  <ns1:cubicBezTo>
                    <ns1:pt x="514" y="1051"/>
                    <ns1:pt x="516" y="1049"/>
                    <ns1:pt x="517" y="1049"/>
                  </ns1:cubicBezTo>
                  <ns1:cubicBezTo>
                    <ns1:pt x="522" y="1048"/>
                    <ns1:pt x="524" y="1051"/>
                    <ns1:pt x="525" y="1056"/>
                  </ns1:cubicBezTo>
                  <ns1:cubicBezTo>
                    <ns1:pt x="527" y="1056"/>
                    <ns1:pt x="529" y="1056"/>
                    <ns1:pt x="532" y="1056"/>
                  </ns1:cubicBezTo>
                  <ns1:close/>
                  <ns1:moveTo>
                    <ns1:pt x="834" y="997"/>
                  </ns1:moveTo>
                  <ns1:cubicBezTo>
                    <ns1:pt x="838" y="1001"/>
                    <ns1:pt x="841" y="1004"/>
                    <ns1:pt x="846" y="1004"/>
                  </ns1:cubicBezTo>
                  <ns1:cubicBezTo>
                    <ns1:pt x="852" y="1002"/>
                    <ns1:pt x="857" y="999"/>
                    <ns1:pt x="861" y="993"/>
                  </ns1:cubicBezTo>
                  <ns1:cubicBezTo>
                    <ns1:pt x="863" y="988"/>
                    <ns1:pt x="862" y="984"/>
                    <ns1:pt x="859" y="980"/>
                  </ns1:cubicBezTo>
                  <ns1:cubicBezTo>
                    <ns1:pt x="856" y="976"/>
                    <ns1:pt x="852" y="976"/>
                    <ns1:pt x="848" y="977"/>
                  </ns1:cubicBezTo>
                  <ns1:cubicBezTo>
                    <ns1:pt x="845" y="977"/>
                    <ns1:pt x="842" y="979"/>
                    <ns1:pt x="838" y="979"/>
                  </ns1:cubicBezTo>
                  <ns1:cubicBezTo>
                    <ns1:pt x="836" y="980"/>
                    <ns1:pt x="833" y="978"/>
                    <ns1:pt x="833" y="977"/>
                  </ns1:cubicBezTo>
                  <ns1:cubicBezTo>
                    <ns1:pt x="832" y="975"/>
                    <ns1:pt x="833" y="972"/>
                    <ns1:pt x="834" y="971"/>
                  </ns1:cubicBezTo>
                  <ns1:cubicBezTo>
                    <ns1:pt x="837" y="967"/>
                    <ns1:pt x="841" y="969"/>
                    <ns1:pt x="844" y="971"/>
                  </ns1:cubicBezTo>
                  <ns1:cubicBezTo>
                    <ns1:pt x="846" y="970"/>
                    <ns1:pt x="847" y="969"/>
                    <ns1:pt x="849" y="967"/>
                  </ns1:cubicBezTo>
                  <ns1:cubicBezTo>
                    <ns1:pt x="844" y="961"/>
                    <ns1:pt x="838" y="960"/>
                    <ns1:pt x="832" y="964"/>
                  </ns1:cubicBezTo>
                  <ns1:cubicBezTo>
                    <ns1:pt x="825" y="968"/>
                    <ns1:pt x="823" y="975"/>
                    <ns1:pt x="826" y="981"/>
                  </ns1:cubicBezTo>
                  <ns1:cubicBezTo>
                    <ns1:pt x="828" y="988"/>
                    <ns1:pt x="833" y="989"/>
                    <ns1:pt x="841" y="987"/>
                  </ns1:cubicBezTo>
                  <ns1:cubicBezTo>
                    <ns1:pt x="843" y="986"/>
                    <ns1:pt x="845" y="985"/>
                    <ns1:pt x="847" y="985"/>
                  </ns1:cubicBezTo>
                  <ns1:cubicBezTo>
                    <ns1:pt x="849" y="985"/>
                    <ns1:pt x="853" y="986"/>
                    <ns1:pt x="853" y="987"/>
                  </ns1:cubicBezTo>
                  <ns1:cubicBezTo>
                    <ns1:pt x="854" y="989"/>
                    <ns1:pt x="853" y="992"/>
                    <ns1:pt x="852" y="994"/>
                  </ns1:cubicBezTo>
                  <ns1:cubicBezTo>
                    <ns1:pt x="849" y="998"/>
                    <ns1:pt x="846" y="997"/>
                    <ns1:pt x="841" y="993"/>
                  </ns1:cubicBezTo>
                  <ns1:cubicBezTo>
                    <ns1:pt x="839" y="994"/>
                    <ns1:pt x="837" y="996"/>
                    <ns1:pt x="834" y="997"/>
                  </ns1:cubicBezTo>
                  <ns1:close/>
                  <ns1:moveTo>
                    <ns1:pt x="1023" y="708"/>
                  </ns1:moveTo>
                  <ns1:cubicBezTo>
                    <ns1:pt x="1032" y="710"/>
                    <ns1:pt x="1041" y="713"/>
                    <ns1:pt x="1049" y="715"/>
                  </ns1:cubicBezTo>
                  <ns1:cubicBezTo>
                    <ns1:pt x="1058" y="717"/>
                    <ns1:pt x="1064" y="712"/>
                    <ns1:pt x="1067" y="704"/>
                  </ns1:cubicBezTo>
                  <ns1:cubicBezTo>
                    <ns1:pt x="1070" y="694"/>
                    <ns1:pt x="1067" y="687"/>
                    <ns1:pt x="1058" y="684"/>
                  </ns1:cubicBezTo>
                  <ns1:cubicBezTo>
                    <ns1:pt x="1050" y="681"/>
                    <ns1:pt x="1041" y="679"/>
                    <ns1:pt x="1031" y="677"/>
                  </ns1:cubicBezTo>
                  <ns1:cubicBezTo>
                    <ns1:pt x="1031" y="679"/>
                    <ns1:pt x="1030" y="682"/>
                    <ns1:pt x="1029" y="684"/>
                  </ns1:cubicBezTo>
                  <ns1:cubicBezTo>
                    <ns1:pt x="1032" y="685"/>
                    <ns1:pt x="1034" y="686"/>
                    <ns1:pt x="1036" y="686"/>
                  </ns1:cubicBezTo>
                  <ns1:cubicBezTo>
                    <ns1:pt x="1043" y="688"/>
                    <ns1:pt x="1050" y="690"/>
                    <ns1:pt x="1057" y="692"/>
                  </ns1:cubicBezTo>
                  <ns1:cubicBezTo>
                    <ns1:pt x="1061" y="694"/>
                    <ns1:pt x="1063" y="697"/>
                    <ns1:pt x="1061" y="702"/>
                  </ns1:cubicBezTo>
                  <ns1:cubicBezTo>
                    <ns1:pt x="1060" y="706"/>
                    <ns1:pt x="1057" y="708"/>
                    <ns1:pt x="1052" y="707"/>
                  </ns1:cubicBezTo>
                  <ns1:cubicBezTo>
                    <ns1:pt x="1050" y="707"/>
                    <ns1:pt x="1048" y="706"/>
                    <ns1:pt x="1047" y="706"/>
                  </ns1:cubicBezTo>
                  <ns1:cubicBezTo>
                    <ns1:pt x="1040" y="704"/>
                    <ns1:pt x="1032" y="702"/>
                    <ns1:pt x="1025" y="700"/>
                  </ns1:cubicBezTo>
                  <ns1:cubicBezTo>
                    <ns1:pt x="1024" y="703"/>
                    <ns1:pt x="1024" y="705"/>
                    <ns1:pt x="1023" y="708"/>
                  </ns1:cubicBezTo>
                  <ns1:close/>
                  <ns1:moveTo>
                    <ns1:pt x="223" y="899"/>
                  </ns1:moveTo>
                  <ns1:cubicBezTo>
                    <ns1:pt x="224" y="900"/>
                    <ns1:pt x="224" y="900"/>
                    <ns1:pt x="224" y="901"/>
                  </ns1:cubicBezTo>
                  <ns1:cubicBezTo>
                    <ns1:pt x="217" y="907"/>
                    <ns1:pt x="210" y="912"/>
                    <ns1:pt x="204" y="919"/>
                  </ns1:cubicBezTo>
                  <ns1:cubicBezTo>
                    <ns1:pt x="198" y="925"/>
                    <ns1:pt x="199" y="933"/>
                    <ns1:pt x="205" y="940"/>
                  </ns1:cubicBezTo>
                  <ns1:cubicBezTo>
                    <ns1:pt x="212" y="947"/>
                    <ns1:pt x="220" y="947"/>
                    <ns1:pt x="227" y="941"/>
                  </ns1:cubicBezTo>
                  <ns1:cubicBezTo>
                    <ns1:pt x="233" y="935"/>
                    <ns1:pt x="240" y="929"/>
                    <ns1:pt x="246" y="923"/>
                  </ns1:cubicBezTo>
                  <ns1:cubicBezTo>
                    <ns1:pt x="244" y="920"/>
                    <ns1:pt x="242" y="918"/>
                    <ns1:pt x="240" y="916"/>
                  </ns1:cubicBezTo>
                  <ns1:cubicBezTo>
                    <ns1:pt x="239" y="917"/>
                    <ns1:pt x="238" y="919"/>
                    <ns1:pt x="237" y="920"/>
                  </ns1:cubicBezTo>
                  <ns1:cubicBezTo>
                    <ns1:pt x="232" y="925"/>
                    <ns1:pt x="227" y="930"/>
                    <ns1:pt x="222" y="934"/>
                  </ns1:cubicBezTo>
                  <ns1:cubicBezTo>
                    <ns1:pt x="217" y="939"/>
                    <ns1:pt x="213" y="939"/>
                    <ns1:pt x="210" y="936"/>
                  </ns1:cubicBezTo>
                  <ns1:cubicBezTo>
                    <ns1:pt x="206" y="932"/>
                    <ns1:pt x="206" y="928"/>
                    <ns1:pt x="211" y="923"/>
                  </ns1:cubicBezTo>
                  <ns1:cubicBezTo>
                    <ns1:pt x="212" y="922"/>
                    <ns1:pt x="214" y="920"/>
                    <ns1:pt x="215" y="918"/>
                  </ns1:cubicBezTo>
                  <ns1:cubicBezTo>
                    <ns1:pt x="220" y="914"/>
                    <ns1:pt x="224" y="909"/>
                    <ns1:pt x="228" y="905"/>
                  </ns1:cubicBezTo>
                  <ns1:cubicBezTo>
                    <ns1:pt x="226" y="903"/>
                    <ns1:pt x="225" y="901"/>
                    <ns1:pt x="223" y="899"/>
                  </ns1:cubicBezTo>
                  <ns1:close/>
                  <ns1:moveTo>
                    <ns1:pt x="938" y="209"/>
                  </ns1:moveTo>
                  <ns1:cubicBezTo>
                    <ns1:pt x="940" y="206"/>
                    <ns1:pt x="941" y="204"/>
                    <ns1:pt x="942" y="201"/>
                  </ns1:cubicBezTo>
                  <ns1:cubicBezTo>
                    <ns1:pt x="940" y="199"/>
                    <ns1:pt x="937" y="197"/>
                    <ns1:pt x="935" y="195"/>
                  </ns1:cubicBezTo>
                  <ns1:cubicBezTo>
                    <ns1:pt x="934" y="198"/>
                    <ns1:pt x="933" y="200"/>
                    <ns1:pt x="931" y="202"/>
                  </ns1:cubicBezTo>
                  <ns1:cubicBezTo>
                    <ns1:pt x="927" y="198"/>
                    <ns1:pt x="924" y="195"/>
                    <ns1:pt x="920" y="191"/>
                  </ns1:cubicBezTo>
                  <ns1:cubicBezTo>
                    <ns1:pt x="916" y="195"/>
                    <ns1:pt x="913" y="198"/>
                    <ns1:pt x="910" y="201"/>
                  </ns1:cubicBezTo>
                  <ns1:cubicBezTo>
                    <ns1:pt x="911" y="203"/>
                    <ns1:pt x="912" y="204"/>
                    <ns1:pt x="913" y="205"/>
                  </ns1:cubicBezTo>
                  <ns1:cubicBezTo>
                    <ns1:pt x="911" y="206"/>
                    <ns1:pt x="910" y="207"/>
                    <ns1:pt x="910" y="208"/>
                  </ns1:cubicBezTo>
                  <ns1:cubicBezTo>
                    <ns1:pt x="917" y="215"/>
                    <ns1:pt x="924" y="223"/>
                    <ns1:pt x="931" y="230"/>
                  </ns1:cubicBezTo>
                  <ns1:cubicBezTo>
                    <ns1:pt x="933" y="229"/>
                    <ns1:pt x="934" y="228"/>
                    <ns1:pt x="935" y="226"/>
                  </ns1:cubicBezTo>
                  <ns1:cubicBezTo>
                    <ns1:pt x="936" y="227"/>
                    <ns1:pt x="938" y="228"/>
                    <ns1:pt x="939" y="229"/>
                  </ns1:cubicBezTo>
                  <ns1:cubicBezTo>
                    <ns1:pt x="942" y="226"/>
                    <ns1:pt x="945" y="222"/>
                    <ns1:pt x="949" y="219"/>
                  </ns1:cubicBezTo>
                  <ns1:cubicBezTo>
                    <ns1:pt x="945" y="215"/>
                    <ns1:pt x="941" y="212"/>
                    <ns1:pt x="938" y="209"/>
                  </ns1:cubicBezTo>
                  <ns1:close/>
                  <ns1:moveTo>
                    <ns1:pt x="738" y="1014"/>
                  </ns1:moveTo>
                  <ns1:cubicBezTo>
                    <ns1:pt x="738" y="1016"/>
                    <ns1:pt x="739" y="1017"/>
                    <ns1:pt x="739" y="1019"/>
                  </ns1:cubicBezTo>
                  <ns1:cubicBezTo>
                    <ns1:pt x="742" y="1026"/>
                    <ns1:pt x="744" y="1033"/>
                    <ns1:pt x="747" y="1040"/>
                  </ns1:cubicBezTo>
                  <ns1:cubicBezTo>
                    <ns1:pt x="748" y="1045"/>
                    <ns1:pt x="747" y="1048"/>
                    <ns1:pt x="742" y="1050"/>
                  </ns1:cubicBezTo>
                  <ns1:cubicBezTo>
                    <ns1:pt x="737" y="1052"/>
                    <ns1:pt x="734" y="1051"/>
                    <ns1:pt x="732" y="1045"/>
                  </ns1:cubicBezTo>
                  <ns1:cubicBezTo>
                    <ns1:pt x="731" y="1044"/>
                    <ns1:pt x="731" y="1042"/>
                    <ns1:pt x="730" y="1040"/>
                  </ns1:cubicBezTo>
                  <ns1:cubicBezTo>
                    <ns1:pt x="727" y="1034"/>
                    <ns1:pt x="725" y="1027"/>
                    <ns1:pt x="722" y="1020"/>
                  </ns1:cubicBezTo>
                  <ns1:cubicBezTo>
                    <ns1:pt x="719" y="1021"/>
                    <ns1:pt x="717" y="1022"/>
                    <ns1:pt x="715" y="1023"/>
                  </ns1:cubicBezTo>
                  <ns1:cubicBezTo>
                    <ns1:pt x="718" y="1031"/>
                    <ns1:pt x="721" y="1040"/>
                    <ns1:pt x="725" y="1049"/>
                  </ns1:cubicBezTo>
                  <ns1:cubicBezTo>
                    <ns1:pt x="728" y="1056"/>
                    <ns1:pt x="735" y="1059"/>
                    <ns1:pt x="743" y="1056"/>
                  </ns1:cubicBezTo>
                  <ns1:cubicBezTo>
                    <ns1:pt x="751" y="1054"/>
                    <ns1:pt x="757" y="1048"/>
                    <ns1:pt x="755" y="1040"/>
                  </ns1:cubicBezTo>
                  <ns1:cubicBezTo>
                    <ns1:pt x="752" y="1031"/>
                    <ns1:pt x="749" y="1021"/>
                    <ns1:pt x="745" y="1011"/>
                  </ns1:cubicBezTo>
                  <ns1:cubicBezTo>
                    <ns1:pt x="742" y="1012"/>
                    <ns1:pt x="740" y="1013"/>
                    <ns1:pt x="738" y="1014"/>
                  </ns1:cubicBezTo>
                  <ns1:close/>
                  <ns1:moveTo>
                    <ns1:pt x="639" y="72"/>
                  </ns1:moveTo>
                  <ns1:cubicBezTo>
                    <ns1:pt x="639" y="67"/>
                    <ns1:pt x="640" y="62"/>
                    <ns1:pt x="640" y="57"/>
                  </ns1:cubicBezTo>
                  <ns1:cubicBezTo>
                    <ns1:pt x="633" y="56"/>
                    <ns1:pt x="625" y="55"/>
                    <ns1:pt x="618" y="55"/>
                  </ns1:cubicBezTo>
                  <ns1:cubicBezTo>
                    <ns1:pt x="618" y="52"/>
                    <ns1:pt x="617" y="50"/>
                    <ns1:pt x="617" y="47"/>
                  </ns1:cubicBezTo>
                  <ns1:cubicBezTo>
                    <ns1:pt x="613" y="47"/>
                    <ns1:pt x="610" y="47"/>
                    <ns1:pt x="606" y="47"/>
                  </ns1:cubicBezTo>
                  <ns1:cubicBezTo>
                    <ns1:pt x="606" y="49"/>
                    <ns1:pt x="607" y="51"/>
                    <ns1:pt x="607" y="54"/>
                  </ns1:cubicBezTo>
                  <ns1:cubicBezTo>
                    <ns1:pt x="598" y="53"/>
                    <ns1:pt x="591" y="53"/>
                    <ns1:pt x="582" y="52"/>
                  </ns1:cubicBezTo>
                  <ns1:cubicBezTo>
                    <ns1:pt x="582" y="57"/>
                    <ns1:pt x="581" y="62"/>
                    <ns1:pt x="581" y="68"/>
                  </ns1:cubicBezTo>
                  <ns1:cubicBezTo>
                    <ns1:pt x="584" y="68"/>
                    <ns1:pt x="587" y="68"/>
                    <ns1:pt x="590" y="68"/>
                  </ns1:cubicBezTo>
                  <ns1:cubicBezTo>
                    <ns1:pt x="590" y="65"/>
                    <ns1:pt x="590" y="63"/>
                    <ns1:pt x="591" y="60"/>
                  </ns1:cubicBezTo>
                  <ns1:cubicBezTo>
                    <ns1:pt x="604" y="62"/>
                    <ns1:pt x="617" y="63"/>
                    <ns1:pt x="630" y="64"/>
                  </ns1:cubicBezTo>
                  <ns1:cubicBezTo>
                    <ns1:pt x="630" y="67"/>
                    <ns1:pt x="630" y="69"/>
                    <ns1:pt x="630" y="72"/>
                  </ns1:cubicBezTo>
                  <ns1:cubicBezTo>
                    <ns1:pt x="633" y="72"/>
                    <ns1:pt x="636" y="72"/>
                    <ns1:pt x="639" y="72"/>
                  </ns1:cubicBezTo>
                  <ns1:close/>
                  <ns1:moveTo>
                    <ns1:pt x="87" y="762"/>
                  </ns1:moveTo>
                  <ns1:cubicBezTo>
                    <ns1:pt x="96" y="755"/>
                    <ns1:pt x="105" y="748"/>
                    <ns1:pt x="114" y="741"/>
                  </ns1:cubicBezTo>
                  <ns1:cubicBezTo>
                    <ns1:pt x="121" y="736"/>
                    <ns1:pt x="121" y="736"/>
                    <ns1:pt x="118" y="728"/>
                  </ns1:cubicBezTo>
                  <ns1:cubicBezTo>
                    <ns1:pt x="117" y="728"/>
                    <ns1:pt x="117" y="728"/>
                    <ns1:pt x="118" y="728"/>
                  </ns1:cubicBezTo>
                  <ns1:cubicBezTo>
                    <ns1:pt x="103" y="728"/>
                    <ns1:pt x="89" y="728"/>
                    <ns1:pt x="75" y="728"/>
                  </ns1:cubicBezTo>
                  <ns1:cubicBezTo>
                    <ns1:pt x="75" y="729"/>
                    <ns1:pt x="74" y="729"/>
                    <ns1:pt x="74" y="729"/>
                  </ns1:cubicBezTo>
                  <ns1:cubicBezTo>
                    <ns1:pt x="77" y="731"/>
                    <ns1:pt x="74" y="736"/>
                    <ns1:pt x="79" y="736"/>
                  </ns1:cubicBezTo>
                  <ns1:cubicBezTo>
                    <ns1:pt x="85" y="735"/>
                    <ns1:pt x="87" y="737"/>
                    <ns1:pt x="88" y="742"/>
                  </ns1:cubicBezTo>
                  <ns1:cubicBezTo>
                    <ns1:pt x="89" y="745"/>
                    <ns1:pt x="90" y="747"/>
                    <ns1:pt x="91" y="749"/>
                  </ns1:cubicBezTo>
                  <ns1:cubicBezTo>
                    <ns1:pt x="84" y="755"/>
                    <ns1:pt x="84" y="755"/>
                    <ns1:pt x="87" y="762"/>
                  </ns1:cubicBezTo>
                  <ns1:close/>
                  <ns1:moveTo>
                    <ns1:pt x="179" y="899"/>
                  </ns1:moveTo>
                  <ns1:cubicBezTo>
                    <ns1:pt x="189" y="909"/>
                    <ns1:pt x="189" y="909"/>
                    <ns1:pt x="185" y="918"/>
                  </ns1:cubicBezTo>
                  <ns1:cubicBezTo>
                    <ns1:pt x="186" y="920"/>
                    <ns1:pt x="188" y="922"/>
                    <ns1:pt x="190" y="924"/>
                  </ns1:cubicBezTo>
                  <ns1:cubicBezTo>
                    <ns1:pt x="197" y="912"/>
                    <ns1:pt x="204" y="901"/>
                    <ns1:pt x="211" y="889"/>
                  </ns1:cubicBezTo>
                  <ns1:cubicBezTo>
                    <ns1:pt x="211" y="888"/>
                    <ns1:pt x="211" y="886"/>
                    <ns1:pt x="210" y="885"/>
                  </ns1:cubicBezTo>
                  <ns1:cubicBezTo>
                    <ns1:pt x="208" y="883"/>
                    <ns1:pt x="208" y="879"/>
                    <ns1:pt x="204" y="881"/>
                  </ns1:cubicBezTo>
                  <ns1:cubicBezTo>
                    <ns1:pt x="192" y="886"/>
                    <ns1:pt x="179" y="892"/>
                    <ns1:pt x="167" y="897"/>
                  </ns1:cubicBezTo>
                  <ns1:cubicBezTo>
                    <ns1:pt x="171" y="903"/>
                    <ns1:pt x="171" y="903"/>
                    <ns1:pt x="179" y="899"/>
                  </ns1:cubicBezTo>
                  <ns1:close/>
                  <ns1:moveTo>
                    <ns1:pt x="980" y="806"/>
                  </ns1:moveTo>
                  <ns1:cubicBezTo>
                    <ns1:pt x="979" y="808"/>
                    <ns1:pt x="978" y="810"/>
                    <ns1:pt x="977" y="812"/>
                  </ns1:cubicBezTo>
                  <ns1:cubicBezTo>
                    <ns1:pt x="976" y="813"/>
                    <ns1:pt x="976" y="815"/>
                    <ns1:pt x="977" y="816"/>
                  </ns1:cubicBezTo>
                  <ns1:cubicBezTo>
                    <ns1:pt x="986" y="826"/>
                    <ns1:pt x="995" y="836"/>
                    <ns1:pt x="1004" y="847"/>
                  </ns1:cubicBezTo>
                  <ns1:cubicBezTo>
                    <ns1:pt x="1005" y="844"/>
                    <ns1:pt x="1008" y="842"/>
                    <ns1:pt x="1007" y="841"/>
                  </ns1:cubicBezTo>
                  <ns1:cubicBezTo>
                    <ns1:pt x="1006" y="838"/>
                    <ns1:pt x="1004" y="836"/>
                    <ns1:pt x="1002" y="833"/>
                  </ns1:cubicBezTo>
                  <ns1:cubicBezTo>
                    <ns1:pt x="1004" y="830"/>
                    <ns1:pt x="1006" y="826"/>
                    <ns1:pt x="1008" y="823"/>
                  </ns1:cubicBezTo>
                  <ns1:cubicBezTo>
                    <ns1:pt x="1009" y="822"/>
                    <ns1:pt x="1011" y="821"/>
                    <ns1:pt x="1012" y="822"/>
                  </ns1:cubicBezTo>
                  <ns1:cubicBezTo>
                    <ns1:pt x="1018" y="824"/>
                    <ns1:pt x="1020" y="821"/>
                    <ns1:pt x="1022" y="816"/>
                  </ns1:cubicBezTo>
                  <ns1:cubicBezTo>
                    <ns1:pt x="1008" y="813"/>
                    <ns1:pt x="994" y="810"/>
                    <ns1:pt x="980" y="806"/>
                  </ns1:cubicBezTo>
                  <ns1:close/>
                  <ns1:moveTo>
                    <ns1:pt x="722" y="1063"/>
                  </ns1:moveTo>
                  <ns1:cubicBezTo>
                    <ns1:pt x="715" y="1051"/>
                    <ns1:pt x="707" y="1039"/>
                    <ns1:pt x="699" y="1027"/>
                  </ns1:cubicBezTo>
                  <ns1:cubicBezTo>
                    <ns1:pt x="698" y="1027"/>
                    <ns1:pt x="697" y="1028"/>
                    <ns1:pt x="696" y="1028"/>
                  </ns1:cubicBezTo>
                  <ns1:cubicBezTo>
                    <ns1:pt x="691" y="1028"/>
                    <ns1:pt x="690" y="1031"/>
                    <ns1:pt x="690" y="1035"/>
                  </ns1:cubicBezTo>
                  <ns1:cubicBezTo>
                    <ns1:pt x="690" y="1046"/>
                    <ns1:pt x="689" y="1056"/>
                    <ns1:pt x="688" y="1066"/>
                  </ns1:cubicBezTo>
                  <ns1:cubicBezTo>
                    <ns1:pt x="688" y="1068"/>
                    <ns1:pt x="688" y="1070"/>
                    <ns1:pt x="688" y="1073"/>
                  </ns1:cubicBezTo>
                  <ns1:cubicBezTo>
                    <ns1:pt x="691" y="1071"/>
                    <ns1:pt x="696" y="1073"/>
                    <ns1:pt x="695" y="1068"/>
                  </ns1:cubicBezTo>
                  <ns1:cubicBezTo>
                    <ns1:pt x="695" y="1062"/>
                    <ns1:pt x="697" y="1060"/>
                    <ns1:pt x="702" y="1060"/>
                  </ns1:cubicBezTo>
                  <ns1:cubicBezTo>
                    <ns1:pt x="705" y="1059"/>
                    <ns1:pt x="707" y="1058"/>
                    <ns1:pt x="710" y="1058"/>
                  </ns1:cubicBezTo>
                  <ns1:cubicBezTo>
                    <ns1:pt x="715" y="1065"/>
                    <ns1:pt x="715" y="1065"/>
                    <ns1:pt x="722" y="1063"/>
                  </ns1:cubicBezTo>
                  <ns1:close/>
                  <ns1:moveTo>
                    <ns1:pt x="481" y="1038"/>
                  </ns1:moveTo>
                  <ns1:cubicBezTo>
                    <ns1:pt x="474" y="1051"/>
                    <ns1:pt x="468" y="1063"/>
                    <ns1:pt x="461" y="1075"/>
                  </ns1:cubicBezTo>
                  <ns1:cubicBezTo>
                    <ns1:pt x="468" y="1078"/>
                    <ns1:pt x="468" y="1078"/>
                    <ns1:pt x="471" y="1072"/>
                  </ns1:cubicBezTo>
                  <ns1:cubicBezTo>
                    <ns1:pt x="472" y="1070"/>
                    <ns1:pt x="473" y="1069"/>
                    <ns1:pt x="476" y="1070"/>
                  </ns1:cubicBezTo>
                  <ns1:cubicBezTo>
                    <ns1:pt x="482" y="1071"/>
                    <ns1:pt x="490" y="1070"/>
                    <ns1:pt x="488" y="1081"/>
                  </ns1:cubicBezTo>
                  <ns1:cubicBezTo>
                    <ns1:pt x="491" y="1081"/>
                    <ns1:pt x="493" y="1081"/>
                    <ns1:pt x="496" y="1082"/>
                  </ns1:cubicBezTo>
                  <ns1:cubicBezTo>
                    <ns1:pt x="494" y="1070"/>
                    <ns1:pt x="493" y="1059"/>
                    <ns1:pt x="491" y="1048"/>
                  </ns1:cubicBezTo>
                  <ns1:cubicBezTo>
                    <ns1:pt x="490" y="1039"/>
                    <ns1:pt x="490" y="1039"/>
                    <ns1:pt x="481" y="1038"/>
                  </ns1:cubicBezTo>
                  <ns1:close/>
                  <ns1:moveTo>
                    <ns1:pt x="121" y="779"/>
                  </ns1:moveTo>
                  <ns1:cubicBezTo>
                    <ns1:pt x="119" y="774"/>
                    <ns1:pt x="117" y="770"/>
                    <ns1:pt x="115" y="765"/>
                  </ns1:cubicBezTo>
                  <ns1:cubicBezTo>
                    <ns1:pt x="118" y="763"/>
                    <ns1:pt x="120" y="762"/>
                    <ns1:pt x="123" y="761"/>
                  </ns1:cubicBezTo>
                  <ns1:cubicBezTo>
                    <ns1:pt x="126" y="766"/>
                    <ns1:pt x="128" y="771"/>
                    <ns1:pt x="130" y="776"/>
                  </ns1:cubicBezTo>
                  <ns1:cubicBezTo>
                    <ns1:pt x="132" y="775"/>
                    <ns1:pt x="134" y="774"/>
                    <ns1:pt x="136" y="773"/>
                  </ns1:cubicBezTo>
                  <ns1:cubicBezTo>
                    <ns1:pt x="133" y="766"/>
                    <ns1:pt x="130" y="759"/>
                    <ns1:pt x="126" y="751"/>
                  </ns1:cubicBezTo>
                  <ns1:cubicBezTo>
                    <ns1:pt x="113" y="757"/>
                    <ns1:pt x="101" y="762"/>
                    <ns1:pt x="89" y="768"/>
                  </ns1:cubicBezTo>
                  <ns1:cubicBezTo>
                    <ns1:pt x="92" y="776"/>
                    <ns1:pt x="96" y="783"/>
                    <ns1:pt x="99" y="791"/>
                  </ns1:cubicBezTo>
                  <ns1:cubicBezTo>
                    <ns1:pt x="101" y="790"/>
                    <ns1:pt x="103" y="789"/>
                    <ns1:pt x="105" y="788"/>
                  </ns1:cubicBezTo>
                  <ns1:cubicBezTo>
                    <ns1:pt x="103" y="782"/>
                    <ns1:pt x="101" y="777"/>
                    <ns1:pt x="98" y="772"/>
                  </ns1:cubicBezTo>
                  <ns1:cubicBezTo>
                    <ns1:pt x="102" y="771"/>
                    <ns1:pt x="105" y="769"/>
                    <ns1:pt x="108" y="768"/>
                  </ns1:cubicBezTo>
                  <ns1:cubicBezTo>
                    <ns1:pt x="110" y="773"/>
                    <ns1:pt x="112" y="777"/>
                    <ns1:pt x="115" y="782"/>
                  </ns1:cubicBezTo>
                  <ns1:cubicBezTo>
                    <ns1:pt x="117" y="781"/>
                    <ns1:pt x="119" y="780"/>
                    <ns1:pt x="121" y="779"/>
                  </ns1:cubicBezTo>
                  <ns1:close/>
                  <ns1:moveTo>
                    <ns1:pt x="366" y="1046"/>
                  </ns1:moveTo>
                  <ns1:cubicBezTo>
                    <ns1:pt x="368" y="1033"/>
                    <ns1:pt x="369" y="1020"/>
                    <ns1:pt x="371" y="1007"/>
                  </ns1:cubicBezTo>
                  <ns1:cubicBezTo>
                    <ns1:pt x="372" y="1002"/>
                    <ns1:pt x="368" y="1003"/>
                    <ns1:pt x="366" y="1001"/>
                  </ns1:cubicBezTo>
                  <ns1:cubicBezTo>
                    <ns1:pt x="364" y="1000"/>
                    <ns1:pt x="362" y="1000"/>
                    <ns1:pt x="360" y="1002"/>
                  </ns1:cubicBezTo>
                  <ns1:cubicBezTo>
                    <ns1:pt x="355" y="1008"/>
                    <ns1:pt x="349" y="1015"/>
                    <ns1:pt x="343" y="1021"/>
                  </ns1:cubicBezTo>
                  <ns1:cubicBezTo>
                    <ns1:pt x="340" y="1024"/>
                    <ns1:pt x="337" y="1028"/>
                    <ns1:pt x="334" y="1031"/>
                  </ns1:cubicBezTo>
                  <ns1:cubicBezTo>
                    <ns1:pt x="340" y="1038"/>
                    <ns1:pt x="343" y="1031"/>
                    <ns1:pt x="347" y="1028"/>
                  </ns1:cubicBezTo>
                  <ns1:cubicBezTo>
                    <ns1:pt x="350" y="1030"/>
                    <ns1:pt x="354" y="1031"/>
                    <ns1:pt x="357" y="1033"/>
                  </ns1:cubicBezTo>
                  <ns1:cubicBezTo>
                    <ns1:pt x="358" y="1034"/>
                    <ns1:pt x="359" y="1036"/>
                    <ns1:pt x="359" y="1037"/>
                  </ns1:cubicBezTo>
                  <ns1:cubicBezTo>
                    <ns1:pt x="359" y="1044"/>
                    <ns1:pt x="359" y="1044"/>
                    <ns1:pt x="366" y="1046"/>
                  </ns1:cubicBezTo>
                  <ns1:close/>
                  <ns1:moveTo>
                    <ns1:pt x="943" y="862"/>
                  </ns1:moveTo>
                  <ns1:cubicBezTo>
                    <ns1:pt x="937" y="869"/>
                    <ns1:pt x="932" y="875"/>
                    <ns1:pt x="927" y="881"/>
                  </ns1:cubicBezTo>
                  <ns1:cubicBezTo>
                    <ns1:pt x="938" y="890"/>
                    <ns1:pt x="948" y="899"/>
                    <ns1:pt x="959" y="907"/>
                  </ns1:cubicBezTo>
                  <ns1:cubicBezTo>
                    <ns1:pt x="964" y="901"/>
                    <ns1:pt x="969" y="894"/>
                    <ns1:pt x="975" y="888"/>
                  </ns1:cubicBezTo>
                  <ns1:cubicBezTo>
                    <ns1:pt x="973" y="886"/>
                    <ns1:pt x="971" y="885"/>
                    <ns1:pt x="969" y="884"/>
                  </ns1:cubicBezTo>
                  <ns1:cubicBezTo>
                    <ns1:pt x="966" y="888"/>
                    <ns1:pt x="962" y="892"/>
                    <ns1:pt x="958" y="897"/>
                  </ns1:cubicBezTo>
                  <ns1:cubicBezTo>
                    <ns1:pt x="955" y="895"/>
                    <ns1:pt x="953" y="892"/>
                    <ns1:pt x="950" y="890"/>
                  </ns1:cubicBezTo>
                  <ns1:cubicBezTo>
                    <ns1:pt x="953" y="886"/>
                    <ns1:pt x="957" y="882"/>
                    <ns1:pt x="960" y="878"/>
                  </ns1:cubicBezTo>
                  <ns1:cubicBezTo>
                    <ns1:pt x="958" y="876"/>
                    <ns1:pt x="956" y="875"/>
                    <ns1:pt x="955" y="874"/>
                  </ns1:cubicBezTo>
                  <ns1:cubicBezTo>
                    <ns1:pt x="951" y="878"/>
                    <ns1:pt x="948" y="882"/>
                    <ns1:pt x="945" y="886"/>
                  </ns1:cubicBezTo>
                  <ns1:cubicBezTo>
                    <ns1:pt x="942" y="883"/>
                    <ns1:pt x="940" y="882"/>
                    <ns1:pt x="937" y="880"/>
                  </ns1:cubicBezTo>
                  <ns1:cubicBezTo>
                    <ns1:pt x="941" y="875"/>
                    <ns1:pt x="944" y="871"/>
                    <ns1:pt x="948" y="867"/>
                  </ns1:cubicBezTo>
                  <ns1:cubicBezTo>
                    <ns1:pt x="946" y="865"/>
                    <ns1:pt x="945" y="864"/>
                    <ns1:pt x="943" y="862"/>
                  </ns1:cubicBezTo>
                  <ns1:close/>
                  <ns1:moveTo>
                    <ns1:pt x="885" y="933"/>
                  </ns1:moveTo>
                  <ns1:cubicBezTo>
                    <ns1:pt x="889" y="929"/>
                    <ns1:pt x="893" y="926"/>
                    <ns1:pt x="897" y="922"/>
                  </ns1:cubicBezTo>
                  <ns1:cubicBezTo>
                    <ns1:pt x="899" y="932"/>
                    <ns1:pt x="900" y="941"/>
                    <ns1:pt x="902" y="950"/>
                  </ns1:cubicBezTo>
                  <ns1:cubicBezTo>
                    <ns1:pt x="902" y="953"/>
                    <ns1:pt x="905" y="956"/>
                    <ns1:pt x="906" y="960"/>
                  </ns1:cubicBezTo>
                  <ns1:cubicBezTo>
                    <ns1:pt x="914" y="953"/>
                    <ns1:pt x="921" y="947"/>
                    <ns1:pt x="928" y="940"/>
                  </ns1:cubicBezTo>
                  <ns1:cubicBezTo>
                    <ns1:pt x="926" y="938"/>
                    <ns1:pt x="925" y="937"/>
                    <ns1:pt x="923" y="935"/>
                  </ns1:cubicBezTo>
                  <ns1:cubicBezTo>
                    <ns1:pt x="919" y="939"/>
                    <ns1:pt x="914" y="943"/>
                    <ns1:pt x="910" y="948"/>
                  </ns1:cubicBezTo>
                  <ns1:cubicBezTo>
                    <ns1:pt x="908" y="938"/>
                    <ns1:pt x="907" y="929"/>
                    <ns1:pt x="905" y="920"/>
                  </ns1:cubicBezTo>
                  <ns1:cubicBezTo>
                    <ns1:pt x="904" y="916"/>
                    <ns1:pt x="902" y="913"/>
                    <ns1:pt x="900" y="910"/>
                  </ns1:cubicBezTo>
                  <ns1:cubicBezTo>
                    <ns1:pt x="893" y="916"/>
                    <ns1:pt x="887" y="922"/>
                    <ns1:pt x="880" y="928"/>
                  </ns1:cubicBezTo>
                  <ns1:cubicBezTo>
                    <ns1:pt x="882" y="930"/>
                    <ns1:pt x="883" y="932"/>
                    <ns1:pt x="885" y="933"/>
                  </ns1:cubicBezTo>
                  <ns1:close/>
                  <ns1:moveTo>
                    <ns1:pt x="1059" y="560"/>
                  </ns1:moveTo>
                  <ns1:cubicBezTo>
                    <ns1:pt x="1059" y="565"/>
                    <ns1:pt x="1059" y="570"/>
                    <ns1:pt x="1059" y="575"/>
                  </ns1:cubicBezTo>
                  <ns1:cubicBezTo>
                    <ns1:pt x="1056" y="575"/>
                    <ns1:pt x="1053" y="575"/>
                    <ns1:pt x="1050" y="575"/>
                  </ns1:cubicBezTo>
                  <ns1:cubicBezTo>
                    <ns1:pt x="1050" y="569"/>
                    <ns1:pt x="1050" y="564"/>
                    <ns1:pt x="1050" y="558"/>
                  </ns1:cubicBezTo>
                  <ns1:cubicBezTo>
                    <ns1:pt x="1047" y="558"/>
                    <ns1:pt x="1045" y="558"/>
                    <ns1:pt x="1043" y="558"/>
                  </ns1:cubicBezTo>
                  <ns1:cubicBezTo>
                    <ns1:pt x="1043" y="567"/>
                    <ns1:pt x="1043" y="575"/>
                    <ns1:pt x="1043" y="583"/>
                  </ns1:cubicBezTo>
                  <ns1:cubicBezTo>
                    <ns1:pt x="1057" y="583"/>
                    <ns1:pt x="1071" y="583"/>
                    <ns1:pt x="1084" y="583"/>
                  </ns1:cubicBezTo>
                  <ns1:cubicBezTo>
                    <ns1:pt x="1084" y="574"/>
                    <ns1:pt x="1084" y="566"/>
                    <ns1:pt x="1084" y="558"/>
                  </ns1:cubicBezTo>
                  <ns1:cubicBezTo>
                    <ns1:pt x="1082" y="558"/>
                    <ns1:pt x="1080" y="558"/>
                    <ns1:pt x="1077" y="558"/>
                  </ns1:cubicBezTo>
                  <ns1:cubicBezTo>
                    <ns1:pt x="1077" y="564"/>
                    <ns1:pt x="1077" y="569"/>
                    <ns1:pt x="1077" y="575"/>
                  </ns1:cubicBezTo>
                  <ns1:cubicBezTo>
                    <ns1:pt x="1074" y="575"/>
                    <ns1:pt x="1070" y="575"/>
                    <ns1:pt x="1066" y="575"/>
                  </ns1:cubicBezTo>
                  <ns1:cubicBezTo>
                    <ns1:pt x="1066" y="569"/>
                    <ns1:pt x="1066" y="565"/>
                    <ns1:pt x="1066" y="560"/>
                  </ns1:cubicBezTo>
                  <ns1:cubicBezTo>
                    <ns1:pt x="1064" y="560"/>
                    <ns1:pt x="1062" y="560"/>
                    <ns1:pt x="1059" y="560"/>
                  </ns1:cubicBezTo>
                  <ns1:close/>
                  <ns1:moveTo>
                    <ns1:pt x="823" y="1003"/>
                  </ns1:moveTo>
                  <ns1:cubicBezTo>
                    <ns1:pt x="825" y="1007"/>
                    <ns1:pt x="825" y="1011"/>
                    <ns1:pt x="821" y="1013"/>
                  </ns1:cubicBezTo>
                  <ns1:cubicBezTo>
                    <ns1:pt x="820" y="1014"/>
                    <ns1:pt x="816" y="1014"/>
                    <ns1:pt x="815" y="1013"/>
                  </ns1:cubicBezTo>
                  <ns1:cubicBezTo>
                    <ns1:pt x="808" y="1008"/>
                    <ns1:pt x="805" y="1001"/>
                    <ns1:pt x="804" y="994"/>
                  </ns1:cubicBezTo>
                  <ns1:cubicBezTo>
                    <ns1:pt x="804" y="992"/>
                    <ns1:pt x="805" y="988"/>
                    <ns1:pt x="807" y="988"/>
                  </ns1:cubicBezTo>
                  <ns1:cubicBezTo>
                    <ns1:pt x="809" y="987"/>
                    <ns1:pt x="811" y="988"/>
                    <ns1:pt x="814" y="988"/>
                  </ns1:cubicBezTo>
                  <ns1:cubicBezTo>
                    <ns1:pt x="815" y="989"/>
                    <ns1:pt x="815" y="990"/>
                    <ns1:pt x="816" y="991"/>
                  </ns1:cubicBezTo>
                  <ns1:cubicBezTo>
                    <ns1:pt x="819" y="989"/>
                    <ns1:pt x="821" y="988"/>
                    <ns1:pt x="823" y="987"/>
                  </ns1:cubicBezTo>
                  <ns1:cubicBezTo>
                    <ns1:pt x="818" y="979"/>
                    <ns1:pt x="812" y="978"/>
                    <ns1:pt x="805" y="981"/>
                  </ns1:cubicBezTo>
                  <ns1:cubicBezTo>
                    <ns1:pt x="798" y="984"/>
                    <ns1:pt x="794" y="990"/>
                    <ns1:pt x="796" y="998"/>
                  </ns1:cubicBezTo>
                  <ns1:cubicBezTo>
                    <ns1:pt x="798" y="1004"/>
                    <ns1:pt x="801" y="1010"/>
                    <ns1:pt x="805" y="1015"/>
                  </ns1:cubicBezTo>
                  <ns1:cubicBezTo>
                    <ns1:pt x="812" y="1024"/>
                    <ns1:pt x="824" y="1022"/>
                    <ns1:pt x="830" y="1013"/>
                  </ns1:cubicBezTo>
                  <ns1:cubicBezTo>
                    <ns1:pt x="833" y="1009"/>
                    <ns1:pt x="833" y="1005"/>
                    <ns1:pt x="830" y="1000"/>
                  </ns1:cubicBezTo>
                  <ns1:cubicBezTo>
                    <ns1:pt x="828" y="1001"/>
                    <ns1:pt x="826" y="1002"/>
                    <ns1:pt x="823" y="1003"/>
                  </ns1:cubicBezTo>
                  <ns1:close/>
                  <ns1:moveTo>
                    <ns1:pt x="73" y="466"/>
                  </ns1:moveTo>
                  <ns1:cubicBezTo>
                    <ns1:pt x="69" y="465"/>
                    <ns1:pt x="66" y="462"/>
                    <ns1:pt x="68" y="458"/>
                  </ns1:cubicBezTo>
                  <ns1:cubicBezTo>
                    <ns1:pt x="68" y="456"/>
                    <ns1:pt x="71" y="454"/>
                    <ns1:pt x="73" y="453"/>
                  </ns1:cubicBezTo>
                  <ns1:cubicBezTo>
                    <ns1:pt x="80" y="452"/>
                    <ns1:pt x="88" y="454"/>
                    <ns1:pt x="94" y="458"/>
                  </ns1:cubicBezTo>
                  <ns1:cubicBezTo>
                    <ns1:pt x="95" y="459"/>
                    <ns1:pt x="97" y="463"/>
                    <ns1:pt x="96" y="465"/>
                  </ns1:cubicBezTo>
                  <ns1:cubicBezTo>
                    <ns1:pt x="95" y="467"/>
                    <ns1:pt x="93" y="468"/>
                    <ns1:pt x="91" y="469"/>
                  </ns1:cubicBezTo>
                  <ns1:cubicBezTo>
                    <ns1:pt x="90" y="470"/>
                    <ns1:pt x="89" y="469"/>
                    <ns1:pt x="87" y="470"/>
                  </ns1:cubicBezTo>
                  <ns1:cubicBezTo>
                    <ns1:pt x="87" y="472"/>
                    <ns1:pt x="86" y="475"/>
                    <ns1:pt x="86" y="477"/>
                  </ns1:cubicBezTo>
                  <ns1:cubicBezTo>
                    <ns1:pt x="94" y="478"/>
                    <ns1:pt x="99" y="476"/>
                    <ns1:pt x="101" y="469"/>
                  </ns1:cubicBezTo>
                  <ns1:cubicBezTo>
                    <ns1:pt x="105" y="462"/>
                    <ns1:pt x="104" y="456"/>
                    <ns1:pt x="98" y="451"/>
                  </ns1:cubicBezTo>
                  <ns1:cubicBezTo>
                    <ns1:pt x="90" y="446"/>
                    <ns1:pt x="82" y="444"/>
                    <ns1:pt x="72" y="445"/>
                  </ns1:cubicBezTo>
                  <ns1:cubicBezTo>
                    <ns1:pt x="66" y="446"/>
                    <ns1:pt x="61" y="452"/>
                    <ns1:pt x="61" y="460"/>
                  </ns1:cubicBezTo>
                  <ns1:cubicBezTo>
                    <ns1:pt x="61" y="467"/>
                    <ns1:pt x="64" y="471"/>
                    <ns1:pt x="71" y="474"/>
                  </ns1:cubicBezTo>
                  <ns1:cubicBezTo>
                    <ns1:pt x="72" y="472"/>
                    <ns1:pt x="73" y="469"/>
                    <ns1:pt x="73" y="466"/>
                  </ns1:cubicBezTo>
                  <ns1:close/>
                  <ns1:moveTo>
                    <ns1:pt x="287" y="988"/>
                  </ns1:moveTo>
                  <ns1:cubicBezTo>
                    <ns1:pt x="286" y="989"/>
                    <ns1:pt x="285" y="990"/>
                    <ns1:pt x="284" y="991"/>
                  </ns1:cubicBezTo>
                  <ns1:cubicBezTo>
                    <ns1:pt x="282" y="991"/>
                    <ns1:pt x="279" y="992"/>
                    <ns1:pt x="277" y="991"/>
                  </ns1:cubicBezTo>
                  <ns1:cubicBezTo>
                    <ns1:pt x="275" y="989"/>
                    <ns1:pt x="274" y="986"/>
                    <ns1:pt x="274" y="984"/>
                  </ns1:cubicBezTo>
                  <ns1:cubicBezTo>
                    <ns1:pt x="276" y="977"/>
                    <ns1:pt x="280" y="971"/>
                    <ns1:pt x="287" y="967"/>
                  </ns1:cubicBezTo>
                  <ns1:cubicBezTo>
                    <ns1:pt x="288" y="965"/>
                    <ns1:pt x="292" y="966"/>
                    <ns1:pt x="294" y="967"/>
                  </ns1:cubicBezTo>
                  <ns1:cubicBezTo>
                    <ns1:pt x="295" y="968"/>
                    <ns1:pt x="295" y="971"/>
                    <ns1:pt x="296" y="973"/>
                  </ns1:cubicBezTo>
                  <ns1:cubicBezTo>
                    <ns1:pt x="296" y="974"/>
                    <ns1:pt x="295" y="975"/>
                    <ns1:pt x="295" y="977"/>
                  </ns1:cubicBezTo>
                  <ns1:cubicBezTo>
                    <ns1:pt x="297" y="978"/>
                    <ns1:pt x="299" y="979"/>
                    <ns1:pt x="301" y="981"/>
                  </ns1:cubicBezTo>
                  <ns1:cubicBezTo>
                    <ns1:pt x="306" y="974"/>
                    <ns1:pt x="305" y="968"/>
                    <ns1:pt x="300" y="963"/>
                  </ns1:cubicBezTo>
                  <ns1:cubicBezTo>
                    <ns1:pt x="294" y="958"/>
                    <ns1:pt x="288" y="956"/>
                    <ns1:pt x="281" y="960"/>
                  </ns1:cubicBezTo>
                  <ns1:cubicBezTo>
                    <ns1:pt x="274" y="965"/>
                    <ns1:pt x="269" y="972"/>
                    <ns1:pt x="267" y="981"/>
                  </ns1:cubicBezTo>
                  <ns1:cubicBezTo>
                    <ns1:pt x="265" y="988"/>
                    <ns1:pt x="269" y="994"/>
                    <ns1:pt x="277" y="998"/>
                  </ns1:cubicBezTo>
                  <ns1:cubicBezTo>
                    <ns1:pt x="283" y="1001"/>
                    <ns1:pt x="288" y="999"/>
                    <ns1:pt x="293" y="993"/>
                  </ns1:cubicBezTo>
                  <ns1:cubicBezTo>
                    <ns1:pt x="291" y="991"/>
                    <ns1:pt x="289" y="990"/>
                    <ns1:pt x="287" y="988"/>
                  </ns1:cubicBezTo>
                  <ns1:close/>
                  <ns1:moveTo>
                    <ns1:pt x="1075" y="605"/>
                  </ns1:moveTo>
                  <ns1:cubicBezTo>
                    <ns1:pt x="1063" y="608"/>
                    <ns1:pt x="1052" y="610"/>
                    <ns1:pt x="1041" y="613"/>
                  </ns1:cubicBezTo>
                  <ns1:cubicBezTo>
                    <ns1:pt x="1041" y="616"/>
                    <ns1:pt x="1041" y="618"/>
                    <ns1:pt x="1041" y="621"/>
                  </ns1:cubicBezTo>
                  <ns1:cubicBezTo>
                    <ns1:pt x="1053" y="618"/>
                    <ns1:pt x="1064" y="615"/>
                    <ns1:pt x="1075" y="612"/>
                  </ns1:cubicBezTo>
                  <ns1:cubicBezTo>
                    <ns1:pt x="1083" y="610"/>
                    <ns1:pt x="1083" y="610"/>
                    <ns1:pt x="1083" y="602"/>
                  </ns1:cubicBezTo>
                  <ns1:cubicBezTo>
                    <ns1:pt x="1070" y="597"/>
                    <ns1:pt x="1057" y="591"/>
                    <ns1:pt x="1043" y="586"/>
                  </ns1:cubicBezTo>
                  <ns1:cubicBezTo>
                    <ns1:pt x="1043" y="593"/>
                    <ns1:pt x="1042" y="593"/>
                    <ns1:pt x="1049" y="596"/>
                  </ns1:cubicBezTo>
                  <ns1:cubicBezTo>
                    <ns1:pt x="1057" y="599"/>
                    <ns1:pt x="1065" y="602"/>
                    <ns1:pt x="1075" y="605"/>
                  </ns1:cubicBezTo>
                  <ns1:close/>
                  <ns1:moveTo>
                    <ns1:pt x="103" y="677"/>
                  </ns1:moveTo>
                  <ns1:cubicBezTo>
                    <ns1:pt x="89" y="681"/>
                    <ns1:pt x="76" y="684"/>
                    <ns1:pt x="63" y="688"/>
                  </ns1:cubicBezTo>
                  <ns1:cubicBezTo>
                    <ns1:pt x="64" y="690"/>
                    <ns1:pt x="64" y="693"/>
                    <ns1:pt x="65" y="695"/>
                  </ns1:cubicBezTo>
                  <ns1:cubicBezTo>
                    <ns1:pt x="71" y="694"/>
                    <ns1:pt x="76" y="692"/>
                    <ns1:pt x="82" y="691"/>
                  </ns1:cubicBezTo>
                  <ns1:cubicBezTo>
                    <ns1:pt x="83" y="696"/>
                    <ns1:pt x="84" y="700"/>
                    <ns1:pt x="86" y="705"/>
                  </ns1:cubicBezTo>
                  <ns1:cubicBezTo>
                    <ns1:pt x="88" y="705"/>
                    <ns1:pt x="90" y="704"/>
                    <ns1:pt x="92" y="704"/>
                  </ns1:cubicBezTo>
                  <ns1:cubicBezTo>
                    <ns1:pt x="91" y="699"/>
                    <ns1:pt x="90" y="694"/>
                    <ns1:pt x="89" y="689"/>
                  </ns1:cubicBezTo>
                  <ns1:cubicBezTo>
                    <ns1:pt x="92" y="688"/>
                    <ns1:pt x="95" y="688"/>
                    <ns1:pt x="98" y="687"/>
                  </ns1:cubicBezTo>
                  <ns1:cubicBezTo>
                    <ns1:pt x="99" y="692"/>
                    <ns1:pt x="101" y="697"/>
                    <ns1:pt x="102" y="702"/>
                  </ns1:cubicBezTo>
                  <ns1:cubicBezTo>
                    <ns1:pt x="105" y="701"/>
                    <ns1:pt x="106" y="701"/>
                    <ns1:pt x="109" y="700"/>
                  </ns1:cubicBezTo>
                  <ns1:cubicBezTo>
                    <ns1:pt x="107" y="693"/>
                    <ns1:pt x="105" y="685"/>
                    <ns1:pt x="103" y="677"/>
                  </ns1:cubicBezTo>
                  <ns1:close/>
                  <ns1:moveTo>
                    <ns1:pt x="1027" y="444"/>
                  </ns1:moveTo>
                  <ns1:cubicBezTo>
                    <ns1:pt x="1039" y="437"/>
                    <ns1:pt x="1047" y="423"/>
                    <ns1:pt x="1063" y="421"/>
                  </ns1:cubicBezTo>
                  <ns1:cubicBezTo>
                    <ns1:pt x="1062" y="418"/>
                    <ns1:pt x="1061" y="416"/>
                    <ns1:pt x="1060" y="413"/>
                  </ns1:cubicBezTo>
                  <ns1:cubicBezTo>
                    <ns1:pt x="1046" y="421"/>
                    <ns1:pt x="1032" y="414"/>
                    <ns1:pt x="1018" y="414"/>
                  </ns1:cubicBezTo>
                  <ns1:cubicBezTo>
                    <ns1:pt x="1019" y="421"/>
                    <ns1:pt x="1019" y="421"/>
                    <ns1:pt x="1025" y="422"/>
                  </ns1:cubicBezTo>
                  <ns1:cubicBezTo>
                    <ns1:pt x="1030" y="422"/>
                    <ns1:pt x="1034" y="423"/>
                    <ns1:pt x="1040" y="423"/>
                  </ns1:cubicBezTo>
                  <ns1:cubicBezTo>
                    <ns1:pt x="1036" y="426"/>
                    <ns1:pt x="1034" y="429"/>
                    <ns1:pt x="1031" y="431"/>
                  </ns1:cubicBezTo>
                  <ns1:cubicBezTo>
                    <ns1:pt x="1024" y="436"/>
                    <ns1:pt x="1024" y="436"/>
                    <ns1:pt x="1027" y="444"/>
                  </ns1:cubicBezTo>
                  <ns1:close/>
                  <ns1:moveTo>
                    <ns1:pt x="555" y="1052"/>
                  </ns1:moveTo>
                  <ns1:cubicBezTo>
                    <ns1:pt x="559" y="1052"/>
                    <ns1:pt x="562" y="1052"/>
                    <ns1:pt x="566" y="1052"/>
                  </ns1:cubicBezTo>
                  <ns1:cubicBezTo>
                    <ns1:pt x="566" y="1050"/>
                    <ns1:pt x="566" y="1048"/>
                    <ns1:pt x="566" y="1045"/>
                  </ns1:cubicBezTo>
                  <ns1:cubicBezTo>
                    <ns1:pt x="556" y="1045"/>
                    <ns1:pt x="546" y="1045"/>
                    <ns1:pt x="536" y="1045"/>
                  </ns1:cubicBezTo>
                  <ns1:cubicBezTo>
                    <ns1:pt x="536" y="1047"/>
                    <ns1:pt x="536" y="1049"/>
                    <ns1:pt x="536" y="1052"/>
                  </ns1:cubicBezTo>
                  <ns1:cubicBezTo>
                    <ns1:pt x="540" y="1052"/>
                    <ns1:pt x="543" y="1052"/>
                    <ns1:pt x="546" y="1052"/>
                  </ns1:cubicBezTo>
                  <ns1:cubicBezTo>
                    <ns1:pt x="546" y="1064"/>
                    <ns1:pt x="546" y="1075"/>
                    <ns1:pt x="546" y="1086"/>
                  </ns1:cubicBezTo>
                  <ns1:cubicBezTo>
                    <ns1:pt x="549" y="1086"/>
                    <ns1:pt x="551" y="1086"/>
                    <ns1:pt x="555" y="1086"/>
                  </ns1:cubicBezTo>
                  <ns1:cubicBezTo>
                    <ns1:pt x="555" y="1075"/>
                    <ns1:pt x="555" y="1064"/>
                    <ns1:pt x="555" y="1052"/>
                  </ns1:cubicBezTo>
                  <ns1:close/>
                  <ns1:moveTo>
                    <ns1:pt x="1038" y="463"/>
                  </ns1:moveTo>
                  <ns1:cubicBezTo>
                    <ns1:pt x="1050" y="460"/>
                    <ns1:pt x="1061" y="457"/>
                    <ns1:pt x="1072" y="455"/>
                  </ns1:cubicBezTo>
                  <ns1:cubicBezTo>
                    <ns1:pt x="1071" y="452"/>
                    <ns1:pt x="1070" y="450"/>
                    <ns1:pt x="1070" y="447"/>
                  </ns1:cubicBezTo>
                  <ns1:cubicBezTo>
                    <ns1:pt x="1058" y="450"/>
                    <ns1:pt x="1048" y="452"/>
                    <ns1:pt x="1037" y="455"/>
                  </ns1:cubicBezTo>
                  <ns1:cubicBezTo>
                    <ns1:pt x="1036" y="451"/>
                    <ns1:pt x="1035" y="448"/>
                    <ns1:pt x="1034" y="444"/>
                  </ns1:cubicBezTo>
                  <ns1:cubicBezTo>
                    <ns1:pt x="1032" y="445"/>
                    <ns1:pt x="1030" y="445"/>
                    <ns1:pt x="1027" y="446"/>
                  </ns1:cubicBezTo>
                  <ns1:cubicBezTo>
                    <ns1:pt x="1030" y="456"/>
                    <ns1:pt x="1032" y="465"/>
                    <ns1:pt x="1034" y="475"/>
                  </ns1:cubicBezTo>
                  <ns1:cubicBezTo>
                    <ns1:pt x="1037" y="474"/>
                    <ns1:pt x="1038" y="474"/>
                    <ns1:pt x="1041" y="473"/>
                  </ns1:cubicBezTo>
                  <ns1:cubicBezTo>
                    <ns1:pt x="1040" y="470"/>
                    <ns1:pt x="1039" y="466"/>
                    <ns1:pt x="1038" y="463"/>
                  </ns1:cubicBezTo>
                  <ns1:close/>
                  <ns1:moveTo>
                    <ns1:pt x="783" y="1040"/>
                  </ns1:moveTo>
                  <ns1:cubicBezTo>
                    <ns1:pt x="778" y="1029"/>
                    <ns1:pt x="773" y="1019"/>
                    <ns1:pt x="769" y="1009"/>
                  </ns1:cubicBezTo>
                  <ns1:cubicBezTo>
                    <ns1:pt x="772" y="1007"/>
                    <ns1:pt x="775" y="1005"/>
                    <ns1:pt x="779" y="1004"/>
                  </ns1:cubicBezTo>
                  <ns1:cubicBezTo>
                    <ns1:pt x="778" y="1002"/>
                    <ns1:pt x="777" y="1000"/>
                    <ns1:pt x="776" y="998"/>
                  </ns1:cubicBezTo>
                  <ns1:cubicBezTo>
                    <ns1:pt x="766" y="1002"/>
                    <ns1:pt x="758" y="1006"/>
                    <ns1:pt x="749" y="1010"/>
                  </ns1:cubicBezTo>
                  <ns1:cubicBezTo>
                    <ns1:pt x="750" y="1012"/>
                    <ns1:pt x="750" y="1014"/>
                    <ns1:pt x="751" y="1016"/>
                  </ns1:cubicBezTo>
                  <ns1:cubicBezTo>
                    <ns1:pt x="755" y="1015"/>
                    <ns1:pt x="758" y="1013"/>
                    <ns1:pt x="761" y="1012"/>
                  </ns1:cubicBezTo>
                  <ns1:cubicBezTo>
                    <ns1:pt x="766" y="1022"/>
                    <ns1:pt x="771" y="1032"/>
                    <ns1:pt x="775" y="1043"/>
                  </ns1:cubicBezTo>
                  <ns1:cubicBezTo>
                    <ns1:pt x="778" y="1042"/>
                    <ns1:pt x="780" y="1041"/>
                    <ns1:pt x="783" y="1040"/>
                  </ns1:cubicBezTo>
                  <ns1:close/>
                  <ns1:moveTo>
                    <ns1:pt x="271" y="943"/>
                  </ns1:moveTo>
                  <ns1:cubicBezTo>
                    <ns1:pt x="264" y="937"/>
                    <ns1:pt x="256" y="930"/>
                    <ns1:pt x="249" y="924"/>
                  </ns1:cubicBezTo>
                  <ns1:cubicBezTo>
                    <ns1:pt x="247" y="926"/>
                    <ns1:pt x="246" y="927"/>
                    <ns1:pt x="244" y="929"/>
                  </ns1:cubicBezTo>
                  <ns1:cubicBezTo>
                    <ns1:pt x="247" y="932"/>
                    <ns1:pt x="250" y="934"/>
                    <ns1:pt x="252" y="936"/>
                  </ns1:cubicBezTo>
                  <ns1:cubicBezTo>
                    <ns1:pt x="249" y="941"/>
                    <ns1:pt x="245" y="945"/>
                    <ns1:pt x="242" y="949"/>
                  </ns1:cubicBezTo>
                  <ns1:cubicBezTo>
                    <ns1:pt x="238" y="954"/>
                    <ns1:pt x="234" y="958"/>
                    <ns1:pt x="231" y="962"/>
                  </ns1:cubicBezTo>
                  <ns1:cubicBezTo>
                    <ns1:pt x="233" y="964"/>
                    <ns1:pt x="234" y="966"/>
                    <ns1:pt x="237" y="967"/>
                  </ns1:cubicBezTo>
                  <ns1:cubicBezTo>
                    <ns1:pt x="240" y="963"/>
                    <ns1:pt x="244" y="959"/>
                    <ns1:pt x="248" y="954"/>
                  </ns1:cubicBezTo>
                  <ns1:cubicBezTo>
                    <ns1:pt x="251" y="950"/>
                    <ns1:pt x="255" y="946"/>
                    <ns1:pt x="259" y="941"/>
                  </ns1:cubicBezTo>
                  <ns1:cubicBezTo>
                    <ns1:pt x="262" y="944"/>
                    <ns1:pt x="264" y="946"/>
                    <ns1:pt x="267" y="948"/>
                  </ns1:cubicBezTo>
                  <ns1:cubicBezTo>
                    <ns1:pt x="268" y="947"/>
                    <ns1:pt x="270" y="945"/>
                    <ns1:pt x="271" y="943"/>
                  </ns1:cubicBezTo>
                  <ns1:close/>
                  <ns1:moveTo>
                    <ns1:pt x="968" y="876"/>
                  </ns1:moveTo>
                  <ns1:cubicBezTo>
                    <ns1:pt x="974" y="881"/>
                    <ns1:pt x="980" y="881"/>
                    <ns1:pt x="984" y="876"/>
                  </ns1:cubicBezTo>
                  <ns1:cubicBezTo>
                    <ns1:pt x="990" y="870"/>
                    <ns1:pt x="990" y="863"/>
                    <ns1:pt x="984" y="858"/>
                  </ns1:cubicBezTo>
                  <ns1:cubicBezTo>
                    <ns1:pt x="976" y="852"/>
                    <ns1:pt x="968" y="846"/>
                    <ns1:pt x="959" y="840"/>
                  </ns1:cubicBezTo>
                  <ns1:cubicBezTo>
                    <ns1:pt x="958" y="842"/>
                    <ns1:pt x="956" y="844"/>
                    <ns1:pt x="955" y="846"/>
                  </ns1:cubicBezTo>
                  <ns1:cubicBezTo>
                    <ns1:pt x="962" y="852"/>
                    <ns1:pt x="969" y="857"/>
                    <ns1:pt x="977" y="862"/>
                  </ns1:cubicBezTo>
                  <ns1:cubicBezTo>
                    <ns1:pt x="979" y="864"/>
                    <ns1:pt x="983" y="867"/>
                    <ns1:pt x="980" y="871"/>
                  </ns1:cubicBezTo>
                  <ns1:cubicBezTo>
                    <ns1:pt x="978" y="874"/>
                    <ns1:pt x="975" y="871"/>
                    <ns1:pt x="972" y="870"/>
                  </ns1:cubicBezTo>
                  <ns1:cubicBezTo>
                    <ns1:pt x="972" y="870"/>
                    <ns1:pt x="972" y="870"/>
                    <ns1:pt x="971" y="871"/>
                  </ns1:cubicBezTo>
                  <ns1:cubicBezTo>
                    <ns1:pt x="970" y="872"/>
                    <ns1:pt x="969" y="874"/>
                    <ns1:pt x="968" y="876"/>
                  </ns1:cubicBezTo>
                  <ns1:close/>
                  <ns1:moveTo>
                    <ns1:pt x="58" y="608"/>
                  </ns1:moveTo>
                  <ns1:cubicBezTo>
                    <ns1:pt x="69" y="607"/>
                    <ns1:pt x="80" y="606"/>
                    <ns1:pt x="92" y="605"/>
                  </ns1:cubicBezTo>
                  <ns1:cubicBezTo>
                    <ns1:pt x="92" y="603"/>
                    <ns1:pt x="91" y="600"/>
                    <ns1:pt x="91" y="598"/>
                  </ns1:cubicBezTo>
                  <ns1:cubicBezTo>
                    <ns1:pt x="77" y="599"/>
                    <ns1:pt x="64" y="600"/>
                    <ns1:pt x="50" y="601"/>
                  </ns1:cubicBezTo>
                  <ns1:cubicBezTo>
                    <ns1:pt x="51" y="609"/>
                    <ns1:pt x="52" y="617"/>
                    <ns1:pt x="52" y="625"/>
                  </ns1:cubicBezTo>
                  <ns1:cubicBezTo>
                    <ns1:pt x="55" y="625"/>
                    <ns1:pt x="57" y="624"/>
                    <ns1:pt x="59" y="624"/>
                  </ns1:cubicBezTo>
                  <ns1:cubicBezTo>
                    <ns1:pt x="59" y="619"/>
                    <ns1:pt x="58" y="614"/>
                    <ns1:pt x="58" y="608"/>
                  </ns1:cubicBezTo>
                  <ns1:close/>
                  <ns1:moveTo>
                    <ns1:pt x="1075" y="470"/>
                  </ns1:moveTo>
                  <ns1:cubicBezTo>
                    <ns1:pt x="1061" y="473"/>
                    <ns1:pt x="1048" y="476"/>
                    <ns1:pt x="1034" y="478"/>
                  </ns1:cubicBezTo>
                  <ns1:cubicBezTo>
                    <ns1:pt x="1035" y="481"/>
                    <ns1:pt x="1036" y="483"/>
                    <ns1:pt x="1036" y="486"/>
                  </ns1:cubicBezTo>
                  <ns1:cubicBezTo>
                    <ns1:pt x="1050" y="483"/>
                    <ns1:pt x="1063" y="481"/>
                    <ns1:pt x="1076" y="478"/>
                  </ns1:cubicBezTo>
                  <ns1:cubicBezTo>
                    <ns1:pt x="1076" y="476"/>
                    <ns1:pt x="1075" y="473"/>
                    <ns1:pt x="1075" y="470"/>
                  </ns1:cubicBezTo>
                  <ns1:close/>
                  <ns1:moveTo>
                    <ns1:pt x="1040" y="624"/>
                  </ns1:moveTo>
                  <ns1:cubicBezTo>
                    <ns1:pt x="1040" y="627"/>
                    <ns1:pt x="1040" y="630"/>
                    <ns1:pt x="1039" y="632"/>
                  </ns1:cubicBezTo>
                  <ns1:cubicBezTo>
                    <ns1:pt x="1053" y="634"/>
                    <ns1:pt x="1066" y="635"/>
                    <ns1:pt x="1080" y="637"/>
                  </ns1:cubicBezTo>
                  <ns1:cubicBezTo>
                    <ns1:pt x="1080" y="634"/>
                    <ns1:pt x="1080" y="632"/>
                    <ns1:pt x="1081" y="629"/>
                  </ns1:cubicBezTo>
                  <ns1:cubicBezTo>
                    <ns1:pt x="1067" y="628"/>
                    <ns1:pt x="1054" y="626"/>
                    <ns1:pt x="1040" y="624"/>
                  </ns1:cubicBezTo>
                  <ns1:close/>
                  <ns1:moveTo>
                    <ns1:pt x="962" y="835"/>
                  </ns1:moveTo>
                  <ns1:cubicBezTo>
                    <ns1:pt x="974" y="843"/>
                    <ns1:pt x="985" y="850"/>
                    <ns1:pt x="997" y="858"/>
                  </ns1:cubicBezTo>
                  <ns1:cubicBezTo>
                    <ns1:pt x="998" y="855"/>
                    <ns1:pt x="999" y="853"/>
                    <ns1:pt x="1001" y="851"/>
                  </ns1:cubicBezTo>
                  <ns1:cubicBezTo>
                    <ns1:pt x="989" y="843"/>
                    <ns1:pt x="978" y="836"/>
                    <ns1:pt x="967" y="828"/>
                  </ns1:cubicBezTo>
                  <ns1:cubicBezTo>
                    <ns1:pt x="965" y="831"/>
                    <ns1:pt x="964" y="833"/>
                    <ns1:pt x="962" y="835"/>
                  </ns1:cubicBezTo>
                  <ns1:close/>
                  <ns1:moveTo>
                    <ns1:pt x="804" y="1029"/>
                  </ns1:moveTo>
                  <ns1:cubicBezTo>
                    <ns1:pt x="798" y="1016"/>
                    <ns1:pt x="792" y="1005"/>
                    <ns1:pt x="786" y="992"/>
                  </ns1:cubicBezTo>
                  <ns1:cubicBezTo>
                    <ns1:pt x="783" y="994"/>
                    <ns1:pt x="781" y="995"/>
                    <ns1:pt x="779" y="996"/>
                  </ns1:cubicBezTo>
                  <ns1:cubicBezTo>
                    <ns1:pt x="785" y="1008"/>
                    <ns1:pt x="791" y="1020"/>
                    <ns1:pt x="797" y="1032"/>
                  </ns1:cubicBezTo>
                  <ns1:cubicBezTo>
                    <ns1:pt x="800" y="1031"/>
                    <ns1:pt x="802" y="1030"/>
                    <ns1:pt x="804" y="1029"/>
                  </ns1:cubicBezTo>
                  <ns1:close/>
                  <ns1:moveTo>
                    <ns1:pt x="274" y="945"/>
                  </ns1:moveTo>
                  <ns1:cubicBezTo>
                    <ns1:pt x="266" y="956"/>
                    <ns1:pt x="257" y="967"/>
                    <ns1:pt x="249" y="978"/>
                  </ns1:cubicBezTo>
                  <ns1:cubicBezTo>
                    <ns1:pt x="251" y="979"/>
                    <ns1:pt x="253" y="981"/>
                    <ns1:pt x="255" y="982"/>
                  </ns1:cubicBezTo>
                  <ns1:cubicBezTo>
                    <ns1:pt x="264" y="971"/>
                    <ns1:pt x="272" y="961"/>
                    <ns1:pt x="280" y="950"/>
                  </ns1:cubicBezTo>
                  <ns1:cubicBezTo>
                    <ns1:pt x="278" y="948"/>
                    <ns1:pt x="276" y="947"/>
                    <ns1:pt x="274" y="945"/>
                  </ns1:cubicBezTo>
                  <ns1:close/>
                  <ns1:moveTo>
                    <ns1:pt x="275" y="177"/>
                  </ns1:moveTo>
                  <ns1:cubicBezTo>
                    <ns1:pt x="277" y="186"/>
                    <ns1:pt x="278" y="194"/>
                    <ns1:pt x="280" y="202"/>
                  </ns1:cubicBezTo>
                  <ns1:cubicBezTo>
                    <ns1:pt x="283" y="202"/>
                    <ns1:pt x="287" y="202"/>
                    <ns1:pt x="290" y="202"/>
                  </ns1:cubicBezTo>
                  <ns1:cubicBezTo>
                    <ns1:pt x="288" y="193"/>
                    <ns1:pt x="286" y="185"/>
                    <ns1:pt x="284" y="176"/>
                  </ns1:cubicBezTo>
                  <ns1:cubicBezTo>
                    <ns1:pt x="281" y="177"/>
                    <ns1:pt x="278" y="177"/>
                    <ns1:pt x="275" y="177"/>
                  </ns1:cubicBezTo>
                  <ns1:close/>
                  <ns1:moveTo>
                    <ns1:pt x="258" y="165"/>
                  </ns1:moveTo>
                  <ns1:cubicBezTo>
                    <ns1:pt x="258" y="169"/>
                    <ns1:pt x="259" y="172"/>
                    <ns1:pt x="259" y="175"/>
                  </ns1:cubicBezTo>
                  <ns1:cubicBezTo>
                    <ns1:pt x="264" y="175"/>
                    <ns1:pt x="269" y="174"/>
                    <ns1:pt x="274" y="174"/>
                  </ns1:cubicBezTo>
                  <ns1:cubicBezTo>
                    <ns1:pt x="274" y="171"/>
                    <ns1:pt x="274" y="168"/>
                    <ns1:pt x="274" y="164"/>
                  </ns1:cubicBezTo>
                  <ns1:cubicBezTo>
                    <ns1:pt x="269" y="164"/>
                    <ns1:pt x="264" y="165"/>
                    <ns1:pt x="258" y="165"/>
                  </ns1:cubicBezTo>
                  <ns1:close/>
                  <ns1:moveTo>
                    <ns1:pt x="185" y="208"/>
                  </ns1:moveTo>
                  <ns1:cubicBezTo>
                    <ns1:pt x="185" y="212"/>
                    <ns1:pt x="185" y="215"/>
                    <ns1:pt x="185" y="218"/>
                  </ns1:cubicBezTo>
                  <ns1:cubicBezTo>
                    <ns1:pt x="190" y="218"/>
                    <ns1:pt x="194" y="218"/>
                    <ns1:pt x="199" y="218"/>
                  </ns1:cubicBezTo>
                  <ns1:cubicBezTo>
                    <ns1:pt x="199" y="214"/>
                    <ns1:pt x="199" y="211"/>
                    <ns1:pt x="199" y="208"/>
                  </ns1:cubicBezTo>
                  <ns1:cubicBezTo>
                    <ns1:pt x="194" y="208"/>
                    <ns1:pt x="190" y="208"/>
                    <ns1:pt x="185" y="208"/>
                  </ns1:cubicBezTo>
                  <ns1:close/>
                  <ns1:moveTo>
                    <ns1:pt x="208" y="233"/>
                  </ns1:moveTo>
                  <ns1:cubicBezTo>
                    <ns1:pt x="208" y="230"/>
                    <ns1:pt x="208" y="227"/>
                    <ns1:pt x="208" y="224"/>
                  </ns1:cubicBezTo>
                  <ns1:cubicBezTo>
                    <ns1:pt x="203" y="224"/>
                    <ns1:pt x="199" y="224"/>
                    <ns1:pt x="194" y="224"/>
                  </ns1:cubicBezTo>
                  <ns1:cubicBezTo>
                    <ns1:pt x="194" y="227"/>
                    <ns1:pt x="194" y="230"/>
                    <ns1:pt x="194" y="233"/>
                  </ns1:cubicBezTo>
                  <ns1:cubicBezTo>
                    <ns1:pt x="199" y="233"/>
                    <ns1:pt x="203" y="233"/>
                    <ns1:pt x="208" y="233"/>
                  </ns1:cubicBezTo>
                  <ns1:close/>
                  <ns1:moveTo>
                    <ns1:pt x="434" y="75"/>
                  </ns1:moveTo>
                  <ns1:cubicBezTo>
                    <ns1:pt x="437" y="73"/>
                    <ns1:pt x="440" y="72"/>
                    <ns1:pt x="443" y="71"/>
                  </ns1:cubicBezTo>
                  <ns1:cubicBezTo>
                    <ns1:pt x="441" y="67"/>
                    <ns1:pt x="440" y="64"/>
                    <ns1:pt x="438" y="60"/>
                  </ns1:cubicBezTo>
                  <ns1:cubicBezTo>
                    <ns1:pt x="434" y="62"/>
                    <ns1:pt x="431" y="63"/>
                    <ns1:pt x="428" y="64"/>
                  </ns1:cubicBezTo>
                  <ns1:cubicBezTo>
                    <ns1:pt x="430" y="68"/>
                    <ns1:pt x="432" y="71"/>
                    <ns1:pt x="434" y="75"/>
                  </ns1:cubicBezTo>
                  <ns1:close/>
                  <ns1:moveTo>
                    <ns1:pt x="856" y="132"/>
                  </ns1:moveTo>
                  <ns1:cubicBezTo>
                    <ns1:pt x="855" y="137"/>
                    <ns1:pt x="853" y="140"/>
                    <ns1:pt x="852" y="144"/>
                  </ns1:cubicBezTo>
                  <ns1:cubicBezTo>
                    <ns1:pt x="855" y="145"/>
                    <ns1:pt x="858" y="147"/>
                    <ns1:pt x="861" y="148"/>
                  </ns1:cubicBezTo>
                  <ns1:cubicBezTo>
                    <ns1:pt x="863" y="144"/>
                    <ns1:pt x="864" y="141"/>
                    <ns1:pt x="866" y="137"/>
                  </ns1:cubicBezTo>
                  <ns1:cubicBezTo>
                    <ns1:pt x="862" y="135"/>
                    <ns1:pt x="859" y="134"/>
                    <ns1:pt x="856" y="132"/>
                  </ns1:cubicBezTo>
                  <ns1:close/>
                  <ns1:moveTo>
                    <ns1:pt x="872" y="976"/>
                  </ns1:moveTo>
                  <ns1:cubicBezTo>
                    <ns1:pt x="875" y="978"/>
                    <ns1:pt x="875" y="984"/>
                    <ns1:pt x="880" y="982"/>
                  </ns1:cubicBezTo>
                  <ns1:cubicBezTo>
                    <ns1:pt x="881" y="984"/>
                    <ns1:pt x="882" y="986"/>
                    <ns1:pt x="882" y="989"/>
                  </ns1:cubicBezTo>
                  <ns1:cubicBezTo>
                    <ns1:pt x="887" y="983"/>
                    <ns1:pt x="885" y="977"/>
                    <ns1:pt x="877" y="972"/>
                  </ns1:cubicBezTo>
                  <ns1:cubicBezTo>
                    <ns1:pt x="875" y="973"/>
                    <ns1:pt x="874" y="974"/>
                    <ns1:pt x="872" y="976"/>
                  </ns1:cubicBezTo>
                  <ns1:close/>
                  <ns1:moveTo>
                    <ns1:pt x="509" y="97"/>
                  </ns1:moveTo>
                  <ns1:cubicBezTo>
                    <ns1:pt x="515" y="96"/>
                    <ns1:pt x="516" y="93"/>
                    <ns1:pt x="511" y="86"/>
                  </ns1:cubicBezTo>
                  <ns1:cubicBezTo>
                    <ns1:pt x="509" y="87"/>
                    <ns1:pt x="508" y="87"/>
                    <ns1:pt x="506" y="88"/>
                  </ns1:cubicBezTo>
                  <ns1:cubicBezTo>
                    <ns1:pt x="507" y="91"/>
                    <ns1:pt x="508" y="94"/>
                    <ns1:pt x="509" y="97"/>
                  </ns1:cubicBezTo>
                  <ns1:close/>
                  <ns1:moveTo>
                    <ns1:pt x="676" y="105"/>
                  </ns1:moveTo>
                  <ns1:cubicBezTo>
                    <ns1:pt x="676" y="102"/>
                    <ns1:pt x="676" y="99"/>
                    <ns1:pt x="676" y="95"/>
                  </ns1:cubicBezTo>
                  <ns1:cubicBezTo>
                    <ns1:pt x="674" y="95"/>
                    <ns1:pt x="673" y="95"/>
                    <ns1:pt x="671" y="95"/>
                  </ns1:cubicBezTo>
                  <ns1:cubicBezTo>
                    <ns1:pt x="670" y="99"/>
                    <ns1:pt x="670" y="102"/>
                    <ns1:pt x="670" y="105"/>
                  </ns1:cubicBezTo>
                  <ns1:cubicBezTo>
                    <ns1:pt x="672" y="105"/>
                    <ns1:pt x="673" y="105"/>
                    <ns1:pt x="676" y="105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85" name="Freeform 9"/>
            <ns0:cNvSpPr/>
            <ns0:nvPr/>
          </ns0:nvSpPr>
          <ns0:spPr bwMode="auto">
            <ns1:xfrm>
              <ns1:off x="7246938" y="4954588"/>
              <ns1:ext cx="57150" cy="63500"/>
            </ns1:xfrm>
            <ns1:custGeom>
              <ns1:avLst/>
              <ns1:gdLst>
                <ns1:gd name="T0" fmla="*/ 0 w 15"/>
                <ns1:gd name="T1" fmla="*/ 4 h 17"/>
                <ns1:gd name="T2" fmla="*/ 5 w 15"/>
                <ns1:gd name="T3" fmla="*/ 0 h 17"/>
                <ns1:gd name="T4" fmla="*/ 10 w 15"/>
                <ns1:gd name="T5" fmla="*/ 17 h 17"/>
                <ns1:gd name="T6" fmla="*/ 8 w 15"/>
                <ns1:gd name="T7" fmla="*/ 10 h 17"/>
                <ns1:gd name="T8" fmla="*/ 0 w 15"/>
                <ns1:gd name="T9" fmla="*/ 4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5" h="17">
                  <ns1:moveTo>
                    <ns1:pt x="0" y="4"/>
                  </ns1:moveTo>
                  <ns1:cubicBezTo>
                    <ns1:pt x="2" y="2"/>
                    <ns1:pt x="3" y="1"/>
                    <ns1:pt x="5" y="0"/>
                  </ns1:cubicBezTo>
                  <ns1:cubicBezTo>
                    <ns1:pt x="13" y="5"/>
                    <ns1:pt x="15" y="11"/>
                    <ns1:pt x="10" y="17"/>
                  </ns1:cubicBezTo>
                  <ns1:cubicBezTo>
                    <ns1:pt x="10" y="14"/>
                    <ns1:pt x="9" y="12"/>
                    <ns1:pt x="8" y="10"/>
                  </ns1:cubicBezTo>
                  <ns1:cubicBezTo>
                    <ns1:pt x="3" y="12"/>
                    <ns1:pt x="3" y="6"/>
                    <ns1:pt x="0" y="4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6" name="Freeform 13"/>
            <ns0:cNvSpPr>
              <ns1:spLocks noEditPoints="1"/>
            </ns0:cNvSpPr>
            <ns0:nvPr/>
          </ns0:nvSpPr>
          <ns0:spPr bwMode="auto">
            <ns1:xfrm>
              <ns1:off x="4813300" y="2979738"/>
              <ns1:ext cx="2762250" cy="1547813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7" name="Freeform 14"/>
            <ns0:cNvSpPr/>
            <ns0:nvPr/>
          </ns0:nvSpPr>
          <ns0:spPr bwMode="auto">
            <ns1:xfrm>
              <ns1:off x="4594225" y="2511425"/>
              <ns1:ext cx="2105025" cy="130333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8" name="Freeform 15"/>
            <ns0:cNvSpPr/>
            <ns0:nvPr/>
          </ns0:nvSpPr>
          <ns0:spPr bwMode="auto">
            <ns1:xfrm>
              <ns1:off x="4706938" y="2587625"/>
              <ns1:ext cx="1762125" cy="627063"/>
            </ns1:xfrm>
            <ns1:custGeom>
              <ns1:avLst/>
              <ns1:gdLst>
                <ns1:gd name="T0" fmla="*/ 300 w 467"/>
                <ns1:gd name="T1" fmla="*/ 99 h 166"/>
                <ns1:gd name="T2" fmla="*/ 318 w 467"/>
                <ns1:gd name="T3" fmla="*/ 44 h 166"/>
                <ns1:gd name="T4" fmla="*/ 366 w 467"/>
                <ns1:gd name="T5" fmla="*/ 2 h 166"/>
                <ns1:gd name="T6" fmla="*/ 425 w 467"/>
                <ns1:gd name="T7" fmla="*/ 10 h 166"/>
                <ns1:gd name="T8" fmla="*/ 454 w 467"/>
                <ns1:gd name="T9" fmla="*/ 23 h 166"/>
                <ns1:gd name="T10" fmla="*/ 467 w 467"/>
                <ns1:gd name="T11" fmla="*/ 34 h 166"/>
                <ns1:gd name="T12" fmla="*/ 459 w 467"/>
                <ns1:gd name="T13" fmla="*/ 38 h 166"/>
                <ns1:gd name="T14" fmla="*/ 419 w 467"/>
                <ns1:gd name="T15" fmla="*/ 57 h 166"/>
                <ns1:gd name="T16" fmla="*/ 417 w 467"/>
                <ns1:gd name="T17" fmla="*/ 62 h 166"/>
                <ns1:gd name="T18" fmla="*/ 424 w 467"/>
                <ns1:gd name="T19" fmla="*/ 80 h 166"/>
                <ns1:gd name="T20" fmla="*/ 422 w 467"/>
                <ns1:gd name="T21" fmla="*/ 88 h 166"/>
                <ns1:gd name="T22" fmla="*/ 413 w 467"/>
                <ns1:gd name="T23" fmla="*/ 96 h 166"/>
                <ns1:gd name="T24" fmla="*/ 408 w 467"/>
                <ns1:gd name="T25" fmla="*/ 97 h 166"/>
                <ns1:gd name="T26" fmla="*/ 352 w 467"/>
                <ns1:gd name="T27" fmla="*/ 102 h 166"/>
                <ns1:gd name="T28" fmla="*/ 243 w 467"/>
                <ns1:gd name="T29" fmla="*/ 122 h 166"/>
                <ns1:gd name="T30" fmla="*/ 176 w 467"/>
                <ns1:gd name="T31" fmla="*/ 141 h 166"/>
                <ns1:gd name="T32" fmla="*/ 110 w 467"/>
                <ns1:gd name="T33" fmla="*/ 164 h 166"/>
                <ns1:gd name="T34" fmla="*/ 97 w 467"/>
                <ns1:gd name="T35" fmla="*/ 161 h 166"/>
                <ns1:gd name="T36" fmla="*/ 66 w 467"/>
                <ns1:gd name="T37" fmla="*/ 127 h 166"/>
                <ns1:gd name="T38" fmla="*/ 64 w 467"/>
                <ns1:gd name="T39" fmla="*/ 115 h 166"/>
                <ns1:gd name="T40" fmla="*/ 78 w 467"/>
                <ns1:gd name="T41" fmla="*/ 109 h 166"/>
                <ns1:gd name="T42" fmla="*/ 130 w 467"/>
                <ns1:gd name="T43" fmla="*/ 109 h 166"/>
                <ns1:gd name="T44" fmla="*/ 139 w 467"/>
                <ns1:gd name="T45" fmla="*/ 109 h 166"/>
                <ns1:gd name="T46" fmla="*/ 146 w 467"/>
                <ns1:gd name="T47" fmla="*/ 100 h 166"/>
                <ns1:gd name="T48" fmla="*/ 125 w 467"/>
                <ns1:gd name="T49" fmla="*/ 81 h 166"/>
                <ns1:gd name="T50" fmla="*/ 68 w 467"/>
                <ns1:gd name="T51" fmla="*/ 81 h 166"/>
                <ns1:gd name="T52" fmla="*/ 41 w 467"/>
                <ns1:gd name="T53" fmla="*/ 73 h 166"/>
                <ns1:gd name="T54" fmla="*/ 32 w 467"/>
                <ns1:gd name="T55" fmla="*/ 65 h 166"/>
                <ns1:gd name="T56" fmla="*/ 4 w 467"/>
                <ns1:gd name="T57" fmla="*/ 34 h 166"/>
                <ns1:gd name="T58" fmla="*/ 2 w 467"/>
                <ns1:gd name="T59" fmla="*/ 25 h 166"/>
                <ns1:gd name="T60" fmla="*/ 9 w 467"/>
                <ns1:gd name="T61" fmla="*/ 20 h 166"/>
                <ns1:gd name="T62" fmla="*/ 13 w 467"/>
                <ns1:gd name="T63" fmla="*/ 20 h 166"/>
                <ns1:gd name="T64" fmla="*/ 219 w 467"/>
                <ns1:gd name="T65" fmla="*/ 20 h 166"/>
                <ns1:gd name="T66" fmla="*/ 265 w 467"/>
                <ns1:gd name="T67" fmla="*/ 45 h 166"/>
                <ns1:gd name="T68" fmla="*/ 298 w 467"/>
                <ns1:gd name="T69" fmla="*/ 96 h 166"/>
                <ns1:gd name="T70" fmla="*/ 300 w 467"/>
                <ns1:gd name="T71" fmla="*/ 99 h 1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467" h="166">
                  <ns1:moveTo>
                    <ns1:pt x="300" y="99"/>
                  </ns1:moveTo>
                  <ns1:cubicBezTo>
                    <ns1:pt x="306" y="80"/>
                    <ns1:pt x="312" y="62"/>
                    <ns1:pt x="318" y="44"/>
                  </ns1:cubicBezTo>
                  <ns1:cubicBezTo>
                    <ns1:pt x="325" y="21"/>
                    <ns1:pt x="339" y="5"/>
                    <ns1:pt x="366" y="2"/>
                  </ns1:cubicBezTo>
                  <ns1:cubicBezTo>
                    <ns1:pt x="386" y="0"/>
                    <ns1:pt x="406" y="3"/>
                    <ns1:pt x="425" y="10"/>
                  </ns1:cubicBezTo>
                  <ns1:cubicBezTo>
                    <ns1:pt x="435" y="13"/>
                    <ns1:pt x="445" y="18"/>
                    <ns1:pt x="454" y="23"/>
                  </ns1:cubicBezTo>
                  <ns1:cubicBezTo>
                    <ns1:pt x="459" y="26"/>
                    <ns1:pt x="462" y="30"/>
                    <ns1:pt x="467" y="34"/>
                  </ns1:cubicBezTo>
                  <ns1:cubicBezTo>
                    <ns1:pt x="463" y="36"/>
                    <ns1:pt x="461" y="37"/>
                    <ns1:pt x="459" y="38"/>
                  </ns1:cubicBezTo>
                  <ns1:cubicBezTo>
                    <ns1:pt x="446" y="45"/>
                    <ns1:pt x="432" y="51"/>
                    <ns1:pt x="419" y="57"/>
                  </ns1:cubicBezTo>
                  <ns1:cubicBezTo>
                    <ns1:pt x="416" y="58"/>
                    <ns1:pt x="416" y="60"/>
                    <ns1:pt x="417" y="62"/>
                  </ns1:cubicBezTo>
                  <ns1:cubicBezTo>
                    <ns1:pt x="419" y="68"/>
                    <ns1:pt x="421" y="74"/>
                    <ns1:pt x="424" y="80"/>
                  </ns1:cubicBezTo>
                  <ns1:cubicBezTo>
                    <ns1:pt x="425" y="83"/>
                    <ns1:pt x="425" y="86"/>
                    <ns1:pt x="422" y="88"/>
                  </ns1:cubicBezTo>
                  <ns1:cubicBezTo>
                    <ns1:pt x="419" y="91"/>
                    <ns1:pt x="416" y="94"/>
                    <ns1:pt x="413" y="96"/>
                  </ns1:cubicBezTo>
                  <ns1:cubicBezTo>
                    <ns1:pt x="412" y="97"/>
                    <ns1:pt x="410" y="97"/>
                    <ns1:pt x="408" y="97"/>
                  </ns1:cubicBezTo>
                  <ns1:cubicBezTo>
                    <ns1:pt x="389" y="99"/>
                    <ns1:pt x="371" y="100"/>
                    <ns1:pt x="352" y="102"/>
                  </ns1:cubicBezTo>
                  <ns1:cubicBezTo>
                    <ns1:pt x="315" y="106"/>
                    <ns1:pt x="279" y="113"/>
                    <ns1:pt x="243" y="122"/>
                  </ns1:cubicBezTo>
                  <ns1:cubicBezTo>
                    <ns1:pt x="221" y="127"/>
                    <ns1:pt x="198" y="133"/>
                    <ns1:pt x="176" y="141"/>
                  </ns1:cubicBezTo>
                  <ns1:cubicBezTo>
                    <ns1:pt x="154" y="148"/>
                    <ns1:pt x="132" y="156"/>
                    <ns1:pt x="110" y="164"/>
                  </ns1:cubicBezTo>
                  <ns1:cubicBezTo>
                    <ns1:pt x="105" y="166"/>
                    <ns1:pt x="101" y="165"/>
                    <ns1:pt x="97" y="161"/>
                  </ns1:cubicBezTo>
                  <ns1:cubicBezTo>
                    <ns1:pt x="87" y="150"/>
                    <ns1:pt x="76" y="139"/>
                    <ns1:pt x="66" y="127"/>
                  </ns1:cubicBezTo>
                  <ns1:cubicBezTo>
                    <ns1:pt x="63" y="124"/>
                    <ns1:pt x="62" y="119"/>
                    <ns1:pt x="64" y="115"/>
                  </ns1:cubicBezTo>
                  <ns1:cubicBezTo>
                    <ns1:pt x="67" y="109"/>
                    <ns1:pt x="73" y="109"/>
                    <ns1:pt x="78" y="109"/>
                  </ns1:cubicBezTo>
                  <ns1:cubicBezTo>
                    <ns1:pt x="95" y="109"/>
                    <ns1:pt x="113" y="109"/>
                    <ns1:pt x="130" y="109"/>
                  </ns1:cubicBezTo>
                  <ns1:cubicBezTo>
                    <ns1:pt x="133" y="109"/>
                    <ns1:pt x="136" y="109"/>
                    <ns1:pt x="139" y="109"/>
                  </ns1:cubicBezTo>
                  <ns1:cubicBezTo>
                    <ns1:pt x="145" y="109"/>
                    <ns1:pt x="146" y="107"/>
                    <ns1:pt x="146" y="100"/>
                  </ns1:cubicBezTo>
                  <ns1:cubicBezTo>
                    <ns1:pt x="146" y="90"/>
                    <ns1:pt x="135" y="81"/>
                    <ns1:pt x="125" y="81"/>
                  </ns1:cubicBezTo>
                  <ns1:cubicBezTo>
                    <ns1:pt x="106" y="81"/>
                    <ns1:pt x="87" y="81"/>
                    <ns1:pt x="68" y="81"/>
                  </ns1:cubicBezTo>
                  <ns1:cubicBezTo>
                    <ns1:pt x="58" y="81"/>
                    <ns1:pt x="49" y="79"/>
                    <ns1:pt x="41" y="73"/>
                  </ns1:cubicBezTo>
                  <ns1:cubicBezTo>
                    <ns1:pt x="38" y="71"/>
                    <ns1:pt x="35" y="68"/>
                    <ns1:pt x="32" y="65"/>
                  </ns1:cubicBezTo>
                  <ns1:cubicBezTo>
                    <ns1:pt x="23" y="55"/>
                    <ns1:pt x="14" y="44"/>
                    <ns1:pt x="4" y="34"/>
                  </ns1:cubicBezTo>
                  <ns1:cubicBezTo>
                    <ns1:pt x="2" y="31"/>
                    <ns1:pt x="0" y="28"/>
                    <ns1:pt x="2" y="25"/>
                  </ns1:cubicBezTo>
                  <ns1:cubicBezTo>
                    <ns1:pt x="3" y="23"/>
                    <ns1:pt x="6" y="21"/>
                    <ns1:pt x="9" y="20"/>
                  </ns1:cubicBezTo>
                  <ns1:cubicBezTo>
                    <ns1:pt x="10" y="19"/>
                    <ns1:pt x="12" y="20"/>
                    <ns1:pt x="13" y="20"/>
                  </ns1:cubicBezTo>
                  <ns1:cubicBezTo>
                    <ns1:pt x="82" y="20"/>
                    <ns1:pt x="150" y="19"/>
                    <ns1:pt x="219" y="20"/>
                  </ns1:cubicBezTo>
                  <ns1:cubicBezTo>
                    <ns1:pt x="238" y="20"/>
                    <ns1:pt x="254" y="28"/>
                    <ns1:pt x="265" y="45"/>
                  </ns1:cubicBezTo>
                  <ns1:cubicBezTo>
                    <ns1:pt x="275" y="62"/>
                    <ns1:pt x="287" y="79"/>
                    <ns1:pt x="298" y="96"/>
                  </ns1:cubicBezTo>
                  <ns1:cubicBezTo>
                    <ns1:pt x="298" y="97"/>
                    <ns1:pt x="299" y="98"/>
                    <ns1:pt x="300" y="99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9" name="Freeform 16"/>
            <ns0:cNvSpPr/>
            <ns0:nvPr/>
          </ns0:nvSpPr>
          <ns0:spPr bwMode="auto">
            <ns1:xfrm>
              <ns1:off x="6523038" y="2451100"/>
              <ns1:ext cx="479425" cy="1355725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solidFill>
              <ns1:srgbClr val="A42629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0" name="Freeform 17"/>
            <ns0:cNvSpPr/>
            <ns0:nvPr/>
          </ns0:nvSpPr>
          <ns0:spPr bwMode="auto">
            <ns1:xfrm>
              <ns1:off x="5372100" y="3154363"/>
              <ns1:ext cx="1203325" cy="701675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1" name="Freeform 18"/>
            <ns0:cNvSpPr/>
            <ns0:nvPr/>
          </ns0:nvSpPr>
          <ns0:spPr bwMode="auto">
            <ns1:xfrm>
              <ns1:off x="5522913" y="3768725"/>
              <ns1:ext cx="1066800" cy="355600"/>
            </ns1:xfrm>
            <ns1:custGeom>
              <ns1:avLst/>
              <ns1:gdLst>
                <ns1:gd name="T0" fmla="*/ 0 w 283"/>
                <ns1:gd name="T1" fmla="*/ 22 h 94"/>
                <ns1:gd name="T2" fmla="*/ 35 w 283"/>
                <ns1:gd name="T3" fmla="*/ 15 h 94"/>
                <ns1:gd name="T4" fmla="*/ 104 w 283"/>
                <ns1:gd name="T5" fmla="*/ 4 h 94"/>
                <ns1:gd name="T6" fmla="*/ 133 w 283"/>
                <ns1:gd name="T7" fmla="*/ 2 h 94"/>
                <ns1:gd name="T8" fmla="*/ 174 w 283"/>
                <ns1:gd name="T9" fmla="*/ 1 h 94"/>
                <ns1:gd name="T10" fmla="*/ 263 w 283"/>
                <ns1:gd name="T11" fmla="*/ 14 h 94"/>
                <ns1:gd name="T12" fmla="*/ 283 w 283"/>
                <ns1:gd name="T13" fmla="*/ 22 h 94"/>
                <ns1:gd name="T14" fmla="*/ 283 w 283"/>
                <ns1:gd name="T15" fmla="*/ 24 h 94"/>
                <ns1:gd name="T16" fmla="*/ 277 w 283"/>
                <ns1:gd name="T17" fmla="*/ 24 h 94"/>
                <ns1:gd name="T18" fmla="*/ 268 w 283"/>
                <ns1:gd name="T19" fmla="*/ 29 h 94"/>
                <ns1:gd name="T20" fmla="*/ 259 w 283"/>
                <ns1:gd name="T21" fmla="*/ 36 h 94"/>
                <ns1:gd name="T22" fmla="*/ 146 w 283"/>
                <ns1:gd name="T23" fmla="*/ 69 h 94"/>
                <ns1:gd name="T24" fmla="*/ 42 w 283"/>
                <ns1:gd name="T25" fmla="*/ 94 h 94"/>
                <ns1:gd name="T26" fmla="*/ 37 w 283"/>
                <ns1:gd name="T27" fmla="*/ 93 h 94"/>
                <ns1:gd name="T28" fmla="*/ 11 w 283"/>
                <ns1:gd name="T29" fmla="*/ 63 h 94"/>
                <ns1:gd name="T30" fmla="*/ 19 w 283"/>
                <ns1:gd name="T31" fmla="*/ 49 h 94"/>
                <ns1:gd name="T32" fmla="*/ 34 w 283"/>
                <ns1:gd name="T33" fmla="*/ 48 h 94"/>
                <ns1:gd name="T34" fmla="*/ 43 w 283"/>
                <ns1:gd name="T35" fmla="*/ 37 h 94"/>
                <ns1:gd name="T36" fmla="*/ 26 w 283"/>
                <ns1:gd name="T37" fmla="*/ 24 h 94"/>
                <ns1:gd name="T38" fmla="*/ 0 w 283"/>
                <ns1:gd name="T39" fmla="*/ 24 h 94"/>
                <ns1:gd name="T40" fmla="*/ 0 w 283"/>
                <ns1:gd name="T41" fmla="*/ 22 h 9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283" h="94">
                  <ns1:moveTo>
                    <ns1:pt x="0" y="22"/>
                  </ns1:moveTo>
                  <ns1:cubicBezTo>
                    <ns1:pt x="11" y="19"/>
                    <ns1:pt x="23" y="17"/>
                    <ns1:pt x="35" y="15"/>
                  </ns1:cubicBezTo>
                  <ns1:cubicBezTo>
                    <ns1:pt x="58" y="11"/>
                    <ns1:pt x="81" y="8"/>
                    <ns1:pt x="104" y="4"/>
                  </ns1:cubicBezTo>
                  <ns1:cubicBezTo>
                    <ns1:pt x="113" y="3"/>
                    <ns1:pt x="123" y="3"/>
                    <ns1:pt x="133" y="2"/>
                  </ns1:cubicBezTo>
                  <ns1:cubicBezTo>
                    <ns1:pt x="147" y="2"/>
                    <ns1:pt x="161" y="0"/>
                    <ns1:pt x="174" y="1"/>
                  </ns1:cubicBezTo>
                  <ns1:cubicBezTo>
                    <ns1:pt x="204" y="1"/>
                    <ns1:pt x="234" y="4"/>
                    <ns1:pt x="263" y="14"/>
                  </ns1:cubicBezTo>
                  <ns1:cubicBezTo>
                    <ns1:pt x="270" y="16"/>
                    <ns1:pt x="276" y="19"/>
                    <ns1:pt x="283" y="22"/>
                  </ns1:cubicBezTo>
                  <ns1:cubicBezTo>
                    <ns1:pt x="283" y="23"/>
                    <ns1:pt x="283" y="23"/>
                    <ns1:pt x="283" y="24"/>
                  </ns1:cubicBezTo>
                  <ns1:cubicBezTo>
                    <ns1:pt x="281" y="24"/>
                    <ns1:pt x="279" y="24"/>
                    <ns1:pt x="277" y="24"/>
                  </ns1:cubicBezTo>
                  <ns1:cubicBezTo>
                    <ns1:pt x="273" y="24"/>
                    <ns1:pt x="270" y="26"/>
                    <ns1:pt x="268" y="29"/>
                  </ns1:cubicBezTo>
                  <ns1:cubicBezTo>
                    <ns1:pt x="266" y="33"/>
                    <ns1:pt x="262" y="35"/>
                    <ns1:pt x="259" y="36"/>
                  </ns1:cubicBezTo>
                  <ns1:cubicBezTo>
                    <ns1:pt x="221" y="47"/>
                    <ns1:pt x="184" y="59"/>
                    <ns1:pt x="146" y="69"/>
                  </ns1:cubicBezTo>
                  <ns1:cubicBezTo>
                    <ns1:pt x="112" y="79"/>
                    <ns1:pt x="77" y="86"/>
                    <ns1:pt x="42" y="94"/>
                  </ns1:cubicBezTo>
                  <ns1:cubicBezTo>
                    <ns1:pt x="40" y="94"/>
                    <ns1:pt x="37" y="94"/>
                    <ns1:pt x="37" y="93"/>
                  </ns1:cubicBezTo>
                  <ns1:cubicBezTo>
                    <ns1:pt x="28" y="83"/>
                    <ns1:pt x="19" y="73"/>
                    <ns1:pt x="11" y="63"/>
                  </ns1:cubicBezTo>
                  <ns1:cubicBezTo>
                    <ns1:pt x="6" y="57"/>
                    <ns1:pt x="10" y="50"/>
                    <ns1:pt x="19" y="49"/>
                  </ns1:cubicBezTo>
                  <ns1:cubicBezTo>
                    <ns1:pt x="24" y="49"/>
                    <ns1:pt x="29" y="49"/>
                    <ns1:pt x="34" y="48"/>
                  </ns1:cubicBezTo>
                  <ns1:cubicBezTo>
                    <ns1:pt x="42" y="48"/>
                    <ns1:pt x="45" y="44"/>
                    <ns1:pt x="43" y="37"/>
                  </ns1:cubicBezTo>
                  <ns1:cubicBezTo>
                    <ns1:pt x="40" y="28"/>
                    <ns1:pt x="38" y="24"/>
                    <ns1:pt x="26" y="24"/>
                  </ns1:cubicBezTo>
                  <ns1:cubicBezTo>
                    <ns1:pt x="18" y="25"/>
                    <ns1:pt x="9" y="24"/>
                    <ns1:pt x="0" y="24"/>
                  </ns1:cubicBezTo>
                  <ns1:cubicBezTo>
                    <ns1:pt x="0" y="23"/>
                    <ns1:pt x="0" y="23"/>
                    <ns1:pt x="0" y="22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2" name="Freeform 19"/>
            <ns0:cNvSpPr/>
            <ns0:nvPr/>
          </ns0:nvSpPr>
          <ns0:spPr bwMode="auto">
            <ns1:xfrm>
              <ns1:off x="6753225" y="2659063"/>
              <ns1:ext cx="742950" cy="309563"/>
            </ns1:xfrm>
            <ns1:custGeom>
              <ns1:avLst/>
              <ns1:gdLst>
                <ns1:gd name="T0" fmla="*/ 98 w 197"/>
                <ns1:gd name="T1" fmla="*/ 1 h 82"/>
                <ns1:gd name="T2" fmla="*/ 184 w 197"/>
                <ns1:gd name="T3" fmla="*/ 1 h 82"/>
                <ns1:gd name="T4" fmla="*/ 188 w 197"/>
                <ns1:gd name="T5" fmla="*/ 1 h 82"/>
                <ns1:gd name="T6" fmla="*/ 196 w 197"/>
                <ns1:gd name="T7" fmla="*/ 6 h 82"/>
                <ns1:gd name="T8" fmla="*/ 193 w 197"/>
                <ns1:gd name="T9" fmla="*/ 15 h 82"/>
                <ns1:gd name="T10" fmla="*/ 162 w 197"/>
                <ns1:gd name="T11" fmla="*/ 49 h 82"/>
                <ns1:gd name="T12" fmla="*/ 138 w 197"/>
                <ns1:gd name="T13" fmla="*/ 61 h 82"/>
                <ns1:gd name="T14" fmla="*/ 75 w 197"/>
                <ns1:gd name="T15" fmla="*/ 62 h 82"/>
                <ns1:gd name="T16" fmla="*/ 52 w 197"/>
                <ns1:gd name="T17" fmla="*/ 79 h 82"/>
                <ns1:gd name="T18" fmla="*/ 47 w 197"/>
                <ns1:gd name="T19" fmla="*/ 82 h 82"/>
                <ns1:gd name="T20" fmla="*/ 10 w 197"/>
                <ns1:gd name="T21" fmla="*/ 78 h 82"/>
                <ns1:gd name="T22" fmla="*/ 8 w 197"/>
                <ns1:gd name="T23" fmla="*/ 78 h 82"/>
                <ns1:gd name="T24" fmla="*/ 0 w 197"/>
                <ns1:gd name="T25" fmla="*/ 70 h 82"/>
                <ns1:gd name="T26" fmla="*/ 1 w 197"/>
                <ns1:gd name="T27" fmla="*/ 28 h 82"/>
                <ns1:gd name="T28" fmla="*/ 4 w 197"/>
                <ns1:gd name="T29" fmla="*/ 4 h 82"/>
                <ns1:gd name="T30" fmla="*/ 7 w 197"/>
                <ns1:gd name="T31" fmla="*/ 1 h 82"/>
                <ns1:gd name="T32" fmla="*/ 11 w 197"/>
                <ns1:gd name="T33" fmla="*/ 1 h 82"/>
                <ns1:gd name="T34" fmla="*/ 98 w 197"/>
                <ns1:gd name="T35" fmla="*/ 1 h 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97" h="82">
                  <ns1:moveTo>
                    <ns1:pt x="98" y="1"/>
                  </ns1:moveTo>
                  <ns1:cubicBezTo>
                    <ns1:pt x="126" y="1"/>
                    <ns1:pt x="155" y="1"/>
                    <ns1:pt x="184" y="1"/>
                  </ns1:cubicBezTo>
                  <ns1:cubicBezTo>
                    <ns1:pt x="185" y="1"/>
                    <ns1:pt x="187" y="0"/>
                    <ns1:pt x="188" y="1"/>
                  </ns1:cubicBezTo>
                  <ns1:cubicBezTo>
                    <ns1:pt x="191" y="2"/>
                    <ns1:pt x="195" y="4"/>
                    <ns1:pt x="196" y="6"/>
                  </ns1:cubicBezTo>
                  <ns1:cubicBezTo>
                    <ns1:pt x="197" y="9"/>
                    <ns1:pt x="195" y="13"/>
                    <ns1:pt x="193" y="15"/>
                  </ns1:cubicBezTo>
                  <ns1:cubicBezTo>
                    <ns1:pt x="183" y="27"/>
                    <ns1:pt x="172" y="38"/>
                    <ns1:pt x="162" y="49"/>
                  </ns1:cubicBezTo>
                  <ns1:cubicBezTo>
                    <ns1:pt x="155" y="56"/>
                    <ns1:pt x="148" y="61"/>
                    <ns1:pt x="138" y="61"/>
                  </ns1:cubicBezTo>
                  <ns1:cubicBezTo>
                    <ns1:pt x="117" y="62"/>
                    <ns1:pt x="96" y="62"/>
                    <ns1:pt x="75" y="62"/>
                  </ns1:cubicBezTo>
                  <ns1:cubicBezTo>
                    <ns1:pt x="63" y="62"/>
                    <ns1:pt x="55" y="68"/>
                    <ns1:pt x="52" y="79"/>
                  </ns1:cubicBezTo>
                  <ns1:cubicBezTo>
                    <ns1:pt x="51" y="82"/>
                    <ns1:pt x="49" y="82"/>
                    <ns1:pt x="47" y="82"/>
                  </ns1:cubicBezTo>
                  <ns1:cubicBezTo>
                    <ns1:pt x="34" y="81"/>
                    <ns1:pt x="22" y="80"/>
                    <ns1:pt x="10" y="78"/>
                  </ns1:cubicBezTo>
                  <ns1:cubicBezTo>
                    <ns1:pt x="9" y="78"/>
                    <ns1:pt x="9" y="78"/>
                    <ns1:pt x="8" y="78"/>
                  </ns1:cubicBezTo>
                  <ns1:cubicBezTo>
                    <ns1:pt x="0" y="78"/>
                    <ns1:pt x="0" y="78"/>
                    <ns1:pt x="0" y="70"/>
                  </ns1:cubicBezTo>
                  <ns1:cubicBezTo>
                    <ns1:pt x="0" y="56"/>
                    <ns1:pt x="0" y="42"/>
                    <ns1:pt x="1" y="28"/>
                  </ns1:cubicBezTo>
                  <ns1:cubicBezTo>
                    <ns1:pt x="1" y="20"/>
                    <ns1:pt x="2" y="12"/>
                    <ns1:pt x="4" y="4"/>
                  </ns1:cubicBezTo>
                  <ns1:cubicBezTo>
                    <ns1:pt x="4" y="3"/>
                    <ns1:pt x="6" y="1"/>
                    <ns1:pt x="7" y="1"/>
                  </ns1:cubicBezTo>
                  <ns1:cubicBezTo>
                    <ns1:pt x="8" y="0"/>
                    <ns1:pt x="9" y="1"/>
                    <ns1:pt x="11" y="1"/>
                  </ns1:cubicBezTo>
                  <ns1:cubicBezTo>
                    <ns1:pt x="40" y="1"/>
                    <ns1:pt x="69" y="1"/>
                    <ns1:pt x="98" y="1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3" name="Freeform 20"/>
            <ns0:cNvSpPr/>
            <ns0:nvPr/>
          </ns0:nvSpPr>
          <ns0:spPr bwMode="auto">
            <ns1:xfrm>
              <ns1:off x="5386388" y="2757488"/>
              <ns1:ext cx="1230313" cy="1038225"/>
            </ns1:xfrm>
            <ns1:custGeom>
              <ns1:avLst/>
              <ns1:gdLst>
                <ns1:gd name="T0" fmla="*/ 321 w 326"/>
                <ns1:gd name="T1" fmla="*/ 275 h 275"/>
                <ns1:gd name="T2" fmla="*/ 315 w 326"/>
                <ns1:gd name="T3" fmla="*/ 268 h 275"/>
                <ns1:gd name="T4" fmla="*/ 282 w 326"/>
                <ns1:gd name="T5" fmla="*/ 186 h 275"/>
                <ns1:gd name="T6" fmla="*/ 284 w 326"/>
                <ns1:gd name="T7" fmla="*/ 118 h 275"/>
                <ns1:gd name="T8" fmla="*/ 295 w 326"/>
                <ns1:gd name="T9" fmla="*/ 70 h 275"/>
                <ns1:gd name="T10" fmla="*/ 294 w 326"/>
                <ns1:gd name="T11" fmla="*/ 66 h 275"/>
                <ns1:gd name="T12" fmla="*/ 284 w 326"/>
                <ns1:gd name="T13" fmla="*/ 82 h 275"/>
                <ns1:gd name="T14" fmla="*/ 253 w 326"/>
                <ns1:gd name="T15" fmla="*/ 123 h 275"/>
                <ns1:gd name="T16" fmla="*/ 229 w 326"/>
                <ns1:gd name="T17" fmla="*/ 148 h 275"/>
                <ns1:gd name="T18" fmla="*/ 173 w 326"/>
                <ns1:gd name="T19" fmla="*/ 194 h 275"/>
                <ns1:gd name="T20" fmla="*/ 70 w 326"/>
                <ns1:gd name="T21" fmla="*/ 253 h 275"/>
                <ns1:gd name="T22" fmla="*/ 18 w 326"/>
                <ns1:gd name="T23" fmla="*/ 275 h 275"/>
                <ns1:gd name="T24" fmla="*/ 14 w 326"/>
                <ns1:gd name="T25" fmla="*/ 274 h 275"/>
                <ns1:gd name="T26" fmla="*/ 0 w 326"/>
                <ns1:gd name="T27" fmla="*/ 257 h 275"/>
                <ns1:gd name="T28" fmla="*/ 19 w 326"/>
                <ns1:gd name="T29" fmla="*/ 250 h 275"/>
                <ns1:gd name="T30" fmla="*/ 85 w 326"/>
                <ns1:gd name="T31" fmla="*/ 221 h 275"/>
                <ns1:gd name="T32" fmla="*/ 183 w 326"/>
                <ns1:gd name="T33" fmla="*/ 159 h 275"/>
                <ns1:gd name="T34" fmla="*/ 222 w 326"/>
                <ns1:gd name="T35" fmla="*/ 127 h 275"/>
                <ns1:gd name="T36" fmla="*/ 250 w 326"/>
                <ns1:gd name="T37" fmla="*/ 99 h 275"/>
                <ns1:gd name="T38" fmla="*/ 299 w 326"/>
                <ns1:gd name="T39" fmla="*/ 40 h 275"/>
                <ns1:gd name="T40" fmla="*/ 324 w 326"/>
                <ns1:gd name="T41" fmla="*/ 2 h 275"/>
                <ns1:gd name="T42" fmla="*/ 326 w 326"/>
                <ns1:gd name="T43" fmla="*/ 0 h 275"/>
                <ns1:gd name="T44" fmla="*/ 324 w 326"/>
                <ns1:gd name="T45" fmla="*/ 6 h 275"/>
                <ns1:gd name="T46" fmla="*/ 301 w 326"/>
                <ns1:gd name="T47" fmla="*/ 95 h 275"/>
                <ns1:gd name="T48" fmla="*/ 296 w 326"/>
                <ns1:gd name="T49" fmla="*/ 142 h 275"/>
                <ns1:gd name="T50" fmla="*/ 295 w 326"/>
                <ns1:gd name="T51" fmla="*/ 162 h 275"/>
                <ns1:gd name="T52" fmla="*/ 317 w 326"/>
                <ns1:gd name="T53" fmla="*/ 265 h 275"/>
                <ns1:gd name="T54" fmla="*/ 322 w 326"/>
                <ns1:gd name="T55" fmla="*/ 274 h 275"/>
                <ns1:gd name="T56" fmla="*/ 321 w 326"/>
                <ns1:gd name="T57" fmla="*/ 275 h 27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326" h="275">
                  <ns1:moveTo>
                    <ns1:pt x="321" y="275"/>
                  </ns1:moveTo>
                  <ns1:cubicBezTo>
                    <ns1:pt x="319" y="273"/>
                    <ns1:pt x="317" y="270"/>
                    <ns1:pt x="315" y="268"/>
                  </ns1:cubicBezTo>
                  <ns1:cubicBezTo>
                    <ns1:pt x="297" y="243"/>
                    <ns1:pt x="287" y="216"/>
                    <ns1:pt x="282" y="186"/>
                  </ns1:cubicBezTo>
                  <ns1:cubicBezTo>
                    <ns1:pt x="279" y="164"/>
                    <ns1:pt x="279" y="141"/>
                    <ns1:pt x="284" y="118"/>
                  </ns1:cubicBezTo>
                  <ns1:cubicBezTo>
                    <ns1:pt x="287" y="102"/>
                    <ns1:pt x="291" y="86"/>
                    <ns1:pt x="295" y="70"/>
                  </ns1:cubicBezTo>
                  <ns1:cubicBezTo>
                    <ns1:pt x="295" y="69"/>
                    <ns1:pt x="295" y="68"/>
                    <ns1:pt x="294" y="66"/>
                  </ns1:cubicBezTo>
                  <ns1:cubicBezTo>
                    <ns1:pt x="291" y="72"/>
                    <ns1:pt x="288" y="77"/>
                    <ns1:pt x="284" y="82"/>
                  </ns1:cubicBezTo>
                  <ns1:cubicBezTo>
                    <ns1:pt x="274" y="96"/>
                    <ns1:pt x="264" y="110"/>
                    <ns1:pt x="253" y="123"/>
                  </ns1:cubicBezTo>
                  <ns1:cubicBezTo>
                    <ns1:pt x="246" y="132"/>
                    <ns1:pt x="238" y="140"/>
                    <ns1:pt x="229" y="148"/>
                  </ns1:cubicBezTo>
                  <ns1:cubicBezTo>
                    <ns1:pt x="211" y="164"/>
                    <ns1:pt x="192" y="179"/>
                    <ns1:pt x="173" y="194"/>
                  </ns1:cubicBezTo>
                  <ns1:cubicBezTo>
                    <ns1:pt x="141" y="218"/>
                    <ns1:pt x="106" y="236"/>
                    <ns1:pt x="70" y="253"/>
                  </ns1:cubicBezTo>
                  <ns1:cubicBezTo>
                    <ns1:pt x="53" y="261"/>
                    <ns1:pt x="35" y="268"/>
                    <ns1:pt x="18" y="275"/>
                  </ns1:cubicBezTo>
                  <ns1:cubicBezTo>
                    <ns1:pt x="17" y="275"/>
                    <ns1:pt x="15" y="275"/>
                    <ns1:pt x="14" y="274"/>
                  </ns1:cubicBezTo>
                  <ns1:cubicBezTo>
                    <ns1:pt x="10" y="269"/>
                    <ns1:pt x="5" y="264"/>
                    <ns1:pt x="0" y="257"/>
                  </ns1:cubicBezTo>
                  <ns1:cubicBezTo>
                    <ns1:pt x="7" y="255"/>
                    <ns1:pt x="13" y="253"/>
                    <ns1:pt x="19" y="250"/>
                  </ns1:cubicBezTo>
                  <ns1:cubicBezTo>
                    <ns1:pt x="41" y="241"/>
                    <ns1:pt x="63" y="232"/>
                    <ns1:pt x="85" y="221"/>
                  </ns1:cubicBezTo>
                  <ns1:cubicBezTo>
                    <ns1:pt x="119" y="204"/>
                    <ns1:pt x="152" y="183"/>
                    <ns1:pt x="183" y="159"/>
                  </ns1:cubicBezTo>
                  <ns1:cubicBezTo>
                    <ns1:pt x="196" y="149"/>
                    <ns1:pt x="209" y="138"/>
                    <ns1:pt x="222" y="127"/>
                  </ns1:cubicBezTo>
                  <ns1:cubicBezTo>
                    <ns1:pt x="231" y="118"/>
                    <ns1:pt x="241" y="108"/>
                    <ns1:pt x="250" y="99"/>
                  </ns1:cubicBezTo>
                  <ns1:cubicBezTo>
                    <ns1:pt x="268" y="81"/>
                    <ns1:pt x="284" y="61"/>
                    <ns1:pt x="299" y="40"/>
                  </ns1:cubicBezTo>
                  <ns1:cubicBezTo>
                    <ns1:pt x="307" y="27"/>
                    <ns1:pt x="315" y="14"/>
                    <ns1:pt x="324" y="2"/>
                  </ns1:cubicBezTo>
                  <ns1:cubicBezTo>
                    <ns1:pt x="324" y="1"/>
                    <ns1:pt x="325" y="0"/>
                    <ns1:pt x="326" y="0"/>
                  </ns1:cubicBezTo>
                  <ns1:cubicBezTo>
                    <ns1:pt x="325" y="2"/>
                    <ns1:pt x="325" y="4"/>
                    <ns1:pt x="324" y="6"/>
                  </ns1:cubicBezTo>
                  <ns1:cubicBezTo>
                    <ns1:pt x="314" y="35"/>
                    <ns1:pt x="306" y="65"/>
                    <ns1:pt x="301" y="95"/>
                  </ns1:cubicBezTo>
                  <ns1:cubicBezTo>
                    <ns1:pt x="299" y="111"/>
                    <ns1:pt x="298" y="126"/>
                    <ns1:pt x="296" y="142"/>
                  </ns1:cubicBezTo>
                  <ns1:cubicBezTo>
                    <ns1:pt x="296" y="149"/>
                    <ns1:pt x="295" y="155"/>
                    <ns1:pt x="295" y="162"/>
                  </ns1:cubicBezTo>
                  <ns1:cubicBezTo>
                    <ns1:pt x="297" y="198"/>
                    <ns1:pt x="302" y="232"/>
                    <ns1:pt x="317" y="265"/>
                  </ns1:cubicBezTo>
                  <ns1:cubicBezTo>
                    <ns1:pt x="319" y="268"/>
                    <ns1:pt x="321" y="271"/>
                    <ns1:pt x="322" y="274"/>
                  </ns1:cubicBezTo>
                  <ns1:cubicBezTo>
                    <ns1:pt x="322" y="275"/>
                    <ns1:pt x="321" y="275"/>
                    <ns1:pt x="321" y="275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4" name="Freeform 21"/>
            <ns0:cNvSpPr/>
            <ns0:nvPr/>
          </ns0:nvSpPr>
          <ns0:spPr bwMode="auto">
            <ns1:xfrm>
              <ns1:off x="5183188" y="3014663"/>
              <ns1:ext cx="1000125" cy="452438"/>
            </ns1:xfrm>
            <ns1:custGeom>
              <ns1:avLst/>
              <ns1:gdLst>
                <ns1:gd name="T0" fmla="*/ 265 w 265"/>
                <ns1:gd name="T1" fmla="*/ 1 h 120"/>
                <ns1:gd name="T2" fmla="*/ 250 w 265"/>
                <ns1:gd name="T3" fmla="*/ 12 h 120"/>
                <ns1:gd name="T4" fmla="*/ 165 w 265"/>
                <ns1:gd name="T5" fmla="*/ 65 h 120"/>
                <ns1:gd name="T6" fmla="*/ 69 w 265"/>
                <ns1:gd name="T7" fmla="*/ 106 h 120"/>
                <ns1:gd name="T8" fmla="*/ 20 w 265"/>
                <ns1:gd name="T9" fmla="*/ 119 h 120"/>
                <ns1:gd name="T10" fmla="*/ 12 w 265"/>
                <ns1:gd name="T11" fmla="*/ 120 h 120"/>
                <ns1:gd name="T12" fmla="*/ 9 w 265"/>
                <ns1:gd name="T13" fmla="*/ 118 h 120"/>
                <ns1:gd name="T14" fmla="*/ 1 w 265"/>
                <ns1:gd name="T15" fmla="*/ 107 h 120"/>
                <ns1:gd name="T16" fmla="*/ 2 w 265"/>
                <ns1:gd name="T17" fmla="*/ 102 h 120"/>
                <ns1:gd name="T18" fmla="*/ 26 w 265"/>
                <ns1:gd name="T19" fmla="*/ 84 h 120"/>
                <ns1:gd name="T20" fmla="*/ 32 w 265"/>
                <ns1:gd name="T21" fmla="*/ 82 h 120"/>
                <ns1:gd name="T22" fmla="*/ 48 w 265"/>
                <ns1:gd name="T23" fmla="*/ 82 h 120"/>
                <ns1:gd name="T24" fmla="*/ 56 w 265"/>
                <ns1:gd name="T25" fmla="*/ 69 h 120"/>
                <ns1:gd name="T26" fmla="*/ 58 w 265"/>
                <ns1:gd name="T27" fmla="*/ 65 h 120"/>
                <ns1:gd name="T28" fmla="*/ 106 w 265"/>
                <ns1:gd name="T29" fmla="*/ 44 h 120"/>
                <ns1:gd name="T30" fmla="*/ 221 w 265"/>
                <ns1:gd name="T31" fmla="*/ 9 h 120"/>
                <ns1:gd name="T32" fmla="*/ 264 w 265"/>
                <ns1:gd name="T33" fmla="*/ 0 h 120"/>
                <ns1:gd name="T34" fmla="*/ 265 w 265"/>
                <ns1:gd name="T35" fmla="*/ 1 h 1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265" h="120">
                  <ns1:moveTo>
                    <ns1:pt x="265" y="1"/>
                  </ns1:moveTo>
                  <ns1:cubicBezTo>
                    <ns1:pt x="260" y="4"/>
                    <ns1:pt x="255" y="8"/>
                    <ns1:pt x="250" y="12"/>
                  </ns1:cubicBezTo>
                  <ns1:cubicBezTo>
                    <ns1:pt x="223" y="31"/>
                    <ns1:pt x="195" y="49"/>
                    <ns1:pt x="165" y="65"/>
                  </ns1:cubicBezTo>
                  <ns1:cubicBezTo>
                    <ns1:pt x="134" y="81"/>
                    <ns1:pt x="102" y="95"/>
                    <ns1:pt x="69" y="106"/>
                  </ns1:cubicBezTo>
                  <ns1:cubicBezTo>
                    <ns1:pt x="53" y="111"/>
                    <ns1:pt x="36" y="115"/>
                    <ns1:pt x="20" y="119"/>
                  </ns1:cubicBezTo>
                  <ns1:cubicBezTo>
                    <ns1:pt x="17" y="120"/>
                    <ns1:pt x="15" y="120"/>
                    <ns1:pt x="12" y="120"/>
                  </ns1:cubicBezTo>
                  <ns1:cubicBezTo>
                    <ns1:pt x="11" y="120"/>
                    <ns1:pt x="10" y="119"/>
                    <ns1:pt x="9" y="118"/>
                  </ns1:cubicBezTo>
                  <ns1:cubicBezTo>
                    <ns1:pt x="6" y="115"/>
                    <ns1:pt x="4" y="111"/>
                    <ns1:pt x="1" y="107"/>
                  </ns1:cubicBezTo>
                  <ns1:cubicBezTo>
                    <ns1:pt x="0" y="105"/>
                    <ns1:pt x="0" y="103"/>
                    <ns1:pt x="2" y="102"/>
                  </ns1:cubicBezTo>
                  <ns1:cubicBezTo>
                    <ns1:pt x="10" y="96"/>
                    <ns1:pt x="18" y="89"/>
                    <ns1:pt x="26" y="84"/>
                  </ns1:cubicBezTo>
                  <ns1:cubicBezTo>
                    <ns1:pt x="28" y="83"/>
                    <ns1:pt x="30" y="82"/>
                    <ns1:pt x="32" y="82"/>
                  </ns1:cubicBezTo>
                  <ns1:cubicBezTo>
                    <ns1:pt x="37" y="82"/>
                    <ns1:pt x="42" y="82"/>
                    <ns1:pt x="48" y="82"/>
                  </ns1:cubicBezTo>
                  <ns1:cubicBezTo>
                    <ns1:pt x="57" y="82"/>
                    <ns1:pt x="60" y="78"/>
                    <ns1:pt x="56" y="69"/>
                  </ns1:cubicBezTo>
                  <ns1:cubicBezTo>
                    <ns1:pt x="55" y="67"/>
                    <ns1:pt x="56" y="66"/>
                    <ns1:pt x="58" y="65"/>
                  </ns1:cubicBezTo>
                  <ns1:cubicBezTo>
                    <ns1:pt x="74" y="58"/>
                    <ns1:pt x="90" y="50"/>
                    <ns1:pt x="106" y="44"/>
                  </ns1:cubicBezTo>
                  <ns1:cubicBezTo>
                    <ns1:pt x="143" y="29"/>
                    <ns1:pt x="182" y="18"/>
                    <ns1:pt x="221" y="9"/>
                  </ns1:cubicBezTo>
                  <ns1:cubicBezTo>
                    <ns1:pt x="236" y="6"/>
                    <ns1:pt x="250" y="3"/>
                    <ns1:pt x="264" y="0"/>
                  </ns1:cubicBezTo>
                  <ns1:cubicBezTo>
                    <ns1:pt x="264" y="0"/>
                    <ns1:pt x="264" y="0"/>
                    <ns1:pt x="265" y="1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5" name="Freeform 22"/>
            <ns0:cNvSpPr/>
            <ns0:nvPr/>
          </ns0:nvSpPr>
          <ns0:spPr bwMode="auto">
            <ns1:xfrm>
              <ns1:off x="5918200" y="4459288"/>
              <ns1:ext cx="427038" cy="377825"/>
            </ns1:xfrm>
            <ns1:custGeom>
              <ns1:avLst/>
              <ns1:gdLst>
                <ns1:gd name="T0" fmla="*/ 0 w 113"/>
                <ns1:gd name="T1" fmla="*/ 23 h 100"/>
                <ns1:gd name="T2" fmla="*/ 113 w 113"/>
                <ns1:gd name="T3" fmla="*/ 0 h 100"/>
                <ns1:gd name="T4" fmla="*/ 49 w 113"/>
                <ns1:gd name="T5" fmla="*/ 100 h 100"/>
                <ns1:gd name="T6" fmla="*/ 0 w 113"/>
                <ns1:gd name="T7" fmla="*/ 23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13" h="100">
                  <ns1:moveTo>
                    <ns1:pt x="0" y="23"/>
                  </ns1:moveTo>
                  <ns1:cubicBezTo>
                    <ns1:pt x="38" y="15"/>
                    <ns1:pt x="75" y="8"/>
                    <ns1:pt x="113" y="0"/>
                  </ns1:cubicBezTo>
                  <ns1:cubicBezTo>
                    <ns1:pt x="92" y="33"/>
                    <ns1:pt x="71" y="66"/>
                    <ns1:pt x="49" y="100"/>
                  </ns1:cubicBezTo>
                  <ns1:cubicBezTo>
                    <ns1:pt x="32" y="74"/>
                    <ns1:pt x="16" y="48"/>
                    <ns1:pt x="0" y="23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6" name="Freeform 23"/>
            <ns0:cNvSpPr/>
            <ns0:nvPr/>
          </ns0:nvSpPr>
          <ns0:spPr bwMode="auto">
            <ns1:xfrm>
              <ns1:off x="6756400" y="3014663"/>
              <ns1:ext cx="400050" cy="255588"/>
            </ns1:xfrm>
            <ns1:custGeom>
              <ns1:avLst/>
              <ns1:gdLst>
                <ns1:gd name="T0" fmla="*/ 14 w 106"/>
                <ns1:gd name="T1" fmla="*/ 68 h 68"/>
                <ns1:gd name="T2" fmla="*/ 0 w 106"/>
                <ns1:gd name="T3" fmla="*/ 0 h 68"/>
                <ns1:gd name="T4" fmla="*/ 10 w 106"/>
                <ns1:gd name="T5" fmla="*/ 1 h 68"/>
                <ns1:gd name="T6" fmla="*/ 76 w 106"/>
                <ns1:gd name="T7" fmla="*/ 21 h 68"/>
                <ns1:gd name="T8" fmla="*/ 102 w 106"/>
                <ns1:gd name="T9" fmla="*/ 38 h 68"/>
                <ns1:gd name="T10" fmla="*/ 103 w 106"/>
                <ns1:gd name="T11" fmla="*/ 45 h 68"/>
                <ns1:gd name="T12" fmla="*/ 74 w 106"/>
                <ns1:gd name="T13" fmla="*/ 56 h 68"/>
                <ns1:gd name="T14" fmla="*/ 34 w 106"/>
                <ns1:gd name="T15" fmla="*/ 56 h 68"/>
                <ns1:gd name="T16" fmla="*/ 14 w 106"/>
                <ns1:gd name="T17" fmla="*/ 68 h 6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06" h="68">
                  <ns1:moveTo>
                    <ns1:pt x="14" y="68"/>
                  </ns1:moveTo>
                  <ns1:cubicBezTo>
                    <ns1:pt x="7" y="45"/>
                    <ns1:pt x="2" y="23"/>
                    <ns1:pt x="0" y="0"/>
                  </ns1:cubicBezTo>
                  <ns1:cubicBezTo>
                    <ns1:pt x="4" y="0"/>
                    <ns1:pt x="7" y="0"/>
                    <ns1:pt x="10" y="1"/>
                  </ns1:cubicBezTo>
                  <ns1:cubicBezTo>
                    <ns1:pt x="33" y="5"/>
                    <ns1:pt x="55" y="11"/>
                    <ns1:pt x="76" y="21"/>
                  </ns1:cubicBezTo>
                  <ns1:cubicBezTo>
                    <ns1:pt x="85" y="26"/>
                    <ns1:pt x="94" y="32"/>
                    <ns1:pt x="102" y="38"/>
                  </ns1:cubicBezTo>
                  <ns1:cubicBezTo>
                    <ns1:pt x="106" y="40"/>
                    <ns1:pt x="106" y="42"/>
                    <ns1:pt x="103" y="45"/>
                  </ns1:cubicBezTo>
                  <ns1:cubicBezTo>
                    <ns1:pt x="95" y="54"/>
                    <ns1:pt x="84" y="56"/>
                    <ns1:pt x="74" y="56"/>
                  </ns1:cubicBezTo>
                  <ns1:cubicBezTo>
                    <ns1:pt x="60" y="57"/>
                    <ns1:pt x="47" y="57"/>
                    <ns1:pt x="34" y="56"/>
                  </ns1:cubicBezTo>
                  <ns1:cubicBezTo>
                    <ns1:pt x="25" y="56"/>
                    <ns1:pt x="18" y="58"/>
                    <ns1:pt x="14" y="68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7" name="Freeform 24"/>
            <ns0:cNvSpPr/>
            <ns0:nvPr/>
          </ns0:nvSpPr>
          <ns0:spPr bwMode="auto">
            <ns1:xfrm>
              <ns1:off x="6832600" y="3327400"/>
              <ns1:ext cx="217488" cy="188913"/>
            </ns1:xfrm>
            <ns1:custGeom>
              <ns1:avLst/>
              <ns1:gdLst>
                <ns1:gd name="T0" fmla="*/ 0 w 58"/>
                <ns1:gd name="T1" fmla="*/ 0 h 50"/>
                <ns1:gd name="T2" fmla="*/ 45 w 58"/>
                <ns1:gd name="T3" fmla="*/ 0 h 50"/>
                <ns1:gd name="T4" fmla="*/ 54 w 58"/>
                <ns1:gd name="T5" fmla="*/ 15 h 50"/>
                <ns1:gd name="T6" fmla="*/ 32 w 58"/>
                <ns1:gd name="T7" fmla="*/ 48 h 50"/>
                <ns1:gd name="T8" fmla="*/ 29 w 58"/>
                <ns1:gd name="T9" fmla="*/ 50 h 50"/>
                <ns1:gd name="T10" fmla="*/ 0 w 58"/>
                <ns1:gd name="T11" fmla="*/ 0 h 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58" h="50">
                  <ns1:moveTo>
                    <ns1:pt x="0" y="0"/>
                  </ns1:moveTo>
                  <ns1:cubicBezTo>
                    <ns1:pt x="15" y="0"/>
                    <ns1:pt x="30" y="0"/>
                    <ns1:pt x="45" y="0"/>
                  </ns1:cubicBezTo>
                  <ns1:cubicBezTo>
                    <ns1:pt x="54" y="1"/>
                    <ns1:pt x="58" y="8"/>
                    <ns1:pt x="54" y="15"/>
                  </ns1:cubicBezTo>
                  <ns1:cubicBezTo>
                    <ns1:pt x="47" y="26"/>
                    <ns1:pt x="40" y="37"/>
                    <ns1:pt x="32" y="48"/>
                  </ns1:cubicBezTo>
                  <ns1:cubicBezTo>
                    <ns1:pt x="32" y="49"/>
                    <ns1:pt x="31" y="49"/>
                    <ns1:pt x="29" y="50"/>
                  </ns1:cubicBezTo>
                  <ns1:cubicBezTo>
                    <ns1:pt x="17" y="35"/>
                    <ns1:pt x="8" y="18"/>
                    <ns1:pt x="0" y="0"/>
                  </ns1:cubicBezTo>
                  <ns1:close/>
                </ns1:path>
              </ns1:pathLst>
            </ns1:custGeom>
            <ns1:solidFill>
              <ns1:srgbClr val="123A85">
                <ns1:alpha val="20000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8" name="Freeform 25"/>
            <ns0:cNvSpPr/>
            <ns0:nvPr/>
          </ns0:nvSpPr>
          <ns0:spPr bwMode="auto">
            <ns1:xfrm>
              <ns1:off x="5794375" y="4275138"/>
              <ns1:ext cx="271463" cy="134938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9" name="Freeform 26"/>
            <ns0:cNvSpPr/>
            <ns0:nvPr/>
          </ns0:nvSpPr>
          <ns0:spPr bwMode="auto">
            <ns1:xfrm>
              <ns1:off x="6673850" y="2201863"/>
              <ns1:ext cx="230188" cy="200025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solidFill>
              <ns1:srgbClr val="A42629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0" name="Freeform 27"/>
            <ns0:cNvSpPr/>
            <ns0:nvPr/>
          </ns0:nvSpPr>
          <ns0:spPr bwMode="auto">
            <ns1:xfrm>
              <ns1:off x="7110413" y="2995613"/>
              <ns1:ext cx="152400" cy="49213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1" name="Freeform 28"/>
            <ns0:cNvSpPr/>
            <ns0:nvPr/>
          </ns0:nvSpPr>
          <ns0:spPr bwMode="auto">
            <ns1:xfrm>
              <ns1:off x="6619875" y="2746375"/>
              <ns1:ext cx="0" cy="3175"/>
            </ns1:xfrm>
            <ns1:custGeom>
              <ns1:avLst/>
              <ns1:gdLst>
                <ns1:gd name="T0" fmla="*/ 0 h 1"/>
                <ns1:gd name="T1" fmla="*/ 1 h 1"/>
                <ns1:gd name="T2" fmla="*/ 1 h 1"/>
                <ns1:gd name="T3" fmla="*/ 0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0"/>
                  </ns1:move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2" name="Freeform 29"/>
            <ns0:cNvSpPr/>
            <ns0:nvPr/>
          </ns0:nvSpPr>
          <ns0:spPr bwMode="auto">
            <ns1:xfrm>
              <ns1:off x="6492875" y="1554163"/>
              <ns1:ext cx="47625" cy="60325"/>
            </ns1:xfrm>
            <ns1:custGeom>
              <ns1:avLst/>
              <ns1:gdLst>
                <ns1:gd name="T0" fmla="*/ 10 w 13"/>
                <ns1:gd name="T1" fmla="*/ 12 h 16"/>
                <ns1:gd name="T2" fmla="*/ 6 w 13"/>
                <ns1:gd name="T3" fmla="*/ 15 h 16"/>
                <ns1:gd name="T4" fmla="*/ 0 w 13"/>
                <ns1:gd name="T5" fmla="*/ 14 h 16"/>
                <ns1:gd name="T6" fmla="*/ 4 w 13"/>
                <ns1:gd name="T7" fmla="*/ 0 h 16"/>
                <ns1:gd name="T8" fmla="*/ 13 w 13"/>
                <ns1:gd name="T9" fmla="*/ 2 h 16"/>
                <ns1:gd name="T10" fmla="*/ 11 w 13"/>
                <ns1:gd name="T11" fmla="*/ 11 h 16"/>
                <ns1:gd name="T12" fmla="*/ 9 w 13"/>
                <ns1:gd name="T13" fmla="*/ 4 h 16"/>
                <ns1:gd name="T14" fmla="*/ 4 w 13"/>
                <ns1:gd name="T15" fmla="*/ 4 h 16"/>
                <ns1:gd name="T16" fmla="*/ 4 w 13"/>
                <ns1:gd name="T17" fmla="*/ 13 h 16"/>
                <ns1:gd name="T18" fmla="*/ 10 w 13"/>
                <ns1:gd name="T19" fmla="*/ 12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3" h="16">
                  <ns1:moveTo>
                    <ns1:pt x="10" y="12"/>
                  </ns1:moveTo>
                  <ns1:cubicBezTo>
                    <ns1:pt x="10" y="15"/>
                    <ns1:pt x="9" y="16"/>
                    <ns1:pt x="6" y="15"/>
                  </ns1:cubicBezTo>
                  <ns1:cubicBezTo>
                    <ns1:pt x="4" y="15"/>
                    <ns1:pt x="2" y="14"/>
                    <ns1:pt x="0" y="14"/>
                  </ns1:cubicBezTo>
                  <ns1:cubicBezTo>
                    <ns1:pt x="2" y="9"/>
                    <ns1:pt x="3" y="5"/>
                    <ns1:pt x="4" y="0"/>
                  </ns1:cubicBezTo>
                  <ns1:cubicBezTo>
                    <ns1:pt x="7" y="0"/>
                    <ns1:pt x="10" y="1"/>
                    <ns1:pt x="13" y="2"/>
                  </ns1:cubicBezTo>
                  <ns1:cubicBezTo>
                    <ns1:pt x="12" y="5"/>
                    <ns1:pt x="12" y="8"/>
                    <ns1:pt x="11" y="11"/>
                  </ns1:cubicBezTo>
                  <ns1:cubicBezTo>
                    <ns1:pt x="10" y="9"/>
                    <ns1:pt x="10" y="6"/>
                    <ns1:pt x="9" y="4"/>
                  </ns1:cubicBezTo>
                  <ns1:cubicBezTo>
                    <ns1:pt x="8" y="4"/>
                    <ns1:pt x="6" y="4"/>
                    <ns1:pt x="4" y="4"/>
                  </ns1:cubicBezTo>
                  <ns1:cubicBezTo>
                    <ns1:pt x="4" y="7"/>
                    <ns1:pt x="4" y="10"/>
                    <ns1:pt x="4" y="13"/>
                  </ns1:cubicBezTo>
                  <ns1:cubicBezTo>
                    <ns1:pt x="7" y="13"/>
                    <ns1:pt x="8" y="12"/>
                    <ns1:pt x="10" y="12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3" name="Freeform 31"/>
            <ns0:cNvSpPr/>
            <ns0:nvPr/>
          </ns0:nvSpPr>
          <ns0:spPr bwMode="auto">
            <ns1:xfrm>
              <ns1:off x="7292975" y="2028825"/>
              <ns1:ext cx="47625" cy="49213"/>
            </ns1:xfrm>
            <ns1:custGeom>
              <ns1:avLst/>
              <ns1:gdLst>
                <ns1:gd name="T0" fmla="*/ 12 w 13"/>
                <ns1:gd name="T1" fmla="*/ 0 h 13"/>
                <ns1:gd name="T2" fmla="*/ 7 w 13"/>
                <ns1:gd name="T3" fmla="*/ 12 h 13"/>
                <ns1:gd name="T4" fmla="*/ 0 w 13"/>
                <ns1:gd name="T5" fmla="*/ 12 h 13"/>
                <ns1:gd name="T6" fmla="*/ 12 w 13"/>
                <ns1:gd name="T7" fmla="*/ 0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3" h="13">
                  <ns1:moveTo>
                    <ns1:pt x="12" y="0"/>
                  </ns1:moveTo>
                  <ns1:cubicBezTo>
                    <ns1:pt x="13" y="4"/>
                    <ns1:pt x="11" y="9"/>
                    <ns1:pt x="7" y="12"/>
                  </ns1:cubicBezTo>
                  <ns1:cubicBezTo>
                    <ns1:pt x="5" y="13"/>
                    <ns1:pt x="3" y="12"/>
                    <ns1:pt x="0" y="12"/>
                  </ns1:cubicBezTo>
                  <ns1:cubicBezTo>
                    <ns1:pt x="5" y="7"/>
                    <ns1:pt x="9" y="4"/>
                    <ns1:pt x="12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4" name="Freeform 32"/>
            <ns0:cNvSpPr/>
            <ns0:nvPr/>
          </ns0:nvSpPr>
          <ns0:spPr bwMode="auto">
            <ns1:xfrm>
              <ns1:off x="7345363" y="1976438"/>
              <ns1:ext cx="49213" cy="41275"/>
            </ns1:xfrm>
            <ns1:custGeom>
              <ns1:avLst/>
              <ns1:gdLst>
                <ns1:gd name="T0" fmla="*/ 0 w 13"/>
                <ns1:gd name="T1" fmla="*/ 11 h 11"/>
                <ns1:gd name="T2" fmla="*/ 10 w 13"/>
                <ns1:gd name="T3" fmla="*/ 0 h 11"/>
                <ns1:gd name="T4" fmla="*/ 13 w 13"/>
                <ns1:gd name="T5" fmla="*/ 3 h 11"/>
                <ns1:gd name="T6" fmla="*/ 1 w 13"/>
                <ns1:gd name="T7" fmla="*/ 11 h 11"/>
                <ns1:gd name="T8" fmla="*/ 0 w 13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1">
                  <ns1:moveTo>
                    <ns1:pt x="0" y="11"/>
                  </ns1:moveTo>
                  <ns1:cubicBezTo>
                    <ns1:pt x="3" y="7"/>
                    <ns1:pt x="6" y="4"/>
                    <ns1:pt x="10" y="0"/>
                  </ns1:cubicBezTo>
                  <ns1:cubicBezTo>
                    <ns1:pt x="11" y="1"/>
                    <ns1:pt x="12" y="2"/>
                    <ns1:pt x="13" y="3"/>
                  </ns1:cubicBezTo>
                  <ns1:cubicBezTo>
                    <ns1:pt x="9" y="6"/>
                    <ns1:pt x="5" y="9"/>
                    <ns1:pt x="1" y="11"/>
                  </ns1:cubicBezTo>
                  <ns1:cubicBezTo>
                    <ns1:pt x="0" y="11"/>
                    <ns1:pt x="0" y="11"/>
                    <ns1:pt x="0" y="1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5" name="Freeform 33"/>
            <ns0:cNvSpPr/>
            <ns0:nvPr/>
          </ns0:nvSpPr>
          <ns0:spPr bwMode="auto">
            <ns1:xfrm>
              <ns1:off x="7273925" y="2085975"/>
              <ns1:ext cx="6350" cy="7938"/>
            </ns1:xfrm>
            <ns1:custGeom>
              <ns1:avLst/>
              <ns1:gdLst>
                <ns1:gd name="T0" fmla="*/ 0 w 2"/>
                <ns1:gd name="T1" fmla="*/ 1 h 2"/>
                <ns1:gd name="T2" fmla="*/ 2 w 2"/>
                <ns1:gd name="T3" fmla="*/ 0 h 2"/>
                <ns1:gd name="T4" fmla="*/ 2 w 2"/>
                <ns1:gd name="T5" fmla="*/ 0 h 2"/>
                <ns1:gd name="T6" fmla="*/ 1 w 2"/>
                <ns1:gd name="T7" fmla="*/ 2 h 2"/>
                <ns1:gd name="T8" fmla="*/ 0 w 2"/>
                <ns1:gd name="T9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2">
                  <ns1:moveTo>
                    <ns1:pt x="0" y="1"/>
                  </ns1:moveTo>
                  <ns1:cubicBezTo>
                    <ns1:pt x="1" y="1"/>
                    <ns1:pt x="1" y="0"/>
                    <ns1:pt x="2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2" y="1"/>
                    <ns1:pt x="1" y="2"/>
                    <ns1:pt x="1" y="2"/>
                  </ns1:cubicBezTo>
                  <ns1:cubicBezTo>
                    <ns1:pt x="1" y="2"/>
                    <ns1:pt x="1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6" name="Freeform 34"/>
            <ns0:cNvSpPr/>
            <ns0:nvPr/>
          </ns0:nvSpPr>
          <ns0:spPr bwMode="auto">
            <ns1:xfrm>
              <ns1:off x="7280275" y="208121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7" name="Freeform 35"/>
            <ns0:cNvSpPr/>
            <ns0:nvPr/>
          </ns0:nvSpPr>
          <ns0:spPr bwMode="auto">
            <ns1:xfrm>
              <ns1:off x="7340600" y="2017713"/>
              <ns1:ext cx="7938" cy="0"/>
            </ns1:xfrm>
            <ns1:custGeom>
              <ns1:avLst/>
              <ns1:gdLst>
                <ns1:gd name="T0" fmla="*/ 2 w 2"/>
                <ns1:gd name="T1" fmla="*/ 0 w 2"/>
                <ns1:gd name="T2" fmla="*/ 1 w 2"/>
                <ns1:gd name="T3" fmla="*/ 2 w 2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</ns1:cxnLst>
              <ns1:rect l="0" t="0" r="r" b="b"/>
              <ns1:pathLst>
                <ns1:path w="2">
                  <ns1:moveTo>
                    <ns1:pt x="2" y="0"/>
                  </ns1:moveTo>
                  <ns1:cubicBezTo>
                    <ns1:pt x="1" y="0"/>
                    <ns1:pt x="1" y="0"/>
                    <ns1:pt x="0" y="0"/>
                  </ns1:cubicBezTo>
                  <ns1:cubicBezTo>
                    <ns1:pt x="1" y="0"/>
                    <ns1:pt x="1" y="0"/>
                    <ns1:pt x="1" y="0"/>
                  </ns1:cubicBezTo>
                  <ns1:cubicBezTo>
                    <ns1:pt x="1" y="0"/>
                    <ns1:pt x="1" y="0"/>
                    <ns1:pt x="2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8" name="Freeform 36"/>
            <ns0:cNvSpPr>
              <ns1:spLocks noEditPoints="1"/>
            </ns0:cNvSpPr>
            <ns0:nvPr/>
          </ns0:nvSpPr>
          <ns0:spPr bwMode="auto">
            <ns1:xfrm>
              <ns1:off x="5854700" y="1519238"/>
              <ns1:ext cx="38100" cy="57150"/>
            </ns1:xfrm>
            <ns1:custGeom>
              <ns1:avLst/>
              <ns1:gdLst>
                <ns1:gd name="T0" fmla="*/ 10 w 10"/>
                <ns1:gd name="T1" fmla="*/ 14 h 15"/>
                <ns1:gd name="T2" fmla="*/ 1 w 10"/>
                <ns1:gd name="T3" fmla="*/ 15 h 15"/>
                <ns1:gd name="T4" fmla="*/ 0 w 10"/>
                <ns1:gd name="T5" fmla="*/ 1 h 15"/>
                <ns1:gd name="T6" fmla="*/ 9 w 10"/>
                <ns1:gd name="T7" fmla="*/ 0 h 15"/>
                <ns1:gd name="T8" fmla="*/ 10 w 10"/>
                <ns1:gd name="T9" fmla="*/ 14 h 15"/>
                <ns1:gd name="T10" fmla="*/ 10 w 10"/>
                <ns1:gd name="T11" fmla="*/ 11 h 15"/>
                <ns1:gd name="T12" fmla="*/ 7 w 10"/>
                <ns1:gd name="T13" fmla="*/ 3 h 15"/>
                <ns1:gd name="T14" fmla="*/ 1 w 10"/>
                <ns1:gd name="T15" fmla="*/ 5 h 15"/>
                <ns1:gd name="T16" fmla="*/ 5 w 10"/>
                <ns1:gd name="T17" fmla="*/ 13 h 15"/>
                <ns1:gd name="T18" fmla="*/ 10 w 10"/>
                <ns1:gd name="T19" fmla="*/ 11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0" h="15">
                  <ns1:moveTo>
                    <ns1:pt x="10" y="14"/>
                  </ns1:moveTo>
                  <ns1:cubicBezTo>
                    <ns1:pt x="7" y="15"/>
                    <ns1:pt x="5" y="15"/>
                    <ns1:pt x="1" y="15"/>
                  </ns1:cubicBezTo>
                  <ns1:cubicBezTo>
                    <ns1:pt x="1" y="10"/>
                    <ns1:pt x="1" y="6"/>
                    <ns1:pt x="0" y="1"/>
                  </ns1:cubicBezTo>
                  <ns1:cubicBezTo>
                    <ns1:pt x="3" y="1"/>
                    <ns1:pt x="6" y="0"/>
                    <ns1:pt x="9" y="0"/>
                  </ns1:cubicBezTo>
                  <ns1:cubicBezTo>
                    <ns1:pt x="10" y="5"/>
                    <ns1:pt x="10" y="9"/>
                    <ns1:pt x="10" y="14"/>
                  </ns1:cubicBezTo>
                  <ns1:close/>
                  <ns1:moveTo>
                    <ns1:pt x="10" y="11"/>
                  </ns1:moveTo>
                  <ns1:cubicBezTo>
                    <ns1:pt x="9" y="8"/>
                    <ns1:pt x="8" y="5"/>
                    <ns1:pt x="7" y="3"/>
                  </ns1:cubicBezTo>
                  <ns1:cubicBezTo>
                    <ns1:pt x="5" y="3"/>
                    <ns1:pt x="3" y="4"/>
                    <ns1:pt x="1" y="5"/>
                  </ns1:cubicBezTo>
                  <ns1:cubicBezTo>
                    <ns1:pt x="3" y="8"/>
                    <ns1:pt x="4" y="10"/>
                    <ns1:pt x="5" y="13"/>
                  </ns1:cubicBezTo>
                  <ns1:cubicBezTo>
                    <ns1:pt x="6" y="12"/>
                    <ns1:pt x="8" y="12"/>
                    <ns1:pt x="10" y="1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9" name="Freeform 37"/>
            <ns0:cNvSpPr/>
            <ns0:nvPr/>
          </ns0:nvSpPr>
          <ns0:spPr bwMode="auto">
            <ns1:xfrm>
              <ns1:off x="5632450" y="16478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0" y="0"/>
                    <ns1:pt x="1" y="0"/>
                  </ns1:cubicBezTo>
                  <ns1:cubicBezTo>
                    <ns1:pt x="1" y="1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0" name="Freeform 38"/>
            <ns0:cNvSpPr/>
            <ns0:nvPr/>
          </ns0:nvSpPr>
          <ns0:spPr bwMode="auto">
            <ns1:xfrm>
              <ns1:off x="5564188" y="1579563"/>
              <ns1:ext cx="3175" cy="4763"/>
            </ns1:xfrm>
            <ns1:custGeom>
              <ns1:avLst/>
              <ns1:gdLst>
                <ns1:gd name="T0" fmla="*/ 1 w 1"/>
                <ns1:gd name="T1" fmla="*/ 1 h 1"/>
                <ns1:gd name="T2" fmla="*/ 0 w 1"/>
                <ns1:gd name="T3" fmla="*/ 1 h 1"/>
                <ns1:gd name="T4" fmla="*/ 0 w 1"/>
                <ns1:gd name="T5" fmla="*/ 0 h 1"/>
                <ns1:gd name="T6" fmla="*/ 1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1" y="1"/>
                  </ns1:moveTo>
                  <ns1:cubicBezTo>
                    <ns1:pt x="1" y="1"/>
                    <ns1:pt x="0" y="1"/>
                    <ns1:pt x="0" y="1"/>
                  </ns1:cubicBezTo>
                  <ns1:cubicBezTo>
                    <ns1:pt x="0" y="1"/>
                    <ns1:pt x="0" y="0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1" name="Freeform 39"/>
            <ns0:cNvSpPr/>
            <ns0:nvPr/>
          </ns0:nvSpPr>
          <ns0:spPr bwMode="auto">
            <ns1:xfrm>
              <ns1:off x="6408738" y="5232400"/>
              <ns1:ext cx="7938" cy="12700"/>
            </ns1:xfrm>
            <ns1:custGeom>
              <ns1:avLst/>
              <ns1:gdLst>
                <ns1:gd name="T0" fmla="*/ 1 w 2"/>
                <ns1:gd name="T1" fmla="*/ 3 h 3"/>
                <ns1:gd name="T2" fmla="*/ 0 w 2"/>
                <ns1:gd name="T3" fmla="*/ 1 h 3"/>
                <ns1:gd name="T4" fmla="*/ 1 w 2"/>
                <ns1:gd name="T5" fmla="*/ 0 h 3"/>
                <ns1:gd name="T6" fmla="*/ 2 w 2"/>
                <ns1:gd name="T7" fmla="*/ 2 h 3"/>
                <ns1:gd name="T8" fmla="*/ 1 w 2"/>
                <ns1:gd name="T9" fmla="*/ 3 h 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3">
                  <ns1:moveTo>
                    <ns1:pt x="1" y="3"/>
                  </ns1:moveTo>
                  <ns1:cubicBezTo>
                    <ns1:pt x="1" y="2"/>
                    <ns1:pt x="1" y="1"/>
                    <ns1:pt x="0" y="1"/>
                  </ns1:cubicBezTo>
                  <ns1:cubicBezTo>
                    <ns1:pt x="1" y="1"/>
                    <ns1:pt x="1" y="0"/>
                    <ns1:pt x="1" y="0"/>
                  </ns1:cubicBezTo>
                  <ns1:cubicBezTo>
                    <ns1:pt x="1" y="1"/>
                    <ns1:pt x="1" y="1"/>
                    <ns1:pt x="2" y="2"/>
                  </ns1:cubicBezTo>
                  <ns1:cubicBezTo>
                    <ns1:pt x="1" y="2"/>
                    <ns1:pt x="1" y="2"/>
                    <ns1:pt x="1" y="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2" name="Freeform 40"/>
            <ns0:cNvSpPr/>
            <ns0:nvPr/>
          </ns0:nvSpPr>
          <ns0:spPr bwMode="auto">
            <ns1:xfrm>
              <ns1:off x="4605338" y="45053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1" y="0"/>
                    <ns1:pt x="1" y="0"/>
                  </ns1:cubicBezTo>
                  <ns1:cubicBezTo>
                    <ns1:pt x="1" y="0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3" name="Freeform 41"/>
            <ns0:cNvSpPr/>
            <ns0:nvPr/>
          </ns0:nvSpPr>
          <ns0:spPr bwMode="auto">
            <ns1:xfrm>
              <ns1:off x="4586288" y="4598988"/>
              <ns1:ext cx="3175" cy="7938"/>
            </ns1:xfrm>
            <ns1:custGeom>
              <ns1:avLst/>
              <ns1:gdLst>
                <ns1:gd name="T0" fmla="*/ 1 w 1"/>
                <ns1:gd name="T1" fmla="*/ 1 h 2"/>
                <ns1:gd name="T2" fmla="*/ 0 w 1"/>
                <ns1:gd name="T3" fmla="*/ 2 h 2"/>
                <ns1:gd name="T4" fmla="*/ 0 w 1"/>
                <ns1:gd name="T5" fmla="*/ 0 h 2"/>
                <ns1:gd name="T6" fmla="*/ 1 w 1"/>
                <ns1:gd name="T7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2">
                  <ns1:moveTo>
                    <ns1:pt x="1" y="1"/>
                  </ns1:moveTo>
                  <ns1:cubicBezTo>
                    <ns1:pt x="1" y="1"/>
                    <ns1:pt x="0" y="2"/>
                    <ns1:pt x="0" y="2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4" name="Freeform 42"/>
            <ns0:cNvSpPr/>
            <ns0:nvPr/>
          </ns0:nvSpPr>
          <ns0:spPr bwMode="auto">
            <ns1:xfrm>
              <ns1:off x="5545138" y="5180013"/>
              <ns1:ext cx="71438" cy="114300"/>
            </ns1:xfrm>
            <ns1:custGeom>
              <ns1:avLst/>
              <ns1:gdLst>
                <ns1:gd name="T0" fmla="*/ 7 w 19"/>
                <ns1:gd name="T1" fmla="*/ 0 h 30"/>
                <ns1:gd name="T2" fmla="*/ 18 w 19"/>
                <ns1:gd name="T3" fmla="*/ 8 h 30"/>
                <ns1:gd name="T4" fmla="*/ 13 w 19"/>
                <ns1:gd name="T5" fmla="*/ 26 h 30"/>
                <ns1:gd name="T6" fmla="*/ 0 w 19"/>
                <ns1:gd name="T7" fmla="*/ 26 h 30"/>
                <ns1:gd name="T8" fmla="*/ 7 w 19"/>
                <ns1:gd name="T9" fmla="*/ 0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9" h="30">
                  <ns1:moveTo>
                    <ns1:pt x="7" y="0"/>
                  </ns1:moveTo>
                  <ns1:cubicBezTo>
                    <ns1:pt x="12" y="2"/>
                    <ns1:pt x="17" y="2"/>
                    <ns1:pt x="18" y="8"/>
                  </ns1:cubicBezTo>
                  <ns1:cubicBezTo>
                    <ns1:pt x="19" y="15"/>
                    <ns1:pt x="18" y="21"/>
                    <ns1:pt x="13" y="26"/>
                  </ns1:cubicBezTo>
                  <ns1:cubicBezTo>
                    <ns1:pt x="9" y="30"/>
                    <ns1:pt x="4" y="28"/>
                    <ns1:pt x="0" y="26"/>
                  </ns1:cubicBezTo>
                  <ns1:cubicBezTo>
                    <ns1:pt x="2" y="17"/>
                    <ns1:pt x="4" y="9"/>
                    <ns1:pt x="7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5" name="Freeform 43"/>
            <ns0:cNvSpPr/>
            <ns0:nvPr/>
          </ns0:nvSpPr>
          <ns0:spPr bwMode="auto">
            <ns1:xfrm>
              <ns1:off x="7915275" y="3289300"/>
              <ns1:ext cx="49213" cy="49213"/>
            </ns1:xfrm>
            <ns1:custGeom>
              <ns1:avLst/>
              <ns1:gdLst>
                <ns1:gd name="T0" fmla="*/ 13 w 13"/>
                <ns1:gd name="T1" fmla="*/ 12 h 13"/>
                <ns1:gd name="T2" fmla="*/ 0 w 13"/>
                <ns1:gd name="T3" fmla="*/ 13 h 13"/>
                <ns1:gd name="T4" fmla="*/ 2 w 13"/>
                <ns1:gd name="T5" fmla="*/ 2 h 13"/>
                <ns1:gd name="T6" fmla="*/ 8 w 13"/>
                <ns1:gd name="T7" fmla="*/ 1 h 13"/>
                <ns1:gd name="T8" fmla="*/ 13 w 13"/>
                <ns1:gd name="T9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3">
                  <ns1:moveTo>
                    <ns1:pt x="13" y="12"/>
                  </ns1:moveTo>
                  <ns1:cubicBezTo>
                    <ns1:pt x="8" y="12"/>
                    <ns1:pt x="4" y="13"/>
                    <ns1:pt x="0" y="13"/>
                  </ns1:cubicBezTo>
                  <ns1:cubicBezTo>
                    <ns1:pt x="0" y="9"/>
                    <ns1:pt x="0" y="5"/>
                    <ns1:pt x="2" y="2"/>
                  </ns1:cubicBezTo>
                  <ns1:cubicBezTo>
                    <ns1:pt x="2" y="1"/>
                    <ns1:pt x="7" y="0"/>
                    <ns1:pt x="8" y="1"/>
                  </ns1:cubicBezTo>
                  <ns1:cubicBezTo>
                    <ns1:pt x="10" y="4"/>
                    <ns1:pt x="11" y="8"/>
                    <ns1:pt x="13" y="12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6" name="Freeform 44"/>
            <ns0:cNvSpPr/>
            <ns0:nvPr/>
          </ns0:nvSpPr>
          <ns0:spPr bwMode="auto">
            <ns1:xfrm>
              <ns1:off x="4432300" y="4262438"/>
              <ns1:ext cx="52388" cy="53975"/>
            </ns1:xfrm>
            <ns1:custGeom>
              <ns1:avLst/>
              <ns1:gdLst>
                <ns1:gd name="T0" fmla="*/ 0 w 14"/>
                <ns1:gd name="T1" fmla="*/ 6 h 14"/>
                <ns1:gd name="T2" fmla="*/ 11 w 14"/>
                <ns1:gd name="T3" fmla="*/ 0 h 14"/>
                <ns1:gd name="T4" fmla="*/ 14 w 14"/>
                <ns1:gd name="T5" fmla="*/ 11 h 14"/>
                <ns1:gd name="T6" fmla="*/ 9 w 14"/>
                <ns1:gd name="T7" fmla="*/ 14 h 14"/>
                <ns1:gd name="T8" fmla="*/ 0 w 14"/>
                <ns1:gd name="T9" fmla="*/ 6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14">
                  <ns1:moveTo>
                    <ns1:pt x="0" y="6"/>
                  </ns1:moveTo>
                  <ns1:cubicBezTo>
                    <ns1:pt x="4" y="3"/>
                    <ns1:pt x="7" y="2"/>
                    <ns1:pt x="11" y="0"/>
                  </ns1:cubicBezTo>
                  <ns1:cubicBezTo>
                    <ns1:pt x="12" y="4"/>
                    <ns1:pt x="14" y="7"/>
                    <ns1:pt x="14" y="11"/>
                  </ns1:cubicBezTo>
                  <ns1:cubicBezTo>
                    <ns1:pt x="14" y="12"/>
                    <ns1:pt x="9" y="14"/>
                    <ns1:pt x="9" y="14"/>
                  </ns1:cubicBezTo>
                  <ns1:cubicBezTo>
                    <ns1:pt x="6" y="12"/>
                    <ns1:pt x="3" y="9"/>
                    <ns1:pt x="0" y="6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7" name="Freeform 45"/>
            <ns0:cNvSpPr/>
            <ns0:nvPr/>
          </ns0:nvSpPr>
          <ns0:spPr bwMode="auto">
            <ns1:xfrm>
              <ns1:off x="6137275" y="5256213"/>
              <ns1:ext cx="46038" cy="49213"/>
            </ns1:xfrm>
            <ns1:custGeom>
              <ns1:avLst/>
              <ns1:gdLst>
                <ns1:gd name="T0" fmla="*/ 0 w 12"/>
                <ns1:gd name="T1" fmla="*/ 13 h 13"/>
                <ns1:gd name="T2" fmla="*/ 0 w 12"/>
                <ns1:gd name="T3" fmla="*/ 0 h 13"/>
                <ns1:gd name="T4" fmla="*/ 11 w 12"/>
                <ns1:gd name="T5" fmla="*/ 2 h 13"/>
                <ns1:gd name="T6" fmla="*/ 11 w 12"/>
                <ns1:gd name="T7" fmla="*/ 8 h 13"/>
                <ns1:gd name="T8" fmla="*/ 0 w 12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3">
                  <ns1:moveTo>
                    <ns1:pt x="0" y="13"/>
                  </ns1:moveTo>
                  <ns1:cubicBezTo>
                    <ns1:pt x="0" y="7"/>
                    <ns1:pt x="0" y="4"/>
                    <ns1:pt x="0" y="0"/>
                  </ns1:cubicBezTo>
                  <ns1:cubicBezTo>
                    <ns1:pt x="4" y="0"/>
                    <ns1:pt x="7" y="1"/>
                    <ns1:pt x="11" y="2"/>
                  </ns1:cubicBezTo>
                  <ns1:cubicBezTo>
                    <ns1:pt x="11" y="2"/>
                    <ns1:pt x="12" y="8"/>
                    <ns1:pt x="11" y="8"/>
                  </ns1:cubicBezTo>
                  <ns1:cubicBezTo>
                    <ns1:pt x="8" y="10"/>
                    <ns1:pt x="4" y="11"/>
                    <ns1:pt x="0" y="1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8" name="Freeform 46"/>
            <ns0:cNvSpPr/>
            <ns0:nvPr/>
          </ns0:nvSpPr>
          <ns0:spPr bwMode="auto">
            <ns1:xfrm>
              <ns1:off x="4454525" y="4384675"/>
              <ns1:ext cx="104775" cy="90488"/>
            </ns1:xfrm>
            <ns1:custGeom>
              <ns1:avLst/>
              <ns1:gdLst>
                <ns1:gd name="T0" fmla="*/ 21 w 28"/>
                <ns1:gd name="T1" fmla="*/ 0 h 24"/>
                <ns1:gd name="T2" fmla="*/ 27 w 28"/>
                <ns1:gd name="T3" fmla="*/ 5 h 24"/>
                <ns1:gd name="T4" fmla="*/ 26 w 28"/>
                <ns1:gd name="T5" fmla="*/ 13 h 24"/>
                <ns1:gd name="T6" fmla="*/ 10 w 28"/>
                <ns1:gd name="T7" fmla="*/ 24 h 24"/>
                <ns1:gd name="T8" fmla="*/ 2 w 28"/>
                <ns1:gd name="T9" fmla="*/ 21 h 24"/>
                <ns1:gd name="T10" fmla="*/ 1 w 28"/>
                <ns1:gd name="T11" fmla="*/ 12 h 24"/>
                <ns1:gd name="T12" fmla="*/ 21 w 28"/>
                <ns1:gd name="T13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" h="24">
                  <ns1:moveTo>
                    <ns1:pt x="21" y="0"/>
                  </ns1:moveTo>
                  <ns1:cubicBezTo>
                    <ns1:pt x="22" y="1"/>
                    <ns1:pt x="26" y="3"/>
                    <ns1:pt x="27" y="5"/>
                  </ns1:cubicBezTo>
                  <ns1:cubicBezTo>
                    <ns1:pt x="28" y="7"/>
                    <ns1:pt x="28" y="11"/>
                    <ns1:pt x="26" y="13"/>
                  </ns1:cubicBezTo>
                  <ns1:cubicBezTo>
                    <ns1:pt x="23" y="19"/>
                    <ns1:pt x="16" y="23"/>
                    <ns1:pt x="10" y="24"/>
                  </ns1:cubicBezTo>
                  <ns1:cubicBezTo>
                    <ns1:pt x="7" y="24"/>
                    <ns1:pt x="3" y="23"/>
                    <ns1:pt x="2" y="21"/>
                  </ns1:cubicBezTo>
                  <ns1:cubicBezTo>
                    <ns1:pt x="1" y="19"/>
                    <ns1:pt x="0" y="14"/>
                    <ns1:pt x="1" y="12"/>
                  </ns1:cubicBezTo>
                  <ns1:cubicBezTo>
                    <ns1:pt x="5" y="5"/>
                    <ns1:pt x="12" y="2"/>
                    <ns1:pt x="21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9" name="Freeform 47"/>
            <ns0:cNvSpPr/>
            <ns0:nvPr/>
          </ns0:nvSpPr>
          <ns0:spPr bwMode="auto">
            <ns1:xfrm>
              <ns1:off x="4167188" y="3417888"/>
              <ns1:ext cx="109538" cy="79375"/>
            </ns1:xfrm>
            <ns1:custGeom>
              <ns1:avLst/>
              <ns1:gdLst>
                <ns1:gd name="T0" fmla="*/ 14 w 29"/>
                <ns1:gd name="T1" fmla="*/ 0 h 21"/>
                <ns1:gd name="T2" fmla="*/ 24 w 29"/>
                <ns1:gd name="T3" fmla="*/ 3 h 21"/>
                <ns1:gd name="T4" fmla="*/ 29 w 29"/>
                <ns1:gd name="T5" fmla="*/ 10 h 21"/>
                <ns1:gd name="T6" fmla="*/ 24 w 29"/>
                <ns1:gd name="T7" fmla="*/ 17 h 21"/>
                <ns1:gd name="T8" fmla="*/ 4 w 29"/>
                <ns1:gd name="T9" fmla="*/ 18 h 21"/>
                <ns1:gd name="T10" fmla="*/ 0 w 29"/>
                <ns1:gd name="T11" fmla="*/ 11 h 21"/>
                <ns1:gd name="T12" fmla="*/ 4 w 29"/>
                <ns1:gd name="T13" fmla="*/ 3 h 21"/>
                <ns1:gd name="T14" fmla="*/ 14 w 29"/>
                <ns1:gd name="T15" fmla="*/ 0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9" h="21">
                  <ns1:moveTo>
                    <ns1:pt x="14" y="0"/>
                  </ns1:moveTo>
                  <ns1:cubicBezTo>
                    <ns1:pt x="18" y="1"/>
                    <ns1:pt x="22" y="1"/>
                    <ns1:pt x="24" y="3"/>
                  </ns1:cubicBezTo>
                  <ns1:cubicBezTo>
                    <ns1:pt x="26" y="4"/>
                    <ns1:pt x="29" y="8"/>
                    <ns1:pt x="29" y="10"/>
                  </ns1:cubicBezTo>
                  <ns1:cubicBezTo>
                    <ns1:pt x="29" y="13"/>
                    <ns1:pt x="27" y="16"/>
                    <ns1:pt x="24" y="17"/>
                  </ns1:cubicBezTo>
                  <ns1:cubicBezTo>
                    <ns1:pt x="18" y="21"/>
                    <ns1:pt x="11" y="21"/>
                    <ns1:pt x="4" y="18"/>
                  </ns1:cubicBezTo>
                  <ns1:cubicBezTo>
                    <ns1:pt x="2" y="17"/>
                    <ns1:pt x="0" y="13"/>
                    <ns1:pt x="0" y="11"/>
                  </ns1:cubicBezTo>
                  <ns1:cubicBezTo>
                    <ns1:pt x="0" y="8"/>
                    <ns1:pt x="2" y="4"/>
                    <ns1:pt x="4" y="3"/>
                  </ns1:cubicBezTo>
                  <ns1:cubicBezTo>
                    <ns1:pt x="7" y="1"/>
                    <ns1:pt x="11" y="1"/>
                    <ns1:pt x="14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0" name="Freeform 48"/>
            <ns0:cNvSpPr/>
            <ns0:nvPr/>
          </ns0:nvSpPr>
          <ns0:spPr bwMode="auto">
            <ns1:xfrm>
              <ns1:off x="4194175" y="3735388"/>
              <ns1:ext cx="115888" cy="74613"/>
            </ns1:xfrm>
            <ns1:custGeom>
              <ns1:avLst/>
              <ns1:gdLst>
                <ns1:gd name="T0" fmla="*/ 11 w 31"/>
                <ns1:gd name="T1" fmla="*/ 20 h 20"/>
                <ns1:gd name="T2" fmla="*/ 0 w 31"/>
                <ns1:gd name="T3" fmla="*/ 12 h 20"/>
                <ns1:gd name="T4" fmla="*/ 8 w 31"/>
                <ns1:gd name="T5" fmla="*/ 2 h 20"/>
                <ns1:gd name="T6" fmla="*/ 24 w 31"/>
                <ns1:gd name="T7" fmla="*/ 1 h 20"/>
                <ns1:gd name="T8" fmla="*/ 30 w 31"/>
                <ns1:gd name="T9" fmla="*/ 7 h 20"/>
                <ns1:gd name="T10" fmla="*/ 26 w 31"/>
                <ns1:gd name="T11" fmla="*/ 16 h 20"/>
                <ns1:gd name="T12" fmla="*/ 11 w 31"/>
                <ns1:gd name="T13" fmla="*/ 2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1" h="20">
                  <ns1:moveTo>
                    <ns1:pt x="11" y="20"/>
                  </ns1:moveTo>
                  <ns1:cubicBezTo>
                    <ns1:pt x="5" y="20"/>
                    <ns1:pt x="1" y="17"/>
                    <ns1:pt x="0" y="12"/>
                  </ns1:cubicBezTo>
                  <ns1:cubicBezTo>
                    <ns1:pt x="0" y="8"/>
                    <ns1:pt x="2" y="4"/>
                    <ns1:pt x="8" y="2"/>
                  </ns1:cubicBezTo>
                  <ns1:cubicBezTo>
                    <ns1:pt x="13" y="1"/>
                    <ns1:pt x="18" y="0"/>
                    <ns1:pt x="24" y="1"/>
                  </ns1:cubicBezTo>
                  <ns1:cubicBezTo>
                    <ns1:pt x="26" y="1"/>
                    <ns1:pt x="28" y="5"/>
                    <ns1:pt x="30" y="7"/>
                  </ns1:cubicBezTo>
                  <ns1:cubicBezTo>
                    <ns1:pt x="31" y="11"/>
                    <ns1:pt x="29" y="14"/>
                    <ns1:pt x="26" y="16"/>
                  </ns1:cubicBezTo>
                  <ns1:cubicBezTo>
                    <ns1:pt x="21" y="18"/>
                    <ns1:pt x="16" y="19"/>
                    <ns1:pt x="11" y="2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1" name="Freeform 49"/>
            <ns0:cNvSpPr/>
            <ns0:nvPr/>
          </ns0:nvSpPr>
          <ns0:spPr bwMode="auto">
            <ns1:xfrm>
              <ns1:off x="6262688" y="5240338"/>
              <ns1:ext cx="77788" cy="114300"/>
            </ns1:xfrm>
            <ns1:custGeom>
              <ns1:avLst/>
              <ns1:gdLst>
                <ns1:gd name="T0" fmla="*/ 0 w 21"/>
                <ns1:gd name="T1" fmla="*/ 13 h 30"/>
                <ns1:gd name="T2" fmla="*/ 2 w 21"/>
                <ns1:gd name="T3" fmla="*/ 5 h 30"/>
                <ns1:gd name="T4" fmla="*/ 9 w 21"/>
                <ns1:gd name="T5" fmla="*/ 0 h 30"/>
                <ns1:gd name="T6" fmla="*/ 16 w 21"/>
                <ns1:gd name="T7" fmla="*/ 4 h 30"/>
                <ns1:gd name="T8" fmla="*/ 19 w 21"/>
                <ns1:gd name="T9" fmla="*/ 25 h 30"/>
                <ns1:gd name="T10" fmla="*/ 12 w 21"/>
                <ns1:gd name="T11" fmla="*/ 30 h 30"/>
                <ns1:gd name="T12" fmla="*/ 4 w 21"/>
                <ns1:gd name="T13" fmla="*/ 26 h 30"/>
                <ns1:gd name="T14" fmla="*/ 0 w 21"/>
                <ns1:gd name="T15" fmla="*/ 13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1" h="30">
                  <ns1:moveTo>
                    <ns1:pt x="0" y="13"/>
                  </ns1:moveTo>
                  <ns1:cubicBezTo>
                    <ns1:pt x="1" y="10"/>
                    <ns1:pt x="1" y="7"/>
                    <ns1:pt x="2" y="5"/>
                  </ns1:cubicBezTo>
                  <ns1:cubicBezTo>
                    <ns1:pt x="4" y="3"/>
                    <ns1:pt x="6" y="1"/>
                    <ns1:pt x="9" y="0"/>
                  </ns1:cubicBezTo>
                  <ns1:cubicBezTo>
                    <ns1:pt x="11" y="0"/>
                    <ns1:pt x="15" y="2"/>
                    <ns1:pt x="16" y="4"/>
                  </ns1:cubicBezTo>
                  <ns1:cubicBezTo>
                    <ns1:pt x="20" y="10"/>
                    <ns1:pt x="21" y="18"/>
                    <ns1:pt x="19" y="25"/>
                  </ns1:cubicBezTo>
                  <ns1:cubicBezTo>
                    <ns1:pt x="18" y="27"/>
                    <ns1:pt x="14" y="29"/>
                    <ns1:pt x="12" y="30"/>
                  </ns1:cubicBezTo>
                  <ns1:cubicBezTo>
                    <ns1:pt x="9" y="30"/>
                    <ns1:pt x="5" y="28"/>
                    <ns1:pt x="4" y="26"/>
                  </ns1:cubicBezTo>
                  <ns1:cubicBezTo>
                    <ns1:pt x="2" y="22"/>
                    <ns1:pt x="1" y="17"/>
                    <ns1:pt x="0" y="13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2" name="Freeform 50"/>
            <ns0:cNvSpPr/>
            <ns0:nvPr/>
          </ns0:nvSpPr>
          <ns0:spPr bwMode="auto">
            <ns1:xfrm>
              <ns1:off x="4167188" y="3270250"/>
              <ns1:ext cx="112713" cy="68263"/>
            </ns1:xfrm>
            <ns1:custGeom>
              <ns1:avLst/>
              <ns1:gdLst>
                <ns1:gd name="T0" fmla="*/ 16 w 30"/>
                <ns1:gd name="T1" fmla="*/ 18 h 18"/>
                <ns1:gd name="T2" fmla="*/ 6 w 30"/>
                <ns1:gd name="T3" fmla="*/ 16 h 18"/>
                <ns1:gd name="T4" fmla="*/ 0 w 30"/>
                <ns1:gd name="T5" fmla="*/ 8 h 18"/>
                <ns1:gd name="T6" fmla="*/ 7 w 30"/>
                <ns1:gd name="T7" fmla="*/ 0 h 18"/>
                <ns1:gd name="T8" fmla="*/ 23 w 30"/>
                <ns1:gd name="T9" fmla="*/ 1 h 18"/>
                <ns1:gd name="T10" fmla="*/ 30 w 30"/>
                <ns1:gd name="T11" fmla="*/ 10 h 18"/>
                <ns1:gd name="T12" fmla="*/ 23 w 30"/>
                <ns1:gd name="T13" fmla="*/ 17 h 18"/>
                <ns1:gd name="T14" fmla="*/ 16 w 30"/>
                <ns1:gd name="T15" fmla="*/ 18 h 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0" h="18">
                  <ns1:moveTo>
                    <ns1:pt x="16" y="18"/>
                  </ns1:moveTo>
                  <ns1:cubicBezTo>
                    <ns1:pt x="13" y="18"/>
                    <ns1:pt x="9" y="17"/>
                    <ns1:pt x="6" y="16"/>
                  </ns1:cubicBezTo>
                  <ns1:cubicBezTo>
                    <ns1:pt x="2" y="15"/>
                    <ns1:pt x="0" y="12"/>
                    <ns1:pt x="0" y="8"/>
                  </ns1:cubicBezTo>
                  <ns1:cubicBezTo>
                    <ns1:pt x="1" y="4"/>
                    <ns1:pt x="3" y="0"/>
                    <ns1:pt x="7" y="0"/>
                  </ns1:cubicBezTo>
                  <ns1:cubicBezTo>
                    <ns1:pt x="12" y="0"/>
                    <ns1:pt x="18" y="0"/>
                    <ns1:pt x="23" y="1"/>
                  </ns1:cubicBezTo>
                  <ns1:cubicBezTo>
                    <ns1:pt x="28" y="2"/>
                    <ns1:pt x="30" y="5"/>
                    <ns1:pt x="30" y="10"/>
                  </ns1:cubicBezTo>
                  <ns1:cubicBezTo>
                    <ns1:pt x="30" y="14"/>
                    <ns1:pt x="27" y="17"/>
                    <ns1:pt x="23" y="17"/>
                  </ns1:cubicBezTo>
                  <ns1:cubicBezTo>
                    <ns1:pt x="21" y="18"/>
                    <ns1:pt x="19" y="18"/>
                    <ns1:pt x="16" y="18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3" name="Freeform 51"/>
            <ns0:cNvSpPr/>
            <ns0:nvPr/>
          </ns0:nvSpPr>
          <ns0:spPr bwMode="auto">
            <ns1:xfrm>
              <ns1:off x="7416800" y="2047875"/>
              <ns1:ext cx="71438" cy="71438"/>
            </ns1:xfrm>
            <ns1:custGeom>
              <ns1:avLst/>
              <ns1:gdLst>
                <ns1:gd name="T0" fmla="*/ 0 w 19"/>
                <ns1:gd name="T1" fmla="*/ 4 h 19"/>
                <ns1:gd name="T2" fmla="*/ 4 w 19"/>
                <ns1:gd name="T3" fmla="*/ 0 h 19"/>
                <ns1:gd name="T4" fmla="*/ 19 w 19"/>
                <ns1:gd name="T5" fmla="*/ 16 h 19"/>
                <ns1:gd name="T6" fmla="*/ 16 w 19"/>
                <ns1:gd name="T7" fmla="*/ 19 h 19"/>
                <ns1:gd name="T8" fmla="*/ 2 w 19"/>
                <ns1:gd name="T9" fmla="*/ 3 h 19"/>
                <ns1:gd name="T10" fmla="*/ 0 w 19"/>
                <ns1:gd name="T11" fmla="*/ 4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9" h="19">
                  <ns1:moveTo>
                    <ns1:pt x="0" y="4"/>
                  </ns1:moveTo>
                  <ns1:cubicBezTo>
                    <ns1:pt x="2" y="3"/>
                    <ns1:pt x="3" y="2"/>
                    <ns1:pt x="4" y="0"/>
                  </ns1:cubicBezTo>
                  <ns1:cubicBezTo>
                    <ns1:pt x="9" y="6"/>
                    <ns1:pt x="14" y="11"/>
                    <ns1:pt x="19" y="16"/>
                  </ns1:cubicBezTo>
                  <ns1:cubicBezTo>
                    <ns1:pt x="18" y="17"/>
                    <ns1:pt x="17" y="18"/>
                    <ns1:pt x="16" y="19"/>
                  </ns1:cubicBezTo>
                  <ns1:cubicBezTo>
                    <ns1:pt x="11" y="14"/>
                    <ns1:pt x="6" y="9"/>
                    <ns1:pt x="2" y="3"/>
                  </ns1:cubicBezTo>
                  <ns1:cubicBezTo>
                    <ns1:pt x="1" y="4"/>
                    <ns1:pt x="1" y="4"/>
                    <ns1:pt x="0" y="4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4" name="Freeform 52"/>
            <ns0:cNvSpPr/>
            <ns0:nvPr/>
          </ns0:nvSpPr>
          <ns0:spPr bwMode="auto">
            <ns1:xfrm>
              <ns1:off x="4306888" y="4056063"/>
              <ns1:ext cx="68263" cy="41275"/>
            </ns1:xfrm>
            <ns1:custGeom>
              <ns1:avLst/>
              <ns1:gdLst>
                <ns1:gd name="T0" fmla="*/ 0 w 18"/>
                <ns1:gd name="T1" fmla="*/ 1 h 11"/>
                <ns1:gd name="T2" fmla="*/ 17 w 18"/>
                <ns1:gd name="T3" fmla="*/ 0 h 11"/>
                <ns1:gd name="T4" fmla="*/ 18 w 18"/>
                <ns1:gd name="T5" fmla="*/ 1 h 11"/>
                <ns1:gd name="T6" fmla="*/ 4 w 18"/>
                <ns1:gd name="T7" fmla="*/ 11 h 11"/>
                <ns1:gd name="T8" fmla="*/ 0 w 18"/>
                <ns1:gd name="T9" fmla="*/ 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8" h="11">
                  <ns1:moveTo>
                    <ns1:pt x="0" y="1"/>
                  </ns1:moveTo>
                  <ns1:cubicBezTo>
                    <ns1:pt x="6" y="1"/>
                    <ns1:pt x="12" y="0"/>
                    <ns1:pt x="17" y="0"/>
                  </ns1:cubicBezTo>
                  <ns1:cubicBezTo>
                    <ns1:pt x="17" y="0"/>
                    <ns1:pt x="17" y="1"/>
                    <ns1:pt x="18" y="1"/>
                  </ns1:cubicBezTo>
                  <ns1:cubicBezTo>
                    <ns1:pt x="13" y="4"/>
                    <ns1:pt x="9" y="8"/>
                    <ns1:pt x="4" y="11"/>
                  </ns1:cubicBezTo>
                  <ns1:cubicBezTo>
                    <ns1:pt x="2" y="8"/>
                    <ns1:pt x="1" y="5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5" name="Freeform 53"/>
            <ns0:cNvSpPr/>
            <ns0:nvPr/>
          </ns0:nvSpPr>
          <ns0:spPr bwMode="auto">
            <ns1:xfrm>
              <ns1:off x="4657725" y="4645025"/>
              <ns1:ext cx="60325" cy="52388"/>
            </ns1:xfrm>
            <ns1:custGeom>
              <ns1:avLst/>
              <ns1:gdLst>
                <ns1:gd name="T0" fmla="*/ 16 w 16"/>
                <ns1:gd name="T1" fmla="*/ 0 h 14"/>
                <ns1:gd name="T2" fmla="*/ 7 w 16"/>
                <ns1:gd name="T3" fmla="*/ 14 h 14"/>
                <ns1:gd name="T4" fmla="*/ 0 w 16"/>
                <ns1:gd name="T5" fmla="*/ 6 h 14"/>
                <ns1:gd name="T6" fmla="*/ 16 w 16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6" h="14">
                  <ns1:moveTo>
                    <ns1:pt x="16" y="0"/>
                  </ns1:moveTo>
                  <ns1:cubicBezTo>
                    <ns1:pt x="13" y="4"/>
                    <ns1:pt x="10" y="9"/>
                    <ns1:pt x="7" y="14"/>
                  </ns1:cubicBezTo>
                  <ns1:cubicBezTo>
                    <ns1:pt x="5" y="11"/>
                    <ns1:pt x="3" y="9"/>
                    <ns1:pt x="0" y="6"/>
                  </ns1:cubicBezTo>
                  <ns1:cubicBezTo>
                    <ns1:pt x="6" y="4"/>
                    <ns1:pt x="11" y="2"/>
                    <ns1:pt x="16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6" name="Freeform 54"/>
            <ns0:cNvSpPr/>
            <ns0:nvPr/>
          </ns0:nvSpPr>
          <ns0:spPr bwMode="auto">
            <ns1:xfrm>
              <ns1:off x="4718050" y="464026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  <ns1:gd name="T4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1"/>
                    <ns1:pt x="0" y="1"/>
                    <ns1:pt x="0" y="0"/>
                  </ns1:cubicBezTo>
                  <ns1:cubicBezTo>
                    <ns1:pt x="0" y="0"/>
                    <ns1:pt x="0" y="0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7" name="Freeform 55"/>
            <ns0:cNvSpPr/>
            <ns0:nvPr/>
          </ns0:nvSpPr>
          <ns0:spPr bwMode="auto">
            <ns1:xfrm>
              <ns1:off x="7669213" y="4357688"/>
              <ns1:ext cx="68263" cy="52388"/>
            </ns1:xfrm>
            <ns1:custGeom>
              <ns1:avLst/>
              <ns1:gdLst>
                <ns1:gd name="T0" fmla="*/ 0 w 18"/>
                <ns1:gd name="T1" fmla="*/ 0 h 14"/>
                <ns1:gd name="T2" fmla="*/ 18 w 18"/>
                <ns1:gd name="T3" fmla="*/ 5 h 14"/>
                <ns1:gd name="T4" fmla="*/ 13 w 18"/>
                <ns1:gd name="T5" fmla="*/ 14 h 14"/>
                <ns1:gd name="T6" fmla="*/ 0 w 18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8" h="14">
                  <ns1:moveTo>
                    <ns1:pt x="0" y="0"/>
                  </ns1:moveTo>
                  <ns1:cubicBezTo>
                    <ns1:pt x="7" y="2"/>
                    <ns1:pt x="12" y="4"/>
                    <ns1:pt x="18" y="5"/>
                  </ns1:cubicBezTo>
                  <ns1:cubicBezTo>
                    <ns1:pt x="16" y="8"/>
                    <ns1:pt x="15" y="11"/>
                    <ns1:pt x="13" y="14"/>
                  </ns1:cubicBezTo>
                  <ns1:cubicBezTo>
                    <ns1:pt x="9" y="10"/>
                    <ns1:pt x="5" y="6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8" name="Freeform 56"/>
            <ns0:cNvSpPr/>
            <ns0:nvPr/>
          </ns0:nvSpPr>
          <ns0:spPr bwMode="auto">
            <ns1:xfrm>
              <ns1:off x="6583363" y="5199063"/>
              <ns1:ext cx="36513" cy="63500"/>
            </ns1:xfrm>
            <ns1:custGeom>
              <ns1:avLst/>
              <ns1:gdLst>
                <ns1:gd name="T0" fmla="*/ 0 w 10"/>
                <ns1:gd name="T1" fmla="*/ 17 h 17"/>
                <ns1:gd name="T2" fmla="*/ 0 w 10"/>
                <ns1:gd name="T3" fmla="*/ 1 h 17"/>
                <ns1:gd name="T4" fmla="*/ 1 w 10"/>
                <ns1:gd name="T5" fmla="*/ 0 h 17"/>
                <ns1:gd name="T6" fmla="*/ 10 w 10"/>
                <ns1:gd name="T7" fmla="*/ 14 h 17"/>
                <ns1:gd name="T8" fmla="*/ 0 w 10"/>
                <ns1:gd name="T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7">
                  <ns1:moveTo>
                    <ns1:pt x="0" y="17"/>
                  </ns1:moveTo>
                  <ns1:cubicBezTo>
                    <ns1:pt x="0" y="11"/>
                    <ns1:pt x="0" y="6"/>
                    <ns1:pt x="0" y="1"/>
                  </ns1:cubicBezTo>
                  <ns1:cubicBezTo>
                    <ns1:pt x="0" y="0"/>
                    <ns1:pt x="1" y="0"/>
                    <ns1:pt x="1" y="0"/>
                  </ns1:cubicBezTo>
                  <ns1:cubicBezTo>
                    <ns1:pt x="4" y="5"/>
                    <ns1:pt x="7" y="9"/>
                    <ns1:pt x="10" y="14"/>
                  </ns1:cubicBezTo>
                  <ns1:cubicBezTo>
                    <ns1:pt x="6" y="15"/>
                    <ns1:pt x="3" y="16"/>
                    <ns1:pt x="0" y="17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9" name="Freeform 57"/>
            <ns0:cNvSpPr/>
            <ns0:nvPr/>
          </ns0:nvSpPr>
          <ns0:spPr bwMode="auto">
            <ns1:xfrm>
              <ns1:off x="5753100" y="5240338"/>
              <ns1:ext cx="36513" cy="60325"/>
            </ns1:xfrm>
            <ns1:custGeom>
              <ns1:avLst/>
              <ns1:gdLst>
                <ns1:gd name="T0" fmla="*/ 8 w 10"/>
                <ns1:gd name="T1" fmla="*/ 0 h 16"/>
                <ns1:gd name="T2" fmla="*/ 10 w 10"/>
                <ns1:gd name="T3" fmla="*/ 16 h 16"/>
                <ns1:gd name="T4" fmla="*/ 0 w 10"/>
                <ns1:gd name="T5" fmla="*/ 15 h 16"/>
                <ns1:gd name="T6" fmla="*/ 7 w 10"/>
                <ns1:gd name="T7" fmla="*/ 0 h 16"/>
                <ns1:gd name="T8" fmla="*/ 8 w 10"/>
                <ns1:gd name="T9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6">
                  <ns1:moveTo>
                    <ns1:pt x="8" y="0"/>
                  </ns1:moveTo>
                  <ns1:cubicBezTo>
                    <ns1:pt x="9" y="5"/>
                    <ns1:pt x="9" y="10"/>
                    <ns1:pt x="10" y="16"/>
                  </ns1:cubicBezTo>
                  <ns1:cubicBezTo>
                    <ns1:pt x="6" y="16"/>
                    <ns1:pt x="3" y="15"/>
                    <ns1:pt x="0" y="15"/>
                  </ns1:cubicBezTo>
                  <ns1:cubicBezTo>
                    <ns1:pt x="2" y="9"/>
                    <ns1:pt x="5" y="4"/>
                    <ns1:pt x="7" y="0"/>
                  </ns1:cubicBezTo>
                  <ns1:cubicBezTo>
                    <ns1:pt x="8" y="0"/>
                    <ns1:pt x="8" y="0"/>
                    <ns1:pt x="8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0" name="Freeform 58"/>
            <ns0:cNvSpPr/>
            <ns0:nvPr/>
          </ns0:nvSpPr>
          <ns0:spPr bwMode="auto">
            <ns1:xfrm>
              <ns1:off x="5280025" y="5097463"/>
              <ns1:ext cx="46038" cy="63500"/>
            </ns1:xfrm>
            <ns1:custGeom>
              <ns1:avLst/>
              <ns1:gdLst>
                <ns1:gd name="T0" fmla="*/ 12 w 12"/>
                <ns1:gd name="T1" fmla="*/ 0 h 17"/>
                <ns1:gd name="T2" fmla="*/ 10 w 12"/>
                <ns1:gd name="T3" fmla="*/ 17 h 17"/>
                <ns1:gd name="T4" fmla="*/ 0 w 12"/>
                <ns1:gd name="T5" fmla="*/ 12 h 17"/>
                <ns1:gd name="T6" fmla="*/ 11 w 12"/>
                <ns1:gd name="T7" fmla="*/ 0 h 17"/>
                <ns1:gd name="T8" fmla="*/ 12 w 12"/>
                <ns1:gd name="T9" fmla="*/ 0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7">
                  <ns1:moveTo>
                    <ns1:pt x="12" y="0"/>
                  </ns1:moveTo>
                  <ns1:cubicBezTo>
                    <ns1:pt x="12" y="6"/>
                    <ns1:pt x="11" y="11"/>
                    <ns1:pt x="10" y="17"/>
                  </ns1:cubicBezTo>
                  <ns1:cubicBezTo>
                    <ns1:pt x="6" y="15"/>
                    <ns1:pt x="4" y="14"/>
                    <ns1:pt x="0" y="12"/>
                  </ns1:cubicBezTo>
                  <ns1:cubicBezTo>
                    <ns1:pt x="4" y="8"/>
                    <ns1:pt x="8" y="4"/>
                    <ns1:pt x="11" y="0"/>
                  </ns1:cubicBezTo>
                  <ns1:cubicBezTo>
                    <ns1:pt x="12" y="0"/>
                    <ns1:pt x="12" y="0"/>
                    <ns1:pt x="12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1" name="Freeform 59"/>
            <ns0:cNvSpPr/>
            <ns0:nvPr/>
          </ns0:nvSpPr>
          <ns0:spPr bwMode="auto">
            <ns1:xfrm>
              <ns1:off x="6635750" y="1571625"/>
              <ns1:ext cx="11113" cy="0"/>
            </ns1:xfrm>
            <ns1:custGeom>
              <ns1:avLst/>
              <ns1:gdLst>
                <ns1:gd name="T0" fmla="*/ 0 w 3"/>
                <ns1:gd name="T1" fmla="*/ 3 w 3"/>
                <ns1:gd name="T2" fmla="*/ 0 w 3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</ns1:cxnLst>
              <ns1:rect l="0" t="0" r="r" b="b"/>
              <ns1:pathLst>
                <ns1:path w="3">
                  <ns1:moveTo>
                    <ns1:pt x="0" y="0"/>
                  </ns1:moveTo>
                  <ns1:cubicBezTo>
                    <ns1:pt x="1" y="0"/>
                    <ns1:pt x="2" y="0"/>
                    <ns1:pt x="3" y="0"/>
                  </ns1:cubicBezTo>
                  <ns1:cubicBezTo>
                    <ns1:pt x="2" y="0"/>
                    <ns1:pt x="1" y="0"/>
                    <ns1:pt x="0" y="0"/>
                  </ns1:cubicBezTo>
                  <ns1:close/>
                </ns1:path>
              </ns1:pathLst>
            </ns1:custGeom>
            <ns1:solidFill>
              <ns1:srgbClr val="123A85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</ns0:grpSp>
      <ns0:grpSp>
        <ns0:nvGrpSpPr>
          <ns0:cNvPr id="224" name="组合 223"/>
          <ns0:cNvGrpSpPr/>
          <ns0:nvPr userDrawn="1"/>
        </ns0:nvGrpSpPr>
        <ns0:grpSpPr>
          <ns1:xfrm>
            <ns1:off x="227558" y="1852245"/>
            <ns1:ext cx="1785600" cy="1785600"/>
            <ns1:chOff x="4038600" y="2259880"/>
            <ns1:chExt cx="2647060" cy="2669747"/>
          </ns1:xfrm>
          <ns1:solidFill>
            <ns1:srgbClr val="123A85"/>
          </ns1:solidFill>
        </ns0:grpSpPr>
        <ns0:sp>
          <ns0:nvSpPr>
            <ns0:cNvPr id="225" name="Freeform 105"/>
            <ns0:cNvSpPr>
              <ns1:spLocks noEditPoints="1"/>
            </ns0:cNvSpPr>
            <ns0:nvPr userDrawn="1"/>
          </ns0:nvSpPr>
          <ns0:spPr bwMode="auto">
            <ns1:xfrm>
              <ns1:off x="4038600" y="2259880"/>
              <ns1:ext cx="2647060" cy="2669747"/>
            </ns1:xfrm>
            <ns1:custGeom>
              <ns1:avLst/>
              <ns1:gdLst>
                <ns1:gd name="T0" fmla="*/ 142 w 283"/>
                <ns1:gd name="T1" fmla="*/ 0 h 283"/>
                <ns1:gd name="T2" fmla="*/ 283 w 283"/>
                <ns1:gd name="T3" fmla="*/ 142 h 283"/>
                <ns1:gd name="T4" fmla="*/ 142 w 283"/>
                <ns1:gd name="T5" fmla="*/ 283 h 283"/>
                <ns1:gd name="T6" fmla="*/ 0 w 283"/>
                <ns1:gd name="T7" fmla="*/ 142 h 283"/>
                <ns1:gd name="T8" fmla="*/ 142 w 283"/>
                <ns1:gd name="T9" fmla="*/ 0 h 283"/>
                <ns1:gd name="T10" fmla="*/ 142 w 283"/>
                <ns1:gd name="T11" fmla="*/ 6 h 283"/>
                <ns1:gd name="T12" fmla="*/ 6 w 283"/>
                <ns1:gd name="T13" fmla="*/ 142 h 283"/>
                <ns1:gd name="T14" fmla="*/ 142 w 283"/>
                <ns1:gd name="T15" fmla="*/ 277 h 283"/>
                <ns1:gd name="T16" fmla="*/ 278 w 283"/>
                <ns1:gd name="T17" fmla="*/ 142 h 283"/>
                <ns1:gd name="T18" fmla="*/ 142 w 283"/>
                <ns1:gd name="T19" fmla="*/ 6 h 28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83" h="283">
                  <ns1:moveTo>
                    <ns1:pt x="142" y="0"/>
                  </ns1:moveTo>
                  <ns1:cubicBezTo>
                    <ns1:pt x="220" y="0"/>
                    <ns1:pt x="283" y="64"/>
                    <ns1:pt x="283" y="142"/>
                  </ns1:cubicBezTo>
                  <ns1:cubicBezTo>
                    <ns1:pt x="283" y="219"/>
                    <ns1:pt x="220" y="283"/>
                    <ns1:pt x="142" y="283"/>
                  </ns1:cubicBezTo>
                  <ns1:cubicBezTo>
                    <ns1:pt x="64" y="283"/>
                    <ns1:pt x="0" y="219"/>
                    <ns1:pt x="0" y="142"/>
                  </ns1:cubicBezTo>
                  <ns1:cubicBezTo>
                    <ns1:pt x="0" y="64"/>
                    <ns1:pt x="64" y="0"/>
                    <ns1:pt x="142" y="0"/>
                  </ns1:cubicBezTo>
                  <ns1:moveTo>
                    <ns1:pt x="142" y="6"/>
                  </ns1:moveTo>
                  <ns1:cubicBezTo>
                    <ns1:pt x="67" y="6"/>
                    <ns1:pt x="6" y="67"/>
                    <ns1:pt x="6" y="142"/>
                  </ns1:cubicBezTo>
                  <ns1:cubicBezTo>
                    <ns1:pt x="6" y="216"/>
                    <ns1:pt x="67" y="277"/>
                    <ns1:pt x="142" y="277"/>
                  </ns1:cubicBezTo>
                  <ns1:cubicBezTo>
                    <ns1:pt x="217" y="277"/>
                    <ns1:pt x="278" y="216"/>
                    <ns1:pt x="278" y="142"/>
                  </ns1:cubicBezTo>
                  <ns1:cubicBezTo>
                    <ns1:pt x="278" y="67"/>
                    <ns1:pt x="217" y="6"/>
                    <ns1:pt x="14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6" name="Freeform 106"/>
            <ns0:cNvSpPr/>
            <ns0:nvPr userDrawn="1"/>
          </ns0:nvSpPr>
          <ns0:spPr bwMode="auto">
            <ns1:xfrm>
              <ns1:off x="4636079" y="2857359"/>
              <ns1:ext cx="1459664" cy="1308403"/>
            </ns1:xfrm>
            <ns1:custGeom>
              <ns1:avLst/>
              <ns1:gdLst>
                <ns1:gd name="T0" fmla="*/ 28 w 156"/>
                <ns1:gd name="T1" fmla="*/ 139 h 139"/>
                <ns1:gd name="T2" fmla="*/ 7 w 156"/>
                <ns1:gd name="T3" fmla="*/ 112 h 139"/>
                <ns1:gd name="T4" fmla="*/ 0 w 156"/>
                <ns1:gd name="T5" fmla="*/ 79 h 139"/>
                <ns1:gd name="T6" fmla="*/ 78 w 156"/>
                <ns1:gd name="T7" fmla="*/ 0 h 139"/>
                <ns1:gd name="T8" fmla="*/ 156 w 156"/>
                <ns1:gd name="T9" fmla="*/ 79 h 139"/>
                <ns1:gd name="T10" fmla="*/ 149 w 156"/>
                <ns1:gd name="T11" fmla="*/ 112 h 139"/>
                <ns1:gd name="T12" fmla="*/ 128 w 156"/>
                <ns1:gd name="T13" fmla="*/ 139 h 139"/>
                <ns1:gd name="T14" fmla="*/ 126 w 156"/>
                <ns1:gd name="T15" fmla="*/ 137 h 139"/>
                <ns1:gd name="T16" fmla="*/ 146 w 156"/>
                <ns1:gd name="T17" fmla="*/ 111 h 139"/>
                <ns1:gd name="T18" fmla="*/ 153 w 156"/>
                <ns1:gd name="T19" fmla="*/ 79 h 139"/>
                <ns1:gd name="T20" fmla="*/ 78 w 156"/>
                <ns1:gd name="T21" fmla="*/ 3 h 139"/>
                <ns1:gd name="T22" fmla="*/ 3 w 156"/>
                <ns1:gd name="T23" fmla="*/ 79 h 139"/>
                <ns1:gd name="T24" fmla="*/ 10 w 156"/>
                <ns1:gd name="T25" fmla="*/ 111 h 139"/>
                <ns1:gd name="T26" fmla="*/ 30 w 156"/>
                <ns1:gd name="T27" fmla="*/ 137 h 139"/>
                <ns1:gd name="T28" fmla="*/ 28 w 156"/>
                <ns1:gd name="T29" fmla="*/ 139 h 1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6" h="139">
                  <ns1:moveTo>
                    <ns1:pt x="28" y="139"/>
                  </ns1:moveTo>
                  <ns1:cubicBezTo>
                    <ns1:pt x="19" y="132"/>
                    <ns1:pt x="12" y="122"/>
                    <ns1:pt x="7" y="112"/>
                  </ns1:cubicBezTo>
                  <ns1:cubicBezTo>
                    <ns1:pt x="2" y="102"/>
                    <ns1:pt x="0" y="90"/>
                    <ns1:pt x="0" y="79"/>
                  </ns1:cubicBezTo>
                  <ns1:cubicBezTo>
                    <ns1:pt x="0" y="36"/>
                    <ns1:pt x="35" y="0"/>
                    <ns1:pt x="78" y="0"/>
                  </ns1:cubicBezTo>
                  <ns1:cubicBezTo>
                    <ns1:pt x="121" y="0"/>
                    <ns1:pt x="156" y="36"/>
                    <ns1:pt x="156" y="79"/>
                  </ns1:cubicBezTo>
                  <ns1:cubicBezTo>
                    <ns1:pt x="156" y="90"/>
                    <ns1:pt x="153" y="102"/>
                    <ns1:pt x="149" y="112"/>
                  </ns1:cubicBezTo>
                  <ns1:cubicBezTo>
                    <ns1:pt x="144" y="122"/>
                    <ns1:pt x="136" y="132"/>
                    <ns1:pt x="128" y="139"/>
                  </ns1:cubicBezTo>
                  <ns1:cubicBezTo>
                    <ns1:pt x="126" y="137"/>
                    <ns1:pt x="126" y="137"/>
                    <ns1:pt x="126" y="137"/>
                  </ns1:cubicBezTo>
                  <ns1:cubicBezTo>
                    <ns1:pt x="134" y="130"/>
                    <ns1:pt x="141" y="121"/>
                    <ns1:pt x="146" y="111"/>
                  </ns1:cubicBezTo>
                  <ns1:cubicBezTo>
                    <ns1:pt x="151" y="101"/>
                    <ns1:pt x="153" y="90"/>
                    <ns1:pt x="153" y="79"/>
                  </ns1:cubicBezTo>
                  <ns1:cubicBezTo>
                    <ns1:pt x="153" y="37"/>
                    <ns1:pt x="119" y="3"/>
                    <ns1:pt x="78" y="3"/>
                  </ns1:cubicBezTo>
                  <ns1:cubicBezTo>
                    <ns1:pt x="36" y="3"/>
                    <ns1:pt x="3" y="37"/>
                    <ns1:pt x="3" y="79"/>
                  </ns1:cubicBezTo>
                  <ns1:cubicBezTo>
                    <ns1:pt x="3" y="90"/>
                    <ns1:pt x="5" y="101"/>
                    <ns1:pt x="10" y="111"/>
                  </ns1:cubicBezTo>
                  <ns1:cubicBezTo>
                    <ns1:pt x="14" y="121"/>
                    <ns1:pt x="21" y="130"/>
                    <ns1:pt x="30" y="137"/>
                  </ns1:cubicBezTo>
                  <ns1:lnTo>
                    <ns1:pt x="28" y="1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7" name="Freeform 107"/>
            <ns0:cNvSpPr/>
            <ns0:nvPr userDrawn="1"/>
          </ns0:nvSpPr>
          <ns0:spPr bwMode="auto">
            <ns1:xfrm>
              <ns1:off x="4174734" y="3825426"/>
              <ns1:ext cx="302521" cy="219328"/>
            </ns1:xfrm>
            <ns1:custGeom>
              <ns1:avLst/>
              <ns1:gdLst>
                <ns1:gd name="T0" fmla="*/ 8 w 40"/>
                <ns1:gd name="T1" fmla="*/ 29 h 29"/>
                <ns1:gd name="T2" fmla="*/ 0 w 40"/>
                <ns1:gd name="T3" fmla="*/ 10 h 29"/>
                <ns1:gd name="T4" fmla="*/ 4 w 40"/>
                <ns1:gd name="T5" fmla="*/ 9 h 29"/>
                <ns1:gd name="T6" fmla="*/ 35 w 40"/>
                <ns1:gd name="T7" fmla="*/ 14 h 29"/>
                <ns1:gd name="T8" fmla="*/ 30 w 40"/>
                <ns1:gd name="T9" fmla="*/ 1 h 29"/>
                <ns1:gd name="T10" fmla="*/ 34 w 40"/>
                <ns1:gd name="T11" fmla="*/ 0 h 29"/>
                <ns1:gd name="T12" fmla="*/ 40 w 40"/>
                <ns1:gd name="T13" fmla="*/ 16 h 29"/>
                <ns1:gd name="T14" fmla="*/ 36 w 40"/>
                <ns1:gd name="T15" fmla="*/ 17 h 29"/>
                <ns1:gd name="T16" fmla="*/ 7 w 40"/>
                <ns1:gd name="T17" fmla="*/ 14 h 29"/>
                <ns1:gd name="T18" fmla="*/ 12 w 40"/>
                <ns1:gd name="T19" fmla="*/ 27 h 29"/>
                <ns1:gd name="T20" fmla="*/ 8 w 40"/>
                <ns1:gd name="T21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40" h="29">
                  <ns1:moveTo>
                    <ns1:pt x="8" y="29"/>
                  </ns1:moveTo>
                  <ns1:lnTo>
                    <ns1:pt x="0" y="10"/>
                  </ns1:lnTo>
                  <ns1:lnTo>
                    <ns1:pt x="4" y="9"/>
                  </ns1:lnTo>
                  <ns1:lnTo>
                    <ns1:pt x="35" y="14"/>
                  </ns1:lnTo>
                  <ns1:lnTo>
                    <ns1:pt x="30" y="1"/>
                  </ns1:lnTo>
                  <ns1:lnTo>
                    <ns1:pt x="34" y="0"/>
                  </ns1:lnTo>
                  <ns1:lnTo>
                    <ns1:pt x="40" y="16"/>
                  </ns1:lnTo>
                  <ns1:lnTo>
                    <ns1:pt x="36" y="17"/>
                  </ns1:lnTo>
                  <ns1:lnTo>
                    <ns1:pt x="7" y="14"/>
                  </ns1:lnTo>
                  <ns1:lnTo>
                    <ns1:pt x="12" y="27"/>
                  </ns1:lnTo>
                  <ns1:lnTo>
                    <ns1:pt x="8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8" name="Freeform 108"/>
            <ns0:cNvSpPr/>
            <ns0:nvPr userDrawn="1"/>
          </ns0:nvSpPr>
          <ns0:spPr bwMode="auto">
            <ns1:xfrm>
              <ns1:off x="4265491" y="3984249"/>
              <ns1:ext cx="287395" cy="234454"/>
            </ns1:xfrm>
            <ns1:custGeom>
              <ns1:avLst/>
              <ns1:gdLst>
                <ns1:gd name="T0" fmla="*/ 7 w 38"/>
                <ns1:gd name="T1" fmla="*/ 31 h 31"/>
                <ns1:gd name="T2" fmla="*/ 6 w 38"/>
                <ns1:gd name="T3" fmla="*/ 28 h 31"/>
                <ns1:gd name="T4" fmla="*/ 19 w 38"/>
                <ns1:gd name="T5" fmla="*/ 21 h 31"/>
                <ns1:gd name="T6" fmla="*/ 14 w 38"/>
                <ns1:gd name="T7" fmla="*/ 11 h 31"/>
                <ns1:gd name="T8" fmla="*/ 1 w 38"/>
                <ns1:gd name="T9" fmla="*/ 19 h 31"/>
                <ns1:gd name="T10" fmla="*/ 0 w 38"/>
                <ns1:gd name="T11" fmla="*/ 15 h 31"/>
                <ns1:gd name="T12" fmla="*/ 29 w 38"/>
                <ns1:gd name="T13" fmla="*/ 0 h 31"/>
                <ns1:gd name="T14" fmla="*/ 32 w 38"/>
                <ns1:gd name="T15" fmla="*/ 4 h 31"/>
                <ns1:gd name="T16" fmla="*/ 18 w 38"/>
                <ns1:gd name="T17" fmla="*/ 10 h 31"/>
                <ns1:gd name="T18" fmla="*/ 23 w 38"/>
                <ns1:gd name="T19" fmla="*/ 19 h 31"/>
                <ns1:gd name="T20" fmla="*/ 35 w 38"/>
                <ns1:gd name="T21" fmla="*/ 13 h 31"/>
                <ns1:gd name="T22" fmla="*/ 38 w 38"/>
                <ns1:gd name="T23" fmla="*/ 16 h 31"/>
                <ns1:gd name="T24" fmla="*/ 7 w 38"/>
                <ns1:gd name="T25" fmla="*/ 31 h 3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1">
                  <ns1:moveTo>
                    <ns1:pt x="7" y="31"/>
                  </ns1:moveTo>
                  <ns1:lnTo>
                    <ns1:pt x="6" y="28"/>
                  </ns1:lnTo>
                  <ns1:lnTo>
                    <ns1:pt x="19" y="21"/>
                  </ns1:lnTo>
                  <ns1:lnTo>
                    <ns1:pt x="14" y="11"/>
                  </ns1:lnTo>
                  <ns1:lnTo>
                    <ns1:pt x="1" y="19"/>
                  </ns1:lnTo>
                  <ns1:lnTo>
                    <ns1:pt x="0" y="15"/>
                  </ns1:lnTo>
                  <ns1:lnTo>
                    <ns1:pt x="29" y="0"/>
                  </ns1:lnTo>
                  <ns1:lnTo>
                    <ns1:pt x="32" y="4"/>
                  </ns1:lnTo>
                  <ns1:lnTo>
                    <ns1:pt x="18" y="10"/>
                  </ns1:lnTo>
                  <ns1:lnTo>
                    <ns1:pt x="23" y="19"/>
                  </ns1:lnTo>
                  <ns1:lnTo>
                    <ns1:pt x="35" y="13"/>
                  </ns1:lnTo>
                  <ns1:lnTo>
                    <ns1:pt x="38" y="16"/>
                  </ns1:lnTo>
                  <ns1:lnTo>
                    <ns1:pt x="7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29" name="Freeform 109"/>
            <ns0:cNvSpPr/>
            <ns0:nvPr userDrawn="1"/>
          </ns0:nvSpPr>
          <ns0:spPr bwMode="auto">
            <ns1:xfrm>
              <ns1:off x="4348684" y="4120384"/>
              <ns1:ext cx="287395" cy="249580"/>
            </ns1:xfrm>
            <ns1:custGeom>
              <ns1:avLst/>
              <ns1:gdLst>
                <ns1:gd name="T0" fmla="*/ 11 w 38"/>
                <ns1:gd name="T1" fmla="*/ 33 h 33"/>
                <ns1:gd name="T2" fmla="*/ 0 w 38"/>
                <ns1:gd name="T3" fmla="*/ 18 h 33"/>
                <ns1:gd name="T4" fmla="*/ 28 w 38"/>
                <ns1:gd name="T5" fmla="*/ 0 h 33"/>
                <ns1:gd name="T6" fmla="*/ 38 w 38"/>
                <ns1:gd name="T7" fmla="*/ 15 h 33"/>
                <ns1:gd name="T8" fmla="*/ 36 w 38"/>
                <ns1:gd name="T9" fmla="*/ 17 h 33"/>
                <ns1:gd name="T10" fmla="*/ 27 w 38"/>
                <ns1:gd name="T11" fmla="*/ 6 h 33"/>
                <ns1:gd name="T12" fmla="*/ 18 w 38"/>
                <ns1:gd name="T13" fmla="*/ 11 h 33"/>
                <ns1:gd name="T14" fmla="*/ 26 w 38"/>
                <ns1:gd name="T15" fmla="*/ 21 h 33"/>
                <ns1:gd name="T16" fmla="*/ 23 w 38"/>
                <ns1:gd name="T17" fmla="*/ 23 h 33"/>
                <ns1:gd name="T18" fmla="*/ 16 w 38"/>
                <ns1:gd name="T19" fmla="*/ 13 h 33"/>
                <ns1:gd name="T20" fmla="*/ 6 w 38"/>
                <ns1:gd name="T21" fmla="*/ 20 h 33"/>
                <ns1:gd name="T22" fmla="*/ 13 w 38"/>
                <ns1:gd name="T23" fmla="*/ 31 h 33"/>
                <ns1:gd name="T24" fmla="*/ 11 w 38"/>
                <ns1:gd name="T25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3">
                  <ns1:moveTo>
                    <ns1:pt x="11" y="33"/>
                  </ns1:moveTo>
                  <ns1:lnTo>
                    <ns1:pt x="0" y="18"/>
                  </ns1:lnTo>
                  <ns1:lnTo>
                    <ns1:pt x="28" y="0"/>
                  </ns1:lnTo>
                  <ns1:lnTo>
                    <ns1:pt x="38" y="15"/>
                  </ns1:lnTo>
                  <ns1:lnTo>
                    <ns1:pt x="36" y="17"/>
                  </ns1:lnTo>
                  <ns1:lnTo>
                    <ns1:pt x="27" y="6"/>
                  </ns1:lnTo>
                  <ns1:lnTo>
                    <ns1:pt x="18" y="11"/>
                  </ns1:lnTo>
                  <ns1:lnTo>
                    <ns1:pt x="26" y="21"/>
                  </ns1:lnTo>
                  <ns1:lnTo>
                    <ns1:pt x="23" y="23"/>
                  </ns1:lnTo>
                  <ns1:lnTo>
                    <ns1:pt x="16" y="13"/>
                  </ns1:lnTo>
                  <ns1:lnTo>
                    <ns1:pt x="6" y="20"/>
                  </ns1:lnTo>
                  <ns1:lnTo>
                    <ns1:pt x="13" y="31"/>
                  </ns1:lnTo>
                  <ns1:lnTo>
                    <ns1:pt x="1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0" name="Freeform 110"/>
            <ns0:cNvSpPr/>
            <ns0:nvPr userDrawn="1"/>
          </ns0:nvSpPr>
          <ns0:spPr bwMode="auto">
            <ns1:xfrm>
              <ns1:off x="4583138" y="4332148"/>
              <ns1:ext cx="181513" cy="219328"/>
            </ns1:xfrm>
            <ns1:custGeom>
              <ns1:avLst/>
              <ns1:gdLst>
                <ns1:gd name="T0" fmla="*/ 3 w 24"/>
                <ns1:gd name="T1" fmla="*/ 29 h 29"/>
                <ns1:gd name="T2" fmla="*/ 0 w 24"/>
                <ns1:gd name="T3" fmla="*/ 26 h 29"/>
                <ns1:gd name="T4" fmla="*/ 21 w 24"/>
                <ns1:gd name="T5" fmla="*/ 0 h 29"/>
                <ns1:gd name="T6" fmla="*/ 24 w 24"/>
                <ns1:gd name="T7" fmla="*/ 3 h 29"/>
                <ns1:gd name="T8" fmla="*/ 3 w 24"/>
                <ns1:gd name="T9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4" h="29">
                  <ns1:moveTo>
                    <ns1:pt x="3" y="29"/>
                  </ns1:moveTo>
                  <ns1:lnTo>
                    <ns1:pt x="0" y="26"/>
                  </ns1:lnTo>
                  <ns1:lnTo>
                    <ns1:pt x="21" y="0"/>
                  </ns1:lnTo>
                  <ns1:lnTo>
                    <ns1:pt x="24" y="3"/>
                  </ns1:lnTo>
                  <ns1:lnTo>
                    <ns1:pt x="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1" name="Freeform 111"/>
            <ns0:cNvSpPr>
              <ns1:spLocks noEditPoints="1"/>
            </ns0:cNvSpPr>
            <ns0:nvPr userDrawn="1"/>
          </ns0:nvSpPr>
          <ns0:spPr bwMode="auto">
            <ns1:xfrm>
              <ns1:off x="4643642" y="4392652"/>
              <ns1:ext cx="219328" cy="264706"/>
            </ns1:xfrm>
            <ns1:custGeom>
              <ns1:avLst/>
              <ns1:gdLst>
                <ns1:gd name="T0" fmla="*/ 11 w 29"/>
                <ns1:gd name="T1" fmla="*/ 32 h 35"/>
                <ns1:gd name="T2" fmla="*/ 16 w 29"/>
                <ns1:gd name="T3" fmla="*/ 23 h 35"/>
                <ns1:gd name="T4" fmla="*/ 11 w 29"/>
                <ns1:gd name="T5" fmla="*/ 20 h 35"/>
                <ns1:gd name="T6" fmla="*/ 3 w 29"/>
                <ns1:gd name="T7" fmla="*/ 27 h 35"/>
                <ns1:gd name="T8" fmla="*/ 0 w 29"/>
                <ns1:gd name="T9" fmla="*/ 25 h 35"/>
                <ns1:gd name="T10" fmla="*/ 24 w 29"/>
                <ns1:gd name="T11" fmla="*/ 0 h 35"/>
                <ns1:gd name="T12" fmla="*/ 29 w 29"/>
                <ns1:gd name="T13" fmla="*/ 2 h 35"/>
                <ns1:gd name="T14" fmla="*/ 16 w 29"/>
                <ns1:gd name="T15" fmla="*/ 35 h 35"/>
                <ns1:gd name="T16" fmla="*/ 11 w 29"/>
                <ns1:gd name="T17" fmla="*/ 32 h 35"/>
                <ns1:gd name="T18" fmla="*/ 19 w 29"/>
                <ns1:gd name="T19" fmla="*/ 18 h 35"/>
                <ns1:gd name="T20" fmla="*/ 24 w 29"/>
                <ns1:gd name="T21" fmla="*/ 7 h 35"/>
                <ns1:gd name="T22" fmla="*/ 23 w 29"/>
                <ns1:gd name="T23" fmla="*/ 6 h 35"/>
                <ns1:gd name="T24" fmla="*/ 14 w 29"/>
                <ns1:gd name="T25" fmla="*/ 16 h 35"/>
                <ns1:gd name="T26" fmla="*/ 19 w 29"/>
                <ns1:gd name="T27" fmla="*/ 18 h 3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29" h="35">
                  <ns1:moveTo>
                    <ns1:pt x="11" y="32"/>
                  </ns1:moveTo>
                  <ns1:lnTo>
                    <ns1:pt x="16" y="23"/>
                  </ns1:lnTo>
                  <ns1:lnTo>
                    <ns1:pt x="11" y="20"/>
                  </ns1:lnTo>
                  <ns1:lnTo>
                    <ns1:pt x="3" y="27"/>
                  </ns1:lnTo>
                  <ns1:lnTo>
                    <ns1:pt x="0" y="25"/>
                  </ns1:lnTo>
                  <ns1:lnTo>
                    <ns1:pt x="24" y="0"/>
                  </ns1:lnTo>
                  <ns1:lnTo>
                    <ns1:pt x="29" y="2"/>
                  </ns1:lnTo>
                  <ns1:lnTo>
                    <ns1:pt x="16" y="35"/>
                  </ns1:lnTo>
                  <ns1:lnTo>
                    <ns1:pt x="11" y="32"/>
                  </ns1:lnTo>
                  <ns1:close/>
                  <ns1:moveTo>
                    <ns1:pt x="19" y="18"/>
                  </ns1:moveTo>
                  <ns1:lnTo>
                    <ns1:pt x="24" y="7"/>
                  </ns1:lnTo>
                  <ns1:lnTo>
                    <ns1:pt x="23" y="6"/>
                  </ns1:lnTo>
                  <ns1:lnTo>
                    <ns1:pt x="14" y="16"/>
                  </ns1:lnTo>
                  <ns1:lnTo>
                    <ns1:pt x="19" y="18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2" name="Freeform 112"/>
            <ns0:cNvSpPr/>
            <ns0:nvPr userDrawn="1"/>
          </ns0:nvSpPr>
          <ns0:spPr bwMode="auto">
            <ns1:xfrm>
              <ns1:off x="4794903" y="4438031"/>
              <ns1:ext cx="242017" cy="294958"/>
            </ns1:xfrm>
            <ns1:custGeom>
              <ns1:avLst/>
              <ns1:gdLst>
                <ns1:gd name="T0" fmla="*/ 16 w 32"/>
                <ns1:gd name="T1" fmla="*/ 39 h 39"/>
                <ns1:gd name="T2" fmla="*/ 13 w 32"/>
                <ns1:gd name="T3" fmla="*/ 36 h 39"/>
                <ns1:gd name="T4" fmla="*/ 15 w 32"/>
                <ns1:gd name="T5" fmla="*/ 12 h 39"/>
                <ns1:gd name="T6" fmla="*/ 5 w 32"/>
                <ns1:gd name="T7" fmla="*/ 32 h 39"/>
                <ns1:gd name="T8" fmla="*/ 0 w 32"/>
                <ns1:gd name="T9" fmla="*/ 30 h 39"/>
                <ns1:gd name="T10" fmla="*/ 16 w 32"/>
                <ns1:gd name="T11" fmla="*/ 0 h 39"/>
                <ns1:gd name="T12" fmla="*/ 20 w 32"/>
                <ns1:gd name="T13" fmla="*/ 1 h 39"/>
                <ns1:gd name="T14" fmla="*/ 19 w 32"/>
                <ns1:gd name="T15" fmla="*/ 25 h 39"/>
                <ns1:gd name="T16" fmla="*/ 29 w 32"/>
                <ns1:gd name="T17" fmla="*/ 5 h 39"/>
                <ns1:gd name="T18" fmla="*/ 32 w 32"/>
                <ns1:gd name="T19" fmla="*/ 7 h 39"/>
                <ns1:gd name="T20" fmla="*/ 16 w 32"/>
                <ns1:gd name="T21" fmla="*/ 39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32" h="39">
                  <ns1:moveTo>
                    <ns1:pt x="16" y="39"/>
                  </ns1:moveTo>
                  <ns1:lnTo>
                    <ns1:pt x="13" y="36"/>
                  </ns1:lnTo>
                  <ns1:lnTo>
                    <ns1:pt x="15" y="12"/>
                  </ns1:lnTo>
                  <ns1:lnTo>
                    <ns1:pt x="5" y="32"/>
                  </ns1:lnTo>
                  <ns1:lnTo>
                    <ns1:pt x="0" y="30"/>
                  </ns1:lnTo>
                  <ns1:lnTo>
                    <ns1:pt x="16" y="0"/>
                  </ns1:lnTo>
                  <ns1:lnTo>
                    <ns1:pt x="20" y="1"/>
                  </ns1:lnTo>
                  <ns1:lnTo>
                    <ns1:pt x="19" y="25"/>
                  </ns1:lnTo>
                  <ns1:lnTo>
                    <ns1:pt x="29" y="5"/>
                  </ns1:lnTo>
                  <ns1:lnTo>
                    <ns1:pt x="32" y="7"/>
                  </ns1:lnTo>
                  <ns1:lnTo>
                    <ns1:pt x="16" y="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3" name="Freeform 113"/>
            <ns0:cNvSpPr/>
            <ns0:nvPr userDrawn="1"/>
          </ns0:nvSpPr>
          <ns0:spPr bwMode="auto">
            <ns1:xfrm>
              <ns1:off x="4983978" y="4506098"/>
              <ns1:ext cx="173950" cy="272269"/>
            </ns1:xfrm>
            <ns1:custGeom>
              <ns1:avLst/>
              <ns1:gdLst>
                <ns1:gd name="T0" fmla="*/ 12 w 19"/>
                <ns1:gd name="T1" fmla="*/ 29 h 29"/>
                <ns1:gd name="T2" fmla="*/ 10 w 19"/>
                <ns1:gd name="T3" fmla="*/ 29 h 29"/>
                <ns1:gd name="T4" fmla="*/ 10 w 19"/>
                <ns1:gd name="T5" fmla="*/ 26 h 29"/>
                <ns1:gd name="T6" fmla="*/ 8 w 19"/>
                <ns1:gd name="T7" fmla="*/ 27 h 29"/>
                <ns1:gd name="T8" fmla="*/ 5 w 19"/>
                <ns1:gd name="T9" fmla="*/ 27 h 29"/>
                <ns1:gd name="T10" fmla="*/ 1 w 19"/>
                <ns1:gd name="T11" fmla="*/ 23 h 29"/>
                <ns1:gd name="T12" fmla="*/ 1 w 19"/>
                <ns1:gd name="T13" fmla="*/ 13 h 29"/>
                <ns1:gd name="T14" fmla="*/ 6 w 19"/>
                <ns1:gd name="T15" fmla="*/ 3 h 29"/>
                <ns1:gd name="T16" fmla="*/ 14 w 19"/>
                <ns1:gd name="T17" fmla="*/ 1 h 29"/>
                <ns1:gd name="T18" fmla="*/ 18 w 19"/>
                <ns1:gd name="T19" fmla="*/ 11 h 29"/>
                <ns1:gd name="T20" fmla="*/ 15 w 19"/>
                <ns1:gd name="T21" fmla="*/ 11 h 29"/>
                <ns1:gd name="T22" fmla="*/ 13 w 19"/>
                <ns1:gd name="T23" fmla="*/ 4 h 29"/>
                <ns1:gd name="T24" fmla="*/ 8 w 19"/>
                <ns1:gd name="T25" fmla="*/ 6 h 29"/>
                <ns1:gd name="T26" fmla="*/ 5 w 19"/>
                <ns1:gd name="T27" fmla="*/ 14 h 29"/>
                <ns1:gd name="T28" fmla="*/ 4 w 19"/>
                <ns1:gd name="T29" fmla="*/ 21 h 29"/>
                <ns1:gd name="T30" fmla="*/ 6 w 19"/>
                <ns1:gd name="T31" fmla="*/ 24 h 29"/>
                <ns1:gd name="T32" fmla="*/ 9 w 19"/>
                <ns1:gd name="T33" fmla="*/ 24 h 29"/>
                <ns1:gd name="T34" fmla="*/ 12 w 19"/>
                <ns1:gd name="T35" fmla="*/ 20 h 29"/>
                <ns1:gd name="T36" fmla="*/ 12 w 19"/>
                <ns1:gd name="T37" fmla="*/ 18 h 29"/>
                <ns1:gd name="T38" fmla="*/ 8 w 19"/>
                <ns1:gd name="T39" fmla="*/ 17 h 29"/>
                <ns1:gd name="T40" fmla="*/ 9 w 19"/>
                <ns1:gd name="T41" fmla="*/ 14 h 29"/>
                <ns1:gd name="T42" fmla="*/ 16 w 19"/>
                <ns1:gd name="T43" fmla="*/ 17 h 29"/>
                <ns1:gd name="T44" fmla="*/ 12 w 19"/>
                <ns1:gd name="T45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</ns1:cxnLst>
              <ns1:rect l="0" t="0" r="r" b="b"/>
              <ns1:pathLst>
                <ns1:path w="19" h="29">
                  <ns1:moveTo>
                    <ns1:pt x="12" y="29"/>
                  </ns1:moveTo>
                  <ns1:cubicBezTo>
                    <ns1:pt x="10" y="29"/>
                    <ns1:pt x="10" y="29"/>
                    <ns1:pt x="10" y="29"/>
                  </ns1:cubicBezTo>
                  <ns1:cubicBezTo>
                    <ns1:pt x="10" y="26"/>
                    <ns1:pt x="10" y="26"/>
                    <ns1:pt x="10" y="26"/>
                  </ns1:cubicBezTo>
                  <ns1:cubicBezTo>
                    <ns1:pt x="9" y="27"/>
                    <ns1:pt x="9" y="27"/>
                    <ns1:pt x="8" y="27"/>
                  </ns1:cubicBezTo>
                  <ns1:cubicBezTo>
                    <ns1:pt x="7" y="27"/>
                    <ns1:pt x="6" y="27"/>
                    <ns1:pt x="5" y="27"/>
                  </ns1:cubicBezTo>
                  <ns1:cubicBezTo>
                    <ns1:pt x="3" y="26"/>
                    <ns1:pt x="2" y="25"/>
                    <ns1:pt x="1" y="23"/>
                  </ns1:cubicBezTo>
                  <ns1:cubicBezTo>
                    <ns1:pt x="0" y="20"/>
                    <ns1:pt x="0" y="17"/>
                    <ns1:pt x="1" y="13"/>
                  </ns1:cubicBezTo>
                  <ns1:cubicBezTo>
                    <ns1:pt x="3" y="8"/>
                    <ns1:pt x="4" y="5"/>
                    <ns1:pt x="6" y="3"/>
                  </ns1:cubicBezTo>
                  <ns1:cubicBezTo>
                    <ns1:pt x="9" y="1"/>
                    <ns1:pt x="12" y="0"/>
                    <ns1:pt x="14" y="1"/>
                  </ns1:cubicBezTo>
                  <ns1:cubicBezTo>
                    <ns1:pt x="17" y="2"/>
                    <ns1:pt x="19" y="6"/>
                    <ns1:pt x="18" y="11"/>
                  </ns1:cubicBezTo>
                  <ns1:cubicBezTo>
                    <ns1:pt x="15" y="11"/>
                    <ns1:pt x="15" y="11"/>
                    <ns1:pt x="15" y="11"/>
                  </ns1:cubicBezTo>
                  <ns1:cubicBezTo>
                    <ns1:pt x="16" y="9"/>
                    <ns1:pt x="15" y="5"/>
                    <ns1:pt x="13" y="4"/>
                  </ns1:cubicBezTo>
                  <ns1:cubicBezTo>
                    <ns1:pt x="11" y="4"/>
                    <ns1:pt x="9" y="4"/>
                    <ns1:pt x="8" y="6"/>
                  </ns1:cubicBezTo>
                  <ns1:cubicBezTo>
                    <ns1:pt x="7" y="7"/>
                    <ns1:pt x="6" y="10"/>
                    <ns1:pt x="5" y="14"/>
                  </ns1:cubicBezTo>
                  <ns1:cubicBezTo>
                    <ns1:pt x="4" y="17"/>
                    <ns1:pt x="3" y="20"/>
                    <ns1:pt x="4" y="21"/>
                  </ns1:cubicBezTo>
                  <ns1:cubicBezTo>
                    <ns1:pt x="4" y="23"/>
                    <ns1:pt x="5" y="24"/>
                    <ns1:pt x="6" y="24"/>
                  </ns1:cubicBezTo>
                  <ns1:cubicBezTo>
                    <ns1:pt x="7" y="25"/>
                    <ns1:pt x="9" y="25"/>
                    <ns1:pt x="9" y="24"/>
                  </ns1:cubicBezTo>
                  <ns1:cubicBezTo>
                    <ns1:pt x="10" y="23"/>
                    <ns1:pt x="11" y="22"/>
                    <ns1:pt x="12" y="20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8" y="17"/>
                    <ns1:pt x="8" y="17"/>
                    <ns1:pt x="8" y="17"/>
                  </ns1:cubicBezTo>
                  <ns1:cubicBezTo>
                    <ns1:pt x="9" y="14"/>
                    <ns1:pt x="9" y="14"/>
                    <ns1:pt x="9" y="14"/>
                  </ns1:cubicBezTo>
                  <ns1:cubicBezTo>
                    <ns1:pt x="16" y="17"/>
                    <ns1:pt x="16" y="17"/>
                    <ns1:pt x="16" y="17"/>
                  </ns1:cubicBezTo>
                  <ns1:lnTo>
                    <ns1:pt x="12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4" name="Freeform 114"/>
            <ns0:cNvSpPr/>
            <ns0:nvPr userDrawn="1"/>
          </ns0:nvSpPr>
          <ns0:spPr bwMode="auto">
            <ns1:xfrm>
              <ns1:off x="5301626" y="4543913"/>
              <ns1:ext cx="143698" cy="249580"/>
            </ns1:xfrm>
            <ns1:custGeom>
              <ns1:avLst/>
              <ns1:gdLst>
                <ns1:gd name="T0" fmla="*/ 15 w 15"/>
                <ns1:gd name="T1" fmla="*/ 19 h 27"/>
                <ns1:gd name="T2" fmla="*/ 13 w 15"/>
                <ns1:gd name="T3" fmla="*/ 25 h 27"/>
                <ns1:gd name="T4" fmla="*/ 7 w 15"/>
                <ns1:gd name="T5" fmla="*/ 27 h 27"/>
                <ns1:gd name="T6" fmla="*/ 1 w 15"/>
                <ns1:gd name="T7" fmla="*/ 25 h 27"/>
                <ns1:gd name="T8" fmla="*/ 0 w 15"/>
                <ns1:gd name="T9" fmla="*/ 19 h 27"/>
                <ns1:gd name="T10" fmla="*/ 0 w 15"/>
                <ns1:gd name="T11" fmla="*/ 0 h 27"/>
                <ns1:gd name="T12" fmla="*/ 4 w 15"/>
                <ns1:gd name="T13" fmla="*/ 0 h 27"/>
                <ns1:gd name="T14" fmla="*/ 3 w 15"/>
                <ns1:gd name="T15" fmla="*/ 19 h 27"/>
                <ns1:gd name="T16" fmla="*/ 4 w 15"/>
                <ns1:gd name="T17" fmla="*/ 23 h 27"/>
                <ns1:gd name="T18" fmla="*/ 7 w 15"/>
                <ns1:gd name="T19" fmla="*/ 24 h 27"/>
                <ns1:gd name="T20" fmla="*/ 10 w 15"/>
                <ns1:gd name="T21" fmla="*/ 23 h 27"/>
                <ns1:gd name="T22" fmla="*/ 11 w 15"/>
                <ns1:gd name="T23" fmla="*/ 19 h 27"/>
                <ns1:gd name="T24" fmla="*/ 12 w 15"/>
                <ns1:gd name="T25" fmla="*/ 0 h 27"/>
                <ns1:gd name="T26" fmla="*/ 15 w 15"/>
                <ns1:gd name="T27" fmla="*/ 0 h 27"/>
                <ns1:gd name="T28" fmla="*/ 15 w 15"/>
                <ns1:gd name="T29" fmla="*/ 19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" h="27">
                  <ns1:moveTo>
                    <ns1:pt x="15" y="19"/>
                  </ns1:moveTo>
                  <ns1:cubicBezTo>
                    <ns1:pt x="15" y="22"/>
                    <ns1:pt x="14" y="24"/>
                    <ns1:pt x="13" y="25"/>
                  </ns1:cubicBezTo>
                  <ns1:cubicBezTo>
                    <ns1:pt x="11" y="27"/>
                    <ns1:pt x="10" y="27"/>
                    <ns1:pt x="7" y="27"/>
                  </ns1:cubicBezTo>
                  <ns1:cubicBezTo>
                    <ns1:pt x="4" y="27"/>
                    <ns1:pt x="2" y="26"/>
                    <ns1:pt x="1" y="25"/>
                  </ns1:cubicBezTo>
                  <ns1:cubicBezTo>
                    <ns1:pt x="0" y="23"/>
                    <ns1:pt x="0" y="21"/>
                    <ns1:pt x="0" y="19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3" y="19"/>
                    <ns1:pt x="3" y="19"/>
                    <ns1:pt x="3" y="19"/>
                  </ns1:cubicBezTo>
                  <ns1:cubicBezTo>
                    <ns1:pt x="3" y="21"/>
                    <ns1:pt x="3" y="22"/>
                    <ns1:pt x="4" y="23"/>
                  </ns1:cubicBezTo>
                  <ns1:cubicBezTo>
                    <ns1:pt x="5" y="24"/>
                    <ns1:pt x="6" y="24"/>
                    <ns1:pt x="7" y="24"/>
                  </ns1:cubicBezTo>
                  <ns1:cubicBezTo>
                    <ns1:pt x="8" y="24"/>
                    <ns1:pt x="9" y="24"/>
                    <ns1:pt x="10" y="23"/>
                  </ns1:cubicBezTo>
                  <ns1:cubicBezTo>
                    <ns1:pt x="11" y="22"/>
                    <ns1:pt x="11" y="21"/>
                    <ns1:pt x="11" y="19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15" y="0"/>
                    <ns1:pt x="15" y="0"/>
                    <ns1:pt x="15" y="0"/>
                  </ns1:cubicBezTo>
                  <ns1:lnTo>
                    <ns1:pt x="15" y="1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5" name="Freeform 115"/>
            <ns0:cNvSpPr/>
            <ns0:nvPr userDrawn="1"/>
          </ns0:nvSpPr>
          <ns0:spPr bwMode="auto">
            <ns1:xfrm>
              <ns1:off x="5460449" y="4521224"/>
              <ns1:ext cx="158824" cy="272269"/>
            </ns1:xfrm>
            <ns1:custGeom>
              <ns1:avLst/>
              <ns1:gdLst>
                <ns1:gd name="T0" fmla="*/ 21 w 21"/>
                <ns1:gd name="T1" fmla="*/ 33 h 36"/>
                <ns1:gd name="T2" fmla="*/ 17 w 21"/>
                <ns1:gd name="T3" fmla="*/ 34 h 36"/>
                <ns1:gd name="T4" fmla="*/ 5 w 21"/>
                <ns1:gd name="T5" fmla="*/ 11 h 36"/>
                <ns1:gd name="T6" fmla="*/ 8 w 21"/>
                <ns1:gd name="T7" fmla="*/ 35 h 36"/>
                <ns1:gd name="T8" fmla="*/ 3 w 21"/>
                <ns1:gd name="T9" fmla="*/ 36 h 36"/>
                <ns1:gd name="T10" fmla="*/ 0 w 21"/>
                <ns1:gd name="T11" fmla="*/ 3 h 36"/>
                <ns1:gd name="T12" fmla="*/ 5 w 21"/>
                <ns1:gd name="T13" fmla="*/ 1 h 36"/>
                <ns1:gd name="T14" fmla="*/ 15 w 21"/>
                <ns1:gd name="T15" fmla="*/ 18 h 36"/>
                <ns1:gd name="T16" fmla="*/ 12 w 21"/>
                <ns1:gd name="T17" fmla="*/ 0 h 36"/>
                <ns1:gd name="T18" fmla="*/ 16 w 21"/>
                <ns1:gd name="T19" fmla="*/ 0 h 36"/>
                <ns1:gd name="T20" fmla="*/ 21 w 21"/>
                <ns1:gd name="T21" fmla="*/ 33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21" h="36">
                  <ns1:moveTo>
                    <ns1:pt x="21" y="33"/>
                  </ns1:moveTo>
                  <ns1:lnTo>
                    <ns1:pt x="17" y="34"/>
                  </ns1:lnTo>
                  <ns1:lnTo>
                    <ns1:pt x="5" y="11"/>
                  </ns1:lnTo>
                  <ns1:lnTo>
                    <ns1:pt x="8" y="35"/>
                  </ns1:lnTo>
                  <ns1:lnTo>
                    <ns1:pt x="3" y="36"/>
                  </ns1:lnTo>
                  <ns1:lnTo>
                    <ns1:pt x="0" y="3"/>
                  </ns1:lnTo>
                  <ns1:lnTo>
                    <ns1:pt x="5" y="1"/>
                  </ns1:lnTo>
                  <ns1:lnTo>
                    <ns1:pt x="15" y="18"/>
                  </ns1:lnTo>
                  <ns1:lnTo>
                    <ns1:pt x="12" y="0"/>
                  </ns1:lnTo>
                  <ns1:lnTo>
                    <ns1:pt x="16" y="0"/>
                  </ns1:lnTo>
                  <ns1:lnTo>
                    <ns1:pt x="2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6" name="Freeform 116"/>
            <ns0:cNvSpPr/>
            <ns0:nvPr userDrawn="1"/>
          </ns0:nvSpPr>
          <ns0:spPr bwMode="auto">
            <ns1:xfrm>
              <ns1:off x="5611710" y="4506098"/>
              <ns1:ext cx="105882" cy="249580"/>
            </ns1:xfrm>
            <ns1:custGeom>
              <ns1:avLst/>
              <ns1:gdLst>
                <ns1:gd name="T0" fmla="*/ 14 w 14"/>
                <ns1:gd name="T1" fmla="*/ 31 h 33"/>
                <ns1:gd name="T2" fmla="*/ 9 w 14"/>
                <ns1:gd name="T3" fmla="*/ 33 h 33"/>
                <ns1:gd name="T4" fmla="*/ 0 w 14"/>
                <ns1:gd name="T5" fmla="*/ 1 h 33"/>
                <ns1:gd name="T6" fmla="*/ 4 w 14"/>
                <ns1:gd name="T7" fmla="*/ 0 h 33"/>
                <ns1:gd name="T8" fmla="*/ 14 w 14"/>
                <ns1:gd name="T9" fmla="*/ 31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33">
                  <ns1:moveTo>
                    <ns1:pt x="14" y="31"/>
                  </ns1:moveTo>
                  <ns1:lnTo>
                    <ns1:pt x="9" y="33"/>
                  </ns1:lnTo>
                  <ns1:lnTo>
                    <ns1:pt x="0" y="1"/>
                  </ns1:lnTo>
                  <ns1:lnTo>
                    <ns1:pt x="4" y="0"/>
                  </ns1:lnTo>
                  <ns1:lnTo>
                    <ns1:pt x="14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7" name="Freeform 117"/>
            <ns0:cNvSpPr/>
            <ns0:nvPr userDrawn="1"/>
          </ns0:nvSpPr>
          <ns0:spPr bwMode="auto">
            <ns1:xfrm>
              <ns1:off x="5664651" y="4438031"/>
              <ns1:ext cx="173950" cy="279832"/>
            </ns1:xfrm>
            <ns1:custGeom>
              <ns1:avLst/>
              <ns1:gdLst>
                <ns1:gd name="T0" fmla="*/ 18 w 23"/>
                <ns1:gd name="T1" fmla="*/ 0 h 37"/>
                <ns1:gd name="T2" fmla="*/ 23 w 23"/>
                <ns1:gd name="T3" fmla="*/ 35 h 37"/>
                <ns1:gd name="T4" fmla="*/ 19 w 23"/>
                <ns1:gd name="T5" fmla="*/ 37 h 37"/>
                <ns1:gd name="T6" fmla="*/ 0 w 23"/>
                <ns1:gd name="T7" fmla="*/ 7 h 37"/>
                <ns1:gd name="T8" fmla="*/ 4 w 23"/>
                <ns1:gd name="T9" fmla="*/ 6 h 37"/>
                <ns1:gd name="T10" fmla="*/ 18 w 23"/>
                <ns1:gd name="T11" fmla="*/ 26 h 37"/>
                <ns1:gd name="T12" fmla="*/ 14 w 23"/>
                <ns1:gd name="T13" fmla="*/ 1 h 37"/>
                <ns1:gd name="T14" fmla="*/ 18 w 23"/>
                <ns1:gd name="T15" fmla="*/ 0 h 3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3" h="37">
                  <ns1:moveTo>
                    <ns1:pt x="18" y="0"/>
                  </ns1:moveTo>
                  <ns1:lnTo>
                    <ns1:pt x="23" y="35"/>
                  </ns1:lnTo>
                  <ns1:lnTo>
                    <ns1:pt x="19" y="37"/>
                  </ns1:lnTo>
                  <ns1:lnTo>
                    <ns1:pt x="0" y="7"/>
                  </ns1:lnTo>
                  <ns1:lnTo>
                    <ns1:pt x="4" y="6"/>
                  </ns1:lnTo>
                  <ns1:lnTo>
                    <ns1:pt x="18" y="26"/>
                  </ns1:lnTo>
                  <ns1:lnTo>
                    <ns1:pt x="14" y="1"/>
                  </ns1:lnTo>
                  <ns1:lnTo>
                    <ns1:pt x="1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8" name="Freeform 118"/>
            <ns0:cNvSpPr/>
            <ns0:nvPr userDrawn="1"/>
          </ns0:nvSpPr>
          <ns0:spPr bwMode="auto">
            <ns1:xfrm>
              <ns1:off x="5808348" y="4369963"/>
              <ns1:ext cx="249580" cy="287395"/>
            </ns1:xfrm>
            <ns1:custGeom>
              <ns1:avLst/>
              <ns1:gdLst>
                <ns1:gd name="T0" fmla="*/ 33 w 33"/>
                <ns1:gd name="T1" fmla="*/ 29 h 38"/>
                <ns1:gd name="T2" fmla="*/ 17 w 33"/>
                <ns1:gd name="T3" fmla="*/ 38 h 38"/>
                <ns1:gd name="T4" fmla="*/ 0 w 33"/>
                <ns1:gd name="T5" fmla="*/ 8 h 38"/>
                <ns1:gd name="T6" fmla="*/ 15 w 33"/>
                <ns1:gd name="T7" fmla="*/ 0 h 38"/>
                <ns1:gd name="T8" fmla="*/ 17 w 33"/>
                <ns1:gd name="T9" fmla="*/ 3 h 38"/>
                <ns1:gd name="T10" fmla="*/ 6 w 33"/>
                <ns1:gd name="T11" fmla="*/ 9 h 38"/>
                <ns1:gd name="T12" fmla="*/ 11 w 33"/>
                <ns1:gd name="T13" fmla="*/ 19 h 38"/>
                <ns1:gd name="T14" fmla="*/ 22 w 33"/>
                <ns1:gd name="T15" fmla="*/ 13 h 38"/>
                <ns1:gd name="T16" fmla="*/ 23 w 33"/>
                <ns1:gd name="T17" fmla="*/ 16 h 38"/>
                <ns1:gd name="T18" fmla="*/ 14 w 33"/>
                <ns1:gd name="T19" fmla="*/ 21 h 38"/>
                <ns1:gd name="T20" fmla="*/ 20 w 33"/>
                <ns1:gd name="T21" fmla="*/ 33 h 38"/>
                <ns1:gd name="T22" fmla="*/ 31 w 33"/>
                <ns1:gd name="T23" fmla="*/ 25 h 38"/>
                <ns1:gd name="T24" fmla="*/ 33 w 33"/>
                <ns1:gd name="T25" fmla="*/ 29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3" h="38">
                  <ns1:moveTo>
                    <ns1:pt x="33" y="29"/>
                  </ns1:moveTo>
                  <ns1:lnTo>
                    <ns1:pt x="17" y="38"/>
                  </ns1:lnTo>
                  <ns1:lnTo>
                    <ns1:pt x="0" y="8"/>
                  </ns1:lnTo>
                  <ns1:lnTo>
                    <ns1:pt x="15" y="0"/>
                  </ns1:lnTo>
                  <ns1:lnTo>
                    <ns1:pt x="17" y="3"/>
                  </ns1:lnTo>
                  <ns1:lnTo>
                    <ns1:pt x="6" y="9"/>
                  </ns1:lnTo>
                  <ns1:lnTo>
                    <ns1:pt x="11" y="19"/>
                  </ns1:lnTo>
                  <ns1:lnTo>
                    <ns1:pt x="22" y="13"/>
                  </ns1:lnTo>
                  <ns1:lnTo>
                    <ns1:pt x="23" y="16"/>
                  </ns1:lnTo>
                  <ns1:lnTo>
                    <ns1:pt x="14" y="21"/>
                  </ns1:lnTo>
                  <ns1:lnTo>
                    <ns1:pt x="20" y="33"/>
                  </ns1:lnTo>
                  <ns1:lnTo>
                    <ns1:pt x="31" y="25"/>
                  </ns1:lnTo>
                  <ns1:lnTo>
                    <ns1:pt x="3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39" name="Freeform 119"/>
            <ns0:cNvSpPr>
              <ns1:spLocks noEditPoints="1"/>
            </ns0:cNvSpPr>
            <ns0:nvPr userDrawn="1"/>
          </ns0:nvSpPr>
          <ns0:spPr bwMode="auto">
            <ns1:xfrm>
              <ns1:off x="5936920" y="4309459"/>
              <ns1:ext cx="257143" cy="257143"/>
            </ns1:xfrm>
            <ns1:custGeom>
              <ns1:avLst/>
              <ns1:gdLst>
                <ns1:gd name="T0" fmla="*/ 27 w 27"/>
                <ns1:gd name="T1" fmla="*/ 20 h 28"/>
                <ns1:gd name="T2" fmla="*/ 24 w 27"/>
                <ns1:gd name="T3" fmla="*/ 22 h 28"/>
                <ns1:gd name="T4" fmla="*/ 15 w 27"/>
                <ns1:gd name="T5" fmla="*/ 14 h 28"/>
                <ns1:gd name="T6" fmla="*/ 12 w 27"/>
                <ns1:gd name="T7" fmla="*/ 17 h 28"/>
                <ns1:gd name="T8" fmla="*/ 19 w 27"/>
                <ns1:gd name="T9" fmla="*/ 26 h 28"/>
                <ns1:gd name="T10" fmla="*/ 16 w 27"/>
                <ns1:gd name="T11" fmla="*/ 28 h 28"/>
                <ns1:gd name="T12" fmla="*/ 0 w 27"/>
                <ns1:gd name="T13" fmla="*/ 6 h 28"/>
                <ns1:gd name="T14" fmla="*/ 5 w 27"/>
                <ns1:gd name="T15" fmla="*/ 2 h 28"/>
                <ns1:gd name="T16" fmla="*/ 11 w 27"/>
                <ns1:gd name="T17" fmla="*/ 0 h 28"/>
                <ns1:gd name="T18" fmla="*/ 18 w 27"/>
                <ns1:gd name="T19" fmla="*/ 8 h 28"/>
                <ns1:gd name="T20" fmla="*/ 17 w 27"/>
                <ns1:gd name="T21" fmla="*/ 12 h 28"/>
                <ns1:gd name="T22" fmla="*/ 27 w 27"/>
                <ns1:gd name="T23" fmla="*/ 20 h 28"/>
                <ns1:gd name="T24" fmla="*/ 10 w 27"/>
                <ns1:gd name="T25" fmla="*/ 4 h 28"/>
                <ns1:gd name="T26" fmla="*/ 5 w 27"/>
                <ns1:gd name="T27" fmla="*/ 6 h 28"/>
                <ns1:gd name="T28" fmla="*/ 10 w 27"/>
                <ns1:gd name="T29" fmla="*/ 13 h 28"/>
                <ns1:gd name="T30" fmla="*/ 14 w 27"/>
                <ns1:gd name="T31" fmla="*/ 10 h 28"/>
                <ns1:gd name="T32" fmla="*/ 10 w 27"/>
                <ns1:gd name="T33" fmla="*/ 4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7" h="28">
                  <ns1:moveTo>
                    <ns1:pt x="27" y="20"/>
                  </ns1:moveTo>
                  <ns1:cubicBezTo>
                    <ns1:pt x="24" y="22"/>
                    <ns1:pt x="24" y="22"/>
                    <ns1:pt x="24" y="22"/>
                  </ns1:cubicBezTo>
                  <ns1:cubicBezTo>
                    <ns1:pt x="15" y="14"/>
                    <ns1:pt x="15" y="14"/>
                    <ns1:pt x="15" y="14"/>
                  </ns1:cubicBezTo>
                  <ns1:cubicBezTo>
                    <ns1:pt x="12" y="17"/>
                    <ns1:pt x="12" y="17"/>
                    <ns1:pt x="12" y="17"/>
                  </ns1:cubicBezTo>
                  <ns1:cubicBezTo>
                    <ns1:pt x="19" y="26"/>
                    <ns1:pt x="19" y="26"/>
                    <ns1:pt x="19" y="26"/>
                  </ns1:cubicBezTo>
                  <ns1:cubicBezTo>
                    <ns1:pt x="16" y="28"/>
                    <ns1:pt x="16" y="28"/>
                    <ns1:pt x="16" y="2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5" y="2"/>
                    <ns1:pt x="5" y="2"/>
                    <ns1:pt x="5" y="2"/>
                  </ns1:cubicBezTo>
                  <ns1:cubicBezTo>
                    <ns1:pt x="7" y="1"/>
                    <ns1:pt x="9" y="0"/>
                    <ns1:pt x="11" y="0"/>
                  </ns1:cubicBezTo>
                  <ns1:cubicBezTo>
                    <ns1:pt x="16" y="1"/>
                    <ns1:pt x="18" y="4"/>
                    <ns1:pt x="18" y="8"/>
                  </ns1:cubicBezTo>
                  <ns1:cubicBezTo>
                    <ns1:pt x="18" y="9"/>
                    <ns1:pt x="18" y="11"/>
                    <ns1:pt x="17" y="12"/>
                  </ns1:cubicBezTo>
                  <ns1:lnTo>
                    <ns1:pt x="27" y="20"/>
                  </ns1:lnTo>
                  <ns1:close/>
                  <ns1:moveTo>
                    <ns1:pt x="10" y="4"/>
                  </ns1:moveTo>
                  <ns1:cubicBezTo>
                    <ns1:pt x="8" y="3"/>
                    <ns1:pt x="6" y="5"/>
                    <ns1:pt x="5" y="6"/>
                  </ns1:cubicBezTo>
                  <ns1:cubicBezTo>
                    <ns1:pt x="10" y="13"/>
                    <ns1:pt x="10" y="13"/>
                    <ns1:pt x="10" y="13"/>
                  </ns1:cubicBezTo>
                  <ns1:cubicBezTo>
                    <ns1:pt x="12" y="12"/>
                    <ns1:pt x="12" y="12"/>
                    <ns1:pt x="14" y="10"/>
                  </ns1:cubicBezTo>
                  <ns1:cubicBezTo>
                    <ns1:pt x="14" y="7"/>
                    <ns1:pt x="13" y="5"/>
                    <ns1:pt x="10" y="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0" name="Freeform 120"/>
            <ns0:cNvSpPr/>
            <ns0:nvPr userDrawn="1"/>
          </ns0:nvSpPr>
          <ns0:spPr bwMode="auto">
            <ns1:xfrm>
              <ns1:off x="6073054" y="4196014"/>
              <ns1:ext cx="257143" cy="219328"/>
            </ns1:xfrm>
            <ns1:custGeom>
              <ns1:avLst/>
              <ns1:gdLst>
                <ns1:gd name="T0" fmla="*/ 22 w 28"/>
                <ns1:gd name="T1" fmla="*/ 10 h 24"/>
                <ns1:gd name="T2" fmla="*/ 19 w 28"/>
                <ns1:gd name="T3" fmla="*/ 24 h 24"/>
                <ns1:gd name="T4" fmla="*/ 14 w 28"/>
                <ns1:gd name="T5" fmla="*/ 23 h 24"/>
                <ns1:gd name="T6" fmla="*/ 15 w 28"/>
                <ns1:gd name="T7" fmla="*/ 20 h 24"/>
                <ns1:gd name="T8" fmla="*/ 18 w 28"/>
                <ns1:gd name="T9" fmla="*/ 21 h 24"/>
                <ns1:gd name="T10" fmla="*/ 20 w 28"/>
                <ns1:gd name="T11" fmla="*/ 13 h 24"/>
                <ns1:gd name="T12" fmla="*/ 17 w 28"/>
                <ns1:gd name="T13" fmla="*/ 12 h 24"/>
                <ns1:gd name="T14" fmla="*/ 8 w 28"/>
                <ns1:gd name="T15" fmla="*/ 15 h 24"/>
                <ns1:gd name="T16" fmla="*/ 0 w 28"/>
                <ns1:gd name="T17" fmla="*/ 9 h 24"/>
                <ns1:gd name="T18" fmla="*/ 2 w 28"/>
                <ns1:gd name="T19" fmla="*/ 4 h 24"/>
                <ns1:gd name="T20" fmla="*/ 11 w 28"/>
                <ns1:gd name="T21" fmla="*/ 2 h 24"/>
                <ns1:gd name="T22" fmla="*/ 10 w 28"/>
                <ns1:gd name="T23" fmla="*/ 5 h 24"/>
                <ns1:gd name="T24" fmla="*/ 4 w 28"/>
                <ns1:gd name="T25" fmla="*/ 6 h 24"/>
                <ns1:gd name="T26" fmla="*/ 3 w 28"/>
                <ns1:gd name="T27" fmla="*/ 9 h 24"/>
                <ns1:gd name="T28" fmla="*/ 7 w 28"/>
                <ns1:gd name="T29" fmla="*/ 12 h 24"/>
                <ns1:gd name="T30" fmla="*/ 17 w 28"/>
                <ns1:gd name="T31" fmla="*/ 9 h 24"/>
                <ns1:gd name="T32" fmla="*/ 22 w 28"/>
                <ns1:gd name="T33" fmla="*/ 1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8" h="24">
                  <ns1:moveTo>
                    <ns1:pt x="22" y="10"/>
                  </ns1:moveTo>
                  <ns1:cubicBezTo>
                    <ns1:pt x="28" y="13"/>
                    <ns1:pt x="26" y="23"/>
                    <ns1:pt x="19" y="24"/>
                  </ns1:cubicBezTo>
                  <ns1:cubicBezTo>
                    <ns1:pt x="17" y="24"/>
                    <ns1:pt x="15" y="24"/>
                    <ns1:pt x="14" y="23"/>
                  </ns1:cubicBezTo>
                  <ns1:cubicBezTo>
                    <ns1:pt x="15" y="20"/>
                    <ns1:pt x="15" y="20"/>
                    <ns1:pt x="15" y="20"/>
                  </ns1:cubicBezTo>
                  <ns1:cubicBezTo>
                    <ns1:pt x="16" y="21"/>
                    <ns1:pt x="17" y="21"/>
                    <ns1:pt x="18" y="21"/>
                  </ns1:cubicBezTo>
                  <ns1:cubicBezTo>
                    <ns1:pt x="23" y="20"/>
                    <ns1:pt x="23" y="15"/>
                    <ns1:pt x="20" y="13"/>
                  </ns1:cubicBezTo>
                  <ns1:cubicBezTo>
                    <ns1:pt x="19" y="12"/>
                    <ns1:pt x="18" y="12"/>
                    <ns1:pt x="17" y="12"/>
                  </ns1:cubicBezTo>
                  <ns1:cubicBezTo>
                    <ns1:pt x="13" y="13"/>
                    <ns1:pt x="11" y="15"/>
                    <ns1:pt x="8" y="15"/>
                  </ns1:cubicBezTo>
                  <ns1:cubicBezTo>
                    <ns1:pt x="4" y="15"/>
                    <ns1:pt x="1" y="13"/>
                    <ns1:pt x="0" y="9"/>
                  </ns1:cubicBezTo>
                  <ns1:cubicBezTo>
                    <ns1:pt x="0" y="7"/>
                    <ns1:pt x="1" y="5"/>
                    <ns1:pt x="2" y="4"/>
                  </ns1:cubicBezTo>
                  <ns1:cubicBezTo>
                    <ns1:pt x="4" y="0"/>
                    <ns1:pt x="8" y="0"/>
                    <ns1:pt x="11" y="2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8" y="4"/>
                    <ns1:pt x="5" y="4"/>
                    <ns1:pt x="4" y="6"/>
                  </ns1:cubicBezTo>
                  <ns1:cubicBezTo>
                    <ns1:pt x="3" y="7"/>
                    <ns1:pt x="3" y="8"/>
                    <ns1:pt x="3" y="9"/>
                  </ns1:cubicBezTo>
                  <ns1:cubicBezTo>
                    <ns1:pt x="4" y="11"/>
                    <ns1:pt x="5" y="12"/>
                    <ns1:pt x="7" y="12"/>
                  </ns1:cubicBezTo>
                  <ns1:cubicBezTo>
                    <ns1:pt x="11" y="11"/>
                    <ns1:pt x="13" y="8"/>
                    <ns1:pt x="17" y="9"/>
                  </ns1:cubicBezTo>
                  <ns1:cubicBezTo>
                    <ns1:pt x="18" y="9"/>
                    <ns1:pt x="20" y="9"/>
                    <ns1:pt x="22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1" name="Freeform 121"/>
            <ns0:cNvSpPr/>
            <ns0:nvPr userDrawn="1"/>
          </ns0:nvSpPr>
          <ns0:spPr bwMode="auto">
            <ns1:xfrm>
              <ns1:off x="6156248" y="4120384"/>
              <ns1:ext cx="234454" cy="158823"/>
            </ns1:xfrm>
            <ns1:custGeom>
              <ns1:avLst/>
              <ns1:gdLst>
                <ns1:gd name="T0" fmla="*/ 31 w 31"/>
                <ns1:gd name="T1" fmla="*/ 17 h 21"/>
                <ns1:gd name="T2" fmla="*/ 28 w 31"/>
                <ns1:gd name="T3" fmla="*/ 21 h 21"/>
                <ns1:gd name="T4" fmla="*/ 0 w 31"/>
                <ns1:gd name="T5" fmla="*/ 2 h 21"/>
                <ns1:gd name="T6" fmla="*/ 2 w 31"/>
                <ns1:gd name="T7" fmla="*/ 0 h 21"/>
                <ns1:gd name="T8" fmla="*/ 31 w 31"/>
                <ns1:gd name="T9" fmla="*/ 17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31" h="21">
                  <ns1:moveTo>
                    <ns1:pt x="31" y="17"/>
                  </ns1:moveTo>
                  <ns1:lnTo>
                    <ns1:pt x="28" y="21"/>
                  </ns1:lnTo>
                  <ns1:lnTo>
                    <ns1:pt x="0" y="2"/>
                  </ns1:lnTo>
                  <ns1:lnTo>
                    <ns1:pt x="2" y="0"/>
                  </ns1:lnTo>
                  <ns1:lnTo>
                    <ns1:pt x="31" y="17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2" name="Freeform 122"/>
            <ns0:cNvSpPr/>
            <ns0:nvPr userDrawn="1"/>
          </ns0:nvSpPr>
          <ns0:spPr bwMode="auto">
            <ns1:xfrm>
              <ns1:off x="6194063" y="3953997"/>
              <ns1:ext cx="272269" cy="211765"/>
            </ns1:xfrm>
            <ns1:custGeom>
              <ns1:avLst/>
              <ns1:gdLst>
                <ns1:gd name="T0" fmla="*/ 11 w 36"/>
                <ns1:gd name="T1" fmla="*/ 3 h 28"/>
                <ns1:gd name="T2" fmla="*/ 8 w 36"/>
                <ns1:gd name="T3" fmla="*/ 9 h 28"/>
                <ns1:gd name="T4" fmla="*/ 36 w 36"/>
                <ns1:gd name="T5" fmla="*/ 25 h 28"/>
                <ns1:gd name="T6" fmla="*/ 33 w 36"/>
                <ns1:gd name="T7" fmla="*/ 28 h 28"/>
                <ns1:gd name="T8" fmla="*/ 6 w 36"/>
                <ns1:gd name="T9" fmla="*/ 13 h 28"/>
                <ns1:gd name="T10" fmla="*/ 3 w 36"/>
                <ns1:gd name="T11" fmla="*/ 18 h 28"/>
                <ns1:gd name="T12" fmla="*/ 0 w 36"/>
                <ns1:gd name="T13" fmla="*/ 17 h 28"/>
                <ns1:gd name="T14" fmla="*/ 7 w 36"/>
                <ns1:gd name="T15" fmla="*/ 0 h 28"/>
                <ns1:gd name="T16" fmla="*/ 11 w 36"/>
                <ns1:gd name="T17" fmla="*/ 3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36" h="28">
                  <ns1:moveTo>
                    <ns1:pt x="11" y="3"/>
                  </ns1:moveTo>
                  <ns1:lnTo>
                    <ns1:pt x="8" y="9"/>
                  </ns1:lnTo>
                  <ns1:lnTo>
                    <ns1:pt x="36" y="25"/>
                  </ns1:lnTo>
                  <ns1:lnTo>
                    <ns1:pt x="33" y="28"/>
                  </ns1:lnTo>
                  <ns1:lnTo>
                    <ns1:pt x="6" y="13"/>
                  </ns1:lnTo>
                  <ns1:lnTo>
                    <ns1:pt x="3" y="18"/>
                  </ns1:lnTo>
                  <ns1:lnTo>
                    <ns1:pt x="0" y="17"/>
                  </ns1:lnTo>
                  <ns1:lnTo>
                    <ns1:pt x="7" y="0"/>
                  </ns1:lnTo>
                  <ns1:lnTo>
                    <ns1:pt x="11" y="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3" name="Freeform 123"/>
            <ns0:cNvSpPr/>
            <ns0:nvPr userDrawn="1"/>
          </ns0:nvSpPr>
          <ns0:spPr bwMode="auto">
            <ns1:xfrm>
              <ns1:off x="6254567" y="3810300"/>
              <ns1:ext cx="272269" cy="173950"/>
            </ns1:xfrm>
            <ns1:custGeom>
              <ns1:avLst/>
              <ns1:gdLst>
                <ns1:gd name="T0" fmla="*/ 8 w 36"/>
                <ns1:gd name="T1" fmla="*/ 0 h 23"/>
                <ns1:gd name="T2" fmla="*/ 25 w 36"/>
                <ns1:gd name="T3" fmla="*/ 14 h 23"/>
                <ns1:gd name="T4" fmla="*/ 36 w 36"/>
                <ns1:gd name="T5" fmla="*/ 19 h 23"/>
                <ns1:gd name="T6" fmla="*/ 34 w 36"/>
                <ns1:gd name="T7" fmla="*/ 23 h 23"/>
                <ns1:gd name="T8" fmla="*/ 24 w 36"/>
                <ns1:gd name="T9" fmla="*/ 18 h 23"/>
                <ns1:gd name="T10" fmla="*/ 0 w 36"/>
                <ns1:gd name="T11" fmla="*/ 18 h 23"/>
                <ns1:gd name="T12" fmla="*/ 2 w 36"/>
                <ns1:gd name="T13" fmla="*/ 14 h 23"/>
                <ns1:gd name="T14" fmla="*/ 18 w 36"/>
                <ns1:gd name="T15" fmla="*/ 14 h 23"/>
                <ns1:gd name="T16" fmla="*/ 7 w 36"/>
                <ns1:gd name="T17" fmla="*/ 5 h 23"/>
                <ns1:gd name="T18" fmla="*/ 8 w 36"/>
                <ns1:gd name="T19" fmla="*/ 0 h 2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36" h="23">
                  <ns1:moveTo>
                    <ns1:pt x="8" y="0"/>
                  </ns1:moveTo>
                  <ns1:lnTo>
                    <ns1:pt x="25" y="14"/>
                  </ns1:lnTo>
                  <ns1:lnTo>
                    <ns1:pt x="36" y="19"/>
                  </ns1:lnTo>
                  <ns1:lnTo>
                    <ns1:pt x="34" y="23"/>
                  </ns1:lnTo>
                  <ns1:lnTo>
                    <ns1:pt x="24" y="18"/>
                  </ns1:lnTo>
                  <ns1:lnTo>
                    <ns1:pt x="0" y="18"/>
                  </ns1:lnTo>
                  <ns1:lnTo>
                    <ns1:pt x="2" y="14"/>
                  </ns1:lnTo>
                  <ns1:lnTo>
                    <ns1:pt x="18" y="14"/>
                  </ns1:lnTo>
                  <ns1:lnTo>
                    <ns1:pt x="7" y="5"/>
                  </ns1:lnTo>
                  <ns1:lnTo>
                    <ns1:pt x="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4" name="Freeform 124"/>
            <ns0:cNvSpPr/>
            <ns0:nvPr userDrawn="1"/>
          </ns0:nvSpPr>
          <ns0:spPr bwMode="auto">
            <ns1:xfrm>
              <ns1:off x="4462130" y="4286770"/>
              <ns1:ext cx="257143" cy="189076"/>
            </ns1:xfrm>
            <ns1:custGeom>
              <ns1:avLst/>
              <ns1:gdLst>
                <ns1:gd name="T0" fmla="*/ 14 w 28"/>
                <ns1:gd name="T1" fmla="*/ 16 h 20"/>
                <ns1:gd name="T2" fmla="*/ 8 w 28"/>
                <ns1:gd name="T3" fmla="*/ 20 h 20"/>
                <ns1:gd name="T4" fmla="*/ 2 w 28"/>
                <ns1:gd name="T5" fmla="*/ 17 h 20"/>
                <ns1:gd name="T6" fmla="*/ 0 w 28"/>
                <ns1:gd name="T7" fmla="*/ 12 h 20"/>
                <ns1:gd name="T8" fmla="*/ 1 w 28"/>
                <ns1:gd name="T9" fmla="*/ 9 h 20"/>
                <ns1:gd name="T10" fmla="*/ 4 w 28"/>
                <ns1:gd name="T11" fmla="*/ 10 h 20"/>
                <ns1:gd name="T12" fmla="*/ 3 w 28"/>
                <ns1:gd name="T13" fmla="*/ 12 h 20"/>
                <ns1:gd name="T14" fmla="*/ 4 w 28"/>
                <ns1:gd name="T15" fmla="*/ 15 h 20"/>
                <ns1:gd name="T16" fmla="*/ 8 w 28"/>
                <ns1:gd name="T17" fmla="*/ 16 h 20"/>
                <ns1:gd name="T18" fmla="*/ 12 w 28"/>
                <ns1:gd name="T19" fmla="*/ 14 h 20"/>
                <ns1:gd name="T20" fmla="*/ 25 w 28"/>
                <ns1:gd name="T21" fmla="*/ 0 h 20"/>
                <ns1:gd name="T22" fmla="*/ 28 w 28"/>
                <ns1:gd name="T23" fmla="*/ 3 h 20"/>
                <ns1:gd name="T24" fmla="*/ 14 w 28"/>
                <ns1:gd name="T25" fmla="*/ 16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8" h="20">
                  <ns1:moveTo>
                    <ns1:pt x="14" y="16"/>
                  </ns1:moveTo>
                  <ns1:cubicBezTo>
                    <ns1:pt x="12" y="18"/>
                    <ns1:pt x="10" y="20"/>
                    <ns1:pt x="8" y="20"/>
                  </ns1:cubicBezTo>
                  <ns1:cubicBezTo>
                    <ns1:pt x="6" y="20"/>
                    <ns1:pt x="4" y="19"/>
                    <ns1:pt x="2" y="17"/>
                  </ns1:cubicBezTo>
                  <ns1:cubicBezTo>
                    <ns1:pt x="1" y="16"/>
                    <ns1:pt x="0" y="14"/>
                    <ns1:pt x="0" y="12"/>
                  </ns1:cubicBezTo>
                  <ns1:cubicBezTo>
                    <ns1:pt x="0" y="11"/>
                    <ns1:pt x="0" y="10"/>
                    <ns1:pt x="1" y="9"/>
                  </ns1:cubicBezTo>
                  <ns1:cubicBezTo>
                    <ns1:pt x="4" y="10"/>
                    <ns1:pt x="4" y="10"/>
                    <ns1:pt x="4" y="10"/>
                  </ns1:cubicBezTo>
                  <ns1:cubicBezTo>
                    <ns1:pt x="3" y="11"/>
                    <ns1:pt x="3" y="11"/>
                    <ns1:pt x="3" y="12"/>
                  </ns1:cubicBezTo>
                  <ns1:cubicBezTo>
                    <ns1:pt x="3" y="13"/>
                    <ns1:pt x="4" y="14"/>
                    <ns1:pt x="4" y="15"/>
                  </ns1:cubicBezTo>
                  <ns1:cubicBezTo>
                    <ns1:pt x="5" y="16"/>
                    <ns1:pt x="6" y="16"/>
                    <ns1:pt x="8" y="16"/>
                  </ns1:cubicBezTo>
                  <ns1:cubicBezTo>
                    <ns1:pt x="9" y="16"/>
                    <ns1:pt x="10" y="15"/>
                    <ns1:pt x="12" y="14"/>
                  </ns1:cubicBezTo>
                  <ns1:cubicBezTo>
                    <ns1:pt x="25" y="0"/>
                    <ns1:pt x="25" y="0"/>
                    <ns1:pt x="25" y="0"/>
                  </ns1:cubicBezTo>
                  <ns1:cubicBezTo>
                    <ns1:pt x="28" y="3"/>
                    <ns1:pt x="28" y="3"/>
                    <ns1:pt x="28" y="3"/>
                  </ns1:cubicBezTo>
                  <ns1:lnTo>
                    <ns1:pt x="14" y="16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5" name="Freeform 125"/>
            <ns0:cNvSpPr>
              <ns1:spLocks noEditPoints="1"/>
            </ns0:cNvSpPr>
            <ns0:nvPr userDrawn="1"/>
          </ns0:nvSpPr>
          <ns0:spPr bwMode="auto">
            <ns1:xfrm>
              <ns1:off x="4938600" y="4203577"/>
              <ns1:ext cx="801681" cy="249580"/>
            </ns1:xfrm>
            <ns1:custGeom>
              <ns1:avLst/>
              <ns1:gdLst>
                <ns1:gd name="T0" fmla="*/ 0 w 86"/>
                <ns1:gd name="T1" fmla="*/ 15 h 27"/>
                <ns1:gd name="T2" fmla="*/ 4 w 86"/>
                <ns1:gd name="T3" fmla="*/ 15 h 27"/>
                <ns1:gd name="T4" fmla="*/ 6 w 86"/>
                <ns1:gd name="T5" fmla="*/ 3 h 27"/>
                <ns1:gd name="T6" fmla="*/ 10 w 86"/>
                <ns1:gd name="T7" fmla="*/ 3 h 27"/>
                <ns1:gd name="T8" fmla="*/ 14 w 86"/>
                <ns1:gd name="T9" fmla="*/ 4 h 27"/>
                <ns1:gd name="T10" fmla="*/ 10 w 86"/>
                <ns1:gd name="T11" fmla="*/ 19 h 27"/>
                <ns1:gd name="T12" fmla="*/ 37 w 86"/>
                <ns1:gd name="T13" fmla="*/ 14 h 27"/>
                <ns1:gd name="T14" fmla="*/ 33 w 86"/>
                <ns1:gd name="T15" fmla="*/ 11 h 27"/>
                <ns1:gd name="T16" fmla="*/ 28 w 86"/>
                <ns1:gd name="T17" fmla="*/ 13 h 27"/>
                <ns1:gd name="T18" fmla="*/ 30 w 86"/>
                <ns1:gd name="T19" fmla="*/ 16 h 27"/>
                <ns1:gd name="T20" fmla="*/ 34 w 86"/>
                <ns1:gd name="T21" fmla="*/ 17 h 27"/>
                <ns1:gd name="T22" fmla="*/ 37 w 86"/>
                <ns1:gd name="T23" fmla="*/ 14 h 27"/>
                <ns1:gd name="T24" fmla="*/ 36 w 86"/>
                <ns1:gd name="T25" fmla="*/ 21 h 27"/>
                <ns1:gd name="T26" fmla="*/ 32 w 86"/>
                <ns1:gd name="T27" fmla="*/ 19 h 27"/>
                <ns1:gd name="T28" fmla="*/ 27 w 86"/>
                <ns1:gd name="T29" fmla="*/ 19 h 27"/>
                <ns1:gd name="T30" fmla="*/ 27 w 86"/>
                <ns1:gd name="T31" fmla="*/ 24 h 27"/>
                <ns1:gd name="T32" fmla="*/ 34 w 86"/>
                <ns1:gd name="T33" fmla="*/ 25 h 27"/>
                <ns1:gd name="T34" fmla="*/ 30 w 86"/>
                <ns1:gd name="T35" fmla="*/ 27 h 27"/>
                <ns1:gd name="T36" fmla="*/ 24 w 86"/>
                <ns1:gd name="T37" fmla="*/ 25 h 27"/>
                <ns1:gd name="T38" fmla="*/ 23 w 86"/>
                <ns1:gd name="T39" fmla="*/ 21 h 27"/>
                <ns1:gd name="T40" fmla="*/ 28 w 86"/>
                <ns1:gd name="T41" fmla="*/ 17 h 27"/>
                <ns1:gd name="T42" fmla="*/ 25 w 86"/>
                <ns1:gd name="T43" fmla="*/ 15 h 27"/>
                <ns1:gd name="T44" fmla="*/ 28 w 86"/>
                <ns1:gd name="T45" fmla="*/ 10 h 27"/>
                <ns1:gd name="T46" fmla="*/ 39 w 86"/>
                <ns1:gd name="T47" fmla="*/ 11 h 27"/>
                <ns1:gd name="T48" fmla="*/ 39 w 86"/>
                <ns1:gd name="T49" fmla="*/ 17 h 27"/>
                <ns1:gd name="T50" fmla="*/ 36 w 86"/>
                <ns1:gd name="T51" fmla="*/ 18 h 27"/>
                <ns1:gd name="T52" fmla="*/ 39 w 86"/>
                <ns1:gd name="T53" fmla="*/ 23 h 27"/>
                <ns1:gd name="T54" fmla="*/ 30 w 86"/>
                <ns1:gd name="T55" fmla="*/ 27 h 27"/>
                <ns1:gd name="T56" fmla="*/ 62 w 86"/>
                <ns1:gd name="T57" fmla="*/ 14 h 27"/>
                <ns1:gd name="T58" fmla="*/ 59 w 86"/>
                <ns1:gd name="T59" fmla="*/ 11 h 27"/>
                <ns1:gd name="T60" fmla="*/ 54 w 86"/>
                <ns1:gd name="T61" fmla="*/ 12 h 27"/>
                <ns1:gd name="T62" fmla="*/ 53 w 86"/>
                <ns1:gd name="T63" fmla="*/ 17 h 27"/>
                <ns1:gd name="T64" fmla="*/ 56 w 86"/>
                <ns1:gd name="T65" fmla="*/ 19 h 27"/>
                <ns1:gd name="T66" fmla="*/ 60 w 86"/>
                <ns1:gd name="T67" fmla="*/ 18 h 27"/>
                <ns1:gd name="T68" fmla="*/ 63 w 86"/>
                <ns1:gd name="T69" fmla="*/ 17 h 27"/>
                <ns1:gd name="T70" fmla="*/ 50 w 86"/>
                <ns1:gd name="T71" fmla="*/ 15 h 27"/>
                <ns1:gd name="T72" fmla="*/ 52 w 86"/>
                <ns1:gd name="T73" fmla="*/ 11 h 27"/>
                <ns1:gd name="T74" fmla="*/ 58 w 86"/>
                <ns1:gd name="T75" fmla="*/ 9 h 27"/>
                <ns1:gd name="T76" fmla="*/ 63 w 86"/>
                <ns1:gd name="T77" fmla="*/ 11 h 27"/>
                <ns1:gd name="T78" fmla="*/ 66 w 86"/>
                <ns1:gd name="T79" fmla="*/ 17 h 27"/>
                <ns1:gd name="T80" fmla="*/ 63 w 86"/>
                <ns1:gd name="T81" fmla="*/ 24 h 27"/>
                <ns1:gd name="T82" fmla="*/ 55 w 86"/>
                <ns1:gd name="T83" fmla="*/ 27 h 27"/>
                <ns1:gd name="T84" fmla="*/ 52 w 86"/>
                <ns1:gd name="T85" fmla="*/ 27 h 27"/>
                <ns1:gd name="T86" fmla="*/ 52 w 86"/>
                <ns1:gd name="T87" fmla="*/ 25 h 27"/>
                <ns1:gd name="T88" fmla="*/ 55 w 86"/>
                <ns1:gd name="T89" fmla="*/ 25 h 27"/>
                <ns1:gd name="T90" fmla="*/ 62 w 86"/>
                <ns1:gd name="T91" fmla="*/ 19 h 27"/>
                <ns1:gd name="T92" fmla="*/ 57 w 86"/>
                <ns1:gd name="T93" fmla="*/ 21 h 27"/>
                <ns1:gd name="T94" fmla="*/ 52 w 86"/>
                <ns1:gd name="T95" fmla="*/ 20 h 27"/>
                <ns1:gd name="T96" fmla="*/ 50 w 86"/>
                <ns1:gd name="T97" fmla="*/ 15 h 27"/>
                <ns1:gd name="T98" fmla="*/ 86 w 86"/>
                <ns1:gd name="T99" fmla="*/ 18 h 27"/>
                <ns1:gd name="T100" fmla="*/ 83 w 86"/>
                <ns1:gd name="T101" fmla="*/ 3 h 27"/>
                <ns1:gd name="T102" fmla="*/ 72 w 86"/>
                <ns1:gd name="T103" fmla="*/ 6 h 27"/>
                <ns1:gd name="T104" fmla="*/ 86 w 86"/>
                <ns1:gd name="T105" fmla="*/ 1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</ns1:cxnLst>
              <ns1:rect l="0" t="0" r="r" b="b"/>
              <ns1:pathLst>
                <ns1:path w="86" h="27">
                  <ns1:moveTo>
                    <ns1:pt x="9" y="20"/>
                  </ns1:moveTo>
                  <ns1:cubicBezTo>
                    <ns1:pt x="0" y="15"/>
                    <ns1:pt x="0" y="15"/>
                    <ns1:pt x="0" y="15"/>
                  </ns1:cubicBezTo>
                  <ns1:cubicBezTo>
                    <ns1:pt x="0" y="13"/>
                    <ns1:pt x="0" y="13"/>
                    <ns1:pt x="0" y="13"/>
                  </ns1:cubicBezTo>
                  <ns1:cubicBezTo>
                    <ns1:pt x="4" y="15"/>
                    <ns1:pt x="4" y="15"/>
                    <ns1:pt x="4" y="15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7" y="2"/>
                    <ns1:pt x="7" y="2"/>
                    <ns1:pt x="7" y="2"/>
                  </ns1:cubicBezTo>
                  <ns1:cubicBezTo>
                    <ns1:pt x="8" y="3"/>
                    <ns1:pt x="9" y="3"/>
                    <ns1:pt x="10" y="3"/>
                  </ns1:cubicBezTo>
                  <ns1:cubicBezTo>
                    <ns1:pt x="11" y="3"/>
                    <ns1:pt x="11" y="3"/>
                    <ns1:pt x="12" y="2"/>
                  </ns1:cubicBezTo>
                  <ns1:cubicBezTo>
                    <ns1:pt x="14" y="4"/>
                    <ns1:pt x="14" y="4"/>
                    <ns1:pt x="14" y="4"/>
                  </ns1:cubicBezTo>
                  <ns1:cubicBezTo>
                    <ns1:pt x="6" y="17"/>
                    <ns1:pt x="6" y="17"/>
                    <ns1:pt x="6" y="17"/>
                  </ns1:cubicBezTo>
                  <ns1:cubicBezTo>
                    <ns1:pt x="10" y="19"/>
                    <ns1:pt x="10" y="19"/>
                    <ns1:pt x="10" y="19"/>
                  </ns1:cubicBezTo>
                  <ns1:lnTo>
                    <ns1:pt x="9" y="20"/>
                  </ns1:lnTo>
                  <ns1:close/>
                  <ns1:moveTo>
                    <ns1:pt x="37" y="14"/>
                  </ns1:moveTo>
                  <ns1:cubicBezTo>
                    <ns1:pt x="37" y="14"/>
                    <ns1:pt x="37" y="13"/>
                    <ns1:pt x="36" y="12"/>
                  </ns1:cubicBezTo>
                  <ns1:cubicBezTo>
                    <ns1:pt x="36" y="12"/>
                    <ns1:pt x="35" y="11"/>
                    <ns1:pt x="33" y="11"/>
                  </ns1:cubicBezTo>
                  <ns1:cubicBezTo>
                    <ns1:pt x="32" y="11"/>
                    <ns1:pt x="31" y="11"/>
                    <ns1:pt x="30" y="11"/>
                  </ns1:cubicBezTo>
                  <ns1:cubicBezTo>
                    <ns1:pt x="29" y="12"/>
                    <ns1:pt x="29" y="12"/>
                    <ns1:pt x="28" y="13"/>
                  </ns1:cubicBezTo>
                  <ns1:cubicBezTo>
                    <ns1:pt x="28" y="14"/>
                    <ns1:pt x="28" y="14"/>
                    <ns1:pt x="29" y="15"/>
                  </ns1:cubicBezTo>
                  <ns1:cubicBezTo>
                    <ns1:pt x="29" y="15"/>
                    <ns1:pt x="30" y="15"/>
                    <ns1:pt x="30" y="16"/>
                  </ns1:cubicBezTo>
                  <ns1:cubicBezTo>
                    <ns1:pt x="31" y="16"/>
                    <ns1:pt x="31" y="16"/>
                    <ns1:pt x="32" y="17"/>
                  </ns1:cubicBezTo>
                  <ns1:cubicBezTo>
                    <ns1:pt x="33" y="17"/>
                    <ns1:pt x="33" y="17"/>
                    <ns1:pt x="34" y="17"/>
                  </ns1:cubicBezTo>
                  <ns1:cubicBezTo>
                    <ns1:pt x="35" y="17"/>
                    <ns1:pt x="36" y="17"/>
                    <ns1:pt x="36" y="16"/>
                  </ns1:cubicBezTo>
                  <ns1:cubicBezTo>
                    <ns1:pt x="37" y="16"/>
                    <ns1:pt x="37" y="15"/>
                    <ns1:pt x="37" y="14"/>
                  </ns1:cubicBezTo>
                  <ns1:moveTo>
                    <ns1:pt x="36" y="23"/>
                  </ns1:moveTo>
                  <ns1:cubicBezTo>
                    <ns1:pt x="36" y="22"/>
                    <ns1:pt x="36" y="22"/>
                    <ns1:pt x="36" y="21"/>
                  </ns1:cubicBezTo>
                  <ns1:cubicBezTo>
                    <ns1:pt x="35" y="21"/>
                    <ns1:pt x="34" y="20"/>
                    <ns1:pt x="33" y="20"/>
                  </ns1:cubicBezTo>
                  <ns1:cubicBezTo>
                    <ns1:pt x="33" y="19"/>
                    <ns1:pt x="33" y="19"/>
                    <ns1:pt x="32" y="19"/>
                  </ns1:cubicBezTo>
                  <ns1:cubicBezTo>
                    <ns1:pt x="31" y="19"/>
                    <ns1:pt x="31" y="18"/>
                    <ns1:pt x="30" y="18"/>
                  </ns1:cubicBezTo>
                  <ns1:cubicBezTo>
                    <ns1:pt x="29" y="18"/>
                    <ns1:pt x="28" y="19"/>
                    <ns1:pt x="27" y="19"/>
                  </ns1:cubicBezTo>
                  <ns1:cubicBezTo>
                    <ns1:pt x="27" y="20"/>
                    <ns1:pt x="26" y="20"/>
                    <ns1:pt x="26" y="21"/>
                  </ns1:cubicBezTo>
                  <ns1:cubicBezTo>
                    <ns1:pt x="26" y="22"/>
                    <ns1:pt x="26" y="23"/>
                    <ns1:pt x="27" y="24"/>
                  </ns1:cubicBezTo>
                  <ns1:cubicBezTo>
                    <ns1:pt x="28" y="25"/>
                    <ns1:pt x="29" y="25"/>
                    <ns1:pt x="30" y="25"/>
                  </ns1:cubicBezTo>
                  <ns1:cubicBezTo>
                    <ns1:pt x="32" y="26"/>
                    <ns1:pt x="33" y="25"/>
                    <ns1:pt x="34" y="25"/>
                  </ns1:cubicBezTo>
                  <ns1:cubicBezTo>
                    <ns1:pt x="35" y="24"/>
                    <ns1:pt x="36" y="24"/>
                    <ns1:pt x="36" y="23"/>
                  </ns1:cubicBezTo>
                  <ns1:moveTo>
                    <ns1:pt x="30" y="27"/>
                  </ns1:moveTo>
                  <ns1:cubicBezTo>
                    <ns1:pt x="29" y="27"/>
                    <ns1:pt x="28" y="27"/>
                    <ns1:pt x="27" y="26"/>
                  </ns1:cubicBezTo>
                  <ns1:cubicBezTo>
                    <ns1:pt x="26" y="26"/>
                    <ns1:pt x="25" y="25"/>
                    <ns1:pt x="24" y="25"/>
                  </ns1:cubicBezTo>
                  <ns1:cubicBezTo>
                    <ns1:pt x="23" y="24"/>
                    <ns1:pt x="23" y="24"/>
                    <ns1:pt x="23" y="23"/>
                  </ns1:cubicBezTo>
                  <ns1:cubicBezTo>
                    <ns1:pt x="23" y="22"/>
                    <ns1:pt x="22" y="21"/>
                    <ns1:pt x="23" y="21"/>
                  </ns1:cubicBezTo>
                  <ns1:cubicBezTo>
                    <ns1:pt x="23" y="20"/>
                    <ns1:pt x="23" y="19"/>
                    <ns1:pt x="24" y="18"/>
                  </ns1:cubicBezTo>
                  <ns1:cubicBezTo>
                    <ns1:pt x="25" y="18"/>
                    <ns1:pt x="26" y="17"/>
                    <ns1:pt x="28" y="17"/>
                  </ns1:cubicBezTo>
                  <ns1:cubicBezTo>
                    <ns1:pt x="28" y="17"/>
                    <ns1:pt x="28" y="17"/>
                    <ns1:pt x="28" y="17"/>
                  </ns1:cubicBezTo>
                  <ns1:cubicBezTo>
                    <ns1:pt x="27" y="16"/>
                    <ns1:pt x="26" y="16"/>
                    <ns1:pt x="25" y="15"/>
                  </ns1:cubicBezTo>
                  <ns1:cubicBezTo>
                    <ns1:pt x="25" y="14"/>
                    <ns1:pt x="25" y="14"/>
                    <ns1:pt x="25" y="13"/>
                  </ns1:cubicBezTo>
                  <ns1:cubicBezTo>
                    <ns1:pt x="25" y="12"/>
                    <ns1:pt x="26" y="11"/>
                    <ns1:pt x="28" y="10"/>
                  </ns1:cubicBezTo>
                  <ns1:cubicBezTo>
                    <ns1:pt x="29" y="9"/>
                    <ns1:pt x="31" y="9"/>
                    <ns1:pt x="34" y="10"/>
                  </ns1:cubicBezTo>
                  <ns1:cubicBezTo>
                    <ns1:pt x="36" y="10"/>
                    <ns1:pt x="38" y="10"/>
                    <ns1:pt x="39" y="11"/>
                  </ns1:cubicBezTo>
                  <ns1:cubicBezTo>
                    <ns1:pt x="40" y="12"/>
                    <ns1:pt x="41" y="14"/>
                    <ns1:pt x="40" y="15"/>
                  </ns1:cubicBezTo>
                  <ns1:cubicBezTo>
                    <ns1:pt x="40" y="16"/>
                    <ns1:pt x="40" y="16"/>
                    <ns1:pt x="39" y="17"/>
                  </ns1:cubicBezTo>
                  <ns1:cubicBezTo>
                    <ns1:pt x="38" y="18"/>
                    <ns1:pt x="37" y="18"/>
                    <ns1:pt x="36" y="18"/>
                  </ns1:cubicBezTo>
                  <ns1:cubicBezTo>
                    <ns1:pt x="36" y="18"/>
                    <ns1:pt x="36" y="18"/>
                    <ns1:pt x="36" y="18"/>
                  </ns1:cubicBezTo>
                  <ns1:cubicBezTo>
                    <ns1:pt x="37" y="19"/>
                    <ns1:pt x="38" y="20"/>
                    <ns1:pt x="39" y="20"/>
                  </ns1:cubicBezTo>
                  <ns1:cubicBezTo>
                    <ns1:pt x="39" y="21"/>
                    <ns1:pt x="40" y="22"/>
                    <ns1:pt x="39" y="23"/>
                  </ns1:cubicBezTo>
                  <ns1:cubicBezTo>
                    <ns1:pt x="39" y="25"/>
                    <ns1:pt x="38" y="26"/>
                    <ns1:pt x="36" y="26"/>
                  </ns1:cubicBezTo>
                  <ns1:cubicBezTo>
                    <ns1:pt x="34" y="27"/>
                    <ns1:pt x="32" y="27"/>
                    <ns1:pt x="30" y="27"/>
                  </ns1:cubicBezTo>
                  <ns1:moveTo>
                    <ns1:pt x="63" y="17"/>
                  </ns1:moveTo>
                  <ns1:cubicBezTo>
                    <ns1:pt x="63" y="15"/>
                    <ns1:pt x="62" y="15"/>
                    <ns1:pt x="62" y="14"/>
                  </ns1:cubicBezTo>
                  <ns1:cubicBezTo>
                    <ns1:pt x="62" y="13"/>
                    <ns1:pt x="61" y="13"/>
                    <ns1:pt x="61" y="12"/>
                  </ns1:cubicBezTo>
                  <ns1:cubicBezTo>
                    <ns1:pt x="60" y="12"/>
                    <ns1:pt x="60" y="12"/>
                    <ns1:pt x="59" y="11"/>
                  </ns1:cubicBezTo>
                  <ns1:cubicBezTo>
                    <ns1:pt x="59" y="11"/>
                    <ns1:pt x="58" y="11"/>
                    <ns1:pt x="58" y="11"/>
                  </ns1:cubicBezTo>
                  <ns1:cubicBezTo>
                    <ns1:pt x="56" y="11"/>
                    <ns1:pt x="55" y="12"/>
                    <ns1:pt x="54" y="12"/>
                  </ns1:cubicBezTo>
                  <ns1:cubicBezTo>
                    <ns1:pt x="53" y="13"/>
                    <ns1:pt x="53" y="14"/>
                    <ns1:pt x="53" y="15"/>
                  </ns1:cubicBezTo>
                  <ns1:cubicBezTo>
                    <ns1:pt x="53" y="16"/>
                    <ns1:pt x="53" y="16"/>
                    <ns1:pt x="53" y="17"/>
                  </ns1:cubicBezTo>
                  <ns1:cubicBezTo>
                    <ns1:pt x="54" y="17"/>
                    <ns1:pt x="54" y="18"/>
                    <ns1:pt x="55" y="18"/>
                  </ns1:cubicBezTo>
                  <ns1:cubicBezTo>
                    <ns1:pt x="55" y="18"/>
                    <ns1:pt x="56" y="18"/>
                    <ns1:pt x="56" y="19"/>
                  </ns1:cubicBezTo>
                  <ns1:cubicBezTo>
                    <ns1:pt x="57" y="19"/>
                    <ns1:pt x="57" y="19"/>
                    <ns1:pt x="58" y="19"/>
                  </ns1:cubicBezTo>
                  <ns1:cubicBezTo>
                    <ns1:pt x="59" y="19"/>
                    <ns1:pt x="59" y="19"/>
                    <ns1:pt x="60" y="18"/>
                  </ns1:cubicBezTo>
                  <ns1:cubicBezTo>
                    <ns1:pt x="61" y="18"/>
                    <ns1:pt x="62" y="18"/>
                    <ns1:pt x="62" y="18"/>
                  </ns1:cubicBezTo>
                  <ns1:cubicBezTo>
                    <ns1:pt x="63" y="18"/>
                    <ns1:pt x="63" y="17"/>
                    <ns1:pt x="63" y="17"/>
                  </ns1:cubicBezTo>
                  <ns1:cubicBezTo>
                    <ns1:pt x="63" y="17"/>
                    <ns1:pt x="63" y="17"/>
                    <ns1:pt x="63" y="17"/>
                  </ns1:cubicBezTo>
                  <ns1:moveTo>
                    <ns1:pt x="50" y="15"/>
                  </ns1:moveTo>
                  <ns1:cubicBezTo>
                    <ns1:pt x="50" y="14"/>
                    <ns1:pt x="50" y="14"/>
                    <ns1:pt x="50" y="13"/>
                  </ns1:cubicBezTo>
                  <ns1:cubicBezTo>
                    <ns1:pt x="51" y="12"/>
                    <ns1:pt x="51" y="11"/>
                    <ns1:pt x="52" y="11"/>
                  </ns1:cubicBezTo>
                  <ns1:cubicBezTo>
                    <ns1:pt x="53" y="10"/>
                    <ns1:pt x="53" y="10"/>
                    <ns1:pt x="55" y="10"/>
                  </ns1:cubicBezTo>
                  <ns1:cubicBezTo>
                    <ns1:pt x="56" y="9"/>
                    <ns1:pt x="57" y="9"/>
                    <ns1:pt x="58" y="9"/>
                  </ns1:cubicBezTo>
                  <ns1:cubicBezTo>
                    <ns1:pt x="59" y="9"/>
                    <ns1:pt x="60" y="9"/>
                    <ns1:pt x="61" y="10"/>
                  </ns1:cubicBezTo>
                  <ns1:cubicBezTo>
                    <ns1:pt x="62" y="10"/>
                    <ns1:pt x="63" y="10"/>
                    <ns1:pt x="63" y="11"/>
                  </ns1:cubicBezTo>
                  <ns1:cubicBezTo>
                    <ns1:pt x="64" y="11"/>
                    <ns1:pt x="65" y="12"/>
                    <ns1:pt x="65" y="13"/>
                  </ns1:cubicBezTo>
                  <ns1:cubicBezTo>
                    <ns1:pt x="66" y="14"/>
                    <ns1:pt x="66" y="16"/>
                    <ns1:pt x="66" y="17"/>
                  </ns1:cubicBezTo>
                  <ns1:cubicBezTo>
                    <ns1:pt x="66" y="19"/>
                    <ns1:pt x="66" y="20"/>
                    <ns1:pt x="65" y="21"/>
                  </ns1:cubicBezTo>
                  <ns1:cubicBezTo>
                    <ns1:pt x="65" y="22"/>
                    <ns1:pt x="64" y="23"/>
                    <ns1:pt x="63" y="24"/>
                  </ns1:cubicBezTo>
                  <ns1:cubicBezTo>
                    <ns1:pt x="62" y="25"/>
                    <ns1:pt x="61" y="26"/>
                    <ns1:pt x="60" y="26"/>
                  </ns1:cubicBezTo>
                  <ns1:cubicBezTo>
                    <ns1:pt x="58" y="27"/>
                    <ns1:pt x="57" y="27"/>
                    <ns1:pt x="55" y="27"/>
                  </ns1:cubicBezTo>
                  <ns1:cubicBezTo>
                    <ns1:pt x="54" y="27"/>
                    <ns1:pt x="54" y="27"/>
                    <ns1:pt x="53" y="27"/>
                  </ns1:cubicBezTo>
                  <ns1:cubicBezTo>
                    <ns1:pt x="53" y="27"/>
                    <ns1:pt x="52" y="27"/>
                    <ns1:pt x="52" y="27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3" y="25"/>
                    <ns1:pt x="53" y="25"/>
                  </ns1:cubicBezTo>
                  <ns1:cubicBezTo>
                    <ns1:pt x="54" y="25"/>
                    <ns1:pt x="54" y="25"/>
                    <ns1:pt x="55" y="25"/>
                  </ns1:cubicBezTo>
                  <ns1:cubicBezTo>
                    <ns1:pt x="57" y="25"/>
                    <ns1:pt x="59" y="25"/>
                    <ns1:pt x="60" y="24"/>
                  </ns1:cubicBezTo>
                  <ns1:cubicBezTo>
                    <ns1:pt x="62" y="23"/>
                    <ns1:pt x="62" y="21"/>
                    <ns1:pt x="62" y="19"/>
                  </ns1:cubicBezTo>
                  <ns1:cubicBezTo>
                    <ns1:pt x="62" y="20"/>
                    <ns1:pt x="61" y="20"/>
                    <ns1:pt x="60" y="20"/>
                  </ns1:cubicBezTo>
                  <ns1:cubicBezTo>
                    <ns1:pt x="59" y="20"/>
                    <ns1:pt x="58" y="21"/>
                    <ns1:pt x="57" y="21"/>
                  </ns1:cubicBezTo>
                  <ns1:cubicBezTo>
                    <ns1:pt x="56" y="21"/>
                    <ns1:pt x="55" y="20"/>
                    <ns1:pt x="55" y="20"/>
                  </ns1:cubicBezTo>
                  <ns1:cubicBezTo>
                    <ns1:pt x="54" y="20"/>
                    <ns1:pt x="53" y="20"/>
                    <ns1:pt x="52" y="20"/>
                  </ns1:cubicBezTo>
                  <ns1:cubicBezTo>
                    <ns1:pt x="51" y="19"/>
                    <ns1:pt x="51" y="18"/>
                    <ns1:pt x="50" y="18"/>
                  </ns1:cubicBezTo>
                  <ns1:cubicBezTo>
                    <ns1:pt x="50" y="17"/>
                    <ns1:pt x="50" y="16"/>
                    <ns1:pt x="50" y="15"/>
                  </ns1:cubicBezTo>
                  <ns1:moveTo>
                    <ns1:pt x="86" y="1"/>
                  </ns1:moveTo>
                  <ns1:cubicBezTo>
                    <ns1:pt x="86" y="18"/>
                    <ns1:pt x="86" y="18"/>
                    <ns1:pt x="86" y="18"/>
                  </ns1:cubicBezTo>
                  <ns1:cubicBezTo>
                    <ns1:pt x="83" y="20"/>
                    <ns1:pt x="83" y="20"/>
                    <ns1:pt x="83" y="20"/>
                  </ns1:cubicBezTo>
                  <ns1:cubicBezTo>
                    <ns1:pt x="83" y="3"/>
                    <ns1:pt x="83" y="3"/>
                    <ns1:pt x="83" y="3"/>
                  </ns1:cubicBezTo>
                  <ns1:cubicBezTo>
                    <ns1:pt x="73" y="8"/>
                    <ns1:pt x="73" y="8"/>
                    <ns1:pt x="73" y="8"/>
                  </ns1:cubicBezTo>
                  <ns1:cubicBezTo>
                    <ns1:pt x="72" y="6"/>
                    <ns1:pt x="72" y="6"/>
                    <ns1:pt x="72" y="6"/>
                  </ns1:cubicBezTo>
                  <ns1:cubicBezTo>
                    <ns1:pt x="85" y="0"/>
                    <ns1:pt x="85" y="0"/>
                    <ns1:pt x="85" y="0"/>
                  </ns1:cubicBezTo>
                  <ns1:lnTo>
                    <ns1:pt x="86" y="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6" name="Freeform 126"/>
            <ns0:cNvSpPr/>
            <ns0:nvPr userDrawn="1"/>
          </ns0:nvSpPr>
          <ns0:spPr bwMode="auto">
            <ns1:xfrm>
              <ns1:off x="5778096" y="2774166"/>
              <ns1:ext cx="105882" cy="105882"/>
            </ns1:xfrm>
            <ns1:custGeom>
              <ns1:avLst/>
              <ns1:gdLst>
                <ns1:gd name="T0" fmla="*/ 2 w 11"/>
                <ns1:gd name="T1" fmla="*/ 12 h 12"/>
                <ns1:gd name="T2" fmla="*/ 2 w 11"/>
                <ns1:gd name="T3" fmla="*/ 8 h 12"/>
                <ns1:gd name="T4" fmla="*/ 1 w 11"/>
                <ns1:gd name="T5" fmla="*/ 3 h 12"/>
                <ns1:gd name="T6" fmla="*/ 8 w 11"/>
                <ns1:gd name="T7" fmla="*/ 3 h 12"/>
                <ns1:gd name="T8" fmla="*/ 9 w 11"/>
                <ns1:gd name="T9" fmla="*/ 5 h 12"/>
                <ns1:gd name="T10" fmla="*/ 8 w 11"/>
                <ns1:gd name="T11" fmla="*/ 11 h 12"/>
                <ns1:gd name="T12" fmla="*/ 2 w 11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2">
                  <ns1:moveTo>
                    <ns1:pt x="2" y="12"/>
                  </ns1:moveTo>
                  <ns1:cubicBezTo>
                    <ns1:pt x="0" y="11"/>
                    <ns1:pt x="1" y="10"/>
                    <ns1:pt x="2" y="8"/>
                  </ns1:cubicBezTo>
                  <ns1:cubicBezTo>
                    <ns1:pt x="2" y="7"/>
                    <ns1:pt x="1" y="5"/>
                    <ns1:pt x="1" y="3"/>
                  </ns1:cubicBezTo>
                  <ns1:cubicBezTo>
                    <ns1:pt x="2" y="0"/>
                    <ns1:pt x="6" y="2"/>
                    <ns1:pt x="8" y="3"/>
                  </ns1:cubicBezTo>
                  <ns1:cubicBezTo>
                    <ns1:pt x="8" y="3"/>
                    <ns1:pt x="9" y="4"/>
                    <ns1:pt x="9" y="5"/>
                  </ns1:cubicBezTo>
                  <ns1:cubicBezTo>
                    <ns1:pt x="10" y="7"/>
                    <ns1:pt x="11" y="10"/>
                    <ns1:pt x="8" y="11"/>
                  </ns1:cubicBezTo>
                  <ns1:cubicBezTo>
                    <ns1:pt x="6" y="12"/>
                    <ns1:pt x="4" y="12"/>
                    <ns1:pt x="2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7" name="Freeform 127"/>
            <ns0:cNvSpPr/>
            <ns0:nvPr userDrawn="1"/>
          </ns0:nvSpPr>
          <ns0:spPr bwMode="auto">
            <ns1:xfrm>
              <ns1:off x="5505827" y="2456519"/>
              <ns1:ext cx="385714" cy="340336"/>
            </ns1:xfrm>
            <ns1:custGeom>
              <ns1:avLst/>
              <ns1:gdLst>
                <ns1:gd name="T0" fmla="*/ 7 w 41"/>
                <ns1:gd name="T1" fmla="*/ 35 h 36"/>
                <ns1:gd name="T2" fmla="*/ 7 w 41"/>
                <ns1:gd name="T3" fmla="*/ 35 h 36"/>
                <ns1:gd name="T4" fmla="*/ 7 w 41"/>
                <ns1:gd name="T5" fmla="*/ 34 h 36"/>
                <ns1:gd name="T6" fmla="*/ 15 w 41"/>
                <ns1:gd name="T7" fmla="*/ 32 h 36"/>
                <ns1:gd name="T8" fmla="*/ 20 w 41"/>
                <ns1:gd name="T9" fmla="*/ 28 h 36"/>
                <ns1:gd name="T10" fmla="*/ 6 w 41"/>
                <ns1:gd name="T11" fmla="*/ 29 h 36"/>
                <ns1:gd name="T12" fmla="*/ 2 w 41"/>
                <ns1:gd name="T13" fmla="*/ 26 h 36"/>
                <ns1:gd name="T14" fmla="*/ 2 w 41"/>
                <ns1:gd name="T15" fmla="*/ 26 h 36"/>
                <ns1:gd name="T16" fmla="*/ 3 w 41"/>
                <ns1:gd name="T17" fmla="*/ 21 h 36"/>
                <ns1:gd name="T18" fmla="*/ 19 w 41"/>
                <ns1:gd name="T19" fmla="*/ 21 h 36"/>
                <ns1:gd name="T20" fmla="*/ 24 w 41"/>
                <ns1:gd name="T21" fmla="*/ 20 h 36"/>
                <ns1:gd name="T22" fmla="*/ 29 w 41"/>
                <ns1:gd name="T23" fmla="*/ 3 h 36"/>
                <ns1:gd name="T24" fmla="*/ 35 w 41"/>
                <ns1:gd name="T25" fmla="*/ 6 h 36"/>
                <ns1:gd name="T26" fmla="*/ 36 w 41"/>
                <ns1:gd name="T27" fmla="*/ 7 h 36"/>
                <ns1:gd name="T28" fmla="*/ 36 w 41"/>
                <ns1:gd name="T29" fmla="*/ 7 h 36"/>
                <ns1:gd name="T30" fmla="*/ 35 w 41"/>
                <ns1:gd name="T31" fmla="*/ 11 h 36"/>
                <ns1:gd name="T32" fmla="*/ 31 w 41"/>
                <ns1:gd name="T33" fmla="*/ 20 h 36"/>
                <ns1:gd name="T34" fmla="*/ 40 w 41"/>
                <ns1:gd name="T35" fmla="*/ 19 h 36"/>
                <ns1:gd name="T36" fmla="*/ 38 w 41"/>
                <ns1:gd name="T37" fmla="*/ 23 h 36"/>
                <ns1:gd name="T38" fmla="*/ 29 w 41"/>
                <ns1:gd name="T39" fmla="*/ 24 h 36"/>
                <ns1:gd name="T40" fmla="*/ 23 w 41"/>
                <ns1:gd name="T41" fmla="*/ 32 h 36"/>
                <ns1:gd name="T42" fmla="*/ 21 w 41"/>
                <ns1:gd name="T43" fmla="*/ 34 h 36"/>
                <ns1:gd name="T44" fmla="*/ 14 w 41"/>
                <ns1:gd name="T45" fmla="*/ 35 h 36"/>
                <ns1:gd name="T46" fmla="*/ 7 w 41"/>
                <ns1:gd name="T47" fmla="*/ 35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41" h="36">
                  <ns1:moveTo>
                    <ns1:pt x="7" y="35"/>
                  </ns1:moveTo>
                  <ns1:cubicBezTo>
                    <ns1:pt x="7" y="35"/>
                    <ns1:pt x="7" y="35"/>
                    <ns1:pt x="7" y="35"/>
                  </ns1:cubicBezTo>
                  <ns1:cubicBezTo>
                    <ns1:pt x="7" y="35"/>
                    <ns1:pt x="7" y="35"/>
                    <ns1:pt x="7" y="34"/>
                  </ns1:cubicBezTo>
                  <ns1:cubicBezTo>
                    <ns1:pt x="8" y="34"/>
                    <ns1:pt x="15" y="32"/>
                    <ns1:pt x="15" y="32"/>
                  </ns1:cubicBezTo>
                  <ns1:cubicBezTo>
                    <ns1:pt x="17" y="31"/>
                    <ns1:pt x="19" y="30"/>
                    <ns1:pt x="20" y="28"/>
                  </ns1:cubicBezTo>
                  <ns1:cubicBezTo>
                    <ns1:pt x="15" y="28"/>
                    <ns1:pt x="11" y="30"/>
                    <ns1:pt x="6" y="29"/>
                  </ns1:cubicBezTo>
                  <ns1:cubicBezTo>
                    <ns1:pt x="4" y="28"/>
                    <ns1:pt x="3" y="27"/>
                    <ns1:pt x="2" y="26"/>
                  </ns1:cubicBezTo>
                  <ns1:cubicBezTo>
                    <ns1:pt x="2" y="26"/>
                    <ns1:pt x="2" y="26"/>
                    <ns1:pt x="2" y="26"/>
                  </ns1:cubicBezTo>
                  <ns1:cubicBezTo>
                    <ns1:pt x="0" y="24"/>
                    <ns1:pt x="0" y="22"/>
                    <ns1:pt x="3" y="21"/>
                  </ns1:cubicBezTo>
                  <ns1:cubicBezTo>
                    <ns1:pt x="7" y="23"/>
                    <ns1:pt x="15" y="22"/>
                    <ns1:pt x="19" y="21"/>
                  </ns1:cubicBezTo>
                  <ns1:cubicBezTo>
                    <ns1:pt x="20" y="21"/>
                    <ns1:pt x="23" y="21"/>
                    <ns1:pt x="24" y="20"/>
                  </ns1:cubicBezTo>
                  <ns1:cubicBezTo>
                    <ns1:pt x="26" y="15"/>
                    <ns1:pt x="27" y="9"/>
                    <ns1:pt x="29" y="3"/>
                  </ns1:cubicBezTo>
                  <ns1:cubicBezTo>
                    <ns1:pt x="31" y="0"/>
                    <ns1:pt x="33" y="3"/>
                    <ns1:pt x="35" y="6"/>
                  </ns1:cubicBezTo>
                  <ns1:cubicBezTo>
                    <ns1:pt x="35" y="6"/>
                    <ns1:pt x="36" y="6"/>
                    <ns1:pt x="36" y="7"/>
                  </ns1:cubicBezTo>
                  <ns1:cubicBezTo>
                    <ns1:pt x="36" y="7"/>
                    <ns1:pt x="36" y="7"/>
                    <ns1:pt x="36" y="7"/>
                  </ns1:cubicBezTo>
                  <ns1:cubicBezTo>
                    <ns1:pt x="37" y="9"/>
                    <ns1:pt x="37" y="10"/>
                    <ns1:pt x="35" y="11"/>
                  </ns1:cubicBezTo>
                  <ns1:cubicBezTo>
                    <ns1:pt x="33" y="14"/>
                    <ns1:pt x="32" y="17"/>
                    <ns1:pt x="31" y="20"/>
                  </ns1:cubicBezTo>
                  <ns1:cubicBezTo>
                    <ns1:pt x="34" y="20"/>
                    <ns1:pt x="37" y="18"/>
                    <ns1:pt x="40" y="19"/>
                  </ns1:cubicBezTo>
                  <ns1:cubicBezTo>
                    <ns1:pt x="41" y="21"/>
                    <ns1:pt x="40" y="22"/>
                    <ns1:pt x="38" y="23"/>
                  </ns1:cubicBezTo>
                  <ns1:cubicBezTo>
                    <ns1:pt x="36" y="23"/>
                    <ns1:pt x="33" y="24"/>
                    <ns1:pt x="29" y="24"/>
                  </ns1:cubicBezTo>
                  <ns1:cubicBezTo>
                    <ns1:pt x="28" y="27"/>
                    <ns1:pt x="26" y="30"/>
                    <ns1:pt x="23" y="32"/>
                  </ns1:cubicBezTo>
                  <ns1:cubicBezTo>
                    <ns1:pt x="23" y="33"/>
                    <ns1:pt x="21" y="34"/>
                    <ns1:pt x="21" y="34"/>
                  </ns1:cubicBezTo>
                  <ns1:cubicBezTo>
                    <ns1:pt x="19" y="34"/>
                    <ns1:pt x="17" y="35"/>
                    <ns1:pt x="14" y="35"/>
                  </ns1:cubicBezTo>
                  <ns1:cubicBezTo>
                    <ns1:pt x="8" y="36"/>
                    <ns1:pt x="8" y="35"/>
                    <ns1:pt x="7" y="3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8" name="Freeform 128"/>
            <ns0:cNvSpPr/>
            <ns0:nvPr userDrawn="1"/>
          </ns0:nvSpPr>
          <ns0:spPr bwMode="auto">
            <ns1:xfrm>
              <ns1:off x="4862970" y="2668283"/>
              <ns1:ext cx="151261" cy="310084"/>
            </ns1:xfrm>
            <ns1:custGeom>
              <ns1:avLst/>
              <ns1:gdLst>
                <ns1:gd name="T0" fmla="*/ 7 w 16"/>
                <ns1:gd name="T1" fmla="*/ 33 h 33"/>
                <ns1:gd name="T2" fmla="*/ 0 w 16"/>
                <ns1:gd name="T3" fmla="*/ 30 h 33"/>
                <ns1:gd name="T4" fmla="*/ 0 w 16"/>
                <ns1:gd name="T5" fmla="*/ 28 h 33"/>
                <ns1:gd name="T6" fmla="*/ 10 w 16"/>
                <ns1:gd name="T7" fmla="*/ 11 h 33"/>
                <ns1:gd name="T8" fmla="*/ 12 w 16"/>
                <ns1:gd name="T9" fmla="*/ 3 h 33"/>
                <ns1:gd name="T10" fmla="*/ 12 w 16"/>
                <ns1:gd name="T11" fmla="*/ 2 h 33"/>
                <ns1:gd name="T12" fmla="*/ 12 w 16"/>
                <ns1:gd name="T13" fmla="*/ 2 h 33"/>
                <ns1:gd name="T14" fmla="*/ 15 w 16"/>
                <ns1:gd name="T15" fmla="*/ 2 h 33"/>
                <ns1:gd name="T16" fmla="*/ 14 w 16"/>
                <ns1:gd name="T17" fmla="*/ 7 h 33"/>
                <ns1:gd name="T18" fmla="*/ 13 w 16"/>
                <ns1:gd name="T19" fmla="*/ 16 h 33"/>
                <ns1:gd name="T20" fmla="*/ 13 w 16"/>
                <ns1:gd name="T21" fmla="*/ 19 h 33"/>
                <ns1:gd name="T22" fmla="*/ 11 w 16"/>
                <ns1:gd name="T23" fmla="*/ 26 h 33"/>
                <ns1:gd name="T24" fmla="*/ 9 w 16"/>
                <ns1:gd name="T25" fmla="*/ 33 h 33"/>
                <ns1:gd name="T26" fmla="*/ 7 w 16"/>
                <ns1:gd name="T27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16" h="33">
                  <ns1:moveTo>
                    <ns1:pt x="7" y="33"/>
                  </ns1:moveTo>
                  <ns1:cubicBezTo>
                    <ns1:pt x="5" y="33"/>
                    <ns1:pt x="2" y="31"/>
                    <ns1:pt x="0" y="30"/>
                  </ns1:cubicBezTo>
                  <ns1:cubicBezTo>
                    <ns1:pt x="0" y="30"/>
                    <ns1:pt x="0" y="29"/>
                    <ns1:pt x="0" y="28"/>
                  </ns1:cubicBezTo>
                  <ns1:cubicBezTo>
                    <ns1:pt x="4" y="23"/>
                    <ns1:pt x="7" y="17"/>
                    <ns1:pt x="10" y="11"/>
                  </ns1:cubicBezTo>
                  <ns1:cubicBezTo>
                    <ns1:pt x="11" y="8"/>
                    <ns1:pt x="11" y="5"/>
                    <ns1:pt x="12" y="3"/>
                  </ns1:cubicBezTo>
                  <ns1:cubicBezTo>
                    <ns1:pt x="12" y="3"/>
                    <ns1:pt x="12" y="3"/>
                    <ns1:pt x="12" y="2"/>
                  </ns1:cubicBezTo>
                  <ns1:cubicBezTo>
                    <ns1:pt x="12" y="2"/>
                    <ns1:pt x="12" y="2"/>
                    <ns1:pt x="12" y="2"/>
                  </ns1:cubicBezTo>
                  <ns1:cubicBezTo>
                    <ns1:pt x="13" y="1"/>
                    <ns1:pt x="14" y="0"/>
                    <ns1:pt x="15" y="2"/>
                  </ns1:cubicBezTo>
                  <ns1:cubicBezTo>
                    <ns1:pt x="16" y="3"/>
                    <ns1:pt x="14" y="5"/>
                    <ns1:pt x="14" y="7"/>
                  </ns1:cubicBezTo>
                  <ns1:cubicBezTo>
                    <ns1:pt x="14" y="10"/>
                    <ns1:pt x="14" y="13"/>
                    <ns1:pt x="13" y="16"/>
                  </ns1:cubicBezTo>
                  <ns1:cubicBezTo>
                    <ns1:pt x="13" y="16"/>
                    <ns1:pt x="13" y="16"/>
                    <ns1:pt x="13" y="19"/>
                  </ns1:cubicBezTo>
                  <ns1:cubicBezTo>
                    <ns1:pt x="12" y="21"/>
                    <ns1:pt x="11" y="24"/>
                    <ns1:pt x="11" y="26"/>
                  </ns1:cubicBezTo>
                  <ns1:cubicBezTo>
                    <ns1:pt x="10" y="28"/>
                    <ns1:pt x="10" y="31"/>
                    <ns1:pt x="9" y="33"/>
                  </ns1:cubicBezTo>
                  <ns1:cubicBezTo>
                    <ns1:pt x="8" y="33"/>
                    <ns1:pt x="8" y="33"/>
                    <ns1:pt x="7" y="33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49" name="Freeform 129"/>
            <ns0:cNvSpPr/>
            <ns0:nvPr userDrawn="1"/>
          </ns0:nvSpPr>
          <ns0:spPr bwMode="auto">
            <ns1:xfrm>
              <ns1:off x="5067172" y="2592653"/>
              <ns1:ext cx="121008" cy="121008"/>
            </ns1:xfrm>
            <ns1:custGeom>
              <ns1:avLst/>
              <ns1:gdLst>
                <ns1:gd name="T0" fmla="*/ 8 w 13"/>
                <ns1:gd name="T1" fmla="*/ 12 h 13"/>
                <ns1:gd name="T2" fmla="*/ 1 w 13"/>
                <ns1:gd name="T3" fmla="*/ 10 h 13"/>
                <ns1:gd name="T4" fmla="*/ 1 w 13"/>
                <ns1:gd name="T5" fmla="*/ 8 h 13"/>
                <ns1:gd name="T6" fmla="*/ 2 w 13"/>
                <ns1:gd name="T7" fmla="*/ 7 h 13"/>
                <ns1:gd name="T8" fmla="*/ 5 w 13"/>
                <ns1:gd name="T9" fmla="*/ 6 h 13"/>
                <ns1:gd name="T10" fmla="*/ 12 w 13"/>
                <ns1:gd name="T11" fmla="*/ 1 h 13"/>
                <ns1:gd name="T12" fmla="*/ 8 w 13"/>
                <ns1:gd name="T13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3" h="13">
                  <ns1:moveTo>
                    <ns1:pt x="8" y="12"/>
                  </ns1:moveTo>
                  <ns1:cubicBezTo>
                    <ns1:pt x="5" y="13"/>
                    <ns1:pt x="3" y="12"/>
                    <ns1:pt x="1" y="10"/>
                  </ns1:cubicBezTo>
                  <ns1:cubicBezTo>
                    <ns1:pt x="0" y="10"/>
                    <ns1:pt x="1" y="9"/>
                    <ns1:pt x="1" y="8"/>
                  </ns1:cubicBezTo>
                  <ns1:cubicBezTo>
                    <ns1:pt x="1" y="8"/>
                    <ns1:pt x="1" y="8"/>
                    <ns1:pt x="2" y="7"/>
                  </ns1:cubicBezTo>
                  <ns1:cubicBezTo>
                    <ns1:pt x="3" y="7"/>
                    <ns1:pt x="3" y="7"/>
                    <ns1:pt x="5" y="6"/>
                  </ns1:cubicBezTo>
                  <ns1:cubicBezTo>
                    <ns1:pt x="6" y="5"/>
                    <ns1:pt x="10" y="0"/>
                    <ns1:pt x="12" y="1"/>
                  </ns1:cubicBezTo>
                  <ns1:cubicBezTo>
                    <ns1:pt x="13" y="4"/>
                    <ns1:pt x="11" y="10"/>
                    <ns1:pt x="8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0" name="Freeform 130"/>
            <ns0:cNvSpPr/>
            <ns0:nvPr userDrawn="1"/>
          </ns0:nvSpPr>
          <ns0:spPr bwMode="auto">
            <ns1:xfrm>
              <ns1:off x="4855407" y="2638031"/>
              <ns1:ext cx="90756" cy="105882"/>
            </ns1:xfrm>
            <ns1:custGeom>
              <ns1:avLst/>
              <ns1:gdLst>
                <ns1:gd name="T0" fmla="*/ 5 w 10"/>
                <ns1:gd name="T1" fmla="*/ 11 h 11"/>
                <ns1:gd name="T2" fmla="*/ 1 w 10"/>
                <ns1:gd name="T3" fmla="*/ 4 h 11"/>
                <ns1:gd name="T4" fmla="*/ 6 w 10"/>
                <ns1:gd name="T5" fmla="*/ 1 h 11"/>
                <ns1:gd name="T6" fmla="*/ 10 w 10"/>
                <ns1:gd name="T7" fmla="*/ 6 h 11"/>
                <ns1:gd name="T8" fmla="*/ 5 w 10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1">
                  <ns1:moveTo>
                    <ns1:pt x="5" y="11"/>
                  </ns1:moveTo>
                  <ns1:cubicBezTo>
                    <ns1:pt x="3" y="10"/>
                    <ns1:pt x="1" y="5"/>
                    <ns1:pt x="1" y="4"/>
                  </ns1:cubicBezTo>
                  <ns1:cubicBezTo>
                    <ns1:pt x="0" y="1"/>
                    <ns1:pt x="3" y="0"/>
                    <ns1:pt x="6" y="1"/>
                  </ns1:cubicBezTo>
                  <ns1:cubicBezTo>
                    <ns1:pt x="9" y="2"/>
                    <ns1:pt x="10" y="3"/>
                    <ns1:pt x="10" y="6"/>
                  </ns1:cubicBezTo>
                  <ns1:cubicBezTo>
                    <ns1:pt x="8" y="9"/>
                    <ns1:pt x="7" y="9"/>
                    <ns1:pt x="5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1" name="Freeform 131"/>
            <ns0:cNvSpPr/>
            <ns0:nvPr userDrawn="1"/>
          </ns0:nvSpPr>
          <ns0:spPr bwMode="auto">
            <ns1:xfrm>
              <ns1:off x="5029357" y="2471645"/>
              <ns1:ext cx="143698" cy="158823"/>
            </ns1:xfrm>
            <ns1:custGeom>
              <ns1:avLst/>
              <ns1:gdLst>
                <ns1:gd name="T0" fmla="*/ 8 w 15"/>
                <ns1:gd name="T1" fmla="*/ 17 h 17"/>
                <ns1:gd name="T2" fmla="*/ 7 w 15"/>
                <ns1:gd name="T3" fmla="*/ 12 h 17"/>
                <ns1:gd name="T4" fmla="*/ 5 w 15"/>
                <ns1:gd name="T5" fmla="*/ 13 h 17"/>
                <ns1:gd name="T6" fmla="*/ 0 w 15"/>
                <ns1:gd name="T7" fmla="*/ 9 h 17"/>
                <ns1:gd name="T8" fmla="*/ 2 w 15"/>
                <ns1:gd name="T9" fmla="*/ 7 h 17"/>
                <ns1:gd name="T10" fmla="*/ 7 w 15"/>
                <ns1:gd name="T11" fmla="*/ 2 h 17"/>
                <ns1:gd name="T12" fmla="*/ 14 w 15"/>
                <ns1:gd name="T13" fmla="*/ 4 h 17"/>
                <ns1:gd name="T14" fmla="*/ 13 w 15"/>
                <ns1:gd name="T15" fmla="*/ 11 h 17"/>
                <ns1:gd name="T16" fmla="*/ 9 w 15"/>
                <ns1:gd name="T17" fmla="*/ 16 h 17"/>
                <ns1:gd name="T18" fmla="*/ 8 w 15"/>
                <ns1:gd name="T1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" h="17">
                  <ns1:moveTo>
                    <ns1:pt x="8" y="17"/>
                  </ns1:moveTo>
                  <ns1:cubicBezTo>
                    <ns1:pt x="7" y="16"/>
                    <ns1:pt x="8" y="12"/>
                    <ns1:pt x="7" y="12"/>
                  </ns1:cubicBezTo>
                  <ns1:cubicBezTo>
                    <ns1:pt x="6" y="12"/>
                    <ns1:pt x="6" y="13"/>
                    <ns1:pt x="5" y="13"/>
                  </ns1:cubicBezTo>
                  <ns1:cubicBezTo>
                    <ns1:pt x="3" y="13"/>
                    <ns1:pt x="0" y="11"/>
                    <ns1:pt x="0" y="9"/>
                  </ns1:cubicBezTo>
                  <ns1:cubicBezTo>
                    <ns1:pt x="1" y="7"/>
                    <ns1:pt x="0" y="8"/>
                    <ns1:pt x="2" y="7"/>
                  </ns1:cubicBezTo>
                  <ns1:cubicBezTo>
                    <ns1:pt x="4" y="5"/>
                    <ns1:pt x="6" y="3"/>
                    <ns1:pt x="7" y="2"/>
                  </ns1:cubicBezTo>
                  <ns1:cubicBezTo>
                    <ns1:pt x="11" y="0"/>
                    <ns1:pt x="13" y="1"/>
                    <ns1:pt x="14" y="4"/>
                  </ns1:cubicBezTo>
                  <ns1:cubicBezTo>
                    <ns1:pt x="15" y="7"/>
                    <ns1:pt x="14" y="9"/>
                    <ns1:pt x="13" y="11"/>
                  </ns1:cubicBezTo>
                  <ns1:cubicBezTo>
                    <ns1:pt x="12" y="13"/>
                    <ns1:pt x="10" y="15"/>
                    <ns1:pt x="9" y="16"/>
                  </ns1:cubicBezTo>
                  <ns1:cubicBezTo>
                    <ns1:pt x="9" y="17"/>
                    <ns1:pt x="8" y="17"/>
                    <ns1:pt x="8" y="1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2" name="Freeform 132"/>
            <ns0:cNvSpPr/>
            <ns0:nvPr userDrawn="1"/>
          </ns0:nvSpPr>
          <ns0:spPr bwMode="auto">
            <ns1:xfrm>
              <ns1:off x="4855407" y="2509460"/>
              <ns1:ext cx="90756" cy="98319"/>
            </ns1:xfrm>
            <ns1:custGeom>
              <ns1:avLst/>
              <ns1:gdLst>
                <ns1:gd name="T0" fmla="*/ 4 w 10"/>
                <ns1:gd name="T1" fmla="*/ 11 h 11"/>
                <ns1:gd name="T2" fmla="*/ 3 w 10"/>
                <ns1:gd name="T3" fmla="*/ 9 h 11"/>
                <ns1:gd name="T4" fmla="*/ 1 w 10"/>
                <ns1:gd name="T5" fmla="*/ 6 h 11"/>
                <ns1:gd name="T6" fmla="*/ 1 w 10"/>
                <ns1:gd name="T7" fmla="*/ 0 h 11"/>
                <ns1:gd name="T8" fmla="*/ 10 w 10"/>
                <ns1:gd name="T9" fmla="*/ 5 h 11"/>
                <ns1:gd name="T10" fmla="*/ 4 w 10"/>
                <ns1:gd name="T11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0" h="11">
                  <ns1:moveTo>
                    <ns1:pt x="4" y="11"/>
                  </ns1:moveTo>
                  <ns1:cubicBezTo>
                    <ns1:pt x="3" y="11"/>
                    <ns1:pt x="3" y="10"/>
                    <ns1:pt x="3" y="9"/>
                  </ns1:cubicBezTo>
                  <ns1:cubicBezTo>
                    <ns1:pt x="3" y="8"/>
                    <ns1:pt x="2" y="7"/>
                    <ns1:pt x="1" y="6"/>
                  </ns1:cubicBezTo>
                  <ns1:cubicBezTo>
                    <ns1:pt x="0" y="3"/>
                    <ns1:pt x="0" y="2"/>
                    <ns1:pt x="1" y="0"/>
                  </ns1:cubicBezTo>
                  <ns1:cubicBezTo>
                    <ns1:pt x="3" y="0"/>
                    <ns1:pt x="10" y="1"/>
                    <ns1:pt x="10" y="5"/>
                  </ns1:cubicBezTo>
                  <ns1:cubicBezTo>
                    <ns1:pt x="9" y="7"/>
                    <ns1:pt x="6" y="10"/>
                    <ns1:pt x="4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3" name="Freeform 133"/>
            <ns0:cNvSpPr/>
            <ns0:nvPr userDrawn="1"/>
          </ns0:nvSpPr>
          <ns0:spPr bwMode="auto">
            <ns1:xfrm>
              <ns1:off x="4356247" y="2880048"/>
              <ns1:ext cx="355462" cy="627731"/>
            </ns1:xfrm>
            <ns1:custGeom>
              <ns1:avLst/>
              <ns1:gdLst>
                <ns1:gd name="T0" fmla="*/ 22 w 38"/>
                <ns1:gd name="T1" fmla="*/ 64 h 66"/>
                <ns1:gd name="T2" fmla="*/ 13 w 38"/>
                <ns1:gd name="T3" fmla="*/ 61 h 66"/>
                <ns1:gd name="T4" fmla="*/ 13 w 38"/>
                <ns1:gd name="T5" fmla="*/ 59 h 66"/>
                <ns1:gd name="T6" fmla="*/ 13 w 38"/>
                <ns1:gd name="T7" fmla="*/ 59 h 66"/>
                <ns1:gd name="T8" fmla="*/ 8 w 38"/>
                <ns1:gd name="T9" fmla="*/ 46 h 66"/>
                <ns1:gd name="T10" fmla="*/ 7 w 38"/>
                <ns1:gd name="T11" fmla="*/ 42 h 66"/>
                <ns1:gd name="T12" fmla="*/ 10 w 38"/>
                <ns1:gd name="T13" fmla="*/ 44 h 66"/>
                <ns1:gd name="T14" fmla="*/ 11 w 38"/>
                <ns1:gd name="T15" fmla="*/ 42 h 66"/>
                <ns1:gd name="T16" fmla="*/ 11 w 38"/>
                <ns1:gd name="T17" fmla="*/ 33 h 66"/>
                <ns1:gd name="T18" fmla="*/ 8 w 38"/>
                <ns1:gd name="T19" fmla="*/ 31 h 66"/>
                <ns1:gd name="T20" fmla="*/ 4 w 38"/>
                <ns1:gd name="T21" fmla="*/ 34 h 66"/>
                <ns1:gd name="T22" fmla="*/ 4 w 38"/>
                <ns1:gd name="T23" fmla="*/ 27 h 66"/>
                <ns1:gd name="T24" fmla="*/ 0 w 38"/>
                <ns1:gd name="T25" fmla="*/ 23 h 66"/>
                <ns1:gd name="T26" fmla="*/ 6 w 38"/>
                <ns1:gd name="T27" fmla="*/ 21 h 66"/>
                <ns1:gd name="T28" fmla="*/ 10 w 38"/>
                <ns1:gd name="T29" fmla="*/ 23 h 66"/>
                <ns1:gd name="T30" fmla="*/ 11 w 38"/>
                <ns1:gd name="T31" fmla="*/ 25 h 66"/>
                <ns1:gd name="T32" fmla="*/ 12 w 38"/>
                <ns1:gd name="T33" fmla="*/ 24 h 66"/>
                <ns1:gd name="T34" fmla="*/ 12 w 38"/>
                <ns1:gd name="T35" fmla="*/ 17 h 66"/>
                <ns1:gd name="T36" fmla="*/ 7 w 38"/>
                <ns1:gd name="T37" fmla="*/ 10 h 66"/>
                <ns1:gd name="T38" fmla="*/ 12 w 38"/>
                <ns1:gd name="T39" fmla="*/ 6 h 66"/>
                <ns1:gd name="T40" fmla="*/ 13 w 38"/>
                <ns1:gd name="T41" fmla="*/ 1 h 66"/>
                <ns1:gd name="T42" fmla="*/ 14 w 38"/>
                <ns1:gd name="T43" fmla="*/ 0 h 66"/>
                <ns1:gd name="T44" fmla="*/ 16 w 38"/>
                <ns1:gd name="T45" fmla="*/ 1 h 66"/>
                <ns1:gd name="T46" fmla="*/ 18 w 38"/>
                <ns1:gd name="T47" fmla="*/ 12 h 66"/>
                <ns1:gd name="T48" fmla="*/ 17 w 38"/>
                <ns1:gd name="T49" fmla="*/ 8 h 66"/>
                <ns1:gd name="T50" fmla="*/ 22 w 38"/>
                <ns1:gd name="T51" fmla="*/ 3 h 66"/>
                <ns1:gd name="T52" fmla="*/ 25 w 38"/>
                <ns1:gd name="T53" fmla="*/ 7 h 66"/>
                <ns1:gd name="T54" fmla="*/ 26 w 38"/>
                <ns1:gd name="T55" fmla="*/ 8 h 66"/>
                <ns1:gd name="T56" fmla="*/ 35 w 38"/>
                <ns1:gd name="T57" fmla="*/ 15 h 66"/>
                <ns1:gd name="T58" fmla="*/ 37 w 38"/>
                <ns1:gd name="T59" fmla="*/ 19 h 66"/>
                <ns1:gd name="T60" fmla="*/ 37 w 38"/>
                <ns1:gd name="T61" fmla="*/ 20 h 66"/>
                <ns1:gd name="T62" fmla="*/ 37 w 38"/>
                <ns1:gd name="T63" fmla="*/ 20 h 66"/>
                <ns1:gd name="T64" fmla="*/ 36 w 38"/>
                <ns1:gd name="T65" fmla="*/ 24 h 66"/>
                <ns1:gd name="T66" fmla="*/ 23 w 38"/>
                <ns1:gd name="T67" fmla="*/ 15 h 66"/>
                <ns1:gd name="T68" fmla="*/ 23 w 38"/>
                <ns1:gd name="T69" fmla="*/ 15 h 66"/>
                <ns1:gd name="T70" fmla="*/ 27 w 38"/>
                <ns1:gd name="T71" fmla="*/ 25 h 66"/>
                <ns1:gd name="T72" fmla="*/ 22 w 38"/>
                <ns1:gd name="T73" fmla="*/ 27 h 66"/>
                <ns1:gd name="T74" fmla="*/ 22 w 38"/>
                <ns1:gd name="T75" fmla="*/ 25 h 66"/>
                <ns1:gd name="T76" fmla="*/ 15 w 38"/>
                <ns1:gd name="T77" fmla="*/ 19 h 66"/>
                <ns1:gd name="T78" fmla="*/ 16 w 38"/>
                <ns1:gd name="T79" fmla="*/ 27 h 66"/>
                <ns1:gd name="T80" fmla="*/ 17 w 38"/>
                <ns1:gd name="T81" fmla="*/ 31 h 66"/>
                <ns1:gd name="T82" fmla="*/ 21 w 38"/>
                <ns1:gd name="T83" fmla="*/ 35 h 66"/>
                <ns1:gd name="T84" fmla="*/ 22 w 38"/>
                <ns1:gd name="T85" fmla="*/ 38 h 66"/>
                <ns1:gd name="T86" fmla="*/ 22 w 38"/>
                <ns1:gd name="T87" fmla="*/ 39 h 66"/>
                <ns1:gd name="T88" fmla="*/ 22 w 38"/>
                <ns1:gd name="T89" fmla="*/ 44 h 66"/>
                <ns1:gd name="T90" fmla="*/ 21 w 38"/>
                <ns1:gd name="T91" fmla="*/ 44 h 66"/>
                <ns1:gd name="T92" fmla="*/ 17 w 38"/>
                <ns1:gd name="T93" fmla="*/ 38 h 66"/>
                <ns1:gd name="T94" fmla="*/ 16 w 38"/>
                <ns1:gd name="T95" fmla="*/ 44 h 66"/>
                <ns1:gd name="T96" fmla="*/ 13 w 38"/>
                <ns1:gd name="T97" fmla="*/ 46 h 66"/>
                <ns1:gd name="T98" fmla="*/ 13 w 38"/>
                <ns1:gd name="T99" fmla="*/ 46 h 66"/>
                <ns1:gd name="T100" fmla="*/ 12 w 38"/>
                <ns1:gd name="T101" fmla="*/ 47 h 66"/>
                <ns1:gd name="T102" fmla="*/ 14 w 38"/>
                <ns1:gd name="T103" fmla="*/ 50 h 66"/>
                <ns1:gd name="T104" fmla="*/ 23 w 38"/>
                <ns1:gd name="T105" fmla="*/ 62 h 66"/>
                <ns1:gd name="T106" fmla="*/ 22 w 38"/>
                <ns1:gd name="T107" fmla="*/ 64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</ns1:cxnLst>
              <ns1:rect l="0" t="0" r="r" b="b"/>
              <ns1:pathLst>
                <ns1:path w="38" h="66">
                  <ns1:moveTo>
                    <ns1:pt x="22" y="64"/>
                  </ns1:moveTo>
                  <ns1:cubicBezTo>
                    <ns1:pt x="19" y="66"/>
                    <ns1:pt x="12" y="65"/>
                    <ns1:pt x="13" y="61"/>
                  </ns1:cubicBezTo>
                  <ns1:cubicBezTo>
                    <ns1:pt x="13" y="60"/>
                    <ns1:pt x="13" y="59"/>
                    <ns1:pt x="13" y="59"/>
                  </ns1:cubicBezTo>
                  <ns1:cubicBezTo>
                    <ns1:pt x="13" y="59"/>
                    <ns1:pt x="13" y="59"/>
                    <ns1:pt x="13" y="59"/>
                  </ns1:cubicBezTo>
                  <ns1:cubicBezTo>
                    <ns1:pt x="12" y="54"/>
                    <ns1:pt x="9" y="50"/>
                    <ns1:pt x="8" y="46"/>
                  </ns1:cubicBezTo>
                  <ns1:cubicBezTo>
                    <ns1:pt x="7" y="45"/>
                    <ns1:pt x="7" y="44"/>
                    <ns1:pt x="7" y="42"/>
                  </ns1:cubicBezTo>
                  <ns1:cubicBezTo>
                    <ns1:pt x="8" y="42"/>
                    <ns1:pt x="9" y="43"/>
                    <ns1:pt x="10" y="44"/>
                  </ns1:cubicBezTo>
                  <ns1:cubicBezTo>
                    <ns1:pt x="11" y="44"/>
                    <ns1:pt x="11" y="43"/>
                    <ns1:pt x="11" y="42"/>
                  </ns1:cubicBezTo>
                  <ns1:cubicBezTo>
                    <ns1:pt x="11" y="39"/>
                    <ns1:pt x="11" y="36"/>
                    <ns1:pt x="11" y="33"/>
                  </ns1:cubicBezTo>
                  <ns1:cubicBezTo>
                    <ns1:pt x="10" y="32"/>
                    <ns1:pt x="9" y="31"/>
                    <ns1:pt x="8" y="31"/>
                  </ns1:cubicBezTo>
                  <ns1:cubicBezTo>
                    <ns1:pt x="8" y="32"/>
                    <ns1:pt x="6" y="37"/>
                    <ns1:pt x="4" y="34"/>
                  </ns1:cubicBezTo>
                  <ns1:cubicBezTo>
                    <ns1:pt x="5" y="32"/>
                    <ns1:pt x="5" y="29"/>
                    <ns1:pt x="4" y="27"/>
                  </ns1:cubicBezTo>
                  <ns1:cubicBezTo>
                    <ns1:pt x="2" y="25"/>
                    <ns1:pt x="0" y="24"/>
                    <ns1:pt x="0" y="23"/>
                  </ns1:cubicBezTo>
                  <ns1:cubicBezTo>
                    <ns1:pt x="0" y="20"/>
                    <ns1:pt x="4" y="20"/>
                    <ns1:pt x="6" y="21"/>
                  </ns1:cubicBezTo>
                  <ns1:cubicBezTo>
                    <ns1:pt x="8" y="21"/>
                    <ns1:pt x="8" y="17"/>
                    <ns1:pt x="10" y="23"/>
                  </ns1:cubicBezTo>
                  <ns1:cubicBezTo>
                    <ns1:pt x="10" y="24"/>
                    <ns1:pt x="11" y="24"/>
                    <ns1:pt x="11" y="25"/>
                  </ns1:cubicBezTo>
                  <ns1:cubicBezTo>
                    <ns1:pt x="12" y="25"/>
                    <ns1:pt x="12" y="24"/>
                    <ns1:pt x="12" y="24"/>
                  </ns1:cubicBezTo>
                  <ns1:cubicBezTo>
                    <ns1:pt x="12" y="22"/>
                    <ns1:pt x="12" y="19"/>
                    <ns1:pt x="12" y="17"/>
                  </ns1:cubicBezTo>
                  <ns1:cubicBezTo>
                    <ns1:pt x="10" y="15"/>
                    <ns1:pt x="8" y="13"/>
                    <ns1:pt x="7" y="10"/>
                  </ns1:cubicBezTo>
                  <ns1:cubicBezTo>
                    <ns1:pt x="7" y="8"/>
                    <ns1:pt x="10" y="6"/>
                    <ns1:pt x="12" y="6"/>
                  </ns1:cubicBezTo>
                  <ns1:cubicBezTo>
                    <ns1:pt x="13" y="4"/>
                    <ns1:pt x="13" y="3"/>
                    <ns1:pt x="13" y="1"/>
                  </ns1:cubicBezTo>
                  <ns1:cubicBezTo>
                    <ns1:pt x="13" y="1"/>
                    <ns1:pt x="13" y="1"/>
                    <ns1:pt x="14" y="0"/>
                  </ns1:cubicBezTo>
                  <ns1:cubicBezTo>
                    <ns1:pt x="15" y="0"/>
                    <ns1:pt x="15" y="0"/>
                    <ns1:pt x="16" y="1"/>
                  </ns1:cubicBezTo>
                  <ns1:cubicBezTo>
                    <ns1:pt x="18" y="3"/>
                    <ns1:pt x="14" y="11"/>
                    <ns1:pt x="18" y="12"/>
                  </ns1:cubicBezTo>
                  <ns1:cubicBezTo>
                    <ns1:pt x="19" y="11"/>
                    <ns1:pt x="18" y="9"/>
                    <ns1:pt x="17" y="8"/>
                  </ns1:cubicBezTo>
                  <ns1:cubicBezTo>
                    <ns1:pt x="17" y="6"/>
                    <ns1:pt x="20" y="4"/>
                    <ns1:pt x="22" y="3"/>
                  </ns1:cubicBezTo>
                  <ns1:cubicBezTo>
                    <ns1:pt x="26" y="3"/>
                    <ns1:pt x="25" y="4"/>
                    <ns1:pt x="25" y="7"/>
                  </ns1:cubicBezTo>
                  <ns1:cubicBezTo>
                    <ns1:pt x="26" y="7"/>
                    <ns1:pt x="26" y="8"/>
                    <ns1:pt x="26" y="8"/>
                  </ns1:cubicBezTo>
                  <ns1:cubicBezTo>
                    <ns1:pt x="30" y="11"/>
                    <ns1:pt x="30" y="11"/>
                    <ns1:pt x="35" y="15"/>
                  </ns1:cubicBezTo>
                  <ns1:cubicBezTo>
                    <ns1:pt x="36" y="16"/>
                    <ns1:pt x="37" y="17"/>
                    <ns1:pt x="37" y="19"/>
                  </ns1:cubicBezTo>
                  <ns1:cubicBezTo>
                    <ns1:pt x="37" y="19"/>
                    <ns1:pt x="37" y="19"/>
                    <ns1:pt x="37" y="20"/>
                  </ns1:cubicBezTo>
                  <ns1:cubicBezTo>
                    <ns1:pt x="37" y="20"/>
                    <ns1:pt x="37" y="20"/>
                    <ns1:pt x="37" y="20"/>
                  </ns1:cubicBezTo>
                  <ns1:cubicBezTo>
                    <ns1:pt x="38" y="21"/>
                    <ns1:pt x="38" y="24"/>
                    <ns1:pt x="36" y="24"/>
                  </ns1:cubicBezTo>
                  <ns1:cubicBezTo>
                    <ns1:pt x="32" y="21"/>
                    <ns1:pt x="27" y="18"/>
                    <ns1:pt x="23" y="15"/>
                  </ns1:cubicBezTo>
                  <ns1:cubicBezTo>
                    <ns1:pt x="23" y="15"/>
                    <ns1:pt x="23" y="15"/>
                    <ns1:pt x="23" y="15"/>
                  </ns1:cubicBezTo>
                  <ns1:cubicBezTo>
                    <ns1:pt x="25" y="17"/>
                    <ns1:pt x="27" y="22"/>
                    <ns1:pt x="27" y="25"/>
                  </ns1:cubicBezTo>
                  <ns1:cubicBezTo>
                    <ns1:pt x="26" y="26"/>
                    <ns1:pt x="24" y="27"/>
                    <ns1:pt x="22" y="27"/>
                  </ns1:cubicBezTo>
                  <ns1:cubicBezTo>
                    <ns1:pt x="22" y="26"/>
                    <ns1:pt x="22" y="26"/>
                    <ns1:pt x="22" y="25"/>
                  </ns1:cubicBezTo>
                  <ns1:cubicBezTo>
                    <ns1:pt x="21" y="23"/>
                    <ns1:pt x="17" y="21"/>
                    <ns1:pt x="15" y="19"/>
                  </ns1:cubicBezTo>
                  <ns1:cubicBezTo>
                    <ns1:pt x="14" y="21"/>
                    <ns1:pt x="16" y="25"/>
                    <ns1:pt x="16" y="27"/>
                  </ns1:cubicBezTo>
                  <ns1:cubicBezTo>
                    <ns1:pt x="16" y="28"/>
                    <ns1:pt x="16" y="30"/>
                    <ns1:pt x="17" y="31"/>
                  </ns1:cubicBezTo>
                  <ns1:cubicBezTo>
                    <ns1:pt x="18" y="32"/>
                    <ns1:pt x="19" y="34"/>
                    <ns1:pt x="21" y="35"/>
                  </ns1:cubicBezTo>
                  <ns1:cubicBezTo>
                    <ns1:pt x="21" y="36"/>
                    <ns1:pt x="22" y="37"/>
                    <ns1:pt x="22" y="38"/>
                  </ns1:cubicBezTo>
                  <ns1:cubicBezTo>
                    <ns1:pt x="22" y="38"/>
                    <ns1:pt x="22" y="38"/>
                    <ns1:pt x="22" y="39"/>
                  </ns1:cubicBezTo>
                  <ns1:cubicBezTo>
                    <ns1:pt x="23" y="40"/>
                    <ns1:pt x="24" y="44"/>
                    <ns1:pt x="22" y="44"/>
                  </ns1:cubicBezTo>
                  <ns1:cubicBezTo>
                    <ns1:pt x="21" y="44"/>
                    <ns1:pt x="21" y="44"/>
                    <ns1:pt x="21" y="44"/>
                  </ns1:cubicBezTo>
                  <ns1:cubicBezTo>
                    <ns1:pt x="20" y="41"/>
                    <ns1:pt x="18" y="39"/>
                    <ns1:pt x="17" y="38"/>
                  </ns1:cubicBezTo>
                  <ns1:cubicBezTo>
                    <ns1:pt x="16" y="40"/>
                    <ns1:pt x="17" y="42"/>
                    <ns1:pt x="16" y="44"/>
                  </ns1:cubicBezTo>
                  <ns1:cubicBezTo>
                    <ns1:pt x="15" y="45"/>
                    <ns1:pt x="14" y="46"/>
                    <ns1:pt x="13" y="46"/>
                  </ns1:cubicBezTo>
                  <ns1:cubicBezTo>
                    <ns1:pt x="13" y="46"/>
                    <ns1:pt x="13" y="46"/>
                    <ns1:pt x="13" y="46"/>
                  </ns1:cubicBezTo>
                  <ns1:cubicBezTo>
                    <ns1:pt x="12" y="46"/>
                    <ns1:pt x="12" y="46"/>
                    <ns1:pt x="12" y="47"/>
                  </ns1:cubicBezTo>
                  <ns1:cubicBezTo>
                    <ns1:pt x="12" y="48"/>
                    <ns1:pt x="13" y="49"/>
                    <ns1:pt x="14" y="50"/>
                  </ns1:cubicBezTo>
                  <ns1:cubicBezTo>
                    <ns1:pt x="16" y="54"/>
                    <ns1:pt x="19" y="58"/>
                    <ns1:pt x="23" y="62"/>
                  </ns1:cubicBezTo>
                  <ns1:cubicBezTo>
                    <ns1:pt x="23" y="63"/>
                    <ns1:pt x="23" y="63"/>
                    <ns1:pt x="22" y="6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4" name="Freeform 134"/>
            <ns0:cNvSpPr/>
            <ns0:nvPr userDrawn="1"/>
          </ns0:nvSpPr>
          <ns0:spPr bwMode="auto">
            <ns1:xfrm>
              <ns1:off x="4303306" y="3235510"/>
              <ns1:ext cx="98319" cy="83193"/>
            </ns1:xfrm>
            <ns1:custGeom>
              <ns1:avLst/>
              <ns1:gdLst>
                <ns1:gd name="T0" fmla="*/ 9 w 11"/>
                <ns1:gd name="T1" fmla="*/ 9 h 9"/>
                <ns1:gd name="T2" fmla="*/ 7 w 11"/>
                <ns1:gd name="T3" fmla="*/ 7 h 9"/>
                <ns1:gd name="T4" fmla="*/ 0 w 11"/>
                <ns1:gd name="T5" fmla="*/ 2 h 9"/>
                <ns1:gd name="T6" fmla="*/ 0 w 11"/>
                <ns1:gd name="T7" fmla="*/ 1 h 9"/>
                <ns1:gd name="T8" fmla="*/ 7 w 11"/>
                <ns1:gd name="T9" fmla="*/ 0 h 9"/>
                <ns1:gd name="T10" fmla="*/ 9 w 11"/>
                <ns1:gd name="T11" fmla="*/ 9 h 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1" h="9">
                  <ns1:moveTo>
                    <ns1:pt x="9" y="9"/>
                  </ns1:moveTo>
                  <ns1:cubicBezTo>
                    <ns1:pt x="8" y="9"/>
                    <ns1:pt x="7" y="8"/>
                    <ns1:pt x="7" y="7"/>
                  </ns1:cubicBezTo>
                  <ns1:cubicBezTo>
                    <ns1:pt x="3" y="6"/>
                    <ns1:pt x="1" y="5"/>
                    <ns1:pt x="0" y="2"/>
                  </ns1:cubicBezTo>
                  <ns1:cubicBezTo>
                    <ns1:pt x="0" y="2"/>
                    <ns1:pt x="0" y="2"/>
                    <ns1:pt x="0" y="1"/>
                  </ns1:cubicBezTo>
                  <ns1:cubicBezTo>
                    <ns1:pt x="2" y="1"/>
                    <ns1:pt x="5" y="0"/>
                    <ns1:pt x="7" y="0"/>
                  </ns1:cubicBezTo>
                  <ns1:cubicBezTo>
                    <ns1:pt x="11" y="1"/>
                    <ns1:pt x="10" y="6"/>
                    <ns1:pt x="9" y="9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5" name="Freeform 135"/>
            <ns0:cNvSpPr/>
            <ns0:nvPr userDrawn="1"/>
          </ns0:nvSpPr>
          <ns0:spPr bwMode="auto">
            <ns1:xfrm>
              <ns1:off x="4212550" y="3137191"/>
              <ns1:ext cx="105882" cy="98319"/>
            </ns1:xfrm>
            <ns1:custGeom>
              <ns1:avLst/>
              <ns1:gdLst>
                <ns1:gd name="T0" fmla="*/ 10 w 11"/>
                <ns1:gd name="T1" fmla="*/ 10 h 10"/>
                <ns1:gd name="T2" fmla="*/ 9 w 11"/>
                <ns1:gd name="T3" fmla="*/ 10 h 10"/>
                <ns1:gd name="T4" fmla="*/ 8 w 11"/>
                <ns1:gd name="T5" fmla="*/ 8 h 10"/>
                <ns1:gd name="T6" fmla="*/ 1 w 11"/>
                <ns1:gd name="T7" fmla="*/ 2 h 10"/>
                <ns1:gd name="T8" fmla="*/ 4 w 11"/>
                <ns1:gd name="T9" fmla="*/ 2 h 10"/>
                <ns1:gd name="T10" fmla="*/ 11 w 11"/>
                <ns1:gd name="T11" fmla="*/ 5 h 10"/>
                <ns1:gd name="T12" fmla="*/ 10 w 11"/>
                <ns1:gd name="T13" fmla="*/ 10 h 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0">
                  <ns1:moveTo>
                    <ns1:pt x="10" y="10"/>
                  </ns1:moveTo>
                  <ns1:cubicBezTo>
                    <ns1:pt x="9" y="10"/>
                    <ns1:pt x="9" y="10"/>
                    <ns1:pt x="9" y="10"/>
                  </ns1:cubicBezTo>
                  <ns1:cubicBezTo>
                    <ns1:pt x="8" y="9"/>
                    <ns1:pt x="8" y="9"/>
                    <ns1:pt x="8" y="8"/>
                  </ns1:cubicBezTo>
                  <ns1:cubicBezTo>
                    <ns1:pt x="4" y="8"/>
                    <ns1:pt x="0" y="6"/>
                    <ns1:pt x="1" y="2"/>
                  </ns1:cubicBezTo>
                  <ns1:cubicBezTo>
                    <ns1:pt x="2" y="1"/>
                    <ns1:pt x="2" y="2"/>
                    <ns1:pt x="4" y="2"/>
                  </ns1:cubicBezTo>
                  <ns1:cubicBezTo>
                    <ns1:pt x="7" y="2"/>
                    <ns1:pt x="11" y="0"/>
                    <ns1:pt x="11" y="5"/>
                  </ns1:cubicBezTo>
                  <ns1:cubicBezTo>
                    <ns1:pt x="11" y="6"/>
                    <ns1:pt x="10" y="8"/>
                    <ns1:pt x="10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6" name="Freeform 136"/>
            <ns0:cNvSpPr/>
            <ns0:nvPr userDrawn="1"/>
          </ns0:nvSpPr>
          <ns0:spPr bwMode="auto">
            <ns1:xfrm>
              <ns1:off x="4749525" y="3212821"/>
              <ns1:ext cx="1232773" cy="1066386"/>
            </ns1:xfrm>
            <ns1:custGeom>
              <ns1:avLst/>
              <ns1:gdLst>
                <ns1:gd name="T0" fmla="*/ 132 w 132"/>
                <ns1:gd name="T1" fmla="*/ 6 h 113"/>
                <ns1:gd name="T2" fmla="*/ 98 w 132"/>
                <ns1:gd name="T3" fmla="*/ 6 h 113"/>
                <ns1:gd name="T4" fmla="*/ 79 w 132"/>
                <ns1:gd name="T5" fmla="*/ 25 h 113"/>
                <ns1:gd name="T6" fmla="*/ 73 w 132"/>
                <ns1:gd name="T7" fmla="*/ 12 h 113"/>
                <ns1:gd name="T8" fmla="*/ 83 w 132"/>
                <ns1:gd name="T9" fmla="*/ 8 h 113"/>
                <ns1:gd name="T10" fmla="*/ 57 w 132"/>
                <ns1:gd name="T11" fmla="*/ 8 h 113"/>
                <ns1:gd name="T12" fmla="*/ 53 w 132"/>
                <ns1:gd name="T13" fmla="*/ 25 h 113"/>
                <ns1:gd name="T14" fmla="*/ 34 w 132"/>
                <ns1:gd name="T15" fmla="*/ 6 h 113"/>
                <ns1:gd name="T16" fmla="*/ 0 w 132"/>
                <ns1:gd name="T17" fmla="*/ 6 h 113"/>
                <ns1:gd name="T18" fmla="*/ 24 w 132"/>
                <ns1:gd name="T19" fmla="*/ 16 h 113"/>
                <ns1:gd name="T20" fmla="*/ 27 w 132"/>
                <ns1:gd name="T21" fmla="*/ 22 h 113"/>
                <ns1:gd name="T22" fmla="*/ 9 w 132"/>
                <ns1:gd name="T23" fmla="*/ 22 h 113"/>
                <ns1:gd name="T24" fmla="*/ 31 w 132"/>
                <ns1:gd name="T25" fmla="*/ 32 h 113"/>
                <ns1:gd name="T26" fmla="*/ 34 w 132"/>
                <ns1:gd name="T27" fmla="*/ 38 h 113"/>
                <ns1:gd name="T28" fmla="*/ 20 w 132"/>
                <ns1:gd name="T29" fmla="*/ 39 h 113"/>
                <ns1:gd name="T30" fmla="*/ 38 w 132"/>
                <ns1:gd name="T31" fmla="*/ 48 h 113"/>
                <ns1:gd name="T32" fmla="*/ 41 w 132"/>
                <ns1:gd name="T33" fmla="*/ 54 h 113"/>
                <ns1:gd name="T34" fmla="*/ 30 w 132"/>
                <ns1:gd name="T35" fmla="*/ 54 h 113"/>
                <ns1:gd name="T36" fmla="*/ 45 w 132"/>
                <ns1:gd name="T37" fmla="*/ 63 h 113"/>
                <ns1:gd name="T38" fmla="*/ 47 w 132"/>
                <ns1:gd name="T39" fmla="*/ 69 h 113"/>
                <ns1:gd name="T40" fmla="*/ 39 w 132"/>
                <ns1:gd name="T41" fmla="*/ 69 h 113"/>
                <ns1:gd name="T42" fmla="*/ 51 w 132"/>
                <ns1:gd name="T43" fmla="*/ 78 h 113"/>
                <ns1:gd name="T44" fmla="*/ 51 w 132"/>
                <ns1:gd name="T45" fmla="*/ 89 h 113"/>
                <ns1:gd name="T46" fmla="*/ 66 w 132"/>
                <ns1:gd name="T47" fmla="*/ 113 h 113"/>
                <ns1:gd name="T48" fmla="*/ 81 w 132"/>
                <ns1:gd name="T49" fmla="*/ 89 h 113"/>
                <ns1:gd name="T50" fmla="*/ 81 w 132"/>
                <ns1:gd name="T51" fmla="*/ 78 h 113"/>
                <ns1:gd name="T52" fmla="*/ 92 w 132"/>
                <ns1:gd name="T53" fmla="*/ 69 h 113"/>
                <ns1:gd name="T54" fmla="*/ 85 w 132"/>
                <ns1:gd name="T55" fmla="*/ 69 h 113"/>
                <ns1:gd name="T56" fmla="*/ 87 w 132"/>
                <ns1:gd name="T57" fmla="*/ 63 h 113"/>
                <ns1:gd name="T58" fmla="*/ 102 w 132"/>
                <ns1:gd name="T59" fmla="*/ 54 h 113"/>
                <ns1:gd name="T60" fmla="*/ 91 w 132"/>
                <ns1:gd name="T61" fmla="*/ 54 h 113"/>
                <ns1:gd name="T62" fmla="*/ 93 w 132"/>
                <ns1:gd name="T63" fmla="*/ 48 h 113"/>
                <ns1:gd name="T64" fmla="*/ 111 w 132"/>
                <ns1:gd name="T65" fmla="*/ 39 h 113"/>
                <ns1:gd name="T66" fmla="*/ 97 w 132"/>
                <ns1:gd name="T67" fmla="*/ 38 h 113"/>
                <ns1:gd name="T68" fmla="*/ 100 w 132"/>
                <ns1:gd name="T69" fmla="*/ 32 h 113"/>
                <ns1:gd name="T70" fmla="*/ 123 w 132"/>
                <ns1:gd name="T71" fmla="*/ 22 h 113"/>
                <ns1:gd name="T72" fmla="*/ 105 w 132"/>
                <ns1:gd name="T73" fmla="*/ 22 h 113"/>
                <ns1:gd name="T74" fmla="*/ 107 w 132"/>
                <ns1:gd name="T75" fmla="*/ 16 h 113"/>
                <ns1:gd name="T76" fmla="*/ 132 w 132"/>
                <ns1:gd name="T77" fmla="*/ 6 h 1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</ns1:cxnLst>
              <ns1:rect l="0" t="0" r="r" b="b"/>
              <ns1:pathLst>
                <ns1:path w="132" h="113">
                  <ns1:moveTo>
                    <ns1:pt x="132" y="6"/>
                  </ns1:moveTo>
                  <ns1:cubicBezTo>
                    <ns1:pt x="98" y="6"/>
                    <ns1:pt x="98" y="6"/>
                    <ns1:pt x="98" y="6"/>
                  </ns1:cubicBezTo>
                  <ns1:cubicBezTo>
                    <ns1:pt x="88" y="6"/>
                    <ns1:pt x="83" y="16"/>
                    <ns1:pt x="79" y="25"/>
                  </ns1:cubicBezTo>
                  <ns1:cubicBezTo>
                    <ns1:pt x="73" y="12"/>
                    <ns1:pt x="73" y="12"/>
                    <ns1:pt x="73" y="12"/>
                  </ns1:cubicBezTo>
                  <ns1:cubicBezTo>
                    <ns1:pt x="83" y="8"/>
                    <ns1:pt x="83" y="8"/>
                    <ns1:pt x="83" y="8"/>
                  </ns1:cubicBezTo>
                  <ns1:cubicBezTo>
                    <ns1:pt x="77" y="3"/>
                    <ns1:pt x="59" y="0"/>
                    <ns1:pt x="57" y="8"/>
                  </ns1:cubicBezTo>
                  <ns1:cubicBezTo>
                    <ns1:pt x="53" y="25"/>
                    <ns1:pt x="53" y="25"/>
                    <ns1:pt x="53" y="25"/>
                  </ns1:cubicBezTo>
                  <ns1:cubicBezTo>
                    <ns1:pt x="50" y="17"/>
                    <ns1:pt x="45" y="6"/>
                    <ns1:pt x="34" y="6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4" y="14"/>
                    <ns1:pt x="8" y="17"/>
                    <ns1:pt x="24" y="16"/>
                  </ns1:cubicBezTo>
                  <ns1:cubicBezTo>
                    <ns1:pt x="27" y="22"/>
                    <ns1:pt x="27" y="22"/>
                    <ns1:pt x="27" y="22"/>
                  </ns1:cubicBezTo>
                  <ns1:cubicBezTo>
                    <ns1:pt x="9" y="22"/>
                    <ns1:pt x="9" y="22"/>
                    <ns1:pt x="9" y="22"/>
                  </ns1:cubicBezTo>
                  <ns1:cubicBezTo>
                    <ns1:pt x="14" y="32"/>
                    <ns1:pt x="17" y="32"/>
                    <ns1:pt x="31" y="32"/>
                  </ns1:cubicBezTo>
                  <ns1:cubicBezTo>
                    <ns1:pt x="34" y="38"/>
                    <ns1:pt x="34" y="38"/>
                    <ns1:pt x="34" y="38"/>
                  </ns1:cubicBezTo>
                  <ns1:cubicBezTo>
                    <ns1:pt x="20" y="39"/>
                    <ns1:pt x="20" y="39"/>
                    <ns1:pt x="20" y="39"/>
                  </ns1:cubicBezTo>
                  <ns1:cubicBezTo>
                    <ns1:pt x="23" y="45"/>
                    <ns1:pt x="27" y="48"/>
                    <ns1:pt x="38" y="48"/>
                  </ns1:cubicBezTo>
                  <ns1:cubicBezTo>
                    <ns1:pt x="41" y="54"/>
                    <ns1:pt x="41" y="54"/>
                    <ns1:pt x="41" y="54"/>
                  </ns1:cubicBezTo>
                  <ns1:cubicBezTo>
                    <ns1:pt x="30" y="54"/>
                    <ns1:pt x="30" y="54"/>
                    <ns1:pt x="30" y="54"/>
                  </ns1:cubicBezTo>
                  <ns1:cubicBezTo>
                    <ns1:pt x="34" y="61"/>
                    <ns1:pt x="36" y="64"/>
                    <ns1:pt x="45" y="63"/>
                  </ns1:cubicBezTo>
                  <ns1:cubicBezTo>
                    <ns1:pt x="47" y="69"/>
                    <ns1:pt x="47" y="69"/>
                    <ns1:pt x="47" y="69"/>
                  </ns1:cubicBezTo>
                  <ns1:cubicBezTo>
                    <ns1:pt x="39" y="69"/>
                    <ns1:pt x="39" y="69"/>
                    <ns1:pt x="39" y="69"/>
                  </ns1:cubicBezTo>
                  <ns1:cubicBezTo>
                    <ns1:pt x="43" y="77"/>
                    <ns1:pt x="46" y="77"/>
                    <ns1:pt x="51" y="78"/>
                  </ns1:cubicBezTo>
                  <ns1:cubicBezTo>
                    <ns1:pt x="55" y="78"/>
                    <ns1:pt x="56" y="86"/>
                    <ns1:pt x="51" y="89"/>
                  </ns1:cubicBezTo>
                  <ns1:cubicBezTo>
                    <ns1:pt x="66" y="113"/>
                    <ns1:pt x="66" y="113"/>
                    <ns1:pt x="66" y="113"/>
                  </ns1:cubicBezTo>
                  <ns1:cubicBezTo>
                    <ns1:pt x="81" y="89"/>
                    <ns1:pt x="81" y="89"/>
                    <ns1:pt x="81" y="89"/>
                  </ns1:cubicBezTo>
                  <ns1:cubicBezTo>
                    <ns1:pt x="76" y="86"/>
                    <ns1:pt x="76" y="78"/>
                    <ns1:pt x="81" y="78"/>
                  </ns1:cubicBezTo>
                  <ns1:cubicBezTo>
                    <ns1:pt x="85" y="77"/>
                    <ns1:pt x="89" y="77"/>
                    <ns1:pt x="92" y="69"/>
                  </ns1:cubicBezTo>
                  <ns1:cubicBezTo>
                    <ns1:pt x="85" y="69"/>
                    <ns1:pt x="85" y="69"/>
                    <ns1:pt x="85" y="69"/>
                  </ns1:cubicBezTo>
                  <ns1:cubicBezTo>
                    <ns1:pt x="87" y="63"/>
                    <ns1:pt x="87" y="63"/>
                    <ns1:pt x="87" y="63"/>
                  </ns1:cubicBezTo>
                  <ns1:cubicBezTo>
                    <ns1:pt x="96" y="64"/>
                    <ns1:pt x="98" y="60"/>
                    <ns1:pt x="102" y="54"/>
                  </ns1:cubicBezTo>
                  <ns1:cubicBezTo>
                    <ns1:pt x="91" y="54"/>
                    <ns1:pt x="91" y="54"/>
                    <ns1:pt x="91" y="54"/>
                  </ns1:cubicBezTo>
                  <ns1:cubicBezTo>
                    <ns1:pt x="93" y="48"/>
                    <ns1:pt x="93" y="48"/>
                    <ns1:pt x="93" y="48"/>
                  </ns1:cubicBezTo>
                  <ns1:cubicBezTo>
                    <ns1:pt x="105" y="48"/>
                    <ns1:pt x="108" y="45"/>
                    <ns1:pt x="111" y="39"/>
                  </ns1:cubicBezTo>
                  <ns1:cubicBezTo>
                    <ns1:pt x="97" y="38"/>
                    <ns1:pt x="97" y="38"/>
                    <ns1:pt x="97" y="38"/>
                  </ns1:cubicBezTo>
                  <ns1:cubicBezTo>
                    <ns1:pt x="100" y="32"/>
                    <ns1:pt x="100" y="32"/>
                    <ns1:pt x="100" y="32"/>
                  </ns1:cubicBezTo>
                  <ns1:cubicBezTo>
                    <ns1:pt x="115" y="32"/>
                    <ns1:pt x="118" y="32"/>
                    <ns1:pt x="123" y="22"/>
                  </ns1:cubicBezTo>
                  <ns1:cubicBezTo>
                    <ns1:pt x="105" y="22"/>
                    <ns1:pt x="105" y="22"/>
                    <ns1:pt x="105" y="22"/>
                  </ns1:cubicBezTo>
                  <ns1:cubicBezTo>
                    <ns1:pt x="107" y="16"/>
                    <ns1:pt x="107" y="16"/>
                    <ns1:pt x="107" y="16"/>
                  </ns1:cubicBezTo>
                  <ns1:cubicBezTo>
                    <ns1:pt x="123" y="17"/>
                    <ns1:pt x="128" y="14"/>
                    <ns1:pt x="13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7" name="Freeform 137"/>
            <ns0:cNvSpPr>
              <ns1:spLocks noEditPoints="1"/>
            </ns0:cNvSpPr>
            <ns0:nvPr userDrawn="1"/>
          </ns0:nvSpPr>
          <ns0:spPr bwMode="auto">
            <ns1:xfrm>
              <ns1:off x="6004987" y="2993493"/>
              <ns1:ext cx="484034" cy="325210"/>
            </ns1:xfrm>
            <ns1:custGeom>
              <ns1:avLst/>
              <ns1:gdLst>
                <ns1:gd name="T0" fmla="*/ 51 w 52"/>
                <ns1:gd name="T1" fmla="*/ 10 h 34"/>
                <ns1:gd name="T2" fmla="*/ 48 w 52"/>
                <ns1:gd name="T3" fmla="*/ 10 h 34"/>
                <ns1:gd name="T4" fmla="*/ 47 w 52"/>
                <ns1:gd name="T5" fmla="*/ 8 h 34"/>
                <ns1:gd name="T6" fmla="*/ 50 w 52"/>
                <ns1:gd name="T7" fmla="*/ 7 h 34"/>
                <ns1:gd name="T8" fmla="*/ 52 w 52"/>
                <ns1:gd name="T9" fmla="*/ 2 h 34"/>
                <ns1:gd name="T10" fmla="*/ 44 w 52"/>
                <ns1:gd name="T11" fmla="*/ 3 h 34"/>
                <ns1:gd name="T12" fmla="*/ 36 w 52"/>
                <ns1:gd name="T13" fmla="*/ 1 h 34"/>
                <ns1:gd name="T14" fmla="*/ 36 w 52"/>
                <ns1:gd name="T15" fmla="*/ 3 h 34"/>
                <ns1:gd name="T16" fmla="*/ 35 w 52"/>
                <ns1:gd name="T17" fmla="*/ 4 h 34"/>
                <ns1:gd name="T18" fmla="*/ 35 w 52"/>
                <ns1:gd name="T19" fmla="*/ 5 h 34"/>
                <ns1:gd name="T20" fmla="*/ 34 w 52"/>
                <ns1:gd name="T21" fmla="*/ 7 h 34"/>
                <ns1:gd name="T22" fmla="*/ 34 w 52"/>
                <ns1:gd name="T23" fmla="*/ 6 h 34"/>
                <ns1:gd name="T24" fmla="*/ 30 w 52"/>
                <ns1:gd name="T25" fmla="*/ 5 h 34"/>
                <ns1:gd name="T26" fmla="*/ 28 w 52"/>
                <ns1:gd name="T27" fmla="*/ 9 h 34"/>
                <ns1:gd name="T28" fmla="*/ 28 w 52"/>
                <ns1:gd name="T29" fmla="*/ 10 h 34"/>
                <ns1:gd name="T30" fmla="*/ 31 w 52"/>
                <ns1:gd name="T31" fmla="*/ 11 h 34"/>
                <ns1:gd name="T32" fmla="*/ 33 w 52"/>
                <ns1:gd name="T33" fmla="*/ 12 h 34"/>
                <ns1:gd name="T34" fmla="*/ 30 w 52"/>
                <ns1:gd name="T35" fmla="*/ 14 h 34"/>
                <ns1:gd name="T36" fmla="*/ 26 w 52"/>
                <ns1:gd name="T37" fmla="*/ 14 h 34"/>
                <ns1:gd name="T38" fmla="*/ 13 w 52"/>
                <ns1:gd name="T39" fmla="*/ 11 h 34"/>
                <ns1:gd name="T40" fmla="*/ 13 w 52"/>
                <ns1:gd name="T41" fmla="*/ 12 h 34"/>
                <ns1:gd name="T42" fmla="*/ 20 w 52"/>
                <ns1:gd name="T43" fmla="*/ 16 h 34"/>
                <ns1:gd name="T44" fmla="*/ 32 w 52"/>
                <ns1:gd name="T45" fmla="*/ 20 h 34"/>
                <ns1:gd name="T46" fmla="*/ 31 w 52"/>
                <ns1:gd name="T47" fmla="*/ 20 h 34"/>
                <ns1:gd name="T48" fmla="*/ 24 w 52"/>
                <ns1:gd name="T49" fmla="*/ 20 h 34"/>
                <ns1:gd name="T50" fmla="*/ 19 w 52"/>
                <ns1:gd name="T51" fmla="*/ 19 h 34"/>
                <ns1:gd name="T52" fmla="*/ 18 w 52"/>
                <ns1:gd name="T53" fmla="*/ 19 h 34"/>
                <ns1:gd name="T54" fmla="*/ 4 w 52"/>
                <ns1:gd name="T55" fmla="*/ 14 h 34"/>
                <ns1:gd name="T56" fmla="*/ 2 w 52"/>
                <ns1:gd name="T57" fmla="*/ 12 h 34"/>
                <ns1:gd name="T58" fmla="*/ 3 w 52"/>
                <ns1:gd name="T59" fmla="*/ 20 h 34"/>
                <ns1:gd name="T60" fmla="*/ 13 w 52"/>
                <ns1:gd name="T61" fmla="*/ 23 h 34"/>
                <ns1:gd name="T62" fmla="*/ 13 w 52"/>
                <ns1:gd name="T63" fmla="*/ 24 h 34"/>
                <ns1:gd name="T64" fmla="*/ 9 w 52"/>
                <ns1:gd name="T65" fmla="*/ 27 h 34"/>
                <ns1:gd name="T66" fmla="*/ 4 w 52"/>
                <ns1:gd name="T67" fmla="*/ 26 h 34"/>
                <ns1:gd name="T68" fmla="*/ 9 w 52"/>
                <ns1:gd name="T69" fmla="*/ 33 h 34"/>
                <ns1:gd name="T70" fmla="*/ 10 w 52"/>
                <ns1:gd name="T71" fmla="*/ 34 h 34"/>
                <ns1:gd name="T72" fmla="*/ 18 w 52"/>
                <ns1:gd name="T73" fmla="*/ 28 h 34"/>
                <ns1:gd name="T74" fmla="*/ 23 w 52"/>
                <ns1:gd name="T75" fmla="*/ 28 h 34"/>
                <ns1:gd name="T76" fmla="*/ 22 w 52"/>
                <ns1:gd name="T77" fmla="*/ 23 h 34"/>
                <ns1:gd name="T78" fmla="*/ 23 w 52"/>
                <ns1:gd name="T79" fmla="*/ 21 h 34"/>
                <ns1:gd name="T80" fmla="*/ 30 w 52"/>
                <ns1:gd name="T81" fmla="*/ 22 h 34"/>
                <ns1:gd name="T82" fmla="*/ 36 w 52"/>
                <ns1:gd name="T83" fmla="*/ 25 h 34"/>
                <ns1:gd name="T84" fmla="*/ 39 w 52"/>
                <ns1:gd name="T85" fmla="*/ 21 h 34"/>
                <ns1:gd name="T86" fmla="*/ 39 w 52"/>
                <ns1:gd name="T87" fmla="*/ 20 h 34"/>
                <ns1:gd name="T88" fmla="*/ 51 w 52"/>
                <ns1:gd name="T89" fmla="*/ 14 h 34"/>
                <ns1:gd name="T90" fmla="*/ 38 w 52"/>
                <ns1:gd name="T91" fmla="*/ 14 h 34"/>
                <ns1:gd name="T92" fmla="*/ 38 w 52"/>
                <ns1:gd name="T93" fmla="*/ 12 h 34"/>
                <ns1:gd name="T94" fmla="*/ 36 w 52"/>
                <ns1:gd name="T95" fmla="*/ 11 h 34"/>
                <ns1:gd name="T96" fmla="*/ 36 w 52"/>
                <ns1:gd name="T97" fmla="*/ 10 h 34"/>
                <ns1:gd name="T98" fmla="*/ 40 w 52"/>
                <ns1:gd name="T99" fmla="*/ 9 h 34"/>
                <ns1:gd name="T100" fmla="*/ 43 w 52"/>
                <ns1:gd name="T101" fmla="*/ 14 h 34"/>
                <ns1:gd name="T102" fmla="*/ 38 w 52"/>
                <ns1:gd name="T103" fmla="*/ 15 h 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</ns1:cxnLst>
              <ns1:rect l="0" t="0" r="r" b="b"/>
              <ns1:pathLst>
                <ns1:path w="52" h="34">
                  <ns1:moveTo>
                    <ns1:pt x="51" y="13"/>
                  </ns1:moveTo>
                  <ns1:cubicBezTo>
                    <ns1:pt x="51" y="12"/>
                    <ns1:pt x="51" y="12"/>
                    <ns1:pt x="51" y="12"/>
                  </ns1:cubicBezTo>
                  <ns1:cubicBezTo>
                    <ns1:pt x="51" y="11"/>
                    <ns1:pt x="51" y="11"/>
                    <ns1:pt x="51" y="10"/>
                  </ns1:cubicBezTo>
                  <ns1:cubicBezTo>
                    <ns1:pt x="51" y="10"/>
                    <ns1:pt x="50" y="10"/>
                    <ns1:pt x="50" y="10"/>
                  </ns1:cubicBezTo>
                  <ns1:cubicBezTo>
                    <ns1:pt x="49" y="10"/>
                    <ns1:pt x="49" y="10"/>
                    <ns1:pt x="49" y="10"/>
                  </ns1:cubicBezTo>
                  <ns1:cubicBezTo>
                    <ns1:pt x="48" y="10"/>
                    <ns1:pt x="48" y="10"/>
                    <ns1:pt x="48" y="10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8" y="8"/>
                    <ns1:pt x="48" y="8"/>
                    <ns1:pt x="48" y="8"/>
                  </ns1:cubicBezTo>
                  <ns1:cubicBezTo>
                    <ns1:pt x="48" y="7"/>
                    <ns1:pt x="49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1" y="6"/>
                    <ns1:pt x="52" y="4"/>
                    <ns1:pt x="52" y="2"/>
                  </ns1:cubicBezTo>
                  <ns1:cubicBezTo>
                    <ns1:pt x="52" y="2"/>
                    <ns1:pt x="51" y="2"/>
                    <ns1:pt x="50" y="2"/>
                  </ns1:cubicBezTo>
                  <ns1:cubicBezTo>
                    <ns1:pt x="49" y="2"/>
                    <ns1:pt x="48" y="2"/>
                    <ns1:pt x="46" y="3"/>
                  </ns1:cubicBezTo>
                  <ns1:cubicBezTo>
                    <ns1:pt x="46" y="3"/>
                    <ns1:pt x="45" y="3"/>
                    <ns1:pt x="44" y="3"/>
                  </ns1:cubicBezTo>
                  <ns1:cubicBezTo>
                    <ns1:pt x="43" y="3"/>
                    <ns1:pt x="43" y="3"/>
                    <ns1:pt x="43" y="3"/>
                  </ns1:cubicBezTo>
                  <ns1:cubicBezTo>
                    <ns1:pt x="41" y="2"/>
                    <ns1:pt x="41" y="2"/>
                    <ns1:pt x="36" y="0"/>
                  </ns1:cubicBezTo>
                  <ns1:cubicBezTo>
                    <ns1:pt x="36" y="0"/>
                    <ns1:pt x="36" y="0"/>
                    <ns1:pt x="36" y="1"/>
                  </ns1:cubicBezTo>
                  <ns1:cubicBezTo>
                    <ns1:pt x="35" y="1"/>
                    <ns1:pt x="35" y="2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5"/>
                    <ns1:pt x="35" y="5"/>
                  </ns1:cubicBezTo>
                  <ns1:cubicBezTo>
                    <ns1:pt x="35" y="5"/>
                    <ns1:pt x="35" y="5"/>
                    <ns1:pt x="35" y="5"/>
                  </ns1:cubicBezTo>
                  <ns1:cubicBezTo>
                    <ns1:pt x="35" y="6"/>
                    <ns1:pt x="35" y="6"/>
                    <ns1:pt x="35" y="6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6"/>
                    <ns1:pt x="34" y="6"/>
                    <ns1:pt x="34" y="6"/>
                  </ns1:cubicBezTo>
                  <ns1:cubicBezTo>
                    <ns1:pt x="33" y="6"/>
                    <ns1:pt x="33" y="6"/>
                    <ns1:pt x="32" y="5"/>
                  </ns1:cubicBezTo>
                  <ns1:cubicBezTo>
                    <ns1:pt x="32" y="5"/>
                    <ns1:pt x="32" y="5"/>
                    <ns1:pt x="32" y="5"/>
                  </ns1:cubicBezTo>
                  <ns1:cubicBezTo>
                    <ns1:pt x="31" y="5"/>
                    <ns1:pt x="31" y="5"/>
                    <ns1:pt x="30" y="5"/>
                  </ns1:cubicBezTo>
                  <ns1:cubicBezTo>
                    <ns1:pt x="30" y="6"/>
                    <ns1:pt x="30" y="6"/>
                    <ns1:pt x="30" y="6"/>
                  </ns1:cubicBezTo>
                  <ns1:cubicBezTo>
                    <ns1:pt x="30" y="7"/>
                    <ns1:pt x="30" y="7"/>
                    <ns1:pt x="30" y="7"/>
                  </ns1:cubicBezTo>
                  <ns1:cubicBezTo>
                    <ns1:pt x="30" y="7"/>
                    <ns1:pt x="30" y="8"/>
                    <ns1:pt x="28" y="9"/>
                  </ns1:cubicBezTo>
                  <ns1:cubicBezTo>
                    <ns1:pt x="27" y="8"/>
                    <ns1:pt x="27" y="8"/>
                    <ns1:pt x="27" y="8"/>
                  </ns1:cubicBezTo>
                  <ns1:cubicBezTo>
                    <ns1:pt x="26" y="8"/>
                    <ns1:pt x="26" y="9"/>
                    <ns1:pt x="26" y="9"/>
                  </ns1:cubicBezTo>
                  <ns1:cubicBezTo>
                    <ns1:pt x="26" y="10"/>
                    <ns1:pt x="26" y="10"/>
                    <ns1:pt x="28" y="10"/>
                  </ns1:cubicBezTo>
                  <ns1:cubicBezTo>
                    <ns1:pt x="29" y="10"/>
                    <ns1:pt x="29" y="11"/>
                    <ns1:pt x="30" y="11"/>
                  </ns1:cubicBezTo>
                  <ns1:cubicBezTo>
                    <ns1:pt x="30" y="11"/>
                    <ns1:pt x="30" y="11"/>
                    <ns1:pt x="30" y="11"/>
                  </ns1:cubicBezTo>
                  <ns1:cubicBezTo>
                    <ns1:pt x="31" y="11"/>
                    <ns1:pt x="31" y="11"/>
                    <ns1:pt x="31" y="11"/>
                  </ns1:cubicBezTo>
                  <ns1:cubicBezTo>
                    <ns1:pt x="32" y="11"/>
                    <ns1:pt x="32" y="11"/>
                    <ns1:pt x="32" y="11"/>
                  </ns1:cubicBezTo>
                  <ns1:cubicBezTo>
                    <ns1:pt x="33" y="11"/>
                    <ns1:pt x="33" y="11"/>
                    <ns1:pt x="33" y="11"/>
                  </ns1:cubicBezTo>
                  <ns1:cubicBezTo>
                    <ns1:pt x="33" y="12"/>
                    <ns1:pt x="33" y="12"/>
                    <ns1:pt x="33" y="12"/>
                  </ns1:cubicBezTo>
                  <ns1:cubicBezTo>
                    <ns1:pt x="31" y="12"/>
                    <ns1:pt x="31" y="12"/>
                    <ns1:pt x="31" y="12"/>
                  </ns1:cubicBezTo>
                  <ns1:cubicBezTo>
                    <ns1:pt x="31" y="12"/>
                    <ns1:pt x="31" y="13"/>
                    <ns1:pt x="30" y="13"/>
                  </ns1:cubicBezTo>
                  <ns1:cubicBezTo>
                    <ns1:pt x="30" y="14"/>
                    <ns1:pt x="30" y="14"/>
                    <ns1:pt x="30" y="14"/>
                  </ns1:cubicBezTo>
                  <ns1:cubicBezTo>
                    <ns1:pt x="29" y="15"/>
                    <ns1:pt x="29" y="15"/>
                    <ns1:pt x="29" y="15"/>
                  </ns1:cubicBezTo>
                  <ns1:cubicBezTo>
                    <ns1:pt x="29" y="14"/>
                    <ns1:pt x="29" y="14"/>
                    <ns1:pt x="29" y="14"/>
                  </ns1:cubicBezTo>
                  <ns1:cubicBezTo>
                    <ns1:pt x="28" y="14"/>
                    <ns1:pt x="27" y="14"/>
                    <ns1:pt x="26" y="14"/>
                  </ns1:cubicBezTo>
                  <ns1:cubicBezTo>
                    <ns1:pt x="24" y="13"/>
                    <ns1:pt x="24" y="13"/>
                    <ns1:pt x="24" y="13"/>
                  </ns1:cubicBezTo>
                  <ns1:cubicBezTo>
                    <ns1:pt x="22" y="13"/>
                    <ns1:pt x="18" y="12"/>
                    <ns1:pt x="15" y="11"/>
                  </ns1:cubicBezTo>
                  <ns1:cubicBezTo>
                    <ns1:pt x="15" y="11"/>
                    <ns1:pt x="14" y="11"/>
                    <ns1:pt x="13" y="11"/>
                  </ns1:cubicBezTo>
                  <ns1:cubicBezTo>
                    <ns1:pt x="12" y="10"/>
                    <ns1:pt x="12" y="10"/>
                    <ns1:pt x="12" y="10"/>
                  </ns1:cubicBezTo>
                  <ns1:cubicBezTo>
                    <ns1:pt x="11" y="11"/>
                    <ns1:pt x="11" y="11"/>
                    <ns1:pt x="11" y="11"/>
                  </ns1:cubicBezTo>
                  <ns1:cubicBezTo>
                    <ns1:pt x="12" y="11"/>
                    <ns1:pt x="12" y="12"/>
                    <ns1:pt x="13" y="12"/>
                  </ns1:cubicBezTo>
                  <ns1:cubicBezTo>
                    <ns1:pt x="13" y="12"/>
                    <ns1:pt x="13" y="12"/>
                    <ns1:pt x="13" y="12"/>
                  </ns1:cubicBezTo>
                  <ns1:cubicBezTo>
                    <ns1:pt x="14" y="13"/>
                    <ns1:pt x="14" y="15"/>
                    <ns1:pt x="16" y="16"/>
                  </ns1:cubicBezTo>
                  <ns1:cubicBezTo>
                    <ns1:pt x="17" y="16"/>
                    <ns1:pt x="18" y="16"/>
                    <ns1:pt x="20" y="16"/>
                  </ns1:cubicBezTo>
                  <ns1:cubicBezTo>
                    <ns1:pt x="23" y="16"/>
                    <ns1:pt x="28" y="17"/>
                    <ns1:pt x="31" y="19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1" y="20"/>
                    <ns1:pt x="31" y="20"/>
                    <ns1:pt x="31" y="20"/>
                  </ns1:cubicBezTo>
                  <ns1:cubicBezTo>
                    <ns1:pt x="30" y="20"/>
                    <ns1:pt x="30" y="21"/>
                    <ns1:pt x="30" y="21"/>
                  </ns1:cubicBezTo>
                  <ns1:cubicBezTo>
                    <ns1:pt x="29" y="21"/>
                    <ns1:pt x="29" y="21"/>
                    <ns1:pt x="29" y="21"/>
                  </ns1:cubicBezTo>
                  <ns1:cubicBezTo>
                    <ns1:pt x="26" y="20"/>
                    <ns1:pt x="26" y="20"/>
                    <ns1:pt x="24" y="20"/>
                  </ns1:cubicBezTo>
                  <ns1:cubicBezTo>
                    <ns1:pt x="23" y="19"/>
                    <ns1:pt x="22" y="18"/>
                    <ns1:pt x="21" y="18"/>
                  </ns1:cubicBezTo>
                  <ns1:cubicBezTo>
                    <ns1:pt x="21" y="18"/>
                    <ns1:pt x="20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20"/>
                    <ns1:pt x="19" y="20"/>
                    <ns1:pt x="19" y="20"/>
                  </ns1:cubicBezTo>
                  <ns1:cubicBezTo>
                    <ns1:pt x="18" y="19"/>
                    <ns1:pt x="18" y="19"/>
                    <ns1:pt x="18" y="19"/>
                  </ns1:cubicBezTo>
                  <ns1:cubicBezTo>
                    <ns1:pt x="18" y="19"/>
                    <ns1:pt x="18" y="19"/>
                    <ns1:pt x="17" y="19"/>
                  </ns1:cubicBezTo>
                  <ns1:cubicBezTo>
                    <ns1:pt x="16" y="19"/>
                    <ns1:pt x="15" y="18"/>
                    <ns1:pt x="14" y="18"/>
                  </ns1:cubicBezTo>
                  <ns1:cubicBezTo>
                    <ns1:pt x="10" y="17"/>
                    <ns1:pt x="7" y="16"/>
                    <ns1:pt x="4" y="14"/>
                  </ns1:cubicBezTo>
                  <ns1:cubicBezTo>
                    <ns1:pt x="3" y="13"/>
                    <ns1:pt x="3" y="13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1"/>
                    <ns1:pt x="2" y="11"/>
                    <ns1:pt x="2" y="11"/>
                  </ns1:cubicBezTo>
                  <ns1:cubicBezTo>
                    <ns1:pt x="1" y="11"/>
                    <ns1:pt x="1" y="12"/>
                    <ns1:pt x="0" y="12"/>
                  </ns1:cubicBezTo>
                  <ns1:cubicBezTo>
                    <ns1:pt x="0" y="14"/>
                    <ns1:pt x="2" y="19"/>
                    <ns1:pt x="3" y="20"/>
                  </ns1:cubicBezTo>
                  <ns1:cubicBezTo>
                    <ns1:pt x="4" y="20"/>
                    <ns1:pt x="5" y="21"/>
                    <ns1:pt x="6" y="21"/>
                  </ns1:cubicBezTo>
                  <ns1:cubicBezTo>
                    <ns1:pt x="8" y="21"/>
                    <ns1:pt x="11" y="22"/>
                    <ns1:pt x="12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4"/>
                    <ns1:pt x="13" y="24"/>
                    <ns1:pt x="13" y="24"/>
                  </ns1:cubicBezTo>
                  <ns1:cubicBezTo>
                    <ns1:pt x="12" y="25"/>
                    <ns1:pt x="11" y="26"/>
                    <ns1:pt x="10" y="26"/>
                  </ns1:cubicBezTo>
                  <ns1:cubicBezTo>
                    <ns1:pt x="10" y="27"/>
                    <ns1:pt x="10" y="27"/>
                    <ns1:pt x="10" y="27"/>
                  </ns1:cubicBezTo>
                  <ns1:cubicBezTo>
                    <ns1:pt x="10" y="27"/>
                    <ns1:pt x="9" y="27"/>
                    <ns1:pt x="9" y="27"/>
                  </ns1:cubicBezTo>
                  <ns1:cubicBezTo>
                    <ns1:pt x="9" y="27"/>
                    <ns1:pt x="9" y="27"/>
                    <ns1:pt x="9" y="27"/>
                  </ns1:cubicBezTo>
                  <ns1:cubicBezTo>
                    <ns1:pt x="9" y="28"/>
                    <ns1:pt x="8" y="28"/>
                    <ns1:pt x="8" y="28"/>
                  </ns1:cubicBezTo>
                  <ns1:cubicBezTo>
                    <ns1:pt x="7" y="28"/>
                    <ns1:pt x="5" y="27"/>
                    <ns1:pt x="4" y="26"/>
                  </ns1:cubicBezTo>
                  <ns1:cubicBezTo>
                    <ns1:pt x="4" y="26"/>
                    <ns1:pt x="3" y="26"/>
                    <ns1:pt x="3" y="26"/>
                  </ns1:cubicBezTo>
                  <ns1:cubicBezTo>
                    <ns1:pt x="3" y="26"/>
                    <ns1:pt x="3" y="26"/>
                    <ns1:pt x="3" y="26"/>
                  </ns1:cubicBezTo>
                  <ns1:cubicBezTo>
                    <ns1:pt x="4" y="29"/>
                    <ns1:pt x="6" y="31"/>
                    <ns1:pt x="9" y="33"/>
                  </ns1:cubicBezTo>
                  <ns1:cubicBezTo>
                    <ns1:pt x="9" y="34"/>
                    <ns1:pt x="9" y="34"/>
                    <ns1:pt x="9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2" y="34"/>
                    <ns1:pt x="15" y="31"/>
                    <ns1:pt x="16" y="29"/>
                  </ns1:cubicBezTo>
                  <ns1:cubicBezTo>
                    <ns1:pt x="16" y="29"/>
                    <ns1:pt x="17" y="28"/>
                    <ns1:pt x="17" y="28"/>
                  </ns1:cubicBezTo>
                  <ns1:cubicBezTo>
                    <ns1:pt x="18" y="28"/>
                    <ns1:pt x="18" y="28"/>
                    <ns1:pt x="18" y="28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21" y="27"/>
                    <ns1:pt x="22" y="27"/>
                    <ns1:pt x="23" y="28"/>
                  </ns1:cubicBezTo>
                  <ns1:cubicBezTo>
                    <ns1:pt x="24" y="28"/>
                    <ns1:pt x="25" y="26"/>
                    <ns1:pt x="25" y="25"/>
                  </ns1:cubicBezTo>
                  <ns1:cubicBezTo>
                    <ns1:pt x="25" y="25"/>
                    <ns1:pt x="25" y="25"/>
                    <ns1:pt x="25" y="25"/>
                  </ns1:cubicBezTo>
                  <ns1:cubicBezTo>
                    <ns1:pt x="24" y="24"/>
                    <ns1:pt x="23" y="23"/>
                    <ns1:pt x="22" y="23"/>
                  </ns1:cubicBezTo>
                  <ns1:cubicBezTo>
                    <ns1:pt x="22" y="23"/>
                    <ns1:pt x="22" y="23"/>
                    <ns1:pt x="22" y="23"/>
                  </ns1:cubicBezTo>
                  <ns1:cubicBezTo>
                    <ns1:pt x="22" y="22"/>
                    <ns1:pt x="22" y="22"/>
                    <ns1:pt x="22" y="22"/>
                  </ns1:cubicBezTo>
                  <ns1:cubicBezTo>
                    <ns1:pt x="23" y="21"/>
                    <ns1:pt x="23" y="21"/>
                    <ns1:pt x="23" y="21"/>
                  </ns1:cubicBezTo>
                  <ns1:cubicBezTo>
                    <ns1:pt x="23" y="20"/>
                    <ns1:pt x="23" y="20"/>
                    <ns1:pt x="23" y="20"/>
                  </ns1:cubicBezTo>
                  <ns1:cubicBezTo>
                    <ns1:pt x="24" y="20"/>
                    <ns1:pt x="24" y="20"/>
                    <ns1:pt x="24" y="20"/>
                  </ns1:cubicBezTo>
                  <ns1:cubicBezTo>
                    <ns1:pt x="26" y="21"/>
                    <ns1:pt x="28" y="22"/>
                    <ns1:pt x="30" y="22"/>
                  </ns1:cubicBezTo>
                  <ns1:cubicBezTo>
                    <ns1:pt x="32" y="23"/>
                    <ns1:pt x="32" y="23"/>
                    <ns1:pt x="32" y="23"/>
                  </ns1:cubicBezTo>
                  <ns1:cubicBezTo>
                    <ns1:pt x="33" y="23"/>
                    <ns1:pt x="33" y="23"/>
                    <ns1:pt x="33" y="23"/>
                  </ns1:cubicBezTo>
                  <ns1:cubicBezTo>
                    <ns1:pt x="34" y="24"/>
                    <ns1:pt x="35" y="25"/>
                    <ns1:pt x="36" y="25"/>
                  </ns1:cubicBezTo>
                  <ns1:cubicBezTo>
                    <ns1:pt x="36" y="25"/>
                    <ns1:pt x="37" y="25"/>
                    <ns1:pt x="37" y="25"/>
                  </ns1:cubicBezTo>
                  <ns1:cubicBezTo>
                    <ns1:pt x="38" y="23"/>
                    <ns1:pt x="39" y="22"/>
                    <ns1:pt x="39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1"/>
                    <ns1:pt x="40" y="21"/>
                    <ns1:pt x="40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0"/>
                    <ns1:pt x="39" y="20"/>
                    <ns1:pt x="39" y="20"/>
                  </ns1:cubicBezTo>
                  <ns1:cubicBezTo>
                    <ns1:pt x="39" y="20"/>
                    <ns1:pt x="40" y="20"/>
                    <ns1:pt x="40" y="20"/>
                  </ns1:cubicBezTo>
                  <ns1:cubicBezTo>
                    <ns1:pt x="43" y="19"/>
                    <ns1:pt x="47" y="17"/>
                    <ns1:pt x="50" y="16"/>
                  </ns1:cubicBezTo>
                  <ns1:cubicBezTo>
                    <ns1:pt x="51" y="15"/>
                    <ns1:pt x="52" y="15"/>
                    <ns1:pt x="51" y="14"/>
                  </ns1:cubicBezTo>
                  <ns1:cubicBezTo>
                    <ns1:pt x="51" y="13"/>
                    <ns1:pt x="51" y="13"/>
                    <ns1:pt x="51" y="13"/>
                  </ns1:cubicBezTo>
                  <ns1:moveTo>
                    <ns1:pt x="37" y="15"/>
                  </ns1:moveTo>
                  <ns1:cubicBezTo>
                    <ns1:pt x="38" y="14"/>
                    <ns1:pt x="38" y="14"/>
                    <ns1:pt x="38" y="14"/>
                  </ns1:cubicBezTo>
                  <ns1:cubicBezTo>
                    <ns1:pt x="39" y="13"/>
                    <ns1:pt x="39" y="13"/>
                    <ns1:pt x="39" y="13"/>
                  </ns1:cubicBezTo>
                  <ns1:cubicBezTo>
                    <ns1:pt x="39" y="13"/>
                    <ns1:pt x="39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7" y="12"/>
                    <ns1:pt x="37" y="12"/>
                    <ns1:pt x="37" y="12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36" y="10"/>
                    <ns1:pt x="36" y="10"/>
                    <ns1:pt x="36" y="10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1" y="9"/>
                    <ns1:pt x="41" y="9"/>
                    <ns1:pt x="41" y="9"/>
                  </ns1:cubicBezTo>
                  <ns1:cubicBezTo>
                    <ns1:pt x="41" y="10"/>
                    <ns1:pt x="43" y="11"/>
                    <ns1:pt x="43" y="13"/>
                  </ns1:cubicBezTo>
                  <ns1:cubicBezTo>
                    <ns1:pt x="43" y="14"/>
                    <ns1:pt x="43" y="14"/>
                    <ns1:pt x="43" y="14"/>
                  </ns1:cubicBezTo>
                  <ns1:cubicBezTo>
                    <ns1:pt x="42" y="15"/>
                    <ns1:pt x="40" y="16"/>
                    <ns1:pt x="38" y="16"/>
                  </ns1:cubicBezTo>
                  <ns1:cubicBezTo>
                    <ns1:pt x="38" y="16"/>
                    <ns1:pt x="38" y="16"/>
                    <ns1:pt x="38" y="16"/>
                  </ns1:cubicBezTo>
                  <ns1:cubicBezTo>
                    <ns1:pt x="38" y="15"/>
                    <ns1:pt x="38" y="15"/>
                    <ns1:pt x="38" y="15"/>
                  </ns1:cubicBezTo>
                  <ns1:cubicBezTo>
                    <ns1:pt x="37" y="15"/>
                    <ns1:pt x="37" y="15"/>
                    <ns1:pt x="37" y="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8" name="Freeform 138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0 w 8"/>
                <ns1:gd name="T3" fmla="*/ 14 h 15"/>
                <ns1:gd name="T4" fmla="*/ 2 w 8"/>
                <ns1:gd name="T5" fmla="*/ 9 h 15"/>
                <ns1:gd name="T6" fmla="*/ 3 w 8"/>
                <ns1:gd name="T7" fmla="*/ 8 h 15"/>
                <ns1:gd name="T8" fmla="*/ 3 w 8"/>
                <ns1:gd name="T9" fmla="*/ 8 h 15"/>
                <ns1:gd name="T10" fmla="*/ 3 w 8"/>
                <ns1:gd name="T11" fmla="*/ 7 h 15"/>
                <ns1:gd name="T12" fmla="*/ 4 w 8"/>
                <ns1:gd name="T13" fmla="*/ 5 h 15"/>
                <ns1:gd name="T14" fmla="*/ 5 w 8"/>
                <ns1:gd name="T15" fmla="*/ 4 h 15"/>
                <ns1:gd name="T16" fmla="*/ 7 w 8"/>
                <ns1:gd name="T17" fmla="*/ 0 h 15"/>
                <ns1:gd name="T18" fmla="*/ 8 w 8"/>
                <ns1:gd name="T19" fmla="*/ 1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3 h 15"/>
                <ns1:gd name="T26" fmla="*/ 8 w 8"/>
                <ns1:gd name="T27" fmla="*/ 7 h 15"/>
                <ns1:gd name="T28" fmla="*/ 8 w 8"/>
                <ns1:gd name="T29" fmla="*/ 8 h 15"/>
                <ns1:gd name="T30" fmla="*/ 8 w 8"/>
                <ns1:gd name="T31" fmla="*/ 9 h 15"/>
                <ns1:gd name="T32" fmla="*/ 6 w 8"/>
                <ns1:gd name="T33" fmla="*/ 13 h 15"/>
                <ns1:gd name="T34" fmla="*/ 5 w 8"/>
                <ns1:gd name="T35" fmla="*/ 14 h 15"/>
                <ns1:gd name="T36" fmla="*/ 5 w 8"/>
                <ns1:gd name="T37" fmla="*/ 14 h 15"/>
                <ns1:gd name="T38" fmla="*/ 3 w 8"/>
                <ns1:gd name="T39" fmla="*/ 15 h 15"/>
                <ns1:gd name="T40" fmla="*/ 2 w 8"/>
                <ns1:gd name="T41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2" y="15"/>
                    <ns1:pt x="1" y="14"/>
                    <ns1:pt x="0" y="14"/>
                  </ns1:cubicBezTo>
                  <ns1:cubicBezTo>
                    <ns1:pt x="0" y="12"/>
                    <ns1:pt x="1" y="11"/>
                    <ns1:pt x="2" y="9"/>
                  </ns1:cubicBezTo>
                  <ns1:cubicBezTo>
                    <ns1:pt x="2" y="9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7"/>
                    <ns1:pt x="3" y="7"/>
                    <ns1:pt x="3" y="7"/>
                  </ns1:cubicBezTo>
                  <ns1:cubicBezTo>
                    <ns1:pt x="4" y="7"/>
                    <ns1:pt x="4" y="6"/>
                    <ns1:pt x="4" y="5"/>
                  </ns1:cubicBezTo>
                  <ns1:cubicBezTo>
                    <ns1:pt x="4" y="5"/>
                    <ns1:pt x="4" y="4"/>
                    <ns1:pt x="5" y="4"/>
                  </ns1:cubicBezTo>
                  <ns1:cubicBezTo>
                    <ns1:pt x="5" y="2"/>
                    <ns1:pt x="6" y="0"/>
                    <ns1:pt x="7" y="0"/>
                  </ns1:cubicBezTo>
                  <ns1:cubicBezTo>
                    <ns1:pt x="7" y="0"/>
                    <ns1:pt x="8" y="0"/>
                    <ns1:pt x="8" y="1"/>
                  </ns1:cubicBezTo>
                  <ns1:cubicBezTo>
                    <ns1:pt x="8" y="1"/>
                    <ns1:pt x="8" y="1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3"/>
                    <ns1:pt x="8" y="3"/>
                    <ns1:pt x="8" y="3"/>
                  </ns1:cubicBezTo>
                  <ns1:cubicBezTo>
                    <ns1:pt x="8" y="5"/>
                    <ns1:pt x="8" y="6"/>
                    <ns1:pt x="8" y="7"/>
                  </ns1:cubicBezTo>
                  <ns1:cubicBezTo>
                    <ns1:pt x="8" y="8"/>
                    <ns1:pt x="8" y="8"/>
                    <ns1:pt x="8" y="8"/>
                  </ns1:cubicBezTo>
                  <ns1:cubicBezTo>
                    <ns1:pt x="8" y="8"/>
                    <ns1:pt x="8" y="9"/>
                    <ns1:pt x="8" y="9"/>
                  </ns1:cubicBezTo>
                  <ns1:cubicBezTo>
                    <ns1:pt x="7" y="11"/>
                    <ns1:pt x="7" y="12"/>
                    <ns1:pt x="6" y="13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4" y="14"/>
                    <ns1:pt x="3" y="15"/>
                    <ns1:pt x="3" y="15"/>
                  </ns1:cubicBezTo>
                  <ns1:lnTo>
                    <ns1:pt x="2" y="15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59" name="Freeform 139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3 w 8"/>
                <ns1:gd name="T3" fmla="*/ 15 h 15"/>
                <ns1:gd name="T4" fmla="*/ 5 w 8"/>
                <ns1:gd name="T5" fmla="*/ 14 h 15"/>
                <ns1:gd name="T6" fmla="*/ 5 w 8"/>
                <ns1:gd name="T7" fmla="*/ 14 h 15"/>
                <ns1:gd name="T8" fmla="*/ 6 w 8"/>
                <ns1:gd name="T9" fmla="*/ 13 h 15"/>
                <ns1:gd name="T10" fmla="*/ 8 w 8"/>
                <ns1:gd name="T11" fmla="*/ 9 h 15"/>
                <ns1:gd name="T12" fmla="*/ 8 w 8"/>
                <ns1:gd name="T13" fmla="*/ 8 h 15"/>
                <ns1:gd name="T14" fmla="*/ 8 w 8"/>
                <ns1:gd name="T15" fmla="*/ 7 h 15"/>
                <ns1:gd name="T16" fmla="*/ 8 w 8"/>
                <ns1:gd name="T17" fmla="*/ 3 h 15"/>
                <ns1:gd name="T18" fmla="*/ 8 w 8"/>
                <ns1:gd name="T19" fmla="*/ 2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1 h 15"/>
                <ns1:gd name="T26" fmla="*/ 7 w 8"/>
                <ns1:gd name="T27" fmla="*/ 0 h 15"/>
                <ns1:gd name="T28" fmla="*/ 5 w 8"/>
                <ns1:gd name="T29" fmla="*/ 4 h 15"/>
                <ns1:gd name="T30" fmla="*/ 4 w 8"/>
                <ns1:gd name="T31" fmla="*/ 5 h 15"/>
                <ns1:gd name="T32" fmla="*/ 3 w 8"/>
                <ns1:gd name="T33" fmla="*/ 7 h 15"/>
                <ns1:gd name="T34" fmla="*/ 3 w 8"/>
                <ns1:gd name="T35" fmla="*/ 8 h 15"/>
                <ns1:gd name="T36" fmla="*/ 3 w 8"/>
                <ns1:gd name="T37" fmla="*/ 8 h 15"/>
                <ns1:gd name="T38" fmla="*/ 2 w 8"/>
                <ns1:gd name="T39" fmla="*/ 9 h 15"/>
                <ns1:gd name="T40" fmla="*/ 0 w 8"/>
                <ns1:gd name="T41" fmla="*/ 14 h 15"/>
                <ns1:gd name="T42" fmla="*/ 2 w 8"/>
                <ns1:gd name="T43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3" y="15"/>
                    <ns1:pt x="3" y="15"/>
                    <ns1:pt x="3" y="15"/>
                  </ns1:cubicBezTo>
                  <ns1:cubicBezTo>
                    <ns1:pt x="3" y="15"/>
                    <ns1:pt x="4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6" y="13"/>
                    <ns1:pt x="6" y="13"/>
                    <ns1:pt x="6" y="13"/>
                  </ns1:cubicBezTo>
                  <ns1:cubicBezTo>
                    <ns1:pt x="7" y="12"/>
                    <ns1:pt x="7" y="10"/>
                    <ns1:pt x="8" y="9"/>
                  </ns1:cubicBezTo>
                  <ns1:cubicBezTo>
                    <ns1:pt x="8" y="9"/>
                    <ns1:pt x="8" y="8"/>
                    <ns1:pt x="8" y="8"/>
                  </ns1:cubicBezTo>
                  <ns1:cubicBezTo>
                    <ns1:pt x="8" y="7"/>
                    <ns1:pt x="8" y="7"/>
                    <ns1:pt x="8" y="7"/>
                  </ns1:cubicBezTo>
                  <ns1:cubicBezTo>
                    <ns1:pt x="8" y="6"/>
                    <ns1:pt x="8" y="5"/>
                    <ns1:pt x="8" y="3"/>
                  </ns1:cubicBezTo>
                  <ns1:cubicBezTo>
                    <ns1:pt x="8" y="3"/>
                    <ns1:pt x="8" y="3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1"/>
                    <ns1:pt x="8" y="1"/>
                    <ns1:pt x="8" y="1"/>
                  </ns1:cubicBezTo>
                  <ns1:cubicBezTo>
                    <ns1:pt x="8" y="0"/>
                    <ns1:pt x="7" y="0"/>
                    <ns1:pt x="7" y="0"/>
                  </ns1:cubicBezTo>
                  <ns1:cubicBezTo>
                    <ns1:pt x="6" y="0"/>
                    <ns1:pt x="5" y="2"/>
                    <ns1:pt x="5" y="4"/>
                  </ns1:cubicBezTo>
                  <ns1:cubicBezTo>
                    <ns1:pt x="5" y="4"/>
                    <ns1:pt x="4" y="5"/>
                    <ns1:pt x="4" y="5"/>
                  </ns1:cubicBezTo>
                  <ns1:cubicBezTo>
                    <ns1:pt x="4" y="6"/>
                    <ns1:pt x="4" y="7"/>
                    <ns1:pt x="3" y="7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2" y="9"/>
                    <ns1:pt x="2" y="9"/>
                  </ns1:cubicBezTo>
                  <ns1:cubicBezTo>
                    <ns1:pt x="1" y="11"/>
                    <ns1:pt x="0" y="12"/>
                    <ns1:pt x="0" y="14"/>
                  </ns1:cubicBezTo>
                  <ns1:cubicBezTo>
                    <ns1:pt x="1" y="14"/>
                    <ns1:pt x="2" y="15"/>
                    <ns1:pt x="2" y="1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60" name="Freeform 140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1 w 6"/>
                <ns1:gd name="T3" fmla="*/ 6 h 7"/>
                <ns1:gd name="T4" fmla="*/ 5 w 6"/>
                <ns1:gd name="T5" fmla="*/ 0 h 7"/>
                <ns1:gd name="T6" fmla="*/ 6 w 6"/>
                <ns1:gd name="T7" fmla="*/ 1 h 7"/>
                <ns1:gd name="T8" fmla="*/ 5 w 6"/>
                <ns1:gd name="T9" fmla="*/ 5 h 7"/>
                <ns1:gd name="T10" fmla="*/ 3 w 6"/>
                <ns1:gd name="T11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2" y="6"/>
                    <ns1:pt x="1" y="6"/>
                  </ns1:cubicBezTo>
                  <ns1:cubicBezTo>
                    <ns1:pt x="0" y="3"/>
                    <ns1:pt x="4" y="0"/>
                    <ns1:pt x="5" y="0"/>
                  </ns1:cubicBezTo>
                  <ns1:cubicBezTo>
                    <ns1:pt x="5" y="0"/>
                    <ns1:pt x="6" y="1"/>
                    <ns1:pt x="6" y="1"/>
                  </ns1:cubicBezTo>
                  <ns1:cubicBezTo>
                    <ns1:pt x="6" y="2"/>
                    <ns1:pt x="6" y="4"/>
                    <ns1:pt x="5" y="5"/>
                  </ns1:cubicBezTo>
                  <ns1:cubicBezTo>
                    <ns1:pt x="4" y="6"/>
                    <ns1:pt x="3" y="7"/>
                    <ns1:pt x="3" y="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261" name="Freeform 141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3 w 6"/>
                <ns1:gd name="T3" fmla="*/ 7 h 7"/>
                <ns1:gd name="T4" fmla="*/ 5 w 6"/>
                <ns1:gd name="T5" fmla="*/ 5 h 7"/>
                <ns1:gd name="T6" fmla="*/ 6 w 6"/>
                <ns1:gd name="T7" fmla="*/ 1 h 7"/>
                <ns1:gd name="T8" fmla="*/ 5 w 6"/>
                <ns1:gd name="T9" fmla="*/ 0 h 7"/>
                <ns1:gd name="T10" fmla="*/ 1 w 6"/>
                <ns1:gd name="T11" fmla="*/ 6 h 7"/>
                <ns1:gd name="T12" fmla="*/ 3 w 6"/>
                <ns1:gd name="T13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3" y="7"/>
                    <ns1:pt x="3" y="7"/>
                  </ns1:cubicBezTo>
                  <ns1:cubicBezTo>
                    <ns1:pt x="3" y="7"/>
                    <ns1:pt x="4" y="6"/>
                    <ns1:pt x="5" y="5"/>
                  </ns1:cubicBezTo>
                  <ns1:cubicBezTo>
                    <ns1:pt x="6" y="4"/>
                    <ns1:pt x="6" y="2"/>
                    <ns1:pt x="6" y="1"/>
                  </ns1:cubicBezTo>
                  <ns1:cubicBezTo>
                    <ns1:pt x="6" y="1"/>
                    <ns1:pt x="5" y="0"/>
                    <ns1:pt x="5" y="0"/>
                  </ns1:cubicBezTo>
                  <ns1:cubicBezTo>
                    <ns1:pt x="4" y="0"/>
                    <ns1:pt x="0" y="3"/>
                    <ns1:pt x="1" y="6"/>
                  </ns1:cubicBezTo>
                  <ns1:cubicBezTo>
                    <ns1:pt x="2" y="6"/>
                    <ns1:pt x="3" y="7"/>
                    <ns1:pt x="3" y="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</ns0:grp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封面1-校歌歌词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图片 1" descr="Public template placeholder"/>
          <ns0:cNvPicPr>
            <ns1:picLocks noChangeAspect="1"/>
          </ns0:cNvPicPr>
          <ns0:nvPr userDrawn="1"/>
        </ns0:nvPicPr>
        <ns0:blipFill rotWithShape="1">
          <ns1:blip ns2:embed="rId2">
            <ns1:alphaModFix amt="10000"/>
          </ns1:blip>
          <ns1:srcRect t="4458"/>
          <ns1:stretch>
            <ns1:fillRect/>
          </ns1:stretch>
        </ns0:blipFill>
        <ns0:spPr>
          <ns1:xfrm>
            <ns1:off x="1" y="0"/>
            <ns1:ext cx="12192000" cy="2832586"/>
          </ns1:xfrm>
          <ns1:prstGeom prst="rect">
            <ns1:avLst/>
          </ns1:prstGeom>
        </ns0:spPr>
      </ns0:pic>
      <ns0:grpSp>
        <ns0:nvGrpSpPr>
          <ns0:cNvPr id="4" name="组合 3"/>
          <ns0:cNvGrpSpPr>
            <ns1:grpSpLocks noChangeAspect="1"/>
          </ns0:cNvGrpSpPr>
          <ns0:nvPr userDrawn="1"/>
        </ns0:nvGrpSpPr>
        <ns0:grpSpPr>
          <ns1:xfrm>
            <ns1:off x="224494" y="1818058"/>
            <ns1:ext cx="11967505" cy="1863356"/>
            <ns1:chOff x="211839" y="1592541"/>
            <ns1:chExt cx="12050728" cy="1876314"/>
          </ns1:xfrm>
        </ns0:grpSpPr>
        <ns0:sp>
          <ns0:nvSpPr>
            <ns0:cNvPr id="5" name="矩形 4"/>
            <ns0:cNvSpPr/>
            <ns0:nvPr/>
          </ns0:nvSpPr>
          <ns0:spPr>
            <ns1:xfrm>
              <ns1:off x="4379690" y="1592541"/>
              <ns1:ext cx="7882877" cy="1876314"/>
            </ns1:xfrm>
            <ns1:prstGeom prst="rect">
              <ns1:avLst/>
            </ns1:prstGeom>
            <ns1:solidFill>
              <ns1:srgbClr val="123A85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6" name="矩形 5"/>
            <ns0:cNvSpPr/>
            <ns0:nvPr/>
          </ns0:nvSpPr>
          <ns0:spPr>
            <ns1:xfrm>
              <ns1:off x="4186379" y="1592541"/>
              <ns1:ext cx="174636" cy="1876314"/>
            </ns1:xfrm>
            <ns1:prstGeom prst="rect">
              <ns1:avLst/>
            </ns1:prstGeom>
            <ns1:solidFill>
              <ns1:srgbClr val="A42629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dirty="0"/>
            </ns1:p>
          </ns0:txBody>
        </ns0:sp>
        <ns0:sp>
          <ns0:nvSpPr>
            <ns0:cNvPr id="7" name="Freeform 5"/>
            <ns0:cNvSpPr>
              <ns1:spLocks noEditPoints="1"/>
            </ns0:cNvSpPr>
            <ns0:nvPr/>
          </ns0:nvSpPr>
          <ns0:spPr bwMode="auto">
            <ns1:xfrm>
              <ns1:off x="6839496" y="1870920"/>
              <ns1:ext cx="514963" cy="613352"/>
            </ns1:xfrm>
            <ns1:custGeom>
              <ns1:avLst/>
              <ns1:gdLst>
                <ns1:gd name="T0" fmla="*/ 359 w 359"/>
                <ns1:gd name="T1" fmla="*/ 111 h 473"/>
                <ns1:gd name="T2" fmla="*/ 319 w 359"/>
                <ns1:gd name="T3" fmla="*/ 187 h 473"/>
                <ns1:gd name="T4" fmla="*/ 318 w 359"/>
                <ns1:gd name="T5" fmla="*/ 195 h 473"/>
                <ns1:gd name="T6" fmla="*/ 326 w 359"/>
                <ns1:gd name="T7" fmla="*/ 226 h 473"/>
                <ns1:gd name="T8" fmla="*/ 299 w 359"/>
                <ns1:gd name="T9" fmla="*/ 261 h 473"/>
                <ns1:gd name="T10" fmla="*/ 226 w 359"/>
                <ns1:gd name="T11" fmla="*/ 292 h 473"/>
                <ns1:gd name="T12" fmla="*/ 217 w 359"/>
                <ns1:gd name="T13" fmla="*/ 302 h 473"/>
                <ns1:gd name="T14" fmla="*/ 230 w 359"/>
                <ns1:gd name="T15" fmla="*/ 306 h 473"/>
                <ns1:gd name="T16" fmla="*/ 259 w 359"/>
                <ns1:gd name="T17" fmla="*/ 342 h 473"/>
                <ns1:gd name="T18" fmla="*/ 243 w 359"/>
                <ns1:gd name="T19" fmla="*/ 359 h 473"/>
                <ns1:gd name="T20" fmla="*/ 222 w 359"/>
                <ns1:gd name="T21" fmla="*/ 387 h 473"/>
                <ns1:gd name="T22" fmla="*/ 224 w 359"/>
                <ns1:gd name="T23" fmla="*/ 430 h 473"/>
                <ns1:gd name="T24" fmla="*/ 181 w 359"/>
                <ns1:gd name="T25" fmla="*/ 472 h 473"/>
                <ns1:gd name="T26" fmla="*/ 107 w 359"/>
                <ns1:gd name="T27" fmla="*/ 463 h 473"/>
                <ns1:gd name="T28" fmla="*/ 94 w 359"/>
                <ns1:gd name="T29" fmla="*/ 453 h 473"/>
                <ns1:gd name="T30" fmla="*/ 108 w 359"/>
                <ns1:gd name="T31" fmla="*/ 443 h 473"/>
                <ns1:gd name="T32" fmla="*/ 125 w 359"/>
                <ns1:gd name="T33" fmla="*/ 438 h 473"/>
                <ns1:gd name="T34" fmla="*/ 152 w 359"/>
                <ns1:gd name="T35" fmla="*/ 398 h 473"/>
                <ns1:gd name="T36" fmla="*/ 140 w 359"/>
                <ns1:gd name="T37" fmla="*/ 390 h 473"/>
                <ns1:gd name="T38" fmla="*/ 98 w 359"/>
                <ns1:gd name="T39" fmla="*/ 413 h 473"/>
                <ns1:gd name="T40" fmla="*/ 7 w 359"/>
                <ns1:gd name="T41" fmla="*/ 387 h 473"/>
                <ns1:gd name="T42" fmla="*/ 21 w 359"/>
                <ns1:gd name="T43" fmla="*/ 361 h 473"/>
                <ns1:gd name="T44" fmla="*/ 102 w 359"/>
                <ns1:gd name="T45" fmla="*/ 343 h 473"/>
                <ns1:gd name="T46" fmla="*/ 140 w 359"/>
                <ns1:gd name="T47" fmla="*/ 325 h 473"/>
                <ns1:gd name="T48" fmla="*/ 170 w 359"/>
                <ns1:gd name="T49" fmla="*/ 298 h 473"/>
                <ns1:gd name="T50" fmla="*/ 196 w 359"/>
                <ns1:gd name="T51" fmla="*/ 279 h 473"/>
                <ns1:gd name="T52" fmla="*/ 241 w 359"/>
                <ns1:gd name="T53" fmla="*/ 255 h 473"/>
                <ns1:gd name="T54" fmla="*/ 218 w 359"/>
                <ns1:gd name="T55" fmla="*/ 260 h 473"/>
                <ns1:gd name="T56" fmla="*/ 143 w 359"/>
                <ns1:gd name="T57" fmla="*/ 309 h 473"/>
                <ns1:gd name="T58" fmla="*/ 118 w 359"/>
                <ns1:gd name="T59" fmla="*/ 318 h 473"/>
                <ns1:gd name="T60" fmla="*/ 63 w 359"/>
                <ns1:gd name="T61" fmla="*/ 315 h 473"/>
                <ns1:gd name="T62" fmla="*/ 54 w 359"/>
                <ns1:gd name="T63" fmla="*/ 309 h 473"/>
                <ns1:gd name="T64" fmla="*/ 62 w 359"/>
                <ns1:gd name="T65" fmla="*/ 297 h 473"/>
                <ns1:gd name="T66" fmla="*/ 151 w 359"/>
                <ns1:gd name="T67" fmla="*/ 245 h 473"/>
                <ns1:gd name="T68" fmla="*/ 181 w 359"/>
                <ns1:gd name="T69" fmla="*/ 228 h 473"/>
                <ns1:gd name="T70" fmla="*/ 196 w 359"/>
                <ns1:gd name="T71" fmla="*/ 199 h 473"/>
                <ns1:gd name="T72" fmla="*/ 181 w 359"/>
                <ns1:gd name="T73" fmla="*/ 209 h 473"/>
                <ns1:gd name="T74" fmla="*/ 168 w 359"/>
                <ns1:gd name="T75" fmla="*/ 216 h 473"/>
                <ns1:gd name="T76" fmla="*/ 130 w 359"/>
                <ns1:gd name="T77" fmla="*/ 234 h 473"/>
                <ns1:gd name="T78" fmla="*/ 93 w 359"/>
                <ns1:gd name="T79" fmla="*/ 224 h 473"/>
                <ns1:gd name="T80" fmla="*/ 81 w 359"/>
                <ns1:gd name="T81" fmla="*/ 175 h 473"/>
                <ns1:gd name="T82" fmla="*/ 60 w 359"/>
                <ns1:gd name="T83" fmla="*/ 125 h 473"/>
                <ns1:gd name="T84" fmla="*/ 73 w 359"/>
                <ns1:gd name="T85" fmla="*/ 96 h 473"/>
                <ns1:gd name="T86" fmla="*/ 88 w 359"/>
                <ns1:gd name="T87" fmla="*/ 98 h 473"/>
                <ns1:gd name="T88" fmla="*/ 150 w 359"/>
                <ns1:gd name="T89" fmla="*/ 191 h 473"/>
                <ns1:gd name="T90" fmla="*/ 160 w 359"/>
                <ns1:gd name="T91" fmla="*/ 170 h 473"/>
                <ns1:gd name="T92" fmla="*/ 177 w 359"/>
                <ns1:gd name="T93" fmla="*/ 134 h 473"/>
                <ns1:gd name="T94" fmla="*/ 161 w 359"/>
                <ns1:gd name="T95" fmla="*/ 102 h 473"/>
                <ns1:gd name="T96" fmla="*/ 172 w 359"/>
                <ns1:gd name="T97" fmla="*/ 73 h 473"/>
                <ns1:gd name="T98" fmla="*/ 184 w 359"/>
                <ns1:gd name="T99" fmla="*/ 70 h 473"/>
                <ns1:gd name="T100" fmla="*/ 247 w 359"/>
                <ns1:gd name="T101" fmla="*/ 25 h 473"/>
                <ns1:gd name="T102" fmla="*/ 269 w 359"/>
                <ns1:gd name="T103" fmla="*/ 0 h 473"/>
                <ns1:gd name="T104" fmla="*/ 287 w 359"/>
                <ns1:gd name="T105" fmla="*/ 0 h 473"/>
                <ns1:gd name="T106" fmla="*/ 294 w 359"/>
                <ns1:gd name="T107" fmla="*/ 63 h 473"/>
                <ns1:gd name="T108" fmla="*/ 312 w 359"/>
                <ns1:gd name="T109" fmla="*/ 58 h 473"/>
                <ns1:gd name="T110" fmla="*/ 331 w 359"/>
                <ns1:gd name="T111" fmla="*/ 61 h 473"/>
                <ns1:gd name="T112" fmla="*/ 359 w 359"/>
                <ns1:gd name="T113" fmla="*/ 87 h 473"/>
                <ns1:gd name="T114" fmla="*/ 359 w 359"/>
                <ns1:gd name="T115" fmla="*/ 111 h 473"/>
                <ns1:gd name="T116" fmla="*/ 242 w 359"/>
                <ns1:gd name="T117" fmla="*/ 148 h 473"/>
                <ns1:gd name="T118" fmla="*/ 271 w 359"/>
                <ns1:gd name="T119" fmla="*/ 163 h 473"/>
                <ns1:gd name="T120" fmla="*/ 281 w 359"/>
                <ns1:gd name="T121" fmla="*/ 135 h 473"/>
                <ns1:gd name="T122" fmla="*/ 261 w 359"/>
                <ns1:gd name="T123" fmla="*/ 127 h 473"/>
                <ns1:gd name="T124" fmla="*/ 242 w 359"/>
                <ns1:gd name="T125" fmla="*/ 148 h 47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  <ns1:cxn ang="0">
                  <ns1:pos x="T122" y="T123"/>
                </ns1:cxn>
                <ns1:cxn ang="0">
                  <ns1:pos x="T124" y="T125"/>
                </ns1:cxn>
              </ns1:cxnLst>
              <ns1:rect l="0" t="0" r="r" b="b"/>
              <ns1:pathLst>
                <ns1:path w="359" h="473">
                  <ns1:moveTo>
                    <ns1:pt x="359" y="111"/>
                  </ns1:moveTo>
                  <ns1:cubicBezTo>
                    <ns1:pt x="346" y="137"/>
                    <ns1:pt x="332" y="162"/>
                    <ns1:pt x="319" y="187"/>
                  </ns1:cubicBezTo>
                  <ns1:cubicBezTo>
                    <ns1:pt x="318" y="190"/>
                    <ns1:pt x="316" y="193"/>
                    <ns1:pt x="318" y="195"/>
                  </ns1:cubicBezTo>
                  <ns1:cubicBezTo>
                    <ns1:pt x="329" y="204"/>
                    <ns1:pt x="326" y="215"/>
                    <ns1:pt x="326" y="226"/>
                  </ns1:cubicBezTo>
                  <ns1:cubicBezTo>
                    <ns1:pt x="327" y="248"/>
                    <ns1:pt x="320" y="258"/>
                    <ns1:pt x="299" y="261"/>
                  </ns1:cubicBezTo>
                  <ns1:cubicBezTo>
                    <ns1:pt x="271" y="266"/>
                    <ns1:pt x="249" y="280"/>
                    <ns1:pt x="226" y="292"/>
                  </ns1:cubicBezTo>
                  <ns1:cubicBezTo>
                    <ns1:pt x="222" y="294"/>
                    <ns1:pt x="215" y="296"/>
                    <ns1:pt x="217" y="302"/>
                  </ns1:cubicBezTo>
                  <ns1:cubicBezTo>
                    <ns1:pt x="219" y="308"/>
                    <ns1:pt x="226" y="306"/>
                    <ns1:pt x="230" y="306"/>
                  </ns1:cubicBezTo>
                  <ns1:cubicBezTo>
                    <ns1:pt x="256" y="307"/>
                    <ns1:pt x="265" y="318"/>
                    <ns1:pt x="259" y="342"/>
                  </ns1:cubicBezTo>
                  <ns1:cubicBezTo>
                    <ns1:pt x="257" y="351"/>
                    <ns1:pt x="253" y="357"/>
                    <ns1:pt x="243" y="359"/>
                  </ns1:cubicBezTo>
                  <ns1:cubicBezTo>
                    <ns1:pt x="225" y="362"/>
                    <ns1:pt x="221" y="368"/>
                    <ns1:pt x="222" y="387"/>
                  </ns1:cubicBezTo>
                  <ns1:cubicBezTo>
                    <ns1:pt x="222" y="401"/>
                    <ns1:pt x="224" y="416"/>
                    <ns1:pt x="224" y="430"/>
                  </ns1:cubicBezTo>
                  <ns1:cubicBezTo>
                    <ns1:pt x="224" y="461"/>
                    <ns1:pt x="212" y="472"/>
                    <ns1:pt x="181" y="472"/>
                  </ns1:cubicBezTo>
                  <ns1:cubicBezTo>
                    <ns1:pt x="156" y="473"/>
                    <ns1:pt x="131" y="471"/>
                    <ns1:pt x="107" y="463"/>
                  </ns1:cubicBezTo>
                  <ns1:cubicBezTo>
                    <ns1:pt x="102" y="461"/>
                    <ns1:pt x="94" y="461"/>
                    <ns1:pt x="94" y="453"/>
                  </ns1:cubicBezTo>
                  <ns1:cubicBezTo>
                    <ns1:pt x="95" y="445"/>
                    <ns1:pt x="102" y="445"/>
                    <ns1:pt x="108" y="443"/>
                  </ns1:cubicBezTo>
                  <ns1:cubicBezTo>
                    <ns1:pt x="113" y="441"/>
                    <ns1:pt x="119" y="439"/>
                    <ns1:pt x="125" y="438"/>
                  </ns1:cubicBezTo>
                  <ns1:cubicBezTo>
                    <ns1:pt x="148" y="431"/>
                    <ns1:pt x="154" y="421"/>
                    <ns1:pt x="152" y="398"/>
                  </ns1:cubicBezTo>
                  <ns1:cubicBezTo>
                    <ns1:pt x="151" y="390"/>
                    <ns1:pt x="147" y="388"/>
                    <ns1:pt x="140" y="390"/>
                  </ns1:cubicBezTo>
                  <ns1:cubicBezTo>
                    <ns1:pt x="124" y="395"/>
                    <ns1:pt x="111" y="404"/>
                    <ns1:pt x="98" y="413"/>
                  </ns1:cubicBezTo>
                  <ns1:cubicBezTo>
                    <ns1:pt x="70" y="430"/>
                    <ns1:pt x="21" y="416"/>
                    <ns1:pt x="7" y="387"/>
                  </ns1:cubicBezTo>
                  <ns1:cubicBezTo>
                    <ns1:pt x="0" y="373"/>
                    <ns1:pt x="7" y="359"/>
                    <ns1:pt x="21" y="361"/>
                  </ns1:cubicBezTo>
                  <ns1:cubicBezTo>
                    <ns1:pt x="51" y="366"/>
                    <ns1:pt x="76" y="353"/>
                    <ns1:pt x="102" y="343"/>
                  </ns1:cubicBezTo>
                  <ns1:cubicBezTo>
                    <ns1:pt x="115" y="338"/>
                    <ns1:pt x="127" y="331"/>
                    <ns1:pt x="140" y="325"/>
                  </ns1:cubicBezTo>
                  <ns1:cubicBezTo>
                    <ns1:pt x="153" y="319"/>
                    <ns1:pt x="164" y="312"/>
                    <ns1:pt x="170" y="298"/>
                  </ns1:cubicBezTo>
                  <ns1:cubicBezTo>
                    <ns1:pt x="175" y="287"/>
                    <ns1:pt x="185" y="282"/>
                    <ns1:pt x="196" y="279"/>
                  </ns1:cubicBezTo>
                  <ns1:cubicBezTo>
                    <ns1:pt x="212" y="275"/>
                    <ns1:pt x="226" y="266"/>
                    <ns1:pt x="241" y="255"/>
                  </ns1:cubicBezTo>
                  <ns1:cubicBezTo>
                    <ns1:pt x="231" y="253"/>
                    <ns1:pt x="224" y="257"/>
                    <ns1:pt x="218" y="260"/>
                  </ns1:cubicBezTo>
                  <ns1:cubicBezTo>
                    <ns1:pt x="190" y="272"/>
                    <ns1:pt x="167" y="292"/>
                    <ns1:pt x="143" y="309"/>
                  </ns1:cubicBezTo>
                  <ns1:cubicBezTo>
                    <ns1:pt x="135" y="315"/>
                    <ns1:pt x="127" y="319"/>
                    <ns1:pt x="118" y="318"/>
                  </ns1:cubicBezTo>
                  <ns1:cubicBezTo>
                    <ns1:pt x="100" y="317"/>
                    <ns1:pt x="82" y="312"/>
                    <ns1:pt x="63" y="315"/>
                  </ns1:cubicBezTo>
                  <ns1:cubicBezTo>
                    <ns1:pt x="60" y="315"/>
                    <ns1:pt x="55" y="313"/>
                    <ns1:pt x="54" y="309"/>
                  </ns1:cubicBezTo>
                  <ns1:cubicBezTo>
                    <ns1:pt x="52" y="303"/>
                    <ns1:pt x="57" y="300"/>
                    <ns1:pt x="62" y="297"/>
                  </ns1:cubicBezTo>
                  <ns1:cubicBezTo>
                    <ns1:pt x="91" y="280"/>
                    <ns1:pt x="121" y="262"/>
                    <ns1:pt x="151" y="245"/>
                  </ns1:cubicBezTo>
                  <ns1:cubicBezTo>
                    <ns1:pt x="161" y="239"/>
                    <ns1:pt x="171" y="233"/>
                    <ns1:pt x="181" y="228"/>
                  </ns1:cubicBezTo>
                  <ns1:cubicBezTo>
                    <ns1:pt x="193" y="223"/>
                    <ns1:pt x="203" y="216"/>
                    <ns1:pt x="196" y="199"/>
                  </ns1:cubicBezTo>
                  <ns1:cubicBezTo>
                    <ns1:pt x="191" y="203"/>
                    <ns1:pt x="186" y="206"/>
                    <ns1:pt x="181" y="209"/>
                  </ns1:cubicBezTo>
                  <ns1:cubicBezTo>
                    <ns1:pt x="177" y="212"/>
                    <ns1:pt x="172" y="217"/>
                    <ns1:pt x="168" y="216"/>
                  </ns1:cubicBezTo>
                  <ns1:cubicBezTo>
                    <ns1:pt x="150" y="212"/>
                    <ns1:pt x="142" y="225"/>
                    <ns1:pt x="130" y="234"/>
                  </ns1:cubicBezTo>
                  <ns1:cubicBezTo>
                    <ns1:pt x="115" y="247"/>
                    <ns1:pt x="102" y="243"/>
                    <ns1:pt x="93" y="224"/>
                  </ns1:cubicBezTo>
                  <ns1:cubicBezTo>
                    <ns1:pt x="86" y="208"/>
                    <ns1:pt x="86" y="191"/>
                    <ns1:pt x="81" y="175"/>
                  </ns1:cubicBezTo>
                  <ns1:cubicBezTo>
                    <ns1:pt x="76" y="157"/>
                    <ns1:pt x="65" y="142"/>
                    <ns1:pt x="60" y="125"/>
                  </ns1:cubicBezTo>
                  <ns1:cubicBezTo>
                    <ns1:pt x="55" y="111"/>
                    <ns1:pt x="60" y="100"/>
                    <ns1:pt x="73" y="96"/>
                  </ns1:cubicBezTo>
                  <ns1:cubicBezTo>
                    <ns1:pt x="78" y="94"/>
                    <ns1:pt x="84" y="94"/>
                    <ns1:pt x="88" y="98"/>
                  </ns1:cubicBezTo>
                  <ns1:cubicBezTo>
                    <ns1:pt x="115" y="124"/>
                    <ns1:pt x="145" y="148"/>
                    <ns1:pt x="150" y="191"/>
                  </ns1:cubicBezTo>
                  <ns1:cubicBezTo>
                    <ns1:pt x="159" y="185"/>
                    <ns1:pt x="165" y="180"/>
                    <ns1:pt x="160" y="170"/>
                  </ns1:cubicBezTo>
                  <ns1:cubicBezTo>
                    <ns1:pt x="149" y="148"/>
                    <ns1:pt x="152" y="141"/>
                    <ns1:pt x="177" y="134"/>
                  </ns1:cubicBezTo>
                  <ns1:cubicBezTo>
                    <ns1:pt x="172" y="123"/>
                    <ns1:pt x="168" y="112"/>
                    <ns1:pt x="161" y="102"/>
                  </ns1:cubicBezTo>
                  <ns1:cubicBezTo>
                    <ns1:pt x="151" y="89"/>
                    <ns1:pt x="157" y="77"/>
                    <ns1:pt x="172" y="73"/>
                  </ns1:cubicBezTo>
                  <ns1:cubicBezTo>
                    <ns1:pt x="176" y="72"/>
                    <ns1:pt x="180" y="70"/>
                    <ns1:pt x="184" y="70"/>
                  </ns1:cubicBezTo>
                  <ns1:cubicBezTo>
                    <ns1:pt x="213" y="66"/>
                    <ns1:pt x="236" y="54"/>
                    <ns1:pt x="247" y="25"/>
                  </ns1:cubicBezTo>
                  <ns1:cubicBezTo>
                    <ns1:pt x="251" y="14"/>
                    <ns1:pt x="260" y="8"/>
                    <ns1:pt x="269" y="0"/>
                  </ns1:cubicBezTo>
                  <ns1:cubicBezTo>
                    <ns1:pt x="275" y="0"/>
                    <ns1:pt x="281" y="0"/>
                    <ns1:pt x="287" y="0"/>
                  </ns1:cubicBezTo>
                  <ns1:cubicBezTo>
                    <ns1:pt x="302" y="20"/>
                    <ns1:pt x="307" y="40"/>
                    <ns1:pt x="294" y="63"/>
                  </ns1:cubicBezTo>
                  <ns1:cubicBezTo>
                    <ns1:pt x="302" y="65"/>
                    <ns1:pt x="307" y="60"/>
                    <ns1:pt x="312" y="58"/>
                  </ns1:cubicBezTo>
                  <ns1:cubicBezTo>
                    <ns1:pt x="319" y="55"/>
                    <ns1:pt x="327" y="54"/>
                    <ns1:pt x="331" y="61"/>
                  </ns1:cubicBezTo>
                  <ns1:cubicBezTo>
                    <ns1:pt x="337" y="73"/>
                    <ns1:pt x="349" y="79"/>
                    <ns1:pt x="359" y="87"/>
                  </ns1:cubicBezTo>
                  <ns1:cubicBezTo>
                    <ns1:pt x="359" y="95"/>
                    <ns1:pt x="359" y="103"/>
                    <ns1:pt x="359" y="111"/>
                  </ns1:cubicBezTo>
                  <ns1:close/>
                  <ns1:moveTo>
                    <ns1:pt x="242" y="148"/>
                  </ns1:moveTo>
                  <ns1:cubicBezTo>
                    <ns1:pt x="259" y="140"/>
                    <ns1:pt x="268" y="146"/>
                    <ns1:pt x="271" y="163"/>
                  </ns1:cubicBezTo>
                  <ns1:cubicBezTo>
                    <ns1:pt x="278" y="154"/>
                    <ns1:pt x="285" y="145"/>
                    <ns1:pt x="281" y="135"/>
                  </ns1:cubicBezTo>
                  <ns1:cubicBezTo>
                    <ns1:pt x="278" y="128"/>
                    <ns1:pt x="269" y="127"/>
                    <ns1:pt x="261" y="127"/>
                  </ns1:cubicBezTo>
                  <ns1:cubicBezTo>
                    <ns1:pt x="248" y="126"/>
                    <ns1:pt x="248" y="137"/>
                    <ns1:pt x="242" y="14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8" name="Freeform 6"/>
            <ns0:cNvSpPr/>
            <ns0:nvPr/>
          </ns0:nvSpPr>
          <ns0:spPr bwMode="auto">
            <ns1:xfrm>
              <ns1:off x="4823263" y="1994245"/>
              <ns1:ext cx="714284" cy="508580"/>
            </ns1:xfrm>
            <ns1:custGeom>
              <ns1:avLst/>
              <ns1:gdLst>
                <ns1:gd name="T0" fmla="*/ 102 w 498"/>
                <ns1:gd name="T1" fmla="*/ 185 h 392"/>
                <ns1:gd name="T2" fmla="*/ 122 w 498"/>
                <ns1:gd name="T3" fmla="*/ 172 h 392"/>
                <ns1:gd name="T4" fmla="*/ 148 w 498"/>
                <ns1:gd name="T5" fmla="*/ 192 h 392"/>
                <ns1:gd name="T6" fmla="*/ 204 w 498"/>
                <ns1:gd name="T7" fmla="*/ 147 h 392"/>
                <ns1:gd name="T8" fmla="*/ 169 w 498"/>
                <ns1:gd name="T9" fmla="*/ 130 h 392"/>
                <ns1:gd name="T10" fmla="*/ 166 w 498"/>
                <ns1:gd name="T11" fmla="*/ 109 h 392"/>
                <ns1:gd name="T12" fmla="*/ 215 w 498"/>
                <ns1:gd name="T13" fmla="*/ 53 h 392"/>
                <ns1:gd name="T14" fmla="*/ 247 w 498"/>
                <ns1:gd name="T15" fmla="*/ 19 h 392"/>
                <ns1:gd name="T16" fmla="*/ 284 w 498"/>
                <ns1:gd name="T17" fmla="*/ 61 h 392"/>
                <ns1:gd name="T18" fmla="*/ 271 w 498"/>
                <ns1:gd name="T19" fmla="*/ 104 h 392"/>
                <ns1:gd name="T20" fmla="*/ 279 w 498"/>
                <ns1:gd name="T21" fmla="*/ 110 h 392"/>
                <ns1:gd name="T22" fmla="*/ 327 w 498"/>
                <ns1:gd name="T23" fmla="*/ 68 h 392"/>
                <ns1:gd name="T24" fmla="*/ 375 w 498"/>
                <ns1:gd name="T25" fmla="*/ 5 h 392"/>
                <ns1:gd name="T26" fmla="*/ 436 w 498"/>
                <ns1:gd name="T27" fmla="*/ 14 h 392"/>
                <ns1:gd name="T28" fmla="*/ 456 w 498"/>
                <ns1:gd name="T29" fmla="*/ 47 h 392"/>
                <ns1:gd name="T30" fmla="*/ 472 w 498"/>
                <ns1:gd name="T31" fmla="*/ 79 h 392"/>
                <ns1:gd name="T32" fmla="*/ 462 w 498"/>
                <ns1:gd name="T33" fmla="*/ 152 h 392"/>
                <ns1:gd name="T34" fmla="*/ 417 w 498"/>
                <ns1:gd name="T35" fmla="*/ 297 h 392"/>
                <ns1:gd name="T36" fmla="*/ 393 w 498"/>
                <ns1:gd name="T37" fmla="*/ 168 h 392"/>
                <ns1:gd name="T38" fmla="*/ 362 w 498"/>
                <ns1:gd name="T39" fmla="*/ 220 h 392"/>
                <ns1:gd name="T40" fmla="*/ 314 w 498"/>
                <ns1:gd name="T41" fmla="*/ 195 h 392"/>
                <ns1:gd name="T42" fmla="*/ 323 w 498"/>
                <ns1:gd name="T43" fmla="*/ 134 h 392"/>
                <ns1:gd name="T44" fmla="*/ 309 w 498"/>
                <ns1:gd name="T45" fmla="*/ 128 h 392"/>
                <ns1:gd name="T46" fmla="*/ 258 w 498"/>
                <ns1:gd name="T47" fmla="*/ 180 h 392"/>
                <ns1:gd name="T48" fmla="*/ 209 w 498"/>
                <ns1:gd name="T49" fmla="*/ 284 h 392"/>
                <ns1:gd name="T50" fmla="*/ 182 w 498"/>
                <ns1:gd name="T51" fmla="*/ 292 h 392"/>
                <ns1:gd name="T52" fmla="*/ 194 w 498"/>
                <ns1:gd name="T53" fmla="*/ 235 h 392"/>
                <ns1:gd name="T54" fmla="*/ 186 w 498"/>
                <ns1:gd name="T55" fmla="*/ 229 h 392"/>
                <ns1:gd name="T56" fmla="*/ 121 w 498"/>
                <ns1:gd name="T57" fmla="*/ 236 h 392"/>
                <ns1:gd name="T58" fmla="*/ 60 w 498"/>
                <ns1:gd name="T59" fmla="*/ 373 h 392"/>
                <ns1:gd name="T60" fmla="*/ 8 w 498"/>
                <ns1:gd name="T61" fmla="*/ 392 h 392"/>
                <ns1:gd name="T62" fmla="*/ 1 w 498"/>
                <ns1:gd name="T63" fmla="*/ 319 h 3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498" h="392">
                  <ns1:moveTo>
                    <ns1:pt x="1" y="319"/>
                  </ns1:moveTo>
                  <ns1:cubicBezTo>
                    <ns1:pt x="42" y="280"/>
                    <ns1:pt x="72" y="232"/>
                    <ns1:pt x="102" y="185"/>
                  </ns1:cubicBezTo>
                  <ns1:cubicBezTo>
                    <ns1:pt x="104" y="182"/>
                    <ns1:pt x="106" y="179"/>
                    <ns1:pt x="109" y="177"/>
                  </ns1:cubicBezTo>
                  <ns1:cubicBezTo>
                    <ns1:pt x="112" y="173"/>
                    <ns1:pt x="117" y="169"/>
                    <ns1:pt x="122" y="172"/>
                  </ns1:cubicBezTo>
                  <ns1:cubicBezTo>
                    <ns1:pt x="127" y="173"/>
                    <ns1:pt x="127" y="178"/>
                    <ns1:pt x="128" y="183"/>
                  </ns1:cubicBezTo>
                  <ns1:cubicBezTo>
                    <ns1:pt x="130" y="201"/>
                    <ns1:pt x="133" y="202"/>
                    <ns1:pt x="148" y="192"/>
                  </ns1:cubicBezTo>
                  <ns1:cubicBezTo>
                    <ns1:pt x="164" y="180"/>
                    <ns1:pt x="180" y="169"/>
                    <ns1:pt x="195" y="157"/>
                  </ns1:cubicBezTo>
                  <ns1:cubicBezTo>
                    <ns1:pt x="199" y="154"/>
                    <ns1:pt x="202" y="152"/>
                    <ns1:pt x="204" y="147"/>
                  </ns1:cubicBezTo>
                  <ns1:cubicBezTo>
                    <ns1:pt x="210" y="134"/>
                    <ns1:pt x="207" y="130"/>
                    <ns1:pt x="193" y="131"/>
                  </ns1:cubicBezTo>
                  <ns1:cubicBezTo>
                    <ns1:pt x="185" y="131"/>
                    <ns1:pt x="177" y="132"/>
                    <ns1:pt x="169" y="130"/>
                  </ns1:cubicBezTo>
                  <ns1:cubicBezTo>
                    <ns1:pt x="164" y="129"/>
                    <ns1:pt x="160" y="125"/>
                    <ns1:pt x="159" y="120"/>
                  </ns1:cubicBezTo>
                  <ns1:cubicBezTo>
                    <ns1:pt x="159" y="115"/>
                    <ns1:pt x="162" y="111"/>
                    <ns1:pt x="166" y="109"/>
                  </ns1:cubicBezTo>
                  <ns1:cubicBezTo>
                    <ns1:pt x="171" y="106"/>
                    <ns1:pt x="176" y="104"/>
                    <ns1:pt x="181" y="101"/>
                  </ns1:cubicBezTo>
                  <ns1:cubicBezTo>
                    <ns1:pt x="199" y="90"/>
                    <ns1:pt x="215" y="77"/>
                    <ns1:pt x="215" y="53"/>
                  </ns1:cubicBezTo>
                  <ns1:cubicBezTo>
                    <ns1:pt x="214" y="45"/>
                    <ns1:pt x="216" y="38"/>
                    <ns1:pt x="219" y="31"/>
                  </ns1:cubicBezTo>
                  <ns1:cubicBezTo>
                    <ns1:pt x="223" y="16"/>
                    <ns1:pt x="233" y="12"/>
                    <ns1:pt x="247" y="19"/>
                  </ns1:cubicBezTo>
                  <ns1:cubicBezTo>
                    <ns1:pt x="256" y="24"/>
                    <ns1:pt x="264" y="32"/>
                    <ns1:pt x="268" y="42"/>
                  </ns1:cubicBezTo>
                  <ns1:cubicBezTo>
                    <ns1:pt x="272" y="49"/>
                    <ns1:pt x="276" y="56"/>
                    <ns1:pt x="284" y="61"/>
                  </ns1:cubicBezTo>
                  <ns1:cubicBezTo>
                    <ns1:pt x="291" y="66"/>
                    <ns1:pt x="289" y="73"/>
                    <ns1:pt x="285" y="80"/>
                  </ns1:cubicBezTo>
                  <ns1:cubicBezTo>
                    <ns1:pt x="280" y="88"/>
                    <ns1:pt x="273" y="95"/>
                    <ns1:pt x="271" y="104"/>
                  </ns1:cubicBezTo>
                  <ns1:cubicBezTo>
                    <ns1:pt x="270" y="107"/>
                    <ns1:pt x="269" y="111"/>
                    <ns1:pt x="272" y="112"/>
                  </ns1:cubicBezTo>
                  <ns1:cubicBezTo>
                    <ns1:pt x="274" y="113"/>
                    <ns1:pt x="277" y="112"/>
                    <ns1:pt x="279" y="110"/>
                  </ns1:cubicBezTo>
                  <ns1:cubicBezTo>
                    <ns1:pt x="293" y="101"/>
                    <ns1:pt x="307" y="92"/>
                    <ns1:pt x="320" y="83"/>
                  </ns1:cubicBezTo>
                  <ns1:cubicBezTo>
                    <ns1:pt x="325" y="79"/>
                    <ns1:pt x="326" y="74"/>
                    <ns1:pt x="327" y="68"/>
                  </ns1:cubicBezTo>
                  <ns1:cubicBezTo>
                    <ns1:pt x="331" y="52"/>
                    <ns1:pt x="334" y="36"/>
                    <ns1:pt x="342" y="21"/>
                  </ns1:cubicBezTo>
                  <ns1:cubicBezTo>
                    <ns1:pt x="349" y="6"/>
                    <ns1:pt x="359" y="1"/>
                    <ns1:pt x="375" y="5"/>
                  </ns1:cubicBezTo>
                  <ns1:cubicBezTo>
                    <ns1:pt x="383" y="7"/>
                    <ns1:pt x="391" y="9"/>
                    <ns1:pt x="397" y="14"/>
                  </ns1:cubicBezTo>
                  <ns1:cubicBezTo>
                    <ns1:pt x="411" y="24"/>
                    <ns1:pt x="423" y="23"/>
                    <ns1:pt x="436" y="14"/>
                  </ns1:cubicBezTo>
                  <ns1:cubicBezTo>
                    <ns1:pt x="444" y="9"/>
                    <ns1:pt x="454" y="0"/>
                    <ns1:pt x="463" y="12"/>
                  </ns1:cubicBezTo>
                  <ns1:cubicBezTo>
                    <ns1:pt x="472" y="24"/>
                    <ns1:pt x="470" y="38"/>
                    <ns1:pt x="456" y="47"/>
                  </ns1:cubicBezTo>
                  <ns1:cubicBezTo>
                    <ns1:pt x="446" y="55"/>
                    <ns1:pt x="434" y="60"/>
                    <ns1:pt x="420" y="68"/>
                  </ns1:cubicBezTo>
                  <ns1:cubicBezTo>
                    <ns1:pt x="440" y="68"/>
                    <ns1:pt x="456" y="71"/>
                    <ns1:pt x="472" y="79"/>
                  </ns1:cubicBezTo>
                  <ns1:cubicBezTo>
                    <ns1:pt x="496" y="92"/>
                    <ns1:pt x="498" y="109"/>
                    <ns1:pt x="476" y="125"/>
                  </ns1:cubicBezTo>
                  <ns1:cubicBezTo>
                    <ns1:pt x="467" y="132"/>
                    <ns1:pt x="463" y="140"/>
                    <ns1:pt x="462" y="152"/>
                  </ns1:cubicBezTo>
                  <ns1:cubicBezTo>
                    <ns1:pt x="461" y="177"/>
                    <ns1:pt x="460" y="202"/>
                    <ns1:pt x="462" y="227"/>
                  </ns1:cubicBezTo>
                  <ns1:cubicBezTo>
                    <ns1:pt x="464" y="248"/>
                    <ns1:pt x="436" y="290"/>
                    <ns1:pt x="417" y="297"/>
                  </ns1:cubicBezTo>
                  <ns1:cubicBezTo>
                    <ns1:pt x="402" y="303"/>
                    <ns1:pt x="393" y="297"/>
                    <ns1:pt x="393" y="281"/>
                  </ns1:cubicBezTo>
                  <ns1:cubicBezTo>
                    <ns1:pt x="393" y="244"/>
                    <ns1:pt x="393" y="206"/>
                    <ns1:pt x="393" y="168"/>
                  </ns1:cubicBezTo>
                  <ns1:cubicBezTo>
                    <ns1:pt x="391" y="173"/>
                    <ns1:pt x="388" y="178"/>
                    <ns1:pt x="386" y="184"/>
                  </ns1:cubicBezTo>
                  <ns1:cubicBezTo>
                    <ns1:pt x="379" y="197"/>
                    <ns1:pt x="372" y="209"/>
                    <ns1:pt x="362" y="220"/>
                  </ns1:cubicBezTo>
                  <ns1:cubicBezTo>
                    <ns1:pt x="349" y="236"/>
                    <ns1:pt x="332" y="237"/>
                    <ns1:pt x="317" y="223"/>
                  </ns1:cubicBezTo>
                  <ns1:cubicBezTo>
                    <ns1:pt x="308" y="215"/>
                    <ns1:pt x="302" y="206"/>
                    <ns1:pt x="314" y="195"/>
                  </ns1:cubicBezTo>
                  <ns1:cubicBezTo>
                    <ns1:pt x="319" y="191"/>
                    <ns1:pt x="320" y="185"/>
                    <ns1:pt x="320" y="179"/>
                  </ns1:cubicBezTo>
                  <ns1:cubicBezTo>
                    <ns1:pt x="322" y="164"/>
                    <ns1:pt x="323" y="149"/>
                    <ns1:pt x="323" y="134"/>
                  </ns1:cubicBezTo>
                  <ns1:cubicBezTo>
                    <ns1:pt x="324" y="130"/>
                    <ns1:pt x="325" y="125"/>
                    <ns1:pt x="321" y="123"/>
                  </ns1:cubicBezTo>
                  <ns1:cubicBezTo>
                    <ns1:pt x="316" y="120"/>
                    <ns1:pt x="313" y="126"/>
                    <ns1:pt x="309" y="128"/>
                  </ns1:cubicBezTo>
                  <ns1:cubicBezTo>
                    <ns1:pt x="307" y="130"/>
                    <ns1:pt x="304" y="133"/>
                    <ns1:pt x="302" y="135"/>
                  </ns1:cubicBezTo>
                  <ns1:cubicBezTo>
                    <ns1:pt x="287" y="150"/>
                    <ns1:pt x="275" y="167"/>
                    <ns1:pt x="258" y="180"/>
                  </ns1:cubicBezTo>
                  <ns1:cubicBezTo>
                    <ns1:pt x="247" y="190"/>
                    <ns1:pt x="247" y="206"/>
                    <ns1:pt x="244" y="219"/>
                  </ns1:cubicBezTo>
                  <ns1:cubicBezTo>
                    <ns1:pt x="239" y="244"/>
                    <ns1:pt x="228" y="266"/>
                    <ns1:pt x="209" y="284"/>
                  </ns1:cubicBezTo>
                  <ns1:cubicBezTo>
                    <ns1:pt x="206" y="287"/>
                    <ns1:pt x="202" y="290"/>
                    <ns1:pt x="199" y="292"/>
                  </ns1:cubicBezTo>
                  <ns1:cubicBezTo>
                    <ns1:pt x="193" y="295"/>
                    <ns1:pt x="187" y="296"/>
                    <ns1:pt x="182" y="292"/>
                  </ns1:cubicBezTo>
                  <ns1:cubicBezTo>
                    <ns1:pt x="176" y="287"/>
                    <ns1:pt x="176" y="281"/>
                    <ns1:pt x="179" y="274"/>
                  </ns1:cubicBezTo>
                  <ns1:cubicBezTo>
                    <ns1:pt x="185" y="262"/>
                    <ns1:pt x="192" y="249"/>
                    <ns1:pt x="194" y="235"/>
                  </ns1:cubicBezTo>
                  <ns1:cubicBezTo>
                    <ns1:pt x="195" y="233"/>
                    <ns1:pt x="196" y="229"/>
                    <ns1:pt x="193" y="227"/>
                  </ns1:cubicBezTo>
                  <ns1:cubicBezTo>
                    <ns1:pt x="191" y="227"/>
                    <ns1:pt x="188" y="228"/>
                    <ns1:pt x="186" y="229"/>
                  </ns1:cubicBezTo>
                  <ns1:cubicBezTo>
                    <ns1:pt x="184" y="230"/>
                    <ns1:pt x="182" y="231"/>
                    <ns1:pt x="181" y="233"/>
                  </ns1:cubicBezTo>
                  <ns1:cubicBezTo>
                    <ns1:pt x="162" y="248"/>
                    <ns1:pt x="142" y="249"/>
                    <ns1:pt x="121" y="236"/>
                  </ns1:cubicBezTo>
                  <ns1:cubicBezTo>
                    <ns1:pt x="114" y="231"/>
                    <ns1:pt x="111" y="233"/>
                    <ns1:pt x="109" y="241"/>
                  </ns1:cubicBezTo>
                  <ns1:cubicBezTo>
                    <ns1:pt x="93" y="285"/>
                    <ns1:pt x="72" y="327"/>
                    <ns1:pt x="60" y="373"/>
                  </ns1:cubicBezTo>
                  <ns1:cubicBezTo>
                    <ns1:pt x="58" y="381"/>
                    <ns1:pt x="52" y="386"/>
                    <ns1:pt x="46" y="391"/>
                  </ns1:cubicBezTo>
                  <ns1:cubicBezTo>
                    <ns1:pt x="33" y="391"/>
                    <ns1:pt x="21" y="391"/>
                    <ns1:pt x="8" y="392"/>
                  </ns1:cubicBezTo>
                  <ns1:cubicBezTo>
                    <ns1:pt x="2" y="392"/>
                    <ns1:pt x="0" y="390"/>
                    <ns1:pt x="0" y="384"/>
                  </ns1:cubicBezTo>
                  <ns1:cubicBezTo>
                    <ns1:pt x="1" y="362"/>
                    <ns1:pt x="1" y="341"/>
                    <ns1:pt x="1" y="31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9" name="Freeform 7"/>
            <ns0:cNvSpPr/>
            <ns0:nvPr/>
          </ns0:nvSpPr>
          <ns0:spPr bwMode="auto">
            <ns1:xfrm>
              <ns1:off x="6201547" y="1899296"/>
              <ns1:ext cx="494365" cy="445280"/>
            </ns1:xfrm>
            <ns1:custGeom>
              <ns1:avLst/>
              <ns1:gdLst>
                <ns1:gd name="T0" fmla="*/ 173 w 345"/>
                <ns1:gd name="T1" fmla="*/ 256 h 343"/>
                <ns1:gd name="T2" fmla="*/ 125 w 345"/>
                <ns1:gd name="T3" fmla="*/ 275 h 343"/>
                <ns1:gd name="T4" fmla="*/ 105 w 345"/>
                <ns1:gd name="T5" fmla="*/ 284 h 343"/>
                <ns1:gd name="T6" fmla="*/ 10 w 345"/>
                <ns1:gd name="T7" fmla="*/ 261 h 343"/>
                <ns1:gd name="T8" fmla="*/ 4 w 345"/>
                <ns1:gd name="T9" fmla="*/ 241 h 343"/>
                <ns1:gd name="T10" fmla="*/ 25 w 345"/>
                <ns1:gd name="T11" fmla="*/ 228 h 343"/>
                <ns1:gd name="T12" fmla="*/ 122 w 345"/>
                <ns1:gd name="T13" fmla="*/ 209 h 343"/>
                <ns1:gd name="T14" fmla="*/ 181 w 345"/>
                <ns1:gd name="T15" fmla="*/ 186 h 343"/>
                <ns1:gd name="T16" fmla="*/ 199 w 345"/>
                <ns1:gd name="T17" fmla="*/ 161 h 343"/>
                <ns1:gd name="T18" fmla="*/ 203 w 345"/>
                <ns1:gd name="T19" fmla="*/ 40 h 343"/>
                <ns1:gd name="T20" fmla="*/ 209 w 345"/>
                <ns1:gd name="T21" fmla="*/ 14 h 343"/>
                <ns1:gd name="T22" fmla="*/ 237 w 345"/>
                <ns1:gd name="T23" fmla="*/ 7 h 343"/>
                <ns1:gd name="T24" fmla="*/ 282 w 345"/>
                <ns1:gd name="T25" fmla="*/ 47 h 343"/>
                <ns1:gd name="T26" fmla="*/ 282 w 345"/>
                <ns1:gd name="T27" fmla="*/ 77 h 343"/>
                <ns1:gd name="T28" fmla="*/ 263 w 345"/>
                <ns1:gd name="T29" fmla="*/ 149 h 343"/>
                <ns1:gd name="T30" fmla="*/ 273 w 345"/>
                <ns1:gd name="T31" fmla="*/ 154 h 343"/>
                <ns1:gd name="T32" fmla="*/ 304 w 345"/>
                <ns1:gd name="T33" fmla="*/ 139 h 343"/>
                <ns1:gd name="T34" fmla="*/ 316 w 345"/>
                <ns1:gd name="T35" fmla="*/ 134 h 343"/>
                <ns1:gd name="T36" fmla="*/ 338 w 345"/>
                <ns1:gd name="T37" fmla="*/ 135 h 343"/>
                <ns1:gd name="T38" fmla="*/ 338 w 345"/>
                <ns1:gd name="T39" fmla="*/ 163 h 343"/>
                <ns1:gd name="T40" fmla="*/ 318 w 345"/>
                <ns1:gd name="T41" fmla="*/ 180 h 343"/>
                <ns1:gd name="T42" fmla="*/ 271 w 345"/>
                <ns1:gd name="T43" fmla="*/ 199 h 343"/>
                <ns1:gd name="T44" fmla="*/ 252 w 345"/>
                <ns1:gd name="T45" fmla="*/ 220 h 343"/>
                <ns1:gd name="T46" fmla="*/ 96 w 345"/>
                <ns1:gd name="T47" fmla="*/ 341 h 343"/>
                <ns1:gd name="T48" fmla="*/ 83 w 345"/>
                <ns1:gd name="T49" fmla="*/ 337 h 343"/>
                <ns1:gd name="T50" fmla="*/ 91 w 345"/>
                <ns1:gd name="T51" fmla="*/ 326 h 343"/>
                <ns1:gd name="T52" fmla="*/ 146 w 345"/>
                <ns1:gd name="T53" fmla="*/ 290 h 343"/>
                <ns1:gd name="T54" fmla="*/ 173 w 345"/>
                <ns1:gd name="T55" fmla="*/ 256 h 34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345" h="343">
                  <ns1:moveTo>
                    <ns1:pt x="173" y="256"/>
                  </ns1:moveTo>
                  <ns1:cubicBezTo>
                    <ns1:pt x="154" y="259"/>
                    <ns1:pt x="141" y="269"/>
                    <ns1:pt x="125" y="275"/>
                  </ns1:cubicBezTo>
                  <ns1:cubicBezTo>
                    <ns1:pt x="118" y="278"/>
                    <ns1:pt x="112" y="281"/>
                    <ns1:pt x="105" y="284"/>
                  </ns1:cubicBezTo>
                  <ns1:cubicBezTo>
                    <ns1:pt x="66" y="303"/>
                    <ns1:pt x="38" y="290"/>
                    <ns1:pt x="10" y="261"/>
                  </ns1:cubicBezTo>
                  <ns1:cubicBezTo>
                    <ns1:pt x="4" y="255"/>
                    <ns1:pt x="0" y="249"/>
                    <ns1:pt x="4" y="241"/>
                  </ns1:cubicBezTo>
                  <ns1:cubicBezTo>
                    <ns1:pt x="8" y="232"/>
                    <ns1:pt x="16" y="227"/>
                    <ns1:pt x="25" y="228"/>
                  </ns1:cubicBezTo>
                  <ns1:cubicBezTo>
                    <ns1:pt x="59" y="232"/>
                    <ns1:pt x="91" y="220"/>
                    <ns1:pt x="122" y="209"/>
                  </ns1:cubicBezTo>
                  <ns1:cubicBezTo>
                    <ns1:pt x="142" y="202"/>
                    <ns1:pt x="162" y="195"/>
                    <ns1:pt x="181" y="186"/>
                  </ns1:cubicBezTo>
                  <ns1:cubicBezTo>
                    <ns1:pt x="192" y="181"/>
                    <ns1:pt x="197" y="174"/>
                    <ns1:pt x="199" y="161"/>
                  </ns1:cubicBezTo>
                  <ns1:cubicBezTo>
                    <ns1:pt x="203" y="121"/>
                    <ns1:pt x="203" y="80"/>
                    <ns1:pt x="203" y="40"/>
                  </ns1:cubicBezTo>
                  <ns1:cubicBezTo>
                    <ns1:pt x="203" y="31"/>
                    <ns1:pt x="204" y="22"/>
                    <ns1:pt x="209" y="14"/>
                  </ns1:cubicBezTo>
                  <ns1:cubicBezTo>
                    <ns1:pt x="216" y="3"/>
                    <ns1:pt x="226" y="0"/>
                    <ns1:pt x="237" y="7"/>
                  </ns1:cubicBezTo>
                  <ns1:cubicBezTo>
                    <ns1:pt x="254" y="18"/>
                    <ns1:pt x="269" y="31"/>
                    <ns1:pt x="282" y="47"/>
                  </ns1:cubicBezTo>
                  <ns1:cubicBezTo>
                    <ns1:pt x="289" y="56"/>
                    <ns1:pt x="289" y="67"/>
                    <ns1:pt x="282" y="77"/>
                  </ns1:cubicBezTo>
                  <ns1:cubicBezTo>
                    <ns1:pt x="266" y="99"/>
                    <ns1:pt x="265" y="124"/>
                    <ns1:pt x="263" y="149"/>
                  </ns1:cubicBezTo>
                  <ns1:cubicBezTo>
                    <ns1:pt x="263" y="158"/>
                    <ns1:pt x="268" y="156"/>
                    <ns1:pt x="273" y="154"/>
                  </ns1:cubicBezTo>
                  <ns1:cubicBezTo>
                    <ns1:pt x="283" y="149"/>
                    <ns1:pt x="293" y="144"/>
                    <ns1:pt x="304" y="139"/>
                  </ns1:cubicBezTo>
                  <ns1:cubicBezTo>
                    <ns1:pt x="308" y="137"/>
                    <ns1:pt x="312" y="135"/>
                    <ns1:pt x="316" y="134"/>
                  </ns1:cubicBezTo>
                  <ns1:cubicBezTo>
                    <ns1:pt x="324" y="132"/>
                    <ns1:pt x="332" y="127"/>
                    <ns1:pt x="338" y="135"/>
                  </ns1:cubicBezTo>
                  <ns1:cubicBezTo>
                    <ns1:pt x="345" y="144"/>
                    <ns1:pt x="344" y="154"/>
                    <ns1:pt x="338" y="163"/>
                  </ns1:cubicBezTo>
                  <ns1:cubicBezTo>
                    <ns1:pt x="334" y="171"/>
                    <ns1:pt x="326" y="176"/>
                    <ns1:pt x="318" y="180"/>
                  </ns1:cubicBezTo>
                  <ns1:cubicBezTo>
                    <ns1:pt x="302" y="186"/>
                    <ns1:pt x="287" y="194"/>
                    <ns1:pt x="271" y="199"/>
                  </ns1:cubicBezTo>
                  <ns1:cubicBezTo>
                    <ns1:pt x="260" y="203"/>
                    <ns1:pt x="254" y="210"/>
                    <ns1:pt x="252" y="220"/>
                  </ns1:cubicBezTo>
                  <ns1:cubicBezTo>
                    <ns1:pt x="231" y="303"/>
                    <ns1:pt x="166" y="331"/>
                    <ns1:pt x="96" y="341"/>
                  </ns1:cubicBezTo>
                  <ns1:cubicBezTo>
                    <ns1:pt x="91" y="342"/>
                    <ns1:pt x="85" y="343"/>
                    <ns1:pt x="83" y="337"/>
                  </ns1:cubicBezTo>
                  <ns1:cubicBezTo>
                    <ns1:pt x="81" y="331"/>
                    <ns1:pt x="87" y="329"/>
                    <ns1:pt x="91" y="326"/>
                  </ns1:cubicBezTo>
                  <ns1:cubicBezTo>
                    <ns1:pt x="110" y="314"/>
                    <ns1:pt x="129" y="303"/>
                    <ns1:pt x="146" y="290"/>
                  </ns1:cubicBezTo>
                  <ns1:cubicBezTo>
                    <ns1:pt x="158" y="281"/>
                    <ns1:pt x="167" y="271"/>
                    <ns1:pt x="173" y="256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0" name="Freeform 8"/>
            <ns0:cNvSpPr/>
            <ns0:nvPr/>
          </ns0:nvSpPr>
          <ns0:spPr bwMode="auto">
            <ns1:xfrm>
              <ns1:off x="5541788" y="2161225"/>
              <ns1:ext cx="327153" cy="328503"/>
            </ns1:xfrm>
            <ns1:custGeom>
              <ns1:avLst/>
              <ns1:gdLst>
                <ns1:gd name="T0" fmla="*/ 61 w 228"/>
                <ns1:gd name="T1" fmla="*/ 253 h 253"/>
                <ns1:gd name="T2" fmla="*/ 46 w 228"/>
                <ns1:gd name="T3" fmla="*/ 247 h 253"/>
                <ns1:gd name="T4" fmla="*/ 8 w 228"/>
                <ns1:gd name="T5" fmla="*/ 208 h 253"/>
                <ns1:gd name="T6" fmla="*/ 17 w 228"/>
                <ns1:gd name="T7" fmla="*/ 180 h 253"/>
                <ns1:gd name="T8" fmla="*/ 77 w 228"/>
                <ns1:gd name="T9" fmla="*/ 135 h 253"/>
                <ns1:gd name="T10" fmla="*/ 180 w 228"/>
                <ns1:gd name="T11" fmla="*/ 28 h 253"/>
                <ns1:gd name="T12" fmla="*/ 197 w 228"/>
                <ns1:gd name="T13" fmla="*/ 8 h 253"/>
                <ns1:gd name="T14" fmla="*/ 218 w 228"/>
                <ns1:gd name="T15" fmla="*/ 7 h 253"/>
                <ns1:gd name="T16" fmla="*/ 220 w 228"/>
                <ns1:gd name="T17" fmla="*/ 29 h 253"/>
                <ns1:gd name="T18" fmla="*/ 172 w 228"/>
                <ns1:gd name="T19" fmla="*/ 109 h 253"/>
                <ns1:gd name="T20" fmla="*/ 134 w 228"/>
                <ns1:gd name="T21" fmla="*/ 168 h 253"/>
                <ns1:gd name="T22" fmla="*/ 86 w 228"/>
                <ns1:gd name="T23" fmla="*/ 234 h 253"/>
                <ns1:gd name="T24" fmla="*/ 61 w 228"/>
                <ns1:gd name="T25" fmla="*/ 253 h 2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28" h="253">
                  <ns1:moveTo>
                    <ns1:pt x="61" y="253"/>
                  </ns1:moveTo>
                  <ns1:cubicBezTo>
                    <ns1:pt x="55" y="253"/>
                    <ns1:pt x="50" y="250"/>
                    <ns1:pt x="46" y="247"/>
                  </ns1:cubicBezTo>
                  <ns1:cubicBezTo>
                    <ns1:pt x="31" y="237"/>
                    <ns1:pt x="19" y="223"/>
                    <ns1:pt x="8" y="208"/>
                  </ns1:cubicBezTo>
                  <ns1:cubicBezTo>
                    <ns1:pt x="0" y="196"/>
                    <ns1:pt x="8" y="187"/>
                    <ns1:pt x="17" y="180"/>
                  </ns1:cubicBezTo>
                  <ns1:cubicBezTo>
                    <ns1:pt x="36" y="164"/>
                    <ns1:pt x="57" y="150"/>
                    <ns1:pt x="77" y="135"/>
                  </ns1:cubicBezTo>
                  <ns1:cubicBezTo>
                    <ns1:pt x="117" y="105"/>
                    <ns1:pt x="154" y="72"/>
                    <ns1:pt x="180" y="28"/>
                  </ns1:cubicBezTo>
                  <ns1:cubicBezTo>
                    <ns1:pt x="185" y="21"/>
                    <ns1:pt x="191" y="14"/>
                    <ns1:pt x="197" y="8"/>
                  </ns1:cubicBezTo>
                  <ns1:cubicBezTo>
                    <ns1:pt x="204" y="2"/>
                    <ns1:pt x="211" y="0"/>
                    <ns1:pt x="218" y="7"/>
                  </ns1:cubicBezTo>
                  <ns1:cubicBezTo>
                    <ns1:pt x="226" y="14"/>
                    <ns1:pt x="228" y="23"/>
                    <ns1:pt x="220" y="29"/>
                  </ns1:cubicBezTo>
                  <ns1:cubicBezTo>
                    <ns1:pt x="194" y="50"/>
                    <ns1:pt x="187" y="82"/>
                    <ns1:pt x="172" y="109"/>
                  </ns1:cubicBezTo>
                  <ns1:cubicBezTo>
                    <ns1:pt x="161" y="130"/>
                    <ns1:pt x="149" y="150"/>
                    <ns1:pt x="134" y="168"/>
                  </ns1:cubicBezTo>
                  <ns1:cubicBezTo>
                    <ns1:pt x="116" y="189"/>
                    <ns1:pt x="102" y="212"/>
                    <ns1:pt x="86" y="234"/>
                  </ns1:cubicBezTo>
                  <ns1:cubicBezTo>
                    <ns1:pt x="79" y="243"/>
                    <ns1:pt x="72" y="252"/>
                    <ns1:pt x="61" y="253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1" name="Freeform 9"/>
            <ns0:cNvSpPr/>
            <ns0:nvPr/>
          </ns0:nvSpPr>
          <ns0:spPr bwMode="auto">
            <ns1:xfrm>
              <ns1:off x="5943460" y="1994245"/>
              <ns1:ext cx="209015" cy="181713"/>
            </ns1:xfrm>
            <ns1:custGeom>
              <ns1:avLst/>
              <ns1:gdLst>
                <ns1:gd name="T0" fmla="*/ 42 w 146"/>
                <ns1:gd name="T1" fmla="*/ 92 h 140"/>
                <ns1:gd name="T2" fmla="*/ 2 w 146"/>
                <ns1:gd name="T3" fmla="*/ 50 h 140"/>
                <ns1:gd name="T4" fmla="*/ 19 w 146"/>
                <ns1:gd name="T5" fmla="*/ 31 h 140"/>
                <ns1:gd name="T6" fmla="*/ 80 w 146"/>
                <ns1:gd name="T7" fmla="*/ 9 h 140"/>
                <ns1:gd name="T8" fmla="*/ 132 w 146"/>
                <ns1:gd name="T9" fmla="*/ 16 h 140"/>
                <ns1:gd name="T10" fmla="*/ 136 w 146"/>
                <ns1:gd name="T11" fmla="*/ 71 h 140"/>
                <ns1:gd name="T12" fmla="*/ 61 w 146"/>
                <ns1:gd name="T13" fmla="*/ 135 h 140"/>
                <ns1:gd name="T14" fmla="*/ 47 w 146"/>
                <ns1:gd name="T15" fmla="*/ 137 h 140"/>
                <ns1:gd name="T16" fmla="*/ 46 w 146"/>
                <ns1:gd name="T17" fmla="*/ 121 h 140"/>
                <ns1:gd name="T18" fmla="*/ 51 w 146"/>
                <ns1:gd name="T19" fmla="*/ 104 h 140"/>
                <ns1:gd name="T20" fmla="*/ 42 w 146"/>
                <ns1:gd name="T21" fmla="*/ 92 h 1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46" h="140">
                  <ns1:moveTo>
                    <ns1:pt x="42" y="92"/>
                  </ns1:moveTo>
                  <ns1:cubicBezTo>
                    <ns1:pt x="23" y="93"/>
                    <ns1:pt x="0" y="68"/>
                    <ns1:pt x="2" y="50"/>
                  </ns1:cubicBezTo>
                  <ns1:cubicBezTo>
                    <ns1:pt x="3" y="40"/>
                    <ns1:pt x="9" y="32"/>
                    <ns1:pt x="19" y="31"/>
                  </ns1:cubicBezTo>
                  <ns1:cubicBezTo>
                    <ns1:pt x="41" y="28"/>
                    <ns1:pt x="60" y="17"/>
                    <ns1:pt x="80" y="9"/>
                  </ns1:cubicBezTo>
                  <ns1:cubicBezTo>
                    <ns1:pt x="101" y="0"/>
                    <ns1:pt x="120" y="2"/>
                    <ns1:pt x="132" y="16"/>
                  </ns1:cubicBezTo>
                  <ns1:cubicBezTo>
                    <ns1:pt x="146" y="30"/>
                    <ns1:pt x="146" y="52"/>
                    <ns1:pt x="136" y="71"/>
                  </ns1:cubicBezTo>
                  <ns1:cubicBezTo>
                    <ns1:pt x="119" y="103"/>
                    <ns1:pt x="90" y="118"/>
                    <ns1:pt x="61" y="135"/>
                  </ns1:cubicBezTo>
                  <ns1:cubicBezTo>
                    <ns1:pt x="57" y="138"/>
                    <ns1:pt x="51" y="140"/>
                    <ns1:pt x="47" y="137"/>
                  </ns1:cubicBezTo>
                  <ns1:cubicBezTo>
                    <ns1:pt x="42" y="133"/>
                    <ns1:pt x="44" y="126"/>
                    <ns1:pt x="46" y="121"/>
                  </ns1:cubicBezTo>
                  <ns1:cubicBezTo>
                    <ns1:pt x="47" y="116"/>
                    <ns1:pt x="50" y="110"/>
                    <ns1:pt x="51" y="104"/>
                  </ns1:cubicBezTo>
                  <ns1:cubicBezTo>
                    <ns1:pt x="55" y="92"/>
                    <ns1:pt x="55" y="92"/>
                    <ns1:pt x="42" y="9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2" name="Freeform 10"/>
            <ns0:cNvSpPr/>
            <ns0:nvPr/>
          </ns0:nvSpPr>
          <ns0:spPr bwMode="auto">
            <ns1:xfrm>
              <ns1:off x="5936190" y="2159042"/>
              <ns1:ext cx="186598" cy="116777"/>
            </ns1:xfrm>
            <ns1:custGeom>
              <ns1:avLst/>
              <ns1:gdLst>
                <ns1:gd name="T0" fmla="*/ 117 w 130"/>
                <ns1:gd name="T1" fmla="*/ 0 h 90"/>
                <ns1:gd name="T2" fmla="*/ 129 w 130"/>
                <ns1:gd name="T3" fmla="*/ 16 h 90"/>
                <ns1:gd name="T4" fmla="*/ 60 w 130"/>
                <ns1:gd name="T5" fmla="*/ 89 h 90"/>
                <ns1:gd name="T6" fmla="*/ 31 w 130"/>
                <ns1:gd name="T7" fmla="*/ 80 h 90"/>
                <ns1:gd name="T8" fmla="*/ 10 w 130"/>
                <ns1:gd name="T9" fmla="*/ 58 h 90"/>
                <ns1:gd name="T10" fmla="*/ 17 w 130"/>
                <ns1:gd name="T11" fmla="*/ 28 h 90"/>
                <ns1:gd name="T12" fmla="*/ 27 w 130"/>
                <ns1:gd name="T13" fmla="*/ 25 h 90"/>
                <ns1:gd name="T14" fmla="*/ 98 w 130"/>
                <ns1:gd name="T15" fmla="*/ 4 h 90"/>
                <ns1:gd name="T16" fmla="*/ 117 w 130"/>
                <ns1:gd name="T17" fmla="*/ 0 h 9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0" h="90">
                  <ns1:moveTo>
                    <ns1:pt x="117" y="0"/>
                  </ns1:moveTo>
                  <ns1:cubicBezTo>
                    <ns1:pt x="127" y="0"/>
                    <ns1:pt x="130" y="5"/>
                    <ns1:pt x="129" y="16"/>
                  </ns1:cubicBezTo>
                  <ns1:cubicBezTo>
                    <ns1:pt x="125" y="43"/>
                    <ns1:pt x="87" y="85"/>
                    <ns1:pt x="60" y="89"/>
                  </ns1:cubicBezTo>
                  <ns1:cubicBezTo>
                    <ns1:pt x="49" y="90"/>
                    <ns1:pt x="39" y="87"/>
                    <ns1:pt x="31" y="80"/>
                  </ns1:cubicBezTo>
                  <ns1:cubicBezTo>
                    <ns1:pt x="24" y="73"/>
                    <ns1:pt x="16" y="66"/>
                    <ns1:pt x="10" y="58"/>
                  </ns1:cubicBezTo>
                  <ns1:cubicBezTo>
                    <ns1:pt x="0" y="47"/>
                    <ns1:pt x="4" y="34"/>
                    <ns1:pt x="17" y="28"/>
                  </ns1:cubicBezTo>
                  <ns1:cubicBezTo>
                    <ns1:pt x="20" y="27"/>
                    <ns1:pt x="24" y="25"/>
                    <ns1:pt x="27" y="25"/>
                  </ns1:cubicBezTo>
                  <ns1:cubicBezTo>
                    <ns1:pt x="53" y="27"/>
                    <ns1:pt x="75" y="14"/>
                    <ns1:pt x="98" y="4"/>
                  </ns1:cubicBezTo>
                  <ns1:cubicBezTo>
                    <ns1:pt x="104" y="2"/>
                    <ns1:pt x="109" y="0"/>
                    <ns1:pt x="117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3" name="Freeform 11"/>
            <ns0:cNvSpPr/>
            <ns0:nvPr/>
          </ns0:nvSpPr>
          <ns0:spPr bwMode="auto">
            <ns1:xfrm>
              <ns1:off x="6591707" y="2259994"/>
              <ns1:ext cx="144796" cy="128236"/>
            </ns1:xfrm>
            <ns1:custGeom>
              <ns1:avLst/>
              <ns1:gdLst>
                <ns1:gd name="T0" fmla="*/ 40 w 101"/>
                <ns1:gd name="T1" fmla="*/ 2 h 99"/>
                <ns1:gd name="T2" fmla="*/ 99 w 101"/>
                <ns1:gd name="T3" fmla="*/ 55 h 99"/>
                <ns1:gd name="T4" fmla="*/ 92 w 101"/>
                <ns1:gd name="T5" fmla="*/ 77 h 99"/>
                <ns1:gd name="T6" fmla="*/ 36 w 101"/>
                <ns1:gd name="T7" fmla="*/ 97 h 99"/>
                <ns1:gd name="T8" fmla="*/ 21 w 101"/>
                <ns1:gd name="T9" fmla="*/ 80 h 99"/>
                <ns1:gd name="T10" fmla="*/ 13 w 101"/>
                <ns1:gd name="T11" fmla="*/ 46 h 99"/>
                <ns1:gd name="T12" fmla="*/ 40 w 101"/>
                <ns1:gd name="T13" fmla="*/ 2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01" h="99">
                  <ns1:moveTo>
                    <ns1:pt x="40" y="2"/>
                  </ns1:moveTo>
                  <ns1:cubicBezTo>
                    <ns1:pt x="77" y="0"/>
                    <ns1:pt x="93" y="28"/>
                    <ns1:pt x="99" y="55"/>
                  </ns1:cubicBezTo>
                  <ns1:cubicBezTo>
                    <ns1:pt x="101" y="63"/>
                    <ns1:pt x="97" y="70"/>
                    <ns1:pt x="92" y="77"/>
                  </ns1:cubicBezTo>
                  <ns1:cubicBezTo>
                    <ns1:pt x="77" y="93"/>
                    <ns1:pt x="58" y="99"/>
                    <ns1:pt x="36" y="97"/>
                  </ns1:cubicBezTo>
                  <ns1:cubicBezTo>
                    <ns1:pt x="26" y="96"/>
                    <ns1:pt x="20" y="90"/>
                    <ns1:pt x="21" y="80"/>
                  </ns1:cubicBezTo>
                  <ns1:cubicBezTo>
                    <ns1:pt x="23" y="67"/>
                    <ns1:pt x="18" y="56"/>
                    <ns1:pt x="13" y="46"/>
                  </ns1:cubicBezTo>
                  <ns1:cubicBezTo>
                    <ns1:pt x="0" y="20"/>
                    <ns1:pt x="12" y="2"/>
                    <ns1:pt x="40" y="2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4" name="Freeform 12"/>
            <ns0:cNvSpPr/>
            <ns0:nvPr/>
          </ns0:nvSpPr>
          <ns0:spPr bwMode="auto">
            <ns1:xfrm>
              <ns1:off x="5732628" y="1920032"/>
              <ns1:ext cx="120562" cy="135330"/>
            </ns1:xfrm>
            <ns1:custGeom>
              <ns1:avLst/>
              <ns1:gdLst>
                <ns1:gd name="T0" fmla="*/ 84 w 84"/>
                <ns1:gd name="T1" fmla="*/ 59 h 104"/>
                <ns1:gd name="T2" fmla="*/ 75 w 84"/>
                <ns1:gd name="T3" fmla="*/ 77 h 104"/>
                <ns1:gd name="T4" fmla="*/ 23 w 84"/>
                <ns1:gd name="T5" fmla="*/ 102 h 104"/>
                <ns1:gd name="T6" fmla="*/ 10 w 84"/>
                <ns1:gd name="T7" fmla="*/ 90 h 104"/>
                <ns1:gd name="T8" fmla="*/ 7 w 84"/>
                <ns1:gd name="T9" fmla="*/ 68 h 104"/>
                <ns1:gd name="T10" fmla="*/ 6 w 84"/>
                <ns1:gd name="T11" fmla="*/ 22 h 104"/>
                <ns1:gd name="T12" fmla="*/ 39 w 84"/>
                <ns1:gd name="T13" fmla="*/ 8 h 104"/>
                <ns1:gd name="T14" fmla="*/ 74 w 84"/>
                <ns1:gd name="T15" fmla="*/ 35 h 104"/>
                <ns1:gd name="T16" fmla="*/ 84 w 84"/>
                <ns1:gd name="T17" fmla="*/ 59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4" h="104">
                  <ns1:moveTo>
                    <ns1:pt x="84" y="59"/>
                  </ns1:moveTo>
                  <ns1:cubicBezTo>
                    <ns1:pt x="84" y="67"/>
                    <ns1:pt x="81" y="72"/>
                    <ns1:pt x="75" y="77"/>
                  </ns1:cubicBezTo>
                  <ns1:cubicBezTo>
                    <ns1:pt x="60" y="91"/>
                    <ns1:pt x="43" y="98"/>
                    <ns1:pt x="23" y="102"/>
                  </ns1:cubicBezTo>
                  <ns1:cubicBezTo>
                    <ns1:pt x="13" y="104"/>
                    <ns1:pt x="7" y="101"/>
                    <ns1:pt x="10" y="90"/>
                  </ns1:cubicBezTo>
                  <ns1:cubicBezTo>
                    <ns1:pt x="12" y="82"/>
                    <ns1:pt x="10" y="75"/>
                    <ns1:pt x="7" y="68"/>
                  </ns1:cubicBezTo>
                  <ns1:cubicBezTo>
                    <ns1:pt x="0" y="53"/>
                    <ns1:pt x="3" y="37"/>
                    <ns1:pt x="6" y="22"/>
                  </ns1:cubicBezTo>
                  <ns1:cubicBezTo>
                    <ns1:pt x="10" y="5"/>
                    <ns1:pt x="23" y="0"/>
                    <ns1:pt x="39" y="8"/>
                  </ns1:cubicBezTo>
                  <ns1:cubicBezTo>
                    <ns1:pt x="52" y="15"/>
                    <ns1:pt x="64" y="24"/>
                    <ns1:pt x="74" y="35"/>
                  </ns1:cubicBezTo>
                  <ns1:cubicBezTo>
                    <ns1:pt x="80" y="42"/>
                    <ns1:pt x="84" y="50"/>
                    <ns1:pt x="84" y="59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5" name="Freeform 13"/>
            <ns0:cNvSpPr/>
            <ns0:nvPr/>
          </ns0:nvSpPr>
          <ns0:spPr bwMode="auto">
            <ns1:xfrm>
              <ns1:off x="5676890" y="2070641"/>
              <ns1:ext cx="119956" cy="142970"/>
            </ns1:xfrm>
            <ns1:custGeom>
              <ns1:avLst/>
              <ns1:gdLst>
                <ns1:gd name="T0" fmla="*/ 0 w 84"/>
                <ns1:gd name="T1" fmla="*/ 37 h 110"/>
                <ns1:gd name="T2" fmla="*/ 47 w 84"/>
                <ns1:gd name="T3" fmla="*/ 11 h 110"/>
                <ns1:gd name="T4" fmla="*/ 77 w 84"/>
                <ns1:gd name="T5" fmla="*/ 46 h 110"/>
                <ns1:gd name="T6" fmla="*/ 54 w 84"/>
                <ns1:gd name="T7" fmla="*/ 92 h 110"/>
                <ns1:gd name="T8" fmla="*/ 4 w 84"/>
                <ns1:gd name="T9" fmla="*/ 69 h 110"/>
                <ns1:gd name="T10" fmla="*/ 0 w 84"/>
                <ns1:gd name="T11" fmla="*/ 37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84" h="110">
                  <ns1:moveTo>
                    <ns1:pt x="0" y="37"/>
                  </ns1:moveTo>
                  <ns1:cubicBezTo>
                    <ns1:pt x="0" y="13"/>
                    <ns1:pt x="25" y="0"/>
                    <ns1:pt x="47" y="11"/>
                  </ns1:cubicBezTo>
                  <ns1:cubicBezTo>
                    <ns1:pt x="62" y="18"/>
                    <ns1:pt x="72" y="31"/>
                    <ns1:pt x="77" y="46"/>
                  </ns1:cubicBezTo>
                  <ns1:cubicBezTo>
                    <ns1:pt x="84" y="62"/>
                    <ns1:pt x="73" y="80"/>
                    <ns1:pt x="54" y="92"/>
                  </ns1:cubicBezTo>
                  <ns1:cubicBezTo>
                    <ns1:pt x="23" y="110"/>
                    <ns1:pt x="10" y="104"/>
                    <ns1:pt x="4" y="69"/>
                  </ns1:cubicBezTo>
                  <ns1:cubicBezTo>
                    <ns1:pt x="2" y="58"/>
                    <ns1:pt x="1" y="47"/>
                    <ns1:pt x="0" y="37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6" name="Freeform 14"/>
            <ns0:cNvSpPr/>
            <ns0:nvPr/>
          </ns0:nvSpPr>
          <ns0:spPr bwMode="auto">
            <ns1:xfrm>
              <ns1:off x="4938372" y="1929308"/>
              <ns1:ext cx="114504" cy="142424"/>
            </ns1:xfrm>
            <ns1:custGeom>
              <ns1:avLst/>
              <ns1:gdLst>
                <ns1:gd name="T0" fmla="*/ 80 w 80"/>
                <ns1:gd name="T1" fmla="*/ 68 h 110"/>
                <ns1:gd name="T2" fmla="*/ 63 w 80"/>
                <ns1:gd name="T3" fmla="*/ 93 h 110"/>
                <ns1:gd name="T4" fmla="*/ 26 w 80"/>
                <ns1:gd name="T5" fmla="*/ 107 h 110"/>
                <ns1:gd name="T6" fmla="*/ 13 w 80"/>
                <ns1:gd name="T7" fmla="*/ 93 h 110"/>
                <ns1:gd name="T8" fmla="*/ 10 w 80"/>
                <ns1:gd name="T9" fmla="*/ 73 h 110"/>
                <ns1:gd name="T10" fmla="*/ 20 w 80"/>
                <ns1:gd name="T11" fmla="*/ 10 h 110"/>
                <ns1:gd name="T12" fmla="*/ 43 w 80"/>
                <ns1:gd name="T13" fmla="*/ 14 h 110"/>
                <ns1:gd name="T14" fmla="*/ 61 w 80"/>
                <ns1:gd name="T15" fmla="*/ 37 h 110"/>
                <ns1:gd name="T16" fmla="*/ 80 w 80"/>
                <ns1:gd name="T17" fmla="*/ 68 h 1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0" h="110">
                  <ns1:moveTo>
                    <ns1:pt x="80" y="68"/>
                  </ns1:moveTo>
                  <ns1:cubicBezTo>
                    <ns1:pt x="79" y="80"/>
                    <ns1:pt x="72" y="88"/>
                    <ns1:pt x="63" y="93"/>
                  </ns1:cubicBezTo>
                  <ns1:cubicBezTo>
                    <ns1:pt x="51" y="99"/>
                    <ns1:pt x="39" y="103"/>
                    <ns1:pt x="26" y="107"/>
                  </ns1:cubicBezTo>
                  <ns1:cubicBezTo>
                    <ns1:pt x="15" y="110"/>
                    <ns1:pt x="10" y="104"/>
                    <ns1:pt x="13" y="93"/>
                  </ns1:cubicBezTo>
                  <ns1:cubicBezTo>
                    <ns1:pt x="15" y="86"/>
                    <ns1:pt x="12" y="80"/>
                    <ns1:pt x="10" y="73"/>
                  </ns1:cubicBezTo>
                  <ns1:cubicBezTo>
                    <ns1:pt x="0" y="48"/>
                    <ns1:pt x="3" y="25"/>
                    <ns1:pt x="20" y="10"/>
                  </ns1:cubicBezTo>
                  <ns1:cubicBezTo>
                    <ns1:pt x="30" y="0"/>
                    <ns1:pt x="37" y="1"/>
                    <ns1:pt x="43" y="14"/>
                  </ns1:cubicBezTo>
                  <ns1:cubicBezTo>
                    <ns1:pt x="46" y="24"/>
                    <ns1:pt x="53" y="31"/>
                    <ns1:pt x="61" y="37"/>
                  </ns1:cubicBezTo>
                  <ns1:cubicBezTo>
                    <ns1:pt x="70" y="46"/>
                    <ns1:pt x="78" y="55"/>
                    <ns1:pt x="80" y="68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7" name="Freeform 15"/>
            <ns0:cNvSpPr/>
            <ns0:nvPr/>
          </ns0:nvSpPr>
          <ns0:spPr bwMode="auto">
            <ns1:xfrm>
              <ns1:off x="4912322" y="2066821"/>
              <ns1:ext cx="107839" cy="140241"/>
            </ns1:xfrm>
            <ns1:custGeom>
              <ns1:avLst/>
              <ns1:gdLst>
                <ns1:gd name="T0" fmla="*/ 8 w 75"/>
                <ns1:gd name="T1" fmla="*/ 94 h 108"/>
                <ns1:gd name="T2" fmla="*/ 3 w 75"/>
                <ns1:gd name="T3" fmla="*/ 50 h 108"/>
                <ns1:gd name="T4" fmla="*/ 9 w 75"/>
                <ns1:gd name="T5" fmla="*/ 11 h 108"/>
                <ns1:gd name="T6" fmla="*/ 29 w 75"/>
                <ns1:gd name="T7" fmla="*/ 7 h 108"/>
                <ns1:gd name="T8" fmla="*/ 67 w 75"/>
                <ns1:gd name="T9" fmla="*/ 49 h 108"/>
                <ns1:gd name="T10" fmla="*/ 61 w 75"/>
                <ns1:gd name="T11" fmla="*/ 81 h 108"/>
                <ns1:gd name="T12" fmla="*/ 20 w 75"/>
                <ns1:gd name="T13" fmla="*/ 105 h 108"/>
                <ns1:gd name="T14" fmla="*/ 8 w 75"/>
                <ns1:gd name="T15" fmla="*/ 94 h 10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75" h="108">
                  <ns1:moveTo>
                    <ns1:pt x="8" y="94"/>
                  </ns1:moveTo>
                  <ns1:cubicBezTo>
                    <ns1:pt x="15" y="79"/>
                    <ns1:pt x="7" y="65"/>
                    <ns1:pt x="3" y="50"/>
                  </ns1:cubicBezTo>
                  <ns1:cubicBezTo>
                    <ns1:pt x="0" y="36"/>
                    <ns1:pt x="2" y="23"/>
                    <ns1:pt x="9" y="11"/>
                  </ns1:cubicBezTo>
                  <ns1:cubicBezTo>
                    <ns1:pt x="14" y="3"/>
                    <ns1:pt x="21" y="0"/>
                    <ns1:pt x="29" y="7"/>
                  </ns1:cubicBezTo>
                  <ns1:cubicBezTo>
                    <ns1:pt x="44" y="18"/>
                    <ns1:pt x="57" y="33"/>
                    <ns1:pt x="67" y="49"/>
                  </ns1:cubicBezTo>
                  <ns1:cubicBezTo>
                    <ns1:pt x="75" y="60"/>
                    <ns1:pt x="70" y="72"/>
                    <ns1:pt x="61" y="81"/>
                  </ns1:cubicBezTo>
                  <ns1:cubicBezTo>
                    <ns1:pt x="49" y="93"/>
                    <ns1:pt x="35" y="100"/>
                    <ns1:pt x="20" y="105"/>
                  </ns1:cubicBezTo>
                  <ns1:cubicBezTo>
                    <ns1:pt x="12" y="108"/>
                    <ns1:pt x="8" y="104"/>
                    <ns1:pt x="8" y="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8" name="Freeform 16"/>
            <ns0:cNvSpPr/>
            <ns0:nvPr/>
          </ns0:nvSpPr>
          <ns0:spPr bwMode="auto">
            <ns1:xfrm>
              <ns1:off x="6881298" y="2117570"/>
              <ns1:ext cx="83000" cy="108591"/>
            </ns1:xfrm>
            <ns1:custGeom>
              <ns1:avLst/>
              <ns1:gdLst>
                <ns1:gd name="T0" fmla="*/ 0 w 58"/>
                <ns1:gd name="T1" fmla="*/ 40 h 84"/>
                <ns1:gd name="T2" fmla="*/ 2 w 58"/>
                <ns1:gd name="T3" fmla="*/ 24 h 84"/>
                <ns1:gd name="T4" fmla="*/ 32 w 58"/>
                <ns1:gd name="T5" fmla="*/ 10 h 84"/>
                <ns1:gd name="T6" fmla="*/ 53 w 58"/>
                <ns1:gd name="T7" fmla="*/ 61 h 84"/>
                <ns1:gd name="T8" fmla="*/ 27 w 58"/>
                <ns1:gd name="T9" fmla="*/ 82 h 84"/>
                <ns1:gd name="T10" fmla="*/ 5 w 58"/>
                <ns1:gd name="T11" fmla="*/ 65 h 84"/>
                <ns1:gd name="T12" fmla="*/ 0 w 58"/>
                <ns1:gd name="T13" fmla="*/ 40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58" h="84">
                  <ns1:moveTo>
                    <ns1:pt x="0" y="40"/>
                  </ns1:moveTo>
                  <ns1:cubicBezTo>
                    <ns1:pt x="1" y="34"/>
                    <ns1:pt x="1" y="29"/>
                    <ns1:pt x="2" y="24"/>
                  </ns1:cubicBezTo>
                  <ns1:cubicBezTo>
                    <ns1:pt x="4" y="5"/>
                    <ns1:pt x="16" y="0"/>
                    <ns1:pt x="32" y="10"/>
                  </ns1:cubicBezTo>
                  <ns1:cubicBezTo>
                    <ns1:pt x="51" y="22"/>
                    <ns1:pt x="58" y="40"/>
                    <ns1:pt x="53" y="61"/>
                  </ns1:cubicBezTo>
                  <ns1:cubicBezTo>
                    <ns1:pt x="49" y="75"/>
                    <ns1:pt x="40" y="81"/>
                    <ns1:pt x="27" y="82"/>
                  </ns1:cubicBezTo>
                  <ns1:cubicBezTo>
                    <ns1:pt x="15" y="84"/>
                    <ns1:pt x="10" y="74"/>
                    <ns1:pt x="5" y="65"/>
                  </ns1:cubicBezTo>
                  <ns1:cubicBezTo>
                    <ns1:pt x="1" y="57"/>
                    <ns1:pt x="0" y="48"/>
                    <ns1:pt x="0" y="4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" name="文本框 18"/>
            <ns0:cNvSpPr txBox="1"/>
            <ns0:nvPr/>
          </ns0:nvSpPr>
          <ns0:spPr>
            <ns1:xfrm>
              <ns1:off x="9091551" y="1970231"/>
              <ns1:ext cx="494999" cy="467500"/>
            </ns1:xfrm>
            <ns1:custGeom>
              <ns1:avLst/>
              <ns1:gdLst/>
              <ns1:ahLst/>
              <ns1:cxnLst/>
              <ns1:rect l="l" t="t" r="r" b="b"/>
              <ns1:pathLst>
                <ns1:path w="248636" h="234823">
                  <ns1:moveTo>
                    <ns1:pt x="16575" y="0"/>
                  </ns1:moveTo>
                  <ns1:lnTo>
                    <ns1:pt x="233567" y="0"/>
                  </ns1:lnTo>
                  <ns1:lnTo>
                    <ns1:pt x="233567" y="34156"/>
                  </ns1:lnTo>
                  <ns1:lnTo>
                    <ns1:pt x="142275" y="34156"/>
                  </ns1:lnTo>
                  <ns1:cubicBezTo>
                    <ns1:pt x="141605" y="48807"/>
                    <ns1:pt x="140684" y="64210"/>
                    <ns1:pt x="139512" y="80368"/>
                  </ns1:cubicBezTo>
                  <ns1:lnTo>
                    <ns1:pt x="246375" y="80368"/>
                  </ns1:lnTo>
                  <ns1:lnTo>
                    <ns1:pt x="246375" y="115026"/>
                  </ns1:lnTo>
                  <ns1:lnTo>
                    <ns1:pt x="150311" y="115026"/>
                  </ns1:lnTo>
                  <ns1:cubicBezTo>
                    <ns1:pt x="168813" y="157302"/>
                    <ns1:pt x="201587" y="185347"/>
                    <ns1:pt x="248636" y="199160"/>
                  </ns1:cubicBezTo>
                  <ns1:cubicBezTo>
                    <ns1:pt x="241771" y="206862"/>
                    <ns1:pt x="232060" y="218750"/>
                    <ns1:pt x="219502" y="234823"/>
                  </ns1:cubicBezTo>
                  <ns1:cubicBezTo>
                    <ns1:pt x="175300" y="216238"/>
                    <ns1:pt x="143154" y="183673"/>
                    <ns1:pt x="123062" y="137127"/>
                  </ns1:cubicBezTo>
                  <ns1:cubicBezTo>
                    <ns1:pt x="108160" y="175385"/>
                    <ns1:pt x="76600" y="207532"/>
                    <ns1:pt x="28379" y="233568"/>
                  </ns1:cubicBezTo>
                  <ns1:cubicBezTo>
                    <ns1:pt x="21849" y="225196"/>
                    <ns1:pt x="12390" y="214480"/>
                    <ns1:pt x="0" y="201421"/>
                  </ns1:cubicBezTo>
                  <ns1:cubicBezTo>
                    <ns1:pt x="53578" y="177143"/>
                    <ns1:pt x="84846" y="148345"/>
                    <ns1:pt x="93803" y="115026"/>
                  </ns1:cubicBezTo>
                  <ns1:lnTo>
                    <ns1:pt x="2762" y="115026"/>
                  </ns1:lnTo>
                  <ns1:lnTo>
                    <ns1:pt x="2762" y="80368"/>
                  </ns1:lnTo>
                  <ns1:lnTo>
                    <ns1:pt x="101589" y="80368"/>
                  </ns1:lnTo>
                  <ns1:cubicBezTo>
                    <ns1:pt x="103682" y="66722"/>
                    <ns1:pt x="105021" y="51318"/>
                    <ns1:pt x="105607" y="34156"/>
                  </ns1:cubicBezTo>
                  <ns1:lnTo>
                    <ns1:pt x="16575" y="34156"/>
                  </ns1:lnTo>
                  <ns1:lnTo>
                    <ns1:pt x="16575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2000" b="1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grpSp>
          <ns0:nvGrpSpPr>
            <ns0:cNvPr id="20" name="组合 19"/>
            <ns0:cNvGrpSpPr/>
            <ns0:nvPr/>
          </ns0:nvGrpSpPr>
          <ns0:grpSpPr>
            <ns1:xfrm>
              <ns1:off x="7986902" y="1939729"/>
              <ns1:ext cx="497000" cy="472001"/>
              <ns1:chOff x="5013455" y="1406102"/>
              <ns1:chExt cx="249641" cy="237084"/>
            </ns1:xfrm>
            <ns1:solidFill>
              <ns1:schemeClr val="bg1"/>
            </ns1:solidFill>
          </ns0:grpSpPr>
          <ns0:sp>
            <ns0:nvSpPr>
              <ns0:cNvPr id="184" name="文本框 183"/>
              <ns0:cNvSpPr txBox="1"/>
              <ns0:nvPr/>
            </ns0:nvSpPr>
            <ns0:spPr>
              <ns1:xfrm>
                <ns1:off x="5019734" y="1406102"/>
                <ns1:ext cx="237837" cy="8262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7837" h="82628">
                    <ns1:moveTo>
                      <ns1:pt x="131853" y="0"/>
                    </ns1:moveTo>
                    <ns1:cubicBezTo>
                      <ns1:pt x="134866" y="9042"/>
                      <ns1:pt x="137587" y="17832"/>
                      <ns1:pt x="140015" y="26371"/>
                    </ns1:cubicBezTo>
                    <ns1:lnTo>
                      <ns1:pt x="237837" y="26371"/>
                    </ns1:lnTo>
                    <ns1:lnTo>
                      <ns1:pt x="237837" y="82628"/>
                    </ns1:lnTo>
                    <ns1:lnTo>
                      <ns1:pt x="202676" y="82628"/>
                    </ns1:lnTo>
                    <ns1:lnTo>
                      <ns1:pt x="202676" y="58015"/>
                    </ns1:lnTo>
                    <ns1:lnTo>
                      <ns1:pt x="35161" y="58015"/>
                    </ns1:lnTo>
                    <ns1:lnTo>
                      <ns1:pt x="35161" y="82628"/>
                    </ns1:lnTo>
                    <ns1:lnTo>
                      <ns1:pt x="0" y="82628"/>
                    </ns1:lnTo>
                    <ns1:lnTo>
                      <ns1:pt x="0" y="26371"/>
                    </ns1:lnTo>
                    <ns1:lnTo>
                      <ns1:pt x="100710" y="26371"/>
                    </ns1:lnTo>
                    <ns1:cubicBezTo>
                      <ns1:pt x="98701" y="19506"/>
                      <ns1:pt x="96441" y="12223"/>
                      <ns1:pt x="93929" y="4521"/>
                    </ns1:cubicBezTo>
                    <ns1:lnTo>
                      <ns1:pt x="13185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5" name="文本框 184"/>
              <ns0:cNvSpPr txBox="1"/>
              <ns0:nvPr/>
            </ns0:nvSpPr>
            <ns0:spPr>
              <ns1:xfrm>
                <ns1:off x="5013455" y="1469894"/>
                <ns1:ext cx="249641" cy="173292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9641" h="173292">
                    <ns1:moveTo>
                      <ns1:pt x="156214" y="0"/>
                    </ns1:moveTo>
                    <ns1:cubicBezTo>
                      <ns1:pt x="190370" y="15906"/>
                      <ns1:pt x="221512" y="31728"/>
                      <ns1:pt x="249641" y="47467"/>
                    </ns1:cubicBezTo>
                    <ns1:lnTo>
                      <ns1:pt x="232563" y="77856"/>
                    </ns1:lnTo>
                    <ns1:lnTo>
                      <ns1:pt x="209709" y="65554"/>
                    </ns1:lnTo>
                    <ns1:lnTo>
                      <ns1:pt x="209709" y="97194"/>
                    </ns1:lnTo>
                    <ns1:lnTo>
                      <ns1:pt x="142903" y="97194"/>
                    </ns1:lnTo>
                    <ns1:lnTo>
                      <ns1:pt x="142903" y="141145"/>
                    </ns1:lnTo>
                    <ns1:lnTo>
                      <ns1:pt x="246627" y="141145"/>
                    </ns1:lnTo>
                    <ns1:lnTo>
                      <ns1:pt x="246627" y="173292"/>
                    </ns1:lnTo>
                    <ns1:lnTo>
                      <ns1:pt x="3014" y="173292"/>
                    </ns1:lnTo>
                    <ns1:lnTo>
                      <ns1:pt x="3014" y="141145"/>
                    </ns1:lnTo>
                    <ns1:lnTo>
                      <ns1:pt x="106738" y="141145"/>
                    </ns1:lnTo>
                    <ns1:lnTo>
                      <ns1:pt x="106738" y="97194"/>
                    </ns1:lnTo>
                    <ns1:lnTo>
                      <ns1:pt x="39933" y="97194"/>
                    </ns1:lnTo>
                    <ns1:lnTo>
                      <ns1:pt x="39933" y="70698"/>
                    </ns1:lnTo>
                    <ns1:cubicBezTo>
                      <ns1:pt x="32650" y="74549"/>
                      <ns1:pt x="25283" y="78274"/>
                      <ns1:pt x="17832" y="81874"/>
                    </ns1:cubicBezTo>
                    <ns1:cubicBezTo>
                      <ns1:pt x="11972" y="70656"/>
                      <ns1:pt x="6028" y="60526"/>
                      <ns1:pt x="0" y="51485"/>
                    </ns1:cubicBezTo>
                    <ns1:cubicBezTo>
                      <ns1:pt x="35161" y="37086"/>
                      <ns1:pt x="64713" y="20175"/>
                      <ns1:pt x="88656" y="753"/>
                    </ns1:cubicBezTo>
                    <ns1:lnTo>
                      <ns1:pt x="112012" y="25115"/>
                    </ns1:lnTo>
                    <ns1:cubicBezTo>
                      <ns1:pt x="92506" y="39681"/>
                      <ns1:pt x="71954" y="52992"/>
                      <ns1:pt x="50356" y="65047"/>
                    </ns1:cubicBezTo>
                    <ns1:lnTo>
                      <ns1:pt x="208767" y="65047"/>
                    </ns1:lnTo>
                    <ns1:lnTo>
                      <ns1:pt x="137378" y="26621"/>
                    </ns1:lnTo>
                    <ns1:lnTo>
                      <ns1:pt x="15621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1" name="组合 20"/>
            <ns0:cNvGrpSpPr/>
            <ns0:nvPr/>
          </ns0:nvGrpSpPr>
          <ns0:grpSpPr>
            <ns1:xfrm>
              <ns1:off x="7432829" y="1937732"/>
              <ns1:ext cx="500497" cy="499998"/>
              <ns1:chOff x="475527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80" name="文本框 179"/>
              <ns0:cNvSpPr txBox="1"/>
              <ns0:nvPr/>
            </ns0:nvSpPr>
            <ns0:spPr>
              <ns1:xfrm>
                <ns1:off x="486452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1" name="文本框 180"/>
              <ns0:cNvSpPr txBox="1"/>
              <ns0:nvPr/>
            </ns0:nvSpPr>
            <ns0:spPr>
              <ns1:xfrm>
                <ns1:off x="475527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2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2" name="文本框 181"/>
              <ns0:cNvSpPr txBox="1"/>
              <ns0:nvPr/>
            </ns0:nvSpPr>
            <ns0:spPr>
              <ns1:xfrm>
                <ns1:off x="479897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83" name="文本框 182"/>
              <ns0:cNvSpPr txBox="1"/>
              <ns0:nvPr/>
            </ns0:nvSpPr>
            <ns0:spPr>
              <ns1:xfrm>
                <ns1:off x="485749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8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8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2" name="组合 21"/>
            <ns0:cNvGrpSpPr/>
            <ns0:nvPr/>
          </ns0:nvGrpSpPr>
          <ns0:grpSpPr>
            <ns1:xfrm>
              <ns1:off x="8537478" y="1937732"/>
              <ns1:ext cx="500497" cy="499998"/>
              <ns1:chOff x="5269626" y="1405099"/>
              <ns1:chExt cx="251398" cy="251147"/>
            </ns1:xfrm>
            <ns1:solidFill>
              <ns1:schemeClr val="bg1"/>
            </ns1:solidFill>
          </ns0:grpSpPr>
          <ns0:sp>
            <ns0:nvSpPr>
              <ns0:cNvPr id="176" name="文本框 175"/>
              <ns0:cNvSpPr txBox="1"/>
              <ns0:nvPr/>
            </ns0:nvSpPr>
            <ns0:spPr>
              <ns1:xfrm>
                <ns1:off x="5378875" y="1405099"/>
                <ns1:ext cx="134113" cy="65047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34113" h="65047">
                    <ns1:moveTo>
                      <ns1:pt x="66303" y="0"/>
                    </ns1:moveTo>
                    <ns1:cubicBezTo>
                      <ns1:pt x="71996" y="9878"/>
                      <ns1:pt x="77521" y="19840"/>
                      <ns1:pt x="82879" y="29886"/>
                    </ns1:cubicBezTo>
                    <ns1:lnTo>
                      <ns1:pt x="67182" y="34909"/>
                    </ns1:lnTo>
                    <ns1:lnTo>
                      <ns1:pt x="134113" y="34909"/>
                    </ns1:lnTo>
                    <ns1:lnTo>
                      <ns1:pt x="134113" y="65047"/>
                    </ns1:lnTo>
                    <ns1:lnTo>
                      <ns1:pt x="0" y="65047"/>
                    </ns1:lnTo>
                    <ns1:lnTo>
                      <ns1:pt x="0" y="34909"/>
                    </ns1:lnTo>
                    <ns1:lnTo>
                      <ns1:pt x="47090" y="34909"/>
                    </ns1:lnTo>
                    <ns1:cubicBezTo>
                      <ns1:pt x="42737" y="26873"/>
                      <ns1:pt x="37923" y="18501"/>
                      <ns1:pt x="32649" y="9795"/>
                    </ns1:cubicBezTo>
                    <ns1:lnTo>
                      <ns1:pt x="66303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7" name="文本框 176"/>
              <ns0:cNvSpPr txBox="1"/>
              <ns0:nvPr/>
            </ns0:nvSpPr>
            <ns0:spPr>
              <ns1:xfrm>
                <ns1:off x="5269626" y="1405601"/>
                <ns1:ext cx="102217" cy="25064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2217" h="250645">
                    <ns1:moveTo>
                      <ns1:pt x="41690" y="0"/>
                    </ns1:moveTo>
                    <ns1:lnTo>
                      <ns1:pt x="77856" y="2009"/>
                    </ns1:lnTo>
                    <ns1:cubicBezTo>
                      <ns1:pt x="74591" y="10548"/>
                      <ns1:pt x="71075" y="19171"/>
                      <ns1:pt x="67307" y="27877"/>
                    </ns1:cubicBezTo>
                    <ns1:lnTo>
                      <ns1:pt x="102217" y="27877"/>
                    </ns1:lnTo>
                    <ns1:lnTo>
                      <ns1:pt x="102217" y="211969"/>
                    </ns1:lnTo>
                    <ns1:cubicBezTo>
                      <ns1:pt x="102217" y="221512"/>
                      <ns1:pt x="100333" y="229005"/>
                      <ns1:pt x="96566" y="234446"/>
                    </ns1:cubicBezTo>
                    <ns1:cubicBezTo>
                      <ns1:pt x="92799" y="239888"/>
                      <ns1:pt x="86499" y="243111"/>
                      <ns1:pt x="77667" y="244115"/>
                    </ns1:cubicBezTo>
                    <ns1:cubicBezTo>
                      <ns1:pt x="68835" y="245120"/>
                      <ns1:pt x="59773" y="245622"/>
                      <ns1:pt x="50481" y="245622"/>
                    </ns1:cubicBezTo>
                    <ns1:lnTo>
                      <ns1:pt x="43951" y="212973"/>
                    </ns1:lnTo>
                    <ns1:lnTo>
                      <ns1:pt x="58015" y="213978"/>
                    </ns1:lnTo>
                    <ns1:cubicBezTo>
                      <ns1:pt x="61782" y="214229"/>
                      <ns1:pt x="65235" y="213413"/>
                      <ns1:pt x="68375" y="211529"/>
                    </ns1:cubicBezTo>
                    <ns1:cubicBezTo>
                      <ns1:pt x="71514" y="209645"/>
                      <ns1:pt x="73084" y="206360"/>
                      <ns1:pt x="73084" y="201672"/>
                    </ns1:cubicBezTo>
                    <ns1:lnTo>
                      <ns1:pt x="73084" y="140140"/>
                    </ns1:lnTo>
                    <ns1:lnTo>
                      <ns1:pt x="42695" y="140140"/>
                    </ns1:lnTo>
                    <ns1:lnTo>
                      <ns1:pt x="42444" y="154707"/>
                    </ns1:lnTo>
                    <ns1:lnTo>
                      <ns1:pt x="57010" y="148931"/>
                    </ns1:lnTo>
                    <ns1:cubicBezTo>
                      <ns1:pt x="64042" y="165674"/>
                      <ns1:pt x="69317" y="179654"/>
                      <ns1:pt x="72833" y="190872"/>
                    </ns1:cubicBezTo>
                    <ns1:lnTo>
                      <ns1:pt x="56257" y="196649"/>
                    </ns1:lnTo>
                    <ns1:cubicBezTo>
                      <ns1:pt x="53578" y="185933"/>
                      <ns1:pt x="48974" y="172120"/>
                      <ns1:pt x="42444" y="155209"/>
                    </ns1:cubicBezTo>
                    <ns1:cubicBezTo>
                      <ns1:pt x="41941" y="195058"/>
                      <ns1:pt x="35914" y="226870"/>
                      <ns1:pt x="24361" y="250645"/>
                    </ns1:cubicBezTo>
                    <ns1:cubicBezTo>
                      <ns1:pt x="16492" y="239595"/>
                      <ns1:pt x="8371" y="229549"/>
                      <ns1:pt x="0" y="220508"/>
                    </ns1:cubicBezTo>
                    <ns1:cubicBezTo>
                      <ns1:pt x="8037" y="200751"/>
                      <ns1:pt x="12432" y="173962"/>
                      <ns1:pt x="13185" y="140140"/>
                    </ns1:cubicBezTo>
                    <ns1:lnTo>
                      <ns1:pt x="2260" y="140140"/>
                    </ns1:lnTo>
                    <ns1:lnTo>
                      <ns1:pt x="2260" y="112012"/>
                    </ns1:lnTo>
                    <ns1:lnTo>
                      <ns1:pt x="13687" y="112012"/>
                    </ns1:lnTo>
                    <ns1:cubicBezTo>
                      <ns1:pt x="13771" y="106989"/>
                      <ns1:pt x="13813" y="78944"/>
                      <ns1:pt x="13813" y="27877"/>
                    </ns1:cubicBezTo>
                    <ns1:lnTo>
                      <ns1:pt x="35161" y="27877"/>
                    </ns1:lnTo>
                    <ns1:cubicBezTo>
                      <ns1:pt x="37588" y="19255"/>
                      <ns1:pt x="39765" y="9962"/>
                      <ns1:pt x="41690" y="0"/>
                    </ns1:cubicBezTo>
                    <ns1:close/>
                    <ns1:moveTo>
                      <ns1:pt x="42946" y="54499"/>
                    </ns1:moveTo>
                    <ns1:lnTo>
                      <ns1:pt x="42946" y="112012"/>
                    </ns1:lnTo>
                    <ns1:lnTo>
                      <ns1:pt x="73084" y="112012"/>
                    </ns1:lnTo>
                    <ns1:lnTo>
                      <ns1:pt x="73084" y="54499"/>
                    </ns1:lnTo>
                    <ns1:lnTo>
                      <ns1:pt x="42946" y="54499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8" name="文本框 177"/>
              <ns0:cNvSpPr txBox="1"/>
              <ns0:nvPr/>
            </ns0:nvSpPr>
            <ns0:spPr>
              <ns1:xfrm>
                <ns1:off x="5313326" y="1468889"/>
                <ns1:ext cx="28379" cy="414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8379" h="41440">
                    <ns1:moveTo>
                      <ns1:pt x="14566" y="0"/>
                    </ns1:moveTo>
                    <ns1:cubicBezTo>
                      <ns1:pt x="21933" y="17078"/>
                      <ns1:pt x="26537" y="28882"/>
                      <ns1:pt x="28379" y="35412"/>
                    </ns1:cubicBezTo>
                    <ns1:lnTo>
                      <ns1:pt x="12055" y="41440"/>
                    </ns1:lnTo>
                    <ns1:cubicBezTo>
                      <ns1:pt x="8873" y="30389"/>
                      <ns1:pt x="4855" y="18501"/>
                      <ns1:pt x="0" y="5777"/>
                    </ns1:cubicBezTo>
                    <ns1:lnTo>
                      <ns1:pt x="1456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9" name="文本框 178"/>
              <ns0:cNvSpPr txBox="1"/>
              <ns0:nvPr/>
            </ns0:nvSpPr>
            <ns0:spPr>
              <ns1:xfrm>
                <ns1:off x="5371843" y="1492748"/>
                <ns1:ext cx="149181" cy="163246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1" h="163246">
                    <ns1:moveTo>
                      <ns1:pt x="20594" y="0"/>
                    </ns1:moveTo>
                    <ns1:lnTo>
                      <ns1:pt x="112765" y="0"/>
                    </ns1:lnTo>
                    <ns1:lnTo>
                      <ns1:pt x="112765" y="117537"/>
                    </ns1:lnTo>
                    <ns1:cubicBezTo>
                      <ns1:pt x="112765" y="122728"/>
                      <ns1:pt x="114523" y="125323"/>
                      <ns1:pt x="118039" y="125323"/>
                    </ns1:cubicBezTo>
                    <ns1:cubicBezTo>
                      <ns1:pt x="120969" y="125323"/>
                      <ns1:pt x="122957" y="123376"/>
                      <ns1:pt x="124004" y="119484"/>
                    </ns1:cubicBezTo>
                    <ns1:cubicBezTo>
                      <ns1:pt x="125050" y="115591"/>
                      <ns1:pt x="125908" y="98115"/>
                      <ns1:pt x="126578" y="67057"/>
                    </ns1:cubicBezTo>
                    <ns1:cubicBezTo>
                      <ns1:pt x="136289" y="71410"/>
                      <ns1:pt x="143824" y="74507"/>
                      <ns1:pt x="149181" y="76349"/>
                    </ns1:cubicBezTo>
                    <ns1:cubicBezTo>
                      <ns1:pt x="147758" y="106738"/>
                      <ns1:pt x="146356" y="126118"/>
                      <ns1:pt x="144975" y="134490"/>
                    </ns1:cubicBezTo>
                    <ns1:cubicBezTo>
                      <ns1:pt x="143593" y="142861"/>
                      <ns1:pt x="140726" y="148617"/>
                      <ns1:pt x="136373" y="151756"/>
                    </ns1:cubicBezTo>
                    <ns1:cubicBezTo>
                      <ns1:pt x="132020" y="154895"/>
                      <ns1:pt x="125992" y="156465"/>
                      <ns1:pt x="118290" y="156465"/>
                    </ns1:cubicBezTo>
                    <ns1:lnTo>
                      <ns1:pt x="104226" y="156465"/>
                    </ns1:lnTo>
                    <ns1:cubicBezTo>
                      <ns1:pt x="88487" y="156465"/>
                      <ns1:pt x="80618" y="146670"/>
                      <ns1:pt x="80618" y="127081"/>
                    </ns1:cubicBezTo>
                    <ns1:lnTo>
                      <ns1:pt x="80618" y="30138"/>
                    </ns1:lnTo>
                    <ns1:lnTo>
                      <ns1:pt x="52741" y="30138"/>
                    </ns1:lnTo>
                    <ns1:lnTo>
                      <ns1:pt x="52741" y="42193"/>
                    </ns1:lnTo>
                    <ns1:cubicBezTo>
                      <ns1:pt x="52741" y="92757"/>
                      <ns1:pt x="43951" y="133108"/>
                      <ns1:pt x="26370" y="163246"/>
                    </ns1:cubicBezTo>
                    <ns1:cubicBezTo>
                      <ns1:pt x="18501" y="154037"/>
                      <ns1:pt x="9711" y="144159"/>
                      <ns1:pt x="0" y="133611"/>
                    </ns1:cubicBezTo>
                    <ns1:cubicBezTo>
                      <ns1:pt x="13729" y="113017"/>
                      <ns1:pt x="20594" y="80702"/>
                      <ns1:pt x="20594" y="36668"/>
                    </ns1:cubicBezTo>
                    <ns1:lnTo>
                      <ns1:pt x="20594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3" name="组合 22"/>
            <ns0:cNvGrpSpPr/>
            <ns0:nvPr/>
          </ns0:nvGrpSpPr>
          <ns0:grpSpPr>
            <ns1:xfrm>
              <ns1:off x="9640126" y="1936231"/>
              <ns1:ext cx="484499" cy="495499"/>
              <ns1:chOff x="5788244" y="1404345"/>
              <ns1:chExt cx="243362" cy="248887"/>
            </ns1:xfrm>
            <ns1:solidFill>
              <ns1:schemeClr val="bg1"/>
            </ns1:solidFill>
          </ns0:grpSpPr>
          <ns0:sp>
            <ns0:nvSpPr>
              <ns0:cNvPr id="174" name="文本框 173"/>
              <ns0:cNvSpPr txBox="1"/>
              <ns0:nvPr/>
            </ns0:nvSpPr>
            <ns0:spPr>
              <ns1:xfrm>
                <ns1:off x="5792514" y="1404345"/>
                <ns1:ext cx="234320" cy="109501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34320" h="109501">
                    <ns1:moveTo>
                      <ns1:pt x="118541" y="0"/>
                    </ns1:moveTo>
                    <ns1:cubicBezTo>
                      <ns1:pt x="125239" y="10214"/>
                      <ns1:pt x="133108" y="23441"/>
                      <ns1:pt x="142149" y="39682"/>
                    </ns1:cubicBezTo>
                    <ns1:lnTo>
                      <ns1:pt x="124820" y="47718"/>
                    </ns1:lnTo>
                    <ns1:lnTo>
                      <ns1:pt x="155586" y="47718"/>
                    </ns1:lnTo>
                    <ns1:cubicBezTo>
                      <ns1:pt x="167055" y="31226"/>
                      <ns1:pt x="176724" y="16911"/>
                      <ns1:pt x="184593" y="4772"/>
                    </ns1:cubicBezTo>
                    <ns1:lnTo>
                      <ns1:pt x="218498" y="23357"/>
                    </ns1:lnTo>
                    <ns1:lnTo>
                      <ns1:pt x="198155" y="47718"/>
                    </ns1:lnTo>
                    <ns1:lnTo>
                      <ns1:pt x="234320" y="47718"/>
                    </ns1:lnTo>
                    <ns1:lnTo>
                      <ns1:pt x="234320" y="109501"/>
                    </ns1:lnTo>
                    <ns1:lnTo>
                      <ns1:pt x="199160" y="109501"/>
                    </ns1:lnTo>
                    <ns1:lnTo>
                      <ns1:pt x="199160" y="78358"/>
                    </ns1:lnTo>
                    <ns1:lnTo>
                      <ns1:pt x="35160" y="78358"/>
                    </ns1:lnTo>
                    <ns1:lnTo>
                      <ns1:pt x="35160" y="109501"/>
                    </ns1:lnTo>
                    <ns1:lnTo>
                      <ns1:pt x="0" y="109501"/>
                    </ns1:lnTo>
                    <ns1:lnTo>
                      <ns1:pt x="0" y="47718"/>
                    </ns1:lnTo>
                    <ns1:lnTo>
                      <ns1:pt x="41062" y="47718"/>
                    </ns1:lnTo>
                    <ns1:cubicBezTo>
                      <ns1:pt x="33695" y="37589"/>
                      <ns1:pt x="26538" y="28296"/>
                      <ns1:pt x="19589" y="19841"/>
                    </ns1:cubicBezTo>
                    <ns1:lnTo>
                      <ns1:pt x="45960" y="2010"/>
                    </ns1:lnTo>
                    <ns1:cubicBezTo>
                      <ns1:pt x="56006" y="13395"/>
                      <ns1:pt x="66219" y="26120"/>
                      <ns1:pt x="76600" y="40184"/>
                    </ns1:cubicBezTo>
                    <ns1:lnTo>
                      <ns1:pt x="65424" y="47718"/>
                    </ns1:lnTo>
                    <ns1:lnTo>
                      <ns1:pt x="107365" y="47718"/>
                    </ns1:lnTo>
                    <ns1:cubicBezTo>
                      <ns1:pt x="100333" y="34240"/>
                      <ns1:pt x="93845" y="22855"/>
                      <ns1:pt x="87901" y="13562"/>
                    </ns1:cubicBezTo>
                    <ns1:lnTo>
                      <ns1:pt x="118541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5" name="文本框 174"/>
              <ns0:cNvSpPr txBox="1"/>
              <ns0:nvPr/>
            </ns0:nvSpPr>
            <ns0:spPr>
              <ns1:xfrm>
                <ns1:off x="5788244" y="1500534"/>
                <ns1:ext cx="243362" cy="152698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243362" h="152698">
                    <ns1:moveTo>
                      <ns1:pt x="51486" y="0"/>
                    </ns1:moveTo>
                    <ns1:lnTo>
                      <ns1:pt x="192882" y="0"/>
                    </ns1:lnTo>
                    <ns1:lnTo>
                      <ns1:pt x="192882" y="30389"/>
                    </ns1:lnTo>
                    <ns1:lnTo>
                      <ns1:pt x="149684" y="59020"/>
                    </ns1:lnTo>
                    <ns1:lnTo>
                      <ns1:pt x="243362" y="59020"/>
                    </ns1:lnTo>
                    <ns1:lnTo>
                      <ns1:pt x="243362" y="90162"/>
                    </ns1:lnTo>
                    <ns1:lnTo>
                      <ns1:pt x="145917" y="90162"/>
                    </ns1:lnTo>
                    <ns1:lnTo>
                      <ns1:pt x="145917" y="115779"/>
                    </ns1:lnTo>
                    <ns1:cubicBezTo>
                      <ns1:pt x="145917" y="127332"/>
                      <ns1:pt x="142694" y="136331"/>
                      <ns1:pt x="136248" y="142777"/>
                    </ns1:cubicBezTo>
                    <ns1:cubicBezTo>
                      <ns1:pt x="129802" y="149223"/>
                      <ns1:pt x="119944" y="152488"/>
                      <ns1:pt x="106675" y="152572"/>
                    </ns1:cubicBezTo>
                    <ns1:cubicBezTo>
                      <ns1:pt x="93406" y="152656"/>
                      <ns1:pt x="79781" y="152698"/>
                      <ns1:pt x="65801" y="152698"/>
                    </ns1:cubicBezTo>
                    <ns1:cubicBezTo>
                      <ns1:pt x="63457" y="141145"/>
                      <ns1:pt x="60611" y="130094"/>
                      <ns1:pt x="57262" y="119546"/>
                    </ns1:cubicBezTo>
                    <ns1:cubicBezTo>
                      <ns1:pt x="69987" y="120216"/>
                      <ns1:pt x="81623" y="120551"/>
                      <ns1:pt x="92171" y="120551"/>
                    </ns1:cubicBezTo>
                    <ns1:cubicBezTo>
                      <ns1:pt x="103892" y="120551"/>
                      <ns1:pt x="109752" y="115444"/>
                      <ns1:pt x="109752" y="105231"/>
                    </ns1:cubicBezTo>
                    <ns1:lnTo>
                      <ns1:pt x="109752" y="90162"/>
                    </ns1:lnTo>
                    <ns1:lnTo>
                      <ns1:pt x="0" y="90162"/>
                    </ns1:lnTo>
                    <ns1:lnTo>
                      <ns1:pt x="0" y="59020"/>
                    </ns1:lnTo>
                    <ns1:lnTo>
                      <ns1:pt x="109752" y="59020"/>
                    </ns1:lnTo>
                    <ns1:lnTo>
                      <ns1:pt x="109752" y="52490"/>
                    </ns1:lnTo>
                    <ns1:lnTo>
                      <ns1:pt x="143406" y="30640"/>
                    </ns1:lnTo>
                    <ns1:lnTo>
                      <ns1:pt x="51486" y="30640"/>
                    </ns1:lnTo>
                    <ns1:lnTo>
                      <ns1:pt x="51486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grpSp>
          <ns0:nvGrpSpPr>
            <ns0:cNvPr id="24" name="组合 23"/>
            <ns0:cNvGrpSpPr/>
            <ns0:nvPr/>
          </ns0:nvGrpSpPr>
          <ns0:grpSpPr>
            <ns1:xfrm>
              <ns1:off x="10178197" y="1943733"/>
              <ns1:ext cx="481001" cy="496498"/>
              <ns1:chOff x="6052200" y="1408113"/>
              <ns1:chExt cx="241605" cy="249389"/>
            </ns1:xfrm>
            <ns1:solidFill>
              <ns1:schemeClr val="bg1"/>
            </ns1:solidFill>
          </ns0:grpSpPr>
          <ns0:sp>
            <ns0:nvSpPr>
              <ns0:cNvPr id="170" name="文本框 169"/>
              <ns0:cNvSpPr txBox="1"/>
              <ns0:nvPr/>
            </ns0:nvSpPr>
            <ns0:spPr>
              <ns1:xfrm>
                <ns1:off x="6132316" y="1408113"/>
                <ns1:ext cx="149182" cy="73335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9182" h="73335">
                    <ns1:moveTo>
                      <ns1:pt x="84637" y="0"/>
                    </ns1:moveTo>
                    <ns1:cubicBezTo>
                      <ns1:pt x="87149" y="8539"/>
                      <ns1:pt x="89409" y="17161"/>
                      <ns1:pt x="91418" y="25868"/>
                    </ns1:cubicBezTo>
                    <ns1:lnTo>
                      <ns1:pt x="149182" y="25868"/>
                    </ns1:lnTo>
                    <ns1:lnTo>
                      <ns1:pt x="149182" y="73335"/>
                    </ns1:lnTo>
                    <ns1:lnTo>
                      <ns1:pt x="119547" y="73335"/>
                    </ns1:lnTo>
                    <ns1:lnTo>
                      <ns1:pt x="119547" y="55503"/>
                    </ns1:lnTo>
                    <ns1:lnTo>
                      <ns1:pt x="29134" y="55503"/>
                    </ns1:lnTo>
                    <ns1:lnTo>
                      <ns1:pt x="29134" y="73335"/>
                    </ns1:lnTo>
                    <ns1:lnTo>
                      <ns1:pt x="0" y="73335"/>
                    </ns1:lnTo>
                    <ns1:lnTo>
                      <ns1:pt x="0" y="25868"/>
                    </ns1:lnTo>
                    <ns1:lnTo>
                      <ns1:pt x="55755" y="25868"/>
                    </ns1:lnTo>
                    <ns1:cubicBezTo>
                      <ns1:pt x="53913" y="19840"/>
                      <ns1:pt x="51904" y="12808"/>
                      <ns1:pt x="49728" y="4771"/>
                    </ns1:cubicBezTo>
                    <ns1:lnTo>
                      <ns1:pt x="8463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1" name="文本框 170"/>
              <ns0:cNvSpPr txBox="1"/>
              <ns0:nvPr/>
            </ns0:nvSpPr>
            <ns0:spPr>
              <ns1:xfrm>
                <ns1:off x="6052200" y="1419916"/>
                <ns1:ext cx="78610" cy="235074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8610" h="235074">
                    <ns1:moveTo>
                      <ns1:pt x="0" y="0"/>
                    </ns1:moveTo>
                    <ns1:lnTo>
                      <ns1:pt x="78610" y="0"/>
                    </ns1:lnTo>
                    <ns1:lnTo>
                      <ns1:pt x="78610" y="24863"/>
                    </ns1:lnTo>
                    <ns1:cubicBezTo>
                      <ns1:pt x="72582" y="46964"/>
                      <ns1:pt x="66136" y="69651"/>
                      <ns1:pt x="59271" y="92924"/>
                    </ns1:cubicBezTo>
                    <ns1:cubicBezTo>
                      <ns1:pt x="71661" y="108998"/>
                      <ns1:pt x="77856" y="129675"/>
                      <ns1:pt x="77856" y="154958"/>
                    </ns1:cubicBezTo>
                    <ns1:cubicBezTo>
                      <ns1:pt x="77856" y="168352"/>
                      <ns1:pt x="74759" y="178147"/>
                      <ns1:pt x="68564" y="184342"/>
                    </ns1:cubicBezTo>
                    <ns1:cubicBezTo>
                      <ns1:pt x="62201" y="190704"/>
                      <ns1:pt x="51234" y="193885"/>
                      <ns1:pt x="35663" y="193885"/>
                    </ns1:cubicBezTo>
                    <ns1:cubicBezTo>
                      <ns1:pt x="34491" y="182500"/>
                      <ns1:pt x="32566" y="170864"/>
                      <ns1:pt x="29887" y="158976"/>
                    </ns1:cubicBezTo>
                    <ns1:cubicBezTo>
                      <ns1:pt x="33570" y="159813"/>
                      <ns1:pt x="36500" y="160232"/>
                      <ns1:pt x="38677" y="160232"/>
                    </ns1:cubicBezTo>
                    <ns1:cubicBezTo>
                      <ns1:pt x="45709" y="160232"/>
                      <ns1:pt x="49225" y="154874"/>
                      <ns1:pt x="49225" y="144158"/>
                    </ns1:cubicBezTo>
                    <ns1:cubicBezTo>
                      <ns1:pt x="49225" y="126745"/>
                      <ns1:pt x="42947" y="110086"/>
                      <ns1:pt x="30389" y="94180"/>
                    </ns1:cubicBezTo>
                    <ns1:cubicBezTo>
                      <ns1:pt x="36417" y="70907"/>
                      <ns1:pt x="42109" y="49057"/>
                      <ns1:pt x="47467" y="28630"/>
                    </ns1:cubicBezTo>
                    <ns1:lnTo>
                      <ns1:pt x="28882" y="28630"/>
                    </ns1:lnTo>
                    <ns1:lnTo>
                      <ns1:pt x="28882" y="235074"/>
                    </ns1:lnTo>
                    <ns1:lnTo>
                      <ns1:pt x="0" y="235074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2" name="文本框 171"/>
              <ns0:cNvSpPr txBox="1"/>
              <ns0:nvPr/>
            </ns0:nvSpPr>
            <ns0:spPr>
              <ns1:xfrm>
                <ns1:off x="6144623" y="1487726"/>
                <ns1:ext cx="124820" cy="2812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24820" h="28129">
                    <ns1:moveTo>
                      <ns1:pt x="0" y="0"/>
                    </ns1:moveTo>
                    <ns1:lnTo>
                      <ns1:pt x="124820" y="0"/>
                    </ns1:lnTo>
                    <ns1:lnTo>
                      <ns1:pt x="124820" y="28129"/>
                    </ns1:lnTo>
                    <ns1:lnTo>
                      <ns1:pt x="0" y="28129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73" name="文本框 172"/>
              <ns0:cNvSpPr txBox="1"/>
              <ns0:nvPr/>
            </ns0:nvSpPr>
            <ns0:spPr>
              <ns1:xfrm>
                <ns1:off x="6109714" y="1535193"/>
                <ns1:ext cx="184091" cy="1223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84091" h="122309">
                    <ns1:moveTo>
                      <ns1:pt x="23357" y="0"/>
                    </ns1:moveTo>
                    <ns1:lnTo>
                      <ns1:pt x="174296" y="0"/>
                    </ns1:lnTo>
                    <ns1:lnTo>
                      <ns1:pt x="174296" y="29133"/>
                    </ns1:lnTo>
                    <ns1:lnTo>
                      <ns1:pt x="134866" y="29133"/>
                    </ns1:lnTo>
                    <ns1:lnTo>
                      <ns1:pt x="134866" y="76098"/>
                    </ns1:lnTo>
                    <ns1:cubicBezTo>
                      <ns1:pt x="134866" y="83465"/>
                      <ns1:pt x="137210" y="87148"/>
                      <ns1:pt x="141898" y="87148"/>
                    </ns1:cubicBezTo>
                    <ns1:lnTo>
                      <ns1:pt x="147173" y="87148"/>
                    </ns1:lnTo>
                    <ns1:cubicBezTo>
                      <ns1:pt x="151023" y="87148"/>
                      <ns1:pt x="153451" y="84386"/>
                      <ns1:pt x="154456" y="78861"/>
                    </ns1:cubicBezTo>
                    <ns1:cubicBezTo>
                      <ns1:pt x="155293" y="75177"/>
                      <ns1:pt x="156214" y="65382"/>
                      <ns1:pt x="157218" y="49476"/>
                    </ns1:cubicBezTo>
                    <ns1:cubicBezTo>
                      <ns1:pt x="166260" y="52657"/>
                      <ns1:pt x="175217" y="55588"/>
                      <ns1:pt x="184091" y="58266"/>
                    </ns1:cubicBezTo>
                    <ns1:cubicBezTo>
                      <ns1:pt x="181915" y="74675"/>
                      <ns1:pt x="179905" y="86311"/>
                      <ns1:pt x="178064" y="93176"/>
                    </ns1:cubicBezTo>
                    <ns1:cubicBezTo>
                      <ns1:pt x="173878" y="109752"/>
                      <ns1:pt x="163581" y="118040"/>
                      <ns1:pt x="147173" y="118040"/>
                    </ns1:cubicBezTo>
                    <ns1:lnTo>
                      <ns1:pt x="134113" y="118040"/>
                    </ns1:lnTo>
                    <ns1:cubicBezTo>
                      <ns1:pt x="114189" y="118040"/>
                      <ns1:pt x="104226" y="107408"/>
                      <ns1:pt x="104226" y="86144"/>
                    </ns1:cubicBezTo>
                    <ns1:lnTo>
                      <ns1:pt x="104226" y="29133"/>
                    </ns1:lnTo>
                    <ns1:lnTo>
                      <ns1:pt x="87148" y="29133"/>
                    </ns1:lnTo>
                    <ns1:cubicBezTo>
                      <ns1:pt x="84804" y="60108"/>
                      <ns1:pt x="76349" y="82711"/>
                      <ns1:pt x="61782" y="96943"/>
                    </ns1:cubicBezTo>
                    <ns1:cubicBezTo>
                      <ns1:pt x="52239" y="106487"/>
                      <ns1:pt x="38677" y="114942"/>
                      <ns1:pt x="21097" y="122309"/>
                    </ns1:cubicBezTo>
                    <ns1:cubicBezTo>
                      <ns1:pt x="13897" y="111593"/>
                      <ns1:pt x="6865" y="102301"/>
                      <ns1:pt x="0" y="94432"/>
                    </ns1:cubicBezTo>
                    <ns1:cubicBezTo>
                      <ns1:pt x="18083" y="86562"/>
                      <ns1:pt x="31142" y="78693"/>
                      <ns1:pt x="39179" y="70824"/>
                    </ns1:cubicBezTo>
                    <ns1:cubicBezTo>
                      <ns1:pt x="48388" y="61782"/>
                      <ns1:pt x="54081" y="47886"/>
                      <ns1:pt x="56257" y="29133"/>
                    </ns1:cubicBezTo>
                    <ns1:lnTo>
                      <ns1:pt x="23357" y="29133"/>
                    </ns1:lnTo>
                    <ns1:lnTo>
                      <ns1:pt x="23357" y="0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2000" b="1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  <ns0:sp>
          <ns0:nvSpPr>
            <ns0:cNvPr id="25" name="文本框 24"/>
            <ns0:cNvSpPr txBox="1"/>
            <ns0:nvPr/>
          </ns0:nvSpPr>
          <ns0:spPr>
            <ns1:xfrm>
              <ns1:off x="4876786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6" name="文本框 25"/>
            <ns0:cNvSpPr txBox="1"/>
            <ns0:nvPr/>
          </ns0:nvSpPr>
          <ns0:spPr>
            <ns1:xfrm>
              <ns1:off x="5010692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7" name="文本框 26"/>
            <ns0:cNvSpPr txBox="1"/>
            <ns0:nvPr/>
          </ns0:nvSpPr>
          <ns0:spPr>
            <ns1:xfrm>
              <ns1:off x="536141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8" name="文本框 27"/>
            <ns0:cNvSpPr txBox="1"/>
            <ns0:nvPr/>
          </ns0:nvSpPr>
          <ns0:spPr>
            <ns1:xfrm>
              <ns1:off x="5559655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29" name="文本框 28"/>
            <ns0:cNvSpPr txBox="1"/>
            <ns0:nvPr/>
          </ns0:nvSpPr>
          <ns0:spPr>
            <ns1:xfrm>
              <ns1:off x="5956128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0" name="文本框 29"/>
            <ns0:cNvSpPr txBox="1"/>
            <ns0:nvPr/>
          </ns0:nvSpPr>
          <ns0:spPr>
            <ns1:xfrm>
              <ns1:off x="6810071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6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8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2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1" name="文本框 30"/>
            <ns0:cNvSpPr txBox="1"/>
            <ns0:nvPr/>
          </ns0:nvSpPr>
          <ns0:spPr>
            <ns1:xfrm>
              <ns1:off x="7770756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7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8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5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6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2" name="文本框 31"/>
            <ns0:cNvSpPr txBox="1"/>
            <ns0:nvPr/>
          </ns0:nvSpPr>
          <ns0:spPr>
            <ns1:xfrm>
              <ns1:off x="7941830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3" name="文本框 32"/>
            <ns0:cNvSpPr txBox="1"/>
            <ns0:nvPr/>
          </ns0:nvSpPr>
          <ns0:spPr>
            <ns1:xfrm>
              <ns1:off x="8948262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4" name="文本框 33"/>
            <ns0:cNvSpPr txBox="1"/>
            <ns0:nvPr/>
          </ns0:nvSpPr>
          <ns0:spPr>
            <ns1:xfrm>
              <ns1:off x="9371899" y="2694761"/>
              <ns1:ext cx="17512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109388" h="119137">
                  <ns1:moveTo>
                    <ns1:pt x="56033" y="0"/>
                  </ns1:moveTo>
                  <ns1:cubicBezTo>
                    <ns1:pt x="72057" y="0"/>
                    <ns1:pt x="84956" y="5383"/>
                    <ns1:pt x="94729" y="16148"/>
                  </ns1:cubicBezTo>
                  <ns1:cubicBezTo>
                    <ns1:pt x="104502" y="26913"/>
                    <ns1:pt x="109388" y="40928"/>
                    <ns1:pt x="109388" y="58192"/>
                  </ns1:cubicBezTo>
                  <ns1:cubicBezTo>
                    <ns1:pt x="109388" y="76895"/>
                    <ns1:pt x="104378" y="91728"/>
                    <ns1:pt x="94357" y="102691"/>
                  </ns1:cubicBezTo>
                  <ns1:cubicBezTo>
                    <ns1:pt x="84335" y="113655"/>
                    <ns1:pt x="70941" y="119137"/>
                    <ns1:pt x="54173" y="119137"/>
                  </ns1:cubicBezTo>
                  <ns1:cubicBezTo>
                    <ns1:pt x="37802" y="119137"/>
                    <ns1:pt x="24680" y="113754"/>
                    <ns1:pt x="14808" y="102989"/>
                  </ns1:cubicBezTo>
                  <ns1:cubicBezTo>
                    <ns1:pt x="4936" y="92224"/>
                    <ns1:pt x="0" y="78209"/>
                    <ns1:pt x="0" y="60945"/>
                  </ns1:cubicBezTo>
                  <ns1:cubicBezTo>
                    <ns1:pt x="0" y="42342"/>
                    <ns1:pt x="5035" y="27533"/>
                    <ns1:pt x="15106" y="16520"/>
                  </ns1:cubicBezTo>
                  <ns1:cubicBezTo>
                    <ns1:pt x="25176" y="5507"/>
                    <ns1:pt x="38819" y="0"/>
                    <ns1:pt x="56033" y="0"/>
                  </ns1:cubicBezTo>
                  <ns1:close/>
                  <ns1:moveTo>
                    <ns1:pt x="55140" y="13394"/>
                  </ns1:moveTo>
                  <ns1:cubicBezTo>
                    <ns1:pt x="43383" y="13394"/>
                    <ns1:pt x="33858" y="17661"/>
                    <ns1:pt x="26565" y="26194"/>
                  </ns1:cubicBezTo>
                  <ns1:cubicBezTo>
                    <ns1:pt x="19273" y="34726"/>
                    <ns1:pt x="15627" y="45913"/>
                    <ns1:pt x="15627" y="59754"/>
                  </ns1:cubicBezTo>
                  <ns1:cubicBezTo>
                    <ns1:pt x="15627" y="73695"/>
                    <ns1:pt x="19186" y="84869"/>
                    <ns1:pt x="26305" y="93278"/>
                  </ns1:cubicBezTo>
                  <ns1:cubicBezTo>
                    <ns1:pt x="33424" y="101687"/>
                    <ns1:pt x="42713" y="105891"/>
                    <ns1:pt x="54173" y="105891"/>
                  </ns1:cubicBezTo>
                  <ns1:cubicBezTo>
                    <ns1:pt x="66476" y="105891"/>
                    <ns1:pt x="76138" y="101860"/>
                    <ns1:pt x="83157" y="93799"/>
                  </ns1:cubicBezTo>
                  <ns1:cubicBezTo>
                    <ns1:pt x="90177" y="85737"/>
                    <ns1:pt x="93687" y="74464"/>
                    <ns1:pt x="93687" y="59978"/>
                  </ns1:cubicBezTo>
                  <ns1:cubicBezTo>
                    <ns1:pt x="93687" y="45095"/>
                    <ns1:pt x="90251" y="33610"/>
                    <ns1:pt x="83381" y="25524"/>
                  </ns1:cubicBezTo>
                  <ns1:cubicBezTo>
                    <ns1:pt x="76510" y="17438"/>
                    <ns1:pt x="67096" y="13394"/>
                    <ns1:pt x="55140" y="13394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5" name="文本框 34"/>
            <ns0:cNvSpPr txBox="1"/>
            <ns0:nvPr/>
          </ns0:nvSpPr>
          <ns0:spPr>
            <ns1:xfrm>
              <ns1:off x="10332585" y="2694761"/>
              <ns1:ext cx="138193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86320" h="119137">
                  <ns1:moveTo>
                    <ns1:pt x="59010" y="0"/>
                  </ns1:moveTo>
                  <ns1:cubicBezTo>
                    <ns1:pt x="70023" y="0"/>
                    <ns1:pt x="79126" y="1563"/>
                    <ns1:pt x="86320" y="4688"/>
                  </ns1:cubicBezTo>
                  <ns1:lnTo>
                    <ns1:pt x="86320" y="20241"/>
                  </ns1:lnTo>
                  <ns1:cubicBezTo>
                    <ns1:pt x="78085" y="15676"/>
                    <ns1:pt x="69031" y="13394"/>
                    <ns1:pt x="59159" y="13394"/>
                  </ns1:cubicBezTo>
                  <ns1:cubicBezTo>
                    <ns1:pt x="46310" y="13394"/>
                    <ns1:pt x="35842" y="17673"/>
                    <ns1:pt x="27756" y="26231"/>
                  </ns1:cubicBezTo>
                  <ns1:cubicBezTo>
                    <ns1:pt x="19670" y="34788"/>
                    <ns1:pt x="15627" y="46335"/>
                    <ns1:pt x="15627" y="60871"/>
                  </ns1:cubicBezTo>
                  <ns1:cubicBezTo>
                    <ns1:pt x="15627" y="74662"/>
                    <ns1:pt x="19397" y="85613"/>
                    <ns1:pt x="26937" y="93724"/>
                  </ns1:cubicBezTo>
                  <ns1:cubicBezTo>
                    <ns1:pt x="34478" y="101836"/>
                    <ns1:pt x="44350" y="105891"/>
                    <ns1:pt x="56554" y="105891"/>
                  </ns1:cubicBezTo>
                  <ns1:cubicBezTo>
                    <ns1:pt x="67964" y="105891"/>
                    <ns1:pt x="77886" y="103312"/>
                    <ns1:pt x="86320" y="98152"/>
                  </ns1:cubicBezTo>
                  <ns1:lnTo>
                    <ns1:pt x="86320" y="112440"/>
                  </ns1:lnTo>
                  <ns1:cubicBezTo>
                    <ns1:pt x="77837" y="116904"/>
                    <ns1:pt x="67195" y="119137"/>
                    <ns1:pt x="54396" y="119137"/>
                  </ns1:cubicBezTo>
                  <ns1:cubicBezTo>
                    <ns1:pt x="37876" y="119137"/>
                    <ns1:pt x="24680" y="113891"/>
                    <ns1:pt x="14808" y="103398"/>
                  </ns1:cubicBezTo>
                  <ns1:cubicBezTo>
                    <ns1:pt x="4936" y="92906"/>
                    <ns1:pt x="0" y="79028"/>
                    <ns1:pt x="0" y="61764"/>
                  </ns1:cubicBezTo>
                  <ns1:cubicBezTo>
                    <ns1:pt x="0" y="43210"/>
                    <ns1:pt x="5556" y="28277"/>
                    <ns1:pt x="16668" y="16966"/>
                  </ns1:cubicBezTo>
                  <ns1:cubicBezTo>
                    <ns1:pt x="27781" y="5655"/>
                    <ns1:pt x="41895" y="0"/>
                    <ns1:pt x="59010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6" name="文本框 35"/>
            <ns0:cNvSpPr txBox="1"/>
            <ns0:nvPr/>
          </ns0:nvSpPr>
          <ns0:spPr>
            <ns1:xfrm>
              <ns1:off x="10512939" y="2694761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4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8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1" y="20551"/>
                    <ns1:pt x="15702" y="24656"/>
                    <ns1:pt x="15702" y="29914"/>
                  </ns1:cubicBezTo>
                  <ns1:cubicBezTo>
                    <ns1:pt x="15702" y="34578"/>
                    <ns1:pt x="17240" y="38373"/>
                    <ns1:pt x="20315" y="41300"/>
                  </ns1:cubicBezTo>
                  <ns1:cubicBezTo>
                    <ns1:pt x="23391" y="44227"/>
                    <ns1:pt x="30063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2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2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7" name="文本框 36"/>
            <ns0:cNvSpPr txBox="1"/>
            <ns0:nvPr/>
          </ns0:nvSpPr>
          <ns0:spPr>
            <ns1:xfrm>
              <ns1:off x="5190343" y="2697859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8" name="文本框 37"/>
            <ns0:cNvSpPr txBox="1"/>
            <ns0:nvPr/>
          </ns0:nvSpPr>
          <ns0:spPr>
            <ns1:xfrm>
              <ns1:off x="5769804" y="2697859"/>
              <ns1:ext cx="9733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079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02096"/>
                  </ns1:lnTo>
                  <ns1:lnTo>
                    <ns1:pt x="60796" y="102096"/>
                  </ns1:lnTo>
                  <ns1:lnTo>
                    <ns1:pt x="60796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39" name="文本框 38"/>
            <ns0:cNvSpPr txBox="1"/>
            <ns0:nvPr/>
          </ns0:nvSpPr>
          <ns0:spPr>
            <ns1:xfrm>
              <ns1:off x="6166278" y="2697859"/>
              <ns1:ext cx="9506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59382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1792"/>
                  </ns1:lnTo>
                  <ns1:lnTo>
                    <ns1:pt x="56108" y="51792"/>
                  </ns1:lnTo>
                  <ns1:lnTo>
                    <ns1:pt x="56108" y="64889"/>
                  </ns1:lnTo>
                  <ns1:lnTo>
                    <ns1:pt x="14883" y="6488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0" name="文本框 39"/>
            <ns0:cNvSpPr txBox="1"/>
            <ns0:nvPr/>
          </ns0:nvSpPr>
          <ns0:spPr>
            <ns1:xfrm>
              <ns1:off x="634342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1" name="文本框 40"/>
            <ns0:cNvSpPr txBox="1"/>
            <ns0:nvPr/>
          </ns0:nvSpPr>
          <ns0:spPr>
            <ns1:xfrm>
              <ns1:off x="6532253" y="2697859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2" name="文本框 41"/>
            <ns0:cNvSpPr txBox="1"/>
            <ns0:nvPr/>
          </ns0:nvSpPr>
          <ns0:spPr>
            <ns1:xfrm>
              <ns1:off x="6669494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3" name="文本框 42"/>
            <ns0:cNvSpPr txBox="1"/>
            <ns0:nvPr/>
          </ns0:nvSpPr>
          <ns0:spPr>
            <ns1:xfrm>
              <ns1:off x="7020220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4" name="文本框 43"/>
            <ns0:cNvSpPr txBox="1"/>
            <ns0:nvPr/>
          </ns0:nvSpPr>
          <ns0:spPr>
            <ns1:xfrm>
              <ns1:off x="7197371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8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5" name="文本框 44"/>
            <ns0:cNvSpPr txBox="1"/>
            <ns0:nvPr/>
          </ns0:nvSpPr>
          <ns0:spPr>
            <ns1:xfrm>
              <ns1:off x="7383932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5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6" name="文本框 45"/>
            <ns0:cNvSpPr txBox="1"/>
            <ns0:nvPr/>
          </ns0:nvSpPr>
          <ns0:spPr>
            <ns1:xfrm>
              <ns1:off x="7550480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7" name="文本框 46"/>
            <ns0:cNvSpPr txBox="1"/>
            <ns0:nvPr/>
          </ns0:nvSpPr>
          <ns0:spPr>
            <ns1:xfrm>
              <ns1:off x="7706424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8" name="文本框 47"/>
            <ns0:cNvSpPr txBox="1"/>
            <ns0:nvPr/>
          </ns0:nvSpPr>
          <ns0:spPr>
            <ns1:xfrm>
              <ns1:off x="8142808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49" name="文本框 48"/>
            <ns0:cNvSpPr txBox="1"/>
            <ns0:nvPr/>
          </ns0:nvSpPr>
          <ns0:spPr>
            <ns1:xfrm>
              <ns1:off x="8331632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0" name="文本框 49"/>
            <ns0:cNvSpPr txBox="1"/>
            <ns0:nvPr/>
          </ns0:nvSpPr>
          <ns0:spPr>
            <ns1:xfrm>
              <ns1:off x="8529869" y="2697859"/>
              <ns1:ext cx="150226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3836" h="115267">
                  <ns1:moveTo>
                    <ns1:pt x="0" y="0"/>
                  </ns1:moveTo>
                  <ns1:lnTo>
                    <ns1:pt x="32891" y="0"/>
                  </ns1:lnTo>
                  <ns1:cubicBezTo>
                    <ns1:pt x="50353" y="0"/>
                    <ns1:pt x="64877" y="5085"/>
                    <ns1:pt x="76460" y="15255"/>
                  </ns1:cubicBezTo>
                  <ns1:cubicBezTo>
                    <ns1:pt x="88044" y="25424"/>
                    <ns1:pt x="93836" y="39067"/>
                    <ns1:pt x="93836" y="56182"/>
                  </ns1:cubicBezTo>
                  <ns1:cubicBezTo>
                    <ns1:pt x="93836" y="74042"/>
                    <ns1:pt x="88044" y="88354"/>
                    <ns1:pt x="76460" y="99119"/>
                  </ns1:cubicBezTo>
                  <ns1:cubicBezTo>
                    <ns1:pt x="64877" y="109885"/>
                    <ns1:pt x="49957" y="115267"/>
                    <ns1:pt x="31700" y="115267"/>
                  </ns1:cubicBez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245"/>
                  </ns1:moveTo>
                  <ns1:lnTo>
                    <ns1:pt x="14883" y="102096"/>
                  </ns1:lnTo>
                  <ns1:lnTo>
                    <ns1:pt x="31626" y="102096"/>
                  </ns1:lnTo>
                  <ns1:cubicBezTo>
                    <ns1:pt x="46261" y="102096"/>
                    <ns1:pt x="57683" y="98102"/>
                    <ns1:pt x="65894" y="90115"/>
                  </ns1:cubicBezTo>
                  <ns1:cubicBezTo>
                    <ns1:pt x="74104" y="82128"/>
                    <ns1:pt x="78209" y="70941"/>
                    <ns1:pt x="78209" y="56554"/>
                  </ns1:cubicBezTo>
                  <ns1:cubicBezTo>
                    <ns1:pt x="78209" y="42168"/>
                    <ns1:pt x="73992" y="31353"/>
                    <ns1:pt x="65559" y="24110"/>
                  </ns1:cubicBezTo>
                  <ns1:cubicBezTo>
                    <ns1:pt x="57125" y="16867"/>
                    <ns1:pt x="46037" y="13245"/>
                    <ns1:pt x="32296" y="13245"/>
                  </ns1:cubicBezTo>
                  <ns1:lnTo>
                    <ns1:pt x="14883" y="13245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1" name="文本框 50"/>
            <ns0:cNvSpPr txBox="1"/>
            <ns0:nvPr/>
          </ns0:nvSpPr>
          <ns0:spPr>
            <ns1:xfrm>
              <ns1:off x="8768016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2" name="文本框 51"/>
            <ns0:cNvSpPr txBox="1"/>
            <ns0:nvPr/>
          </ns0:nvSpPr>
          <ns0:spPr>
            <ns1:xfrm>
              <ns1:off x="9075377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3" name="文本框 52"/>
            <ns0:cNvSpPr txBox="1"/>
            <ns0:nvPr/>
          </ns0:nvSpPr>
          <ns0:spPr>
            <ns1:xfrm>
              <ns1:off x="9231322" y="2697859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8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59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4" name="文本框 53"/>
            <ns0:cNvSpPr txBox="1"/>
            <ns0:nvPr/>
          </ns0:nvSpPr>
          <ns0:spPr>
            <ns1:xfrm>
              <ns1:off x="9582048" y="2697859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5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5" name="文本框 54"/>
            <ns0:cNvSpPr txBox="1"/>
            <ns0:nvPr/>
          </ns0:nvSpPr>
          <ns0:spPr>
            <ns1:xfrm>
              <ns1:off x="9759199" y="2697859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79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6" name="文本框 55"/>
            <ns0:cNvSpPr txBox="1"/>
            <ns0:nvPr/>
          </ns0:nvSpPr>
          <ns0:spPr>
            <ns1:xfrm>
              <ns1:off x="9945760" y="2697859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7" name="文本框 56"/>
            <ns0:cNvSpPr txBox="1"/>
            <ns0:nvPr/>
          </ns0:nvSpPr>
          <ns0:spPr>
            <ns1:xfrm>
              <ns1:off x="10112308" y="2697859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1" y="13245"/>
                  </ns1:lnTo>
                  <ns1:lnTo>
                    <ns1:pt x="48071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58" name="文本框 57"/>
            <ns0:cNvSpPr txBox="1"/>
            <ns0:nvPr/>
          </ns0:nvSpPr>
          <ns0:spPr>
            <ns1:xfrm>
              <ns1:off x="10268252" y="2697859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0" name="文本框 59"/>
            <ns0:cNvSpPr txBox="1"/>
            <ns0:nvPr/>
          </ns0:nvSpPr>
          <ns0:spPr>
            <ns1:xfrm>
              <ns1:off x="5895132" y="2999743"/>
              <ns1:ext cx="151417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94580" h="119137">
                  <ns1:moveTo>
                    <ns1:pt x="60201" y="0"/>
                  </ns1:moveTo>
                  <ns1:cubicBezTo>
                    <ns1:pt x="72652" y="0"/>
                    <ns1:pt x="83194" y="1984"/>
                    <ns1:pt x="91827" y="5953"/>
                  </ns1:cubicBezTo>
                  <ns1:lnTo>
                    <ns1:pt x="91827" y="22027"/>
                  </ns1:lnTo>
                  <ns1:cubicBezTo>
                    <ns1:pt x="82599" y="16222"/>
                    <ns1:pt x="71611" y="13320"/>
                    <ns1:pt x="58861" y="13320"/>
                  </ns1:cubicBezTo>
                  <ns1:cubicBezTo>
                    <ns1:pt x="46310" y="13320"/>
                    <ns1:pt x="35966" y="17611"/>
                    <ns1:pt x="27830" y="26194"/>
                  </ns1:cubicBezTo>
                  <ns1:cubicBezTo>
                    <ns1:pt x="19694" y="34776"/>
                    <ns1:pt x="15627" y="46087"/>
                    <ns1:pt x="15627" y="60127"/>
                  </ns1:cubicBezTo>
                  <ns1:cubicBezTo>
                    <ns1:pt x="15627" y="74563"/>
                    <ns1:pt x="19372" y="85799"/>
                    <ns1:pt x="26863" y="93836"/>
                  </ns1:cubicBezTo>
                  <ns1:cubicBezTo>
                    <ns1:pt x="34354" y="101873"/>
                    <ns1:pt x="44474" y="105891"/>
                    <ns1:pt x="57224" y="105891"/>
                  </ns1:cubicBezTo>
                  <ns1:cubicBezTo>
                    <ns1:pt x="66005" y="105891"/>
                    <ns1:pt x="73471" y="104204"/>
                    <ns1:pt x="79623" y="100831"/>
                  </ns1:cubicBezTo>
                  <ns1:lnTo>
                    <ns1:pt x="79623" y="69652"/>
                  </ns1:lnTo>
                  <ns1:lnTo>
                    <ns1:pt x="54619" y="69652"/>
                  </ns1:lnTo>
                  <ns1:lnTo>
                    <ns1:pt x="54619" y="56480"/>
                  </ns1:lnTo>
                  <ns1:lnTo>
                    <ns1:pt x="94580" y="56480"/>
                  </ns1:lnTo>
                  <ns1:lnTo>
                    <ns1:pt x="94580" y="109314"/>
                  </ns1:lnTo>
                  <ns1:cubicBezTo>
                    <ns1:pt x="83070" y="115863"/>
                    <ns1:pt x="70073" y="119137"/>
                    <ns1:pt x="55587" y="119137"/>
                  </ns1:cubicBezTo>
                  <ns1:cubicBezTo>
                    <ns1:pt x="38918" y="119137"/>
                    <ns1:pt x="25486" y="113866"/>
                    <ns1:pt x="15292" y="103324"/>
                  </ns1:cubicBezTo>
                  <ns1:cubicBezTo>
                    <ns1:pt x="5097" y="92782"/>
                    <ns1:pt x="0" y="78705"/>
                    <ns1:pt x="0" y="61094"/>
                  </ns1:cubicBezTo>
                  <ns1:cubicBezTo>
                    <ns1:pt x="0" y="43284"/>
                    <ns1:pt x="5630" y="28649"/>
                    <ns1:pt x="16892" y="17190"/>
                  </ns1:cubicBezTo>
                  <ns1:cubicBezTo>
                    <ns1:pt x="28153" y="5730"/>
                    <ns1:pt x="42589" y="0"/>
                    <ns1:pt x="60201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1" name="文本框 60"/>
            <ns0:cNvSpPr txBox="1"/>
            <ns0:nvPr/>
          </ns0:nvSpPr>
          <ns0:spPr>
            <ns1:xfrm>
              <ns1:off x="7072638" y="2999743"/>
              <ns1:ext cx="113414" cy="190733"/>
            </ns1:xfrm>
            <ns1:custGeom>
              <ns1:avLst/>
              <ns1:gdLst/>
              <ns1:ahLst/>
              <ns1:cxnLst/>
              <ns1:rect l="l" t="t" r="r" b="b"/>
              <ns1:pathLst>
                <ns1:path w="70842" h="119137">
                  <ns1:moveTo>
                    <ns1:pt x="40705" y="0"/>
                  </ns1:moveTo>
                  <ns1:cubicBezTo>
                    <ns1:pt x="52165" y="0"/>
                    <ns1:pt x="60573" y="1389"/>
                    <ns1:pt x="65931" y="4167"/>
                  </ns1:cubicBezTo>
                  <ns1:lnTo>
                    <ns1:pt x="65931" y="20389"/>
                  </ns1:lnTo>
                  <ns1:cubicBezTo>
                    <ns1:pt x="58986" y="15577"/>
                    <ns1:pt x="50205" y="13171"/>
                    <ns1:pt x="39589" y="13171"/>
                  </ns1:cubicBezTo>
                  <ns1:cubicBezTo>
                    <ns1:pt x="32544" y="13171"/>
                    <ns1:pt x="26802" y="14647"/>
                    <ns1:pt x="22362" y="17599"/>
                  </ns1:cubicBezTo>
                  <ns1:cubicBezTo>
                    <ns1:pt x="17922" y="20551"/>
                    <ns1:pt x="15702" y="24656"/>
                    <ns1:pt x="15702" y="29914"/>
                  </ns1:cubicBezTo>
                  <ns1:cubicBezTo>
                    <ns1:pt x="15702" y="34578"/>
                    <ns1:pt x="17239" y="38373"/>
                    <ns1:pt x="20315" y="41300"/>
                  </ns1:cubicBezTo>
                  <ns1:cubicBezTo>
                    <ns1:pt x="23391" y="44227"/>
                    <ns1:pt x="30064" y="48220"/>
                    <ns1:pt x="40333" y="53280"/>
                  </ns1:cubicBezTo>
                  <ns1:cubicBezTo>
                    <ns1:pt x="51644" y="58688"/>
                    <ns1:pt x="59556" y="64095"/>
                    <ns1:pt x="64071" y="69503"/>
                  </ns1:cubicBezTo>
                  <ns1:cubicBezTo>
                    <ns1:pt x="68585" y="74910"/>
                    <ns1:pt x="70842" y="80987"/>
                    <ns1:pt x="70842" y="87734"/>
                  </ns1:cubicBezTo>
                  <ns1:cubicBezTo>
                    <ns1:pt x="70842" y="97854"/>
                    <ns1:pt x="67171" y="105618"/>
                    <ns1:pt x="59829" y="111026"/>
                  </ns1:cubicBezTo>
                  <ns1:cubicBezTo>
                    <ns1:pt x="52487" y="116433"/>
                    <ns1:pt x="42292" y="119137"/>
                    <ns1:pt x="29245" y="119137"/>
                  </ns1:cubicBezTo>
                  <ns1:cubicBezTo>
                    <ns1:pt x="24681" y="119137"/>
                    <ns1:pt x="19360" y="118504"/>
                    <ns1:pt x="13283" y="117239"/>
                  </ns1:cubicBezTo>
                  <ns1:cubicBezTo>
                    <ns1:pt x="7206" y="115974"/>
                    <ns1:pt x="2778" y="114399"/>
                    <ns1:pt x="0" y="112514"/>
                  </ns1:cubicBezTo>
                  <ns1:lnTo>
                    <ns1:pt x="0" y="95548"/>
                  </ns1:lnTo>
                  <ns1:cubicBezTo>
                    <ns1:pt x="3523" y="98623"/>
                    <ns1:pt x="8235" y="101154"/>
                    <ns1:pt x="14139" y="103138"/>
                  </ns1:cubicBezTo>
                  <ns1:cubicBezTo>
                    <ns1:pt x="20042" y="105122"/>
                    <ns1:pt x="25648" y="106114"/>
                    <ns1:pt x="30956" y="106114"/>
                  </ns1:cubicBezTo>
                  <ns1:cubicBezTo>
                    <ns1:pt x="47129" y="106114"/>
                    <ns1:pt x="55215" y="100360"/>
                    <ns1:pt x="55215" y="88850"/>
                  </ns1:cubicBezTo>
                  <ns1:cubicBezTo>
                    <ns1:pt x="55215" y="85626"/>
                    <ns1:pt x="54347" y="82724"/>
                    <ns1:pt x="52611" y="80144"/>
                  </ns1:cubicBezTo>
                  <ns1:cubicBezTo>
                    <ns1:pt x="50875" y="77564"/>
                    <ns1:pt x="48493" y="75282"/>
                    <ns1:pt x="45467" y="73298"/>
                  </ns1:cubicBezTo>
                  <ns1:cubicBezTo>
                    <ns1:pt x="42441" y="71313"/>
                    <ns1:pt x="36761" y="68262"/>
                    <ns1:pt x="28426" y="64145"/>
                  </ns1:cubicBezTo>
                  <ns1:cubicBezTo>
                    <ns1:pt x="16867" y="58390"/>
                    <ns1:pt x="9252" y="53045"/>
                    <ns1:pt x="5581" y="48109"/>
                  </ns1:cubicBezTo>
                  <ns1:cubicBezTo>
                    <ns1:pt x="1910" y="43173"/>
                    <ns1:pt x="75" y="37529"/>
                    <ns1:pt x="75" y="31179"/>
                  </ns1:cubicBezTo>
                  <ns1:cubicBezTo>
                    <ns1:pt x="75" y="21605"/>
                    <ns1:pt x="3919" y="14015"/>
                    <ns1:pt x="11609" y="8409"/>
                  </ns1:cubicBezTo>
                  <ns1:cubicBezTo>
                    <ns1:pt x="19298" y="2803"/>
                    <ns1:pt x="28997" y="0"/>
                    <ns1:pt x="40705" y="0"/>
                  </ns1:cubicBez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2" name="文本框 61"/>
            <ns0:cNvSpPr txBox="1"/>
            <ns0:nvPr/>
          </ns0:nvSpPr>
          <ns0:spPr>
            <ns1:xfrm>
              <ns1:off x="4865944" y="3002841"/>
              <ns1:ext cx="14129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256" h="115267">
                  <ns1:moveTo>
                    <ns1:pt x="5209" y="0"/>
                  </ns1:moveTo>
                  <ns1:lnTo>
                    <ns1:pt x="88256" y="0"/>
                  </ns1:lnTo>
                  <ns1:lnTo>
                    <ns1:pt x="88256" y="4465"/>
                  </ns1:lnTo>
                  <ns1:lnTo>
                    <ns1:pt x="21804" y="102096"/>
                  </ns1:lnTo>
                  <ns1:lnTo>
                    <ns1:pt x="86767" y="102096"/>
                  </ns1:lnTo>
                  <ns1:lnTo>
                    <ns1:pt x="86767" y="115267"/>
                  </ns1:lnTo>
                  <ns1:lnTo>
                    <ns1:pt x="0" y="115267"/>
                  </ns1:lnTo>
                  <ns1:lnTo>
                    <ns1:pt x="0" y="110207"/>
                  </ns1:lnTo>
                  <ns1:lnTo>
                    <ns1:pt x="66006" y="13245"/>
                  </ns1:lnTo>
                  <ns1:lnTo>
                    <ns1:pt x="5209" y="13245"/>
                  </ns1:lnTo>
                  <ns1:lnTo>
                    <ns1:pt x="5209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3" name="文本框 62"/>
            <ns0:cNvSpPr txBox="1"/>
            <ns0:nvPr/>
          </ns0:nvSpPr>
          <ns0:spPr>
            <ns1:xfrm>
              <ns1:off x="5037853" y="3002841"/>
              <ns1:ext cx="14105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8106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50080"/>
                  </ns1:lnTo>
                  <ns1:lnTo>
                    <ns1:pt x="73223" y="50080"/>
                  </ns1:lnTo>
                  <ns1:lnTo>
                    <ns1:pt x="73223" y="0"/>
                  </ns1:lnTo>
                  <ns1:lnTo>
                    <ns1:pt x="88106" y="0"/>
                  </ns1:lnTo>
                  <ns1:lnTo>
                    <ns1:pt x="88106" y="115267"/>
                  </ns1:lnTo>
                  <ns1:lnTo>
                    <ns1:pt x="73223" y="115267"/>
                  </ns1:lnTo>
                  <ns1:lnTo>
                    <ns1:pt x="73223" y="63326"/>
                  </ns1:lnTo>
                  <ns1:lnTo>
                    <ns1:pt x="14883" y="63326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4" name="文本框 63"/>
            <ns0:cNvSpPr txBox="1"/>
            <ns0:nvPr/>
          </ns0:nvSpPr>
          <ns0:spPr>
            <ns1:xfrm>
              <ns1:off x="5220841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5" name="文本框 64"/>
            <ns0:cNvSpPr txBox="1"/>
            <ns0:nvPr/>
          </ns0:nvSpPr>
          <ns0:spPr>
            <ns1:xfrm>
              <ns1:off x="5352363" y="3002841"/>
              <ns1:ext cx="71480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44649" h="117202">
                  <ns1:moveTo>
                    <ns1:pt x="29766" y="0"/>
                  </ns1:moveTo>
                  <ns1:lnTo>
                    <ns1:pt x="44649" y="0"/>
                  </ns1:lnTo>
                  <ns1:lnTo>
                    <ns1:pt x="44649" y="73446"/>
                  </ns1:lnTo>
                  <ns1:cubicBezTo>
                    <ns1:pt x="44649" y="87387"/>
                    <ns1:pt x="41697" y="98164"/>
                    <ns1:pt x="35793" y="105779"/>
                  </ns1:cubicBezTo>
                  <ns1:cubicBezTo>
                    <ns1:pt x="29890" y="113394"/>
                    <ns1:pt x="21853" y="117202"/>
                    <ns1:pt x="11683" y="117202"/>
                  </ns1:cubicBezTo>
                  <ns1:cubicBezTo>
                    <ns1:pt x="6970" y="117202"/>
                    <ns1:pt x="3076" y="116507"/>
                    <ns1:pt x="0" y="115118"/>
                  </ns1:cubicBezTo>
                  <ns1:lnTo>
                    <ns1:pt x="0" y="100608"/>
                  </ns1:lnTo>
                  <ns1:cubicBezTo>
                    <ns1:pt x="3076" y="102840"/>
                    <ns1:pt x="6945" y="103956"/>
                    <ns1:pt x="11609" y="103956"/>
                  </ns1:cubicBezTo>
                  <ns1:cubicBezTo>
                    <ns1:pt x="23713" y="103956"/>
                    <ns1:pt x="29766" y="93786"/>
                    <ns1:pt x="29766" y="73446"/>
                  </ns1:cubicBezTo>
                  <ns1:lnTo>
                    <ns1:pt x="29766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6" name="文本框 65"/>
            <ns0:cNvSpPr txBox="1"/>
            <ns0:nvPr/>
          </ns0:nvSpPr>
          <ns0:spPr>
            <ns1:xfrm>
              <ns1:off x="5464825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7" name="文本框 66"/>
            <ns0:cNvSpPr txBox="1"/>
            <ns0:nvPr/>
          </ns0:nvSpPr>
          <ns0:spPr>
            <ns1:xfrm>
              <ns1:off x="5519983" y="3002841"/>
              <ns1:ext cx="166071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3733" h="115267">
                  <ns1:moveTo>
                    <ns1:pt x="43904" y="0"/>
                  </ns1:moveTo>
                  <ns1:lnTo>
                    <ns1:pt x="59829" y="0"/>
                  </ns1:lnTo>
                  <ns1:lnTo>
                    <ns1:pt x="103733" y="115267"/>
                  </ns1:lnTo>
                  <ns1:lnTo>
                    <ns1:pt x="87287" y="115267"/>
                  </ns1:lnTo>
                  <ns1:lnTo>
                    <ns1:pt x="75530" y="83716"/>
                  </ns1:lnTo>
                  <ns1:lnTo>
                    <ns1:pt x="27533" y="83716"/>
                  </ns1:lnTo>
                  <ns1:lnTo>
                    <ns1:pt x="16445" y="115267"/>
                  </ns1:lnTo>
                  <ns1:lnTo>
                    <ns1:pt x="0" y="115267"/>
                  </ns1:lnTo>
                  <ns1:lnTo>
                    <ns1:pt x="43904" y="0"/>
                  </ns1:lnTo>
                  <ns1:close/>
                  <ns1:moveTo>
                    <ns1:pt x="51345" y="14734"/>
                  </ns1:moveTo>
                  <ns1:cubicBezTo>
                    <ns1:pt x="50800" y="18206"/>
                    <ns1:pt x="50180" y="20885"/>
                    <ns1:pt x="49485" y="22770"/>
                  </ns1:cubicBezTo>
                  <ns1:lnTo>
                    <ns1:pt x="32221" y="70693"/>
                  </ns1:lnTo>
                  <ns1:lnTo>
                    <ns1:pt x="70916" y="70693"/>
                  </ns1:lnTo>
                  <ns1:lnTo>
                    <ns1:pt x="53503" y="22770"/>
                  </ns1:lnTo>
                  <ns1:cubicBezTo>
                    <ns1:pt x="52958" y="21233"/>
                    <ns1:pt x="52362" y="18554"/>
                    <ns1:pt x="51717" y="14734"/>
                  </ns1:cubicBezTo>
                  <ns1:lnTo>
                    <ns1:pt x="51345" y="14734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8" name="文本框 67"/>
            <ns0:cNvSpPr txBox="1"/>
            <ns0:nvPr/>
          </ns0:nvSpPr>
          <ns0:spPr>
            <ns1:xfrm>
              <ns1:off x="5708808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69" name="文本框 68"/>
            <ns0:cNvSpPr txBox="1"/>
            <ns0:nvPr/>
          </ns0:nvSpPr>
          <ns0:spPr>
            <ns1:xfrm>
              <ns1:off x="6164014" y="3002841"/>
              <ns1:ext cx="139027" cy="187635"/>
            </ns1:xfrm>
            <ns1:custGeom>
              <ns1:avLst/>
              <ns1:gdLst/>
              <ns1:ahLst/>
              <ns1:cxnLst/>
              <ns1:rect l="l" t="t" r="r" b="b"/>
              <ns1:pathLst>
                <ns1:path w="86841" h="117202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69354"/>
                  </ns1:lnTo>
                  <ns1:cubicBezTo>
                    <ns1:pt x="14883" y="92422"/>
                    <ns1:pt x="24557" y="103956"/>
                    <ns1:pt x="43904" y="103956"/>
                  </ns1:cubicBezTo>
                  <ns1:cubicBezTo>
                    <ns1:pt x="62607" y="103956"/>
                    <ns1:pt x="71959" y="92794"/>
                    <ns1:pt x="71959" y="70470"/>
                  </ns1:cubicBezTo>
                  <ns1:lnTo>
                    <ns1:pt x="71959" y="0"/>
                  </ns1:lnTo>
                  <ns1:lnTo>
                    <ns1:pt x="86841" y="0"/>
                  </ns1:lnTo>
                  <ns1:lnTo>
                    <ns1:pt x="86841" y="68312"/>
                  </ns1:lnTo>
                  <ns1:cubicBezTo>
                    <ns1:pt x="86841" y="100905"/>
                    <ns1:pt x="72058" y="117202"/>
                    <ns1:pt x="42491" y="117202"/>
                  </ns1:cubicBezTo>
                  <ns1:cubicBezTo>
                    <ns1:pt x="14164" y="117202"/>
                    <ns1:pt x="0" y="101476"/>
                    <ns1:pt x="0" y="70023"/>
                  </ns1:cubicBez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0" name="文本框 69"/>
            <ns0:cNvSpPr txBox="1"/>
            <ns0:nvPr/>
          </ns0:nvSpPr>
          <ns0:spPr>
            <ns1:xfrm>
              <ns1:off x="6349265" y="3002841"/>
              <ns1:ext cx="15070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94134" h="115267">
                  <ns1:moveTo>
                    <ns1:pt x="0" y="0"/>
                  </ns1:moveTo>
                  <ns1:lnTo>
                    <ns1:pt x="18678" y="0"/>
                  </ns1:lnTo>
                  <ns1:lnTo>
                    <ns1:pt x="75084" y="88106"/>
                  </ns1:lnTo>
                  <ns1:cubicBezTo>
                    <ns1:pt x="77763" y="92273"/>
                    <ns1:pt x="79350" y="94927"/>
                    <ns1:pt x="79846" y="96068"/>
                  </ns1:cubicBezTo>
                  <ns1:lnTo>
                    <ns1:pt x="80144" y="96068"/>
                  </ns1:lnTo>
                  <ns1:cubicBezTo>
                    <ns1:pt x="79648" y="92794"/>
                    <ns1:pt x="79400" y="87188"/>
                    <ns1:pt x="79400" y="79251"/>
                  </ns1:cubicBezTo>
                  <ns1:lnTo>
                    <ns1:pt x="79400" y="0"/>
                  </ns1:lnTo>
                  <ns1:lnTo>
                    <ns1:pt x="94134" y="0"/>
                  </ns1:lnTo>
                  <ns1:lnTo>
                    <ns1:pt x="94134" y="115267"/>
                  </ns1:lnTo>
                  <ns1:lnTo>
                    <ns1:pt x="76498" y="115267"/>
                  </ns1:lnTo>
                  <ns1:lnTo>
                    <ns1:pt x="18529" y="25598"/>
                  </ns1:lnTo>
                  <ns1:cubicBezTo>
                    <ns1:pt x="16892" y="23068"/>
                    <ns1:pt x="15577" y="20563"/>
                    <ns1:pt x="14585" y="18082"/>
                  </ns1:cubicBezTo>
                  <ns1:lnTo>
                    <ns1:pt x="14139" y="18082"/>
                  </ns1:lnTo>
                  <ns1:cubicBezTo>
                    <ns1:pt x="14536" y="20662"/>
                    <ns1:pt x="14734" y="26045"/>
                    <ns1:pt x="14734" y="34230"/>
                  </ns1:cubicBezTo>
                  <ns1:lnTo>
                    <ns1:pt x="14734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1" name="文本框 70"/>
            <ns0:cNvSpPr txBox="1"/>
            <ns0:nvPr/>
          </ns0:nvSpPr>
          <ns0:spPr>
            <ns1:xfrm>
              <ns1:off x="6547502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2" name="文本框 71"/>
            <ns0:cNvSpPr txBox="1"/>
            <ns0:nvPr/>
          </ns0:nvSpPr>
          <ns0:spPr>
            <ns1:xfrm>
              <ns1:off x="6602065" y="3002841"/>
              <ns1:ext cx="16070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00384" h="115267">
                  <ns1:moveTo>
                    <ns1:pt x="0" y="0"/>
                  </ns1:moveTo>
                  <ns1:lnTo>
                    <ns1:pt x="16520" y="0"/>
                  </ns1:lnTo>
                  <ns1:lnTo>
                    <ns1:pt x="47550" y="90115"/>
                  </ns1:lnTo>
                  <ns1:cubicBezTo>
                    <ns1:pt x="48592" y="93092"/>
                    <ns1:pt x="49361" y="96540"/>
                    <ns1:pt x="49857" y="100459"/>
                  </ns1:cubicBezTo>
                  <ns1:lnTo>
                    <ns1:pt x="50229" y="100459"/>
                  </ns1:lnTo>
                  <ns1:cubicBezTo>
                    <ns1:pt x="50626" y="97036"/>
                    <ns1:pt x="51494" y="93538"/>
                    <ns1:pt x="52834" y="89966"/>
                  </ns1:cubicBezTo>
                  <ns1:lnTo>
                    <ns1:pt x="84460" y="0"/>
                  </ns1:lnTo>
                  <ns1:lnTo>
                    <ns1:pt x="100384" y="0"/>
                  </ns1:lnTo>
                  <ns1:lnTo>
                    <ns1:pt x="58043" y="115267"/>
                  </ns1:lnTo>
                  <ns1:lnTo>
                    <ns1:pt x="41523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3" name="文本框 72"/>
            <ns0:cNvSpPr txBox="1"/>
            <ns0:nvPr/>
          </ns0:nvSpPr>
          <ns0:spPr>
            <ns1:xfrm>
              <ns1:off x="6791486" y="3002841"/>
              <ns1:ext cx="99238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61987" h="115267">
                  <ns1:moveTo>
                    <ns1:pt x="0" y="0"/>
                  </ns1:moveTo>
                  <ns1:lnTo>
                    <ns1:pt x="59382" y="0"/>
                  </ns1:lnTo>
                  <ns1:lnTo>
                    <ns1:pt x="59382" y="13245"/>
                  </ns1:lnTo>
                  <ns1:lnTo>
                    <ns1:pt x="14883" y="13245"/>
                  </ns1:lnTo>
                  <ns1:lnTo>
                    <ns1:pt x="14883" y="50155"/>
                  </ns1:lnTo>
                  <ns1:lnTo>
                    <ns1:pt x="56108" y="50155"/>
                  </ns1:lnTo>
                  <ns1:lnTo>
                    <ns1:pt x="56108" y="63326"/>
                  </ns1:lnTo>
                  <ns1:lnTo>
                    <ns1:pt x="14883" y="63326"/>
                  </ns1:lnTo>
                  <ns1:lnTo>
                    <ns1:pt x="14883" y="102096"/>
                  </ns1:lnTo>
                  <ns1:lnTo>
                    <ns1:pt x="61987" y="102096"/>
                  </ns1:lnTo>
                  <ns1:lnTo>
                    <ns1:pt x="61987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4" name="文本框 73"/>
            <ns0:cNvSpPr txBox="1"/>
            <ns0:nvPr/>
          </ns0:nvSpPr>
          <ns0:spPr>
            <ns1:xfrm>
              <ns1:off x="6928726" y="3002841"/>
              <ns1:ext cx="134739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4162" h="115267">
                  <ns1:moveTo>
                    <ns1:pt x="0" y="0"/>
                  </ns1:moveTo>
                  <ns1:lnTo>
                    <ns1:pt x="35123" y="0"/>
                  </ns1:lnTo>
                  <ns1:cubicBezTo>
                    <ns1:pt x="46335" y="0"/>
                    <ns1:pt x="55116" y="2703"/>
                    <ns1:pt x="61466" y="8111"/>
                  </ns1:cubicBezTo>
                  <ns1:cubicBezTo>
                    <ns1:pt x="67816" y="13518"/>
                    <ns1:pt x="70991" y="21084"/>
                    <ns1:pt x="70991" y="30807"/>
                  </ns1:cubicBezTo>
                  <ns1:cubicBezTo>
                    <ns1:pt x="70991" y="46781"/>
                    <ns1:pt x="62458" y="57150"/>
                    <ns1:pt x="45393" y="61912"/>
                  </ns1:cubicBezTo>
                  <ns1:lnTo>
                    <ns1:pt x="45393" y="62284"/>
                  </ns1:lnTo>
                  <ns1:cubicBezTo>
                    <ns1:pt x="48568" y="63624"/>
                    <ns1:pt x="51309" y="65534"/>
                    <ns1:pt x="53615" y="68014"/>
                  </ns1:cubicBezTo>
                  <ns1:cubicBezTo>
                    <ns1:pt x="55922" y="70495"/>
                    <ns1:pt x="58911" y="74736"/>
                    <ns1:pt x="62582" y="80739"/>
                  </ns1:cubicBezTo>
                  <ns1:lnTo>
                    <ns1:pt x="84162" y="115267"/>
                  </ns1:lnTo>
                  <ns1:lnTo>
                    <ns1:pt x="66601" y="115267"/>
                  </ns1:lnTo>
                  <ns1:lnTo>
                    <ns1:pt x="47476" y="83269"/>
                  </ns1:lnTo>
                  <ns1:cubicBezTo>
                    <ns1:pt x="43656" y="76869"/>
                    <ns1:pt x="40159" y="72516"/>
                    <ns1:pt x="36984" y="70209"/>
                  </ns1:cubicBezTo>
                  <ns1:cubicBezTo>
                    <ns1:pt x="33809" y="67903"/>
                    <ns1:pt x="30014" y="66749"/>
                    <ns1:pt x="25598" y="66749"/>
                  </ns1:cubicBezTo>
                  <ns1:lnTo>
                    <ns1:pt x="14883" y="66749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  <ns1:moveTo>
                    <ns1:pt x="14883" y="13022"/>
                  </ns1:moveTo>
                  <ns1:lnTo>
                    <ns1:pt x="14883" y="53727"/>
                  </ns1:lnTo>
                  <ns1:lnTo>
                    <ns1:pt x="32445" y="53727"/>
                  </ns1:lnTo>
                  <ns1:cubicBezTo>
                    <ns1:pt x="39241" y="53727"/>
                    <ns1:pt x="44760" y="51742"/>
                    <ns1:pt x="49002" y="47774"/>
                  </ns1:cubicBezTo>
                  <ns1:cubicBezTo>
                    <ns1:pt x="53243" y="43805"/>
                    <ns1:pt x="55364" y="38596"/>
                    <ns1:pt x="55364" y="32147"/>
                  </ns1:cubicBezTo>
                  <ns1:cubicBezTo>
                    <ns1:pt x="55364" y="26144"/>
                    <ns1:pt x="53429" y="21456"/>
                    <ns1:pt x="49560" y="18082"/>
                  </ns1:cubicBezTo>
                  <ns1:cubicBezTo>
                    <ns1:pt x="45690" y="14709"/>
                    <ns1:pt x="40060" y="13022"/>
                    <ns1:pt x="32668" y="13022"/>
                  </ns1:cubicBezTo>
                  <ns1:lnTo>
                    <ns1:pt x="14883" y="13022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5" name="文本框 74"/>
            <ns0:cNvSpPr txBox="1"/>
            <ns0:nvPr/>
          </ns0:nvSpPr>
          <ns0:spPr>
            <ns1:xfrm>
              <ns1:off x="7218457" y="3002841"/>
              <ns1:ext cx="23827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14883" h="115267">
                  <ns1:moveTo>
                    <ns1:pt x="0" y="0"/>
                  </ns1:moveTo>
                  <ns1:lnTo>
                    <ns1:pt x="14883" y="0"/>
                  </ns1:lnTo>
                  <ns1:lnTo>
                    <ns1:pt x="14883" y="115267"/>
                  </ns1:lnTo>
                  <ns1:lnTo>
                    <ns1:pt x="0" y="115267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6" name="文本框 75"/>
            <ns0:cNvSpPr txBox="1"/>
            <ns0:nvPr/>
          </ns0:nvSpPr>
          <ns0:spPr>
            <ns1:xfrm>
              <ns1:off x="7275998" y="3002841"/>
              <ns1:ext cx="130213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1335" h="115267">
                  <ns1:moveTo>
                    <ns1:pt x="0" y="0"/>
                  </ns1:moveTo>
                  <ns1:lnTo>
                    <ns1:pt x="81335" y="0"/>
                  </ns1:lnTo>
                  <ns1:lnTo>
                    <ns1:pt x="81335" y="13245"/>
                  </ns1:lnTo>
                  <ns1:lnTo>
                    <ns1:pt x="48072" y="13245"/>
                  </ns1:lnTo>
                  <ns1:lnTo>
                    <ns1:pt x="48072" y="115267"/>
                  </ns1:lnTo>
                  <ns1:lnTo>
                    <ns1:pt x="33114" y="115267"/>
                  </ns1:lnTo>
                  <ns1:lnTo>
                    <ns1:pt x="33114" y="13245"/>
                  </ns1:lnTo>
                  <ns1:lnTo>
                    <ns1:pt x="0" y="13245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sp>
          <ns0:nvSpPr>
            <ns0:cNvPr id="77" name="文本框 76"/>
            <ns0:cNvSpPr txBox="1"/>
            <ns0:nvPr/>
          </ns0:nvSpPr>
          <ns0:spPr>
            <ns1:xfrm>
              <ns1:off x="7410141" y="3002841"/>
              <ns1:ext cx="143912" cy="184537"/>
            </ns1:xfrm>
            <ns1:custGeom>
              <ns1:avLst/>
              <ns1:gdLst/>
              <ns1:ahLst/>
              <ns1:cxnLst/>
              <ns1:rect l="l" t="t" r="r" b="b"/>
              <ns1:pathLst>
                <ns1:path w="89892" h="115267">
                  <ns1:moveTo>
                    <ns1:pt x="0" y="0"/>
                  </ns1:moveTo>
                  <ns1:lnTo>
                    <ns1:pt x="17041" y="0"/>
                  </ns1:lnTo>
                  <ns1:lnTo>
                    <ns1:pt x="41970" y="51048"/>
                  </ns1:lnTo>
                  <ns1:cubicBezTo>
                    <ns1:pt x="42019" y="51097"/>
                    <ns1:pt x="42937" y="53553"/>
                    <ns1:pt x="44723" y="58415"/>
                  </ns1:cubicBezTo>
                  <ns1:lnTo>
                    <ns1:pt x="44946" y="58415"/>
                  </ns1:lnTo>
                  <ns1:cubicBezTo>
                    <ns1:pt x="45542" y="56331"/>
                    <ns1:pt x="46559" y="53900"/>
                    <ns1:pt x="47997" y="51122"/>
                  </ns1:cubicBezTo>
                  <ns1:lnTo>
                    <ns1:pt x="74042" y="0"/>
                  </ns1:lnTo>
                  <ns1:lnTo>
                    <ns1:pt x="89892" y="0"/>
                  </ns1:lnTo>
                  <ns1:lnTo>
                    <ns1:pt x="51941" y="72851"/>
                  </ns1:lnTo>
                  <ns1:lnTo>
                    <ns1:pt x="51941" y="115267"/>
                  </ns1:lnTo>
                  <ns1:lnTo>
                    <ns1:pt x="36984" y="115267"/>
                  </ns1:lnTo>
                  <ns1:lnTo>
                    <ns1:pt x="36984" y="73223"/>
                  </ns1:lnTo>
                  <ns1:lnTo>
                    <ns1:pt x="0" y="0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  <ns1:effectLst/>
          </ns0:spPr>
          <ns0:txBody>
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ns1:noAutofit/>
            </ns1:bodyPr>
            <ns1:lstStyle/>
            <ns1:p>
              <ns1:endParaRPr lang="zh-CN" altLang="en-US" sz="1200" dirty="0">
                <ns1:latin typeface="微软雅黑" panose="020B0503020204020204" pitchFamily="34" charset="-122"/>
                <ns1:ea typeface="微软雅黑" panose="020B0503020204020204" pitchFamily="34" charset="-122"/>
                <ns1:cs typeface="Times New Roman" panose="02020603050405020304" pitchFamily="18" charset="0"/>
              </ns1:endParaRPr>
            </ns1:p>
          </ns0:txBody>
        </ns0:sp>
        <ns0:cxnSp>
          <ns0:nvCxnSpPr>
            <ns0:cNvPr id="78" name="直接连接符 77"/>
            <ns0:cNvCxnSpPr/>
            <ns0:nvPr/>
          </ns0:nvCxnSpPr>
          <ns0:spPr>
            <ns1:xfrm flipV="1">
              <ns1:off x="4823263" y="2542593"/>
              <ns1:ext cx="588730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79" name="组合 78"/>
            <ns0:cNvGrpSpPr>
              <ns1:grpSpLocks noChangeAspect="1"/>
            </ns0:cNvGrpSpPr>
            <ns0:nvPr/>
          </ns0:nvGrpSpPr>
          <ns0:grpSpPr>
            <ns1:xfrm>
              <ns1:off x="211839" y="1632161"/>
              <ns1:ext cx="3716817" cy="1800000"/>
              <ns1:chOff x="162404" y="1601083"/>
              <ns1:chExt cx="3865489" cy="1874489"/>
            </ns1:xfrm>
          </ns0:grpSpPr>
          <ns0:grpSp>
            <ns0:nvGrpSpPr>
              <ns0:cNvPr id="80" name="组合 79"/>
              <ns0:cNvGrpSpPr/>
              <ns0:nvPr/>
            </ns0:nvGrpSpPr>
            <ns0:grpSpPr>
              <ns1:xfrm>
                <ns1:off x="162404" y="1603572"/>
                <ns1:ext cx="1870601" cy="1872000"/>
                <ns1:chOff x="694796" y="3108435"/>
                <ns1:chExt cx="1359476" cy="1360493"/>
              </ns1:xfrm>
            </ns0:grpSpPr>
            <ns0:sp>
              <ns0:nvSpPr>
                <ns0:cNvPr id="132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694796" y="3108435"/>
                  <ns1:ext cx="1359476" cy="1360493"/>
                </ns1:xfrm>
                <ns1:custGeom>
                  <ns1:avLst/>
                  <ns1:gdLst>
                    <ns1:gd name="T0" fmla="*/ 310 w 621"/>
                    <ns1:gd name="T1" fmla="*/ 0 h 621"/>
                    <ns1:gd name="T2" fmla="*/ 618 w 621"/>
                    <ns1:gd name="T3" fmla="*/ 316 h 621"/>
                    <ns1:gd name="T4" fmla="*/ 307 w 621"/>
                    <ns1:gd name="T5" fmla="*/ 619 h 621"/>
                    <ns1:gd name="T6" fmla="*/ 2 w 621"/>
                    <ns1:gd name="T7" fmla="*/ 305 h 621"/>
                    <ns1:gd name="T8" fmla="*/ 310 w 621"/>
                    <ns1:gd name="T9" fmla="*/ 0 h 621"/>
                    <ns1:gd name="T10" fmla="*/ 611 w 621"/>
                    <ns1:gd name="T11" fmla="*/ 310 h 621"/>
                    <ns1:gd name="T12" fmla="*/ 313 w 621"/>
                    <ns1:gd name="T13" fmla="*/ 7 h 621"/>
                    <ns1:gd name="T14" fmla="*/ 9 w 621"/>
                    <ns1:gd name="T15" fmla="*/ 309 h 621"/>
                    <ns1:gd name="T16" fmla="*/ 303 w 621"/>
                    <ns1:gd name="T17" fmla="*/ 612 h 621"/>
                    <ns1:gd name="T18" fmla="*/ 611 w 621"/>
                    <ns1:gd name="T19" fmla="*/ 310 h 6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21" h="621">
                      <ns1:moveTo>
                        <ns1:pt x="310" y="0"/>
                      </ns1:moveTo>
                      <ns1:cubicBezTo>
                        <ns1:pt x="482" y="0"/>
                        <ns1:pt x="621" y="143"/>
                        <ns1:pt x="618" y="316"/>
                      </ns1:cubicBezTo>
                      <ns1:cubicBezTo>
                        <ns1:pt x="614" y="483"/>
                        <ns1:pt x="477" y="621"/>
                        <ns1:pt x="307" y="619"/>
                      </ns1:cubicBezTo>
                      <ns1:cubicBezTo>
                        <ns1:pt x="138" y="618"/>
                        <ns1:pt x="0" y="478"/>
                        <ns1:pt x="2" y="305"/>
                      </ns1:cubicBezTo>
                      <ns1:cubicBezTo>
                        <ns1:pt x="4" y="139"/>
                        <ns1:pt x="139" y="0"/>
                        <ns1:pt x="310" y="0"/>
                      </ns1:cubicBezTo>
                      <ns1:close/>
                      <ns1:moveTo>
                        <ns1:pt x="611" y="310"/>
                      </ns1:moveTo>
                      <ns1:cubicBezTo>
                        <ns1:pt x="611" y="145"/>
                        <ns1:pt x="476" y="8"/>
                        <ns1:pt x="313" y="7"/>
                      </ns1:cubicBezTo>
                      <ns1:cubicBezTo>
                        <ns1:pt x="148" y="6"/>
                        <ns1:pt x="10" y="139"/>
                        <ns1:pt x="9" y="309"/>
                      </ns1:cubicBezTo>
                      <ns1:cubicBezTo>
                        <ns1:pt x="9" y="476"/>
                        <ns1:pt x="142" y="608"/>
                        <ns1:pt x="303" y="612"/>
                      </ns1:cubicBezTo>
                      <ns1:cubicBezTo>
                        <ns1:pt x="472" y="616"/>
                        <ns1:pt x="610" y="479"/>
                        <ns1:pt x="611" y="31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3" name="Freeform 7"/>
                <ns0:cNvSpPr/>
                <ns0:nvPr/>
              </ns0:nvSpPr>
              <ns0:spPr bwMode="auto">
                <ns1:xfrm>
                  <ns1:off x="1051798" y="3593304"/>
                  <ns1:ext cx="623987" cy="523740"/>
                </ns1:xfrm>
                <ns1:custGeom>
                  <ns1:avLst/>
                  <ns1:gdLst>
                    <ns1:gd name="T0" fmla="*/ 63 w 285"/>
                    <ns1:gd name="T1" fmla="*/ 116 h 239"/>
                    <ns1:gd name="T2" fmla="*/ 82 w 285"/>
                    <ns1:gd name="T3" fmla="*/ 116 h 239"/>
                    <ns1:gd name="T4" fmla="*/ 70 w 285"/>
                    <ns1:gd name="T5" fmla="*/ 106 h 239"/>
                    <ns1:gd name="T6" fmla="*/ 56 w 285"/>
                    <ns1:gd name="T7" fmla="*/ 101 h 239"/>
                    <ns1:gd name="T8" fmla="*/ 42 w 285"/>
                    <ns1:gd name="T9" fmla="*/ 82 h 239"/>
                    <ns1:gd name="T10" fmla="*/ 73 w 285"/>
                    <ns1:gd name="T11" fmla="*/ 82 h 239"/>
                    <ns1:gd name="T12" fmla="*/ 60 w 285"/>
                    <ns1:gd name="T13" fmla="*/ 72 h 239"/>
                    <ns1:gd name="T14" fmla="*/ 43 w 285"/>
                    <ns1:gd name="T15" fmla="*/ 68 h 239"/>
                    <ns1:gd name="T16" fmla="*/ 20 w 285"/>
                    <ns1:gd name="T17" fmla="*/ 48 h 239"/>
                    <ns1:gd name="T18" fmla="*/ 47 w 285"/>
                    <ns1:gd name="T19" fmla="*/ 48 h 239"/>
                    <ns1:gd name="T20" fmla="*/ 55 w 285"/>
                    <ns1:gd name="T21" fmla="*/ 45 h 239"/>
                    <ns1:gd name="T22" fmla="*/ 48 w 285"/>
                    <ns1:gd name="T23" fmla="*/ 36 h 239"/>
                    <ns1:gd name="T24" fmla="*/ 30 w 285"/>
                    <ns1:gd name="T25" fmla="*/ 32 h 239"/>
                    <ns1:gd name="T26" fmla="*/ 0 w 285"/>
                    <ns1:gd name="T27" fmla="*/ 15 h 239"/>
                    <ns1:gd name="T28" fmla="*/ 9 w 285"/>
                    <ns1:gd name="T29" fmla="*/ 15 h 239"/>
                    <ns1:gd name="T30" fmla="*/ 73 w 285"/>
                    <ns1:gd name="T31" fmla="*/ 11 h 239"/>
                    <ns1:gd name="T32" fmla="*/ 90 w 285"/>
                    <ns1:gd name="T33" fmla="*/ 13 h 239"/>
                    <ns1:gd name="T34" fmla="*/ 116 w 285"/>
                    <ns1:gd name="T35" fmla="*/ 34 h 239"/>
                    <ns1:gd name="T36" fmla="*/ 124 w 285"/>
                    <ns1:gd name="T37" fmla="*/ 41 h 239"/>
                    <ns1:gd name="T38" fmla="*/ 130 w 285"/>
                    <ns1:gd name="T39" fmla="*/ 32 h 239"/>
                    <ns1:gd name="T40" fmla="*/ 141 w 285"/>
                    <ns1:gd name="T41" fmla="*/ 10 h 239"/>
                    <ns1:gd name="T42" fmla="*/ 166 w 285"/>
                    <ns1:gd name="T43" fmla="*/ 3 h 239"/>
                    <ns1:gd name="T44" fmla="*/ 190 w 285"/>
                    <ns1:gd name="T45" fmla="*/ 18 h 239"/>
                    <ns1:gd name="T46" fmla="*/ 175 w 285"/>
                    <ns1:gd name="T47" fmla="*/ 26 h 239"/>
                    <ns1:gd name="T48" fmla="*/ 169 w 285"/>
                    <ns1:gd name="T49" fmla="*/ 34 h 239"/>
                    <ns1:gd name="T50" fmla="*/ 181 w 285"/>
                    <ns1:gd name="T51" fmla="*/ 42 h 239"/>
                    <ns1:gd name="T52" fmla="*/ 197 w 285"/>
                    <ns1:gd name="T53" fmla="*/ 32 h 239"/>
                    <ns1:gd name="T54" fmla="*/ 230 w 285"/>
                    <ns1:gd name="T55" fmla="*/ 17 h 239"/>
                    <ns1:gd name="T56" fmla="*/ 285 w 285"/>
                    <ns1:gd name="T57" fmla="*/ 20 h 239"/>
                    <ns1:gd name="T58" fmla="*/ 273 w 285"/>
                    <ns1:gd name="T59" fmla="*/ 33 h 239"/>
                    <ns1:gd name="T60" fmla="*/ 253 w 285"/>
                    <ns1:gd name="T61" fmla="*/ 40 h 239"/>
                    <ns1:gd name="T62" fmla="*/ 239 w 285"/>
                    <ns1:gd name="T63" fmla="*/ 49 h 239"/>
                    <ns1:gd name="T64" fmla="*/ 277 w 285"/>
                    <ns1:gd name="T65" fmla="*/ 51 h 239"/>
                    <ns1:gd name="T66" fmla="*/ 271 w 285"/>
                    <ns1:gd name="T67" fmla="*/ 56 h 239"/>
                    <ns1:gd name="T68" fmla="*/ 226 w 285"/>
                    <ns1:gd name="T69" fmla="*/ 72 h 239"/>
                    <ns1:gd name="T70" fmla="*/ 221 w 285"/>
                    <ns1:gd name="T71" fmla="*/ 75 h 239"/>
                    <ns1:gd name="T72" fmla="*/ 226 w 285"/>
                    <ns1:gd name="T73" fmla="*/ 79 h 239"/>
                    <ns1:gd name="T74" fmla="*/ 248 w 285"/>
                    <ns1:gd name="T75" fmla="*/ 80 h 239"/>
                    <ns1:gd name="T76" fmla="*/ 253 w 285"/>
                    <ns1:gd name="T77" fmla="*/ 81 h 239"/>
                    <ns1:gd name="T78" fmla="*/ 235 w 285"/>
                    <ns1:gd name="T79" fmla="*/ 102 h 239"/>
                    <ns1:gd name="T80" fmla="*/ 213 w 285"/>
                    <ns1:gd name="T81" fmla="*/ 109 h 239"/>
                    <ns1:gd name="T82" fmla="*/ 209 w 285"/>
                    <ns1:gd name="T83" fmla="*/ 110 h 239"/>
                    <ns1:gd name="T84" fmla="*/ 212 w 285"/>
                    <ns1:gd name="T85" fmla="*/ 115 h 239"/>
                    <ns1:gd name="T86" fmla="*/ 217 w 285"/>
                    <ns1:gd name="T87" fmla="*/ 116 h 239"/>
                    <ns1:gd name="T88" fmla="*/ 235 w 285"/>
                    <ns1:gd name="T89" fmla="*/ 116 h 239"/>
                    <ns1:gd name="T90" fmla="*/ 203 w 285"/>
                    <ns1:gd name="T91" fmla="*/ 140 h 239"/>
                    <ns1:gd name="T92" fmla="*/ 191 w 285"/>
                    <ns1:gd name="T93" fmla="*/ 146 h 239"/>
                    <ns1:gd name="T94" fmla="*/ 192 w 285"/>
                    <ns1:gd name="T95" fmla="*/ 148 h 239"/>
                    <ns1:gd name="T96" fmla="*/ 206 w 285"/>
                    <ns1:gd name="T97" fmla="*/ 149 h 239"/>
                    <ns1:gd name="T98" fmla="*/ 178 w 285"/>
                    <ns1:gd name="T99" fmla="*/ 169 h 239"/>
                    <ns1:gd name="T100" fmla="*/ 184 w 285"/>
                    <ns1:gd name="T101" fmla="*/ 186 h 239"/>
                    <ns1:gd name="T102" fmla="*/ 145 w 285"/>
                    <ns1:gd name="T103" fmla="*/ 239 h 239"/>
                    <ns1:gd name="T104" fmla="*/ 107 w 285"/>
                    <ns1:gd name="T105" fmla="*/ 183 h 239"/>
                    <ns1:gd name="T106" fmla="*/ 114 w 285"/>
                    <ns1:gd name="T107" fmla="*/ 180 h 239"/>
                    <ns1:gd name="T108" fmla="*/ 114 w 285"/>
                    <ns1:gd name="T109" fmla="*/ 171 h 239"/>
                    <ns1:gd name="T110" fmla="*/ 82 w 285"/>
                    <ns1:gd name="T111" fmla="*/ 148 h 239"/>
                    <ns1:gd name="T112" fmla="*/ 91 w 285"/>
                    <ns1:gd name="T113" fmla="*/ 148 h 239"/>
                    <ns1:gd name="T114" fmla="*/ 97 w 285"/>
                    <ns1:gd name="T115" fmla="*/ 141 h 239"/>
                    <ns1:gd name="T116" fmla="*/ 63 w 285"/>
                    <ns1:gd name="T117" fmla="*/ 116 h 23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</ns1:cxnLst>
                  <ns1:rect l="0" t="0" r="r" b="b"/>
                  <ns1:pathLst>
                    <ns1:path w="285" h="239">
                      <ns1:moveTo>
                        <ns1:pt x="63" y="116"/>
                      </ns1:moveTo>
                      <ns1:cubicBezTo>
                        <ns1:pt x="69" y="116"/>
                        <ns1:pt x="75" y="116"/>
                        <ns1:pt x="82" y="116"/>
                      </ns1:cubicBezTo>
                      <ns1:cubicBezTo>
                        <ns1:pt x="79" y="110"/>
                        <ns1:pt x="75" y="108"/>
                        <ns1:pt x="70" y="106"/>
                      </ns1:cubicBezTo>
                      <ns1:cubicBezTo>
                        <ns1:pt x="65" y="104"/>
                        <ns1:pt x="61" y="103"/>
                        <ns1:pt x="56" y="101"/>
                      </ns1:cubicBezTo>
                      <ns1:cubicBezTo>
                        <ns1:pt x="48" y="98"/>
                        <ns1:pt x="43" y="91"/>
                        <ns1:pt x="42" y="82"/>
                      </ns1:cubicBezTo>
                      <ns1:cubicBezTo>
                        <ns1:pt x="53" y="82"/>
                        <ns1:pt x="63" y="82"/>
                        <ns1:pt x="73" y="82"/>
                      </ns1:cubicBezTo>
                      <ns1:cubicBezTo>
                        <ns1:pt x="70" y="76"/>
                        <ns1:pt x="66" y="74"/>
                        <ns1:pt x="60" y="72"/>
                      </ns1:cubicBezTo>
                      <ns1:cubicBezTo>
                        <ns1:pt x="55" y="71"/>
                        <ns1:pt x="49" y="70"/>
                        <ns1:pt x="43" y="68"/>
                      </ns1:cubicBezTo>
                      <ns1:cubicBezTo>
                        <ns1:pt x="31" y="64"/>
                        <ns1:pt x="22" y="56"/>
                        <ns1:pt x="20" y="48"/>
                      </ns1:cubicBezTo>
                      <ns1:cubicBezTo>
                        <ns1:pt x="29" y="48"/>
                        <ns1:pt x="38" y="48"/>
                        <ns1:pt x="47" y="48"/>
                      </ns1:cubicBezTo>
                      <ns1:cubicBezTo>
                        <ns1:pt x="50" y="48"/>
                        <ns1:pt x="54" y="50"/>
                        <ns1:pt x="55" y="45"/>
                      </ns1:cubicBezTo>
                      <ns1:cubicBezTo>
                        <ns1:pt x="56" y="42"/>
                        <ns1:pt x="52" y="37"/>
                        <ns1:pt x="48" y="36"/>
                      </ns1:cubicBezTo>
                      <ns1:cubicBezTo>
                        <ns1:pt x="42" y="35"/>
                        <ns1:pt x="36" y="34"/>
                        <ns1:pt x="30" y="32"/>
                      </ns1:cubicBezTo>
                      <ns1:cubicBezTo>
                        <ns1:pt x="19" y="29"/>
                        <ns1:pt x="9" y="25"/>
                        <ns1:pt x="0" y="15"/>
                      </ns1:cubicBezTo>
                      <ns1:cubicBezTo>
                        <ns1:pt x="4" y="15"/>
                        <ns1:pt x="6" y="15"/>
                        <ns1:pt x="9" y="15"/>
                      </ns1:cubicBezTo>
                      <ns1:cubicBezTo>
                        <ns1:pt x="30" y="14"/>
                        <ns1:pt x="52" y="12"/>
                        <ns1:pt x="73" y="11"/>
                      </ns1:cubicBezTo>
                      <ns1:cubicBezTo>
                        <ns1:pt x="79" y="11"/>
                        <ns1:pt x="85" y="12"/>
                        <ns1:pt x="90" y="13"/>
                      </ns1:cubicBezTo>
                      <ns1:cubicBezTo>
                        <ns1:pt x="102" y="15"/>
                        <ns1:pt x="111" y="22"/>
                        <ns1:pt x="116" y="34"/>
                      </ns1:cubicBezTo>
                      <ns1:cubicBezTo>
                        <ns1:pt x="118" y="37"/>
                        <ns1:pt x="119" y="41"/>
                        <ns1:pt x="124" y="41"/>
                      </ns1:cubicBezTo>
                      <ns1:cubicBezTo>
                        <ns1:pt x="129" y="40"/>
                        <ns1:pt x="129" y="35"/>
                        <ns1:pt x="130" y="32"/>
                      </ns1:cubicBezTo>
                      <ns1:cubicBezTo>
                        <ns1:pt x="134" y="24"/>
                        <ns1:pt x="137" y="17"/>
                        <ns1:pt x="141" y="10"/>
                      </ns1:cubicBezTo>
                      <ns1:cubicBezTo>
                        <ns1:pt x="147" y="2"/>
                        <ns1:pt x="156" y="0"/>
                        <ns1:pt x="166" y="3"/>
                      </ns1:cubicBezTo>
                      <ns1:cubicBezTo>
                        <ns1:pt x="175" y="6"/>
                        <ns1:pt x="183" y="11"/>
                        <ns1:pt x="190" y="18"/>
                      </ns1:cubicBezTo>
                      <ns1:cubicBezTo>
                        <ns1:pt x="184" y="21"/>
                        <ns1:pt x="179" y="23"/>
                        <ns1:pt x="175" y="26"/>
                      </ns1:cubicBezTo>
                      <ns1:cubicBezTo>
                        <ns1:pt x="172" y="28"/>
                        <ns1:pt x="169" y="31"/>
                        <ns1:pt x="169" y="34"/>
                      </ns1:cubicBezTo>
                      <ns1:cubicBezTo>
                        <ns1:pt x="168" y="41"/>
                        <ns1:pt x="174" y="46"/>
                        <ns1:pt x="181" y="42"/>
                      </ns1:cubicBezTo>
                      <ns1:cubicBezTo>
                        <ns1:pt x="186" y="39"/>
                        <ns1:pt x="192" y="35"/>
                        <ns1:pt x="197" y="32"/>
                      </ns1:cubicBezTo>
                      <ns1:cubicBezTo>
                        <ns1:pt x="207" y="24"/>
                        <ns1:pt x="217" y="17"/>
                        <ns1:pt x="230" y="17"/>
                      </ns1:cubicBezTo>
                      <ns1:cubicBezTo>
                        <ns1:pt x="248" y="18"/>
                        <ns1:pt x="266" y="19"/>
                        <ns1:pt x="285" y="20"/>
                      </ns1:cubicBezTo>
                      <ns1:cubicBezTo>
                        <ns1:pt x="283" y="27"/>
                        <ns1:pt x="278" y="31"/>
                        <ns1:pt x="273" y="33"/>
                      </ns1:cubicBezTo>
                      <ns1:cubicBezTo>
                        <ns1:pt x="266" y="36"/>
                        <ns1:pt x="259" y="38"/>
                        <ns1:pt x="253" y="40"/>
                      </ns1:cubicBezTo>
                      <ns1:cubicBezTo>
                        <ns1:pt x="248" y="42"/>
                        <ns1:pt x="242" y="43"/>
                        <ns1:pt x="239" y="49"/>
                      </ns1:cubicBezTo>
                      <ns1:cubicBezTo>
                        <ns1:pt x="251" y="49"/>
                        <ns1:pt x="263" y="50"/>
                        <ns1:pt x="277" y="51"/>
                      </ns1:cubicBezTo>
                      <ns1:cubicBezTo>
                        <ns1:pt x="274" y="53"/>
                        <ns1:pt x="273" y="55"/>
                        <ns1:pt x="271" y="56"/>
                      </ns1:cubicBezTo>
                      <ns1:cubicBezTo>
                        <ns1:pt x="258" y="66"/>
                        <ns1:pt x="242" y="70"/>
                        <ns1:pt x="226" y="72"/>
                      </ns1:cubicBezTo>
                      <ns1:cubicBezTo>
                        <ns1:pt x="224" y="72"/>
                        <ns1:pt x="220" y="72"/>
                        <ns1:pt x="221" y="75"/>
                      </ns1:cubicBezTo>
                      <ns1:cubicBezTo>
                        <ns1:pt x="221" y="77"/>
                        <ns1:pt x="224" y="79"/>
                        <ns1:pt x="226" y="79"/>
                      </ns1:cubicBezTo>
                      <ns1:cubicBezTo>
                        <ns1:pt x="233" y="80"/>
                        <ns1:pt x="240" y="80"/>
                        <ns1:pt x="248" y="80"/>
                      </ns1:cubicBezTo>
                      <ns1:cubicBezTo>
                        <ns1:pt x="249" y="80"/>
                        <ns1:pt x="251" y="80"/>
                        <ns1:pt x="253" y="81"/>
                      </ns1:cubicBezTo>
                      <ns1:cubicBezTo>
                        <ns1:pt x="250" y="91"/>
                        <ns1:pt x="244" y="98"/>
                        <ns1:pt x="235" y="102"/>
                      </ns1:cubicBezTo>
                      <ns1:cubicBezTo>
                        <ns1:pt x="228" y="105"/>
                        <ns1:pt x="220" y="107"/>
                        <ns1:pt x="213" y="109"/>
                      </ns1:cubicBezTo>
                      <ns1:cubicBezTo>
                        <ns1:pt x="212" y="109"/>
                        <ns1:pt x="211" y="110"/>
                        <ns1:pt x="209" y="110"/>
                      </ns1:cubicBezTo>
                      <ns1:cubicBezTo>
                        <ns1:pt x="210" y="112"/>
                        <ns1:pt x="210" y="114"/>
                        <ns1:pt x="212" y="115"/>
                      </ns1:cubicBezTo>
                      <ns1:cubicBezTo>
                        <ns1:pt x="213" y="116"/>
                        <ns1:pt x="215" y="116"/>
                        <ns1:pt x="217" y="116"/>
                      </ns1:cubicBezTo>
                      <ns1:cubicBezTo>
                        <ns1:pt x="222" y="116"/>
                        <ns1:pt x="228" y="116"/>
                        <ns1:pt x="235" y="116"/>
                      </ns1:cubicBezTo>
                      <ns1:cubicBezTo>
                        <ns1:pt x="225" y="127"/>
                        <ns1:pt x="217" y="137"/>
                        <ns1:pt x="203" y="140"/>
                      </ns1:cubicBezTo>
                      <ns1:cubicBezTo>
                        <ns1:pt x="199" y="141"/>
                        <ns1:pt x="195" y="144"/>
                        <ns1:pt x="191" y="146"/>
                      </ns1:cubicBezTo>
                      <ns1:cubicBezTo>
                        <ns1:pt x="192" y="147"/>
                        <ns1:pt x="192" y="147"/>
                        <ns1:pt x="192" y="148"/>
                      </ns1:cubicBezTo>
                      <ns1:cubicBezTo>
                        <ns1:pt x="197" y="149"/>
                        <ns1:pt x="201" y="149"/>
                        <ns1:pt x="206" y="149"/>
                      </ns1:cubicBezTo>
                      <ns1:cubicBezTo>
                        <ns1:pt x="203" y="162"/>
                        <ns1:pt x="195" y="167"/>
                        <ns1:pt x="178" y="169"/>
                      </ns1:cubicBezTo>
                      <ns1:cubicBezTo>
                        <ns1:pt x="175" y="176"/>
                        <ns1:pt x="176" y="178"/>
                        <ns1:pt x="184" y="186"/>
                      </ns1:cubicBezTo>
                      <ns1:cubicBezTo>
                        <ns1:pt x="171" y="203"/>
                        <ns1:pt x="158" y="221"/>
                        <ns1:pt x="145" y="239"/>
                      </ns1:cubicBezTo>
                      <ns1:cubicBezTo>
                        <ns1:pt x="132" y="220"/>
                        <ns1:pt x="119" y="202"/>
                        <ns1:pt x="107" y="183"/>
                      </ns1:cubicBezTo>
                      <ns1:cubicBezTo>
                        <ns1:pt x="109" y="182"/>
                        <ns1:pt x="112" y="181"/>
                        <ns1:pt x="114" y="180"/>
                      </ns1:cubicBezTo>
                      <ns1:cubicBezTo>
                        <ns1:pt x="114" y="177"/>
                        <ns1:pt x="114" y="174"/>
                        <ns1:pt x="114" y="171"/>
                      </ns1:cubicBezTo>
                      <ns1:cubicBezTo>
                        <ns1:pt x="95" y="168"/>
                        <ns1:pt x="83" y="161"/>
                        <ns1:pt x="82" y="148"/>
                      </ns1:cubicBezTo>
                      <ns1:cubicBezTo>
                        <ns1:pt x="85" y="148"/>
                        <ns1:pt x="88" y="147"/>
                        <ns1:pt x="91" y="148"/>
                      </ns1:cubicBezTo>
                      <ns1:cubicBezTo>
                        <ns1:pt x="96" y="148"/>
                        <ns1:pt x="97" y="145"/>
                        <ns1:pt x="97" y="141"/>
                      </ns1:cubicBezTo>
                      <ns1:cubicBezTo>
                        <ns1:pt x="81" y="139"/>
                        <ns1:pt x="69" y="132"/>
                        <ns1:pt x="63" y="11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4" name="Freeform 8"/>
                <ns0:cNvSpPr/>
                <ns0:nvPr/>
              </ns0:nvSpPr>
              <ns0:spPr bwMode="auto">
                <ns1:xfrm>
                  <ns1:off x="944390" y="3384626"/>
                  <ns1:ext cx="850056" cy="725255"/>
                </ns1:xfrm>
                <ns1:custGeom>
                  <ns1:avLst/>
                  <ns1:gdLst>
                    <ns1:gd name="T0" fmla="*/ 293 w 388"/>
                    <ns1:gd name="T1" fmla="*/ 331 h 331"/>
                    <ns1:gd name="T2" fmla="*/ 291 w 388"/>
                    <ns1:gd name="T3" fmla="*/ 328 h 331"/>
                    <ns1:gd name="T4" fmla="*/ 319 w 388"/>
                    <ns1:gd name="T5" fmla="*/ 75 h 331"/>
                    <ns1:gd name="T6" fmla="*/ 72 w 388"/>
                    <ns1:gd name="T7" fmla="*/ 69 h 331"/>
                    <ns1:gd name="T8" fmla="*/ 82 w 388"/>
                    <ns1:gd name="T9" fmla="*/ 318 h 331"/>
                    <ns1:gd name="T10" fmla="*/ 79 w 388"/>
                    <ns1:gd name="T11" fmla="*/ 322 h 331"/>
                    <ns1:gd name="T12" fmla="*/ 26 w 388"/>
                    <ns1:gd name="T13" fmla="*/ 131 h 331"/>
                    <ns1:gd name="T14" fmla="*/ 207 w 388"/>
                    <ns1:gd name="T15" fmla="*/ 14 h 331"/>
                    <ns1:gd name="T16" fmla="*/ 365 w 388"/>
                    <ns1:gd name="T17" fmla="*/ 153 h 331"/>
                    <ns1:gd name="T18" fmla="*/ 293 w 388"/>
                    <ns1:gd name="T19" fmla="*/ 331 h 3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88" h="331">
                      <ns1:moveTo>
                        <ns1:pt x="293" y="331"/>
                      </ns1:moveTo>
                      <ns1:cubicBezTo>
                        <ns1:pt x="293" y="330"/>
                        <ns1:pt x="292" y="329"/>
                        <ns1:pt x="291" y="328"/>
                      </ns1:cubicBezTo>
                      <ns1:cubicBezTo>
                        <ns1:pt x="375" y="269"/>
                        <ns1:pt x="388" y="150"/>
                        <ns1:pt x="319" y="75"/>
                      </ns1:cubicBezTo>
                      <ns1:cubicBezTo>
                        <ns1:pt x="252" y="3"/>
                        <ns1:pt x="141" y="0"/>
                        <ns1:pt x="72" y="69"/>
                      </ns1:cubicBezTo>
                      <ns1:cubicBezTo>
                        <ns1:pt x="2" y="138"/>
                        <ns1:pt x="5" y="251"/>
                        <ns1:pt x="82" y="318"/>
                      </ns1:cubicBezTo>
                      <ns1:cubicBezTo>
                        <ns1:pt x="81" y="319"/>
                        <ns1:pt x="80" y="321"/>
                        <ns1:pt x="79" y="322"/>
                      </ns1:cubicBezTo>
                      <ns1:cubicBezTo>
                        <ns1:pt x="28" y="281"/>
                        <ns1:pt x="0" y="204"/>
                        <ns1:pt x="26" y="131"/>
                      </ns1:cubicBezTo>
                      <ns1:cubicBezTo>
                        <ns1:pt x="53" y="56"/>
                        <ns1:pt x="126" y="8"/>
                        <ns1:pt x="207" y="14"/>
                      </ns1:cubicBezTo>
                      <ns1:cubicBezTo>
                        <ns1:pt x="284" y="20"/>
                        <ns1:pt x="350" y="78"/>
                        <ns1:pt x="365" y="153"/>
                      </ns1:cubicBezTo>
                      <ns1:cubicBezTo>
                        <ns1:pt x="381" y="232"/>
                        <ns1:pt x="341" y="302"/>
                        <ns1:pt x="293" y="3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5" name="Freeform 9"/>
                <ns0:cNvSpPr/>
                <ns0:nvPr/>
              </ns0:nvSpPr>
              <ns0:spPr bwMode="auto">
                <ns1:xfrm>
                  <ns1:off x="850283" y="3459298"/>
                  <ns1:ext cx="168784" cy="286419"/>
                </ns1:xfrm>
                <ns1:custGeom>
                  <ns1:avLst/>
                  <ns1:gdLst>
                    <ns1:gd name="T0" fmla="*/ 15 w 77"/>
                    <ns1:gd name="T1" fmla="*/ 17 h 131"/>
                    <ns1:gd name="T2" fmla="*/ 30 w 77"/>
                    <ns1:gd name="T3" fmla="*/ 0 h 131"/>
                    <ns1:gd name="T4" fmla="*/ 33 w 77"/>
                    <ns1:gd name="T5" fmla="*/ 6 h 131"/>
                    <ns1:gd name="T6" fmla="*/ 31 w 77"/>
                    <ns1:gd name="T7" fmla="*/ 15 h 131"/>
                    <ns1:gd name="T8" fmla="*/ 36 w 77"/>
                    <ns1:gd name="T9" fmla="*/ 25 h 131"/>
                    <ns1:gd name="T10" fmla="*/ 40 w 77"/>
                    <ns1:gd name="T11" fmla="*/ 26 h 131"/>
                    <ns1:gd name="T12" fmla="*/ 40 w 77"/>
                    <ns1:gd name="T13" fmla="*/ 22 h 131"/>
                    <ns1:gd name="T14" fmla="*/ 38 w 77"/>
                    <ns1:gd name="T15" fmla="*/ 17 h 131"/>
                    <ns1:gd name="T16" fmla="*/ 40 w 77"/>
                    <ns1:gd name="T17" fmla="*/ 12 h 131"/>
                    <ns1:gd name="T18" fmla="*/ 48 w 77"/>
                    <ns1:gd name="T19" fmla="*/ 11 h 131"/>
                    <ns1:gd name="T20" fmla="*/ 51 w 77"/>
                    <ns1:gd name="T21" fmla="*/ 12 h 131"/>
                    <ns1:gd name="T22" fmla="*/ 65 w 77"/>
                    <ns1:gd name="T23" fmla="*/ 30 h 131"/>
                    <ns1:gd name="T24" fmla="*/ 72 w 77"/>
                    <ns1:gd name="T25" fmla="*/ 39 h 131"/>
                    <ns1:gd name="T26" fmla="*/ 77 w 77"/>
                    <ns1:gd name="T27" fmla="*/ 51 h 131"/>
                    <ns1:gd name="T28" fmla="*/ 75 w 77"/>
                    <ns1:gd name="T29" fmla="*/ 52 h 131"/>
                    <ns1:gd name="T30" fmla="*/ 65 w 77"/>
                    <ns1:gd name="T31" fmla="*/ 44 h 131"/>
                    <ns1:gd name="T32" fmla="*/ 54 w 77"/>
                    <ns1:gd name="T33" fmla="*/ 34 h 131"/>
                    <ns1:gd name="T34" fmla="*/ 47 w 77"/>
                    <ns1:gd name="T35" fmla="*/ 33 h 131"/>
                    <ns1:gd name="T36" fmla="*/ 48 w 77"/>
                    <ns1:gd name="T37" fmla="*/ 40 h 131"/>
                    <ns1:gd name="T38" fmla="*/ 53 w 77"/>
                    <ns1:gd name="T39" fmla="*/ 47 h 131"/>
                    <ns1:gd name="T40" fmla="*/ 55 w 77"/>
                    <ns1:gd name="T41" fmla="*/ 55 h 131"/>
                    <ns1:gd name="T42" fmla="*/ 53 w 77"/>
                    <ns1:gd name="T43" fmla="*/ 55 h 131"/>
                    <ns1:gd name="T44" fmla="*/ 34 w 77"/>
                    <ns1:gd name="T45" fmla="*/ 38 h 131"/>
                    <ns1:gd name="T46" fmla="*/ 33 w 77"/>
                    <ns1:gd name="T47" fmla="*/ 55 h 131"/>
                    <ns1:gd name="T48" fmla="*/ 37 w 77"/>
                    <ns1:gd name="T49" fmla="*/ 61 h 131"/>
                    <ns1:gd name="T50" fmla="*/ 49 w 77"/>
                    <ns1:gd name="T51" fmla="*/ 74 h 131"/>
                    <ns1:gd name="T52" fmla="*/ 47 w 77"/>
                    <ns1:gd name="T53" fmla="*/ 82 h 131"/>
                    <ns1:gd name="T54" fmla="*/ 39 w 77"/>
                    <ns1:gd name="T55" fmla="*/ 73 h 131"/>
                    <ns1:gd name="T56" fmla="*/ 37 w 77"/>
                    <ns1:gd name="T57" fmla="*/ 73 h 131"/>
                    <ns1:gd name="T58" fmla="*/ 36 w 77"/>
                    <ns1:gd name="T59" fmla="*/ 83 h 131"/>
                    <ns1:gd name="T60" fmla="*/ 30 w 77"/>
                    <ns1:gd name="T61" fmla="*/ 93 h 131"/>
                    <ns1:gd name="T62" fmla="*/ 26 w 77"/>
                    <ns1:gd name="T63" fmla="*/ 95 h 131"/>
                    <ns1:gd name="T64" fmla="*/ 44 w 77"/>
                    <ns1:gd name="T65" fmla="*/ 123 h 131"/>
                    <ns1:gd name="T66" fmla="*/ 47 w 77"/>
                    <ns1:gd name="T67" fmla="*/ 129 h 131"/>
                    <ns1:gd name="T68" fmla="*/ 41 w 77"/>
                    <ns1:gd name="T69" fmla="*/ 131 h 131"/>
                    <ns1:gd name="T70" fmla="*/ 26 w 77"/>
                    <ns1:gd name="T71" fmla="*/ 126 h 131"/>
                    <ns1:gd name="T72" fmla="*/ 25 w 77"/>
                    <ns1:gd name="T73" fmla="*/ 123 h 131"/>
                    <ns1:gd name="T74" fmla="*/ 16 w 77"/>
                    <ns1:gd name="T75" fmla="*/ 85 h 131"/>
                    <ns1:gd name="T76" fmla="*/ 13 w 77"/>
                    <ns1:gd name="T77" fmla="*/ 75 h 131"/>
                    <ns1:gd name="T78" fmla="*/ 22 w 77"/>
                    <ns1:gd name="T79" fmla="*/ 82 h 131"/>
                    <ns1:gd name="T80" fmla="*/ 26 w 77"/>
                    <ns1:gd name="T81" fmla="*/ 62 h 131"/>
                    <ns1:gd name="T82" fmla="*/ 19 w 77"/>
                    <ns1:gd name="T83" fmla="*/ 59 h 131"/>
                    <ns1:gd name="T84" fmla="*/ 13 w 77"/>
                    <ns1:gd name="T85" fmla="*/ 59 h 131"/>
                    <ns1:gd name="T86" fmla="*/ 14 w 77"/>
                    <ns1:gd name="T87" fmla="*/ 54 h 131"/>
                    <ns1:gd name="T88" fmla="*/ 12 w 77"/>
                    <ns1:gd name="T89" fmla="*/ 49 h 131"/>
                    <ns1:gd name="T90" fmla="*/ 0 w 77"/>
                    <ns1:gd name="T91" fmla="*/ 36 h 131"/>
                    <ns1:gd name="T92" fmla="*/ 21 w 77"/>
                    <ns1:gd name="T93" fmla="*/ 40 h 131"/>
                    <ns1:gd name="T94" fmla="*/ 22 w 77"/>
                    <ns1:gd name="T95" fmla="*/ 43 h 131"/>
                    <ns1:gd name="T96" fmla="*/ 26 w 77"/>
                    <ns1:gd name="T97" fmla="*/ 47 h 131"/>
                    <ns1:gd name="T98" fmla="*/ 28 w 77"/>
                    <ns1:gd name="T99" fmla="*/ 42 h 131"/>
                    <ns1:gd name="T100" fmla="*/ 22 w 77"/>
                    <ns1:gd name="T101" fmla="*/ 24 h 131"/>
                    <ns1:gd name="T102" fmla="*/ 15 w 77"/>
                    <ns1:gd name="T103" fmla="*/ 17 h 1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77" h="131">
                      <ns1:moveTo>
                        <ns1:pt x="15" y="17"/>
                      </ns1:moveTo>
                      <ns1:cubicBezTo>
                        <ns1:pt x="28" y="10"/>
                        <ns1:pt x="28" y="10"/>
                        <ns1:pt x="30" y="0"/>
                      </ns1:cubicBezTo>
                      <ns1:cubicBezTo>
                        <ns1:pt x="31" y="2"/>
                        <ns1:pt x="32" y="4"/>
                        <ns1:pt x="33" y="6"/>
                      </ns1:cubicBezTo>
                      <ns1:cubicBezTo>
                        <ns1:pt x="33" y="9"/>
                        <ns1:pt x="32" y="12"/>
                        <ns1:pt x="31" y="15"/>
                      </ns1:cubicBezTo>
                      <ns1:cubicBezTo>
                        <ns1:pt x="29" y="20"/>
                        <ns1:pt x="32" y="23"/>
                        <ns1:pt x="36" y="25"/>
                      </ns1:cubicBezTo>
                      <ns1:cubicBezTo>
                        <ns1:pt x="37" y="26"/>
                        <ns1:pt x="38" y="26"/>
                        <ns1:pt x="40" y="26"/>
                      </ns1:cubicBezTo>
                      <ns1:cubicBezTo>
                        <ns1:pt x="40" y="24"/>
                        <ns1:pt x="40" y="23"/>
                        <ns1:pt x="40" y="22"/>
                      </ns1:cubicBezTo>
                      <ns1:cubicBezTo>
                        <ns1:pt x="39" y="20"/>
                        <ns1:pt x="37" y="19"/>
                        <ns1:pt x="38" y="17"/>
                      </ns1:cubicBezTo>
                      <ns1:cubicBezTo>
                        <ns1:pt x="38" y="15"/>
                        <ns1:pt x="38" y="13"/>
                        <ns1:pt x="40" y="12"/>
                      </ns1:cubicBezTo>
                      <ns1:cubicBezTo>
                        <ns1:pt x="42" y="11"/>
                        <ns1:pt x="45" y="11"/>
                        <ns1:pt x="48" y="11"/>
                      </ns1:cubicBezTo>
                      <ns1:cubicBezTo>
                        <ns1:pt x="49" y="11"/>
                        <ns1:pt x="51" y="12"/>
                        <ns1:pt x="51" y="12"/>
                      </ns1:cubicBezTo>
                      <ns1:cubicBezTo>
                        <ns1:pt x="53" y="21"/>
                        <ns1:pt x="60" y="25"/>
                        <ns1:pt x="65" y="30"/>
                      </ns1:cubicBezTo>
                      <ns1:cubicBezTo>
                        <ns1:pt x="67" y="33"/>
                        <ns1:pt x="70" y="36"/>
                        <ns1:pt x="72" y="39"/>
                      </ns1:cubicBezTo>
                      <ns1:cubicBezTo>
                        <ns1:pt x="74" y="43"/>
                        <ns1:pt x="75" y="47"/>
                        <ns1:pt x="77" y="51"/>
                      </ns1:cubicBezTo>
                      <ns1:cubicBezTo>
                        <ns1:pt x="76" y="51"/>
                        <ns1:pt x="76" y="51"/>
                        <ns1:pt x="75" y="52"/>
                      </ns1:cubicBezTo>
                      <ns1:cubicBezTo>
                        <ns1:pt x="72" y="49"/>
                        <ns1:pt x="69" y="46"/>
                        <ns1:pt x="65" y="44"/>
                      </ns1:cubicBezTo>
                      <ns1:cubicBezTo>
                        <ns1:pt x="61" y="40"/>
                        <ns1:pt x="57" y="37"/>
                        <ns1:pt x="54" y="34"/>
                      </ns1:cubicBezTo>
                      <ns1:cubicBezTo>
                        <ns1:pt x="52" y="32"/>
                        <ns1:pt x="49" y="30"/>
                        <ns1:pt x="47" y="33"/>
                      </ns1:cubicBezTo>
                      <ns1:cubicBezTo>
                        <ns1:pt x="46" y="34"/>
                        <ns1:pt x="47" y="37"/>
                        <ns1:pt x="48" y="40"/>
                      </ns1:cubicBezTo>
                      <ns1:cubicBezTo>
                        <ns1:pt x="49" y="42"/>
                        <ns1:pt x="52" y="44"/>
                        <ns1:pt x="53" y="47"/>
                      </ns1:cubicBezTo>
                      <ns1:cubicBezTo>
                        <ns1:pt x="54" y="49"/>
                        <ns1:pt x="54" y="52"/>
                        <ns1:pt x="55" y="55"/>
                      </ns1:cubicBezTo>
                      <ns1:cubicBezTo>
                        <ns1:pt x="54" y="55"/>
                        <ns1:pt x="54" y="55"/>
                        <ns1:pt x="53" y="55"/>
                      </ns1:cubicBezTo>
                      <ns1:cubicBezTo>
                        <ns1:pt x="47" y="50"/>
                        <ns1:pt x="41" y="44"/>
                        <ns1:pt x="34" y="38"/>
                      </ns1:cubicBezTo>
                      <ns1:cubicBezTo>
                        <ns1:pt x="34" y="45"/>
                        <ns1:pt x="33" y="50"/>
                        <ns1:pt x="33" y="55"/>
                      </ns1:cubicBezTo>
                      <ns1:cubicBezTo>
                        <ns1:pt x="33" y="57"/>
                        <ns1:pt x="35" y="59"/>
                        <ns1:pt x="37" y="61"/>
                      </ns1:cubicBezTo>
                      <ns1:cubicBezTo>
                        <ns1:pt x="41" y="65"/>
                        <ns1:pt x="45" y="70"/>
                        <ns1:pt x="49" y="74"/>
                      </ns1:cubicBezTo>
                      <ns1:cubicBezTo>
                        <ns1:pt x="51" y="77"/>
                        <ns1:pt x="51" y="81"/>
                        <ns1:pt x="47" y="82"/>
                      </ns1:cubicBezTo>
                      <ns1:cubicBezTo>
                        <ns1:pt x="44" y="79"/>
                        <ns1:pt x="41" y="76"/>
                        <ns1:pt x="39" y="73"/>
                      </ns1:cubicBezTo>
                      <ns1:cubicBezTo>
                        <ns1:pt x="38" y="73"/>
                        <ns1:pt x="37" y="73"/>
                        <ns1:pt x="37" y="73"/>
                      </ns1:cubicBezTo>
                      <ns1:cubicBezTo>
                        <ns1:pt x="37" y="76"/>
                        <ns1:pt x="36" y="80"/>
                        <ns1:pt x="36" y="83"/>
                      </ns1:cubicBezTo>
                      <ns1:cubicBezTo>
                        <ns1:pt x="37" y="88"/>
                        <ns1:pt x="35" y="91"/>
                        <ns1:pt x="30" y="93"/>
                      </ns1:cubicBezTo>
                      <ns1:cubicBezTo>
                        <ns1:pt x="29" y="93"/>
                        <ns1:pt x="28" y="94"/>
                        <ns1:pt x="26" y="95"/>
                      </ns1:cubicBezTo>
                      <ns1:cubicBezTo>
                        <ns1:pt x="30" y="106"/>
                        <ns1:pt x="35" y="115"/>
                        <ns1:pt x="44" y="123"/>
                      </ns1:cubicBezTo>
                      <ns1:cubicBezTo>
                        <ns1:pt x="45" y="124"/>
                        <ns1:pt x="46" y="127"/>
                        <ns1:pt x="47" y="129"/>
                      </ns1:cubicBezTo>
                      <ns1:cubicBezTo>
                        <ns1:pt x="45" y="130"/>
                        <ns1:pt x="43" y="131"/>
                        <ns1:pt x="41" y="131"/>
                      </ns1:cubicBezTo>
                      <ns1:cubicBezTo>
                        <ns1:pt x="36" y="130"/>
                        <ns1:pt x="31" y="128"/>
                        <ns1:pt x="26" y="126"/>
                      </ns1:cubicBezTo>
                      <ns1:cubicBezTo>
                        <ns1:pt x="26" y="126"/>
                        <ns1:pt x="25" y="124"/>
                        <ns1:pt x="25" y="123"/>
                      </ns1:cubicBezTo>
                      <ns1:cubicBezTo>
                        <ns1:pt x="25" y="110"/>
                        <ns1:pt x="20" y="98"/>
                        <ns1:pt x="16" y="85"/>
                      </ns1:cubicBezTo>
                      <ns1:cubicBezTo>
                        <ns1:pt x="15" y="82"/>
                        <ns1:pt x="14" y="79"/>
                        <ns1:pt x="13" y="75"/>
                      </ns1:cubicBezTo>
                      <ns1:cubicBezTo>
                        <ns1:pt x="17" y="78"/>
                        <ns1:pt x="19" y="80"/>
                        <ns1:pt x="22" y="82"/>
                      </ns1:cubicBezTo>
                      <ns1:cubicBezTo>
                        <ns1:pt x="26" y="76"/>
                        <ns1:pt x="27" y="69"/>
                        <ns1:pt x="26" y="62"/>
                      </ns1:cubicBezTo>
                      <ns1:cubicBezTo>
                        <ns1:pt x="26" y="59"/>
                        <ns1:pt x="22" y="58"/>
                        <ns1:pt x="19" y="59"/>
                      </ns1:cubicBezTo>
                      <ns1:cubicBezTo>
                        <ns1:pt x="17" y="59"/>
                        <ns1:pt x="15" y="59"/>
                        <ns1:pt x="13" y="59"/>
                      </ns1:cubicBezTo>
                      <ns1:cubicBezTo>
                        <ns1:pt x="14" y="58"/>
                        <ns1:pt x="14" y="56"/>
                        <ns1:pt x="14" y="54"/>
                      </ns1:cubicBezTo>
                      <ns1:cubicBezTo>
                        <ns1:pt x="13" y="52"/>
                        <ns1:pt x="13" y="50"/>
                        <ns1:pt x="12" y="49"/>
                      </ns1:cubicBezTo>
                      <ns1:cubicBezTo>
                        <ns1:pt x="8" y="44"/>
                        <ns1:pt x="4" y="40"/>
                        <ns1:pt x="0" y="36"/>
                      </ns1:cubicBezTo>
                      <ns1:cubicBezTo>
                        <ns1:pt x="5" y="31"/>
                        <ns1:pt x="19" y="34"/>
                        <ns1:pt x="21" y="40"/>
                      </ns1:cubicBezTo>
                      <ns1:cubicBezTo>
                        <ns1:pt x="21" y="41"/>
                        <ns1:pt x="21" y="42"/>
                        <ns1:pt x="22" y="43"/>
                      </ns1:cubicBezTo>
                      <ns1:cubicBezTo>
                        <ns1:pt x="23" y="44"/>
                        <ns1:pt x="25" y="46"/>
                        <ns1:pt x="26" y="47"/>
                      </ns1:cubicBezTo>
                      <ns1:cubicBezTo>
                        <ns1:pt x="27" y="45"/>
                        <ns1:pt x="28" y="44"/>
                        <ns1:pt x="28" y="42"/>
                      </ns1:cubicBezTo>
                      <ns1:cubicBezTo>
                        <ns1:pt x="29" y="35"/>
                        <ns1:pt x="28" y="29"/>
                        <ns1:pt x="22" y="24"/>
                      </ns1:cubicBezTo>
                      <ns1:cubicBezTo>
                        <ns1:pt x="19" y="22"/>
                        <ns1:pt x="17" y="19"/>
                        <ns1:pt x="15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6" name="Freeform 10"/>
                <ns0:cNvSpPr>
                  <ns1:spLocks noEditPoints="1"/>
                </ns0:cNvSpPr>
                <ns0:nvPr/>
              </ns0:nvSpPr>
              <ns0:spPr bwMode="auto">
                <ns1:xfrm>
                  <ns1:off x="1777056" y="3511470"/>
                  <ns1:ext cx="209703" cy="127868"/>
                </ns1:xfrm>
                <ns1:custGeom>
                  <ns1:avLst/>
                  <ns1:gdLst>
                    <ns1:gd name="T0" fmla="*/ 24 w 96"/>
                    <ns1:gd name="T1" fmla="*/ 48 h 58"/>
                    <ns1:gd name="T2" fmla="*/ 29 w 96"/>
                    <ns1:gd name="T3" fmla="*/ 47 h 58"/>
                    <ns1:gd name="T4" fmla="*/ 42 w 96"/>
                    <ns1:gd name="T5" fmla="*/ 48 h 58"/>
                    <ns1:gd name="T6" fmla="*/ 15 w 96"/>
                    <ns1:gd name="T7" fmla="*/ 39 h 58"/>
                    <ns1:gd name="T8" fmla="*/ 0 w 96"/>
                    <ns1:gd name="T9" fmla="*/ 26 h 58"/>
                    <ns1:gd name="T10" fmla="*/ 6 w 96"/>
                    <ns1:gd name="T11" fmla="*/ 23 h 58"/>
                    <ns1:gd name="T12" fmla="*/ 30 w 96"/>
                    <ns1:gd name="T13" fmla="*/ 35 h 58"/>
                    <ns1:gd name="T14" fmla="*/ 36 w 96"/>
                    <ns1:gd name="T15" fmla="*/ 38 h 58"/>
                    <ns1:gd name="T16" fmla="*/ 43 w 96"/>
                    <ns1:gd name="T17" fmla="*/ 34 h 58"/>
                    <ns1:gd name="T18" fmla="*/ 18 w 96"/>
                    <ns1:gd name="T19" fmla="*/ 25 h 58"/>
                    <ns1:gd name="T20" fmla="*/ 46 w 96"/>
                    <ns1:gd name="T21" fmla="*/ 0 h 58"/>
                    <ns1:gd name="T22" fmla="*/ 33 w 96"/>
                    <ns1:gd name="T23" fmla="*/ 26 h 58"/>
                    <ns1:gd name="T24" fmla="*/ 44 w 96"/>
                    <ns1:gd name="T25" fmla="*/ 23 h 58"/>
                    <ns1:gd name="T26" fmla="*/ 50 w 96"/>
                    <ns1:gd name="T27" fmla="*/ 22 h 58"/>
                    <ns1:gd name="T28" fmla="*/ 61 w 96"/>
                    <ns1:gd name="T29" fmla="*/ 21 h 58"/>
                    <ns1:gd name="T30" fmla="*/ 69 w 96"/>
                    <ns1:gd name="T31" fmla="*/ 20 h 58"/>
                    <ns1:gd name="T32" fmla="*/ 74 w 96"/>
                    <ns1:gd name="T33" fmla="*/ 21 h 58"/>
                    <ns1:gd name="T34" fmla="*/ 91 w 96"/>
                    <ns1:gd name="T35" fmla="*/ 17 h 58"/>
                    <ns1:gd name="T36" fmla="*/ 93 w 96"/>
                    <ns1:gd name="T37" fmla="*/ 17 h 58"/>
                    <ns1:gd name="T38" fmla="*/ 84 w 96"/>
                    <ns1:gd name="T39" fmla="*/ 31 h 58"/>
                    <ns1:gd name="T40" fmla="*/ 83 w 96"/>
                    <ns1:gd name="T41" fmla="*/ 31 h 58"/>
                    <ns1:gd name="T42" fmla="*/ 75 w 96"/>
                    <ns1:gd name="T43" fmla="*/ 32 h 58"/>
                    <ns1:gd name="T44" fmla="*/ 80 w 96"/>
                    <ns1:gd name="T45" fmla="*/ 38 h 58"/>
                    <ns1:gd name="T46" fmla="*/ 80 w 96"/>
                    <ns1:gd name="T47" fmla="*/ 47 h 58"/>
                    <ns1:gd name="T48" fmla="*/ 76 w 96"/>
                    <ns1:gd name="T49" fmla="*/ 50 h 58"/>
                    <ns1:gd name="T50" fmla="*/ 66 w 96"/>
                    <ns1:gd name="T51" fmla="*/ 50 h 58"/>
                    <ns1:gd name="T52" fmla="*/ 55 w 96"/>
                    <ns1:gd name="T53" fmla="*/ 54 h 58"/>
                    <ns1:gd name="T54" fmla="*/ 46 w 96"/>
                    <ns1:gd name="T55" fmla="*/ 57 h 58"/>
                    <ns1:gd name="T56" fmla="*/ 24 w 96"/>
                    <ns1:gd name="T57" fmla="*/ 48 h 58"/>
                    <ns1:gd name="T58" fmla="*/ 54 w 96"/>
                    <ns1:gd name="T59" fmla="*/ 43 h 58"/>
                    <ns1:gd name="T60" fmla="*/ 65 w 96"/>
                    <ns1:gd name="T61" fmla="*/ 41 h 58"/>
                    <ns1:gd name="T62" fmla="*/ 68 w 96"/>
                    <ns1:gd name="T63" fmla="*/ 35 h 58"/>
                    <ns1:gd name="T64" fmla="*/ 53 w 96"/>
                    <ns1:gd name="T65" fmla="*/ 34 h 58"/>
                    <ns1:gd name="T66" fmla="*/ 62 w 96"/>
                    <ns1:gd name="T67" fmla="*/ 35 h 58"/>
                    <ns1:gd name="T68" fmla="*/ 62 w 96"/>
                    <ns1:gd name="T69" fmla="*/ 37 h 58"/>
                    <ns1:gd name="T70" fmla="*/ 54 w 96"/>
                    <ns1:gd name="T71" fmla="*/ 43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96" h="58">
                      <ns1:moveTo>
                        <ns1:pt x="24" y="48"/>
                      </ns1:moveTo>
                      <ns1:cubicBezTo>
                        <ns1:pt x="26" y="48"/>
                        <ns1:pt x="27" y="46"/>
                        <ns1:pt x="29" y="47"/>
                      </ns1:cubicBezTo>
                      <ns1:cubicBezTo>
                        <ns1:pt x="33" y="47"/>
                        <ns1:pt x="37" y="48"/>
                        <ns1:pt x="42" y="48"/>
                      </ns1:cubicBezTo>
                      <ns1:cubicBezTo>
                        <ns1:pt x="33" y="43"/>
                        <ns1:pt x="24" y="40"/>
                        <ns1:pt x="15" y="39"/>
                      </ns1:cubicBezTo>
                      <ns1:cubicBezTo>
                        <ns1:pt x="8" y="38"/>
                        <ns1:pt x="1" y="32"/>
                        <ns1:pt x="0" y="26"/>
                      </ns1:cubicBezTo>
                      <ns1:cubicBezTo>
                        <ns1:pt x="0" y="23"/>
                        <ns1:pt x="3" y="21"/>
                        <ns1:pt x="6" y="23"/>
                      </ns1:cubicBezTo>
                      <ns1:cubicBezTo>
                        <ns1:pt x="14" y="27"/>
                        <ns1:pt x="22" y="31"/>
                        <ns1:pt x="30" y="35"/>
                      </ns1:cubicBezTo>
                      <ns1:cubicBezTo>
                        <ns1:pt x="32" y="36"/>
                        <ns1:pt x="34" y="37"/>
                        <ns1:pt x="36" y="38"/>
                      </ns1:cubicBezTo>
                      <ns1:cubicBezTo>
                        <ns1:pt x="41" y="41"/>
                        <ns1:pt x="43" y="39"/>
                        <ns1:pt x="43" y="34"/>
                      </ns1:cubicBezTo>
                      <ns1:cubicBezTo>
                        <ns1:pt x="35" y="31"/>
                        <ns1:pt x="26" y="28"/>
                        <ns1:pt x="18" y="25"/>
                      </ns1:cubicBezTo>
                      <ns1:cubicBezTo>
                        <ns1:pt x="19" y="21"/>
                        <ns1:pt x="41" y="0"/>
                        <ns1:pt x="46" y="0"/>
                      </ns1:cubicBezTo>
                      <ns1:cubicBezTo>
                        <ns1:pt x="46" y="10"/>
                        <ns1:pt x="38" y="17"/>
                        <ns1:pt x="33" y="26"/>
                      </ns1:cubicBezTo>
                      <ns1:cubicBezTo>
                        <ns1:pt x="37" y="26"/>
                        <ns1:pt x="41" y="27"/>
                        <ns1:pt x="44" y="23"/>
                      </ns1:cubicBezTo>
                      <ns1:cubicBezTo>
                        <ns1:pt x="45" y="22"/>
                        <ns1:pt x="48" y="22"/>
                        <ns1:pt x="50" y="22"/>
                      </ns1:cubicBezTo>
                      <ns1:cubicBezTo>
                        <ns1:pt x="54" y="25"/>
                        <ns1:pt x="58" y="25"/>
                        <ns1:pt x="61" y="21"/>
                      </ns1:cubicBezTo>
                      <ns1:cubicBezTo>
                        <ns1:pt x="64" y="18"/>
                        <ns1:pt x="65" y="17"/>
                        <ns1:pt x="69" y="20"/>
                      </ns1:cubicBezTo>
                      <ns1:cubicBezTo>
                        <ns1:pt x="70" y="21"/>
                        <ns1:pt x="73" y="21"/>
                        <ns1:pt x="74" y="21"/>
                      </ns1:cubicBezTo>
                      <ns1:cubicBezTo>
                        <ns1:pt x="80" y="20"/>
                        <ns1:pt x="86" y="18"/>
                        <ns1:pt x="91" y="17"/>
                      </ns1:cubicBezTo>
                      <ns1:cubicBezTo>
                        <ns1:pt x="92" y="17"/>
                        <ns1:pt x="93" y="17"/>
                        <ns1:pt x="93" y="17"/>
                      </ns1:cubicBezTo>
                      <ns1:cubicBezTo>
                        <ns1:pt x="96" y="25"/>
                        <ns1:pt x="92" y="31"/>
                        <ns1:pt x="84" y="31"/>
                      </ns1:cubicBezTo>
                      <ns1:cubicBezTo>
                        <ns1:pt x="84" y="31"/>
                        <ns1:pt x="84" y="31"/>
                        <ns1:pt x="83" y="31"/>
                      </ns1:cubicBezTo>
                      <ns1:cubicBezTo>
                        <ns1:pt x="81" y="31"/>
                        <ns1:pt x="78" y="32"/>
                        <ns1:pt x="75" y="32"/>
                      </ns1:cubicBezTo>
                      <ns1:cubicBezTo>
                        <ns1:pt x="77" y="34"/>
                        <ns1:pt x="78" y="36"/>
                        <ns1:pt x="80" y="38"/>
                      </ns1:cubicBezTo>
                      <ns1:cubicBezTo>
                        <ns1:pt x="84" y="41"/>
                        <ns1:pt x="81" y="44"/>
                        <ns1:pt x="80" y="47"/>
                      </ns1:cubicBezTo>
                      <ns1:cubicBezTo>
                        <ns1:pt x="80" y="48"/>
                        <ns1:pt x="78" y="50"/>
                        <ns1:pt x="76" y="50"/>
                      </ns1:cubicBezTo>
                      <ns1:cubicBezTo>
                        <ns1:pt x="73" y="51"/>
                        <ns1:pt x="69" y="50"/>
                        <ns1:pt x="66" y="50"/>
                      </ns1:cubicBezTo>
                      <ns1:cubicBezTo>
                        <ns1:pt x="61" y="49"/>
                        <ns1:pt x="58" y="50"/>
                        <ns1:pt x="55" y="54"/>
                      </ns1:cubicBezTo>
                      <ns1:cubicBezTo>
                        <ns1:pt x="53" y="58"/>
                        <ns1:pt x="50" y="58"/>
                        <ns1:pt x="46" y="57"/>
                      </ns1:cubicBezTo>
                      <ns1:cubicBezTo>
                        <ns1:pt x="39" y="54"/>
                        <ns1:pt x="32" y="51"/>
                        <ns1:pt x="24" y="48"/>
                      </ns1:cubicBezTo>
                      <ns1:close/>
                      <ns1:moveTo>
                        <ns1:pt x="54" y="43"/>
                      </ns1:moveTo>
                      <ns1:cubicBezTo>
                        <ns1:pt x="58" y="42"/>
                        <ns1:pt x="62" y="42"/>
                        <ns1:pt x="65" y="41"/>
                      </ns1:cubicBezTo>
                      <ns1:cubicBezTo>
                        <ns1:pt x="68" y="40"/>
                        <ns1:pt x="69" y="38"/>
                        <ns1:pt x="68" y="35"/>
                      </ns1:cubicBezTo>
                      <ns1:cubicBezTo>
                        <ns1:pt x="65" y="28"/>
                        <ns1:pt x="59" y="28"/>
                        <ns1:pt x="53" y="34"/>
                      </ns1:cubicBezTo>
                      <ns1:cubicBezTo>
                        <ns1:pt x="56" y="34"/>
                        <ns1:pt x="59" y="35"/>
                        <ns1:pt x="62" y="35"/>
                      </ns1:cubicBezTo>
                      <ns1:cubicBezTo>
                        <ns1:pt x="62" y="36"/>
                        <ns1:pt x="62" y="37"/>
                        <ns1:pt x="62" y="37"/>
                      </ns1:cubicBezTo>
                      <ns1:cubicBezTo>
                        <ns1:pt x="60" y="39"/>
                        <ns1:pt x="58" y="41"/>
                        <ns1:pt x="54" y="4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7" name="Freeform 11"/>
                <ns0:cNvSpPr/>
                <ns0:nvPr/>
              </ns0:nvSpPr>
              <ns0:spPr bwMode="auto">
                <ns1:xfrm>
                  <ns1:off x="1504957" y="3242437"/>
                  <ns1:ext cx="153438" cy="174921"/>
                </ns1:xfrm>
                <ns1:custGeom>
                  <ns1:avLst/>
                  <ns1:gdLst>
                    <ns1:gd name="T0" fmla="*/ 61 w 70"/>
                    <ns1:gd name="T1" fmla="*/ 0 h 80"/>
                    <ns1:gd name="T2" fmla="*/ 64 w 70"/>
                    <ns1:gd name="T3" fmla="*/ 31 h 80"/>
                    <ns1:gd name="T4" fmla="*/ 56 w 70"/>
                    <ns1:gd name="T5" fmla="*/ 44 h 80"/>
                    <ns1:gd name="T6" fmla="*/ 58 w 70"/>
                    <ns1:gd name="T7" fmla="*/ 46 h 80"/>
                    <ns1:gd name="T8" fmla="*/ 64 w 70"/>
                    <ns1:gd name="T9" fmla="*/ 42 h 80"/>
                    <ns1:gd name="T10" fmla="*/ 68 w 70"/>
                    <ns1:gd name="T11" fmla="*/ 41 h 80"/>
                    <ns1:gd name="T12" fmla="*/ 68 w 70"/>
                    <ns1:gd name="T13" fmla="*/ 46 h 80"/>
                    <ns1:gd name="T14" fmla="*/ 62 w 70"/>
                    <ns1:gd name="T15" fmla="*/ 49 h 80"/>
                    <ns1:gd name="T16" fmla="*/ 44 w 70"/>
                    <ns1:gd name="T17" fmla="*/ 64 h 80"/>
                    <ns1:gd name="T18" fmla="*/ 18 w 70"/>
                    <ns1:gd name="T19" fmla="*/ 80 h 80"/>
                    <ns1:gd name="T20" fmla="*/ 36 w 70"/>
                    <ns1:gd name="T21" fmla="*/ 61 h 80"/>
                    <ns1:gd name="T22" fmla="*/ 27 w 70"/>
                    <ns1:gd name="T23" fmla="*/ 63 h 80"/>
                    <ns1:gd name="T24" fmla="*/ 16 w 70"/>
                    <ns1:gd name="T25" fmla="*/ 68 h 80"/>
                    <ns1:gd name="T26" fmla="*/ 0 w 70"/>
                    <ns1:gd name="T27" fmla="*/ 59 h 80"/>
                    <ns1:gd name="T28" fmla="*/ 2 w 70"/>
                    <ns1:gd name="T29" fmla="*/ 53 h 80"/>
                    <ns1:gd name="T30" fmla="*/ 7 w 70"/>
                    <ns1:gd name="T31" fmla="*/ 54 h 80"/>
                    <ns1:gd name="T32" fmla="*/ 21 w 70"/>
                    <ns1:gd name="T33" fmla="*/ 53 h 80"/>
                    <ns1:gd name="T34" fmla="*/ 40 w 70"/>
                    <ns1:gd name="T35" fmla="*/ 50 h 80"/>
                    <ns1:gd name="T36" fmla="*/ 47 w 70"/>
                    <ns1:gd name="T37" fmla="*/ 42 h 80"/>
                    <ns1:gd name="T38" fmla="*/ 54 w 70"/>
                    <ns1:gd name="T39" fmla="*/ 17 h 80"/>
                    <ns1:gd name="T40" fmla="*/ 61 w 70"/>
                    <ns1:gd name="T41" fmla="*/ 0 h 8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70" h="80">
                      <ns1:moveTo>
                        <ns1:pt x="61" y="0"/>
                      </ns1:moveTo>
                      <ns1:cubicBezTo>
                        <ns1:pt x="69" y="10"/>
                        <ns1:pt x="70" y="23"/>
                        <ns1:pt x="64" y="31"/>
                      </ns1:cubicBezTo>
                      <ns1:cubicBezTo>
                        <ns1:pt x="61" y="35"/>
                        <ns1:pt x="59" y="40"/>
                        <ns1:pt x="56" y="44"/>
                      </ns1:cubicBezTo>
                      <ns1:cubicBezTo>
                        <ns1:pt x="57" y="45"/>
                        <ns1:pt x="58" y="46"/>
                        <ns1:pt x="58" y="46"/>
                      </ns1:cubicBezTo>
                      <ns1:cubicBezTo>
                        <ns1:pt x="60" y="45"/>
                        <ns1:pt x="62" y="43"/>
                        <ns1:pt x="64" y="42"/>
                      </ns1:cubicBezTo>
                      <ns1:cubicBezTo>
                        <ns1:pt x="65" y="41"/>
                        <ns1:pt x="67" y="42"/>
                        <ns1:pt x="68" y="41"/>
                      </ns1:cubicBezTo>
                      <ns1:cubicBezTo>
                        <ns1:pt x="68" y="43"/>
                        <ns1:pt x="69" y="45"/>
                        <ns1:pt x="68" y="46"/>
                      </ns1:cubicBezTo>
                      <ns1:cubicBezTo>
                        <ns1:pt x="66" y="48"/>
                        <ns1:pt x="64" y="49"/>
                        <ns1:pt x="62" y="49"/>
                      </ns1:cubicBezTo>
                      <ns1:cubicBezTo>
                        <ns1:pt x="55" y="52"/>
                        <ns1:pt x="48" y="56"/>
                        <ns1:pt x="44" y="64"/>
                      </ns1:cubicBezTo>
                      <ns1:cubicBezTo>
                        <ns1:pt x="38" y="75"/>
                        <ns1:pt x="29" y="80"/>
                        <ns1:pt x="18" y="80"/>
                      </ns1:cubicBezTo>
                      <ns1:cubicBezTo>
                        <ns1:pt x="24" y="74"/>
                        <ns1:pt x="32" y="71"/>
                        <ns1:pt x="36" y="61"/>
                      </ns1:cubicBezTo>
                      <ns1:cubicBezTo>
                        <ns1:pt x="32" y="62"/>
                        <ns1:pt x="30" y="62"/>
                        <ns1:pt x="27" y="63"/>
                      </ns1:cubicBezTo>
                      <ns1:cubicBezTo>
                        <ns1:pt x="23" y="64"/>
                        <ns1:pt x="20" y="66"/>
                        <ns1:pt x="16" y="68"/>
                      </ns1:cubicBezTo>
                      <ns1:cubicBezTo>
                        <ns1:pt x="9" y="71"/>
                        <ns1:pt x="2" y="67"/>
                        <ns1:pt x="0" y="59"/>
                      </ns1:cubicBezTo>
                      <ns1:cubicBezTo>
                        <ns1:pt x="0" y="57"/>
                        <ns1:pt x="1" y="55"/>
                        <ns1:pt x="2" y="53"/>
                      </ns1:cubicBezTo>
                      <ns1:cubicBezTo>
                        <ns1:pt x="3" y="52"/>
                        <ns1:pt x="5" y="54"/>
                        <ns1:pt x="7" y="54"/>
                      </ns1:cubicBezTo>
                      <ns1:cubicBezTo>
                        <ns1:pt x="12" y="53"/>
                        <ns1:pt x="17" y="53"/>
                        <ns1:pt x="21" y="53"/>
                      </ns1:cubicBezTo>
                      <ns1:cubicBezTo>
                        <ns1:pt x="28" y="52"/>
                        <ns1:pt x="34" y="51"/>
                        <ns1:pt x="40" y="50"/>
                      </ns1:cubicBezTo>
                      <ns1:cubicBezTo>
                        <ns1:pt x="44" y="49"/>
                        <ns1:pt x="46" y="46"/>
                        <ns1:pt x="47" y="42"/>
                      </ns1:cubicBezTo>
                      <ns1:cubicBezTo>
                        <ns1:pt x="50" y="34"/>
                        <ns1:pt x="52" y="25"/>
                        <ns1:pt x="54" y="17"/>
                      </ns1:cubicBezTo>
                      <ns1:cubicBezTo>
                        <ns1:pt x="56" y="12"/>
                        <ns1:pt x="58" y="7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8" name="Freeform 12"/>
                <ns0:cNvSpPr/>
                <ns0:nvPr/>
              </ns0:nvSpPr>
              <ns0:spPr bwMode="auto">
                <ns1:xfrm>
                  <ns1:off x="1428236" y="4259230"/>
                  <ns1:ext cx="94111" cy="140140"/>
                </ns1:xfrm>
                <ns1:custGeom>
                  <ns1:avLst/>
                  <ns1:gdLst>
                    <ns1:gd name="T0" fmla="*/ 43 w 43"/>
                    <ns1:gd name="T1" fmla="*/ 59 h 64"/>
                    <ns1:gd name="T2" fmla="*/ 34 w 43"/>
                    <ns1:gd name="T3" fmla="*/ 57 h 64"/>
                    <ns1:gd name="T4" fmla="*/ 8 w 43"/>
                    <ns1:gd name="T5" fmla="*/ 20 h 64"/>
                    <ns1:gd name="T6" fmla="*/ 13 w 43"/>
                    <ns1:gd name="T7" fmla="*/ 63 h 64"/>
                    <ns1:gd name="T8" fmla="*/ 7 w 43"/>
                    <ns1:gd name="T9" fmla="*/ 64 h 64"/>
                    <ns1:gd name="T10" fmla="*/ 0 w 43"/>
                    <ns1:gd name="T11" fmla="*/ 4 h 64"/>
                    <ns1:gd name="T12" fmla="*/ 9 w 43"/>
                    <ns1:gd name="T13" fmla="*/ 6 h 64"/>
                    <ns1:gd name="T14" fmla="*/ 31 w 43"/>
                    <ns1:gd name="T15" fmla="*/ 40 h 64"/>
                    <ns1:gd name="T16" fmla="*/ 35 w 43"/>
                    <ns1:gd name="T17" fmla="*/ 45 h 64"/>
                    <ns1:gd name="T18" fmla="*/ 30 w 43"/>
                    <ns1:gd name="T19" fmla="*/ 1 h 64"/>
                    <ns1:gd name="T20" fmla="*/ 36 w 43"/>
                    <ns1:gd name="T21" fmla="*/ 0 h 64"/>
                    <ns1:gd name="T22" fmla="*/ 43 w 43"/>
                    <ns1:gd name="T23" fmla="*/ 59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43" h="64">
                      <ns1:moveTo>
                        <ns1:pt x="43" y="59"/>
                      </ns1:moveTo>
                      <ns1:cubicBezTo>
                        <ns1:pt x="38" y="61"/>
                        <ns1:pt x="36" y="60"/>
                        <ns1:pt x="34" y="57"/>
                      </ns1:cubicBezTo>
                      <ns1:cubicBezTo>
                        <ns1:pt x="26" y="44"/>
                        <ns1:pt x="17" y="32"/>
                        <ns1:pt x="8" y="20"/>
                      </ns1:cubicBezTo>
                      <ns1:cubicBezTo>
                        <ns1:pt x="10" y="34"/>
                        <ns1:pt x="11" y="48"/>
                        <ns1:pt x="13" y="63"/>
                      </ns1:cubicBezTo>
                      <ns1:cubicBezTo>
                        <ns1:pt x="11" y="63"/>
                        <ns1:pt x="10" y="64"/>
                        <ns1:pt x="7" y="64"/>
                      </ns1:cubicBezTo>
                      <ns1:cubicBezTo>
                        <ns1:pt x="5" y="44"/>
                        <ns1:pt x="2" y="24"/>
                        <ns1:pt x="0" y="4"/>
                      </ns1:cubicBezTo>
                      <ns1:cubicBezTo>
                        <ns1:pt x="4" y="3"/>
                        <ns1:pt x="6" y="3"/>
                        <ns1:pt x="9" y="6"/>
                      </ns1:cubicBezTo>
                      <ns1:cubicBezTo>
                        <ns1:pt x="16" y="18"/>
                        <ns1:pt x="23" y="29"/>
                        <ns1:pt x="31" y="40"/>
                      </ns1:cubicBezTo>
                      <ns1:cubicBezTo>
                        <ns1:pt x="32" y="42"/>
                        <ns1:pt x="33" y="43"/>
                        <ns1:pt x="35" y="45"/>
                      </ns1:cubicBezTo>
                      <ns1:cubicBezTo>
                        <ns1:pt x="33" y="30"/>
                        <ns1:pt x="32" y="16"/>
                        <ns1:pt x="30" y="1"/>
                      </ns1:cubicBezTo>
                      <ns1:cubicBezTo>
                        <ns1:pt x="32" y="0"/>
                        <ns1:pt x="33" y="0"/>
                        <ns1:pt x="36" y="0"/>
                      </ns1:cubicBezTo>
                      <ns1:cubicBezTo>
                        <ns1:pt x="38" y="20"/>
                        <ns1:pt x="41" y="40"/>
                        <ns1:pt x="43" y="5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9" name="Freeform 13"/>
                <ns0:cNvSpPr/>
                <ns0:nvPr/>
              </ns0:nvSpPr>
              <ns0:spPr bwMode="auto">
                <ns1:xfrm>
                  <ns1:off x="1082486" y="4223424"/>
                  <ns1:ext cx="138096" cy="151393"/>
                </ns1:xfrm>
                <ns1:custGeom>
                  <ns1:avLst/>
                  <ns1:gdLst>
                    <ns1:gd name="T0" fmla="*/ 31 w 63"/>
                    <ns1:gd name="T1" fmla="*/ 69 h 69"/>
                    <ns1:gd name="T2" fmla="*/ 26 w 63"/>
                    <ns1:gd name="T3" fmla="*/ 62 h 69"/>
                    <ns1:gd name="T4" fmla="*/ 28 w 63"/>
                    <ns1:gd name="T5" fmla="*/ 17 h 69"/>
                    <ns1:gd name="T6" fmla="*/ 5 w 63"/>
                    <ns1:gd name="T7" fmla="*/ 55 h 69"/>
                    <ns1:gd name="T8" fmla="*/ 0 w 63"/>
                    <ns1:gd name="T9" fmla="*/ 52 h 69"/>
                    <ns1:gd name="T10" fmla="*/ 31 w 63"/>
                    <ns1:gd name="T11" fmla="*/ 0 h 69"/>
                    <ns1:gd name="T12" fmla="*/ 37 w 63"/>
                    <ns1:gd name="T13" fmla="*/ 8 h 69"/>
                    <ns1:gd name="T14" fmla="*/ 34 w 63"/>
                    <ns1:gd name="T15" fmla="*/ 53 h 69"/>
                    <ns1:gd name="T16" fmla="*/ 58 w 63"/>
                    <ns1:gd name="T17" fmla="*/ 15 h 69"/>
                    <ns1:gd name="T18" fmla="*/ 63 w 63"/>
                    <ns1:gd name="T19" fmla="*/ 18 h 69"/>
                    <ns1:gd name="T20" fmla="*/ 31 w 63"/>
                    <ns1:gd name="T21" fmla="*/ 69 h 6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63" h="69">
                      <ns1:moveTo>
                        <ns1:pt x="31" y="69"/>
                      </ns1:moveTo>
                      <ns1:cubicBezTo>
                        <ns1:pt x="26" y="68"/>
                        <ns1:pt x="25" y="66"/>
                        <ns1:pt x="26" y="62"/>
                      </ns1:cubicBezTo>
                      <ns1:cubicBezTo>
                        <ns1:pt x="27" y="47"/>
                        <ns1:pt x="28" y="32"/>
                        <ns1:pt x="28" y="17"/>
                      </ns1:cubicBezTo>
                      <ns1:cubicBezTo>
                        <ns1:pt x="21" y="30"/>
                        <ns1:pt x="13" y="42"/>
                        <ns1:pt x="5" y="55"/>
                      </ns1:cubicBezTo>
                      <ns1:cubicBezTo>
                        <ns1:pt x="3" y="54"/>
                        <ns1:pt x="2" y="53"/>
                        <ns1:pt x="0" y="52"/>
                      </ns1:cubicBezTo>
                      <ns1:cubicBezTo>
                        <ns1:pt x="10" y="35"/>
                        <ns1:pt x="21" y="17"/>
                        <ns1:pt x="31" y="0"/>
                      </ns1:cubicBezTo>
                      <ns1:cubicBezTo>
                        <ns1:pt x="36" y="1"/>
                        <ns1:pt x="37" y="4"/>
                        <ns1:pt x="37" y="8"/>
                      </ns1:cubicBezTo>
                      <ns1:cubicBezTo>
                        <ns1:pt x="35" y="23"/>
                        <ns1:pt x="34" y="38"/>
                        <ns1:pt x="34" y="53"/>
                      </ns1:cubicBezTo>
                      <ns1:cubicBezTo>
                        <ns1:pt x="42" y="40"/>
                        <ns1:pt x="50" y="28"/>
                        <ns1:pt x="58" y="15"/>
                      </ns1:cubicBezTo>
                      <ns1:cubicBezTo>
                        <ns1:pt x="59" y="16"/>
                        <ns1:pt x="61" y="17"/>
                        <ns1:pt x="63" y="18"/>
                      </ns1:cubicBezTo>
                      <ns1:cubicBezTo>
                        <ns1:pt x="52" y="35"/>
                        <ns1:pt x="42" y="52"/>
                        <ns1:pt x="31" y="6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0" name="Freeform 14"/>
                <ns0:cNvSpPr/>
                <ns0:nvPr/>
              </ns0:nvSpPr>
              <ns0:spPr bwMode="auto">
                <ns1:xfrm>
                  <ns1:off x="850283" y="4071011"/>
                  <ns1:ext cx="155487" cy="121730"/>
                </ns1:xfrm>
                <ns1:custGeom>
                  <ns1:avLst/>
                  <ns1:gdLst>
                    <ns1:gd name="T0" fmla="*/ 56 w 71"/>
                    <ns1:gd name="T1" fmla="*/ 0 h 56"/>
                    <ns1:gd name="T2" fmla="*/ 71 w 71"/>
                    <ns1:gd name="T3" fmla="*/ 28 h 56"/>
                    <ns1:gd name="T4" fmla="*/ 64 w 71"/>
                    <ns1:gd name="T5" fmla="*/ 32 h 56"/>
                    <ns1:gd name="T6" fmla="*/ 52 w 71"/>
                    <ns1:gd name="T7" fmla="*/ 9 h 56"/>
                    <ns1:gd name="T8" fmla="*/ 35 w 71"/>
                    <ns1:gd name="T9" fmla="*/ 16 h 56"/>
                    <ns1:gd name="T10" fmla="*/ 46 w 71"/>
                    <ns1:gd name="T11" fmla="*/ 38 h 56"/>
                    <ns1:gd name="T12" fmla="*/ 40 w 71"/>
                    <ns1:gd name="T13" fmla="*/ 41 h 56"/>
                    <ns1:gd name="T14" fmla="*/ 28 w 71"/>
                    <ns1:gd name="T15" fmla="*/ 20 h 56"/>
                    <ns1:gd name="T16" fmla="*/ 10 w 71"/>
                    <ns1:gd name="T17" fmla="*/ 29 h 56"/>
                    <ns1:gd name="T18" fmla="*/ 22 w 71"/>
                    <ns1:gd name="T19" fmla="*/ 53 h 56"/>
                    <ns1:gd name="T20" fmla="*/ 15 w 71"/>
                    <ns1:gd name="T21" fmla="*/ 56 h 56"/>
                    <ns1:gd name="T22" fmla="*/ 0 w 71"/>
                    <ns1:gd name="T23" fmla="*/ 26 h 56"/>
                    <ns1:gd name="T24" fmla="*/ 56 w 71"/>
                    <ns1:gd name="T25" fmla="*/ 0 h 5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1" h="56">
                      <ns1:moveTo>
                        <ns1:pt x="56" y="0"/>
                      </ns1:moveTo>
                      <ns1:cubicBezTo>
                        <ns1:pt x="61" y="10"/>
                        <ns1:pt x="66" y="19"/>
                        <ns1:pt x="71" y="28"/>
                      </ns1:cubicBezTo>
                      <ns1:cubicBezTo>
                        <ns1:pt x="69" y="30"/>
                        <ns1:pt x="67" y="31"/>
                        <ns1:pt x="64" y="32"/>
                      </ns1:cubicBezTo>
                      <ns1:cubicBezTo>
                        <ns1:pt x="60" y="24"/>
                        <ns1:pt x="56" y="17"/>
                        <ns1:pt x="52" y="9"/>
                      </ns1:cubicBezTo>
                      <ns1:cubicBezTo>
                        <ns1:pt x="47" y="11"/>
                        <ns1:pt x="41" y="14"/>
                        <ns1:pt x="35" y="16"/>
                      </ns1:cubicBezTo>
                      <ns1:cubicBezTo>
                        <ns1:pt x="39" y="24"/>
                        <ns1:pt x="43" y="31"/>
                        <ns1:pt x="46" y="38"/>
                      </ns1:cubicBezTo>
                      <ns1:cubicBezTo>
                        <ns1:pt x="44" y="39"/>
                        <ns1:pt x="42" y="40"/>
                        <ns1:pt x="40" y="41"/>
                      </ns1:cubicBezTo>
                      <ns1:cubicBezTo>
                        <ns1:pt x="36" y="34"/>
                        <ns1:pt x="32" y="27"/>
                        <ns1:pt x="28" y="20"/>
                      </ns1:cubicBezTo>
                      <ns1:cubicBezTo>
                        <ns1:pt x="22" y="23"/>
                        <ns1:pt x="16" y="26"/>
                        <ns1:pt x="10" y="29"/>
                      </ns1:cubicBezTo>
                      <ns1:cubicBezTo>
                        <ns1:pt x="14" y="37"/>
                        <ns1:pt x="18" y="44"/>
                        <ns1:pt x="22" y="53"/>
                      </ns1:cubicBezTo>
                      <ns1:cubicBezTo>
                        <ns1:pt x="19" y="54"/>
                        <ns1:pt x="17" y="55"/>
                        <ns1:pt x="15" y="56"/>
                      </ns1:cubicBezTo>
                      <ns1:cubicBezTo>
                        <ns1:pt x="10" y="46"/>
                        <ns1:pt x="5" y="37"/>
                        <ns1:pt x="0" y="26"/>
                      </ns1:cubicBezTo>
                      <ns1:cubicBezTo>
                        <ns1:pt x="19" y="18"/>
                        <ns1:pt x="37" y="9"/>
                        <ns1:pt x="5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1" name="Freeform 15"/>
                <ns0:cNvSpPr/>
                <ns0:nvPr/>
              </ns0:nvSpPr>
              <ns0:spPr bwMode="auto">
                <ns1:xfrm>
                  <ns1:off x="807318" y="3985083"/>
                  <ns1:ext cx="157531" cy="126843"/>
                </ns1:xfrm>
                <ns1:custGeom>
                  <ns1:avLst/>
                  <ns1:gdLst>
                    <ns1:gd name="T0" fmla="*/ 29 w 72"/>
                    <ns1:gd name="T1" fmla="*/ 20 h 58"/>
                    <ns1:gd name="T2" fmla="*/ 3 w 72"/>
                    <ns1:gd name="T3" fmla="*/ 32 h 58"/>
                    <ns1:gd name="T4" fmla="*/ 0 w 72"/>
                    <ns1:gd name="T5" fmla="*/ 27 h 58"/>
                    <ns1:gd name="T6" fmla="*/ 57 w 72"/>
                    <ns1:gd name="T7" fmla="*/ 0 h 58"/>
                    <ns1:gd name="T8" fmla="*/ 59 w 72"/>
                    <ns1:gd name="T9" fmla="*/ 6 h 58"/>
                    <ns1:gd name="T10" fmla="*/ 36 w 72"/>
                    <ns1:gd name="T11" fmla="*/ 17 h 58"/>
                    <ns1:gd name="T12" fmla="*/ 46 w 72"/>
                    <ns1:gd name="T13" fmla="*/ 37 h 58"/>
                    <ns1:gd name="T14" fmla="*/ 69 w 72"/>
                    <ns1:gd name="T15" fmla="*/ 26 h 58"/>
                    <ns1:gd name="T16" fmla="*/ 72 w 72"/>
                    <ns1:gd name="T17" fmla="*/ 32 h 58"/>
                    <ns1:gd name="T18" fmla="*/ 15 w 72"/>
                    <ns1:gd name="T19" fmla="*/ 58 h 58"/>
                    <ns1:gd name="T20" fmla="*/ 13 w 72"/>
                    <ns1:gd name="T21" fmla="*/ 52 h 58"/>
                    <ns1:gd name="T22" fmla="*/ 39 w 72"/>
                    <ns1:gd name="T23" fmla="*/ 40 h 58"/>
                    <ns1:gd name="T24" fmla="*/ 29 w 72"/>
                    <ns1:gd name="T25" fmla="*/ 20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58">
                      <ns1:moveTo>
                        <ns1:pt x="29" y="20"/>
                      </ns1:moveTo>
                      <ns1:cubicBezTo>
                        <ns1:pt x="20" y="24"/>
                        <ns1:pt x="12" y="28"/>
                        <ns1:pt x="3" y="32"/>
                      </ns1:cubicBezTo>
                      <ns1:cubicBezTo>
                        <ns1:pt x="2" y="30"/>
                        <ns1:pt x="1" y="29"/>
                        <ns1:pt x="0" y="27"/>
                      </ns1:cubicBezTo>
                      <ns1:cubicBezTo>
                        <ns1:pt x="19" y="18"/>
                        <ns1:pt x="37" y="9"/>
                        <ns1:pt x="57" y="0"/>
                      </ns1:cubicBezTo>
                      <ns1:cubicBezTo>
                        <ns1:pt x="58" y="2"/>
                        <ns1:pt x="58" y="4"/>
                        <ns1:pt x="59" y="6"/>
                      </ns1:cubicBezTo>
                      <ns1:cubicBezTo>
                        <ns1:pt x="52" y="9"/>
                        <ns1:pt x="44" y="13"/>
                        <ns1:pt x="36" y="17"/>
                      </ns1:cubicBezTo>
                      <ns1:cubicBezTo>
                        <ns1:pt x="40" y="23"/>
                        <ns1:pt x="43" y="30"/>
                        <ns1:pt x="46" y="37"/>
                      </ns1:cubicBezTo>
                      <ns1:cubicBezTo>
                        <ns1:pt x="54" y="33"/>
                        <ns1:pt x="61" y="30"/>
                        <ns1:pt x="69" y="26"/>
                      </ns1:cubicBezTo>
                      <ns1:cubicBezTo>
                        <ns1:pt x="70" y="28"/>
                        <ns1:pt x="71" y="30"/>
                        <ns1:pt x="72" y="32"/>
                      </ns1:cubicBezTo>
                      <ns1:cubicBezTo>
                        <ns1:pt x="53" y="40"/>
                        <ns1:pt x="34" y="49"/>
                        <ns1:pt x="15" y="58"/>
                      </ns1:cubicBezTo>
                      <ns1:cubicBezTo>
                        <ns1:pt x="14" y="56"/>
                        <ns1:pt x="14" y="54"/>
                        <ns1:pt x="13" y="52"/>
                      </ns1:cubicBezTo>
                      <ns1:cubicBezTo>
                        <ns1:pt x="21" y="48"/>
                        <ns1:pt x="30" y="44"/>
                        <ns1:pt x="39" y="40"/>
                      </ns1:cubicBezTo>
                      <ns1:cubicBezTo>
                        <ns1:pt x="36" y="33"/>
                        <ns1:pt x="33" y="27"/>
                        <ns1:pt x="29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2" name="Freeform 16"/>
                <ns0:cNvSpPr/>
                <ns0:nvPr/>
              </ns0:nvSpPr>
              <ns0:spPr bwMode="auto">
                <ns1:xfrm>
                  <ns1:off x="763334" y="3906317"/>
                  <ns1:ext cx="161625" cy="126843"/>
                </ns1:xfrm>
                <ns1:custGeom>
                  <ns1:avLst/>
                  <ns1:gdLst>
                    <ns1:gd name="T0" fmla="*/ 62 w 74"/>
                    <ns1:gd name="T1" fmla="*/ 26 h 58"/>
                    <ns1:gd name="T2" fmla="*/ 50 w 74"/>
                    <ns1:gd name="T3" fmla="*/ 3 h 58"/>
                    <ns1:gd name="T4" fmla="*/ 57 w 74"/>
                    <ns1:gd name="T5" fmla="*/ 0 h 58"/>
                    <ns1:gd name="T6" fmla="*/ 74 w 74"/>
                    <ns1:gd name="T7" fmla="*/ 30 h 58"/>
                    <ns1:gd name="T8" fmla="*/ 62 w 74"/>
                    <ns1:gd name="T9" fmla="*/ 32 h 58"/>
                    <ns1:gd name="T10" fmla="*/ 19 w 74"/>
                    <ns1:gd name="T11" fmla="*/ 30 h 58"/>
                    <ns1:gd name="T12" fmla="*/ 11 w 74"/>
                    <ns1:gd name="T13" fmla="*/ 30 h 58"/>
                    <ns1:gd name="T14" fmla="*/ 25 w 74"/>
                    <ns1:gd name="T15" fmla="*/ 55 h 58"/>
                    <ns1:gd name="T16" fmla="*/ 18 w 74"/>
                    <ns1:gd name="T17" fmla="*/ 58 h 58"/>
                    <ns1:gd name="T18" fmla="*/ 0 w 74"/>
                    <ns1:gd name="T19" fmla="*/ 25 h 58"/>
                    <ns1:gd name="T20" fmla="*/ 11 w 74"/>
                    <ns1:gd name="T21" fmla="*/ 23 h 58"/>
                    <ns1:gd name="T22" fmla="*/ 62 w 74"/>
                    <ns1:gd name="T23" fmla="*/ 26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74" h="58">
                      <ns1:moveTo>
                        <ns1:pt x="62" y="26"/>
                      </ns1:moveTo>
                      <ns1:cubicBezTo>
                        <ns1:pt x="58" y="18"/>
                        <ns1:pt x="54" y="11"/>
                        <ns1:pt x="50" y="3"/>
                      </ns1:cubicBezTo>
                      <ns1:cubicBezTo>
                        <ns1:pt x="53" y="2"/>
                        <ns1:pt x="55" y="1"/>
                        <ns1:pt x="57" y="0"/>
                      </ns1:cubicBezTo>
                      <ns1:cubicBezTo>
                        <ns1:pt x="62" y="10"/>
                        <ns1:pt x="68" y="19"/>
                        <ns1:pt x="74" y="30"/>
                      </ns1:cubicBezTo>
                      <ns1:cubicBezTo>
                        <ns1:pt x="69" y="31"/>
                        <ns1:pt x="66" y="33"/>
                        <ns1:pt x="62" y="32"/>
                      </ns1:cubicBezTo>
                      <ns1:cubicBezTo>
                        <ns1:pt x="48" y="32"/>
                        <ns1:pt x="33" y="31"/>
                        <ns1:pt x="19" y="30"/>
                      </ns1:cubicBezTo>
                      <ns1:cubicBezTo>
                        <ns1:pt x="16" y="29"/>
                        <ns1:pt x="14" y="30"/>
                        <ns1:pt x="11" y="30"/>
                      </ns1:cubicBezTo>
                      <ns1:cubicBezTo>
                        <ns1:pt x="16" y="38"/>
                        <ns1:pt x="20" y="46"/>
                        <ns1:pt x="25" y="55"/>
                      </ns1:cubicBezTo>
                      <ns1:cubicBezTo>
                        <ns1:pt x="22" y="56"/>
                        <ns1:pt x="20" y="57"/>
                        <ns1:pt x="18" y="58"/>
                      </ns1:cubicBezTo>
                      <ns1:cubicBezTo>
                        <ns1:pt x="12" y="48"/>
                        <ns1:pt x="6" y="37"/>
                        <ns1:pt x="0" y="25"/>
                      </ns1:cubicBezTo>
                      <ns1:cubicBezTo>
                        <ns1:pt x="4" y="24"/>
                        <ns1:pt x="8" y="23"/>
                        <ns1:pt x="11" y="23"/>
                      </ns1:cubicBezTo>
                      <ns1:cubicBezTo>
                        <ns1:pt x="28" y="24"/>
                        <ns1:pt x="45" y="25"/>
                        <ns1:pt x="62" y="2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3" name="Freeform 17"/>
                <ns0:cNvSpPr>
                  <ns1:spLocks noEditPoints="1"/>
                </ns0:cNvSpPr>
                <ns0:nvPr/>
              </ns0:nvSpPr>
              <ns0:spPr bwMode="auto">
                <ns1:xfrm>
                  <ns1:off x="1673741" y="4136476"/>
                  <ns1:ext cx="140141" cy="132982"/>
                </ns1:xfrm>
                <ns1:custGeom>
                  <ns1:avLst/>
                  <ns1:gdLst>
                    <ns1:gd name="T0" fmla="*/ 64 w 64"/>
                    <ns1:gd name="T1" fmla="*/ 42 h 61"/>
                    <ns1:gd name="T2" fmla="*/ 54 w 64"/>
                    <ns1:gd name="T3" fmla="*/ 43 h 61"/>
                    <ns1:gd name="T4" fmla="*/ 40 w 64"/>
                    <ns1:gd name="T5" fmla="*/ 35 h 61"/>
                    <ns1:gd name="T6" fmla="*/ 25 w 64"/>
                    <ns1:gd name="T7" fmla="*/ 37 h 61"/>
                    <ns1:gd name="T8" fmla="*/ 41 w 64"/>
                    <ns1:gd name="T9" fmla="*/ 58 h 61"/>
                    <ns1:gd name="T10" fmla="*/ 37 w 64"/>
                    <ns1:gd name="T11" fmla="*/ 61 h 61"/>
                    <ns1:gd name="T12" fmla="*/ 0 w 64"/>
                    <ns1:gd name="T13" fmla="*/ 12 h 61"/>
                    <ns1:gd name="T14" fmla="*/ 17 w 64"/>
                    <ns1:gd name="T15" fmla="*/ 1 h 61"/>
                    <ns1:gd name="T16" fmla="*/ 25 w 64"/>
                    <ns1:gd name="T17" fmla="*/ 0 h 61"/>
                    <ns1:gd name="T18" fmla="*/ 37 w 64"/>
                    <ns1:gd name="T19" fmla="*/ 26 h 61"/>
                    <ns1:gd name="T20" fmla="*/ 64 w 64"/>
                    <ns1:gd name="T21" fmla="*/ 42 h 61"/>
                    <ns1:gd name="T22" fmla="*/ 21 w 64"/>
                    <ns1:gd name="T23" fmla="*/ 31 h 61"/>
                    <ns1:gd name="T24" fmla="*/ 33 w 64"/>
                    <ns1:gd name="T25" fmla="*/ 18 h 61"/>
                    <ns1:gd name="T26" fmla="*/ 25 w 64"/>
                    <ns1:gd name="T27" fmla="*/ 7 h 61"/>
                    <ns1:gd name="T28" fmla="*/ 8 w 64"/>
                    <ns1:gd name="T29" fmla="*/ 14 h 61"/>
                    <ns1:gd name="T30" fmla="*/ 21 w 64"/>
                    <ns1:gd name="T31" fmla="*/ 31 h 6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64" h="61">
                      <ns1:moveTo>
                        <ns1:pt x="64" y="42"/>
                      </ns1:moveTo>
                      <ns1:cubicBezTo>
                        <ns1:pt x="61" y="46"/>
                        <ns1:pt x="58" y="46"/>
                        <ns1:pt x="54" y="43"/>
                      </ns1:cubicBezTo>
                      <ns1:cubicBezTo>
                        <ns1:pt x="50" y="40"/>
                        <ns1:pt x="45" y="37"/>
                        <ns1:pt x="40" y="35"/>
                      </ns1:cubicBezTo>
                      <ns1:cubicBezTo>
                        <ns1:pt x="33" y="31"/>
                        <ns1:pt x="32" y="31"/>
                        <ns1:pt x="25" y="37"/>
                      </ns1:cubicBezTo>
                      <ns1:cubicBezTo>
                        <ns1:pt x="31" y="44"/>
                        <ns1:pt x="36" y="51"/>
                        <ns1:pt x="41" y="58"/>
                      </ns1:cubicBezTo>
                      <ns1:cubicBezTo>
                        <ns1:pt x="40" y="59"/>
                        <ns1:pt x="39" y="60"/>
                        <ns1:pt x="37" y="61"/>
                      </ns1:cubicBezTo>
                      <ns1:cubicBezTo>
                        <ns1:pt x="25" y="45"/>
                        <ns1:pt x="13" y="29"/>
                        <ns1:pt x="0" y="12"/>
                      </ns1:cubicBezTo>
                      <ns1:cubicBezTo>
                        <ns1:pt x="6" y="8"/>
                        <ns1:pt x="11" y="4"/>
                        <ns1:pt x="17" y="1"/>
                      </ns1:cubicBezTo>
                      <ns1:cubicBezTo>
                        <ns1:pt x="19" y="0"/>
                        <ns1:pt x="22" y="0"/>
                        <ns1:pt x="25" y="0"/>
                      </ns1:cubicBezTo>
                      <ns1:cubicBezTo>
                        <ns1:pt x="35" y="4"/>
                        <ns1:pt x="41" y="17"/>
                        <ns1:pt x="37" y="26"/>
                      </ns1:cubicBezTo>
                      <ns1:cubicBezTo>
                        <ns1:pt x="46" y="32"/>
                        <ns1:pt x="55" y="37"/>
                        <ns1:pt x="64" y="42"/>
                      </ns1:cubicBezTo>
                      <ns1:close/>
                      <ns1:moveTo>
                        <ns1:pt x="21" y="31"/>
                      </ns1:moveTo>
                      <ns1:cubicBezTo>
                        <ns1:pt x="25" y="26"/>
                        <ns1:pt x="33" y="25"/>
                        <ns1:pt x="33" y="18"/>
                      </ns1:cubicBezTo>
                      <ns1:cubicBezTo>
                        <ns1:pt x="32" y="14"/>
                        <ns1:pt x="28" y="9"/>
                        <ns1:pt x="25" y="7"/>
                      </ns1:cubicBezTo>
                      <ns1:cubicBezTo>
                        <ns1:pt x="18" y="4"/>
                        <ns1:pt x="14" y="12"/>
                        <ns1:pt x="8" y="14"/>
                      </ns1:cubicBezTo>
                      <ns1:cubicBezTo>
                        <ns1:pt x="13" y="20"/>
                        <ns1:pt x="17" y="25"/>
                        <ns1:pt x="21" y="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4" name="Freeform 18"/>
                <ns0:cNvSpPr/>
                <ns0:nvPr/>
              </ns0:nvSpPr>
              <ns0:spPr bwMode="auto">
                <ns1:xfrm>
                  <ns1:off x="1731026" y="3577959"/>
                  <ns1:ext cx="104339" cy="100245"/>
                </ns1:xfrm>
                <ns1:custGeom>
                  <ns1:avLst/>
                  <ns1:gdLst>
                    <ns1:gd name="T0" fmla="*/ 45 w 48"/>
                    <ns1:gd name="T1" fmla="*/ 18 h 46"/>
                    <ns1:gd name="T2" fmla="*/ 47 w 48"/>
                    <ns1:gd name="T3" fmla="*/ 25 h 46"/>
                    <ns1:gd name="T4" fmla="*/ 48 w 48"/>
                    <ns1:gd name="T5" fmla="*/ 29 h 46"/>
                    <ns1:gd name="T6" fmla="*/ 44 w 48"/>
                    <ns1:gd name="T7" fmla="*/ 30 h 46"/>
                    <ns1:gd name="T8" fmla="*/ 35 w 48"/>
                    <ns1:gd name="T9" fmla="*/ 31 h 46"/>
                    <ns1:gd name="T10" fmla="*/ 18 w 48"/>
                    <ns1:gd name="T11" fmla="*/ 44 h 46"/>
                    <ns1:gd name="T12" fmla="*/ 12 w 48"/>
                    <ns1:gd name="T13" fmla="*/ 44 h 46"/>
                    <ns1:gd name="T14" fmla="*/ 4 w 48"/>
                    <ns1:gd name="T15" fmla="*/ 28 h 46"/>
                    <ns1:gd name="T16" fmla="*/ 7 w 48"/>
                    <ns1:gd name="T17" fmla="*/ 25 h 46"/>
                    <ns1:gd name="T18" fmla="*/ 10 w 48"/>
                    <ns1:gd name="T19" fmla="*/ 26 h 46"/>
                    <ns1:gd name="T20" fmla="*/ 26 w 48"/>
                    <ns1:gd name="T21" fmla="*/ 22 h 46"/>
                    <ns1:gd name="T22" fmla="*/ 10 w 48"/>
                    <ns1:gd name="T23" fmla="*/ 16 h 46"/>
                    <ns1:gd name="T24" fmla="*/ 1 w 48"/>
                    <ns1:gd name="T25" fmla="*/ 4 h 46"/>
                    <ns1:gd name="T26" fmla="*/ 2 w 48"/>
                    <ns1:gd name="T27" fmla="*/ 0 h 46"/>
                    <ns1:gd name="T28" fmla="*/ 7 w 48"/>
                    <ns1:gd name="T29" fmla="*/ 1 h 46"/>
                    <ns1:gd name="T30" fmla="*/ 27 w 48"/>
                    <ns1:gd name="T31" fmla="*/ 14 h 46"/>
                    <ns1:gd name="T32" fmla="*/ 41 w 48"/>
                    <ns1:gd name="T33" fmla="*/ 14 h 46"/>
                    <ns1:gd name="T34" fmla="*/ 45 w 48"/>
                    <ns1:gd name="T35" fmla="*/ 18 h 46"/>
                    <ns1:gd name="T36" fmla="*/ 45 w 48"/>
                    <ns1:gd name="T37" fmla="*/ 18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48" h="46">
                      <ns1:moveTo>
                        <ns1:pt x="45" y="18"/>
                      </ns1:moveTo>
                      <ns1:cubicBezTo>
                        <ns1:pt x="46" y="21"/>
                        <ns1:pt x="46" y="23"/>
                        <ns1:pt x="47" y="25"/>
                      </ns1:cubicBezTo>
                      <ns1:cubicBezTo>
                        <ns1:pt x="47" y="27"/>
                        <ns1:pt x="48" y="28"/>
                        <ns1:pt x="48" y="29"/>
                      </ns1:cubicBezTo>
                      <ns1:cubicBezTo>
                        <ns1:pt x="47" y="29"/>
                        <ns1:pt x="45" y="31"/>
                        <ns1:pt x="44" y="30"/>
                      </ns1:cubicBezTo>
                      <ns1:cubicBezTo>
                        <ns1:pt x="40" y="28"/>
                        <ns1:pt x="37" y="29"/>
                        <ns1:pt x="35" y="31"/>
                      </ns1:cubicBezTo>
                      <ns1:cubicBezTo>
                        <ns1:pt x="29" y="36"/>
                        <ns1:pt x="23" y="40"/>
                        <ns1:pt x="18" y="44"/>
                      </ns1:cubicBezTo>
                      <ns1:cubicBezTo>
                        <ns1:pt x="16" y="46"/>
                        <ns1:pt x="13" y="46"/>
                        <ns1:pt x="12" y="44"/>
                      </ns1:cubicBezTo>
                      <ns1:cubicBezTo>
                        <ns1:pt x="9" y="39"/>
                        <ns1:pt x="7" y="33"/>
                        <ns1:pt x="4" y="28"/>
                      </ns1:cubicBezTo>
                      <ns1:cubicBezTo>
                        <ns1:pt x="4" y="28"/>
                        <ns1:pt x="6" y="26"/>
                        <ns1:pt x="7" y="25"/>
                      </ns1:cubicBezTo>
                      <ns1:cubicBezTo>
                        <ns1:pt x="7" y="25"/>
                        <ns1:pt x="9" y="26"/>
                        <ns1:pt x="10" y="26"/>
                      </ns1:cubicBezTo>
                      <ns1:cubicBezTo>
                        <ns1:pt x="17" y="31"/>
                        <ns1:pt x="19" y="31"/>
                        <ns1:pt x="26" y="22"/>
                      </ns1:cubicBezTo>
                      <ns1:cubicBezTo>
                        <ns1:pt x="20" y="20"/>
                        <ns1:pt x="15" y="18"/>
                        <ns1:pt x="10" y="16"/>
                      </ns1:cubicBezTo>
                      <ns1:cubicBezTo>
                        <ns1:pt x="4" y="15"/>
                        <ns1:pt x="0" y="11"/>
                        <ns1:pt x="1" y="4"/>
                      </ns1:cubicBezTo>
                      <ns1:cubicBezTo>
                        <ns1:pt x="1" y="3"/>
                        <ns1:pt x="1" y="1"/>
                        <ns1:pt x="2" y="0"/>
                      </ns1:cubicBezTo>
                      <ns1:cubicBezTo>
                        <ns1:pt x="4" y="0"/>
                        <ns1:pt x="6" y="0"/>
                        <ns1:pt x="7" y="1"/>
                      </ns1:cubicBezTo>
                      <ns1:cubicBezTo>
                        <ns1:pt x="14" y="5"/>
                        <ns1:pt x="20" y="10"/>
                        <ns1:pt x="27" y="14"/>
                      </ns1:cubicBezTo>
                      <ns1:cubicBezTo>
                        <ns1:pt x="32" y="17"/>
                        <ns1:pt x="36" y="21"/>
                        <ns1:pt x="41" y="14"/>
                      </ns1:cubicBezTo>
                      <ns1:cubicBezTo>
                        <ns1:pt x="43" y="16"/>
                        <ns1:pt x="44" y="17"/>
                        <ns1:pt x="45" y="18"/>
                      </ns1:cubicBezTo>
                      <ns1:cubicBezTo>
                        <ns1:pt x="45" y="18"/>
                        <ns1:pt x="45" y="18"/>
                        <ns1:pt x="45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5" name="Freeform 19"/>
                <ns0:cNvSpPr/>
                <ns0:nvPr/>
              </ns0:nvSpPr>
              <ns0:spPr bwMode="auto">
                <ns1:xfrm>
                  <ns1:off x="1183756" y="4265364"/>
                  <ns1:ext cx="104339" cy="145254"/>
                </ns1:xfrm>
                <ns1:custGeom>
                  <ns1:avLst/>
                  <ns1:gdLst>
                    <ns1:gd name="T0" fmla="*/ 35 w 48"/>
                    <ns1:gd name="T1" fmla="*/ 42 h 66"/>
                    <ns1:gd name="T2" fmla="*/ 24 w 48"/>
                    <ns1:gd name="T3" fmla="*/ 38 h 66"/>
                    <ns1:gd name="T4" fmla="*/ 26 w 48"/>
                    <ns1:gd name="T5" fmla="*/ 31 h 66"/>
                    <ns1:gd name="T6" fmla="*/ 42 w 48"/>
                    <ns1:gd name="T7" fmla="*/ 37 h 66"/>
                    <ns1:gd name="T8" fmla="*/ 33 w 48"/>
                    <ns1:gd name="T9" fmla="*/ 58 h 66"/>
                    <ns1:gd name="T10" fmla="*/ 6 w 48"/>
                    <ns1:gd name="T11" fmla="*/ 53 h 66"/>
                    <ns1:gd name="T12" fmla="*/ 5 w 48"/>
                    <ns1:gd name="T13" fmla="*/ 51 h 66"/>
                    <ns1:gd name="T14" fmla="*/ 26 w 48"/>
                    <ns1:gd name="T15" fmla="*/ 3 h 66"/>
                    <ns1:gd name="T16" fmla="*/ 43 w 48"/>
                    <ns1:gd name="T17" fmla="*/ 5 h 66"/>
                    <ns1:gd name="T18" fmla="*/ 46 w 48"/>
                    <ns1:gd name="T19" fmla="*/ 23 h 66"/>
                    <ns1:gd name="T20" fmla="*/ 42 w 48"/>
                    <ns1:gd name="T21" fmla="*/ 26 h 66"/>
                    <ns1:gd name="T22" fmla="*/ 41 w 48"/>
                    <ns1:gd name="T23" fmla="*/ 19 h 66"/>
                    <ns1:gd name="T24" fmla="*/ 37 w 48"/>
                    <ns1:gd name="T25" fmla="*/ 10 h 66"/>
                    <ns1:gd name="T26" fmla="*/ 26 w 48"/>
                    <ns1:gd name="T27" fmla="*/ 10 h 66"/>
                    <ns1:gd name="T28" fmla="*/ 16 w 48"/>
                    <ns1:gd name="T29" fmla="*/ 22 h 66"/>
                    <ns1:gd name="T30" fmla="*/ 10 w 48"/>
                    <ns1:gd name="T31" fmla="*/ 41 h 66"/>
                    <ns1:gd name="T32" fmla="*/ 26 w 48"/>
                    <ns1:gd name="T33" fmla="*/ 53 h 66"/>
                    <ns1:gd name="T34" fmla="*/ 35 w 48"/>
                    <ns1:gd name="T35" fmla="*/ 42 h 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48" h="66">
                      <ns1:moveTo>
                        <ns1:pt x="35" y="42"/>
                      </ns1:moveTo>
                      <ns1:cubicBezTo>
                        <ns1:pt x="30" y="40"/>
                        <ns1:pt x="27" y="39"/>
                        <ns1:pt x="24" y="38"/>
                      </ns1:cubicBezTo>
                      <ns1:cubicBezTo>
                        <ns1:pt x="25" y="35"/>
                        <ns1:pt x="25" y="33"/>
                        <ns1:pt x="26" y="31"/>
                      </ns1:cubicBezTo>
                      <ns1:cubicBezTo>
                        <ns1:pt x="32" y="33"/>
                        <ns1:pt x="36" y="35"/>
                        <ns1:pt x="42" y="37"/>
                      </ns1:cubicBezTo>
                      <ns1:cubicBezTo>
                        <ns1:pt x="39" y="44"/>
                        <ns1:pt x="37" y="52"/>
                        <ns1:pt x="33" y="58"/>
                      </ns1:cubicBezTo>
                      <ns1:cubicBezTo>
                        <ns1:pt x="26" y="66"/>
                        <ns1:pt x="11" y="62"/>
                        <ns1:pt x="6" y="53"/>
                      </ns1:cubicBezTo>
                      <ns1:cubicBezTo>
                        <ns1:pt x="6" y="52"/>
                        <ns1:pt x="6" y="52"/>
                        <ns1:pt x="5" y="51"/>
                      </ns1:cubicBezTo>
                      <ns1:cubicBezTo>
                        <ns1:pt x="0" y="37"/>
                        <ns1:pt x="12" y="9"/>
                        <ns1:pt x="26" y="3"/>
                      </ns1:cubicBezTo>
                      <ns1:cubicBezTo>
                        <ns1:pt x="32" y="0"/>
                        <ns1:pt x="39" y="1"/>
                        <ns1:pt x="43" y="5"/>
                      </ns1:cubicBezTo>
                      <ns1:cubicBezTo>
                        <ns1:pt x="48" y="10"/>
                        <ns1:pt x="48" y="17"/>
                        <ns1:pt x="46" y="23"/>
                      </ns1:cubicBezTo>
                      <ns1:cubicBezTo>
                        <ns1:pt x="46" y="24"/>
                        <ns1:pt x="44" y="25"/>
                        <ns1:pt x="42" y="26"/>
                      </ns1:cubicBezTo>
                      <ns1:cubicBezTo>
                        <ns1:pt x="42" y="23"/>
                        <ns1:pt x="42" y="21"/>
                        <ns1:pt x="41" y="19"/>
                      </ns1:cubicBezTo>
                      <ns1:cubicBezTo>
                        <ns1:pt x="40" y="16"/>
                        <ns1:pt x="39" y="11"/>
                        <ns1:pt x="37" y="10"/>
                      </ns1:cubicBezTo>
                      <ns1:cubicBezTo>
                        <ns1:pt x="34" y="9"/>
                        <ns1:pt x="28" y="9"/>
                        <ns1:pt x="26" y="10"/>
                      </ns1:cubicBezTo>
                      <ns1:cubicBezTo>
                        <ns1:pt x="22" y="13"/>
                        <ns1:pt x="18" y="17"/>
                        <ns1:pt x="16" y="22"/>
                      </ns1:cubicBezTo>
                      <ns1:cubicBezTo>
                        <ns1:pt x="13" y="28"/>
                        <ns1:pt x="11" y="34"/>
                        <ns1:pt x="10" y="41"/>
                      </ns1:cubicBezTo>
                      <ns1:cubicBezTo>
                        <ns1:pt x="9" y="51"/>
                        <ns1:pt x="17" y="57"/>
                        <ns1:pt x="26" y="53"/>
                      </ns1:cubicBezTo>
                      <ns1:cubicBezTo>
                        <ns1:pt x="30" y="52"/>
                        <ns1:pt x="32" y="47"/>
                        <ns1:pt x="35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6" name="Freeform 20"/>
                <ns0:cNvSpPr/>
                <ns0:nvPr/>
              </ns0:nvSpPr>
              <ns0:spPr bwMode="auto">
                <ns1:xfrm>
                  <ns1:off x="1737165" y="4090446"/>
                  <ns1:ext cx="142190" cy="105363"/>
                </ns1:xfrm>
                <ns1:custGeom>
                  <ns1:avLst/>
                  <ns1:gdLst>
                    <ns1:gd name="T0" fmla="*/ 28 w 65"/>
                    <ns1:gd name="T1" fmla="*/ 5 h 48"/>
                    <ns1:gd name="T2" fmla="*/ 26 w 65"/>
                    <ns1:gd name="T3" fmla="*/ 9 h 48"/>
                    <ns1:gd name="T4" fmla="*/ 11 w 65"/>
                    <ns1:gd name="T5" fmla="*/ 12 h 48"/>
                    <ns1:gd name="T6" fmla="*/ 11 w 65"/>
                    <ns1:gd name="T7" fmla="*/ 22 h 48"/>
                    <ns1:gd name="T8" fmla="*/ 22 w 65"/>
                    <ns1:gd name="T9" fmla="*/ 24 h 48"/>
                    <ns1:gd name="T10" fmla="*/ 31 w 65"/>
                    <ns1:gd name="T11" fmla="*/ 18 h 48"/>
                    <ns1:gd name="T12" fmla="*/ 61 w 65"/>
                    <ns1:gd name="T13" fmla="*/ 26 h 48"/>
                    <ns1:gd name="T14" fmla="*/ 47 w 65"/>
                    <ns1:gd name="T15" fmla="*/ 48 h 48"/>
                    <ns1:gd name="T16" fmla="*/ 32 w 65"/>
                    <ns1:gd name="T17" fmla="*/ 45 h 48"/>
                    <ns1:gd name="T18" fmla="*/ 34 w 65"/>
                    <ns1:gd name="T19" fmla="*/ 39 h 48"/>
                    <ns1:gd name="T20" fmla="*/ 43 w 65"/>
                    <ns1:gd name="T21" fmla="*/ 41 h 48"/>
                    <ns1:gd name="T22" fmla="*/ 55 w 65"/>
                    <ns1:gd name="T23" fmla="*/ 33 h 48"/>
                    <ns1:gd name="T24" fmla="*/ 51 w 65"/>
                    <ns1:gd name="T25" fmla="*/ 23 h 48"/>
                    <ns1:gd name="T26" fmla="*/ 38 w 65"/>
                    <ns1:gd name="T27" fmla="*/ 23 h 48"/>
                    <ns1:gd name="T28" fmla="*/ 29 w 65"/>
                    <ns1:gd name="T29" fmla="*/ 30 h 48"/>
                    <ns1:gd name="T30" fmla="*/ 2 w 65"/>
                    <ns1:gd name="T31" fmla="*/ 19 h 48"/>
                    <ns1:gd name="T32" fmla="*/ 13 w 65"/>
                    <ns1:gd name="T33" fmla="*/ 1 h 48"/>
                    <ns1:gd name="T34" fmla="*/ 28 w 65"/>
                    <ns1:gd name="T35" fmla="*/ 5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65" h="48">
                      <ns1:moveTo>
                        <ns1:pt x="28" y="5"/>
                      </ns1:moveTo>
                      <ns1:cubicBezTo>
                        <ns1:pt x="28" y="6"/>
                        <ns1:pt x="27" y="8"/>
                        <ns1:pt x="26" y="9"/>
                      </ns1:cubicBezTo>
                      <ns1:cubicBezTo>
                        <ns1:pt x="20" y="7"/>
                        <ns1:pt x="15" y="5"/>
                        <ns1:pt x="11" y="12"/>
                      </ns1:cubicBezTo>
                      <ns1:cubicBezTo>
                        <ns1:pt x="8" y="15"/>
                        <ns1:pt x="8" y="19"/>
                        <ns1:pt x="11" y="22"/>
                      </ns1:cubicBezTo>
                      <ns1:cubicBezTo>
                        <ns1:pt x="14" y="25"/>
                        <ns1:pt x="18" y="27"/>
                        <ns1:pt x="22" y="24"/>
                      </ns1:cubicBezTo>
                      <ns1:cubicBezTo>
                        <ns1:pt x="25" y="23"/>
                        <ns1:pt x="28" y="20"/>
                        <ns1:pt x="31" y="18"/>
                      </ns1:cubicBezTo>
                      <ns1:cubicBezTo>
                        <ns1:pt x="41" y="11"/>
                        <ns1:pt x="56" y="15"/>
                        <ns1:pt x="61" y="26"/>
                      </ns1:cubicBezTo>
                      <ns1:cubicBezTo>
                        <ns1:pt x="65" y="36"/>
                        <ns1:pt x="58" y="48"/>
                        <ns1:pt x="47" y="48"/>
                      </ns1:cubicBezTo>
                      <ns1:cubicBezTo>
                        <ns1:pt x="42" y="48"/>
                        <ns1:pt x="37" y="46"/>
                        <ns1:pt x="32" y="45"/>
                      </ns1:cubicBezTo>
                      <ns1:cubicBezTo>
                        <ns1:pt x="33" y="42"/>
                        <ns1:pt x="34" y="41"/>
                        <ns1:pt x="34" y="39"/>
                      </ns1:cubicBezTo>
                      <ns1:cubicBezTo>
                        <ns1:pt x="38" y="40"/>
                        <ns1:pt x="41" y="41"/>
                        <ns1:pt x="43" y="41"/>
                      </ns1:cubicBezTo>
                      <ns1:cubicBezTo>
                        <ns1:pt x="49" y="42"/>
                        <ns1:pt x="53" y="38"/>
                        <ns1:pt x="55" y="33"/>
                      </ns1:cubicBezTo>
                      <ns1:cubicBezTo>
                        <ns1:pt x="56" y="29"/>
                        <ns1:pt x="54" y="26"/>
                        <ns1:pt x="51" y="23"/>
                      </ns1:cubicBezTo>
                      <ns1:cubicBezTo>
                        <ns1:pt x="47" y="20"/>
                        <ns1:pt x="43" y="20"/>
                        <ns1:pt x="38" y="23"/>
                      </ns1:cubicBezTo>
                      <ns1:cubicBezTo>
                        <ns1:pt x="35" y="25"/>
                        <ns1:pt x="32" y="28"/>
                        <ns1:pt x="29" y="30"/>
                      </ns1:cubicBezTo>
                      <ns1:cubicBezTo>
                        <ns1:pt x="19" y="35"/>
                        <ns1:pt x="6" y="29"/>
                        <ns1:pt x="2" y="19"/>
                      </ns1:cubicBezTo>
                      <ns1:cubicBezTo>
                        <ns1:pt x="0" y="12"/>
                        <ns1:pt x="5" y="3"/>
                        <ns1:pt x="13" y="1"/>
                      </ns1:cubicBezTo>
                      <ns1:cubicBezTo>
                        <ns1:pt x="18" y="0"/>
                        <ns1:pt x="23" y="1"/>
                        <ns1:pt x="28" y="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7" name="Freeform 21"/>
                <ns0:cNvSpPr/>
                <ns0:nvPr/>
              </ns0:nvSpPr>
              <ns0:spPr bwMode="auto">
                <ns1:xfrm>
                  <ns1:off x="1341287" y="4269457"/>
                  <ns1:ext cx="78766" cy="136051"/>
                </ns1:xfrm>
                <ns1:custGeom>
                  <ns1:avLst/>
                  <ns1:gdLst>
                    <ns1:gd name="T0" fmla="*/ 30 w 36"/>
                    <ns1:gd name="T1" fmla="*/ 0 h 62"/>
                    <ns1:gd name="T2" fmla="*/ 35 w 36"/>
                    <ns1:gd name="T3" fmla="*/ 1 h 62"/>
                    <ns1:gd name="T4" fmla="*/ 35 w 36"/>
                    <ns1:gd name="T5" fmla="*/ 47 h 62"/>
                    <ns1:gd name="T6" fmla="*/ 18 w 36"/>
                    <ns1:gd name="T7" fmla="*/ 62 h 62"/>
                    <ns1:gd name="T8" fmla="*/ 1 w 36"/>
                    <ns1:gd name="T9" fmla="*/ 48 h 62"/>
                    <ns1:gd name="T10" fmla="*/ 1 w 36"/>
                    <ns1:gd name="T11" fmla="*/ 1 h 62"/>
                    <ns1:gd name="T12" fmla="*/ 6 w 36"/>
                    <ns1:gd name="T13" fmla="*/ 1 h 62"/>
                    <ns1:gd name="T14" fmla="*/ 6 w 36"/>
                    <ns1:gd name="T15" fmla="*/ 13 h 62"/>
                    <ns1:gd name="T16" fmla="*/ 7 w 36"/>
                    <ns1:gd name="T17" fmla="*/ 45 h 62"/>
                    <ns1:gd name="T18" fmla="*/ 18 w 36"/>
                    <ns1:gd name="T19" fmla="*/ 54 h 62"/>
                    <ns1:gd name="T20" fmla="*/ 29 w 36"/>
                    <ns1:gd name="T21" fmla="*/ 45 h 62"/>
                    <ns1:gd name="T22" fmla="*/ 30 w 36"/>
                    <ns1:gd name="T23" fmla="*/ 19 h 62"/>
                    <ns1:gd name="T24" fmla="*/ 30 w 36"/>
                    <ns1:gd name="T25" fmla="*/ 0 h 6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36" h="62">
                      <ns1:moveTo>
                        <ns1:pt x="30" y="0"/>
                      </ns1:moveTo>
                      <ns1:cubicBezTo>
                        <ns1:pt x="32" y="0"/>
                        <ns1:pt x="34" y="1"/>
                        <ns1:pt x="35" y="1"/>
                      </ns1:cubicBezTo>
                      <ns1:cubicBezTo>
                        <ns1:pt x="35" y="16"/>
                        <ns1:pt x="36" y="32"/>
                        <ns1:pt x="35" y="47"/>
                      </ns1:cubicBezTo>
                      <ns1:cubicBezTo>
                        <ns1:pt x="34" y="57"/>
                        <ns1:pt x="27" y="62"/>
                        <ns1:pt x="18" y="62"/>
                      </ns1:cubicBezTo>
                      <ns1:cubicBezTo>
                        <ns1:pt x="9" y="62"/>
                        <ns1:pt x="2" y="57"/>
                        <ns1:pt x="1" y="48"/>
                      </ns1:cubicBezTo>
                      <ns1:cubicBezTo>
                        <ns1:pt x="0" y="32"/>
                        <ns1:pt x="1" y="16"/>
                        <ns1:pt x="1" y="1"/>
                      </ns1:cubicBezTo>
                      <ns1:cubicBezTo>
                        <ns1:pt x="2" y="1"/>
                        <ns1:pt x="4" y="1"/>
                        <ns1:pt x="6" y="1"/>
                      </ns1:cubicBezTo>
                      <ns1:cubicBezTo>
                        <ns1:pt x="6" y="5"/>
                        <ns1:pt x="6" y="9"/>
                        <ns1:pt x="6" y="13"/>
                      </ns1:cubicBezTo>
                      <ns1:cubicBezTo>
                        <ns1:pt x="7" y="24"/>
                        <ns1:pt x="7" y="35"/>
                        <ns1:pt x="7" y="45"/>
                      </ns1:cubicBezTo>
                      <ns1:cubicBezTo>
                        <ns1:pt x="8" y="51"/>
                        <ns1:pt x="12" y="54"/>
                        <ns1:pt x="18" y="54"/>
                      </ns1:cubicBezTo>
                      <ns1:cubicBezTo>
                        <ns1:pt x="24" y="54"/>
                        <ns1:pt x="28" y="51"/>
                        <ns1:pt x="29" y="45"/>
                      </ns1:cubicBezTo>
                      <ns1:cubicBezTo>
                        <ns1:pt x="30" y="36"/>
                        <ns1:pt x="30" y="27"/>
                        <ns1:pt x="30" y="19"/>
                      </ns1:cubicBezTo>
                      <ns1:cubicBezTo>
                        <ns1:pt x="30" y="13"/>
                        <ns1:pt x="30" y="7"/>
                        <ns1:pt x="3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8" name="Freeform 22"/>
                <ns0:cNvSpPr>
                  <ns1:spLocks noEditPoints="1"/>
                </ns0:cNvSpPr>
                <ns0:nvPr/>
              </ns0:nvSpPr>
              <ns0:spPr bwMode="auto">
                <ns1:xfrm>
                  <ns1:off x="990423" y="4201944"/>
                  <ns1:ext cx="126844" cy="138096"/>
                </ns1:xfrm>
                <ns1:custGeom>
                  <ns1:avLst/>
                  <ns1:gdLst>
                    <ns1:gd name="T0" fmla="*/ 52 w 58"/>
                    <ns1:gd name="T1" fmla="*/ 0 h 63"/>
                    <ns1:gd name="T2" fmla="*/ 56 w 58"/>
                    <ns1:gd name="T3" fmla="*/ 10 h 63"/>
                    <ns1:gd name="T4" fmla="*/ 34 w 58"/>
                    <ns1:gd name="T5" fmla="*/ 63 h 63"/>
                    <ns1:gd name="T6" fmla="*/ 28 w 58"/>
                    <ns1:gd name="T7" fmla="*/ 59 h 63"/>
                    <ns1:gd name="T8" fmla="*/ 35 w 58"/>
                    <ns1:gd name="T9" fmla="*/ 41 h 63"/>
                    <ns1:gd name="T10" fmla="*/ 21 w 58"/>
                    <ns1:gd name="T11" fmla="*/ 30 h 63"/>
                    <ns1:gd name="T12" fmla="*/ 5 w 58"/>
                    <ns1:gd name="T13" fmla="*/ 42 h 63"/>
                    <ns1:gd name="T14" fmla="*/ 0 w 58"/>
                    <ns1:gd name="T15" fmla="*/ 38 h 63"/>
                    <ns1:gd name="T16" fmla="*/ 52 w 58"/>
                    <ns1:gd name="T17" fmla="*/ 0 h 63"/>
                    <ns1:gd name="T18" fmla="*/ 49 w 58"/>
                    <ns1:gd name="T19" fmla="*/ 9 h 63"/>
                    <ns1:gd name="T20" fmla="*/ 27 w 58"/>
                    <ns1:gd name="T21" fmla="*/ 26 h 63"/>
                    <ns1:gd name="T22" fmla="*/ 38 w 58"/>
                    <ns1:gd name="T23" fmla="*/ 35 h 63"/>
                    <ns1:gd name="T24" fmla="*/ 49 w 58"/>
                    <ns1:gd name="T25" fmla="*/ 9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8" h="63">
                      <ns1:moveTo>
                        <ns1:pt x="52" y="0"/>
                      </ns1:moveTo>
                      <ns1:cubicBezTo>
                        <ns1:pt x="57" y="2"/>
                        <ns1:pt x="58" y="5"/>
                        <ns1:pt x="56" y="10"/>
                      </ns1:cubicBezTo>
                      <ns1:cubicBezTo>
                        <ns1:pt x="48" y="27"/>
                        <ns1:pt x="41" y="45"/>
                        <ns1:pt x="34" y="63"/>
                      </ns1:cubicBezTo>
                      <ns1:cubicBezTo>
                        <ns1:pt x="32" y="61"/>
                        <ns1:pt x="30" y="60"/>
                        <ns1:pt x="28" y="59"/>
                      </ns1:cubicBezTo>
                      <ns1:cubicBezTo>
                        <ns1:pt x="31" y="53"/>
                        <ns1:pt x="33" y="47"/>
                        <ns1:pt x="35" y="41"/>
                      </ns1:cubicBezTo>
                      <ns1:cubicBezTo>
                        <ns1:pt x="31" y="38"/>
                        <ns1:pt x="26" y="34"/>
                        <ns1:pt x="21" y="30"/>
                      </ns1:cubicBezTo>
                      <ns1:cubicBezTo>
                        <ns1:pt x="16" y="34"/>
                        <ns1:pt x="11" y="38"/>
                        <ns1:pt x="5" y="42"/>
                      </ns1:cubicBezTo>
                      <ns1:cubicBezTo>
                        <ns1:pt x="4" y="40"/>
                        <ns1:pt x="2" y="39"/>
                        <ns1:pt x="0" y="38"/>
                      </ns1:cubicBezTo>
                      <ns1:cubicBezTo>
                        <ns1:pt x="18" y="25"/>
                        <ns1:pt x="35" y="13"/>
                        <ns1:pt x="52" y="0"/>
                      </ns1:cubicBezTo>
                      <ns1:close/>
                      <ns1:moveTo>
                        <ns1:pt x="49" y="9"/>
                      </ns1:moveTo>
                      <ns1:cubicBezTo>
                        <ns1:pt x="41" y="15"/>
                        <ns1:pt x="34" y="20"/>
                        <ns1:pt x="27" y="26"/>
                      </ns1:cubicBezTo>
                      <ns1:cubicBezTo>
                        <ns1:pt x="31" y="29"/>
                        <ns1:pt x="34" y="32"/>
                        <ns1:pt x="38" y="35"/>
                      </ns1:cubicBezTo>
                      <ns1:cubicBezTo>
                        <ns1:pt x="42" y="26"/>
                        <ns1:pt x="45" y="18"/>
                        <ns1:pt x="49" y="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9" name="Freeform 23"/>
                <ns0:cNvSpPr>
                  <ns1:spLocks noEditPoints="1"/>
                </ns0:cNvSpPr>
                <ns0:nvPr/>
              </ns0:nvSpPr>
              <ns0:spPr bwMode="auto">
                <ns1:xfrm>
                  <ns1:off x="1253318" y="4119085"/>
                  <ns1:ext cx="72627" cy="107408"/>
                </ns1:xfrm>
                <ns1:custGeom>
                  <ns1:avLst/>
                  <ns1:gdLst>
                    <ns1:gd name="T0" fmla="*/ 11 w 33"/>
                    <ns1:gd name="T1" fmla="*/ 23 h 49"/>
                    <ns1:gd name="T2" fmla="*/ 10 w 33"/>
                    <ns1:gd name="T3" fmla="*/ 3 h 49"/>
                    <ns1:gd name="T4" fmla="*/ 30 w 33"/>
                    <ns1:gd name="T5" fmla="*/ 7 h 49"/>
                    <ns1:gd name="T6" fmla="*/ 24 w 33"/>
                    <ns1:gd name="T7" fmla="*/ 22 h 49"/>
                    <ns1:gd name="T8" fmla="*/ 29 w 33"/>
                    <ns1:gd name="T9" fmla="*/ 38 h 49"/>
                    <ns1:gd name="T10" fmla="*/ 24 w 33"/>
                    <ns1:gd name="T11" fmla="*/ 44 h 49"/>
                    <ns1:gd name="T12" fmla="*/ 4 w 33"/>
                    <ns1:gd name="T13" fmla="*/ 42 h 49"/>
                    <ns1:gd name="T14" fmla="*/ 11 w 33"/>
                    <ns1:gd name="T15" fmla="*/ 23 h 49"/>
                    <ns1:gd name="T16" fmla="*/ 15 w 33"/>
                    <ns1:gd name="T17" fmla="*/ 26 h 49"/>
                    <ns1:gd name="T18" fmla="*/ 10 w 33"/>
                    <ns1:gd name="T19" fmla="*/ 38 h 49"/>
                    <ns1:gd name="T20" fmla="*/ 15 w 33"/>
                    <ns1:gd name="T21" fmla="*/ 43 h 49"/>
                    <ns1:gd name="T22" fmla="*/ 21 w 33"/>
                    <ns1:gd name="T23" fmla="*/ 41 h 49"/>
                    <ns1:gd name="T24" fmla="*/ 21 w 33"/>
                    <ns1:gd name="T25" fmla="*/ 34 h 49"/>
                    <ns1:gd name="T26" fmla="*/ 15 w 33"/>
                    <ns1:gd name="T27" fmla="*/ 26 h 49"/>
                    <ns1:gd name="T28" fmla="*/ 17 w 33"/>
                    <ns1:gd name="T29" fmla="*/ 20 h 49"/>
                    <ns1:gd name="T30" fmla="*/ 25 w 33"/>
                    <ns1:gd name="T31" fmla="*/ 10 h 49"/>
                    <ns1:gd name="T32" fmla="*/ 20 w 33"/>
                    <ns1:gd name="T33" fmla="*/ 6 h 49"/>
                    <ns1:gd name="T34" fmla="*/ 13 w 33"/>
                    <ns1:gd name="T35" fmla="*/ 9 h 49"/>
                    <ns1:gd name="T36" fmla="*/ 17 w 33"/>
                    <ns1:gd name="T37" fmla="*/ 20 h 4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33" h="49">
                      <ns1:moveTo>
                        <ns1:pt x="11" y="23"/>
                      </ns1:moveTo>
                      <ns1:cubicBezTo>
                        <ns1:pt x="4" y="14"/>
                        <ns1:pt x="4" y="8"/>
                        <ns1:pt x="10" y="3"/>
                      </ns1:cubicBezTo>
                      <ns1:cubicBezTo>
                        <ns1:pt x="16" y="0"/>
                        <ns1:pt x="26" y="1"/>
                        <ns1:pt x="30" y="7"/>
                      </ns1:cubicBezTo>
                      <ns1:cubicBezTo>
                        <ns1:pt x="33" y="12"/>
                        <ns1:pt x="31" y="17"/>
                        <ns1:pt x="24" y="22"/>
                      </ns1:cubicBezTo>
                      <ns1:cubicBezTo>
                        <ns1:pt x="26" y="28"/>
                        <ns1:pt x="28" y="33"/>
                        <ns1:pt x="29" y="38"/>
                      </ns1:cubicBezTo>
                      <ns1:cubicBezTo>
                        <ns1:pt x="29" y="40"/>
                        <ns1:pt x="26" y="43"/>
                        <ns1:pt x="24" y="44"/>
                      </ns1:cubicBezTo>
                      <ns1:cubicBezTo>
                        <ns1:pt x="19" y="49"/>
                        <ns1:pt x="8" y="47"/>
                        <ns1:pt x="4" y="42"/>
                      </ns1:cubicBezTo>
                      <ns1:cubicBezTo>
                        <ns1:pt x="0" y="35"/>
                        <ns1:pt x="1" y="31"/>
                        <ns1:pt x="11" y="23"/>
                      </ns1:cubicBezTo>
                      <ns1:close/>
                      <ns1:moveTo>
                        <ns1:pt x="15" y="26"/>
                      </ns1:moveTo>
                      <ns1:cubicBezTo>
                        <ns1:pt x="10" y="30"/>
                        <ns1:pt x="8" y="34"/>
                        <ns1:pt x="10" y="38"/>
                      </ns1:cubicBezTo>
                      <ns1:cubicBezTo>
                        <ns1:pt x="10" y="40"/>
                        <ns1:pt x="13" y="42"/>
                        <ns1:pt x="15" y="43"/>
                      </ns1:cubicBezTo>
                      <ns1:cubicBezTo>
                        <ns1:pt x="17" y="43"/>
                        <ns1:pt x="20" y="42"/>
                        <ns1:pt x="21" y="41"/>
                      </ns1:cubicBezTo>
                      <ns1:cubicBezTo>
                        <ns1:pt x="22" y="39"/>
                        <ns1:pt x="22" y="36"/>
                        <ns1:pt x="21" y="34"/>
                      </ns1:cubicBezTo>
                      <ns1:cubicBezTo>
                        <ns1:pt x="19" y="31"/>
                        <ns1:pt x="17" y="29"/>
                        <ns1:pt x="15" y="26"/>
                      </ns1:cubicBezTo>
                      <ns1:close/>
                      <ns1:moveTo>
                        <ns1:pt x="17" y="20"/>
                      </ns1:moveTo>
                      <ns1:cubicBezTo>
                        <ns1:pt x="23" y="17"/>
                        <ns1:pt x="26" y="14"/>
                        <ns1:pt x="25" y="10"/>
                      </ns1:cubicBezTo>
                      <ns1:cubicBezTo>
                        <ns1:pt x="24" y="8"/>
                        <ns1:pt x="21" y="6"/>
                        <ns1:pt x="20" y="6"/>
                      </ns1:cubicBezTo>
                      <ns1:cubicBezTo>
                        <ns1:pt x="18" y="6"/>
                        <ns1:pt x="13" y="8"/>
                        <ns1:pt x="13" y="9"/>
                      </ns1:cubicBezTo>
                      <ns1:cubicBezTo>
                        <ns1:pt x="14" y="12"/>
                        <ns1:pt x="16" y="16"/>
                        <ns1:pt x="17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0" name="Freeform 24"/>
                <ns0:cNvSpPr/>
                <ns0:nvPr/>
              </ns0:nvSpPr>
              <ns0:spPr bwMode="auto">
                <ns1:xfrm>
                  <ns1:off x="1529506" y="4211152"/>
                  <ns1:ext cx="96156" cy="140140"/>
                </ns1:xfrm>
                <ns1:custGeom>
                  <ns1:avLst/>
                  <ns1:gdLst>
                    <ns1:gd name="T0" fmla="*/ 44 w 44"/>
                    <ns1:gd name="T1" fmla="*/ 61 h 64"/>
                    <ns1:gd name="T2" fmla="*/ 36 w 44"/>
                    <ns1:gd name="T3" fmla="*/ 60 h 64"/>
                    <ns1:gd name="T4" fmla="*/ 0 w 44"/>
                    <ns1:gd name="T5" fmla="*/ 14 h 64"/>
                    <ns1:gd name="T6" fmla="*/ 6 w 44"/>
                    <ns1:gd name="T7" fmla="*/ 11 h 64"/>
                    <ns1:gd name="T8" fmla="*/ 37 w 44"/>
                    <ns1:gd name="T9" fmla="*/ 53 h 64"/>
                    <ns1:gd name="T10" fmla="*/ 38 w 44"/>
                    <ns1:gd name="T11" fmla="*/ 52 h 64"/>
                    <ns1:gd name="T12" fmla="*/ 34 w 44"/>
                    <ns1:gd name="T13" fmla="*/ 24 h 64"/>
                    <ns1:gd name="T14" fmla="*/ 31 w 44"/>
                    <ns1:gd name="T15" fmla="*/ 6 h 64"/>
                    <ns1:gd name="T16" fmla="*/ 36 w 44"/>
                    <ns1:gd name="T17" fmla="*/ 0 h 64"/>
                    <ns1:gd name="T18" fmla="*/ 44 w 44"/>
                    <ns1:gd name="T19" fmla="*/ 61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44" h="64">
                      <ns1:moveTo>
                        <ns1:pt x="44" y="61"/>
                      </ns1:moveTo>
                      <ns1:cubicBezTo>
                        <ns1:pt x="41" y="64"/>
                        <ns1:pt x="39" y="63"/>
                        <ns1:pt x="36" y="60"/>
                      </ns1:cubicBezTo>
                      <ns1:cubicBezTo>
                        <ns1:pt x="24" y="45"/>
                        <ns1:pt x="13" y="29"/>
                        <ns1:pt x="0" y="14"/>
                      </ns1:cubicBezTo>
                      <ns1:cubicBezTo>
                        <ns1:pt x="2" y="13"/>
                        <ns1:pt x="4" y="12"/>
                        <ns1:pt x="6" y="11"/>
                      </ns1:cubicBezTo>
                      <ns1:cubicBezTo>
                        <ns1:pt x="17" y="25"/>
                        <ns1:pt x="27" y="39"/>
                        <ns1:pt x="37" y="53"/>
                      </ns1:cubicBezTo>
                      <ns1:cubicBezTo>
                        <ns1:pt x="37" y="53"/>
                        <ns1:pt x="38" y="52"/>
                        <ns1:pt x="38" y="52"/>
                      </ns1:cubicBezTo>
                      <ns1:cubicBezTo>
                        <ns1:pt x="37" y="43"/>
                        <ns1:pt x="35" y="33"/>
                        <ns1:pt x="34" y="24"/>
                      </ns1:cubicBezTo>
                      <ns1:cubicBezTo>
                        <ns1:pt x="33" y="18"/>
                        <ns1:pt x="32" y="12"/>
                        <ns1:pt x="31" y="6"/>
                      </ns1:cubicBezTo>
                      <ns1:cubicBezTo>
                        <ns1:pt x="31" y="2"/>
                        <ns1:pt x="32" y="0"/>
                        <ns1:pt x="36" y="0"/>
                      </ns1:cubicBezTo>
                      <ns1:cubicBezTo>
                        <ns1:pt x="39" y="21"/>
                        <ns1:pt x="42" y="41"/>
                        <ns1:pt x="44" y="6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1" name="Freeform 25"/>
                <ns0:cNvSpPr>
                  <ns1:spLocks noEditPoints="1"/>
                </ns0:cNvSpPr>
                <ns0:nvPr/>
              </ns0:nvSpPr>
              <ns0:spPr bwMode="auto">
                <ns1:xfrm>
                  <ns1:off x="1378113" y="4121134"/>
                  <ns1:ext cx="76721" cy="100245"/>
                </ns1:xfrm>
                <ns1:custGeom>
                  <ns1:avLst/>
                  <ns1:gdLst>
                    <ns1:gd name="T0" fmla="*/ 7 w 35"/>
                    <ns1:gd name="T1" fmla="*/ 46 h 46"/>
                    <ns1:gd name="T2" fmla="*/ 17 w 35"/>
                    <ns1:gd name="T3" fmla="*/ 39 h 46"/>
                    <ns1:gd name="T4" fmla="*/ 23 w 35"/>
                    <ns1:gd name="T5" fmla="*/ 29 h 46"/>
                    <ns1:gd name="T6" fmla="*/ 22 w 35"/>
                    <ns1:gd name="T7" fmla="*/ 28 h 46"/>
                    <ns1:gd name="T8" fmla="*/ 20 w 35"/>
                    <ns1:gd name="T9" fmla="*/ 29 h 46"/>
                    <ns1:gd name="T10" fmla="*/ 5 w 35"/>
                    <ns1:gd name="T11" fmla="*/ 26 h 46"/>
                    <ns1:gd name="T12" fmla="*/ 3 w 35"/>
                    <ns1:gd name="T13" fmla="*/ 8 h 46"/>
                    <ns1:gd name="T14" fmla="*/ 16 w 35"/>
                    <ns1:gd name="T15" fmla="*/ 0 h 46"/>
                    <ns1:gd name="T16" fmla="*/ 31 w 35"/>
                    <ns1:gd name="T17" fmla="*/ 15 h 46"/>
                    <ns1:gd name="T18" fmla="*/ 7 w 35"/>
                    <ns1:gd name="T19" fmla="*/ 46 h 46"/>
                    <ns1:gd name="T20" fmla="*/ 23 w 35"/>
                    <ns1:gd name="T21" fmla="*/ 19 h 46"/>
                    <ns1:gd name="T22" fmla="*/ 14 w 35"/>
                    <ns1:gd name="T23" fmla="*/ 5 h 46"/>
                    <ns1:gd name="T24" fmla="*/ 8 w 35"/>
                    <ns1:gd name="T25" fmla="*/ 11 h 46"/>
                    <ns1:gd name="T26" fmla="*/ 16 w 35"/>
                    <ns1:gd name="T27" fmla="*/ 24 h 46"/>
                    <ns1:gd name="T28" fmla="*/ 23 w 35"/>
                    <ns1:gd name="T29" fmla="*/ 19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</ns1:cxnLst>
                  <ns1:rect l="0" t="0" r="r" b="b"/>
                  <ns1:pathLst>
                    <ns1:path w="35" h="46">
                      <ns1:moveTo>
                        <ns1:pt x="7" y="46"/>
                      </ns1:moveTo>
                      <ns1:cubicBezTo>
                        <ns1:pt x="10" y="44"/>
                        <ns1:pt x="14" y="42"/>
                        <ns1:pt x="17" y="39"/>
                      </ns1:cubicBezTo>
                      <ns1:cubicBezTo>
                        <ns1:pt x="19" y="36"/>
                        <ns1:pt x="21" y="32"/>
                        <ns1:pt x="23" y="29"/>
                      </ns1:cubicBezTo>
                      <ns1:cubicBezTo>
                        <ns1:pt x="23" y="28"/>
                        <ns1:pt x="22" y="28"/>
                        <ns1:pt x="22" y="28"/>
                      </ns1:cubicBezTo>
                      <ns1:cubicBezTo>
                        <ns1:pt x="21" y="28"/>
                        <ns1:pt x="20" y="28"/>
                        <ns1:pt x="20" y="29"/>
                      </ns1:cubicBezTo>
                      <ns1:cubicBezTo>
                        <ns1:pt x="14" y="31"/>
                        <ns1:pt x="9" y="30"/>
                        <ns1:pt x="5" y="26"/>
                      </ns1:cubicBezTo>
                      <ns1:cubicBezTo>
                        <ns1:pt x="1" y="22"/>
                        <ns1:pt x="0" y="14"/>
                        <ns1:pt x="3" y="8"/>
                      </ns1:cubicBezTo>
                      <ns1:cubicBezTo>
                        <ns1:pt x="5" y="3"/>
                        <ns1:pt x="10" y="0"/>
                        <ns1:pt x="16" y="0"/>
                      </ns1:cubicBezTo>
                      <ns1:cubicBezTo>
                        <ns1:pt x="23" y="1"/>
                        <ns1:pt x="28" y="6"/>
                        <ns1:pt x="31" y="15"/>
                      </ns1:cubicBezTo>
                      <ns1:cubicBezTo>
                        <ns1:pt x="35" y="30"/>
                        <ns1:pt x="24" y="46"/>
                        <ns1:pt x="7" y="46"/>
                      </ns1:cubicBezTo>
                      <ns1:close/>
                      <ns1:moveTo>
                        <ns1:pt x="23" y="19"/>
                      </ns1:moveTo>
                      <ns1:cubicBezTo>
                        <ns1:pt x="23" y="12"/>
                        <ns1:pt x="18" y="5"/>
                        <ns1:pt x="14" y="5"/>
                      </ns1:cubicBezTo>
                      <ns1:cubicBezTo>
                        <ns1:pt x="10" y="5"/>
                        <ns1:pt x="8" y="8"/>
                        <ns1:pt x="8" y="11"/>
                      </ns1:cubicBezTo>
                      <ns1:cubicBezTo>
                        <ns1:pt x="8" y="18"/>
                        <ns1:pt x="12" y="24"/>
                        <ns1:pt x="16" y="24"/>
                      </ns1:cubicBezTo>
                      <ns1:cubicBezTo>
                        <ns1:pt x="20" y="24"/>
                        <ns1:pt x="23" y="23"/>
                        <ns1:pt x="23" y="1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2" name="Freeform 26"/>
                <ns0:cNvSpPr/>
                <ns0:nvPr/>
              </ns0:nvSpPr>
              <ns0:spPr bwMode="auto">
                <ns1:xfrm>
                  <ns1:off x="1616455" y="4175350"/>
                  <ns1:ext cx="118661" cy="138096"/>
                </ns1:xfrm>
                <ns1:custGeom>
                  <ns1:avLst/>
                  <ns1:gdLst>
                    <ns1:gd name="T0" fmla="*/ 32 w 54"/>
                    <ns1:gd name="T1" fmla="*/ 22 h 63"/>
                    <ns1:gd name="T2" fmla="*/ 36 w 54"/>
                    <ns1:gd name="T3" fmla="*/ 28 h 63"/>
                    <ns1:gd name="T4" fmla="*/ 23 w 54"/>
                    <ns1:gd name="T5" fmla="*/ 37 h 63"/>
                    <ns1:gd name="T6" fmla="*/ 34 w 54"/>
                    <ns1:gd name="T7" fmla="*/ 54 h 63"/>
                    <ns1:gd name="T8" fmla="*/ 50 w 54"/>
                    <ns1:gd name="T9" fmla="*/ 45 h 63"/>
                    <ns1:gd name="T10" fmla="*/ 54 w 54"/>
                    <ns1:gd name="T11" fmla="*/ 51 h 63"/>
                    <ns1:gd name="T12" fmla="*/ 35 w 54"/>
                    <ns1:gd name="T13" fmla="*/ 63 h 63"/>
                    <ns1:gd name="T14" fmla="*/ 0 w 54"/>
                    <ns1:gd name="T15" fmla="*/ 12 h 63"/>
                    <ns1:gd name="T16" fmla="*/ 19 w 54"/>
                    <ns1:gd name="T17" fmla="*/ 0 h 63"/>
                    <ns1:gd name="T18" fmla="*/ 23 w 54"/>
                    <ns1:gd name="T19" fmla="*/ 6 h 63"/>
                    <ns1:gd name="T20" fmla="*/ 8 w 54"/>
                    <ns1:gd name="T21" fmla="*/ 16 h 63"/>
                    <ns1:gd name="T22" fmla="*/ 18 w 54"/>
                    <ns1:gd name="T23" fmla="*/ 31 h 63"/>
                    <ns1:gd name="T24" fmla="*/ 32 w 54"/>
                    <ns1:gd name="T25" fmla="*/ 22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4" h="63">
                      <ns1:moveTo>
                        <ns1:pt x="32" y="22"/>
                      </ns1:moveTo>
                      <ns1:cubicBezTo>
                        <ns1:pt x="34" y="25"/>
                        <ns1:pt x="35" y="26"/>
                        <ns1:pt x="36" y="28"/>
                      </ns1:cubicBezTo>
                      <ns1:cubicBezTo>
                        <ns1:pt x="32" y="31"/>
                        <ns1:pt x="28" y="34"/>
                        <ns1:pt x="23" y="37"/>
                      </ns1:cubicBezTo>
                      <ns1:cubicBezTo>
                        <ns1:pt x="27" y="43"/>
                        <ns1:pt x="30" y="48"/>
                        <ns1:pt x="34" y="54"/>
                      </ns1:cubicBezTo>
                      <ns1:cubicBezTo>
                        <ns1:pt x="39" y="51"/>
                        <ns1:pt x="44" y="48"/>
                        <ns1:pt x="50" y="45"/>
                      </ns1:cubicBezTo>
                      <ns1:cubicBezTo>
                        <ns1:pt x="51" y="46"/>
                        <ns1:pt x="52" y="48"/>
                        <ns1:pt x="54" y="51"/>
                      </ns1:cubicBezTo>
                      <ns1:cubicBezTo>
                        <ns1:pt x="48" y="55"/>
                        <ns1:pt x="42" y="59"/>
                        <ns1:pt x="35" y="63"/>
                      </ns1:cubicBezTo>
                      <ns1:cubicBezTo>
                        <ns1:pt x="23" y="46"/>
                        <ns1:pt x="12" y="29"/>
                        <ns1:pt x="0" y="12"/>
                      </ns1:cubicBezTo>
                      <ns1:cubicBezTo>
                        <ns1:pt x="6" y="8"/>
                        <ns1:pt x="12" y="4"/>
                        <ns1:pt x="19" y="0"/>
                      </ns1:cubicBezTo>
                      <ns1:cubicBezTo>
                        <ns1:pt x="20" y="2"/>
                        <ns1:pt x="21" y="4"/>
                        <ns1:pt x="23" y="6"/>
                      </ns1:cubicBezTo>
                      <ns1:cubicBezTo>
                        <ns1:pt x="18" y="10"/>
                        <ns1:pt x="13" y="13"/>
                        <ns1:pt x="8" y="16"/>
                      </ns1:cubicBezTo>
                      <ns1:cubicBezTo>
                        <ns1:pt x="12" y="21"/>
                        <ns1:pt x="15" y="26"/>
                        <ns1:pt x="18" y="31"/>
                      </ns1:cubicBezTo>
                      <ns1:cubicBezTo>
                        <ns1:pt x="23" y="28"/>
                        <ns1:pt x="27" y="25"/>
                        <ns1:pt x="32" y="2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3" name="Freeform 27"/>
                <ns0:cNvSpPr/>
                <ns0:nvPr/>
              </ns0:nvSpPr>
              <ns0:spPr bwMode="auto">
                <ns1:xfrm>
                  <ns1:off x="1838435" y="3888927"/>
                  <ns1:ext cx="144234" cy="80810"/>
                </ns1:xfrm>
                <ns1:custGeom>
                  <ns1:avLst/>
                  <ns1:gdLst>
                    <ns1:gd name="T0" fmla="*/ 10 w 66"/>
                    <ns1:gd name="T1" fmla="*/ 0 h 37"/>
                    <ns1:gd name="T2" fmla="*/ 33 w 66"/>
                    <ns1:gd name="T3" fmla="*/ 18 h 37"/>
                    <ns1:gd name="T4" fmla="*/ 54 w 66"/>
                    <ns1:gd name="T5" fmla="*/ 28 h 37"/>
                    <ns1:gd name="T6" fmla="*/ 66 w 66"/>
                    <ns1:gd name="T7" fmla="*/ 31 h 37"/>
                    <ns1:gd name="T8" fmla="*/ 65 w 66"/>
                    <ns1:gd name="T9" fmla="*/ 37 h 37"/>
                    <ns1:gd name="T10" fmla="*/ 1 w 66"/>
                    <ns1:gd name="T11" fmla="*/ 36 h 37"/>
                    <ns1:gd name="T12" fmla="*/ 6 w 66"/>
                    <ns1:gd name="T13" fmla="*/ 28 h 37"/>
                    <ns1:gd name="T14" fmla="*/ 32 w 66"/>
                    <ns1:gd name="T15" fmla="*/ 25 h 37"/>
                    <ns1:gd name="T16" fmla="*/ 12 w 66"/>
                    <ns1:gd name="T17" fmla="*/ 9 h 37"/>
                    <ns1:gd name="T18" fmla="*/ 10 w 66"/>
                    <ns1:gd name="T19" fmla="*/ 0 h 3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6" h="37">
                      <ns1:moveTo>
                        <ns1:pt x="10" y="0"/>
                      </ns1:moveTo>
                      <ns1:cubicBezTo>
                        <ns1:pt x="18" y="6"/>
                        <ns1:pt x="26" y="11"/>
                        <ns1:pt x="33" y="18"/>
                      </ns1:cubicBezTo>
                      <ns1:cubicBezTo>
                        <ns1:pt x="39" y="23"/>
                        <ns1:pt x="46" y="26"/>
                        <ns1:pt x="54" y="28"/>
                      </ns1:cubicBezTo>
                      <ns1:cubicBezTo>
                        <ns1:pt x="58" y="29"/>
                        <ns1:pt x="62" y="30"/>
                        <ns1:pt x="66" y="31"/>
                      </ns1:cubicBezTo>
                      <ns1:cubicBezTo>
                        <ns1:pt x="66" y="33"/>
                        <ns1:pt x="65" y="34"/>
                        <ns1:pt x="65" y="37"/>
                      </ns1:cubicBezTo>
                      <ns1:cubicBezTo>
                        <ns1:pt x="43" y="26"/>
                        <ns1:pt x="22" y="32"/>
                        <ns1:pt x="1" y="36"/>
                      </ns1:cubicBezTo>
                      <ns1:cubicBezTo>
                        <ns1:pt x="0" y="31"/>
                        <ns1:pt x="2" y="29"/>
                        <ns1:pt x="6" y="28"/>
                      </ns1:cubicBezTo>
                      <ns1:cubicBezTo>
                        <ns1:pt x="15" y="27"/>
                        <ns1:pt x="23" y="26"/>
                        <ns1:pt x="32" y="25"/>
                      </ns1:cubicBezTo>
                      <ns1:cubicBezTo>
                        <ns1:pt x="25" y="19"/>
                        <ns1:pt x="19" y="14"/>
                        <ns1:pt x="12" y="9"/>
                      </ns1:cubicBezTo>
                      <ns1:cubicBezTo>
                        <ns1:pt x="8" y="6"/>
                        <ns1:pt x="8" y="6"/>
                        <ns1:pt x="1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4" name="Freeform 28"/>
                <ns0:cNvSpPr/>
                <ns0:nvPr/>
              </ns0:nvSpPr>
              <ns0:spPr bwMode="auto">
                <ns1:xfrm>
                  <ns1:off x="1802629" y="3967692"/>
                  <ns1:ext cx="142190" cy="96156"/>
                </ns1:xfrm>
                <ns1:custGeom>
                  <ns1:avLst/>
                  <ns1:gdLst>
                    <ns1:gd name="T0" fmla="*/ 65 w 65"/>
                    <ns1:gd name="T1" fmla="*/ 38 h 44"/>
                    <ns1:gd name="T2" fmla="*/ 63 w 65"/>
                    <ns1:gd name="T3" fmla="*/ 44 h 44"/>
                    <ns1:gd name="T4" fmla="*/ 13 w 65"/>
                    <ns1:gd name="T5" fmla="*/ 21 h 44"/>
                    <ns1:gd name="T6" fmla="*/ 7 w 65"/>
                    <ns1:gd name="T7" fmla="*/ 32 h 44"/>
                    <ns1:gd name="T8" fmla="*/ 0 w 65"/>
                    <ns1:gd name="T9" fmla="*/ 29 h 44"/>
                    <ns1:gd name="T10" fmla="*/ 15 w 65"/>
                    <ns1:gd name="T11" fmla="*/ 0 h 44"/>
                    <ns1:gd name="T12" fmla="*/ 21 w 65"/>
                    <ns1:gd name="T13" fmla="*/ 3 h 44"/>
                    <ns1:gd name="T14" fmla="*/ 16 w 65"/>
                    <ns1:gd name="T15" fmla="*/ 15 h 44"/>
                    <ns1:gd name="T16" fmla="*/ 65 w 65"/>
                    <ns1:gd name="T17" fmla="*/ 38 h 4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65" h="44">
                      <ns1:moveTo>
                        <ns1:pt x="65" y="38"/>
                      </ns1:moveTo>
                      <ns1:cubicBezTo>
                        <ns1:pt x="64" y="40"/>
                        <ns1:pt x="64" y="42"/>
                        <ns1:pt x="63" y="44"/>
                      </ns1:cubicBezTo>
                      <ns1:cubicBezTo>
                        <ns1:pt x="46" y="36"/>
                        <ns1:pt x="30" y="28"/>
                        <ns1:pt x="13" y="21"/>
                      </ns1:cubicBezTo>
                      <ns1:cubicBezTo>
                        <ns1:pt x="11" y="25"/>
                        <ns1:pt x="9" y="28"/>
                        <ns1:pt x="7" y="32"/>
                      </ns1:cubicBezTo>
                      <ns1:cubicBezTo>
                        <ns1:pt x="4" y="31"/>
                        <ns1:pt x="2" y="30"/>
                        <ns1:pt x="0" y="29"/>
                      </ns1:cubicBezTo>
                      <ns1:cubicBezTo>
                        <ns1:pt x="5" y="20"/>
                        <ns1:pt x="10" y="10"/>
                        <ns1:pt x="15" y="0"/>
                      </ns1:cubicBezTo>
                      <ns1:cubicBezTo>
                        <ns1:pt x="17" y="1"/>
                        <ns1:pt x="19" y="2"/>
                        <ns1:pt x="21" y="3"/>
                      </ns1:cubicBezTo>
                      <ns1:cubicBezTo>
                        <ns1:pt x="19" y="7"/>
                        <ns1:pt x="18" y="11"/>
                        <ns1:pt x="16" y="15"/>
                      </ns1:cubicBezTo>
                      <ns1:cubicBezTo>
                        <ns1:pt x="32" y="23"/>
                        <ns1:pt x="49" y="31"/>
                        <ns1:pt x="65" y="3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5" name="Freeform 29"/>
                <ns0:cNvSpPr/>
                <ns0:nvPr/>
              </ns0:nvSpPr>
              <ns0:spPr bwMode="auto">
                <ns1:xfrm>
                  <ns1:off x="907564" y="4153866"/>
                  <ns1:ext cx="130933" cy="92062"/>
                </ns1:xfrm>
                <ns1:custGeom>
                  <ns1:avLst/>
                  <ns1:gdLst>
                    <ns1:gd name="T0" fmla="*/ 10 w 60"/>
                    <ns1:gd name="T1" fmla="*/ 17 h 42"/>
                    <ns1:gd name="T2" fmla="*/ 15 w 60"/>
                    <ns1:gd name="T3" fmla="*/ 20 h 42"/>
                    <ns1:gd name="T4" fmla="*/ 11 w 60"/>
                    <ns1:gd name="T5" fmla="*/ 26 h 42"/>
                    <ns1:gd name="T6" fmla="*/ 11 w 60"/>
                    <ns1:gd name="T7" fmla="*/ 33 h 42"/>
                    <ns1:gd name="T8" fmla="*/ 19 w 60"/>
                    <ns1:gd name="T9" fmla="*/ 34 h 42"/>
                    <ns1:gd name="T10" fmla="*/ 25 w 60"/>
                    <ns1:gd name="T11" fmla="*/ 29 h 42"/>
                    <ns1:gd name="T12" fmla="*/ 56 w 60"/>
                    <ns1:gd name="T13" fmla="*/ 0 h 42"/>
                    <ns1:gd name="T14" fmla="*/ 60 w 60"/>
                    <ns1:gd name="T15" fmla="*/ 4 h 42"/>
                    <ns1:gd name="T16" fmla="*/ 36 w 60"/>
                    <ns1:gd name="T17" fmla="*/ 27 h 42"/>
                    <ns1:gd name="T18" fmla="*/ 23 w 60"/>
                    <ns1:gd name="T19" fmla="*/ 39 h 42"/>
                    <ns1:gd name="T20" fmla="*/ 14 w 60"/>
                    <ns1:gd name="T21" fmla="*/ 42 h 42"/>
                    <ns1:gd name="T22" fmla="*/ 4 w 60"/>
                    <ns1:gd name="T23" fmla="*/ 26 h 42"/>
                    <ns1:gd name="T24" fmla="*/ 10 w 60"/>
                    <ns1:gd name="T25" fmla="*/ 17 h 4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60" h="42">
                      <ns1:moveTo>
                        <ns1:pt x="10" y="17"/>
                      </ns1:moveTo>
                      <ns1:cubicBezTo>
                        <ns1:pt x="12" y="18"/>
                        <ns1:pt x="13" y="19"/>
                        <ns1:pt x="15" y="20"/>
                      </ns1:cubicBezTo>
                      <ns1:cubicBezTo>
                        <ns1:pt x="14" y="22"/>
                        <ns1:pt x="12" y="24"/>
                        <ns1:pt x="11" y="26"/>
                      </ns1:cubicBezTo>
                      <ns1:cubicBezTo>
                        <ns1:pt x="10" y="28"/>
                        <ns1:pt x="10" y="32"/>
                        <ns1:pt x="11" y="33"/>
                      </ns1:cubicBezTo>
                      <ns1:cubicBezTo>
                        <ns1:pt x="13" y="34"/>
                        <ns1:pt x="17" y="35"/>
                        <ns1:pt x="19" y="34"/>
                      </ns1:cubicBezTo>
                      <ns1:cubicBezTo>
                        <ns1:pt x="21" y="33"/>
                        <ns1:pt x="23" y="31"/>
                        <ns1:pt x="25" y="29"/>
                      </ns1:cubicBezTo>
                      <ns1:cubicBezTo>
                        <ns1:pt x="35" y="19"/>
                        <ns1:pt x="46" y="10"/>
                        <ns1:pt x="56" y="0"/>
                      </ns1:cubicBezTo>
                      <ns1:cubicBezTo>
                        <ns1:pt x="58" y="1"/>
                        <ns1:pt x="59" y="3"/>
                        <ns1:pt x="60" y="4"/>
                      </ns1:cubicBezTo>
                      <ns1:cubicBezTo>
                        <ns1:pt x="52" y="12"/>
                        <ns1:pt x="44" y="20"/>
                        <ns1:pt x="36" y="27"/>
                      </ns1:cubicBezTo>
                      <ns1:cubicBezTo>
                        <ns1:pt x="32" y="31"/>
                        <ns1:pt x="28" y="35"/>
                        <ns1:pt x="23" y="39"/>
                      </ns1:cubicBezTo>
                      <ns1:cubicBezTo>
                        <ns1:pt x="21" y="40"/>
                        <ns1:pt x="17" y="42"/>
                        <ns1:pt x="14" y="42"/>
                      </ns1:cubicBezTo>
                      <ns1:cubicBezTo>
                        <ns1:pt x="5" y="42"/>
                        <ns1:pt x="0" y="34"/>
                        <ns1:pt x="4" y="26"/>
                      </ns1:cubicBezTo>
                      <ns1:cubicBezTo>
                        <ns1:pt x="5" y="23"/>
                        <ns1:pt x="8" y="20"/>
                        <ns1:pt x="1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6" name="Freeform 30"/>
                <ns0:cNvSpPr/>
                <ns0:nvPr/>
              </ns0:nvSpPr>
              <ns0:spPr bwMode="auto">
                <ns1:xfrm>
                  <ns1:off x="1251270" y="3242437"/>
                  <ns1:ext cx="70583" cy="69558"/>
                </ns1:xfrm>
                <ns1:custGeom>
                  <ns1:avLst/>
                  <ns1:gdLst>
                    <ns1:gd name="T0" fmla="*/ 11 w 32"/>
                    <ns1:gd name="T1" fmla="*/ 24 h 32"/>
                    <ns1:gd name="T2" fmla="*/ 3 w 32"/>
                    <ns1:gd name="T3" fmla="*/ 17 h 32"/>
                    <ns1:gd name="T4" fmla="*/ 8 w 32"/>
                    <ns1:gd name="T5" fmla="*/ 5 h 32"/>
                    <ns1:gd name="T6" fmla="*/ 18 w 32"/>
                    <ns1:gd name="T7" fmla="*/ 2 h 32"/>
                    <ns1:gd name="T8" fmla="*/ 27 w 32"/>
                    <ns1:gd name="T9" fmla="*/ 3 h 32"/>
                    <ns1:gd name="T10" fmla="*/ 29 w 32"/>
                    <ns1:gd name="T11" fmla="*/ 14 h 32"/>
                    <ns1:gd name="T12" fmla="*/ 14 w 32"/>
                    <ns1:gd name="T13" fmla="*/ 32 h 32"/>
                    <ns1:gd name="T14" fmla="*/ 12 w 32"/>
                    <ns1:gd name="T15" fmla="*/ 31 h 32"/>
                    <ns1:gd name="T16" fmla="*/ 11 w 32"/>
                    <ns1:gd name="T17" fmla="*/ 24 h 3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32" h="32">
                      <ns1:moveTo>
                        <ns1:pt x="11" y="24"/>
                      </ns1:moveTo>
                      <ns1:cubicBezTo>
                        <ns1:pt x="8" y="21"/>
                        <ns1:pt x="5" y="19"/>
                        <ns1:pt x="3" y="17"/>
                      </ns1:cubicBezTo>
                      <ns1:cubicBezTo>
                        <ns1:pt x="0" y="11"/>
                        <ns1:pt x="2" y="7"/>
                        <ns1:pt x="8" y="5"/>
                      </ns1:cubicBezTo>
                      <ns1:cubicBezTo>
                        <ns1:pt x="11" y="4"/>
                        <ns1:pt x="15" y="3"/>
                        <ns1:pt x="18" y="2"/>
                      </ns1:cubicBezTo>
                      <ns1:cubicBezTo>
                        <ns1:pt x="22" y="0"/>
                        <ns1:pt x="24" y="0"/>
                        <ns1:pt x="27" y="3"/>
                      </ns1:cubicBezTo>
                      <ns1:cubicBezTo>
                        <ns1:pt x="30" y="6"/>
                        <ns1:pt x="32" y="10"/>
                        <ns1:pt x="29" y="14"/>
                      </ns1:cubicBezTo>
                      <ns1:cubicBezTo>
                        <ns1:pt x="25" y="20"/>
                        <ns1:pt x="19" y="26"/>
                        <ns1:pt x="14" y="32"/>
                      </ns1:cubicBezTo>
                      <ns1:cubicBezTo>
                        <ns1:pt x="13" y="32"/>
                        <ns1:pt x="12" y="32"/>
                        <ns1:pt x="12" y="31"/>
                      </ns1:cubicBezTo>
                      <ns1:cubicBezTo>
                        <ns1:pt x="12" y="28"/>
                        <ns1:pt x="11" y="26"/>
                        <ns1:pt x="11" y="2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7" name="Freeform 31"/>
                <ns0:cNvSpPr/>
                <ns0:nvPr/>
              </ns0:nvSpPr>
              <ns0:spPr bwMode="auto">
                <ns1:xfrm>
                  <ns1:off x="1117267" y="3334504"/>
                  <ns1:ext cx="83880" cy="120705"/>
                </ns1:xfrm>
                <ns1:custGeom>
                  <ns1:avLst/>
                  <ns1:gdLst>
                    <ns1:gd name="T0" fmla="*/ 8 w 38"/>
                    <ns1:gd name="T1" fmla="*/ 55 h 55"/>
                    <ns1:gd name="T2" fmla="*/ 3 w 38"/>
                    <ns1:gd name="T3" fmla="*/ 48 h 55"/>
                    <ns1:gd name="T4" fmla="*/ 4 w 38"/>
                    <ns1:gd name="T5" fmla="*/ 37 h 55"/>
                    <ns1:gd name="T6" fmla="*/ 36 w 38"/>
                    <ns1:gd name="T7" fmla="*/ 1 h 55"/>
                    <ns1:gd name="T8" fmla="*/ 38 w 38"/>
                    <ns1:gd name="T9" fmla="*/ 0 h 55"/>
                    <ns1:gd name="T10" fmla="*/ 8 w 38"/>
                    <ns1:gd name="T11" fmla="*/ 55 h 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38" h="55">
                      <ns1:moveTo>
                        <ns1:pt x="8" y="55"/>
                      </ns1:moveTo>
                      <ns1:cubicBezTo>
                        <ns1:pt x="6" y="53"/>
                        <ns1:pt x="4" y="51"/>
                        <ns1:pt x="3" y="48"/>
                      </ns1:cubicBezTo>
                      <ns1:cubicBezTo>
                        <ns1:pt x="1" y="44"/>
                        <ns1:pt x="0" y="40"/>
                        <ns1:pt x="4" y="37"/>
                      </ns1:cubicBezTo>
                      <ns1:cubicBezTo>
                        <ns1:pt x="18" y="28"/>
                        <ns1:pt x="27" y="15"/>
                        <ns1:pt x="36" y="1"/>
                      </ns1:cubicBezTo>
                      <ns1:cubicBezTo>
                        <ns1:pt x="36" y="1"/>
                        <ns1:pt x="37" y="0"/>
                        <ns1:pt x="38" y="0"/>
                      </ns1:cubicBezTo>
                      <ns1:cubicBezTo>
                        <ns1:pt x="33" y="20"/>
                        <ns1:pt x="21" y="37"/>
                        <ns1:pt x="8" y="5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8" name="Freeform 32"/>
                <ns0:cNvSpPr/>
                <ns0:nvPr/>
              </ns0:nvSpPr>
              <ns0:spPr bwMode="auto">
                <ns1:xfrm>
                  <ns1:off x="1487567" y="4101699"/>
                  <ns1:ext cx="61375" cy="104339"/>
                </ns1:xfrm>
                <ns1:custGeom>
                  <ns1:avLst/>
                  <ns1:gdLst>
                    <ns1:gd name="T0" fmla="*/ 28 w 28"/>
                    <ns1:gd name="T1" fmla="*/ 0 h 48"/>
                    <ns1:gd name="T2" fmla="*/ 23 w 28"/>
                    <ns1:gd name="T3" fmla="*/ 47 h 48"/>
                    <ns1:gd name="T4" fmla="*/ 18 w 28"/>
                    <ns1:gd name="T5" fmla="*/ 48 h 48"/>
                    <ns1:gd name="T6" fmla="*/ 22 w 28"/>
                    <ns1:gd name="T7" fmla="*/ 9 h 48"/>
                    <ns1:gd name="T8" fmla="*/ 3 w 28"/>
                    <ns1:gd name="T9" fmla="*/ 19 h 48"/>
                    <ns1:gd name="T10" fmla="*/ 9 w 28"/>
                    <ns1:gd name="T11" fmla="*/ 4 h 48"/>
                    <ns1:gd name="T12" fmla="*/ 28 w 28"/>
                    <ns1:gd name="T13" fmla="*/ 0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48">
                      <ns1:moveTo>
                        <ns1:pt x="28" y="0"/>
                      </ns1:moveTo>
                      <ns1:cubicBezTo>
                        <ns1:pt x="27" y="16"/>
                        <ns1:pt x="25" y="31"/>
                        <ns1:pt x="23" y="47"/>
                      </ns1:cubicBezTo>
                      <ns1:cubicBezTo>
                        <ns1:pt x="22" y="47"/>
                        <ns1:pt x="20" y="48"/>
                        <ns1:pt x="18" y="48"/>
                      </ns1:cubicBezTo>
                      <ns1:cubicBezTo>
                        <ns1:pt x="19" y="35"/>
                        <ns1:pt x="20" y="22"/>
                        <ns1:pt x="22" y="9"/>
                      </ns1:cubicBezTo>
                      <ns1:cubicBezTo>
                        <ns1:pt x="14" y="10"/>
                        <ns1:pt x="6" y="10"/>
                        <ns1:pt x="3" y="19"/>
                      </ns1:cubicBezTo>
                      <ns1:cubicBezTo>
                        <ns1:pt x="0" y="11"/>
                        <ns1:pt x="3" y="5"/>
                        <ns1:pt x="9" y="4"/>
                      </ns1:cubicBezTo>
                      <ns1:cubicBezTo>
                        <ns1:pt x="15" y="3"/>
                        <ns1:pt x="21" y="1"/>
                        <ns1:pt x="2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9" name="Freeform 33"/>
                <ns0:cNvSpPr/>
                <ns0:nvPr/>
              </ns0:nvSpPr>
              <ns0:spPr bwMode="auto">
                <ns1:xfrm>
                  <ns1:off x="1130564" y="4090446"/>
                  <ns1:ext cx="76721" cy="94111"/>
                </ns1:xfrm>
                <ns1:custGeom>
                  <ns1:avLst/>
                  <ns1:gdLst>
                    <ns1:gd name="T0" fmla="*/ 0 w 35"/>
                    <ns1:gd name="T1" fmla="*/ 33 h 43"/>
                    <ns1:gd name="T2" fmla="*/ 3 w 35"/>
                    <ns1:gd name="T3" fmla="*/ 31 h 43"/>
                    <ns1:gd name="T4" fmla="*/ 10 w 35"/>
                    <ns1:gd name="T5" fmla="*/ 28 h 43"/>
                    <ns1:gd name="T6" fmla="*/ 24 w 35"/>
                    <ns1:gd name="T7" fmla="*/ 4 h 43"/>
                    <ns1:gd name="T8" fmla="*/ 19 w 35"/>
                    <ns1:gd name="T9" fmla="*/ 1 h 43"/>
                    <ns1:gd name="T10" fmla="*/ 20 w 35"/>
                    <ns1:gd name="T11" fmla="*/ 0 h 43"/>
                    <ns1:gd name="T12" fmla="*/ 35 w 35"/>
                    <ns1:gd name="T13" fmla="*/ 0 h 43"/>
                    <ns1:gd name="T14" fmla="*/ 29 w 35"/>
                    <ns1:gd name="T15" fmla="*/ 11 h 43"/>
                    <ns1:gd name="T16" fmla="*/ 17 w 35"/>
                    <ns1:gd name="T17" fmla="*/ 32 h 43"/>
                    <ns1:gd name="T18" fmla="*/ 17 w 35"/>
                    <ns1:gd name="T19" fmla="*/ 39 h 43"/>
                    <ns1:gd name="T20" fmla="*/ 17 w 35"/>
                    <ns1:gd name="T21" fmla="*/ 43 h 43"/>
                    <ns1:gd name="T22" fmla="*/ 0 w 35"/>
                    <ns1:gd name="T23" fmla="*/ 33 h 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35" h="43">
                      <ns1:moveTo>
                        <ns1:pt x="0" y="33"/>
                      </ns1:moveTo>
                      <ns1:cubicBezTo>
                        <ns1:pt x="2" y="32"/>
                        <ns1:pt x="3" y="31"/>
                        <ns1:pt x="3" y="31"/>
                      </ns1:cubicBezTo>
                      <ns1:cubicBezTo>
                        <ns1:pt x="7" y="34"/>
                        <ns1:pt x="9" y="31"/>
                        <ns1:pt x="10" y="28"/>
                      </ns1:cubicBezTo>
                      <ns1:cubicBezTo>
                        <ns1:pt x="15" y="20"/>
                        <ns1:pt x="20" y="12"/>
                        <ns1:pt x="24" y="4"/>
                      </ns1:cubicBezTo>
                      <ns1:cubicBezTo>
                        <ns1:pt x="22" y="2"/>
                        <ns1:pt x="21" y="2"/>
                        <ns1:pt x="19" y="1"/>
                      </ns1:cubicBezTo>
                      <ns1:cubicBezTo>
                        <ns1:pt x="19" y="0"/>
                        <ns1:pt x="20" y="0"/>
                        <ns1:pt x="20" y="0"/>
                      </ns1:cubicBezTo>
                      <ns1:cubicBezTo>
                        <ns1:pt x="24" y="0"/>
                        <ns1:pt x="29" y="0"/>
                        <ns1:pt x="35" y="0"/>
                      </ns1:cubicBezTo>
                      <ns1:cubicBezTo>
                        <ns1:pt x="33" y="4"/>
                        <ns1:pt x="31" y="7"/>
                        <ns1:pt x="29" y="11"/>
                      </ns1:cubicBezTo>
                      <ns1:cubicBezTo>
                        <ns1:pt x="25" y="18"/>
                        <ns1:pt x="21" y="25"/>
                        <ns1:pt x="17" y="32"/>
                      </ns1:cubicBezTo>
                      <ns1:cubicBezTo>
                        <ns1:pt x="15" y="34"/>
                        <ns1:pt x="13" y="37"/>
                        <ns1:pt x="17" y="39"/>
                      </ns1:cubicBezTo>
                      <ns1:cubicBezTo>
                        <ns1:pt x="18" y="39"/>
                        <ns1:pt x="17" y="41"/>
                        <ns1:pt x="17" y="43"/>
                      </ns1:cubicBezTo>
                      <ns1:cubicBezTo>
                        <ns1:pt x="11" y="39"/>
                        <ns1:pt x="6" y="37"/>
                        <ns1:pt x="0" y="3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0" name="Freeform 34"/>
                <ns0:cNvSpPr/>
                <ns0:nvPr/>
              </ns0:nvSpPr>
              <ns0:spPr bwMode="auto">
                <ns1:xfrm>
                  <ns1:off x="970988" y="4173301"/>
                  <ns1:ext cx="101270" cy="103315"/>
                </ns1:xfrm>
                <ns1:custGeom>
                  <ns1:avLst/>
                  <ns1:gdLst>
                    <ns1:gd name="T0" fmla="*/ 2 w 46"/>
                    <ns1:gd name="T1" fmla="*/ 47 h 47"/>
                    <ns1:gd name="T2" fmla="*/ 0 w 46"/>
                    <ns1:gd name="T3" fmla="*/ 43 h 47"/>
                    <ns1:gd name="T4" fmla="*/ 43 w 46"/>
                    <ns1:gd name="T5" fmla="*/ 0 h 47"/>
                    <ns1:gd name="T6" fmla="*/ 46 w 46"/>
                    <ns1:gd name="T7" fmla="*/ 3 h 47"/>
                    <ns1:gd name="T8" fmla="*/ 2 w 46"/>
                    <ns1:gd name="T9" fmla="*/ 47 h 4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6" h="47">
                      <ns1:moveTo>
                        <ns1:pt x="2" y="47"/>
                      </ns1:moveTo>
                      <ns1:cubicBezTo>
                        <ns1:pt x="2" y="46"/>
                        <ns1:pt x="1" y="44"/>
                        <ns1:pt x="0" y="43"/>
                      </ns1:cubicBezTo>
                      <ns1:cubicBezTo>
                        <ns1:pt x="14" y="29"/>
                        <ns1:pt x="28" y="15"/>
                        <ns1:pt x="43" y="0"/>
                      </ns1:cubicBezTo>
                      <ns1:cubicBezTo>
                        <ns1:pt x="44" y="1"/>
                        <ns1:pt x="45" y="2"/>
                        <ns1:pt x="46" y="3"/>
                      </ns1:cubicBezTo>
                      <ns1:cubicBezTo>
                        <ns1:pt x="32" y="18"/>
                        <ns1:pt x="17" y="32"/>
                        <ns1:pt x="2" y="4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1" name="Freeform 35"/>
                <ns0:cNvSpPr/>
                <ns0:nvPr/>
              </ns0:nvSpPr>
              <ns0:spPr bwMode="auto">
                <ns1:xfrm>
                  <ns1:off x="1783194" y="4048507"/>
                  <ns1:ext cx="128889" cy="72627"/>
                </ns1:xfrm>
                <ns1:custGeom>
                  <ns1:avLst/>
                  <ns1:gdLst>
                    <ns1:gd name="T0" fmla="*/ 59 w 59"/>
                    <ns1:gd name="T1" fmla="*/ 28 h 33"/>
                    <ns1:gd name="T2" fmla="*/ 56 w 59"/>
                    <ns1:gd name="T3" fmla="*/ 33 h 33"/>
                    <ns1:gd name="T4" fmla="*/ 0 w 59"/>
                    <ns1:gd name="T5" fmla="*/ 5 h 33"/>
                    <ns1:gd name="T6" fmla="*/ 3 w 59"/>
                    <ns1:gd name="T7" fmla="*/ 0 h 33"/>
                    <ns1:gd name="T8" fmla="*/ 59 w 59"/>
                    <ns1:gd name="T9" fmla="*/ 28 h 3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59" h="33">
                      <ns1:moveTo>
                        <ns1:pt x="59" y="28"/>
                      </ns1:moveTo>
                      <ns1:cubicBezTo>
                        <ns1:pt x="58" y="30"/>
                        <ns1:pt x="57" y="31"/>
                        <ns1:pt x="56" y="33"/>
                      </ns1:cubicBezTo>
                      <ns1:cubicBezTo>
                        <ns1:pt x="37" y="23"/>
                        <ns1:pt x="19" y="14"/>
                        <ns1:pt x="0" y="5"/>
                      </ns1:cubicBezTo>
                      <ns1:cubicBezTo>
                        <ns1:pt x="1" y="3"/>
                        <ns1:pt x="2" y="2"/>
                        <ns1:pt x="3" y="0"/>
                      </ns1:cubicBezTo>
                      <ns1:cubicBezTo>
                        <ns1:pt x="22" y="9"/>
                        <ns1:pt x="40" y="18"/>
                        <ns1:pt x="59" y="2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2" name="Freeform 36"/>
                <ns0:cNvSpPr/>
                <ns0:nvPr/>
              </ns0:nvSpPr>
              <ns0:spPr bwMode="auto">
                <ns1:xfrm>
                  <ns1:off x="1512116" y="4236725"/>
                  <ns1:ext cx="56261" cy="129913"/>
                </ns1:xfrm>
                <ns1:custGeom>
                  <ns1:avLst/>
                  <ns1:gdLst>
                    <ns1:gd name="T0" fmla="*/ 26 w 26"/>
                    <ns1:gd name="T1" fmla="*/ 58 h 59"/>
                    <ns1:gd name="T2" fmla="*/ 20 w 26"/>
                    <ns1:gd name="T3" fmla="*/ 59 h 59"/>
                    <ns1:gd name="T4" fmla="*/ 0 w 26"/>
                    <ns1:gd name="T5" fmla="*/ 2 h 59"/>
                    <ns1:gd name="T6" fmla="*/ 5 w 26"/>
                    <ns1:gd name="T7" fmla="*/ 0 h 59"/>
                    <ns1:gd name="T8" fmla="*/ 26 w 26"/>
                    <ns1:gd name="T9" fmla="*/ 58 h 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6" h="59">
                      <ns1:moveTo>
                        <ns1:pt x="26" y="58"/>
                      </ns1:moveTo>
                      <ns1:cubicBezTo>
                        <ns1:pt x="23" y="58"/>
                        <ns1:pt x="22" y="59"/>
                        <ns1:pt x="20" y="59"/>
                      </ns1:cubicBezTo>
                      <ns1:cubicBezTo>
                        <ns1:pt x="13" y="40"/>
                        <ns1:pt x="7" y="21"/>
                        <ns1:pt x="0" y="2"/>
                      </ns1:cubicBezTo>
                      <ns1:cubicBezTo>
                        <ns1:pt x="2" y="1"/>
                        <ns1:pt x="3" y="1"/>
                        <ns1:pt x="5" y="0"/>
                      </ns1:cubicBezTo>
                      <ns1:cubicBezTo>
                        <ns1:pt x="12" y="19"/>
                        <ns1:pt x="19" y="38"/>
                        <ns1:pt x="26" y="5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3" name="Freeform 37"/>
                <ns0:cNvSpPr/>
                <ns0:nvPr/>
              </ns0:nvSpPr>
              <ns0:spPr bwMode="auto">
                <ns1:xfrm>
                  <ns1:off x="1249225" y="3307906"/>
                  <ns1:ext cx="65469" cy="55237"/>
                </ns1:xfrm>
                <ns1:custGeom>
                  <ns1:avLst/>
                  <ns1:gdLst>
                    <ns1:gd name="T0" fmla="*/ 30 w 30"/>
                    <ns1:gd name="T1" fmla="*/ 1 h 25"/>
                    <ns1:gd name="T2" fmla="*/ 11 w 30"/>
                    <ns1:gd name="T3" fmla="*/ 25 h 25"/>
                    <ns1:gd name="T4" fmla="*/ 0 w 30"/>
                    <ns1:gd name="T5" fmla="*/ 10 h 25"/>
                    <ns1:gd name="T6" fmla="*/ 28 w 30"/>
                    <ns1:gd name="T7" fmla="*/ 0 h 25"/>
                    <ns1:gd name="T8" fmla="*/ 30 w 30"/>
                    <ns1:gd name="T9" fmla="*/ 1 h 2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30" h="25">
                      <ns1:moveTo>
                        <ns1:pt x="30" y="1"/>
                      </ns1:moveTo>
                      <ns1:cubicBezTo>
                        <ns1:pt x="27" y="12"/>
                        <ns1:pt x="19" y="17"/>
                        <ns1:pt x="11" y="25"/>
                      </ns1:cubicBezTo>
                      <ns1:cubicBezTo>
                        <ns1:pt x="7" y="20"/>
                        <ns1:pt x="3" y="15"/>
                        <ns1:pt x="0" y="10"/>
                      </ns1:cubicBezTo>
                      <ns1:cubicBezTo>
                        <ns1:pt x="10" y="6"/>
                        <ns1:pt x="19" y="3"/>
                        <ns1:pt x="28" y="0"/>
                      </ns1:cubicBezTo>
                      <ns1:cubicBezTo>
                        <ns1:pt x="29" y="0"/>
                        <ns1:pt x="29" y="1"/>
                        <ns1:pt x="3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4" name="Freeform 38"/>
                <ns0:cNvSpPr/>
                <ns0:nvPr/>
              </ns0:nvSpPr>
              <ns0:spPr bwMode="auto">
                <ns1:xfrm>
                  <ns1:off x="1625663" y="3399968"/>
                  <ns1:ext cx="32732" cy="57285"/>
                </ns1:xfrm>
                <ns1:custGeom>
                  <ns1:avLst/>
                  <ns1:gdLst>
                    <ns1:gd name="T0" fmla="*/ 1 w 15"/>
                    <ns1:gd name="T1" fmla="*/ 0 h 26"/>
                    <ns1:gd name="T2" fmla="*/ 15 w 15"/>
                    <ns1:gd name="T3" fmla="*/ 20 h 26"/>
                    <ns1:gd name="T4" fmla="*/ 8 w 15"/>
                    <ns1:gd name="T5" fmla="*/ 26 h 26"/>
                    <ns1:gd name="T6" fmla="*/ 0 w 15"/>
                    <ns1:gd name="T7" fmla="*/ 19 h 26"/>
                    <ns1:gd name="T8" fmla="*/ 0 w 15"/>
                    <ns1:gd name="T9" fmla="*/ 9 h 26"/>
                    <ns1:gd name="T10" fmla="*/ 1 w 15"/>
                    <ns1:gd name="T11" fmla="*/ 0 h 2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5" h="26">
                      <ns1:moveTo>
                        <ns1:pt x="1" y="0"/>
                      </ns1:moveTo>
                      <ns1:cubicBezTo>
                        <ns1:pt x="11" y="5"/>
                        <ns1:pt x="15" y="12"/>
                        <ns1:pt x="15" y="20"/>
                      </ns1:cubicBezTo>
                      <ns1:cubicBezTo>
                        <ns1:pt x="15" y="25"/>
                        <ns1:pt x="12" y="26"/>
                        <ns1:pt x="8" y="26"/>
                      </ns1:cubicBezTo>
                      <ns1:cubicBezTo>
                        <ns1:pt x="4" y="26"/>
                        <ns1:pt x="0" y="22"/>
                        <ns1:pt x="0" y="19"/>
                      </ns1:cubicBezTo>
                      <ns1:cubicBezTo>
                        <ns1:pt x="0" y="15"/>
                        <ns1:pt x="0" y="12"/>
                        <ns1:pt x="0" y="9"/>
                      </ns1:cubicBezTo>
                      <ns1:cubicBezTo>
                        <ns1:pt x="0" y="6"/>
                        <ns1:pt x="1" y="4"/>
                        <ns1:pt x="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5" name="Freeform 39"/>
                <ns0:cNvSpPr/>
                <ns0:nvPr/>
              </ns0:nvSpPr>
              <ns0:spPr bwMode="auto">
                <ns1:xfrm>
                  <ns1:off x="771517" y="3549316"/>
                  <ns1:ext cx="57286" cy="34781"/>
                </ns1:xfrm>
                <ns1:custGeom>
                  <ns1:avLst/>
                  <ns1:gdLst>
                    <ns1:gd name="T0" fmla="*/ 0 w 26"/>
                    <ns1:gd name="T1" fmla="*/ 2 h 16"/>
                    <ns1:gd name="T2" fmla="*/ 18 w 26"/>
                    <ns1:gd name="T3" fmla="*/ 0 h 16"/>
                    <ns1:gd name="T4" fmla="*/ 23 w 26"/>
                    <ns1:gd name="T5" fmla="*/ 12 h 16"/>
                    <ns1:gd name="T6" fmla="*/ 21 w 26"/>
                    <ns1:gd name="T7" fmla="*/ 16 h 16"/>
                    <ns1:gd name="T8" fmla="*/ 9 w 26"/>
                    <ns1:gd name="T9" fmla="*/ 13 h 16"/>
                    <ns1:gd name="T10" fmla="*/ 0 w 26"/>
                    <ns1:gd name="T11" fmla="*/ 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26" h="16">
                      <ns1:moveTo>
                        <ns1:pt x="0" y="2"/>
                      </ns1:moveTo>
                      <ns1:cubicBezTo>
                        <ns1:pt x="6" y="1"/>
                        <ns1:pt x="12" y="0"/>
                        <ns1:pt x="18" y="0"/>
                      </ns1:cubicBezTo>
                      <ns1:cubicBezTo>
                        <ns1:pt x="23" y="1"/>
                        <ns1:pt x="26" y="6"/>
                        <ns1:pt x="23" y="12"/>
                      </ns1:cubicBezTo>
                      <ns1:cubicBezTo>
                        <ns1:pt x="22" y="13"/>
                        <ns1:pt x="21" y="15"/>
                        <ns1:pt x="21" y="16"/>
                      </ns1:cubicBezTo>
                      <ns1:cubicBezTo>
                        <ns1:pt x="17" y="15"/>
                        <ns1:pt x="13" y="14"/>
                        <ns1:pt x="9" y="13"/>
                      </ns1:cubicBezTo>
                      <ns1:cubicBezTo>
                        <ns1:pt x="4" y="12"/>
                        <ns1:pt x="2" y="8"/>
                        <ns1:pt x="0" y="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6" name="Freeform 40"/>
                <ns0:cNvSpPr/>
                <ns0:nvPr/>
              </ns0:nvSpPr>
              <ns0:spPr bwMode="auto">
                <ns1:xfrm>
                  <ns1:off x="1187850" y="3202546"/>
                  <ns1:ext cx="36826" cy="50123"/>
                </ns1:xfrm>
                <ns1:custGeom>
                  <ns1:avLst/>
                  <ns1:gdLst>
                    <ns1:gd name="T0" fmla="*/ 1 w 17"/>
                    <ns1:gd name="T1" fmla="*/ 23 h 23"/>
                    <ns1:gd name="T2" fmla="*/ 0 w 17"/>
                    <ns1:gd name="T3" fmla="*/ 5 h 23"/>
                    <ns1:gd name="T4" fmla="*/ 3 w 17"/>
                    <ns1:gd name="T5" fmla="*/ 0 h 23"/>
                    <ns1:gd name="T6" fmla="*/ 7 w 17"/>
                    <ns1:gd name="T7" fmla="*/ 2 h 23"/>
                    <ns1:gd name="T8" fmla="*/ 15 w 17"/>
                    <ns1:gd name="T9" fmla="*/ 14 h 23"/>
                    <ns1:gd name="T10" fmla="*/ 8 w 17"/>
                    <ns1:gd name="T11" fmla="*/ 23 h 23"/>
                    <ns1:gd name="T12" fmla="*/ 1 w 17"/>
                    <ns1:gd name="T13" fmla="*/ 23 h 2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7" h="23">
                      <ns1:moveTo>
                        <ns1:pt x="1" y="23"/>
                      </ns1:moveTo>
                      <ns1:cubicBezTo>
                        <ns1:pt x="0" y="16"/>
                        <ns1:pt x="0" y="11"/>
                        <ns1:pt x="0" y="5"/>
                      </ns1:cubicBezTo>
                      <ns1:cubicBezTo>
                        <ns1:pt x="0" y="3"/>
                        <ns1:pt x="1" y="1"/>
                        <ns1:pt x="3" y="0"/>
                      </ns1:cubicBezTo>
                      <ns1:cubicBezTo>
                        <ns1:pt x="3" y="0"/>
                        <ns1:pt x="6" y="1"/>
                        <ns1:pt x="7" y="2"/>
                      </ns1:cubicBezTo>
                      <ns1:cubicBezTo>
                        <ns1:pt x="10" y="6"/>
                        <ns1:pt x="13" y="10"/>
                        <ns1:pt x="15" y="14"/>
                      </ns1:cubicBezTo>
                      <ns1:cubicBezTo>
                        <ns1:pt x="17" y="20"/>
                        <ns1:pt x="14" y="23"/>
                        <ns1:pt x="8" y="23"/>
                      </ns1:cubicBezTo>
                      <ns1:cubicBezTo>
                        <ns1:pt x="6" y="23"/>
                        <ns1:pt x="3" y="23"/>
                        <ns1:pt x="1" y="2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7" name="Freeform 41"/>
                <ns0:cNvSpPr/>
                <ns0:nvPr/>
              </ns0:nvSpPr>
              <ns0:spPr bwMode="auto">
                <ns1:xfrm>
                  <ns1:off x="824709" y="3603532"/>
                  <ns1:ext cx="46033" cy="32732"/>
                </ns1:xfrm>
                <ns1:custGeom>
                  <ns1:avLst/>
                  <ns1:gdLst>
                    <ns1:gd name="T0" fmla="*/ 15 w 21"/>
                    <ns1:gd name="T1" fmla="*/ 15 h 15"/>
                    <ns1:gd name="T2" fmla="*/ 2 w 21"/>
                    <ns1:gd name="T3" fmla="*/ 8 h 15"/>
                    <ns1:gd name="T4" fmla="*/ 0 w 21"/>
                    <ns1:gd name="T5" fmla="*/ 4 h 15"/>
                    <ns1:gd name="T6" fmla="*/ 4 w 21"/>
                    <ns1:gd name="T7" fmla="*/ 1 h 15"/>
                    <ns1:gd name="T8" fmla="*/ 11 w 21"/>
                    <ns1:gd name="T9" fmla="*/ 1 h 15"/>
                    <ns1:gd name="T10" fmla="*/ 20 w 21"/>
                    <ns1:gd name="T11" fmla="*/ 5 h 15"/>
                    <ns1:gd name="T12" fmla="*/ 15 w 21"/>
                    <ns1:gd name="T13" fmla="*/ 15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1" h="15">
                      <ns1:moveTo>
                        <ns1:pt x="15" y="15"/>
                      </ns1:moveTo>
                      <ns1:cubicBezTo>
                        <ns1:pt x="11" y="13"/>
                        <ns1:pt x="7" y="11"/>
                        <ns1:pt x="2" y="8"/>
                      </ns1:cubicBezTo>
                      <ns1:cubicBezTo>
                        <ns1:pt x="1" y="7"/>
                        <ns1:pt x="0" y="5"/>
                        <ns1:pt x="0" y="4"/>
                      </ns1:cubicBezTo>
                      <ns1:cubicBezTo>
                        <ns1:pt x="0" y="3"/>
                        <ns1:pt x="2" y="2"/>
                        <ns1:pt x="4" y="1"/>
                      </ns1:cubicBezTo>
                      <ns1:cubicBezTo>
                        <ns1:pt x="6" y="1"/>
                        <ns1:pt x="9" y="1"/>
                        <ns1:pt x="11" y="1"/>
                      </ns1:cubicBezTo>
                      <ns1:cubicBezTo>
                        <ns1:pt x="15" y="1"/>
                        <ns1:pt x="19" y="0"/>
                        <ns1:pt x="20" y="5"/>
                      </ns1:cubicBezTo>
                      <ns1:cubicBezTo>
                        <ns1:pt x="21" y="11"/>
                        <ns1:pt x="21" y="11"/>
                        <ns1:pt x="15" y="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8" name="Freeform 42"/>
                <ns0:cNvSpPr/>
                <ns0:nvPr/>
              </ns0:nvSpPr>
              <ns0:spPr bwMode="auto">
                <ns1:xfrm>
                  <ns1:off x="1168414" y="3281312"/>
                  <ns1:ext cx="28643" cy="43984"/>
                </ns1:xfrm>
                <ns1:custGeom>
                  <ns1:avLst/>
                  <ns1:gdLst>
                    <ns1:gd name="T0" fmla="*/ 1 w 13"/>
                    <ns1:gd name="T1" fmla="*/ 20 h 20"/>
                    <ns1:gd name="T2" fmla="*/ 0 w 13"/>
                    <ns1:gd name="T3" fmla="*/ 5 h 20"/>
                    <ns1:gd name="T4" fmla="*/ 3 w 13"/>
                    <ns1:gd name="T5" fmla="*/ 0 h 20"/>
                    <ns1:gd name="T6" fmla="*/ 7 w 13"/>
                    <ns1:gd name="T7" fmla="*/ 2 h 20"/>
                    <ns1:gd name="T8" fmla="*/ 9 w 13"/>
                    <ns1:gd name="T9" fmla="*/ 4 h 20"/>
                    <ns1:gd name="T10" fmla="*/ 12 w 13"/>
                    <ns1:gd name="T11" fmla="*/ 15 h 20"/>
                    <ns1:gd name="T12" fmla="*/ 1 w 13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3" h="20">
                      <ns1:moveTo>
                        <ns1:pt x="1" y="20"/>
                      </ns1:moveTo>
                      <ns1:cubicBezTo>
                        <ns1:pt x="0" y="14"/>
                        <ns1:pt x="0" y="10"/>
                        <ns1:pt x="0" y="5"/>
                      </ns1:cubicBezTo>
                      <ns1:cubicBezTo>
                        <ns1:pt x="0" y="3"/>
                        <ns1:pt x="2" y="2"/>
                        <ns1:pt x="3" y="0"/>
                      </ns1:cubicBezTo>
                      <ns1:cubicBezTo>
                        <ns1:pt x="4" y="1"/>
                        <ns1:pt x="6" y="1"/>
                        <ns1:pt x="7" y="2"/>
                      </ns1:cubicBezTo>
                      <ns1:cubicBezTo>
                        <ns1:pt x="8" y="3"/>
                        <ns1:pt x="8" y="4"/>
                        <ns1:pt x="9" y="4"/>
                      </ns1:cubicBezTo>
                      <ns1:cubicBezTo>
                        <ns1:pt x="10" y="8"/>
                        <ns1:pt x="13" y="12"/>
                        <ns1:pt x="12" y="15"/>
                      </ns1:cubicBezTo>
                      <ns1:cubicBezTo>
                        <ns1:pt x="10" y="17"/>
                        <ns1:pt x="5" y="18"/>
                        <ns1:pt x="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69" name="Freeform 43"/>
                <ns0:cNvSpPr/>
                <ns0:nvPr/>
              </ns0:nvSpPr>
              <ns0:spPr bwMode="auto">
                <ns1:xfrm>
                  <ns1:off x="1792401" y="3520673"/>
                  <ns1:ext cx="32732" cy="32732"/>
                </ns1:xfrm>
                <ns1:custGeom>
                  <ns1:avLst/>
                  <ns1:gdLst>
                    <ns1:gd name="T0" fmla="*/ 15 w 15"/>
                    <ns1:gd name="T1" fmla="*/ 0 h 15"/>
                    <ns1:gd name="T2" fmla="*/ 7 w 15"/>
                    <ns1:gd name="T3" fmla="*/ 14 h 15"/>
                    <ns1:gd name="T4" fmla="*/ 1 w 15"/>
                    <ns1:gd name="T5" fmla="*/ 13 h 15"/>
                    <ns1:gd name="T6" fmla="*/ 1 w 15"/>
                    <ns1:gd name="T7" fmla="*/ 6 h 15"/>
                    <ns1:gd name="T8" fmla="*/ 15 w 15"/>
                    <ns1:gd name="T9" fmla="*/ 0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5">
                      <ns1:moveTo>
                        <ns1:pt x="15" y="0"/>
                      </ns1:moveTo>
                      <ns1:cubicBezTo>
                        <ns1:pt x="14" y="8"/>
                        <ns1:pt x="12" y="12"/>
                        <ns1:pt x="7" y="14"/>
                      </ns1:cubicBezTo>
                      <ns1:cubicBezTo>
                        <ns1:pt x="5" y="15"/>
                        <ns1:pt x="1" y="14"/>
                        <ns1:pt x="1" y="13"/>
                      </ns1:cubicBezTo>
                      <ns1:cubicBezTo>
                        <ns1:pt x="0" y="11"/>
                        <ns1:pt x="0" y="7"/>
                        <ns1:pt x="1" y="6"/>
                      </ns1:cubicBezTo>
                      <ns1:cubicBezTo>
                        <ns1:pt x="5" y="3"/>
                        <ns1:pt x="10" y="2"/>
                        <ns1:pt x="15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</ns0:grpSp>
          <ns0:grpSp>
            <ns0:nvGrpSpPr>
              <ns0:cNvPr id="81" name="组合 80"/>
              <ns0:cNvGrpSpPr>
                <ns1:grpSpLocks noChangeAspect="1"/>
              </ns0:cNvGrpSpPr>
              <ns0:nvPr/>
            </ns0:nvGrpSpPr>
            <ns0:grpSpPr>
              <ns1:xfrm>
                <ns1:off x="2155893" y="1601083"/>
                <ns1:ext cx="1872000" cy="1871307"/>
                <ns1:chOff x="3956050" y="1285875"/>
                <ns1:chExt cx="4287838" cy="4286250"/>
              </ns1:xfrm>
            </ns0:grpSpPr>
            <ns0:sp>
              <ns0:nvSpPr>
                <ns0:cNvPr id="82" name="Freeform 5"/>
                <ns0:cNvSpPr/>
                <ns0:nvPr/>
              </ns0:nvSpPr>
              <ns0:spPr bwMode="auto">
                <ns1:xfrm>
                  <ns1:off x="6008688" y="5572125"/>
                  <ns1:ext cx="174625" cy="0"/>
                </ns1:xfrm>
                <ns1:custGeom>
                  <ns1:avLst/>
                  <ns1:gdLst>
                    <ns1:gd name="T0" fmla="*/ 0 w 46"/>
                    <ns1:gd name="T1" fmla="*/ 0 w 46"/>
                    <ns1:gd name="T2" fmla="*/ 46 w 46"/>
                    <ns1:gd name="T3" fmla="*/ 46 w 46"/>
                    <ns1:gd name="T4" fmla="*/ 0 w 46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  <ns1:cxn ang="0">
                      <ns1:pos x="T4" y="0"/>
                    </ns1:cxn>
                  </ns1:cxnLst>
                  <ns1:rect l="0" t="0" r="r" b="b"/>
                  <ns1:pathLst>
                    <ns1:path w="46">
                      <ns1:moveTo>
                        <ns1:pt x="0" y="0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15" y="0"/>
                        <ns1:pt x="31" y="0"/>
                        <ns1:pt x="46" y="0"/>
                      </ns1:cubicBezTo>
                      <ns1:cubicBezTo>
                        <ns1:pt x="46" y="0"/>
                        <ns1:pt x="46" y="0"/>
                        <ns1:pt x="46" y="0"/>
                      </ns1:cubicBezTo>
                      <ns1:cubicBezTo>
                        <ns1:pt x="31" y="0"/>
                        <ns1:pt x="15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3" name="Freeform 6"/>
                <ns0:cNvSpPr/>
                <ns0:nvPr/>
              </ns0:nvSpPr>
              <ns0:spPr bwMode="auto">
                <ns1:xfrm>
                  <ns1:off x="3956050" y="3354388"/>
                  <ns1:ext cx="0" cy="157163"/>
                </ns1:xfrm>
                <ns1:custGeom>
                  <ns1:avLst/>
                  <ns1:gdLst>
                    <ns1:gd name="T0" fmla="*/ 42 h 42"/>
                    <ns1:gd name="T1" fmla="*/ 42 h 42"/>
                    <ns1:gd name="T2" fmla="*/ 42 h 42"/>
                    <ns1:gd name="T3" fmla="*/ 0 h 42"/>
                    <ns1:gd name="T4" fmla="*/ 0 h 42"/>
                    <ns1:gd name="T5" fmla="*/ 42 h 42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  <ns1:cxn ang="0">
                      <ns1:pos x="0" y="T5"/>
                    </ns1:cxn>
                  </ns1:cxnLst>
                  <ns1:rect l="0" t="0" r="r" b="b"/>
                  <ns1:pathLst>
                    <ns1:path h="42">
                      <ns1:moveTo>
                        <ns1:pt x="0" y="42"/>
                      </ns1:move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28"/>
                        <ns1:pt x="0" y="14"/>
                        <ns1:pt x="0" y="0"/>
                      </ns1:cubicBez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14"/>
                        <ns1:pt x="0" y="28"/>
                        <ns1:pt x="0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4" name="Freeform 7"/>
                <ns0:cNvSpPr>
                  <ns1:spLocks noEditPoints="1"/>
                </ns0:cNvSpPr>
                <ns0:nvPr/>
              </ns0:nvSpPr>
              <ns0:spPr bwMode="auto">
                <ns1:xfrm>
                  <ns1:off x="3956050" y="1285875"/>
                  <ns1:ext cx="4287838" cy="4286250"/>
                </ns1:xfrm>
                <ns1:custGeom>
                  <ns1:avLst/>
                  <ns1:gdLst>
                    <ns1:gd name="T0" fmla="*/ 534 w 1136"/>
                    <ns1:gd name="T1" fmla="*/ 56 h 1136"/>
                    <ns1:gd name="T2" fmla="*/ 696 w 1136"/>
                    <ns1:gd name="T3" fmla="*/ 72 h 1136"/>
                    <ns1:gd name="T4" fmla="*/ 195 w 1136"/>
                    <ns1:gd name="T5" fmla="*/ 868 h 1136"/>
                    <ns1:gd name="T6" fmla="*/ 651 w 1136"/>
                    <ns1:gd name="T7" fmla="*/ 1049 h 1136"/>
                    <ns1:gd name="T8" fmla="*/ 461 w 1136"/>
                    <ns1:gd name="T9" fmla="*/ 58 h 1136"/>
                    <ns1:gd name="T10" fmla="*/ 479 w 1136"/>
                    <ns1:gd name="T11" fmla="*/ 103 h 1136"/>
                    <ns1:gd name="T12" fmla="*/ 910 w 1136"/>
                    <ns1:gd name="T13" fmla="*/ 228 h 1136"/>
                    <ns1:gd name="T14" fmla="*/ 862 w 1136"/>
                    <ns1:gd name="T15" fmla="*/ 218 h 1136"/>
                    <ns1:gd name="T16" fmla="*/ 240 w 1136"/>
                    <ns1:gd name="T17" fmla="*/ 182 h 1136"/>
                    <ns1:gd name="T18" fmla="*/ 211 w 1136"/>
                    <ns1:gd name="T19" fmla="*/ 203 h 1136"/>
                    <ns1:gd name="T20" fmla="*/ 995 w 1136"/>
                    <ns1:gd name="T21" fmla="*/ 570 h 1136"/>
                    <ns1:gd name="T22" fmla="*/ 669 w 1136"/>
                    <ns1:gd name="T23" fmla="*/ 123 h 1136"/>
                    <ns1:gd name="T24" fmla="*/ 693 w 1136"/>
                    <ns1:gd name="T25" fmla="*/ 104 h 1136"/>
                    <ns1:gd name="T26" fmla="*/ 759 w 1136"/>
                    <ns1:gd name="T27" fmla="*/ 84 h 1136"/>
                    <ns1:gd name="T28" fmla="*/ 389 w 1136"/>
                    <ns1:gd name="T29" fmla="*/ 103 h 1136"/>
                    <ns1:gd name="T30" fmla="*/ 581 w 1136"/>
                    <ns1:gd name="T31" fmla="*/ 78 h 1136"/>
                    <ns1:gd name="T32" fmla="*/ 591 w 1136"/>
                    <ns1:gd name="T33" fmla="*/ 82 h 1136"/>
                    <ns1:gd name="T34" fmla="*/ 505 w 1136"/>
                    <ns1:gd name="T35" fmla="*/ 84 h 1136"/>
                    <ns1:gd name="T36" fmla="*/ 334 w 1136"/>
                    <ns1:gd name="T37" fmla="*/ 168 h 1136"/>
                    <ns1:gd name="T38" fmla="*/ 819 w 1136"/>
                    <ns1:gd name="T39" fmla="*/ 177 h 1136"/>
                    <ns1:gd name="T40" fmla="*/ 842 w 1136"/>
                    <ns1:gd name="T41" fmla="*/ 140 h 1136"/>
                    <ns1:gd name="T42" fmla="*/ 1033 w 1136"/>
                    <ns1:gd name="T43" fmla="*/ 671 h 1136"/>
                    <ns1:gd name="T44" fmla="*/ 400 w 1136"/>
                    <ns1:gd name="T45" fmla="*/ 1048 h 1136"/>
                    <ns1:gd name="T46" fmla="*/ 988 w 1136"/>
                    <ns1:gd name="T47" fmla="*/ 793 h 1136"/>
                    <ns1:gd name="T48" fmla="*/ 551 w 1136"/>
                    <ns1:gd name="T49" fmla="*/ 85 h 1136"/>
                    <ns1:gd name="T50" fmla="*/ 1032 w 1136"/>
                    <ns1:gd name="T51" fmla="*/ 760 h 1136"/>
                    <ns1:gd name="T52" fmla="*/ 1049 w 1136"/>
                    <ns1:gd name="T53" fmla="*/ 524 h 1136"/>
                    <ns1:gd name="T54" fmla="*/ 139 w 1136"/>
                    <ns1:gd name="T55" fmla="*/ 779 h 1136"/>
                    <ns1:gd name="T56" fmla="*/ 146 w 1136"/>
                    <ns1:gd name="T57" fmla="*/ 815 h 1136"/>
                    <ns1:gd name="T58" fmla="*/ 71 w 1136"/>
                    <ns1:gd name="T59" fmla="*/ 676 h 1136"/>
                    <ns1:gd name="T60" fmla="*/ 98 w 1136"/>
                    <ns1:gd name="T61" fmla="*/ 484 h 1136"/>
                    <ns1:gd name="T62" fmla="*/ 70 w 1136"/>
                    <ns1:gd name="T63" fmla="*/ 517 h 1136"/>
                    <ns1:gd name="T64" fmla="*/ 1053 w 1136"/>
                    <ns1:gd name="T65" fmla="*/ 518 h 1136"/>
                    <ns1:gd name="T66" fmla="*/ 300 w 1136"/>
                    <ns1:gd name="T67" fmla="*/ 1013 h 1136"/>
                    <ns1:gd name="T68" fmla="*/ 297 w 1136"/>
                    <ns1:gd name="T69" fmla="*/ 996 h 1136"/>
                    <ns1:gd name="T70" fmla="*/ 105 w 1136"/>
                    <ns1:gd name="T71" fmla="*/ 429 h 1136"/>
                    <ns1:gd name="T72" fmla="*/ 515 w 1136"/>
                    <ns1:gd name="T73" fmla="*/ 1058 h 1136"/>
                    <ns1:gd name="T74" fmla="*/ 826 w 1136"/>
                    <ns1:gd name="T75" fmla="*/ 981 h 1136"/>
                    <ns1:gd name="T76" fmla="*/ 1052 w 1136"/>
                    <ns1:gd name="T77" fmla="*/ 707 h 1136"/>
                    <ns1:gd name="T78" fmla="*/ 228 w 1136"/>
                    <ns1:gd name="T79" fmla="*/ 905 h 1136"/>
                    <ns1:gd name="T80" fmla="*/ 739 w 1136"/>
                    <ns1:gd name="T81" fmla="*/ 1019 h 1136"/>
                    <ns1:gd name="T82" fmla="*/ 606 w 1136"/>
                    <ns1:gd name="T83" fmla="*/ 47 h 1136"/>
                    <ns1:gd name="T84" fmla="*/ 88 w 1136"/>
                    <ns1:gd name="T85" fmla="*/ 742 h 1136"/>
                    <ns1:gd name="T86" fmla="*/ 1002 w 1136"/>
                    <ns1:gd name="T87" fmla="*/ 833 h 1136"/>
                    <ns1:gd name="T88" fmla="*/ 461 w 1136"/>
                    <ns1:gd name="T89" fmla="*/ 1075 h 1136"/>
                    <ns1:gd name="T90" fmla="*/ 98 w 1136"/>
                    <ns1:gd name="T91" fmla="*/ 772 h 1136"/>
                    <ns1:gd name="T92" fmla="*/ 959 w 1136"/>
                    <ns1:gd name="T93" fmla="*/ 907 h 1136"/>
                    <ns1:gd name="T94" fmla="*/ 923 w 1136"/>
                    <ns1:gd name="T95" fmla="*/ 935 h 1136"/>
                    <ns1:gd name="T96" fmla="*/ 1066 w 1136"/>
                    <ns1:gd name="T97" fmla="*/ 575 h 1136"/>
                    <ns1:gd name="T98" fmla="*/ 823 w 1136"/>
                    <ns1:gd name="T99" fmla="*/ 1003 h 1136"/>
                    <ns1:gd name="T100" fmla="*/ 284 w 1136"/>
                    <ns1:gd name="T101" fmla="*/ 991 h 1136"/>
                    <ns1:gd name="T102" fmla="*/ 1041 w 1136"/>
                    <ns1:gd name="T103" fmla="*/ 621 h 1136"/>
                    <ns1:gd name="T104" fmla="*/ 103 w 1136"/>
                    <ns1:gd name="T105" fmla="*/ 677 h 1136"/>
                    <ns1:gd name="T106" fmla="*/ 555 w 1136"/>
                    <ns1:gd name="T107" fmla="*/ 1086 h 1136"/>
                    <ns1:gd name="T108" fmla="*/ 751 w 1136"/>
                    <ns1:gd name="T109" fmla="*/ 1016 h 1136"/>
                    <ns1:gd name="T110" fmla="*/ 984 w 1136"/>
                    <ns1:gd name="T111" fmla="*/ 876 h 1136"/>
                    <ns1:gd name="T112" fmla="*/ 1075 w 1136"/>
                    <ns1:gd name="T113" fmla="*/ 470 h 1136"/>
                    <ns1:gd name="T114" fmla="*/ 786 w 1136"/>
                    <ns1:gd name="T115" fmla="*/ 992 h 1136"/>
                    <ns1:gd name="T116" fmla="*/ 274 w 1136"/>
                    <ns1:gd name="T117" fmla="*/ 174 h 1136"/>
                    <ns1:gd name="T118" fmla="*/ 428 w 1136"/>
                    <ns1:gd name="T119" fmla="*/ 64 h 1136"/>
                    <ns1:gd name="T120" fmla="*/ 676 w 1136"/>
                    <ns1:gd name="T121" fmla="*/ 105 h 11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</ns1:cxnLst>
                  <ns1:rect l="0" t="0" r="r" b="b"/>
                  <ns1:pathLst>
                    <ns1:path w="1136" h="1136">
                      <ns1:moveTo>
                        <ns1:pt x="0" y="590"/>
                      </ns1:moveTo>
                      <ns1:cubicBezTo>
                        <ns1:pt x="0" y="576"/>
                        <ns1:pt x="0" y="562"/>
                        <ns1:pt x="0" y="548"/>
                      </ns1:cubicBezTo>
                      <ns1:cubicBezTo>
                        <ns1:pt x="2" y="507"/>
                        <ns1:pt x="8" y="467"/>
                        <ns1:pt x="18" y="428"/>
                      </ns1:cubicBezTo>
                      <ns1:cubicBezTo>
                        <ns1:pt x="68" y="231"/>
                        <ns1:pt x="225" y="72"/>
                        <ns1:pt x="422" y="21"/>
                      </ns1:cubicBezTo>
                      <ns1:cubicBezTo>
                        <ns1:pt x="479" y="6"/>
                        <ns1:pt x="537" y="0"/>
                        <ns1:pt x="596" y="3"/>
                      </ns1:cubicBezTo>
                      <ns1:cubicBezTo>
                        <ns1:pt x="735" y="11"/>
                        <ns1:pt x="857" y="63"/>
                        <ns1:pt x="958" y="159"/>
                      </ns1:cubicBezTo>
                      <ns1:cubicBezTo>
                        <ns1:pt x="1044" y="241"/>
                        <ns1:pt x="1098" y="340"/>
                        <ns1:pt x="1122" y="456"/>
                      </ns1:cubicBezTo>
                      <ns1:cubicBezTo>
                        <ns1:pt x="1133" y="508"/>
                        <ns1:pt x="1136" y="561"/>
                        <ns1:pt x="1132" y="614"/>
                      </ns1:cubicBezTo>
                      <ns1:cubicBezTo>
                        <ns1:pt x="1114" y="856"/>
                        <ns1:pt x="940" y="1060"/>
                        <ns1:pt x="704" y="1119"/>
                      </ns1:cubicBezTo>
                      <ns1:cubicBezTo>
                        <ns1:pt x="667" y="1129"/>
                        <ns1:pt x="629" y="1134"/>
                        <ns1:pt x="590" y="1136"/>
                      </ns1:cubicBezTo>
                      <ns1:cubicBezTo>
                        <ns1:pt x="575" y="1136"/>
                        <ns1:pt x="559" y="1136"/>
                        <ns1:pt x="544" y="1136"/>
                      </ns1:cubicBezTo>
                      <ns1:cubicBezTo>
                        <ns1:pt x="503" y="1134"/>
                        <ns1:pt x="462" y="1128"/>
                        <ns1:pt x="422" y="1117"/>
                      </ns1:cubicBezTo>
                      <ns1:cubicBezTo>
                        <ns1:pt x="309" y="1087"/>
                        <ns1:pt x="214" y="1027"/>
                        <ns1:pt x="137" y="939"/>
                      </ns1:cubicBezTo>
                      <ns1:cubicBezTo>
                        <ns1:pt x="75" y="867"/>
                        <ns1:pt x="34" y="785"/>
                        <ns1:pt x="13" y="692"/>
                      </ns1:cubicBezTo>
                      <ns1:cubicBezTo>
                        <ns1:pt x="6" y="659"/>
                        <ns1:pt x="2" y="625"/>
                        <ns1:pt x="0" y="590"/>
                      </ns1:cubicBezTo>
                      <ns1:close/>
                      <ns1:moveTo>
                        <ns1:pt x="534" y="56"/>
                      </ns1:moveTo>
                      <ns1:cubicBezTo>
                        <ns1:pt x="530" y="56"/>
                        <ns1:pt x="527" y="57"/>
                        <ns1:pt x="523" y="57"/>
                      </ns1:cubicBezTo>
                      <ns1:cubicBezTo>
                        <ns1:pt x="523" y="60"/>
                        <ns1:pt x="523" y="62"/>
                        <ns1:pt x="523" y="64"/>
                      </ns1:cubicBezTo>
                      <ns1:cubicBezTo>
                        <ns1:pt x="535" y="63"/>
                        <ns1:pt x="546" y="63"/>
                        <ns1:pt x="557" y="62"/>
                      </ns1:cubicBezTo>
                      <ns1:cubicBezTo>
                        <ns1:pt x="557" y="59"/>
                        <ns1:pt x="556" y="57"/>
                        <ns1:pt x="556" y="54"/>
                      </ns1:cubicBezTo>
                      <ns1:cubicBezTo>
                        <ns1:pt x="549" y="55"/>
                        <ns1:pt x="543" y="55"/>
                        <ns1:pt x="537" y="56"/>
                      </ns1:cubicBezTo>
                      <ns1:cubicBezTo>
                        <ns1:pt x="539" y="55"/>
                        <ns1:pt x="541" y="54"/>
                        <ns1:pt x="544" y="53"/>
                      </ns1:cubicBezTo>
                      <ns1:cubicBezTo>
                        <ns1:pt x="543" y="50"/>
                        <ns1:pt x="542" y="47"/>
                        <ns1:pt x="541" y="44"/>
                      </ns1:cubicBezTo>
                      <ns1:cubicBezTo>
                        <ns1:pt x="538" y="45"/>
                        <ns1:pt x="535" y="45"/>
                        <ns1:pt x="532" y="46"/>
                      </ns1:cubicBezTo>
                      <ns1:cubicBezTo>
                        <ns1:pt x="532" y="48"/>
                        <ns1:pt x="533" y="50"/>
                        <ns1:pt x="533" y="51"/>
                      </ns1:cubicBezTo>
                      <ns1:cubicBezTo>
                        <ns1:pt x="534" y="53"/>
                        <ns1:pt x="534" y="55"/>
                        <ns1:pt x="534" y="56"/>
                      </ns1:cubicBezTo>
                      <ns1:close/>
                      <ns1:moveTo>
                        <ns1:pt x="713" y="76"/>
                      </ns1:moveTo>
                      <ns1:cubicBezTo>
                        <ns1:pt x="715" y="75"/>
                        <ns1:pt x="716" y="75"/>
                        <ns1:pt x="718" y="75"/>
                      </ns1:cubicBezTo>
                      <ns1:cubicBezTo>
                        <ns1:pt x="718" y="72"/>
                        <ns1:pt x="718" y="69"/>
                        <ns1:pt x="719" y="65"/>
                      </ns1:cubicBezTo>
                      <ns1:cubicBezTo>
                        <ns1:pt x="715" y="65"/>
                        <ns1:pt x="712" y="65"/>
                        <ns1:pt x="709" y="64"/>
                      </ns1:cubicBezTo>
                      <ns1:cubicBezTo>
                        <ns1:pt x="708" y="68"/>
                        <ns1:pt x="708" y="71"/>
                        <ns1:pt x="708" y="75"/>
                      </ns1:cubicBezTo>
                      <ns1:cubicBezTo>
                        <ns1:pt x="704" y="74"/>
                        <ns1:pt x="700" y="73"/>
                        <ns1:pt x="696" y="72"/>
                      </ns1:cubicBezTo>
                      <ns1:cubicBezTo>
                        <ns1:pt x="696" y="74"/>
                        <ns1:pt x="695" y="77"/>
                        <ns1:pt x="695" y="79"/>
                      </ns1:cubicBezTo>
                      <ns1:cubicBezTo>
                        <ns1:pt x="705" y="82"/>
                        <ns1:pt x="716" y="85"/>
                        <ns1:pt x="727" y="88"/>
                      </ns1:cubicBezTo>
                      <ns1:cubicBezTo>
                        <ns1:pt x="728" y="85"/>
                        <ns1:pt x="728" y="83"/>
                        <ns1:pt x="729" y="81"/>
                      </ns1:cubicBezTo>
                      <ns1:cubicBezTo>
                        <ns1:pt x="723" y="79"/>
                        <ns1:pt x="718" y="77"/>
                        <ns1:pt x="713" y="76"/>
                      </ns1:cubicBezTo>
                      <ns1:close/>
                      <ns1:moveTo>
                        <ns1:pt x="168" y="879"/>
                      </ns1:moveTo>
                      <ns1:cubicBezTo>
                        <ns1:pt x="168" y="879"/>
                        <ns1:pt x="168" y="878"/>
                        <ns1:pt x="167" y="878"/>
                      </ns1:cubicBezTo>
                      <ns1:cubicBezTo>
                        <ns1:pt x="172" y="870"/>
                        <ns1:pt x="176" y="862"/>
                        <ns1:pt x="181" y="854"/>
                      </ns1:cubicBezTo>
                      <ns1:cubicBezTo>
                        <ns1:pt x="182" y="851"/>
                        <ns1:pt x="182" y="850"/>
                        <ns1:pt x="180" y="848"/>
                      </ns1:cubicBezTo>
                      <ns1:cubicBezTo>
                        <ns1:pt x="179" y="846"/>
                        <ns1:pt x="177" y="844"/>
                        <ns1:pt x="175" y="841"/>
                      </ns1:cubicBezTo>
                      <ns1:cubicBezTo>
                        <ns1:pt x="164" y="850"/>
                        <ns1:pt x="154" y="858"/>
                        <ns1:pt x="143" y="866"/>
                      </ns1:cubicBezTo>
                      <ns1:cubicBezTo>
                        <ns1:pt x="144" y="868"/>
                        <ns1:pt x="146" y="870"/>
                        <ns1:pt x="147" y="872"/>
                      </ns1:cubicBezTo>
                      <ns1:cubicBezTo>
                        <ns1:pt x="156" y="865"/>
                        <ns1:pt x="164" y="859"/>
                        <ns1:pt x="172" y="854"/>
                      </ns1:cubicBezTo>
                      <ns1:cubicBezTo>
                        <ns1:pt x="172" y="854"/>
                        <ns1:pt x="172" y="854"/>
                        <ns1:pt x="172" y="854"/>
                      </ns1:cubicBezTo>
                      <ns1:cubicBezTo>
                        <ns1:pt x="167" y="864"/>
                        <ns1:pt x="162" y="874"/>
                        <ns1:pt x="156" y="884"/>
                      </ns1:cubicBezTo>
                      <ns1:cubicBezTo>
                        <ns1:pt x="158" y="886"/>
                        <ns1:pt x="160" y="889"/>
                        <ns1:pt x="163" y="893"/>
                      </ns1:cubicBezTo>
                      <ns1:cubicBezTo>
                        <ns1:pt x="174" y="884"/>
                        <ns1:pt x="184" y="876"/>
                        <ns1:pt x="195" y="868"/>
                      </ns1:cubicBezTo>
                      <ns1:cubicBezTo>
                        <ns1:pt x="194" y="866"/>
                        <ns1:pt x="193" y="864"/>
                        <ns1:pt x="191" y="862"/>
                      </ns1:cubicBezTo>
                      <ns1:cubicBezTo>
                        <ns1:pt x="183" y="868"/>
                        <ns1:pt x="176" y="873"/>
                        <ns1:pt x="168" y="879"/>
                      </ns1:cubicBezTo>
                      <ns1:close/>
                      <ns1:moveTo>
                        <ns1:pt x="652" y="1048"/>
                      </ns1:moveTo>
                      <ns1:cubicBezTo>
                        <ns1:pt x="657" y="1056"/>
                        <ns1:pt x="663" y="1065"/>
                        <ns1:pt x="669" y="1073"/>
                      </ns1:cubicBezTo>
                      <ns1:cubicBezTo>
                        <ns1:pt x="670" y="1074"/>
                        <ns1:pt x="671" y="1076"/>
                        <ns1:pt x="672" y="1076"/>
                      </ns1:cubicBezTo>
                      <ns1:cubicBezTo>
                        <ns1:pt x="676" y="1075"/>
                        <ns1:pt x="679" y="1074"/>
                        <ns1:pt x="682" y="1074"/>
                      </ns1:cubicBezTo>
                      <ns1:cubicBezTo>
                        <ns1:pt x="679" y="1060"/>
                        <ns1:pt x="677" y="1047"/>
                        <ns1:pt x="674" y="1034"/>
                      </ns1:cubicBezTo>
                      <ns1:cubicBezTo>
                        <ns1:pt x="672" y="1034"/>
                        <ns1:pt x="670" y="1035"/>
                        <ns1:pt x="667" y="1035"/>
                      </ns1:cubicBezTo>
                      <ns1:cubicBezTo>
                        <ns1:pt x="669" y="1045"/>
                        <ns1:pt x="671" y="1055"/>
                        <ns1:pt x="673" y="1065"/>
                      </ns1:cubicBezTo>
                      <ns1:cubicBezTo>
                        <ns1:pt x="672" y="1065"/>
                        <ns1:pt x="672" y="1065"/>
                        <ns1:pt x="671" y="1065"/>
                      </ns1:cubicBezTo>
                      <ns1:cubicBezTo>
                        <ns1:pt x="667" y="1058"/>
                        <ns1:pt x="663" y="1052"/>
                        <ns1:pt x="659" y="1046"/>
                      </ns1:cubicBezTo>
                      <ns1:cubicBezTo>
                        <ns1:pt x="653" y="1037"/>
                        <ns1:pt x="653" y="1037"/>
                        <ns1:pt x="643" y="1040"/>
                      </ns1:cubicBezTo>
                      <ns1:cubicBezTo>
                        <ns1:pt x="643" y="1040"/>
                        <ns1:pt x="642" y="1040"/>
                        <ns1:pt x="642" y="1040"/>
                      </ns1:cubicBezTo>
                      <ns1:cubicBezTo>
                        <ns1:pt x="644" y="1053"/>
                        <ns1:pt x="647" y="1067"/>
                        <ns1:pt x="649" y="1080"/>
                      </ns1:cubicBezTo>
                      <ns1:cubicBezTo>
                        <ns1:pt x="652" y="1080"/>
                        <ns1:pt x="654" y="1079"/>
                        <ns1:pt x="656" y="1079"/>
                      </ns1:cubicBezTo>
                      <ns1:cubicBezTo>
                        <ns1:pt x="655" y="1068"/>
                        <ns1:pt x="653" y="1058"/>
                        <ns1:pt x="651" y="1049"/>
                      </ns1:cubicBezTo>
                      <ns1:cubicBezTo>
                        <ns1:pt x="651" y="1048"/>
                        <ns1:pt x="651" y="1048"/>
                        <ns1:pt x="652" y="1048"/>
                      </ns1:cubicBezTo>
                      <ns1:close/>
                      <ns1:moveTo>
                        <ns1:pt x="427" y="79"/>
                      </ns1:moveTo>
                      <ns1:cubicBezTo>
                        <ns1:pt x="427" y="79"/>
                        <ns1:pt x="427" y="78"/>
                        <ns1:pt x="426" y="78"/>
                      </ns1:cubicBezTo>
                      <ns1:cubicBezTo>
                        <ns1:pt x="427" y="77"/>
                        <ns1:pt x="428" y="76"/>
                        <ns1:pt x="429" y="74"/>
                      </ns1:cubicBezTo>
                      <ns1:cubicBezTo>
                        <ns1:pt x="418" y="64"/>
                        <ns1:pt x="421" y="65"/>
                        <ns1:pt x="412" y="73"/>
                      </ns1:cubicBezTo>
                      <ns1:cubicBezTo>
                        <ns1:pt x="415" y="76"/>
                        <ns1:pt x="418" y="78"/>
                        <ns1:pt x="422" y="81"/>
                      </ns1:cubicBezTo>
                      <ns1:cubicBezTo>
                        <ns1:pt x="416" y="82"/>
                        <ns1:pt x="412" y="83"/>
                        <ns1:pt x="408" y="84"/>
                      </ns1:cubicBezTo>
                      <ns1:cubicBezTo>
                        <ns1:pt x="409" y="89"/>
                        <ns1:pt x="410" y="94"/>
                        <ns1:pt x="412" y="99"/>
                      </ns1:cubicBezTo>
                      <ns1:cubicBezTo>
                        <ns1:pt x="415" y="98"/>
                        <ns1:pt x="417" y="98"/>
                        <ns1:pt x="420" y="97"/>
                      </ns1:cubicBezTo>
                      <ns1:cubicBezTo>
                        <ns1:pt x="420" y="94"/>
                        <ns1:pt x="419" y="92"/>
                        <ns1:pt x="419" y="90"/>
                      </ns1:cubicBezTo>
                      <ns1:cubicBezTo>
                        <ns1:pt x="433" y="86"/>
                        <ns1:pt x="447" y="82"/>
                        <ns1:pt x="461" y="78"/>
                      </ns1:cubicBezTo>
                      <ns1:cubicBezTo>
                        <ns1:pt x="462" y="81"/>
                        <ns1:pt x="462" y="83"/>
                        <ns1:pt x="463" y="86"/>
                      </ns1:cubicBezTo>
                      <ns1:cubicBezTo>
                        <ns1:pt x="466" y="85"/>
                        <ns1:pt x="469" y="84"/>
                        <ns1:pt x="473" y="83"/>
                      </ns1:cubicBezTo>
                      <ns1:cubicBezTo>
                        <ns1:pt x="471" y="78"/>
                        <ns1:pt x="470" y="73"/>
                        <ns1:pt x="469" y="68"/>
                      </ns1:cubicBezTo>
                      <ns1:cubicBezTo>
                        <ns1:pt x="464" y="69"/>
                        <ns1:pt x="460" y="70"/>
                        <ns1:pt x="455" y="71"/>
                      </ns1:cubicBezTo>
                      <ns1:cubicBezTo>
                        <ns1:pt x="457" y="66"/>
                        <ns1:pt x="459" y="62"/>
                        <ns1:pt x="461" y="58"/>
                      </ns1:cubicBezTo>
                      <ns1:cubicBezTo>
                        <ns1:pt x="457" y="57"/>
                        <ns1:pt x="454" y="57"/>
                        <ns1:pt x="450" y="56"/>
                      </ns1:cubicBezTo>
                      <ns1:cubicBezTo>
                        <ns1:pt x="449" y="59"/>
                        <ns1:pt x="449" y="61"/>
                        <ns1:pt x="448" y="63"/>
                      </ns1:cubicBezTo>
                      <ns1:cubicBezTo>
                        <ns1:pt x="445" y="74"/>
                        <ns1:pt x="445" y="74"/>
                        <ns1:pt x="434" y="77"/>
                      </ns1:cubicBezTo>
                      <ns1:cubicBezTo>
                        <ns1:pt x="432" y="78"/>
                        <ns1:pt x="430" y="79"/>
                        <ns1:pt x="427" y="79"/>
                      </ns1:cubicBezTo>
                      <ns1:close/>
                      <ns1:moveTo>
                        <ns1:pt x="444" y="97"/>
                      </ns1:moveTo>
                      <ns1:cubicBezTo>
                        <ns1:pt x="444" y="97"/>
                        <ns1:pt x="444" y="97"/>
                        <ns1:pt x="444" y="97"/>
                      </ns1:cubicBezTo>
                      <ns1:cubicBezTo>
                        <ns1:pt x="443" y="99"/>
                        <ns1:pt x="442" y="102"/>
                        <ns1:pt x="440" y="104"/>
                      </ns1:cubicBezTo>
                      <ns1:cubicBezTo>
                        <ns1:pt x="432" y="107"/>
                        <ns1:pt x="423" y="109"/>
                        <ns1:pt x="414" y="111"/>
                      </ns1:cubicBezTo>
                      <ns1:cubicBezTo>
                        <ns1:pt x="415" y="114"/>
                        <ns1:pt x="416" y="116"/>
                        <ns1:pt x="416" y="119"/>
                      </ns1:cubicBezTo>
                      <ns1:cubicBezTo>
                        <ns1:pt x="426" y="117"/>
                        <ns1:pt x="435" y="114"/>
                        <ns1:pt x="443" y="112"/>
                      </ns1:cubicBezTo>
                      <ns1:cubicBezTo>
                        <ns1:pt x="447" y="119"/>
                        <ns1:pt x="440" y="119"/>
                        <ns1:pt x="438" y="122"/>
                      </ns1:cubicBezTo>
                      <ns1:cubicBezTo>
                        <ns1:pt x="439" y="124"/>
                        <ns1:pt x="441" y="127"/>
                        <ns1:pt x="443" y="130"/>
                      </ns1:cubicBezTo>
                      <ns1:cubicBezTo>
                        <ns1:pt x="446" y="128"/>
                        <ns1:pt x="449" y="127"/>
                        <ns1:pt x="453" y="126"/>
                      </ns1:cubicBezTo>
                      <ns1:cubicBezTo>
                        <ns1:pt x="456" y="125"/>
                        <ns1:pt x="458" y="122"/>
                        <ns1:pt x="456" y="118"/>
                      </ns1:cubicBezTo>
                      <ns1:cubicBezTo>
                        <ns1:pt x="455" y="116"/>
                        <ns1:pt x="454" y="113"/>
                        <ns1:pt x="453" y="109"/>
                      </ns1:cubicBezTo>
                      <ns1:cubicBezTo>
                        <ns1:pt x="462" y="107"/>
                        <ns1:pt x="470" y="105"/>
                        <ns1:pt x="479" y="103"/>
                      </ns1:cubicBezTo>
                      <ns1:cubicBezTo>
                        <ns1:pt x="478" y="100"/>
                        <ns1:pt x="477" y="97"/>
                        <ns1:pt x="476" y="95"/>
                      </ns1:cubicBezTo>
                      <ns1:cubicBezTo>
                        <ns1:pt x="468" y="97"/>
                        <ns1:pt x="460" y="99"/>
                        <ns1:pt x="452" y="101"/>
                      </ns1:cubicBezTo>
                      <ns1:cubicBezTo>
                        <ns1:pt x="455" y="95"/>
                        <ns1:pt x="458" y="90"/>
                        <ns1:pt x="461" y="85"/>
                      </ns1:cubicBezTo>
                      <ns1:cubicBezTo>
                        <ns1:pt x="461" y="85"/>
                        <ns1:pt x="460" y="84"/>
                        <ns1:pt x="460" y="84"/>
                      </ns1:cubicBezTo>
                      <ns1:cubicBezTo>
                        <ns1:pt x="447" y="87"/>
                        <ns1:pt x="435" y="90"/>
                        <ns1:pt x="422" y="94"/>
                      </ns1:cubicBezTo>
                      <ns1:cubicBezTo>
                        <ns1:pt x="423" y="97"/>
                        <ns1:pt x="423" y="99"/>
                        <ns1:pt x="424" y="101"/>
                      </ns1:cubicBezTo>
                      <ns1:cubicBezTo>
                        <ns1:pt x="431" y="100"/>
                        <ns1:pt x="437" y="98"/>
                        <ns1:pt x="444" y="97"/>
                      </ns1:cubicBezTo>
                      <ns1:close/>
                      <ns1:moveTo>
                        <ns1:pt x="879" y="213"/>
                      </ns1:moveTo>
                      <ns1:cubicBezTo>
                        <ns1:pt x="880" y="213"/>
                        <ns1:pt x="880" y="214"/>
                        <ns1:pt x="880" y="214"/>
                      </ns1:cubicBezTo>
                      <ns1:cubicBezTo>
                        <ns1:pt x="882" y="215"/>
                        <ns1:pt x="884" y="218"/>
                        <ns1:pt x="885" y="218"/>
                      </ns1:cubicBezTo>
                      <ns1:cubicBezTo>
                        <ns1:pt x="889" y="218"/>
                        <ns1:pt x="893" y="217"/>
                        <ns1:pt x="897" y="216"/>
                      </ns1:cubicBezTo>
                      <ns1:cubicBezTo>
                        <ns1:pt x="898" y="218"/>
                        <ns1:pt x="900" y="220"/>
                        <ns1:pt x="903" y="222"/>
                      </ns1:cubicBezTo>
                      <ns1:cubicBezTo>
                        <ns1:pt x="896" y="229"/>
                        <ns1:pt x="892" y="229"/>
                        <ns1:pt x="878" y="224"/>
                      </ns1:cubicBezTo>
                      <ns1:cubicBezTo>
                        <ns1:pt x="878" y="227"/>
                        <ns1:pt x="878" y="229"/>
                        <ns1:pt x="878" y="233"/>
                      </ns1:cubicBezTo>
                      <ns1:cubicBezTo>
                        <ns1:pt x="884" y="234"/>
                        <ns1:pt x="889" y="236"/>
                        <ns1:pt x="895" y="235"/>
                      </ns1:cubicBezTo>
                      <ns1:cubicBezTo>
                        <ns1:pt x="900" y="235"/>
                        <ns1:pt x="905" y="231"/>
                        <ns1:pt x="910" y="228"/>
                      </ns1:cubicBezTo>
                      <ns1:cubicBezTo>
                        <ns1:pt x="910" y="229"/>
                        <ns1:pt x="910" y="230"/>
                        <ns1:pt x="910" y="230"/>
                      </ns1:cubicBezTo>
                      <ns1:cubicBezTo>
                        <ns1:pt x="908" y="232"/>
                        <ns1:pt x="906" y="234"/>
                        <ns1:pt x="904" y="236"/>
                      </ns1:cubicBezTo>
                      <ns1:cubicBezTo>
                        <ns1:pt x="893" y="248"/>
                        <ns1:pt x="893" y="245"/>
                        <ns1:pt x="905" y="257"/>
                      </ns1:cubicBezTo>
                      <ns1:cubicBezTo>
                        <ns1:pt x="909" y="261"/>
                        <ns1:pt x="912" y="260"/>
                        <ns1:pt x="916" y="258"/>
                      </ns1:cubicBezTo>
                      <ns1:cubicBezTo>
                        <ns1:pt x="920" y="255"/>
                        <ns1:pt x="917" y="253"/>
                        <ns1:pt x="916" y="250"/>
                      </ns1:cubicBezTo>
                      <ns1:cubicBezTo>
                        <ns1:pt x="916" y="249"/>
                        <ns1:pt x="915" y="248"/>
                        <ns1:pt x="915" y="247"/>
                      </ns1:cubicBezTo>
                      <ns1:cubicBezTo>
                        <ns1:pt x="914" y="248"/>
                        <ns1:pt x="913" y="249"/>
                        <ns1:pt x="912" y="250"/>
                      </ns1:cubicBezTo>
                      <ns1:cubicBezTo>
                        <ns1:pt x="910" y="250"/>
                        <ns1:pt x="909" y="249"/>
                        <ns1:pt x="907" y="249"/>
                      </ns1:cubicBezTo>
                      <ns1:cubicBezTo>
                        <ns1:pt x="907" y="248"/>
                        <ns1:pt x="907" y="246"/>
                        <ns1:pt x="908" y="245"/>
                      </ns1:cubicBezTo>
                      <ns1:cubicBezTo>
                        <ns1:pt x="911" y="241"/>
                        <ns1:pt x="914" y="239"/>
                        <ns1:pt x="918" y="235"/>
                      </ns1:cubicBezTo>
                      <ns1:cubicBezTo>
                        <ns1:pt x="920" y="238"/>
                        <ns1:pt x="923" y="241"/>
                        <ns1:pt x="926" y="243"/>
                      </ns1:cubicBezTo>
                      <ns1:cubicBezTo>
                        <ns1:pt x="928" y="241"/>
                        <ns1:pt x="930" y="240"/>
                        <ns1:pt x="932" y="238"/>
                      </ns1:cubicBezTo>
                      <ns1:cubicBezTo>
                        <ns1:pt x="921" y="228"/>
                        <ns1:pt x="911" y="218"/>
                        <ns1:pt x="901" y="208"/>
                      </ns1:cubicBezTo>
                      <ns1:cubicBezTo>
                        <ns1:pt x="902" y="196"/>
                        <ns1:pt x="915" y="195"/>
                        <ns1:pt x="921" y="188"/>
                      </ns1:cubicBezTo>
                      <ns1:cubicBezTo>
                        <ns1:pt x="916" y="183"/>
                        <ns1:pt x="911" y="178"/>
                        <ns1:pt x="907" y="172"/>
                      </ns1:cubicBezTo>
                      <ns1:cubicBezTo>
                        <ns1:pt x="892" y="188"/>
                        <ns1:pt x="877" y="203"/>
                        <ns1:pt x="862" y="218"/>
                      </ns1:cubicBezTo>
                      <ns1:cubicBezTo>
                        <ns1:pt x="865" y="220"/>
                        <ns1:pt x="866" y="222"/>
                        <ns1:pt x="869" y="224"/>
                      </ns1:cubicBezTo>
                      <ns1:cubicBezTo>
                        <ns1:pt x="872" y="220"/>
                        <ns1:pt x="876" y="217"/>
                        <ns1:pt x="879" y="213"/>
                      </ns1:cubicBezTo>
                      <ns1:close/>
                      <ns1:moveTo>
                        <ns1:pt x="217" y="233"/>
                      </ns1:moveTo>
                      <ns1:cubicBezTo>
                        <ns1:pt x="219" y="233"/>
                        <ns1:pt x="221" y="234"/>
                        <ns1:pt x="223" y="234"/>
                      </ns1:cubicBezTo>
                      <ns1:cubicBezTo>
                        <ns1:pt x="224" y="233"/>
                        <ns1:pt x="224" y="231"/>
                        <ns1:pt x="225" y="230"/>
                      </ns1:cubicBezTo>
                      <ns1:cubicBezTo>
                        <ns1:pt x="235" y="238"/>
                        <ns1:pt x="235" y="239"/>
                        <ns1:pt x="230" y="246"/>
                      </ns1:cubicBezTo>
                      <ns1:cubicBezTo>
                        <ns1:pt x="233" y="248"/>
                        <ns1:pt x="235" y="249"/>
                        <ns1:pt x="238" y="250"/>
                      </ns1:cubicBezTo>
                      <ns1:cubicBezTo>
                        <ns1:pt x="241" y="246"/>
                        <ns1:pt x="247" y="244"/>
                        <ns1:pt x="244" y="236"/>
                      </ns1:cubicBezTo>
                      <ns1:cubicBezTo>
                        <ns1:pt x="247" y="236"/>
                        <ns1:pt x="249" y="235"/>
                        <ns1:pt x="252" y="235"/>
                      </ns1:cubicBezTo>
                      <ns1:cubicBezTo>
                        <ns1:pt x="250" y="221"/>
                        <ns1:pt x="242" y="211"/>
                        <ns1:pt x="233" y="202"/>
                      </ns1:cubicBezTo>
                      <ns1:cubicBezTo>
                        <ns1:pt x="235" y="201"/>
                        <ns1:pt x="236" y="200"/>
                        <ns1:pt x="236" y="200"/>
                      </ns1:cubicBezTo>
                      <ns1:cubicBezTo>
                        <ns1:pt x="246" y="209"/>
                        <ns1:pt x="255" y="217"/>
                        <ns1:pt x="263" y="225"/>
                      </ns1:cubicBezTo>
                      <ns1:cubicBezTo>
                        <ns1:pt x="265" y="224"/>
                        <ns1:pt x="267" y="222"/>
                        <ns1:pt x="269" y="221"/>
                      </ns1:cubicBezTo>
                      <ns1:cubicBezTo>
                        <ns1:pt x="260" y="211"/>
                        <ns1:pt x="251" y="202"/>
                        <ns1:pt x="243" y="193"/>
                      </ns1:cubicBezTo>
                      <ns1:cubicBezTo>
                        <ns1:pt x="244" y="191"/>
                        <ns1:pt x="245" y="190"/>
                        <ns1:pt x="246" y="189"/>
                      </ns1:cubicBezTo>
                      <ns1:cubicBezTo>
                        <ns1:pt x="244" y="187"/>
                        <ns1:pt x="243" y="185"/>
                        <ns1:pt x="240" y="182"/>
                      </ns1:cubicBezTo>
                      <ns1:cubicBezTo>
                        <ns1:pt x="236" y="187"/>
                        <ns1:pt x="232" y="192"/>
                        <ns1:pt x="228" y="197"/>
                      </ns1:cubicBezTo>
                      <ns1:cubicBezTo>
                        <ns1:pt x="225" y="194"/>
                        <ns1:pt x="223" y="192"/>
                        <ns1:pt x="221" y="189"/>
                      </ns1:cubicBezTo>
                      <ns1:cubicBezTo>
                        <ns1:pt x="225" y="184"/>
                        <ns1:pt x="228" y="180"/>
                        <ns1:pt x="232" y="174"/>
                      </ns1:cubicBezTo>
                      <ns1:cubicBezTo>
                        <ns1:pt x="228" y="174"/>
                        <ns1:pt x="225" y="173"/>
                        <ns1:pt x="222" y="173"/>
                      </ns1:cubicBezTo>
                      <ns1:cubicBezTo>
                        <ns1:pt x="218" y="179"/>
                        <ns1:pt x="215" y="185"/>
                        <ns1:pt x="212" y="192"/>
                      </ns1:cubicBezTo>
                      <ns1:cubicBezTo>
                        <ns1:pt x="213" y="193"/>
                        <ns1:pt x="214" y="194"/>
                        <ns1:pt x="215" y="195"/>
                      </ns1:cubicBezTo>
                      <ns1:cubicBezTo>
                        <ns1:pt x="221" y="201"/>
                        <ns1:pt x="227" y="207"/>
                        <ns1:pt x="232" y="213"/>
                      </ns1:cubicBezTo>
                      <ns1:cubicBezTo>
                        <ns1:pt x="237" y="219"/>
                        <ns1:pt x="241" y="225"/>
                        <ns1:pt x="242" y="233"/>
                      </ns1:cubicBezTo>
                      <ns1:cubicBezTo>
                        <ns1:pt x="238" y="229"/>
                        <ns1:pt x="233" y="225"/>
                        <ns1:pt x="229" y="222"/>
                      </ns1:cubicBezTo>
                      <ns1:cubicBezTo>
                        <ns1:pt x="229" y="221"/>
                        <ns1:pt x="229" y="219"/>
                        <ns1:pt x="229" y="219"/>
                      </ns1:cubicBezTo>
                      <ns1:cubicBezTo>
                        <ns1:pt x="232" y="213"/>
                        <ns1:pt x="228" y="212"/>
                        <ns1:pt x="225" y="210"/>
                      </ns1:cubicBezTo>
                      <ns1:cubicBezTo>
                        <ns1:pt x="224" y="211"/>
                        <ns1:pt x="223" y="213"/>
                        <ns1:pt x="222" y="214"/>
                      </ns1:cubicBezTo>
                      <ns1:cubicBezTo>
                        <ns1:pt x="220" y="212"/>
                        <ns1:pt x="219" y="210"/>
                        <ns1:pt x="217" y="209"/>
                      </ns1:cubicBezTo>
                      <ns1:cubicBezTo>
                        <ns1:pt x="218" y="207"/>
                        <ns1:pt x="219" y="206"/>
                        <ns1:pt x="221" y="205"/>
                      </ns1:cubicBezTo>
                      <ns1:cubicBezTo>
                        <ns1:pt x="219" y="203"/>
                        <ns1:pt x="218" y="201"/>
                        <ns1:pt x="216" y="199"/>
                      </ns1:cubicBezTo>
                      <ns1:cubicBezTo>
                        <ns1:pt x="214" y="201"/>
                        <ns1:pt x="213" y="202"/>
                        <ns1:pt x="211" y="203"/>
                      </ns1:cubicBezTo>
                      <ns1:cubicBezTo>
                        <ns1:pt x="208" y="200"/>
                        <ns1:pt x="205" y="196"/>
                        <ns1:pt x="202" y="193"/>
                      </ns1:cubicBezTo>
                      <ns1:cubicBezTo>
                        <ns1:pt x="200" y="195"/>
                        <ns1:pt x="198" y="197"/>
                        <ns1:pt x="195" y="199"/>
                      </ns1:cubicBezTo>
                      <ns1:cubicBezTo>
                        <ns1:pt x="197" y="201"/>
                        <ns1:pt x="199" y="203"/>
                        <ns1:pt x="200" y="204"/>
                      </ns1:cubicBezTo>
                      <ns1:cubicBezTo>
                        <ns1:pt x="202" y="206"/>
                        <ns1:pt x="203" y="208"/>
                        <ns1:pt x="205" y="209"/>
                      </ns1:cubicBezTo>
                      <ns1:cubicBezTo>
                        <ns1:pt x="203" y="211"/>
                        <ns1:pt x="201" y="213"/>
                        <ns1:pt x="200" y="215"/>
                      </ns1:cubicBezTo>
                      <ns1:cubicBezTo>
                        <ns1:pt x="202" y="217"/>
                        <ns1:pt x="203" y="218"/>
                        <ns1:pt x="205" y="220"/>
                      </ns1:cubicBezTo>
                      <ns1:cubicBezTo>
                        <ns1:pt x="207" y="218"/>
                        <ns1:pt x="209" y="217"/>
                        <ns1:pt x="211" y="215"/>
                      </ns1:cubicBezTo>
                      <ns1:cubicBezTo>
                        <ns1:pt x="218" y="221"/>
                        <ns1:pt x="218" y="221"/>
                        <ns1:pt x="214" y="231"/>
                      </ns1:cubicBezTo>
                      <ns1:cubicBezTo>
                        <ns1:pt x="215" y="232"/>
                        <ns1:pt x="216" y="232"/>
                        <ns1:pt x="218" y="233"/>
                      </ns1:cubicBezTo>
                      <ns1:cubicBezTo>
                        <ns1:pt x="215" y="234"/>
                        <ns1:pt x="212" y="234"/>
                        <ns1:pt x="209" y="235"/>
                      </ns1:cubicBezTo>
                      <ns1:cubicBezTo>
                        <ns1:pt x="213" y="243"/>
                        <ns1:pt x="216" y="250"/>
                        <ns1:pt x="220" y="258"/>
                      </ns1:cubicBezTo>
                      <ns1:cubicBezTo>
                        <ns1:pt x="223" y="257"/>
                        <ns1:pt x="227" y="256"/>
                        <ns1:pt x="230" y="255"/>
                      </ns1:cubicBezTo>
                      <ns1:cubicBezTo>
                        <ns1:pt x="229" y="253"/>
                        <ns1:pt x="228" y="252"/>
                        <ns1:pt x="227" y="250"/>
                      </ns1:cubicBezTo>
                      <ns1:cubicBezTo>
                        <ns1:pt x="224" y="245"/>
                        <ns1:pt x="221" y="239"/>
                        <ns1:pt x="217" y="233"/>
                      </ns1:cubicBezTo>
                      <ns1:close/>
                      <ns1:moveTo>
                        <ns1:pt x="567" y="998"/>
                      </ns1:moveTo>
                      <ns1:cubicBezTo>
                        <ns1:pt x="803" y="998"/>
                        <ns1:pt x="995" y="807"/>
                        <ns1:pt x="995" y="570"/>
                      </ns1:cubicBezTo>
                      <ns1:cubicBezTo>
                        <ns1:pt x="996" y="333"/>
                        <ns1:pt x="804" y="141"/>
                        <ns1:pt x="568" y="141"/>
                      </ns1:cubicBezTo>
                      <ns1:cubicBezTo>
                        <ns1:pt x="331" y="140"/>
                        <ns1:pt x="139" y="332"/>
                        <ns1:pt x="139" y="569"/>
                      </ns1:cubicBezTo>
                      <ns1:cubicBezTo>
                        <ns1:pt x="138" y="806"/>
                        <ns1:pt x="330" y="997"/>
                        <ns1:pt x="567" y="998"/>
                      </ns1:cubicBezTo>
                      <ns1:close/>
                      <ns1:moveTo>
                        <ns1:pt x="677" y="64"/>
                      </ns1:moveTo>
                      <ns1:cubicBezTo>
                        <ns1:pt x="675" y="63"/>
                        <ns1:pt x="673" y="63"/>
                        <ns1:pt x="670" y="62"/>
                      </ns1:cubicBezTo>
                      <ns1:cubicBezTo>
                        <ns1:pt x="668" y="69"/>
                        <ns1:pt x="667" y="76"/>
                        <ns1:pt x="665" y="82"/>
                      </ns1:cubicBezTo>
                      <ns1:cubicBezTo>
                        <ns1:pt x="663" y="82"/>
                        <ns1:pt x="661" y="82"/>
                        <ns1:pt x="660" y="81"/>
                      </ns1:cubicBezTo>
                      <ns1:cubicBezTo>
                        <ns1:pt x="659" y="84"/>
                        <ns1:pt x="659" y="86"/>
                        <ns1:pt x="658" y="88"/>
                      </ns1:cubicBezTo>
                      <ns1:cubicBezTo>
                        <ns1:pt x="660" y="89"/>
                        <ns1:pt x="661" y="89"/>
                        <ns1:pt x="664" y="90"/>
                      </ns1:cubicBezTo>
                      <ns1:cubicBezTo>
                        <ns1:pt x="660" y="98"/>
                        <ns1:pt x="656" y="106"/>
                        <ns1:pt x="652" y="114"/>
                      </ns1:cubicBezTo>
                      <ns1:cubicBezTo>
                        <ns1:pt x="653" y="115"/>
                        <ns1:pt x="655" y="117"/>
                        <ns1:pt x="657" y="119"/>
                      </ns1:cubicBezTo>
                      <ns1:cubicBezTo>
                        <ns1:pt x="665" y="112"/>
                        <ns1:pt x="667" y="101"/>
                        <ns1:pt x="671" y="91"/>
                      </ns1:cubicBezTo>
                      <ns1:cubicBezTo>
                        <ns1:pt x="674" y="92"/>
                        <ns1:pt x="677" y="93"/>
                        <ns1:pt x="679" y="94"/>
                      </ns1:cubicBezTo>
                      <ns1:cubicBezTo>
                        <ns1:pt x="678" y="99"/>
                        <ns1:pt x="677" y="103"/>
                        <ns1:pt x="676" y="108"/>
                      </ns1:cubicBezTo>
                      <ns1:cubicBezTo>
                        <ns1:pt x="675" y="113"/>
                        <ns1:pt x="674" y="116"/>
                        <ns1:pt x="668" y="113"/>
                      </ns1:cubicBezTo>
                      <ns1:cubicBezTo>
                        <ns1:pt x="668" y="116"/>
                        <ns1:pt x="669" y="119"/>
                        <ns1:pt x="669" y="123"/>
                      </ns1:cubicBezTo>
                      <ns1:cubicBezTo>
                        <ns1:pt x="673" y="122"/>
                        <ns1:pt x="678" y="122"/>
                        <ns1:pt x="682" y="121"/>
                      </ns1:cubicBezTo>
                      <ns1:cubicBezTo>
                        <ns1:pt x="682" y="121"/>
                        <ns1:pt x="682" y="120"/>
                        <ns1:pt x="682" y="120"/>
                      </ns1:cubicBezTo>
                      <ns1:cubicBezTo>
                        <ns1:pt x="684" y="122"/>
                        <ns1:pt x="686" y="124"/>
                        <ns1:pt x="689" y="128"/>
                      </ns1:cubicBezTo>
                      <ns1:cubicBezTo>
                        <ns1:pt x="692" y="122"/>
                        <ns1:pt x="696" y="117"/>
                        <ns1:pt x="698" y="112"/>
                      </ns1:cubicBezTo>
                      <ns1:cubicBezTo>
                        <ns1:pt x="701" y="107"/>
                        <ns1:pt x="702" y="101"/>
                        <ns1:pt x="704" y="95"/>
                      </ns1:cubicBezTo>
                      <ns1:cubicBezTo>
                        <ns1:pt x="707" y="94"/>
                        <ns1:pt x="708" y="96"/>
                        <ns1:pt x="707" y="99"/>
                      </ns1:cubicBezTo>
                      <ns1:cubicBezTo>
                        <ns1:pt x="705" y="105"/>
                        <ns1:pt x="704" y="111"/>
                        <ns1:pt x="702" y="117"/>
                      </ns1:cubicBezTo>
                      <ns1:cubicBezTo>
                        <ns1:pt x="698" y="130"/>
                        <ns1:pt x="699" y="130"/>
                        <ns1:pt x="711" y="132"/>
                      </ns1:cubicBezTo>
                      <ns1:cubicBezTo>
                        <ns1:pt x="713" y="133"/>
                        <ns1:pt x="715" y="132"/>
                        <ns1:pt x="717" y="131"/>
                      </ns1:cubicBezTo>
                      <ns1:cubicBezTo>
                        <ns1:pt x="718" y="128"/>
                        <ns1:pt x="719" y="126"/>
                        <ns1:pt x="720" y="123"/>
                      </ns1:cubicBezTo>
                      <ns1:cubicBezTo>
                        <ns1:pt x="717" y="121"/>
                        <ns1:pt x="715" y="120"/>
                        <ns1:pt x="713" y="119"/>
                      </ns1:cubicBezTo>
                      <ns1:cubicBezTo>
                        <ns1:pt x="712" y="121"/>
                        <ns1:pt x="712" y="122"/>
                        <ns1:pt x="711" y="124"/>
                      </ns1:cubicBezTo>
                      <ns1:cubicBezTo>
                        <ns1:pt x="710" y="123"/>
                        <ns1:pt x="710" y="123"/>
                        <ns1:pt x="709" y="123"/>
                      </ns1:cubicBezTo>
                      <ns1:cubicBezTo>
                        <ns1:pt x="712" y="112"/>
                        <ns1:pt x="715" y="102"/>
                        <ns1:pt x="717" y="91"/>
                      </ns1:cubicBezTo>
                      <ns1:cubicBezTo>
                        <ns1:pt x="711" y="89"/>
                        <ns1:pt x="704" y="87"/>
                        <ns1:pt x="698" y="86"/>
                      </ns1:cubicBezTo>
                      <ns1:cubicBezTo>
                        <ns1:pt x="696" y="92"/>
                        <ns1:pt x="694" y="98"/>
                        <ns1:pt x="693" y="104"/>
                      </ns1:cubicBezTo>
                      <ns1:cubicBezTo>
                        <ns1:pt x="691" y="110"/>
                        <ns1:pt x="688" y="115"/>
                        <ns1:pt x="681" y="120"/>
                      </ns1:cubicBezTo>
                      <ns1:cubicBezTo>
                        <ns1:pt x="686" y="102"/>
                        <ns1:pt x="690" y="86"/>
                        <ns1:pt x="695" y="69"/>
                      </ns1:cubicBezTo>
                      <ns1:cubicBezTo>
                        <ns1:pt x="692" y="68"/>
                        <ns1:pt x="689" y="67"/>
                        <ns1:pt x="686" y="66"/>
                      </ns1:cubicBezTo>
                      <ns1:cubicBezTo>
                        <ns1:pt x="688" y="64"/>
                        <ns1:pt x="688" y="62"/>
                        <ns1:pt x="690" y="60"/>
                      </ns1:cubicBezTo>
                      <ns1:cubicBezTo>
                        <ns1:pt x="687" y="59"/>
                        <ns1:pt x="684" y="58"/>
                        <ns1:pt x="681" y="56"/>
                      </ns1:cubicBezTo>
                      <ns1:cubicBezTo>
                        <ns1:pt x="680" y="59"/>
                        <ns1:pt x="679" y="61"/>
                        <ns1:pt x="677" y="64"/>
                      </ns1:cubicBezTo>
                      <ns1:close/>
                      <ns1:moveTo>
                        <ns1:pt x="791" y="157"/>
                      </ns1:moveTo>
                      <ns1:cubicBezTo>
                        <ns1:pt x="777" y="142"/>
                        <ns1:pt x="774" y="135"/>
                        <ns1:pt x="776" y="124"/>
                      </ns1:cubicBezTo>
                      <ns1:cubicBezTo>
                        <ns1:pt x="783" y="127"/>
                        <ns1:pt x="790" y="130"/>
                        <ns1:pt x="798" y="134"/>
                      </ns1:cubicBezTo>
                      <ns1:cubicBezTo>
                        <ns1:pt x="799" y="131"/>
                        <ns1:pt x="800" y="129"/>
                        <ns1:pt x="801" y="126"/>
                      </ns1:cubicBezTo>
                      <ns1:cubicBezTo>
                        <ns1:pt x="793" y="123"/>
                        <ns1:pt x="786" y="119"/>
                        <ns1:pt x="778" y="116"/>
                      </ns1:cubicBezTo>
                      <ns1:cubicBezTo>
                        <ns1:pt x="779" y="112"/>
                        <ns1:pt x="781" y="108"/>
                        <ns1:pt x="783" y="104"/>
                      </ns1:cubicBezTo>
                      <ns1:cubicBezTo>
                        <ns1:pt x="790" y="107"/>
                        <ns1:pt x="796" y="110"/>
                        <ns1:pt x="802" y="113"/>
                      </ns1:cubicBezTo>
                      <ns1:cubicBezTo>
                        <ns1:pt x="804" y="110"/>
                        <ns1:pt x="805" y="108"/>
                        <ns1:pt x="806" y="106"/>
                      </ns1:cubicBezTo>
                      <ns1:cubicBezTo>
                        <ns1:pt x="798" y="102"/>
                        <ns1:pt x="790" y="98"/>
                        <ns1:pt x="782" y="95"/>
                      </ns1:cubicBezTo>
                      <ns1:cubicBezTo>
                        <ns1:pt x="774" y="92"/>
                        <ns1:pt x="767" y="88"/>
                        <ns1:pt x="759" y="84"/>
                      </ns1:cubicBezTo>
                      <ns1:cubicBezTo>
                        <ns1:pt x="758" y="87"/>
                        <ns1:pt x="757" y="89"/>
                        <ns1:pt x="755" y="92"/>
                      </ns1:cubicBezTo>
                      <ns1:cubicBezTo>
                        <ns1:pt x="762" y="95"/>
                        <ns1:pt x="767" y="97"/>
                        <ns1:pt x="774" y="100"/>
                      </ns1:cubicBezTo>
                      <ns1:cubicBezTo>
                        <ns1:pt x="772" y="104"/>
                        <ns1:pt x="770" y="108"/>
                        <ns1:pt x="768" y="111"/>
                      </ns1:cubicBezTo>
                      <ns1:cubicBezTo>
                        <ns1:pt x="761" y="108"/>
                        <ns1:pt x="753" y="105"/>
                        <ns1:pt x="746" y="101"/>
                      </ns1:cubicBezTo>
                      <ns1:cubicBezTo>
                        <ns1:pt x="745" y="104"/>
                        <ns1:pt x="744" y="106"/>
                        <ns1:pt x="743" y="109"/>
                      </ns1:cubicBezTo>
                      <ns1:cubicBezTo>
                        <ns1:pt x="750" y="112"/>
                        <ns1:pt x="757" y="115"/>
                        <ns1:pt x="764" y="119"/>
                      </ns1:cubicBezTo>
                      <ns1:cubicBezTo>
                        <ns1:pt x="755" y="130"/>
                        <ns1:pt x="743" y="132"/>
                        <ns1:pt x="730" y="131"/>
                      </ns1:cubicBezTo>
                      <ns1:cubicBezTo>
                        <ns1:pt x="731" y="135"/>
                        <ns1:pt x="732" y="138"/>
                        <ns1:pt x="733" y="142"/>
                      </ns1:cubicBezTo>
                      <ns1:cubicBezTo>
                        <ns1:pt x="745" y="142"/>
                        <ns1:pt x="756" y="140"/>
                        <ns1:pt x="765" y="132"/>
                      </ns1:cubicBezTo>
                      <ns1:cubicBezTo>
                        <ns1:pt x="767" y="144"/>
                        <ns1:pt x="772" y="154"/>
                        <ns1:pt x="781" y="162"/>
                      </ns1:cubicBezTo>
                      <ns1:cubicBezTo>
                        <ns1:pt x="785" y="160"/>
                        <ns1:pt x="788" y="158"/>
                        <ns1:pt x="791" y="157"/>
                      </ns1:cubicBezTo>
                      <ns1:close/>
                      <ns1:moveTo>
                        <ns1:pt x="401" y="142"/>
                      </ns1:moveTo>
                      <ns1:cubicBezTo>
                        <ns1:pt x="402" y="137"/>
                        <ns1:pt x="403" y="133"/>
                        <ns1:pt x="403" y="130"/>
                      </ns1:cubicBezTo>
                      <ns1:cubicBezTo>
                        <ns1:pt x="396" y="129"/>
                        <ns1:pt x="389" y="129"/>
                        <ns1:pt x="382" y="127"/>
                      </ns1:cubicBezTo>
                      <ns1:cubicBezTo>
                        <ns1:pt x="375" y="125"/>
                        <ns1:pt x="370" y="120"/>
                        <ns1:pt x="366" y="114"/>
                      </ns1:cubicBezTo>
                      <ns1:cubicBezTo>
                        <ns1:pt x="374" y="110"/>
                        <ns1:pt x="382" y="107"/>
                        <ns1:pt x="389" y="103"/>
                      </ns1:cubicBezTo>
                      <ns1:cubicBezTo>
                        <ns1:pt x="388" y="100"/>
                        <ns1:pt x="387" y="98"/>
                        <ns1:pt x="386" y="95"/>
                      </ns1:cubicBezTo>
                      <ns1:cubicBezTo>
                        <ns1:pt x="378" y="99"/>
                        <ns1:pt x="370" y="102"/>
                        <ns1:pt x="362" y="106"/>
                      </ns1:cubicBezTo>
                      <ns1:cubicBezTo>
                        <ns1:pt x="360" y="100"/>
                        <ns1:pt x="357" y="95"/>
                        <ns1:pt x="355" y="89"/>
                      </ns1:cubicBezTo>
                      <ns1:cubicBezTo>
                        <ns1:pt x="351" y="90"/>
                        <ns1:pt x="348" y="92"/>
                        <ns1:pt x="344" y="93"/>
                      </ns1:cubicBezTo>
                      <ns1:cubicBezTo>
                        <ns1:pt x="347" y="99"/>
                        <ns1:pt x="349" y="105"/>
                        <ns1:pt x="352" y="111"/>
                      </ns1:cubicBezTo>
                      <ns1:cubicBezTo>
                        <ns1:pt x="343" y="114"/>
                        <ns1:pt x="336" y="118"/>
                        <ns1:pt x="328" y="122"/>
                      </ns1:cubicBezTo>
                      <ns1:cubicBezTo>
                        <ns1:pt x="329" y="125"/>
                        <ns1:pt x="330" y="127"/>
                        <ns1:pt x="331" y="130"/>
                      </ns1:cubicBezTo>
                      <ns1:cubicBezTo>
                        <ns1:pt x="339" y="126"/>
                        <ns1:pt x="347" y="123"/>
                        <ns1:pt x="355" y="119"/>
                      </ns1:cubicBezTo>
                      <ns1:cubicBezTo>
                        <ns1:pt x="360" y="135"/>
                        <ns1:pt x="354" y="148"/>
                        <ns1:pt x="343" y="159"/>
                      </ns1:cubicBezTo>
                      <ns1:cubicBezTo>
                        <ns1:pt x="347" y="161"/>
                        <ns1:pt x="350" y="162"/>
                        <ns1:pt x="353" y="164"/>
                      </ns1:cubicBezTo>
                      <ns1:cubicBezTo>
                        <ns1:pt x="361" y="154"/>
                        <ns1:pt x="367" y="144"/>
                        <ns1:pt x="368" y="130"/>
                      </ns1:cubicBezTo>
                      <ns1:cubicBezTo>
                        <ns1:pt x="377" y="139"/>
                        <ns1:pt x="389" y="142"/>
                        <ns1:pt x="401" y="142"/>
                      </ns1:cubicBezTo>
                      <ns1:close/>
                      <ns1:moveTo>
                        <ns1:pt x="609" y="70"/>
                      </ns1:moveTo>
                      <ns1:cubicBezTo>
                        <ns1:pt x="607" y="68"/>
                        <ns1:pt x="606" y="66"/>
                        <ns1:pt x="604" y="65"/>
                      </ns1:cubicBezTo>
                      <ns1:cubicBezTo>
                        <ns1:pt x="603" y="65"/>
                        <ns1:pt x="601" y="64"/>
                        <ns1:pt x="600" y="65"/>
                      </ns1:cubicBezTo>
                      <ns1:cubicBezTo>
                        <ns1:pt x="593" y="69"/>
                        <ns1:pt x="587" y="74"/>
                        <ns1:pt x="581" y="78"/>
                      </ns1:cubicBezTo>
                      <ns1:cubicBezTo>
                        <ns1:pt x="588" y="85"/>
                        <ns1:pt x="588" y="85"/>
                        <ns1:pt x="588" y="89"/>
                      </ns1:cubicBezTo>
                      <ns1:cubicBezTo>
                        <ns1:pt x="593" y="90"/>
                        <ns1:pt x="598" y="90"/>
                        <ns1:pt x="603" y="91"/>
                      </ns1:cubicBezTo>
                      <ns1:cubicBezTo>
                        <ns1:pt x="603" y="95"/>
                        <ns1:pt x="603" y="99"/>
                        <ns1:pt x="602" y="102"/>
                      </ns1:cubicBezTo>
                      <ns1:cubicBezTo>
                        <ns1:pt x="594" y="102"/>
                        <ns1:pt x="586" y="101"/>
                        <ns1:pt x="578" y="101"/>
                      </ns1:cubicBezTo>
                      <ns1:cubicBezTo>
                        <ns1:pt x="577" y="103"/>
                        <ns1:pt x="577" y="105"/>
                        <ns1:pt x="577" y="108"/>
                      </ns1:cubicBezTo>
                      <ns1:cubicBezTo>
                        <ns1:pt x="597" y="109"/>
                        <ns1:pt x="616" y="111"/>
                        <ns1:pt x="635" y="113"/>
                      </ns1:cubicBezTo>
                      <ns1:cubicBezTo>
                        <ns1:pt x="635" y="110"/>
                        <ns1:pt x="636" y="108"/>
                        <ns1:pt x="636" y="106"/>
                      </ns1:cubicBezTo>
                      <ns1:cubicBezTo>
                        <ns1:pt x="628" y="105"/>
                        <ns1:pt x="620" y="104"/>
                        <ns1:pt x="612" y="103"/>
                      </ns1:cubicBezTo>
                      <ns1:cubicBezTo>
                        <ns1:pt x="612" y="99"/>
                        <ns1:pt x="612" y="96"/>
                        <ns1:pt x="613" y="92"/>
                      </ns1:cubicBezTo>
                      <ns1:cubicBezTo>
                        <ns1:pt x="618" y="92"/>
                        <ns1:pt x="623" y="92"/>
                        <ns1:pt x="626" y="93"/>
                      </ns1:cubicBezTo>
                      <ns1:cubicBezTo>
                        <ns1:pt x="631" y="88"/>
                        <ns1:pt x="634" y="85"/>
                        <ns1:pt x="638" y="81"/>
                      </ns1:cubicBezTo>
                      <ns1:cubicBezTo>
                        <ns1:pt x="631" y="75"/>
                        <ns1:pt x="624" y="70"/>
                        <ns1:pt x="617" y="65"/>
                      </ns1:cubicBezTo>
                      <ns1:cubicBezTo>
                        <ns1:pt x="615" y="67"/>
                        <ns1:pt x="613" y="69"/>
                        <ns1:pt x="611" y="70"/>
                      </ns1:cubicBezTo>
                      <ns1:cubicBezTo>
                        <ns1:pt x="616" y="75"/>
                        <ns1:pt x="621" y="79"/>
                        <ns1:pt x="626" y="84"/>
                      </ns1:cubicBezTo>
                      <ns1:cubicBezTo>
                        <ns1:pt x="626" y="84"/>
                        <ns1:pt x="626" y="84"/>
                        <ns1:pt x="626" y="85"/>
                      </ns1:cubicBezTo>
                      <ns1:cubicBezTo>
                        <ns1:pt x="615" y="84"/>
                        <ns1:pt x="603" y="83"/>
                        <ns1:pt x="591" y="82"/>
                      </ns1:cubicBezTo>
                      <ns1:cubicBezTo>
                        <ns1:pt x="598" y="77"/>
                        <ns1:pt x="603" y="74"/>
                        <ns1:pt x="609" y="70"/>
                      </ns1:cubicBezTo>
                      <ns1:close/>
                      <ns1:moveTo>
                        <ns1:pt x="513" y="113"/>
                      </ns1:moveTo>
                      <ns1:cubicBezTo>
                        <ns1:pt x="523" y="113"/>
                        <ns1:pt x="525" y="110"/>
                        <ns1:pt x="524" y="101"/>
                      </ns1:cubicBezTo>
                      <ns1:cubicBezTo>
                        <ns1:pt x="524" y="95"/>
                        <ns1:pt x="523" y="89"/>
                        <ns1:pt x="523" y="84"/>
                      </ns1:cubicBezTo>
                      <ns1:cubicBezTo>
                        <ns1:pt x="522" y="74"/>
                        <ns1:pt x="521" y="65"/>
                        <ns1:pt x="520" y="55"/>
                      </ns1:cubicBezTo>
                      <ns1:cubicBezTo>
                        <ns1:pt x="517" y="55"/>
                        <ns1:pt x="514" y="55"/>
                        <ns1:pt x="511" y="55"/>
                      </ns1:cubicBezTo>
                      <ns1:cubicBezTo>
                        <ns1:pt x="512" y="53"/>
                        <ns1:pt x="512" y="50"/>
                        <ns1:pt x="512" y="48"/>
                      </ns1:cubicBezTo>
                      <ns1:cubicBezTo>
                        <ns1:pt x="509" y="48"/>
                        <ns1:pt x="506" y="48"/>
                        <ns1:pt x="502" y="48"/>
                      </ns1:cubicBezTo>
                      <ns1:cubicBezTo>
                        <ns1:pt x="504" y="54"/>
                        <ns1:pt x="502" y="58"/>
                        <ns1:pt x="495" y="57"/>
                      </ns1:cubicBezTo>
                      <ns1:cubicBezTo>
                        <ns1:pt x="495" y="64"/>
                        <ns1:pt x="496" y="71"/>
                        <ns1:pt x="496" y="77"/>
                      </ns1:cubicBezTo>
                      <ns1:cubicBezTo>
                        <ns1:pt x="494" y="78"/>
                        <ns1:pt x="493" y="78"/>
                        <ns1:pt x="491" y="79"/>
                      </ns1:cubicBezTo>
                      <ns1:cubicBezTo>
                        <ns1:pt x="492" y="81"/>
                        <ns1:pt x="492" y="83"/>
                        <ns1:pt x="492" y="85"/>
                      </ns1:cubicBezTo>
                      <ns1:cubicBezTo>
                        <ns1:pt x="494" y="85"/>
                        <ns1:pt x="495" y="85"/>
                        <ns1:pt x="497" y="85"/>
                      </ns1:cubicBezTo>
                      <ns1:cubicBezTo>
                        <ns1:pt x="498" y="94"/>
                        <ns1:pt x="497" y="103"/>
                        <ns1:pt x="494" y="111"/>
                      </ns1:cubicBezTo>
                      <ns1:cubicBezTo>
                        <ns1:pt x="497" y="113"/>
                        <ns1:pt x="499" y="114"/>
                        <ns1:pt x="502" y="115"/>
                      </ns1:cubicBezTo>
                      <ns1:cubicBezTo>
                        <ns1:pt x="507" y="105"/>
                        <ns1:pt x="505" y="95"/>
                        <ns1:pt x="505" y="84"/>
                      </ns1:cubicBezTo>
                      <ns1:cubicBezTo>
                        <ns1:pt x="508" y="84"/>
                        <ns1:pt x="511" y="84"/>
                        <ns1:pt x="514" y="83"/>
                      </ns1:cubicBezTo>
                      <ns1:cubicBezTo>
                        <ns1:pt x="515" y="88"/>
                        <ns1:pt x="515" y="93"/>
                        <ns1:pt x="515" y="97"/>
                      </ns1:cubicBezTo>
                      <ns1:cubicBezTo>
                        <ns1:pt x="516" y="102"/>
                        <ns1:pt x="516" y="106"/>
                        <ns1:pt x="510" y="106"/>
                      </ns1:cubicBezTo>
                      <ns1:cubicBezTo>
                        <ns1:pt x="511" y="108"/>
                        <ns1:pt x="512" y="111"/>
                        <ns1:pt x="513" y="113"/>
                      </ns1:cubicBezTo>
                      <ns1:close/>
                      <ns1:moveTo>
                        <ns1:pt x="301" y="125"/>
                      </ns1:moveTo>
                      <ns1:cubicBezTo>
                        <ns1:pt x="291" y="132"/>
                        <ns1:pt x="281" y="138"/>
                        <ns1:pt x="271" y="145"/>
                      </ns1:cubicBezTo>
                      <ns1:cubicBezTo>
                        <ns1:pt x="270" y="146"/>
                        <ns1:pt x="270" y="148"/>
                        <ns1:pt x="269" y="150"/>
                      </ns1:cubicBezTo>
                      <ns1:cubicBezTo>
                        <ns1:pt x="265" y="149"/>
                        <ns1:pt x="261" y="148"/>
                        <ns1:pt x="256" y="147"/>
                      </ns1:cubicBezTo>
                      <ns1:cubicBezTo>
                        <ns1:pt x="255" y="151"/>
                        <ns1:pt x="254" y="154"/>
                        <ns1:pt x="254" y="157"/>
                      </ns1:cubicBezTo>
                      <ns1:cubicBezTo>
                        <ns1:pt x="259" y="158"/>
                        <ns1:pt x="264" y="159"/>
                        <ns1:pt x="269" y="160"/>
                      </ns1:cubicBezTo>
                      <ns1:cubicBezTo>
                        <ns1:pt x="270" y="157"/>
                        <ns1:pt x="270" y="154"/>
                        <ns1:pt x="271" y="152"/>
                      </ns1:cubicBezTo>
                      <ns1:cubicBezTo>
                        <ns1:pt x="277" y="154"/>
                        <ns1:pt x="280" y="147"/>
                        <ns1:pt x="286" y="146"/>
                      </ns1:cubicBezTo>
                      <ns1:cubicBezTo>
                        <ns1:pt x="293" y="156"/>
                        <ns1:pt x="300" y="166"/>
                        <ns1:pt x="307" y="177"/>
                      </ns1:cubicBezTo>
                      <ns1:cubicBezTo>
                        <ns1:pt x="301" y="180"/>
                        <ns1:pt x="297" y="184"/>
                        <ns1:pt x="291" y="187"/>
                      </ns1:cubicBezTo>
                      <ns1:cubicBezTo>
                        <ns1:pt x="293" y="189"/>
                        <ns1:pt x="294" y="191"/>
                        <ns1:pt x="296" y="194"/>
                      </ns1:cubicBezTo>
                      <ns1:cubicBezTo>
                        <ns1:pt x="308" y="185"/>
                        <ns1:pt x="321" y="177"/>
                        <ns1:pt x="334" y="168"/>
                      </ns1:cubicBezTo>
                      <ns1:cubicBezTo>
                        <ns1:pt x="332" y="166"/>
                        <ns1:pt x="331" y="164"/>
                        <ns1:pt x="329" y="162"/>
                      </ns1:cubicBezTo>
                      <ns1:cubicBezTo>
                        <ns1:pt x="324" y="165"/>
                        <ns1:pt x="320" y="168"/>
                        <ns1:pt x="315" y="171"/>
                      </ns1:cubicBezTo>
                      <ns1:cubicBezTo>
                        <ns1:pt x="308" y="161"/>
                        <ns1:pt x="301" y="150"/>
                        <ns1:pt x="294" y="140"/>
                      </ns1:cubicBezTo>
                      <ns1:cubicBezTo>
                        <ns1:pt x="298" y="137"/>
                        <ns1:pt x="301" y="134"/>
                        <ns1:pt x="305" y="132"/>
                      </ns1:cubicBezTo>
                      <ns1:cubicBezTo>
                        <ns1:pt x="304" y="129"/>
                        <ns1:pt x="302" y="127"/>
                        <ns1:pt x="301" y="125"/>
                      </ns1:cubicBezTo>
                      <ns1:close/>
                      <ns1:moveTo>
                        <ns1:pt x="865" y="189"/>
                      </ns1:moveTo>
                      <ns1:cubicBezTo>
                        <ns1:pt x="858" y="184"/>
                        <ns1:pt x="851" y="180"/>
                        <ns1:pt x="843" y="174"/>
                      </ns1:cubicBezTo>
                      <ns1:cubicBezTo>
                        <ns1:pt x="851" y="174"/>
                        <ns1:pt x="857" y="174"/>
                        <ns1:pt x="862" y="169"/>
                      </ns1:cubicBezTo>
                      <ns1:cubicBezTo>
                        <ns1:pt x="851" y="162"/>
                        <ns1:pt x="841" y="155"/>
                        <ns1:pt x="830" y="147"/>
                      </ns1:cubicBezTo>
                      <ns1:cubicBezTo>
                        <ns1:pt x="828" y="150"/>
                        <ns1:pt x="827" y="152"/>
                        <ns1:pt x="825" y="154"/>
                      </ns1:cubicBezTo>
                      <ns1:cubicBezTo>
                        <ns1:pt x="832" y="158"/>
                        <ns1:pt x="837" y="162"/>
                        <ns1:pt x="843" y="166"/>
                      </ns1:cubicBezTo>
                      <ns1:cubicBezTo>
                        <ns1:pt x="840" y="167"/>
                        <ns1:pt x="837" y="167"/>
                        <ns1:pt x="833" y="168"/>
                      </ns1:cubicBezTo>
                      <ns1:cubicBezTo>
                        <ns1:pt x="827" y="163"/>
                        <ns1:pt x="819" y="158"/>
                        <ns1:pt x="811" y="153"/>
                      </ns1:cubicBezTo>
                      <ns1:cubicBezTo>
                        <ns1:pt x="810" y="155"/>
                        <ns1:pt x="808" y="157"/>
                        <ns1:pt x="807" y="160"/>
                      </ns1:cubicBezTo>
                      <ns1:cubicBezTo>
                        <ns1:pt x="815" y="165"/>
                        <ns1:pt x="823" y="170"/>
                        <ns1:pt x="830" y="175"/>
                      </ns1:cubicBezTo>
                      <ns1:cubicBezTo>
                        <ns1:pt x="827" y="183"/>
                        <ns1:pt x="823" y="178"/>
                        <ns1:pt x="819" y="177"/>
                      </ns1:cubicBezTo>
                      <ns1:cubicBezTo>
                        <ns1:pt x="818" y="180"/>
                        <ns1:pt x="817" y="183"/>
                        <ns1:pt x="816" y="186"/>
                      </ns1:cubicBezTo>
                      <ns1:cubicBezTo>
                        <ns1:pt x="820" y="188"/>
                        <ns1:pt x="822" y="190"/>
                        <ns1:pt x="826" y="192"/>
                      </ns1:cubicBezTo>
                      <ns1:cubicBezTo>
                        <ns1:pt x="829" y="193"/>
                        <ns1:pt x="832" y="193"/>
                        <ns1:pt x="834" y="189"/>
                      </ns1:cubicBezTo>
                      <ns1:cubicBezTo>
                        <ns1:pt x="835" y="186"/>
                        <ns1:pt x="837" y="184"/>
                        <ns1:pt x="839" y="181"/>
                      </ns1:cubicBezTo>
                      <ns1:cubicBezTo>
                        <ns1:pt x="846" y="186"/>
                        <ns1:pt x="853" y="191"/>
                        <ns1:pt x="860" y="196"/>
                      </ns1:cubicBezTo>
                      <ns1:cubicBezTo>
                        <ns1:pt x="862" y="193"/>
                        <ns1:pt x="863" y="191"/>
                        <ns1:pt x="865" y="189"/>
                      </ns1:cubicBezTo>
                      <ns1:close/>
                      <ns1:moveTo>
                        <ns1:pt x="867" y="167"/>
                      </ns1:moveTo>
                      <ns1:cubicBezTo>
                        <ns1:pt x="865" y="169"/>
                        <ns1:pt x="864" y="171"/>
                        <ns1:pt x="863" y="173"/>
                      </ns1:cubicBezTo>
                      <ns1:cubicBezTo>
                        <ns1:pt x="866" y="175"/>
                        <ns1:pt x="868" y="177"/>
                        <ns1:pt x="871" y="178"/>
                      </ns1:cubicBezTo>
                      <ns1:cubicBezTo>
                        <ns1:pt x="874" y="174"/>
                        <ns1:pt x="877" y="170"/>
                        <ns1:pt x="880" y="165"/>
                      </ns1:cubicBezTo>
                      <ns1:cubicBezTo>
                        <ns1:pt x="876" y="163"/>
                        <ns1:pt x="872" y="160"/>
                        <ns1:pt x="868" y="157"/>
                      </ns1:cubicBezTo>
                      <ns1:cubicBezTo>
                        <ns1:pt x="873" y="156"/>
                        <ns1:pt x="878" y="155"/>
                        <ns1:pt x="883" y="153"/>
                      </ns1:cubicBezTo>
                      <ns1:cubicBezTo>
                        <ns1:pt x="880" y="150"/>
                        <ns1:pt x="878" y="147"/>
                        <ns1:pt x="876" y="144"/>
                      </ns1:cubicBezTo>
                      <ns1:cubicBezTo>
                        <ns1:pt x="871" y="146"/>
                        <ns1:pt x="867" y="148"/>
                        <ns1:pt x="862" y="151"/>
                      </ns1:cubicBezTo>
                      <ns1:cubicBezTo>
                        <ns1:pt x="861" y="151"/>
                        <ns1:pt x="859" y="152"/>
                        <ns1:pt x="858" y="151"/>
                      </ns1:cubicBezTo>
                      <ns1:cubicBezTo>
                        <ns1:pt x="853" y="148"/>
                        <ns1:pt x="848" y="144"/>
                        <ns1:pt x="842" y="140"/>
                      </ns1:cubicBezTo>
                      <ns1:cubicBezTo>
                        <ns1:pt x="845" y="140"/>
                        <ns1:pt x="847" y="140"/>
                        <ns1:pt x="849" y="140"/>
                      </ns1:cubicBezTo>
                      <ns1:cubicBezTo>
                        <ns1:pt x="849" y="136"/>
                        <ns1:pt x="849" y="132"/>
                        <ns1:pt x="849" y="128"/>
                      </ns1:cubicBezTo>
                      <ns1:cubicBezTo>
                        <ns1:pt x="845" y="127"/>
                        <ns1:pt x="842" y="127"/>
                        <ns1:pt x="839" y="126"/>
                      </ns1:cubicBezTo>
                      <ns1:cubicBezTo>
                        <ns1:pt x="839" y="130"/>
                        <ns1:pt x="839" y="134"/>
                        <ns1:pt x="839" y="138"/>
                      </ns1:cubicBezTo>
                      <ns1:cubicBezTo>
                        <ns1:pt x="835" y="135"/>
                        <ns1:pt x="831" y="133"/>
                        <ns1:pt x="827" y="130"/>
                      </ns1:cubicBezTo>
                      <ns1:cubicBezTo>
                        <ns1:pt x="824" y="135"/>
                        <ns1:pt x="822" y="139"/>
                        <ns1:pt x="819" y="143"/>
                      </ns1:cubicBezTo>
                      <ns1:cubicBezTo>
                        <ns1:pt x="821" y="145"/>
                        <ns1:pt x="824" y="146"/>
                        <ns1:pt x="826" y="148"/>
                      </ns1:cubicBezTo>
                      <ns1:cubicBezTo>
                        <ns1:pt x="828" y="146"/>
                        <ns1:pt x="829" y="144"/>
                        <ns1:pt x="831" y="142"/>
                      </ns1:cubicBezTo>
                      <ns1:cubicBezTo>
                        <ns1:pt x="843" y="150"/>
                        <ns1:pt x="855" y="158"/>
                        <ns1:pt x="867" y="167"/>
                      </ns1:cubicBezTo>
                      <ns1:close/>
                      <ns1:moveTo>
                        <ns1:pt x="1079" y="645"/>
                      </ns1:moveTo>
                      <ns1:cubicBezTo>
                        <ns1:pt x="1065" y="643"/>
                        <ns1:pt x="1052" y="640"/>
                        <ns1:pt x="1039" y="638"/>
                      </ns1:cubicBezTo>
                      <ns1:cubicBezTo>
                        <ns1:pt x="1038" y="640"/>
                        <ns1:pt x="1038" y="642"/>
                        <ns1:pt x="1037" y="645"/>
                      </ns1:cubicBezTo>
                      <ns1:cubicBezTo>
                        <ns1:pt x="1047" y="647"/>
                        <ns1:pt x="1057" y="649"/>
                        <ns1:pt x="1067" y="650"/>
                      </ns1:cubicBezTo>
                      <ns1:cubicBezTo>
                        <ns1:pt x="1057" y="654"/>
                        <ns1:pt x="1048" y="656"/>
                        <ns1:pt x="1038" y="658"/>
                      </ns1:cubicBezTo>
                      <ns1:cubicBezTo>
                        <ns1:pt x="1037" y="659"/>
                        <ns1:pt x="1035" y="660"/>
                        <ns1:pt x="1035" y="661"/>
                      </ns1:cubicBezTo>
                      <ns1:cubicBezTo>
                        <ns1:pt x="1034" y="664"/>
                        <ns1:pt x="1033" y="667"/>
                        <ns1:pt x="1033" y="671"/>
                      </ns1:cubicBezTo>
                      <ns1:cubicBezTo>
                        <ns1:pt x="1046" y="673"/>
                        <ns1:pt x="1060" y="675"/>
                        <ns1:pt x="1073" y="678"/>
                      </ns1:cubicBezTo>
                      <ns1:cubicBezTo>
                        <ns1:pt x="1073" y="675"/>
                        <ns1:pt x="1074" y="673"/>
                        <ns1:pt x="1074" y="671"/>
                      </ns1:cubicBezTo>
                      <ns1:cubicBezTo>
                        <ns1:pt x="1063" y="669"/>
                        <ns1:pt x="1053" y="667"/>
                        <ns1:pt x="1041" y="665"/>
                      </ns1:cubicBezTo>
                      <ns1:cubicBezTo>
                        <ns1:pt x="1044" y="664"/>
                        <ns1:pt x="1045" y="663"/>
                        <ns1:pt x="1046" y="663"/>
                      </ns1:cubicBezTo>
                      <ns1:cubicBezTo>
                        <ns1:pt x="1055" y="661"/>
                        <ns1:pt x="1064" y="659"/>
                        <ns1:pt x="1073" y="657"/>
                      </ns1:cubicBezTo>
                      <ns1:cubicBezTo>
                        <ns1:pt x="1075" y="657"/>
                        <ns1:pt x="1077" y="656"/>
                        <ns1:pt x="1077" y="654"/>
                      </ns1:cubicBezTo>
                      <ns1:cubicBezTo>
                        <ns1:pt x="1078" y="652"/>
                        <ns1:pt x="1078" y="648"/>
                        <ns1:pt x="1079" y="645"/>
                      </ns1:cubicBezTo>
                      <ns1:close/>
                      <ns1:moveTo>
                        <ns1:pt x="390" y="1021"/>
                      </ns1:moveTo>
                      <ns1:cubicBezTo>
                        <ns1:pt x="390" y="1022"/>
                        <ns1:pt x="390" y="1022"/>
                        <ns1:pt x="390" y="1022"/>
                      </ns1:cubicBezTo>
                      <ns1:cubicBezTo>
                        <ns1:pt x="391" y="1023"/>
                        <ns1:pt x="391" y="1025"/>
                        <ns1:pt x="391" y="1027"/>
                      </ns1:cubicBezTo>
                      <ns1:cubicBezTo>
                        <ns1:pt x="391" y="1035"/>
                        <ns1:pt x="392" y="1044"/>
                        <ns1:pt x="392" y="1053"/>
                      </ns1:cubicBezTo>
                      <ns1:cubicBezTo>
                        <ns1:pt x="392" y="1054"/>
                        <ns1:pt x="393" y="1056"/>
                        <ns1:pt x="394" y="1057"/>
                      </ns1:cubicBezTo>
                      <ns1:cubicBezTo>
                        <ns1:pt x="397" y="1058"/>
                        <ns1:pt x="400" y="1059"/>
                        <ns1:pt x="403" y="1060"/>
                      </ns1:cubicBezTo>
                      <ns1:cubicBezTo>
                        <ns1:pt x="408" y="1047"/>
                        <ns1:pt x="412" y="1035"/>
                        <ns1:pt x="417" y="1022"/>
                      </ns1:cubicBezTo>
                      <ns1:cubicBezTo>
                        <ns1:pt x="415" y="1021"/>
                        <ns1:pt x="412" y="1020"/>
                        <ns1:pt x="410" y="1019"/>
                      </ns1:cubicBezTo>
                      <ns1:cubicBezTo>
                        <ns1:pt x="406" y="1029"/>
                        <ns1:pt x="403" y="1038"/>
                        <ns1:pt x="400" y="1048"/>
                      </ns1:cubicBezTo>
                      <ns1:cubicBezTo>
                        <ns1:pt x="398" y="1038"/>
                        <ns1:pt x="398" y="1028"/>
                        <ns1:pt x="397" y="1018"/>
                      </ns1:cubicBezTo>
                      <ns1:cubicBezTo>
                        <ns1:pt x="397" y="1016"/>
                        <ns1:pt x="396" y="1014"/>
                        <ns1:pt x="395" y="1014"/>
                      </ns1:cubicBezTo>
                      <ns1:cubicBezTo>
                        <ns1:pt x="392" y="1012"/>
                        <ns1:pt x="389" y="1011"/>
                        <ns1:pt x="386" y="1010"/>
                      </ns1:cubicBezTo>
                      <ns1:cubicBezTo>
                        <ns1:pt x="381" y="1023"/>
                        <ns1:pt x="376" y="1036"/>
                        <ns1:pt x="372" y="1049"/>
                      </ns1:cubicBezTo>
                      <ns1:cubicBezTo>
                        <ns1:pt x="374" y="1050"/>
                        <ns1:pt x="376" y="1050"/>
                        <ns1:pt x="378" y="1051"/>
                      </ns1:cubicBezTo>
                      <ns1:cubicBezTo>
                        <ns1:pt x="382" y="1041"/>
                        <ns1:pt x="386" y="1031"/>
                        <ns1:pt x="390" y="1021"/>
                      </ns1:cubicBezTo>
                      <ns1:close/>
                      <ns1:moveTo>
                        <ns1:pt x="999" y="790"/>
                      </ns1:moveTo>
                      <ns1:cubicBezTo>
                        <ns1:pt x="999" y="790"/>
                        <ns1:pt x="999" y="789"/>
                        <ns1:pt x="999" y="789"/>
                      </ns1:cubicBezTo>
                      <ns1:cubicBezTo>
                        <ns1:pt x="1008" y="789"/>
                        <ns1:pt x="1016" y="790"/>
                        <ns1:pt x="1025" y="790"/>
                      </ns1:cubicBezTo>
                      <ns1:cubicBezTo>
                        <ns1:pt x="1035" y="791"/>
                        <ns1:pt x="1035" y="791"/>
                        <ns1:pt x="1039" y="780"/>
                      </ns1:cubicBezTo>
                      <ns1:cubicBezTo>
                        <ns1:pt x="1027" y="775"/>
                        <ns1:pt x="1015" y="769"/>
                        <ns1:pt x="1003" y="763"/>
                      </ns1:cubicBezTo>
                      <ns1:cubicBezTo>
                        <ns1:pt x="1001" y="765"/>
                        <ns1:pt x="1001" y="767"/>
                        <ns1:pt x="999" y="769"/>
                      </ns1:cubicBezTo>
                      <ns1:cubicBezTo>
                        <ns1:pt x="1009" y="774"/>
                        <ns1:pt x="1018" y="778"/>
                        <ns1:pt x="1026" y="782"/>
                      </ns1:cubicBezTo>
                      <ns1:cubicBezTo>
                        <ns1:pt x="1016" y="782"/>
                        <ns1:pt x="1006" y="782"/>
                        <ns1:pt x="997" y="782"/>
                      </ns1:cubicBezTo>
                      <ns1:cubicBezTo>
                        <ns1:pt x="995" y="782"/>
                        <ns1:pt x="993" y="783"/>
                        <ns1:pt x="992" y="784"/>
                      </ns1:cubicBezTo>
                      <ns1:cubicBezTo>
                        <ns1:pt x="991" y="787"/>
                        <ns1:pt x="990" y="790"/>
                        <ns1:pt x="988" y="793"/>
                      </ns1:cubicBezTo>
                      <ns1:cubicBezTo>
                        <ns1:pt x="1001" y="799"/>
                        <ns1:pt x="1013" y="804"/>
                        <ns1:pt x="1025" y="811"/>
                      </ns1:cubicBezTo>
                      <ns1:cubicBezTo>
                        <ns1:pt x="1026" y="808"/>
                        <ns1:pt x="1027" y="806"/>
                        <ns1:pt x="1028" y="804"/>
                      </ns1:cubicBezTo>
                      <ns1:cubicBezTo>
                        <ns1:pt x="1018" y="799"/>
                        <ns1:pt x="1009" y="794"/>
                        <ns1:pt x="999" y="790"/>
                      </ns1:cubicBezTo>
                      <ns1:close/>
                      <ns1:moveTo>
                        <ns1:pt x="529" y="70"/>
                      </ns1:moveTo>
                      <ns1:cubicBezTo>
                        <ns1:pt x="529" y="82"/>
                        <ns1:pt x="532" y="95"/>
                        <ns1:pt x="526" y="107"/>
                      </ns1:cubicBezTo>
                      <ns1:cubicBezTo>
                        <ns1:pt x="528" y="109"/>
                        <ns1:pt x="531" y="110"/>
                        <ns1:pt x="533" y="112"/>
                      </ns1:cubicBezTo>
                      <ns1:cubicBezTo>
                        <ns1:pt x="540" y="100"/>
                        <ns1:pt x="538" y="88"/>
                        <ns1:pt x="537" y="76"/>
                      </ns1:cubicBezTo>
                      <ns1:cubicBezTo>
                        <ns1:pt x="540" y="75"/>
                        <ns1:pt x="541" y="76"/>
                        <ns1:pt x="541" y="79"/>
                      </ns1:cubicBezTo>
                      <ns1:cubicBezTo>
                        <ns1:pt x="542" y="85"/>
                        <ns1:pt x="543" y="92"/>
                        <ns1:pt x="543" y="99"/>
                      </ns1:cubicBezTo>
                      <ns1:cubicBezTo>
                        <ns1:pt x="544" y="111"/>
                        <ns1:pt x="544" y="111"/>
                        <ns1:pt x="556" y="110"/>
                      </ns1:cubicBezTo>
                      <ns1:cubicBezTo>
                        <ns1:pt x="560" y="109"/>
                        <ns1:pt x="561" y="107"/>
                        <ns1:pt x="562" y="104"/>
                      </ns1:cubicBezTo>
                      <ns1:cubicBezTo>
                        <ns1:pt x="562" y="102"/>
                        <ns1:pt x="562" y="100"/>
                        <ns1:pt x="562" y="97"/>
                      </ns1:cubicBezTo>
                      <ns1:cubicBezTo>
                        <ns1:pt x="559" y="97"/>
                        <ns1:pt x="557" y="96"/>
                        <ns1:pt x="555" y="96"/>
                      </ns1:cubicBezTo>
                      <ns1:cubicBezTo>
                        <ns1:pt x="554" y="98"/>
                        <ns1:pt x="554" y="99"/>
                        <ns1:pt x="553" y="101"/>
                      </ns1:cubicBezTo>
                      <ns1:cubicBezTo>
                        <ns1:pt x="553" y="101"/>
                        <ns1:pt x="552" y="101"/>
                        <ns1:pt x="552" y="101"/>
                      </ns1:cubicBezTo>
                      <ns1:cubicBezTo>
                        <ns1:pt x="551" y="96"/>
                        <ns1:pt x="551" y="90"/>
                        <ns1:pt x="551" y="85"/>
                      </ns1:cubicBezTo>
                      <ns1:cubicBezTo>
                        <ns1:pt x="550" y="79"/>
                        <ns1:pt x="549" y="74"/>
                        <ns1:pt x="549" y="68"/>
                      </ns1:cubicBezTo>
                      <ns1:cubicBezTo>
                        <ns1:pt x="544" y="68"/>
                        <ns1:pt x="538" y="69"/>
                        <ns1:pt x="533" y="69"/>
                      </ns1:cubicBezTo>
                      <ns1:cubicBezTo>
                        <ns1:pt x="532" y="69"/>
                        <ns1:pt x="530" y="70"/>
                        <ns1:pt x="529" y="70"/>
                      </ns1:cubicBezTo>
                      <ns1:close/>
                      <ns1:moveTo>
                        <ns1:pt x="1028" y="732"/>
                      </ns1:moveTo>
                      <ns1:cubicBezTo>
                        <ns1:pt x="1022" y="729"/>
                        <ns1:pt x="1018" y="730"/>
                        <ns1:pt x="1015" y="734"/>
                      </ns1:cubicBezTo>
                      <ns1:cubicBezTo>
                        <ns1:pt x="1005" y="744"/>
                        <ns1:pt x="1007" y="758"/>
                        <ns1:pt x="1020" y="765"/>
                      </ns1:cubicBezTo>
                      <ns1:cubicBezTo>
                        <ns1:pt x="1023" y="766"/>
                        <ns1:pt x="1027" y="767"/>
                        <ns1:pt x="1030" y="768"/>
                      </ns1:cubicBezTo>
                      <ns1:cubicBezTo>
                        <ns1:pt x="1038" y="770"/>
                        <ns1:pt x="1045" y="767"/>
                        <ns1:pt x="1048" y="759"/>
                      </ns1:cubicBezTo>
                      <ns1:cubicBezTo>
                        <ns1:pt x="1051" y="755"/>
                        <ns1:pt x="1052" y="750"/>
                        <ns1:pt x="1053" y="745"/>
                      </ns1:cubicBezTo>
                      <ns1:cubicBezTo>
                        <ns1:pt x="1053" y="744"/>
                        <ns1:pt x="1053" y="741"/>
                        <ns1:pt x="1052" y="741"/>
                      </ns1:cubicBezTo>
                      <ns1:cubicBezTo>
                        <ns1:pt x="1046" y="739"/>
                        <ns1:pt x="1040" y="737"/>
                        <ns1:pt x="1034" y="734"/>
                      </ns1:cubicBezTo>
                      <ns1:cubicBezTo>
                        <ns1:pt x="1032" y="739"/>
                        <ns1:pt x="1031" y="744"/>
                        <ns1:pt x="1029" y="748"/>
                      </ns1:cubicBezTo>
                      <ns1:cubicBezTo>
                        <ns1:pt x="1032" y="749"/>
                        <ns1:pt x="1033" y="750"/>
                        <ns1:pt x="1035" y="751"/>
                      </ns1:cubicBezTo>
                      <ns1:cubicBezTo>
                        <ns1:pt x="1036" y="748"/>
                        <ns1:pt x="1037" y="746"/>
                        <ns1:pt x="1038" y="744"/>
                      </ns1:cubicBezTo>
                      <ns1:cubicBezTo>
                        <ns1:pt x="1041" y="745"/>
                        <ns1:pt x="1043" y="746"/>
                        <ns1:pt x="1046" y="747"/>
                      </ns1:cubicBezTo>
                      <ns1:cubicBezTo>
                        <ns1:pt x="1044" y="758"/>
                        <ns1:pt x="1040" y="762"/>
                        <ns1:pt x="1032" y="760"/>
                      </ns1:cubicBezTo>
                      <ns1:cubicBezTo>
                        <ns1:pt x="1028" y="759"/>
                        <ns1:pt x="1024" y="757"/>
                        <ns1:pt x="1020" y="755"/>
                      </ns1:cubicBezTo>
                      <ns1:cubicBezTo>
                        <ns1:pt x="1016" y="752"/>
                        <ns1:pt x="1015" y="748"/>
                        <ns1:pt x="1016" y="743"/>
                      </ns1:cubicBezTo>
                      <ns1:cubicBezTo>
                        <ns1:pt x="1018" y="739"/>
                        <ns1:pt x="1021" y="738"/>
                        <ns1:pt x="1025" y="739"/>
                      </ns1:cubicBezTo>
                      <ns1:cubicBezTo>
                        <ns1:pt x="1026" y="736"/>
                        <ns1:pt x="1027" y="734"/>
                        <ns1:pt x="1028" y="732"/>
                      </ns1:cubicBezTo>
                      <ns1:close/>
                      <ns1:moveTo>
                        <ns1:pt x="411" y="1063"/>
                      </ns1:moveTo>
                      <ns1:cubicBezTo>
                        <ns1:pt x="421" y="1065"/>
                        <ns1:pt x="431" y="1072"/>
                        <ns1:pt x="441" y="1063"/>
                      </ns1:cubicBezTo>
                      <ns1:cubicBezTo>
                        <ns1:pt x="447" y="1057"/>
                        <ns1:pt x="450" y="1043"/>
                        <ns1:pt x="447" y="1036"/>
                      </ns1:cubicBezTo>
                      <ns1:cubicBezTo>
                        <ns1:pt x="442" y="1026"/>
                        <ns1:pt x="431" y="1026"/>
                        <ns1:pt x="422" y="1024"/>
                      </ns1:cubicBezTo>
                      <ns1:cubicBezTo>
                        <ns1:pt x="419" y="1037"/>
                        <ns1:pt x="415" y="1050"/>
                        <ns1:pt x="411" y="1063"/>
                      </ns1:cubicBezTo>
                      <ns1:close/>
                      <ns1:moveTo>
                        <ns1:pt x="1067" y="542"/>
                      </ns1:moveTo>
                      <ns1:cubicBezTo>
                        <ns1:pt x="1067" y="541"/>
                        <ns1:pt x="1067" y="540"/>
                        <ns1:pt x="1067" y="539"/>
                      </ns1:cubicBezTo>
                      <ns1:cubicBezTo>
                        <ns1:pt x="1067" y="532"/>
                        <ns1:pt x="1067" y="532"/>
                        <ns1:pt x="1074" y="530"/>
                      </ns1:cubicBezTo>
                      <ns1:cubicBezTo>
                        <ns1:pt x="1077" y="530"/>
                        <ns1:pt x="1080" y="529"/>
                        <ns1:pt x="1082" y="529"/>
                      </ns1:cubicBezTo>
                      <ns1:cubicBezTo>
                        <ns1:pt x="1082" y="526"/>
                        <ns1:pt x="1082" y="523"/>
                        <ns1:pt x="1082" y="520"/>
                      </ns1:cubicBezTo>
                      <ns1:cubicBezTo>
                        <ns1:pt x="1075" y="523"/>
                        <ns1:pt x="1067" y="521"/>
                        <ns1:pt x="1062" y="529"/>
                      </ns1:cubicBezTo>
                      <ns1:cubicBezTo>
                        <ns1:pt x="1058" y="523"/>
                        <ns1:pt x="1054" y="522"/>
                        <ns1:pt x="1049" y="524"/>
                      </ns1:cubicBezTo>
                      <ns1:cubicBezTo>
                        <ns1:pt x="1044" y="525"/>
                        <ns1:pt x="1042" y="529"/>
                        <ns1:pt x="1042" y="535"/>
                      </ns1:cubicBezTo>
                      <ns1:cubicBezTo>
                        <ns1:pt x="1042" y="541"/>
                        <ns1:pt x="1043" y="546"/>
                        <ns1:pt x="1043" y="552"/>
                      </ns1:cubicBezTo>
                      <ns1:cubicBezTo>
                        <ns1:pt x="1057" y="551"/>
                        <ns1:pt x="1070" y="551"/>
                        <ns1:pt x="1084" y="550"/>
                      </ns1:cubicBezTo>
                      <ns1:cubicBezTo>
                        <ns1:pt x="1084" y="547"/>
                        <ns1:pt x="1084" y="544"/>
                        <ns1:pt x="1083" y="542"/>
                      </ns1:cubicBezTo>
                      <ns1:cubicBezTo>
                        <ns1:pt x="1078" y="542"/>
                        <ns1:pt x="1073" y="542"/>
                        <ns1:pt x="1067" y="542"/>
                      </ns1:cubicBezTo>
                      <ns1:close/>
                      <ns1:moveTo>
                        <ns1:pt x="106" y="805"/>
                      </ns1:moveTo>
                      <ns1:cubicBezTo>
                        <ns1:pt x="111" y="802"/>
                        <ns1:pt x="116" y="800"/>
                        <ns1:pt x="121" y="797"/>
                      </ns1:cubicBezTo>
                      <ns1:cubicBezTo>
                        <ns1:pt x="121" y="799"/>
                        <ns1:pt x="122" y="800"/>
                        <ns1:pt x="123" y="801"/>
                      </ns1:cubicBezTo>
                      <ns1:cubicBezTo>
                        <ns1:pt x="126" y="807"/>
                        <ns1:pt x="126" y="808"/>
                        <ns1:pt x="120" y="811"/>
                      </ns1:cubicBezTo>
                      <ns1:cubicBezTo>
                        <ns1:pt x="118" y="813"/>
                        <ns1:pt x="115" y="815"/>
                        <ns1:pt x="112" y="817"/>
                      </ns1:cubicBezTo>
                      <ns1:cubicBezTo>
                        <ns1:pt x="114" y="819"/>
                        <ns1:pt x="115" y="821"/>
                        <ns1:pt x="116" y="824"/>
                      </ns1:cubicBezTo>
                      <ns1:cubicBezTo>
                        <ns1:pt x="121" y="818"/>
                        <ns1:pt x="130" y="817"/>
                        <ns1:pt x="131" y="808"/>
                      </ns1:cubicBezTo>
                      <ns1:cubicBezTo>
                        <ns1:pt x="132" y="809"/>
                        <ns1:pt x="133" y="809"/>
                        <ns1:pt x="134" y="810"/>
                      </ns1:cubicBezTo>
                      <ns1:cubicBezTo>
                        <ns1:pt x="138" y="811"/>
                        <ns1:pt x="142" y="810"/>
                        <ns1:pt x="145" y="808"/>
                      </ns1:cubicBezTo>
                      <ns1:cubicBezTo>
                        <ns1:pt x="148" y="805"/>
                        <ns1:pt x="149" y="802"/>
                        <ns1:pt x="148" y="798"/>
                      </ns1:cubicBezTo>
                      <ns1:cubicBezTo>
                        <ns1:pt x="145" y="792"/>
                        <ns1:pt x="142" y="785"/>
                        <ns1:pt x="139" y="779"/>
                      </ns1:cubicBezTo>
                      <ns1:cubicBezTo>
                        <ns1:pt x="126" y="785"/>
                        <ns1:pt x="115" y="792"/>
                        <ns1:pt x="103" y="798"/>
                      </ns1:cubicBezTo>
                      <ns1:cubicBezTo>
                        <ns1:pt x="104" y="800"/>
                        <ns1:pt x="105" y="803"/>
                        <ns1:pt x="106" y="805"/>
                      </ns1:cubicBezTo>
                      <ns1:close/>
                      <ns1:moveTo>
                        <ns1:pt x="592" y="1066"/>
                      </ns1:moveTo>
                      <ns1:cubicBezTo>
                        <ns1:pt x="598" y="1061"/>
                        <ns1:pt x="599" y="1058"/>
                        <ns1:pt x="598" y="1053"/>
                      </ns1:cubicBezTo>
                      <ns1:cubicBezTo>
                        <ns1:pt x="597" y="1049"/>
                        <ns1:pt x="594" y="1046"/>
                        <ns1:pt x="590" y="1046"/>
                      </ns1:cubicBezTo>
                      <ns1:cubicBezTo>
                        <ns1:pt x="583" y="1045"/>
                        <ns1:pt x="576" y="1046"/>
                        <ns1:pt x="570" y="1046"/>
                      </ns1:cubicBezTo>
                      <ns1:cubicBezTo>
                        <ns1:pt x="570" y="1060"/>
                        <ns1:pt x="570" y="1073"/>
                        <ns1:pt x="570" y="1086"/>
                      </ns1:cubicBezTo>
                      <ns1:cubicBezTo>
                        <ns1:pt x="574" y="1086"/>
                        <ns1:pt x="576" y="1086"/>
                        <ns1:pt x="578" y="1086"/>
                      </ns1:cubicBezTo>
                      <ns1:cubicBezTo>
                        <ns1:pt x="578" y="1081"/>
                        <ns1:pt x="578" y="1076"/>
                        <ns1:pt x="578" y="1070"/>
                      </ns1:cubicBezTo>
                      <ns1:cubicBezTo>
                        <ns1:pt x="580" y="1070"/>
                        <ns1:pt x="581" y="1070"/>
                        <ns1:pt x="582" y="1070"/>
                      </ns1:cubicBezTo>
                      <ns1:cubicBezTo>
                        <ns1:pt x="589" y="1070"/>
                        <ns1:pt x="589" y="1070"/>
                        <ns1:pt x="590" y="1077"/>
                      </ns1:cubicBezTo>
                      <ns1:cubicBezTo>
                        <ns1:pt x="590" y="1080"/>
                        <ns1:pt x="591" y="1083"/>
                        <ns1:pt x="592" y="1086"/>
                      </ns1:cubicBezTo>
                      <ns1:cubicBezTo>
                        <ns1:pt x="595" y="1086"/>
                        <ns1:pt x="597" y="1086"/>
                        <ns1:pt x="600" y="1086"/>
                      </ns1:cubicBezTo>
                      <ns1:cubicBezTo>
                        <ns1:pt x="597" y="1069"/>
                        <ns1:pt x="597" y="1069"/>
                        <ns1:pt x="592" y="1066"/>
                      </ns1:cubicBezTo>
                      <ns1:close/>
                      <ns1:moveTo>
                        <ns1:pt x="167" y="833"/>
                      </ns1:moveTo>
                      <ns1:cubicBezTo>
                        <ns1:pt x="167" y="820"/>
                        <ns1:pt x="156" y="811"/>
                        <ns1:pt x="146" y="815"/>
                      </ns1:cubicBezTo>
                      <ns1:cubicBezTo>
                        <ns1:pt x="140" y="817"/>
                        <ns1:pt x="135" y="820"/>
                        <ns1:pt x="131" y="824"/>
                      </ns1:cubicBezTo>
                      <ns1:cubicBezTo>
                        <ns1:pt x="124" y="829"/>
                        <ns1:pt x="124" y="837"/>
                        <ns1:pt x="128" y="844"/>
                      </ns1:cubicBezTo>
                      <ns1:cubicBezTo>
                        <ns1:pt x="133" y="852"/>
                        <ns1:pt x="140" y="855"/>
                        <ns1:pt x="148" y="852"/>
                      </ns1:cubicBezTo>
                      <ns1:cubicBezTo>
                        <ns1:pt x="153" y="849"/>
                        <ns1:pt x="158" y="846"/>
                        <ns1:pt x="163" y="842"/>
                      </ns1:cubicBezTo>
                      <ns1:cubicBezTo>
                        <ns1:pt x="165" y="839"/>
                        <ns1:pt x="166" y="835"/>
                        <ns1:pt x="167" y="833"/>
                      </ns1:cubicBezTo>
                      <ns1:close/>
                      <ns1:moveTo>
                        <ns1:pt x="70" y="557"/>
                      </ns1:moveTo>
                      <ns1:cubicBezTo>
                        <ns1:pt x="67" y="558"/>
                        <ns1:pt x="63" y="558"/>
                        <ns1:pt x="60" y="559"/>
                      </ns1:cubicBezTo>
                      <ns1:cubicBezTo>
                        <ns1:pt x="53" y="562"/>
                        <ns1:pt x="49" y="567"/>
                        <ns1:pt x="49" y="575"/>
                      </ns1:cubicBezTo>
                      <ns1:cubicBezTo>
                        <ns1:pt x="49" y="584"/>
                        <ns1:pt x="53" y="589"/>
                        <ns1:pt x="60" y="591"/>
                      </ns1:cubicBezTo>
                      <ns1:cubicBezTo>
                        <ns1:pt x="67" y="594"/>
                        <ns1:pt x="74" y="593"/>
                        <ns1:pt x="81" y="591"/>
                      </ns1:cubicBezTo>
                      <ns1:cubicBezTo>
                        <ns1:pt x="89" y="588"/>
                        <ns1:pt x="93" y="581"/>
                        <ns1:pt x="91" y="573"/>
                      </ns1:cubicBezTo>
                      <ns1:cubicBezTo>
                        <ns1:pt x="90" y="563"/>
                        <ns1:pt x="82" y="558"/>
                        <ns1:pt x="70" y="557"/>
                      </ns1:cubicBezTo>
                      <ns1:close/>
                      <ns1:moveTo>
                        <ns1:pt x="80" y="640"/>
                      </ns1:moveTo>
                      <ns1:cubicBezTo>
                        <ns1:pt x="76" y="642"/>
                        <ns1:pt x="71" y="642"/>
                        <ns1:pt x="66" y="644"/>
                      </ns1:cubicBezTo>
                      <ns1:cubicBezTo>
                        <ns1:pt x="59" y="647"/>
                        <ns1:pt x="56" y="654"/>
                        <ns1:pt x="57" y="661"/>
                      </ns1:cubicBezTo>
                      <ns1:cubicBezTo>
                        <ns1:pt x="58" y="669"/>
                        <ns1:pt x="63" y="675"/>
                        <ns1:pt x="71" y="676"/>
                      </ns1:cubicBezTo>
                      <ns1:cubicBezTo>
                        <ns1:pt x="79" y="678"/>
                        <ns1:pt x="86" y="676"/>
                        <ns1:pt x="93" y="671"/>
                      </ns1:cubicBezTo>
                      <ns1:cubicBezTo>
                        <ns1:pt x="97" y="668"/>
                        <ns1:pt x="99" y="665"/>
                        <ns1:pt x="99" y="660"/>
                      </ns1:cubicBezTo>
                      <ns1:cubicBezTo>
                        <ns1:pt x="100" y="648"/>
                        <ns1:pt x="93" y="641"/>
                        <ns1:pt x="80" y="640"/>
                      </ns1:cubicBezTo>
                      <ns1:close/>
                      <ns1:moveTo>
                        <ns1:pt x="98" y="484"/>
                      </ns1:moveTo>
                      <ns1:cubicBezTo>
                        <ns1:pt x="84" y="482"/>
                        <ns1:pt x="71" y="480"/>
                        <ns1:pt x="57" y="478"/>
                      </ns1:cubicBezTo>
                      <ns1:cubicBezTo>
                        <ns1:pt x="57" y="481"/>
                        <ns1:pt x="57" y="483"/>
                        <ns1:pt x="56" y="486"/>
                      </ns1:cubicBezTo>
                      <ns1:cubicBezTo>
                        <ns1:pt x="62" y="487"/>
                        <ns1:pt x="68" y="488"/>
                        <ns1:pt x="74" y="489"/>
                      </ns1:cubicBezTo>
                      <ns1:cubicBezTo>
                        <ns1:pt x="73" y="493"/>
                        <ns1:pt x="72" y="498"/>
                        <ns1:pt x="72" y="502"/>
                      </ns1:cubicBezTo>
                      <ns1:cubicBezTo>
                        <ns1:pt x="66" y="502"/>
                        <ns1:pt x="60" y="501"/>
                        <ns1:pt x="54" y="500"/>
                      </ns1:cubicBezTo>
                      <ns1:cubicBezTo>
                        <ns1:pt x="54" y="503"/>
                        <ns1:pt x="53" y="505"/>
                        <ns1:pt x="53" y="508"/>
                      </ns1:cubicBezTo>
                      <ns1:cubicBezTo>
                        <ns1:pt x="67" y="510"/>
                        <ns1:pt x="80" y="512"/>
                        <ns1:pt x="93" y="514"/>
                      </ns1:cubicBezTo>
                      <ns1:cubicBezTo>
                        <ns1:pt x="94" y="511"/>
                        <ns1:pt x="94" y="508"/>
                        <ns1:pt x="95" y="506"/>
                      </ns1:cubicBezTo>
                      <ns1:cubicBezTo>
                        <ns1:pt x="89" y="505"/>
                        <ns1:pt x="84" y="504"/>
                        <ns1:pt x="79" y="503"/>
                      </ns1:cubicBezTo>
                      <ns1:cubicBezTo>
                        <ns1:pt x="79" y="499"/>
                        <ns1:pt x="80" y="494"/>
                        <ns1:pt x="81" y="490"/>
                      </ns1:cubicBezTo>
                      <ns1:cubicBezTo>
                        <ns1:pt x="86" y="490"/>
                        <ns1:pt x="91" y="491"/>
                        <ns1:pt x="97" y="492"/>
                      </ns1:cubicBezTo>
                      <ns1:cubicBezTo>
                        <ns1:pt x="97" y="489"/>
                        <ns1:pt x="97" y="487"/>
                        <ns1:pt x="98" y="484"/>
                      </ns1:cubicBezTo>
                      <ns1:close/>
                      <ns1:moveTo>
                        <ns1:pt x="640" y="1065"/>
                      </ns1:moveTo>
                      <ns1:cubicBezTo>
                        <ns1:pt x="639" y="1060"/>
                        <ns1:pt x="638" y="1055"/>
                        <ns1:pt x="636" y="1051"/>
                      </ns1:cubicBezTo>
                      <ns1:cubicBezTo>
                        <ns1:pt x="633" y="1044"/>
                        <ns1:pt x="627" y="1041"/>
                        <ns1:pt x="620" y="1042"/>
                      </ns1:cubicBezTo>
                      <ns1:cubicBezTo>
                        <ns1:pt x="612" y="1042"/>
                        <ns1:pt x="607" y="1047"/>
                        <ns1:pt x="605" y="1054"/>
                      </ns1:cubicBezTo>
                      <ns1:cubicBezTo>
                        <ns1:pt x="603" y="1061"/>
                        <ns1:pt x="603" y="1068"/>
                        <ns1:pt x="607" y="1075"/>
                      </ns1:cubicBezTo>
                      <ns1:cubicBezTo>
                        <ns1:pt x="609" y="1080"/>
                        <ns1:pt x="613" y="1083"/>
                        <ns1:pt x="619" y="1084"/>
                      </ns1:cubicBezTo>
                      <ns1:cubicBezTo>
                        <ns1:pt x="632" y="1085"/>
                        <ns1:pt x="639" y="1078"/>
                        <ns1:pt x="640" y="1065"/>
                      </ns1:cubicBezTo>
                      <ns1:close/>
                      <ns1:moveTo>
                        <ns1:pt x="70" y="517"/>
                      </ns1:moveTo>
                      <ns1:cubicBezTo>
                        <ns1:pt x="70" y="517"/>
                        <ns1:pt x="70" y="517"/>
                        <ns1:pt x="70" y="517"/>
                      </ns1:cubicBezTo>
                      <ns1:cubicBezTo>
                        <ns1:pt x="70" y="517"/>
                        <ns1:pt x="69" y="517"/>
                        <ns1:pt x="68" y="517"/>
                      </ns1:cubicBezTo>
                      <ns1:cubicBezTo>
                        <ns1:pt x="58" y="518"/>
                        <ns1:pt x="52" y="523"/>
                        <ns1:pt x="50" y="532"/>
                      </ns1:cubicBezTo>
                      <ns1:cubicBezTo>
                        <ns1:pt x="49" y="542"/>
                        <ns1:pt x="54" y="549"/>
                        <ns1:pt x="64" y="551"/>
                      </ns1:cubicBezTo>
                      <ns1:cubicBezTo>
                        <ns1:pt x="68" y="552"/>
                        <ns1:pt x="73" y="552"/>
                        <ns1:pt x="77" y="552"/>
                      </ns1:cubicBezTo>
                      <ns1:cubicBezTo>
                        <ns1:pt x="86" y="551"/>
                        <ns1:pt x="92" y="545"/>
                        <ns1:pt x="93" y="537"/>
                      </ns1:cubicBezTo>
                      <ns1:cubicBezTo>
                        <ns1:pt x="94" y="529"/>
                        <ns1:pt x="90" y="522"/>
                        <ns1:pt x="81" y="519"/>
                      </ns1:cubicBezTo>
                      <ns1:cubicBezTo>
                        <ns1:pt x="78" y="518"/>
                        <ns1:pt x="74" y="517"/>
                        <ns1:pt x="70" y="517"/>
                      </ns1:cubicBezTo>
                      <ns1:close/>
                      <ns1:moveTo>
                        <ns1:pt x="903" y="907"/>
                      </ns1:moveTo>
                      <ns1:cubicBezTo>
                        <ns1:pt x="913" y="917"/>
                        <ns1:pt x="923" y="926"/>
                        <ns1:pt x="933" y="935"/>
                      </ns1:cubicBezTo>
                      <ns1:cubicBezTo>
                        <ns1:pt x="935" y="933"/>
                        <ns1:pt x="936" y="932"/>
                        <ns1:pt x="938" y="930"/>
                      </ns1:cubicBezTo>
                      <ns1:cubicBezTo>
                        <ns1:pt x="934" y="925"/>
                        <ns1:pt x="930" y="921"/>
                        <ns1:pt x="925" y="917"/>
                      </ns1:cubicBezTo>
                      <ns1:cubicBezTo>
                        <ns1:pt x="928" y="914"/>
                        <ns1:pt x="932" y="910"/>
                        <ns1:pt x="935" y="907"/>
                      </ns1:cubicBezTo>
                      <ns1:cubicBezTo>
                        <ns1:pt x="939" y="911"/>
                        <ns1:pt x="943" y="915"/>
                        <ns1:pt x="948" y="919"/>
                      </ns1:cubicBezTo>
                      <ns1:cubicBezTo>
                        <ns1:pt x="950" y="917"/>
                        <ns1:pt x="951" y="916"/>
                        <ns1:pt x="953" y="914"/>
                      </ns1:cubicBezTo>
                      <ns1:cubicBezTo>
                        <ns1:pt x="943" y="904"/>
                        <ns1:pt x="933" y="895"/>
                        <ns1:pt x="923" y="886"/>
                      </ns1:cubicBezTo>
                      <ns1:cubicBezTo>
                        <ns1:pt x="921" y="888"/>
                        <ns1:pt x="920" y="889"/>
                        <ns1:pt x="918" y="891"/>
                      </ns1:cubicBezTo>
                      <ns1:cubicBezTo>
                        <ns1:pt x="922" y="895"/>
                        <ns1:pt x="926" y="899"/>
                        <ns1:pt x="930" y="903"/>
                      </ns1:cubicBezTo>
                      <ns1:cubicBezTo>
                        <ns1:pt x="926" y="906"/>
                        <ns1:pt x="923" y="909"/>
                        <ns1:pt x="920" y="913"/>
                      </ns1:cubicBezTo>
                      <ns1:cubicBezTo>
                        <ns1:pt x="916" y="909"/>
                        <ns1:pt x="912" y="905"/>
                        <ns1:pt x="908" y="902"/>
                      </ns1:cubicBezTo>
                      <ns1:cubicBezTo>
                        <ns1:pt x="906" y="904"/>
                        <ns1:pt x="905" y="905"/>
                        <ns1:pt x="903" y="907"/>
                      </ns1:cubicBezTo>
                      <ns1:close/>
                      <ns1:moveTo>
                        <ns1:pt x="1049" y="490"/>
                      </ns1:moveTo>
                      <ns1:cubicBezTo>
                        <ns1:pt x="1038" y="492"/>
                        <ns1:pt x="1035" y="501"/>
                        <ns1:pt x="1040" y="511"/>
                      </ns1:cubicBezTo>
                      <ns1:cubicBezTo>
                        <ns1:pt x="1043" y="516"/>
                        <ns1:pt x="1047" y="518"/>
                        <ns1:pt x="1053" y="518"/>
                      </ns1:cubicBezTo>
                      <ns1:cubicBezTo>
                        <ns1:pt x="1059" y="517"/>
                        <ns1:pt x="1061" y="513"/>
                        <ns1:pt x="1062" y="508"/>
                      </ns1:cubicBezTo>
                      <ns1:cubicBezTo>
                        <ns1:pt x="1063" y="505"/>
                        <ns1:pt x="1063" y="502"/>
                        <ns1:pt x="1064" y="500"/>
                      </ns1:cubicBezTo>
                      <ns1:cubicBezTo>
                        <ns1:pt x="1065" y="498"/>
                        <ns1:pt x="1067" y="495"/>
                        <ns1:pt x="1069" y="495"/>
                      </ns1:cubicBezTo>
                      <ns1:cubicBezTo>
                        <ns1:pt x="1071" y="496"/>
                        <ns1:pt x="1073" y="498"/>
                        <ns1:pt x="1074" y="500"/>
                      </ns1:cubicBezTo>
                      <ns1:cubicBezTo>
                        <ns1:pt x="1076" y="505"/>
                        <ns1:pt x="1072" y="508"/>
                        <ns1:pt x="1068" y="509"/>
                      </ns1:cubicBezTo>
                      <ns1:cubicBezTo>
                        <ns1:pt x="1068" y="512"/>
                        <ns1:pt x="1068" y="514"/>
                        <ns1:pt x="1069" y="516"/>
                      </ns1:cubicBezTo>
                      <ns1:cubicBezTo>
                        <ns1:pt x="1079" y="515"/>
                        <ns1:pt x="1082" y="509"/>
                        <ns1:pt x="1080" y="499"/>
                      </ns1:cubicBezTo>
                      <ns1:cubicBezTo>
                        <ns1:pt x="1078" y="490"/>
                        <ns1:pt x="1073" y="486"/>
                        <ns1:pt x="1066" y="487"/>
                      </ns1:cubicBezTo>
                      <ns1:cubicBezTo>
                        <ns1:pt x="1060" y="487"/>
                        <ns1:pt x="1056" y="492"/>
                        <ns1:pt x="1055" y="500"/>
                      </ns1:cubicBezTo>
                      <ns1:cubicBezTo>
                        <ns1:pt x="1055" y="502"/>
                        <ns1:pt x="1055" y="504"/>
                        <ns1:pt x="1054" y="506"/>
                      </ns1:cubicBezTo>
                      <ns1:cubicBezTo>
                        <ns1:pt x="1053" y="508"/>
                        <ns1:pt x="1051" y="509"/>
                        <ns1:pt x="1050" y="509"/>
                      </ns1:cubicBezTo>
                      <ns1:cubicBezTo>
                        <ns1:pt x="1048" y="509"/>
                        <ns1:pt x="1046" y="507"/>
                        <ns1:pt x="1045" y="506"/>
                      </ns1:cubicBezTo>
                      <ns1:cubicBezTo>
                        <ns1:pt x="1043" y="501"/>
                        <ns1:pt x="1046" y="499"/>
                        <ns1:pt x="1050" y="497"/>
                      </ns1:cubicBezTo>
                      <ns1:cubicBezTo>
                        <ns1:pt x="1049" y="495"/>
                        <ns1:pt x="1049" y="492"/>
                        <ns1:pt x="1049" y="490"/>
                      </ns1:cubicBezTo>
                      <ns1:close/>
                      <ns1:moveTo>
                        <ns1:pt x="297" y="996"/>
                      </ns1:moveTo>
                      <ns1:cubicBezTo>
                        <ns1:pt x="292" y="1003"/>
                        <ns1:pt x="293" y="1008"/>
                        <ns1:pt x="300" y="1013"/>
                      </ns1:cubicBezTo>
                      <ns1:cubicBezTo>
                        <ns1:pt x="303" y="1015"/>
                        <ns1:pt x="305" y="1016"/>
                        <ns1:pt x="308" y="1017"/>
                      </ns1:cubicBezTo>
                      <ns1:cubicBezTo>
                        <ns1:pt x="314" y="1018"/>
                        <ns1:pt x="318" y="1017"/>
                        <ns1:pt x="322" y="1012"/>
                      </ns1:cubicBezTo>
                      <ns1:cubicBezTo>
                        <ns1:pt x="325" y="1007"/>
                        <ns1:pt x="324" y="1003"/>
                        <ns1:pt x="320" y="998"/>
                      </ns1:cubicBezTo>
                      <ns1:cubicBezTo>
                        <ns1:pt x="318" y="996"/>
                        <ns1:pt x="316" y="994"/>
                        <ns1:pt x="314" y="991"/>
                      </ns1:cubicBezTo>
                      <ns1:cubicBezTo>
                        <ns1:pt x="313" y="990"/>
                        <ns1:pt x="313" y="987"/>
                        <ns1:pt x="314" y="985"/>
                      </ns1:cubicBezTo>
                      <ns1:cubicBezTo>
                        <ns1:pt x="315" y="984"/>
                        <ns1:pt x="318" y="983"/>
                        <ns1:pt x="319" y="983"/>
                      </ns1:cubicBezTo>
                      <ns1:cubicBezTo>
                        <ns1:pt x="321" y="984"/>
                        <ns1:pt x="324" y="987"/>
                        <ns1:pt x="324" y="988"/>
                      </ns1:cubicBezTo>
                      <ns1:cubicBezTo>
                        <ns1:pt x="323" y="994"/>
                        <ns1:pt x="327" y="994"/>
                        <ns1:pt x="329" y="996"/>
                      </ns1:cubicBezTo>
                      <ns1:cubicBezTo>
                        <ns1:pt x="335" y="988"/>
                        <ns1:pt x="329" y="979"/>
                        <ns1:pt x="320" y="977"/>
                      </ns1:cubicBezTo>
                      <ns1:cubicBezTo>
                        <ns1:pt x="314" y="975"/>
                        <ns1:pt x="309" y="977"/>
                        <ns1:pt x="306" y="982"/>
                      </ns1:cubicBezTo>
                      <ns1:cubicBezTo>
                        <ns1:pt x="303" y="986"/>
                        <ns1:pt x="303" y="990"/>
                        <ns1:pt x="307" y="996"/>
                      </ns1:cubicBezTo>
                      <ns1:cubicBezTo>
                        <ns1:pt x="309" y="998"/>
                        <ns1:pt x="311" y="999"/>
                        <ns1:pt x="313" y="1002"/>
                      </ns1:cubicBezTo>
                      <ns1:cubicBezTo>
                        <ns1:pt x="314" y="1004"/>
                        <ns1:pt x="314" y="1007"/>
                        <ns1:pt x="313" y="1009"/>
                      </ns1:cubicBezTo>
                      <ns1:cubicBezTo>
                        <ns1:pt x="312" y="1012"/>
                        <ns1:pt x="309" y="1011"/>
                        <ns1:pt x="306" y="1010"/>
                      </ns1:cubicBezTo>
                      <ns1:cubicBezTo>
                        <ns1:pt x="301" y="1007"/>
                        <ns1:pt x="301" y="1004"/>
                        <ns1:pt x="303" y="999"/>
                      </ns1:cubicBezTo>
                      <ns1:cubicBezTo>
                        <ns1:pt x="301" y="998"/>
                        <ns1:pt x="299" y="997"/>
                        <ns1:pt x="297" y="996"/>
                      </ns1:cubicBezTo>
                      <ns1:close/>
                      <ns1:moveTo>
                        <ns1:pt x="95" y="442"/>
                      </ns1:moveTo>
                      <ns1:cubicBezTo>
                        <ns1:pt x="105" y="445"/>
                        <ns1:pt x="112" y="439"/>
                        <ns1:pt x="112" y="428"/>
                      </ns1:cubicBezTo>
                      <ns1:cubicBezTo>
                        <ns1:pt x="112" y="422"/>
                        <ns1:pt x="108" y="418"/>
                        <ns1:pt x="103" y="416"/>
                      </ns1:cubicBezTo>
                      <ns1:cubicBezTo>
                        <ns1:pt x="98" y="414"/>
                        <ns1:pt x="94" y="416"/>
                        <ns1:pt x="90" y="421"/>
                      </ns1:cubicBezTo>
                      <ns1:cubicBezTo>
                        <ns1:pt x="88" y="423"/>
                        <ns1:pt x="87" y="426"/>
                        <ns1:pt x="85" y="429"/>
                      </ns1:cubicBezTo>
                      <ns1:cubicBezTo>
                        <ns1:pt x="83" y="430"/>
                        <ns1:pt x="81" y="430"/>
                        <ns1:pt x="79" y="430"/>
                      </ns1:cubicBezTo>
                      <ns1:cubicBezTo>
                        <ns1:pt x="78" y="429"/>
                        <ns1:pt x="77" y="427"/>
                        <ns1:pt x="76" y="425"/>
                      </ns1:cubicBezTo>
                      <ns1:cubicBezTo>
                        <ns1:pt x="76" y="420"/>
                        <ns1:pt x="79" y="418"/>
                        <ns1:pt x="86" y="417"/>
                      </ns1:cubicBezTo>
                      <ns1:cubicBezTo>
                        <ns1:pt x="86" y="415"/>
                        <ns1:pt x="87" y="413"/>
                        <ns1:pt x="88" y="410"/>
                      </ns1:cubicBezTo>
                      <ns1:cubicBezTo>
                        <ns1:pt x="80" y="409"/>
                        <ns1:pt x="76" y="410"/>
                        <ns1:pt x="73" y="415"/>
                      </ns1:cubicBezTo>
                      <ns1:cubicBezTo>
                        <ns1:pt x="72" y="419"/>
                        <ns1:pt x="70" y="423"/>
                        <ns1:pt x="70" y="427"/>
                      </ns1:cubicBezTo>
                      <ns1:cubicBezTo>
                        <ns1:pt x="70" y="433"/>
                        <ns1:pt x="73" y="437"/>
                        <ns1:pt x="79" y="439"/>
                      </ns1:cubicBezTo>
                      <ns1:cubicBezTo>
                        <ns1:pt x="84" y="441"/>
                        <ns1:pt x="88" y="438"/>
                        <ns1:pt x="91" y="434"/>
                      </ns1:cubicBezTo>
                      <ns1:cubicBezTo>
                        <ns1:pt x="93" y="432"/>
                        <ns1:pt x="94" y="429"/>
                        <ns1:pt x="96" y="427"/>
                      </ns1:cubicBezTo>
                      <ns1:cubicBezTo>
                        <ns1:pt x="97" y="425"/>
                        <ns1:pt x="100" y="424"/>
                        <ns1:pt x="102" y="425"/>
                      </ns1:cubicBezTo>
                      <ns1:cubicBezTo>
                        <ns1:pt x="103" y="425"/>
                        <ns1:pt x="105" y="428"/>
                        <ns1:pt x="105" y="429"/>
                      </ns1:cubicBezTo>
                      <ns1:cubicBezTo>
                        <ns1:pt x="105" y="431"/>
                        <ns1:pt x="103" y="435"/>
                        <ns1:pt x="101" y="435"/>
                      </ns1:cubicBezTo>
                      <ns1:cubicBezTo>
                        <ns1:pt x="96" y="435"/>
                        <ns1:pt x="96" y="439"/>
                        <ns1:pt x="95" y="442"/>
                      </ns1:cubicBezTo>
                      <ns1:close/>
                      <ns1:moveTo>
                        <ns1:pt x="532" y="1056"/>
                      </ns1:moveTo>
                      <ns1:cubicBezTo>
                        <ns1:pt x="532" y="1048"/>
                        <ns1:pt x="529" y="1045"/>
                        <ns1:pt x="523" y="1043"/>
                      </ns1:cubicBezTo>
                      <ns1:cubicBezTo>
                        <ns1:pt x="515" y="1041"/>
                        <ns1:pt x="507" y="1044"/>
                        <ns1:pt x="505" y="1051"/>
                      </ns1:cubicBezTo>
                      <ns1:cubicBezTo>
                        <ns1:pt x="503" y="1058"/>
                        <ns1:pt x="505" y="1063"/>
                        <ns1:pt x="514" y="1066"/>
                      </ns1:cubicBezTo>
                      <ns1:cubicBezTo>
                        <ns1:pt x="516" y="1067"/>
                        <ns1:pt x="519" y="1068"/>
                        <ns1:pt x="520" y="1069"/>
                      </ns1:cubicBezTo>
                      <ns1:cubicBezTo>
                        <ns1:pt x="522" y="1070"/>
                        <ns1:pt x="523" y="1073"/>
                        <ns1:pt x="522" y="1075"/>
                      </ns1:cubicBezTo>
                      <ns1:cubicBezTo>
                        <ns1:pt x="522" y="1076"/>
                        <ns1:pt x="520" y="1078"/>
                        <ns1:pt x="518" y="1078"/>
                      </ns1:cubicBezTo>
                      <ns1:cubicBezTo>
                        <ns1:pt x="513" y="1079"/>
                        <ns1:pt x="510" y="1077"/>
                        <ns1:pt x="509" y="1070"/>
                      </ns1:cubicBezTo>
                      <ns1:cubicBezTo>
                        <ns1:pt x="507" y="1070"/>
                        <ns1:pt x="504" y="1070"/>
                        <ns1:pt x="502" y="1069"/>
                      </ns1:cubicBezTo>
                      <ns1:cubicBezTo>
                        <ns1:pt x="501" y="1077"/>
                        <ns1:pt x="503" y="1081"/>
                        <ns1:pt x="509" y="1083"/>
                      </ns1:cubicBezTo>
                      <ns1:cubicBezTo>
                        <ns1:pt x="513" y="1084"/>
                        <ns1:pt x="516" y="1084"/>
                        <ns1:pt x="520" y="1084"/>
                      </ns1:cubicBezTo>
                      <ns1:cubicBezTo>
                        <ns1:pt x="527" y="1083"/>
                        <ns1:pt x="531" y="1079"/>
                        <ns1:pt x="531" y="1073"/>
                      </ns1:cubicBezTo>
                      <ns1:cubicBezTo>
                        <ns1:pt x="532" y="1068"/>
                        <ns1:pt x="529" y="1064"/>
                        <ns1:pt x="523" y="1061"/>
                      </ns1:cubicBezTo>
                      <ns1:cubicBezTo>
                        <ns1:pt x="520" y="1060"/>
                        <ns1:pt x="517" y="1059"/>
                        <ns1:pt x="515" y="1058"/>
                      </ns1:cubicBezTo>
                      <ns1:cubicBezTo>
                        <ns1:pt x="514" y="1057"/>
                        <ns1:pt x="513" y="1054"/>
                        <ns1:pt x="513" y="1053"/>
                      </ns1:cubicBezTo>
                      <ns1:cubicBezTo>
                        <ns1:pt x="514" y="1051"/>
                        <ns1:pt x="516" y="1049"/>
                        <ns1:pt x="517" y="1049"/>
                      </ns1:cubicBezTo>
                      <ns1:cubicBezTo>
                        <ns1:pt x="522" y="1048"/>
                        <ns1:pt x="524" y="1051"/>
                        <ns1:pt x="525" y="1056"/>
                      </ns1:cubicBezTo>
                      <ns1:cubicBezTo>
                        <ns1:pt x="527" y="1056"/>
                        <ns1:pt x="529" y="1056"/>
                        <ns1:pt x="532" y="1056"/>
                      </ns1:cubicBezTo>
                      <ns1:close/>
                      <ns1:moveTo>
                        <ns1:pt x="834" y="997"/>
                      </ns1:moveTo>
                      <ns1:cubicBezTo>
                        <ns1:pt x="838" y="1001"/>
                        <ns1:pt x="841" y="1004"/>
                        <ns1:pt x="846" y="1004"/>
                      </ns1:cubicBezTo>
                      <ns1:cubicBezTo>
                        <ns1:pt x="852" y="1002"/>
                        <ns1:pt x="857" y="999"/>
                        <ns1:pt x="861" y="993"/>
                      </ns1:cubicBezTo>
                      <ns1:cubicBezTo>
                        <ns1:pt x="863" y="988"/>
                        <ns1:pt x="862" y="984"/>
                        <ns1:pt x="859" y="980"/>
                      </ns1:cubicBezTo>
                      <ns1:cubicBezTo>
                        <ns1:pt x="856" y="976"/>
                        <ns1:pt x="852" y="976"/>
                        <ns1:pt x="848" y="977"/>
                      </ns1:cubicBezTo>
                      <ns1:cubicBezTo>
                        <ns1:pt x="845" y="977"/>
                        <ns1:pt x="842" y="979"/>
                        <ns1:pt x="838" y="979"/>
                      </ns1:cubicBezTo>
                      <ns1:cubicBezTo>
                        <ns1:pt x="836" y="980"/>
                        <ns1:pt x="833" y="978"/>
                        <ns1:pt x="833" y="977"/>
                      </ns1:cubicBezTo>
                      <ns1:cubicBezTo>
                        <ns1:pt x="832" y="975"/>
                        <ns1:pt x="833" y="972"/>
                        <ns1:pt x="834" y="971"/>
                      </ns1:cubicBezTo>
                      <ns1:cubicBezTo>
                        <ns1:pt x="837" y="967"/>
                        <ns1:pt x="841" y="969"/>
                        <ns1:pt x="844" y="971"/>
                      </ns1:cubicBezTo>
                      <ns1:cubicBezTo>
                        <ns1:pt x="846" y="970"/>
                        <ns1:pt x="847" y="969"/>
                        <ns1:pt x="849" y="967"/>
                      </ns1:cubicBezTo>
                      <ns1:cubicBezTo>
                        <ns1:pt x="844" y="961"/>
                        <ns1:pt x="838" y="960"/>
                        <ns1:pt x="832" y="964"/>
                      </ns1:cubicBezTo>
                      <ns1:cubicBezTo>
                        <ns1:pt x="825" y="968"/>
                        <ns1:pt x="823" y="975"/>
                        <ns1:pt x="826" y="981"/>
                      </ns1:cubicBezTo>
                      <ns1:cubicBezTo>
                        <ns1:pt x="828" y="988"/>
                        <ns1:pt x="833" y="989"/>
                        <ns1:pt x="841" y="987"/>
                      </ns1:cubicBezTo>
                      <ns1:cubicBezTo>
                        <ns1:pt x="843" y="986"/>
                        <ns1:pt x="845" y="985"/>
                        <ns1:pt x="847" y="985"/>
                      </ns1:cubicBezTo>
                      <ns1:cubicBezTo>
                        <ns1:pt x="849" y="985"/>
                        <ns1:pt x="853" y="986"/>
                        <ns1:pt x="853" y="987"/>
                      </ns1:cubicBezTo>
                      <ns1:cubicBezTo>
                        <ns1:pt x="854" y="989"/>
                        <ns1:pt x="853" y="992"/>
                        <ns1:pt x="852" y="994"/>
                      </ns1:cubicBezTo>
                      <ns1:cubicBezTo>
                        <ns1:pt x="849" y="998"/>
                        <ns1:pt x="846" y="997"/>
                        <ns1:pt x="841" y="993"/>
                      </ns1:cubicBezTo>
                      <ns1:cubicBezTo>
                        <ns1:pt x="839" y="994"/>
                        <ns1:pt x="837" y="996"/>
                        <ns1:pt x="834" y="997"/>
                      </ns1:cubicBezTo>
                      <ns1:close/>
                      <ns1:moveTo>
                        <ns1:pt x="1023" y="708"/>
                      </ns1:moveTo>
                      <ns1:cubicBezTo>
                        <ns1:pt x="1032" y="710"/>
                        <ns1:pt x="1041" y="713"/>
                        <ns1:pt x="1049" y="715"/>
                      </ns1:cubicBezTo>
                      <ns1:cubicBezTo>
                        <ns1:pt x="1058" y="717"/>
                        <ns1:pt x="1064" y="712"/>
                        <ns1:pt x="1067" y="704"/>
                      </ns1:cubicBezTo>
                      <ns1:cubicBezTo>
                        <ns1:pt x="1070" y="694"/>
                        <ns1:pt x="1067" y="687"/>
                        <ns1:pt x="1058" y="684"/>
                      </ns1:cubicBezTo>
                      <ns1:cubicBezTo>
                        <ns1:pt x="1050" y="681"/>
                        <ns1:pt x="1041" y="679"/>
                        <ns1:pt x="1031" y="677"/>
                      </ns1:cubicBezTo>
                      <ns1:cubicBezTo>
                        <ns1:pt x="1031" y="679"/>
                        <ns1:pt x="1030" y="682"/>
                        <ns1:pt x="1029" y="684"/>
                      </ns1:cubicBezTo>
                      <ns1:cubicBezTo>
                        <ns1:pt x="1032" y="685"/>
                        <ns1:pt x="1034" y="686"/>
                        <ns1:pt x="1036" y="686"/>
                      </ns1:cubicBezTo>
                      <ns1:cubicBezTo>
                        <ns1:pt x="1043" y="688"/>
                        <ns1:pt x="1050" y="690"/>
                        <ns1:pt x="1057" y="692"/>
                      </ns1:cubicBezTo>
                      <ns1:cubicBezTo>
                        <ns1:pt x="1061" y="694"/>
                        <ns1:pt x="1063" y="697"/>
                        <ns1:pt x="1061" y="702"/>
                      </ns1:cubicBezTo>
                      <ns1:cubicBezTo>
                        <ns1:pt x="1060" y="706"/>
                        <ns1:pt x="1057" y="708"/>
                        <ns1:pt x="1052" y="707"/>
                      </ns1:cubicBezTo>
                      <ns1:cubicBezTo>
                        <ns1:pt x="1050" y="707"/>
                        <ns1:pt x="1048" y="706"/>
                        <ns1:pt x="1047" y="706"/>
                      </ns1:cubicBezTo>
                      <ns1:cubicBezTo>
                        <ns1:pt x="1040" y="704"/>
                        <ns1:pt x="1032" y="702"/>
                        <ns1:pt x="1025" y="700"/>
                      </ns1:cubicBezTo>
                      <ns1:cubicBezTo>
                        <ns1:pt x="1024" y="703"/>
                        <ns1:pt x="1024" y="705"/>
                        <ns1:pt x="1023" y="708"/>
                      </ns1:cubicBezTo>
                      <ns1:close/>
                      <ns1:moveTo>
                        <ns1:pt x="223" y="899"/>
                      </ns1:moveTo>
                      <ns1:cubicBezTo>
                        <ns1:pt x="224" y="900"/>
                        <ns1:pt x="224" y="900"/>
                        <ns1:pt x="224" y="901"/>
                      </ns1:cubicBezTo>
                      <ns1:cubicBezTo>
                        <ns1:pt x="217" y="907"/>
                        <ns1:pt x="210" y="912"/>
                        <ns1:pt x="204" y="919"/>
                      </ns1:cubicBezTo>
                      <ns1:cubicBezTo>
                        <ns1:pt x="198" y="925"/>
                        <ns1:pt x="199" y="933"/>
                        <ns1:pt x="205" y="940"/>
                      </ns1:cubicBezTo>
                      <ns1:cubicBezTo>
                        <ns1:pt x="212" y="947"/>
                        <ns1:pt x="220" y="947"/>
                        <ns1:pt x="227" y="941"/>
                      </ns1:cubicBezTo>
                      <ns1:cubicBezTo>
                        <ns1:pt x="233" y="935"/>
                        <ns1:pt x="240" y="929"/>
                        <ns1:pt x="246" y="923"/>
                      </ns1:cubicBezTo>
                      <ns1:cubicBezTo>
                        <ns1:pt x="244" y="920"/>
                        <ns1:pt x="242" y="918"/>
                        <ns1:pt x="240" y="916"/>
                      </ns1:cubicBezTo>
                      <ns1:cubicBezTo>
                        <ns1:pt x="239" y="917"/>
                        <ns1:pt x="238" y="919"/>
                        <ns1:pt x="237" y="920"/>
                      </ns1:cubicBezTo>
                      <ns1:cubicBezTo>
                        <ns1:pt x="232" y="925"/>
                        <ns1:pt x="227" y="930"/>
                        <ns1:pt x="222" y="934"/>
                      </ns1:cubicBezTo>
                      <ns1:cubicBezTo>
                        <ns1:pt x="217" y="939"/>
                        <ns1:pt x="213" y="939"/>
                        <ns1:pt x="210" y="936"/>
                      </ns1:cubicBezTo>
                      <ns1:cubicBezTo>
                        <ns1:pt x="206" y="932"/>
                        <ns1:pt x="206" y="928"/>
                        <ns1:pt x="211" y="923"/>
                      </ns1:cubicBezTo>
                      <ns1:cubicBezTo>
                        <ns1:pt x="212" y="922"/>
                        <ns1:pt x="214" y="920"/>
                        <ns1:pt x="215" y="918"/>
                      </ns1:cubicBezTo>
                      <ns1:cubicBezTo>
                        <ns1:pt x="220" y="914"/>
                        <ns1:pt x="224" y="909"/>
                        <ns1:pt x="228" y="905"/>
                      </ns1:cubicBezTo>
                      <ns1:cubicBezTo>
                        <ns1:pt x="226" y="903"/>
                        <ns1:pt x="225" y="901"/>
                        <ns1:pt x="223" y="899"/>
                      </ns1:cubicBezTo>
                      <ns1:close/>
                      <ns1:moveTo>
                        <ns1:pt x="938" y="209"/>
                      </ns1:moveTo>
                      <ns1:cubicBezTo>
                        <ns1:pt x="940" y="206"/>
                        <ns1:pt x="941" y="204"/>
                        <ns1:pt x="942" y="201"/>
                      </ns1:cubicBezTo>
                      <ns1:cubicBezTo>
                        <ns1:pt x="940" y="199"/>
                        <ns1:pt x="937" y="197"/>
                        <ns1:pt x="935" y="195"/>
                      </ns1:cubicBezTo>
                      <ns1:cubicBezTo>
                        <ns1:pt x="934" y="198"/>
                        <ns1:pt x="933" y="200"/>
                        <ns1:pt x="931" y="202"/>
                      </ns1:cubicBezTo>
                      <ns1:cubicBezTo>
                        <ns1:pt x="927" y="198"/>
                        <ns1:pt x="924" y="195"/>
                        <ns1:pt x="920" y="191"/>
                      </ns1:cubicBezTo>
                      <ns1:cubicBezTo>
                        <ns1:pt x="916" y="195"/>
                        <ns1:pt x="913" y="198"/>
                        <ns1:pt x="910" y="201"/>
                      </ns1:cubicBezTo>
                      <ns1:cubicBezTo>
                        <ns1:pt x="911" y="203"/>
                        <ns1:pt x="912" y="204"/>
                        <ns1:pt x="913" y="205"/>
                      </ns1:cubicBezTo>
                      <ns1:cubicBezTo>
                        <ns1:pt x="911" y="206"/>
                        <ns1:pt x="910" y="207"/>
                        <ns1:pt x="910" y="208"/>
                      </ns1:cubicBezTo>
                      <ns1:cubicBezTo>
                        <ns1:pt x="917" y="215"/>
                        <ns1:pt x="924" y="223"/>
                        <ns1:pt x="931" y="230"/>
                      </ns1:cubicBezTo>
                      <ns1:cubicBezTo>
                        <ns1:pt x="933" y="229"/>
                        <ns1:pt x="934" y="228"/>
                        <ns1:pt x="935" y="226"/>
                      </ns1:cubicBezTo>
                      <ns1:cubicBezTo>
                        <ns1:pt x="936" y="227"/>
                        <ns1:pt x="938" y="228"/>
                        <ns1:pt x="939" y="229"/>
                      </ns1:cubicBezTo>
                      <ns1:cubicBezTo>
                        <ns1:pt x="942" y="226"/>
                        <ns1:pt x="945" y="222"/>
                        <ns1:pt x="949" y="219"/>
                      </ns1:cubicBezTo>
                      <ns1:cubicBezTo>
                        <ns1:pt x="945" y="215"/>
                        <ns1:pt x="941" y="212"/>
                        <ns1:pt x="938" y="209"/>
                      </ns1:cubicBezTo>
                      <ns1:close/>
                      <ns1:moveTo>
                        <ns1:pt x="738" y="1014"/>
                      </ns1:moveTo>
                      <ns1:cubicBezTo>
                        <ns1:pt x="738" y="1016"/>
                        <ns1:pt x="739" y="1017"/>
                        <ns1:pt x="739" y="1019"/>
                      </ns1:cubicBezTo>
                      <ns1:cubicBezTo>
                        <ns1:pt x="742" y="1026"/>
                        <ns1:pt x="744" y="1033"/>
                        <ns1:pt x="747" y="1040"/>
                      </ns1:cubicBezTo>
                      <ns1:cubicBezTo>
                        <ns1:pt x="748" y="1045"/>
                        <ns1:pt x="747" y="1048"/>
                        <ns1:pt x="742" y="1050"/>
                      </ns1:cubicBezTo>
                      <ns1:cubicBezTo>
                        <ns1:pt x="737" y="1052"/>
                        <ns1:pt x="734" y="1051"/>
                        <ns1:pt x="732" y="1045"/>
                      </ns1:cubicBezTo>
                      <ns1:cubicBezTo>
                        <ns1:pt x="731" y="1044"/>
                        <ns1:pt x="731" y="1042"/>
                        <ns1:pt x="730" y="1040"/>
                      </ns1:cubicBezTo>
                      <ns1:cubicBezTo>
                        <ns1:pt x="727" y="1034"/>
                        <ns1:pt x="725" y="1027"/>
                        <ns1:pt x="722" y="1020"/>
                      </ns1:cubicBezTo>
                      <ns1:cubicBezTo>
                        <ns1:pt x="719" y="1021"/>
                        <ns1:pt x="717" y="1022"/>
                        <ns1:pt x="715" y="1023"/>
                      </ns1:cubicBezTo>
                      <ns1:cubicBezTo>
                        <ns1:pt x="718" y="1031"/>
                        <ns1:pt x="721" y="1040"/>
                        <ns1:pt x="725" y="1049"/>
                      </ns1:cubicBezTo>
                      <ns1:cubicBezTo>
                        <ns1:pt x="728" y="1056"/>
                        <ns1:pt x="735" y="1059"/>
                        <ns1:pt x="743" y="1056"/>
                      </ns1:cubicBezTo>
                      <ns1:cubicBezTo>
                        <ns1:pt x="751" y="1054"/>
                        <ns1:pt x="757" y="1048"/>
                        <ns1:pt x="755" y="1040"/>
                      </ns1:cubicBezTo>
                      <ns1:cubicBezTo>
                        <ns1:pt x="752" y="1031"/>
                        <ns1:pt x="749" y="1021"/>
                        <ns1:pt x="745" y="1011"/>
                      </ns1:cubicBezTo>
                      <ns1:cubicBezTo>
                        <ns1:pt x="742" y="1012"/>
                        <ns1:pt x="740" y="1013"/>
                        <ns1:pt x="738" y="1014"/>
                      </ns1:cubicBezTo>
                      <ns1:close/>
                      <ns1:moveTo>
                        <ns1:pt x="639" y="72"/>
                      </ns1:moveTo>
                      <ns1:cubicBezTo>
                        <ns1:pt x="639" y="67"/>
                        <ns1:pt x="640" y="62"/>
                        <ns1:pt x="640" y="57"/>
                      </ns1:cubicBezTo>
                      <ns1:cubicBezTo>
                        <ns1:pt x="633" y="56"/>
                        <ns1:pt x="625" y="55"/>
                        <ns1:pt x="618" y="55"/>
                      </ns1:cubicBezTo>
                      <ns1:cubicBezTo>
                        <ns1:pt x="618" y="52"/>
                        <ns1:pt x="617" y="50"/>
                        <ns1:pt x="617" y="47"/>
                      </ns1:cubicBezTo>
                      <ns1:cubicBezTo>
                        <ns1:pt x="613" y="47"/>
                        <ns1:pt x="610" y="47"/>
                        <ns1:pt x="606" y="47"/>
                      </ns1:cubicBezTo>
                      <ns1:cubicBezTo>
                        <ns1:pt x="606" y="49"/>
                        <ns1:pt x="607" y="51"/>
                        <ns1:pt x="607" y="54"/>
                      </ns1:cubicBezTo>
                      <ns1:cubicBezTo>
                        <ns1:pt x="598" y="53"/>
                        <ns1:pt x="591" y="53"/>
                        <ns1:pt x="582" y="52"/>
                      </ns1:cubicBezTo>
                      <ns1:cubicBezTo>
                        <ns1:pt x="582" y="57"/>
                        <ns1:pt x="581" y="62"/>
                        <ns1:pt x="581" y="68"/>
                      </ns1:cubicBezTo>
                      <ns1:cubicBezTo>
                        <ns1:pt x="584" y="68"/>
                        <ns1:pt x="587" y="68"/>
                        <ns1:pt x="590" y="68"/>
                      </ns1:cubicBezTo>
                      <ns1:cubicBezTo>
                        <ns1:pt x="590" y="65"/>
                        <ns1:pt x="590" y="63"/>
                        <ns1:pt x="591" y="60"/>
                      </ns1:cubicBezTo>
                      <ns1:cubicBezTo>
                        <ns1:pt x="604" y="62"/>
                        <ns1:pt x="617" y="63"/>
                        <ns1:pt x="630" y="64"/>
                      </ns1:cubicBezTo>
                      <ns1:cubicBezTo>
                        <ns1:pt x="630" y="67"/>
                        <ns1:pt x="630" y="69"/>
                        <ns1:pt x="630" y="72"/>
                      </ns1:cubicBezTo>
                      <ns1:cubicBezTo>
                        <ns1:pt x="633" y="72"/>
                        <ns1:pt x="636" y="72"/>
                        <ns1:pt x="639" y="72"/>
                      </ns1:cubicBezTo>
                      <ns1:close/>
                      <ns1:moveTo>
                        <ns1:pt x="87" y="762"/>
                      </ns1:moveTo>
                      <ns1:cubicBezTo>
                        <ns1:pt x="96" y="755"/>
                        <ns1:pt x="105" y="748"/>
                        <ns1:pt x="114" y="741"/>
                      </ns1:cubicBezTo>
                      <ns1:cubicBezTo>
                        <ns1:pt x="121" y="736"/>
                        <ns1:pt x="121" y="736"/>
                        <ns1:pt x="118" y="728"/>
                      </ns1:cubicBezTo>
                      <ns1:cubicBezTo>
                        <ns1:pt x="117" y="728"/>
                        <ns1:pt x="117" y="728"/>
                        <ns1:pt x="118" y="728"/>
                      </ns1:cubicBezTo>
                      <ns1:cubicBezTo>
                        <ns1:pt x="103" y="728"/>
                        <ns1:pt x="89" y="728"/>
                        <ns1:pt x="75" y="728"/>
                      </ns1:cubicBezTo>
                      <ns1:cubicBezTo>
                        <ns1:pt x="75" y="729"/>
                        <ns1:pt x="74" y="729"/>
                        <ns1:pt x="74" y="729"/>
                      </ns1:cubicBezTo>
                      <ns1:cubicBezTo>
                        <ns1:pt x="77" y="731"/>
                        <ns1:pt x="74" y="736"/>
                        <ns1:pt x="79" y="736"/>
                      </ns1:cubicBezTo>
                      <ns1:cubicBezTo>
                        <ns1:pt x="85" y="735"/>
                        <ns1:pt x="87" y="737"/>
                        <ns1:pt x="88" y="742"/>
                      </ns1:cubicBezTo>
                      <ns1:cubicBezTo>
                        <ns1:pt x="89" y="745"/>
                        <ns1:pt x="90" y="747"/>
                        <ns1:pt x="91" y="749"/>
                      </ns1:cubicBezTo>
                      <ns1:cubicBezTo>
                        <ns1:pt x="84" y="755"/>
                        <ns1:pt x="84" y="755"/>
                        <ns1:pt x="87" y="762"/>
                      </ns1:cubicBezTo>
                      <ns1:close/>
                      <ns1:moveTo>
                        <ns1:pt x="179" y="899"/>
                      </ns1:moveTo>
                      <ns1:cubicBezTo>
                        <ns1:pt x="189" y="909"/>
                        <ns1:pt x="189" y="909"/>
                        <ns1:pt x="185" y="918"/>
                      </ns1:cubicBezTo>
                      <ns1:cubicBezTo>
                        <ns1:pt x="186" y="920"/>
                        <ns1:pt x="188" y="922"/>
                        <ns1:pt x="190" y="924"/>
                      </ns1:cubicBezTo>
                      <ns1:cubicBezTo>
                        <ns1:pt x="197" y="912"/>
                        <ns1:pt x="204" y="901"/>
                        <ns1:pt x="211" y="889"/>
                      </ns1:cubicBezTo>
                      <ns1:cubicBezTo>
                        <ns1:pt x="211" y="888"/>
                        <ns1:pt x="211" y="886"/>
                        <ns1:pt x="210" y="885"/>
                      </ns1:cubicBezTo>
                      <ns1:cubicBezTo>
                        <ns1:pt x="208" y="883"/>
                        <ns1:pt x="208" y="879"/>
                        <ns1:pt x="204" y="881"/>
                      </ns1:cubicBezTo>
                      <ns1:cubicBezTo>
                        <ns1:pt x="192" y="886"/>
                        <ns1:pt x="179" y="892"/>
                        <ns1:pt x="167" y="897"/>
                      </ns1:cubicBezTo>
                      <ns1:cubicBezTo>
                        <ns1:pt x="171" y="903"/>
                        <ns1:pt x="171" y="903"/>
                        <ns1:pt x="179" y="899"/>
                      </ns1:cubicBezTo>
                      <ns1:close/>
                      <ns1:moveTo>
                        <ns1:pt x="980" y="806"/>
                      </ns1:moveTo>
                      <ns1:cubicBezTo>
                        <ns1:pt x="979" y="808"/>
                        <ns1:pt x="978" y="810"/>
                        <ns1:pt x="977" y="812"/>
                      </ns1:cubicBezTo>
                      <ns1:cubicBezTo>
                        <ns1:pt x="976" y="813"/>
                        <ns1:pt x="976" y="815"/>
                        <ns1:pt x="977" y="816"/>
                      </ns1:cubicBezTo>
                      <ns1:cubicBezTo>
                        <ns1:pt x="986" y="826"/>
                        <ns1:pt x="995" y="836"/>
                        <ns1:pt x="1004" y="847"/>
                      </ns1:cubicBezTo>
                      <ns1:cubicBezTo>
                        <ns1:pt x="1005" y="844"/>
                        <ns1:pt x="1008" y="842"/>
                        <ns1:pt x="1007" y="841"/>
                      </ns1:cubicBezTo>
                      <ns1:cubicBezTo>
                        <ns1:pt x="1006" y="838"/>
                        <ns1:pt x="1004" y="836"/>
                        <ns1:pt x="1002" y="833"/>
                      </ns1:cubicBezTo>
                      <ns1:cubicBezTo>
                        <ns1:pt x="1004" y="830"/>
                        <ns1:pt x="1006" y="826"/>
                        <ns1:pt x="1008" y="823"/>
                      </ns1:cubicBezTo>
                      <ns1:cubicBezTo>
                        <ns1:pt x="1009" y="822"/>
                        <ns1:pt x="1011" y="821"/>
                        <ns1:pt x="1012" y="822"/>
                      </ns1:cubicBezTo>
                      <ns1:cubicBezTo>
                        <ns1:pt x="1018" y="824"/>
                        <ns1:pt x="1020" y="821"/>
                        <ns1:pt x="1022" y="816"/>
                      </ns1:cubicBezTo>
                      <ns1:cubicBezTo>
                        <ns1:pt x="1008" y="813"/>
                        <ns1:pt x="994" y="810"/>
                        <ns1:pt x="980" y="806"/>
                      </ns1:cubicBezTo>
                      <ns1:close/>
                      <ns1:moveTo>
                        <ns1:pt x="722" y="1063"/>
                      </ns1:moveTo>
                      <ns1:cubicBezTo>
                        <ns1:pt x="715" y="1051"/>
                        <ns1:pt x="707" y="1039"/>
                        <ns1:pt x="699" y="1027"/>
                      </ns1:cubicBezTo>
                      <ns1:cubicBezTo>
                        <ns1:pt x="698" y="1027"/>
                        <ns1:pt x="697" y="1028"/>
                        <ns1:pt x="696" y="1028"/>
                      </ns1:cubicBezTo>
                      <ns1:cubicBezTo>
                        <ns1:pt x="691" y="1028"/>
                        <ns1:pt x="690" y="1031"/>
                        <ns1:pt x="690" y="1035"/>
                      </ns1:cubicBezTo>
                      <ns1:cubicBezTo>
                        <ns1:pt x="690" y="1046"/>
                        <ns1:pt x="689" y="1056"/>
                        <ns1:pt x="688" y="1066"/>
                      </ns1:cubicBezTo>
                      <ns1:cubicBezTo>
                        <ns1:pt x="688" y="1068"/>
                        <ns1:pt x="688" y="1070"/>
                        <ns1:pt x="688" y="1073"/>
                      </ns1:cubicBezTo>
                      <ns1:cubicBezTo>
                        <ns1:pt x="691" y="1071"/>
                        <ns1:pt x="696" y="1073"/>
                        <ns1:pt x="695" y="1068"/>
                      </ns1:cubicBezTo>
                      <ns1:cubicBezTo>
                        <ns1:pt x="695" y="1062"/>
                        <ns1:pt x="697" y="1060"/>
                        <ns1:pt x="702" y="1060"/>
                      </ns1:cubicBezTo>
                      <ns1:cubicBezTo>
                        <ns1:pt x="705" y="1059"/>
                        <ns1:pt x="707" y="1058"/>
                        <ns1:pt x="710" y="1058"/>
                      </ns1:cubicBezTo>
                      <ns1:cubicBezTo>
                        <ns1:pt x="715" y="1065"/>
                        <ns1:pt x="715" y="1065"/>
                        <ns1:pt x="722" y="1063"/>
                      </ns1:cubicBezTo>
                      <ns1:close/>
                      <ns1:moveTo>
                        <ns1:pt x="481" y="1038"/>
                      </ns1:moveTo>
                      <ns1:cubicBezTo>
                        <ns1:pt x="474" y="1051"/>
                        <ns1:pt x="468" y="1063"/>
                        <ns1:pt x="461" y="1075"/>
                      </ns1:cubicBezTo>
                      <ns1:cubicBezTo>
                        <ns1:pt x="468" y="1078"/>
                        <ns1:pt x="468" y="1078"/>
                        <ns1:pt x="471" y="1072"/>
                      </ns1:cubicBezTo>
                      <ns1:cubicBezTo>
                        <ns1:pt x="472" y="1070"/>
                        <ns1:pt x="473" y="1069"/>
                        <ns1:pt x="476" y="1070"/>
                      </ns1:cubicBezTo>
                      <ns1:cubicBezTo>
                        <ns1:pt x="482" y="1071"/>
                        <ns1:pt x="490" y="1070"/>
                        <ns1:pt x="488" y="1081"/>
                      </ns1:cubicBezTo>
                      <ns1:cubicBezTo>
                        <ns1:pt x="491" y="1081"/>
                        <ns1:pt x="493" y="1081"/>
                        <ns1:pt x="496" y="1082"/>
                      </ns1:cubicBezTo>
                      <ns1:cubicBezTo>
                        <ns1:pt x="494" y="1070"/>
                        <ns1:pt x="493" y="1059"/>
                        <ns1:pt x="491" y="1048"/>
                      </ns1:cubicBezTo>
                      <ns1:cubicBezTo>
                        <ns1:pt x="490" y="1039"/>
                        <ns1:pt x="490" y="1039"/>
                        <ns1:pt x="481" y="1038"/>
                      </ns1:cubicBezTo>
                      <ns1:close/>
                      <ns1:moveTo>
                        <ns1:pt x="121" y="779"/>
                      </ns1:moveTo>
                      <ns1:cubicBezTo>
                        <ns1:pt x="119" y="774"/>
                        <ns1:pt x="117" y="770"/>
                        <ns1:pt x="115" y="765"/>
                      </ns1:cubicBezTo>
                      <ns1:cubicBezTo>
                        <ns1:pt x="118" y="763"/>
                        <ns1:pt x="120" y="762"/>
                        <ns1:pt x="123" y="761"/>
                      </ns1:cubicBezTo>
                      <ns1:cubicBezTo>
                        <ns1:pt x="126" y="766"/>
                        <ns1:pt x="128" y="771"/>
                        <ns1:pt x="130" y="776"/>
                      </ns1:cubicBezTo>
                      <ns1:cubicBezTo>
                        <ns1:pt x="132" y="775"/>
                        <ns1:pt x="134" y="774"/>
                        <ns1:pt x="136" y="773"/>
                      </ns1:cubicBezTo>
                      <ns1:cubicBezTo>
                        <ns1:pt x="133" y="766"/>
                        <ns1:pt x="130" y="759"/>
                        <ns1:pt x="126" y="751"/>
                      </ns1:cubicBezTo>
                      <ns1:cubicBezTo>
                        <ns1:pt x="113" y="757"/>
                        <ns1:pt x="101" y="762"/>
                        <ns1:pt x="89" y="768"/>
                      </ns1:cubicBezTo>
                      <ns1:cubicBezTo>
                        <ns1:pt x="92" y="776"/>
                        <ns1:pt x="96" y="783"/>
                        <ns1:pt x="99" y="791"/>
                      </ns1:cubicBezTo>
                      <ns1:cubicBezTo>
                        <ns1:pt x="101" y="790"/>
                        <ns1:pt x="103" y="789"/>
                        <ns1:pt x="105" y="788"/>
                      </ns1:cubicBezTo>
                      <ns1:cubicBezTo>
                        <ns1:pt x="103" y="782"/>
                        <ns1:pt x="101" y="777"/>
                        <ns1:pt x="98" y="772"/>
                      </ns1:cubicBezTo>
                      <ns1:cubicBezTo>
                        <ns1:pt x="102" y="771"/>
                        <ns1:pt x="105" y="769"/>
                        <ns1:pt x="108" y="768"/>
                      </ns1:cubicBezTo>
                      <ns1:cubicBezTo>
                        <ns1:pt x="110" y="773"/>
                        <ns1:pt x="112" y="777"/>
                        <ns1:pt x="115" y="782"/>
                      </ns1:cubicBezTo>
                      <ns1:cubicBezTo>
                        <ns1:pt x="117" y="781"/>
                        <ns1:pt x="119" y="780"/>
                        <ns1:pt x="121" y="779"/>
                      </ns1:cubicBezTo>
                      <ns1:close/>
                      <ns1:moveTo>
                        <ns1:pt x="366" y="1046"/>
                      </ns1:moveTo>
                      <ns1:cubicBezTo>
                        <ns1:pt x="368" y="1033"/>
                        <ns1:pt x="369" y="1020"/>
                        <ns1:pt x="371" y="1007"/>
                      </ns1:cubicBezTo>
                      <ns1:cubicBezTo>
                        <ns1:pt x="372" y="1002"/>
                        <ns1:pt x="368" y="1003"/>
                        <ns1:pt x="366" y="1001"/>
                      </ns1:cubicBezTo>
                      <ns1:cubicBezTo>
                        <ns1:pt x="364" y="1000"/>
                        <ns1:pt x="362" y="1000"/>
                        <ns1:pt x="360" y="1002"/>
                      </ns1:cubicBezTo>
                      <ns1:cubicBezTo>
                        <ns1:pt x="355" y="1008"/>
                        <ns1:pt x="349" y="1015"/>
                        <ns1:pt x="343" y="1021"/>
                      </ns1:cubicBezTo>
                      <ns1:cubicBezTo>
                        <ns1:pt x="340" y="1024"/>
                        <ns1:pt x="337" y="1028"/>
                        <ns1:pt x="334" y="1031"/>
                      </ns1:cubicBezTo>
                      <ns1:cubicBezTo>
                        <ns1:pt x="340" y="1038"/>
                        <ns1:pt x="343" y="1031"/>
                        <ns1:pt x="347" y="1028"/>
                      </ns1:cubicBezTo>
                      <ns1:cubicBezTo>
                        <ns1:pt x="350" y="1030"/>
                        <ns1:pt x="354" y="1031"/>
                        <ns1:pt x="357" y="1033"/>
                      </ns1:cubicBezTo>
                      <ns1:cubicBezTo>
                        <ns1:pt x="358" y="1034"/>
                        <ns1:pt x="359" y="1036"/>
                        <ns1:pt x="359" y="1037"/>
                      </ns1:cubicBezTo>
                      <ns1:cubicBezTo>
                        <ns1:pt x="359" y="1044"/>
                        <ns1:pt x="359" y="1044"/>
                        <ns1:pt x="366" y="1046"/>
                      </ns1:cubicBezTo>
                      <ns1:close/>
                      <ns1:moveTo>
                        <ns1:pt x="943" y="862"/>
                      </ns1:moveTo>
                      <ns1:cubicBezTo>
                        <ns1:pt x="937" y="869"/>
                        <ns1:pt x="932" y="875"/>
                        <ns1:pt x="927" y="881"/>
                      </ns1:cubicBezTo>
                      <ns1:cubicBezTo>
                        <ns1:pt x="938" y="890"/>
                        <ns1:pt x="948" y="899"/>
                        <ns1:pt x="959" y="907"/>
                      </ns1:cubicBezTo>
                      <ns1:cubicBezTo>
                        <ns1:pt x="964" y="901"/>
                        <ns1:pt x="969" y="894"/>
                        <ns1:pt x="975" y="888"/>
                      </ns1:cubicBezTo>
                      <ns1:cubicBezTo>
                        <ns1:pt x="973" y="886"/>
                        <ns1:pt x="971" y="885"/>
                        <ns1:pt x="969" y="884"/>
                      </ns1:cubicBezTo>
                      <ns1:cubicBezTo>
                        <ns1:pt x="966" y="888"/>
                        <ns1:pt x="962" y="892"/>
                        <ns1:pt x="958" y="897"/>
                      </ns1:cubicBezTo>
                      <ns1:cubicBezTo>
                        <ns1:pt x="955" y="895"/>
                        <ns1:pt x="953" y="892"/>
                        <ns1:pt x="950" y="890"/>
                      </ns1:cubicBezTo>
                      <ns1:cubicBezTo>
                        <ns1:pt x="953" y="886"/>
                        <ns1:pt x="957" y="882"/>
                        <ns1:pt x="960" y="878"/>
                      </ns1:cubicBezTo>
                      <ns1:cubicBezTo>
                        <ns1:pt x="958" y="876"/>
                        <ns1:pt x="956" y="875"/>
                        <ns1:pt x="955" y="874"/>
                      </ns1:cubicBezTo>
                      <ns1:cubicBezTo>
                        <ns1:pt x="951" y="878"/>
                        <ns1:pt x="948" y="882"/>
                        <ns1:pt x="945" y="886"/>
                      </ns1:cubicBezTo>
                      <ns1:cubicBezTo>
                        <ns1:pt x="942" y="883"/>
                        <ns1:pt x="940" y="882"/>
                        <ns1:pt x="937" y="880"/>
                      </ns1:cubicBezTo>
                      <ns1:cubicBezTo>
                        <ns1:pt x="941" y="875"/>
                        <ns1:pt x="944" y="871"/>
                        <ns1:pt x="948" y="867"/>
                      </ns1:cubicBezTo>
                      <ns1:cubicBezTo>
                        <ns1:pt x="946" y="865"/>
                        <ns1:pt x="945" y="864"/>
                        <ns1:pt x="943" y="862"/>
                      </ns1:cubicBezTo>
                      <ns1:close/>
                      <ns1:moveTo>
                        <ns1:pt x="885" y="933"/>
                      </ns1:moveTo>
                      <ns1:cubicBezTo>
                        <ns1:pt x="889" y="929"/>
                        <ns1:pt x="893" y="926"/>
                        <ns1:pt x="897" y="922"/>
                      </ns1:cubicBezTo>
                      <ns1:cubicBezTo>
                        <ns1:pt x="899" y="932"/>
                        <ns1:pt x="900" y="941"/>
                        <ns1:pt x="902" y="950"/>
                      </ns1:cubicBezTo>
                      <ns1:cubicBezTo>
                        <ns1:pt x="902" y="953"/>
                        <ns1:pt x="905" y="956"/>
                        <ns1:pt x="906" y="960"/>
                      </ns1:cubicBezTo>
                      <ns1:cubicBezTo>
                        <ns1:pt x="914" y="953"/>
                        <ns1:pt x="921" y="947"/>
                        <ns1:pt x="928" y="940"/>
                      </ns1:cubicBezTo>
                      <ns1:cubicBezTo>
                        <ns1:pt x="926" y="938"/>
                        <ns1:pt x="925" y="937"/>
                        <ns1:pt x="923" y="935"/>
                      </ns1:cubicBezTo>
                      <ns1:cubicBezTo>
                        <ns1:pt x="919" y="939"/>
                        <ns1:pt x="914" y="943"/>
                        <ns1:pt x="910" y="948"/>
                      </ns1:cubicBezTo>
                      <ns1:cubicBezTo>
                        <ns1:pt x="908" y="938"/>
                        <ns1:pt x="907" y="929"/>
                        <ns1:pt x="905" y="920"/>
                      </ns1:cubicBezTo>
                      <ns1:cubicBezTo>
                        <ns1:pt x="904" y="916"/>
                        <ns1:pt x="902" y="913"/>
                        <ns1:pt x="900" y="910"/>
                      </ns1:cubicBezTo>
                      <ns1:cubicBezTo>
                        <ns1:pt x="893" y="916"/>
                        <ns1:pt x="887" y="922"/>
                        <ns1:pt x="880" y="928"/>
                      </ns1:cubicBezTo>
                      <ns1:cubicBezTo>
                        <ns1:pt x="882" y="930"/>
                        <ns1:pt x="883" y="932"/>
                        <ns1:pt x="885" y="933"/>
                      </ns1:cubicBezTo>
                      <ns1:close/>
                      <ns1:moveTo>
                        <ns1:pt x="1059" y="560"/>
                      </ns1:moveTo>
                      <ns1:cubicBezTo>
                        <ns1:pt x="1059" y="565"/>
                        <ns1:pt x="1059" y="570"/>
                        <ns1:pt x="1059" y="575"/>
                      </ns1:cubicBezTo>
                      <ns1:cubicBezTo>
                        <ns1:pt x="1056" y="575"/>
                        <ns1:pt x="1053" y="575"/>
                        <ns1:pt x="1050" y="575"/>
                      </ns1:cubicBezTo>
                      <ns1:cubicBezTo>
                        <ns1:pt x="1050" y="569"/>
                        <ns1:pt x="1050" y="564"/>
                        <ns1:pt x="1050" y="558"/>
                      </ns1:cubicBezTo>
                      <ns1:cubicBezTo>
                        <ns1:pt x="1047" y="558"/>
                        <ns1:pt x="1045" y="558"/>
                        <ns1:pt x="1043" y="558"/>
                      </ns1:cubicBezTo>
                      <ns1:cubicBezTo>
                        <ns1:pt x="1043" y="567"/>
                        <ns1:pt x="1043" y="575"/>
                        <ns1:pt x="1043" y="583"/>
                      </ns1:cubicBezTo>
                      <ns1:cubicBezTo>
                        <ns1:pt x="1057" y="583"/>
                        <ns1:pt x="1071" y="583"/>
                        <ns1:pt x="1084" y="583"/>
                      </ns1:cubicBezTo>
                      <ns1:cubicBezTo>
                        <ns1:pt x="1084" y="574"/>
                        <ns1:pt x="1084" y="566"/>
                        <ns1:pt x="1084" y="558"/>
                      </ns1:cubicBezTo>
                      <ns1:cubicBezTo>
                        <ns1:pt x="1082" y="558"/>
                        <ns1:pt x="1080" y="558"/>
                        <ns1:pt x="1077" y="558"/>
                      </ns1:cubicBezTo>
                      <ns1:cubicBezTo>
                        <ns1:pt x="1077" y="564"/>
                        <ns1:pt x="1077" y="569"/>
                        <ns1:pt x="1077" y="575"/>
                      </ns1:cubicBezTo>
                      <ns1:cubicBezTo>
                        <ns1:pt x="1074" y="575"/>
                        <ns1:pt x="1070" y="575"/>
                        <ns1:pt x="1066" y="575"/>
                      </ns1:cubicBezTo>
                      <ns1:cubicBezTo>
                        <ns1:pt x="1066" y="569"/>
                        <ns1:pt x="1066" y="565"/>
                        <ns1:pt x="1066" y="560"/>
                      </ns1:cubicBezTo>
                      <ns1:cubicBezTo>
                        <ns1:pt x="1064" y="560"/>
                        <ns1:pt x="1062" y="560"/>
                        <ns1:pt x="1059" y="560"/>
                      </ns1:cubicBezTo>
                      <ns1:close/>
                      <ns1:moveTo>
                        <ns1:pt x="823" y="1003"/>
                      </ns1:moveTo>
                      <ns1:cubicBezTo>
                        <ns1:pt x="825" y="1007"/>
                        <ns1:pt x="825" y="1011"/>
                        <ns1:pt x="821" y="1013"/>
                      </ns1:cubicBezTo>
                      <ns1:cubicBezTo>
                        <ns1:pt x="820" y="1014"/>
                        <ns1:pt x="816" y="1014"/>
                        <ns1:pt x="815" y="1013"/>
                      </ns1:cubicBezTo>
                      <ns1:cubicBezTo>
                        <ns1:pt x="808" y="1008"/>
                        <ns1:pt x="805" y="1001"/>
                        <ns1:pt x="804" y="994"/>
                      </ns1:cubicBezTo>
                      <ns1:cubicBezTo>
                        <ns1:pt x="804" y="992"/>
                        <ns1:pt x="805" y="988"/>
                        <ns1:pt x="807" y="988"/>
                      </ns1:cubicBezTo>
                      <ns1:cubicBezTo>
                        <ns1:pt x="809" y="987"/>
                        <ns1:pt x="811" y="988"/>
                        <ns1:pt x="814" y="988"/>
                      </ns1:cubicBezTo>
                      <ns1:cubicBezTo>
                        <ns1:pt x="815" y="989"/>
                        <ns1:pt x="815" y="990"/>
                        <ns1:pt x="816" y="991"/>
                      </ns1:cubicBezTo>
                      <ns1:cubicBezTo>
                        <ns1:pt x="819" y="989"/>
                        <ns1:pt x="821" y="988"/>
                        <ns1:pt x="823" y="987"/>
                      </ns1:cubicBezTo>
                      <ns1:cubicBezTo>
                        <ns1:pt x="818" y="979"/>
                        <ns1:pt x="812" y="978"/>
                        <ns1:pt x="805" y="981"/>
                      </ns1:cubicBezTo>
                      <ns1:cubicBezTo>
                        <ns1:pt x="798" y="984"/>
                        <ns1:pt x="794" y="990"/>
                        <ns1:pt x="796" y="998"/>
                      </ns1:cubicBezTo>
                      <ns1:cubicBezTo>
                        <ns1:pt x="798" y="1004"/>
                        <ns1:pt x="801" y="1010"/>
                        <ns1:pt x="805" y="1015"/>
                      </ns1:cubicBezTo>
                      <ns1:cubicBezTo>
                        <ns1:pt x="812" y="1024"/>
                        <ns1:pt x="824" y="1022"/>
                        <ns1:pt x="830" y="1013"/>
                      </ns1:cubicBezTo>
                      <ns1:cubicBezTo>
                        <ns1:pt x="833" y="1009"/>
                        <ns1:pt x="833" y="1005"/>
                        <ns1:pt x="830" y="1000"/>
                      </ns1:cubicBezTo>
                      <ns1:cubicBezTo>
                        <ns1:pt x="828" y="1001"/>
                        <ns1:pt x="826" y="1002"/>
                        <ns1:pt x="823" y="1003"/>
                      </ns1:cubicBezTo>
                      <ns1:close/>
                      <ns1:moveTo>
                        <ns1:pt x="73" y="466"/>
                      </ns1:moveTo>
                      <ns1:cubicBezTo>
                        <ns1:pt x="69" y="465"/>
                        <ns1:pt x="66" y="462"/>
                        <ns1:pt x="68" y="458"/>
                      </ns1:cubicBezTo>
                      <ns1:cubicBezTo>
                        <ns1:pt x="68" y="456"/>
                        <ns1:pt x="71" y="454"/>
                        <ns1:pt x="73" y="453"/>
                      </ns1:cubicBezTo>
                      <ns1:cubicBezTo>
                        <ns1:pt x="80" y="452"/>
                        <ns1:pt x="88" y="454"/>
                        <ns1:pt x="94" y="458"/>
                      </ns1:cubicBezTo>
                      <ns1:cubicBezTo>
                        <ns1:pt x="95" y="459"/>
                        <ns1:pt x="97" y="463"/>
                        <ns1:pt x="96" y="465"/>
                      </ns1:cubicBezTo>
                      <ns1:cubicBezTo>
                        <ns1:pt x="95" y="467"/>
                        <ns1:pt x="93" y="468"/>
                        <ns1:pt x="91" y="469"/>
                      </ns1:cubicBezTo>
                      <ns1:cubicBezTo>
                        <ns1:pt x="90" y="470"/>
                        <ns1:pt x="89" y="469"/>
                        <ns1:pt x="87" y="470"/>
                      </ns1:cubicBezTo>
                      <ns1:cubicBezTo>
                        <ns1:pt x="87" y="472"/>
                        <ns1:pt x="86" y="475"/>
                        <ns1:pt x="86" y="477"/>
                      </ns1:cubicBezTo>
                      <ns1:cubicBezTo>
                        <ns1:pt x="94" y="478"/>
                        <ns1:pt x="99" y="476"/>
                        <ns1:pt x="101" y="469"/>
                      </ns1:cubicBezTo>
                      <ns1:cubicBezTo>
                        <ns1:pt x="105" y="462"/>
                        <ns1:pt x="104" y="456"/>
                        <ns1:pt x="98" y="451"/>
                      </ns1:cubicBezTo>
                      <ns1:cubicBezTo>
                        <ns1:pt x="90" y="446"/>
                        <ns1:pt x="82" y="444"/>
                        <ns1:pt x="72" y="445"/>
                      </ns1:cubicBezTo>
                      <ns1:cubicBezTo>
                        <ns1:pt x="66" y="446"/>
                        <ns1:pt x="61" y="452"/>
                        <ns1:pt x="61" y="460"/>
                      </ns1:cubicBezTo>
                      <ns1:cubicBezTo>
                        <ns1:pt x="61" y="467"/>
                        <ns1:pt x="64" y="471"/>
                        <ns1:pt x="71" y="474"/>
                      </ns1:cubicBezTo>
                      <ns1:cubicBezTo>
                        <ns1:pt x="72" y="472"/>
                        <ns1:pt x="73" y="469"/>
                        <ns1:pt x="73" y="466"/>
                      </ns1:cubicBezTo>
                      <ns1:close/>
                      <ns1:moveTo>
                        <ns1:pt x="287" y="988"/>
                      </ns1:moveTo>
                      <ns1:cubicBezTo>
                        <ns1:pt x="286" y="989"/>
                        <ns1:pt x="285" y="990"/>
                        <ns1:pt x="284" y="991"/>
                      </ns1:cubicBezTo>
                      <ns1:cubicBezTo>
                        <ns1:pt x="282" y="991"/>
                        <ns1:pt x="279" y="992"/>
                        <ns1:pt x="277" y="991"/>
                      </ns1:cubicBezTo>
                      <ns1:cubicBezTo>
                        <ns1:pt x="275" y="989"/>
                        <ns1:pt x="274" y="986"/>
                        <ns1:pt x="274" y="984"/>
                      </ns1:cubicBezTo>
                      <ns1:cubicBezTo>
                        <ns1:pt x="276" y="977"/>
                        <ns1:pt x="280" y="971"/>
                        <ns1:pt x="287" y="967"/>
                      </ns1:cubicBezTo>
                      <ns1:cubicBezTo>
                        <ns1:pt x="288" y="965"/>
                        <ns1:pt x="292" y="966"/>
                        <ns1:pt x="294" y="967"/>
                      </ns1:cubicBezTo>
                      <ns1:cubicBezTo>
                        <ns1:pt x="295" y="968"/>
                        <ns1:pt x="295" y="971"/>
                        <ns1:pt x="296" y="973"/>
                      </ns1:cubicBezTo>
                      <ns1:cubicBezTo>
                        <ns1:pt x="296" y="974"/>
                        <ns1:pt x="295" y="975"/>
                        <ns1:pt x="295" y="977"/>
                      </ns1:cubicBezTo>
                      <ns1:cubicBezTo>
                        <ns1:pt x="297" y="978"/>
                        <ns1:pt x="299" y="979"/>
                        <ns1:pt x="301" y="981"/>
                      </ns1:cubicBezTo>
                      <ns1:cubicBezTo>
                        <ns1:pt x="306" y="974"/>
                        <ns1:pt x="305" y="968"/>
                        <ns1:pt x="300" y="963"/>
                      </ns1:cubicBezTo>
                      <ns1:cubicBezTo>
                        <ns1:pt x="294" y="958"/>
                        <ns1:pt x="288" y="956"/>
                        <ns1:pt x="281" y="960"/>
                      </ns1:cubicBezTo>
                      <ns1:cubicBezTo>
                        <ns1:pt x="274" y="965"/>
                        <ns1:pt x="269" y="972"/>
                        <ns1:pt x="267" y="981"/>
                      </ns1:cubicBezTo>
                      <ns1:cubicBezTo>
                        <ns1:pt x="265" y="988"/>
                        <ns1:pt x="269" y="994"/>
                        <ns1:pt x="277" y="998"/>
                      </ns1:cubicBezTo>
                      <ns1:cubicBezTo>
                        <ns1:pt x="283" y="1001"/>
                        <ns1:pt x="288" y="999"/>
                        <ns1:pt x="293" y="993"/>
                      </ns1:cubicBezTo>
                      <ns1:cubicBezTo>
                        <ns1:pt x="291" y="991"/>
                        <ns1:pt x="289" y="990"/>
                        <ns1:pt x="287" y="988"/>
                      </ns1:cubicBezTo>
                      <ns1:close/>
                      <ns1:moveTo>
                        <ns1:pt x="1075" y="605"/>
                      </ns1:moveTo>
                      <ns1:cubicBezTo>
                        <ns1:pt x="1063" y="608"/>
                        <ns1:pt x="1052" y="610"/>
                        <ns1:pt x="1041" y="613"/>
                      </ns1:cubicBezTo>
                      <ns1:cubicBezTo>
                        <ns1:pt x="1041" y="616"/>
                        <ns1:pt x="1041" y="618"/>
                        <ns1:pt x="1041" y="621"/>
                      </ns1:cubicBezTo>
                      <ns1:cubicBezTo>
                        <ns1:pt x="1053" y="618"/>
                        <ns1:pt x="1064" y="615"/>
                        <ns1:pt x="1075" y="612"/>
                      </ns1:cubicBezTo>
                      <ns1:cubicBezTo>
                        <ns1:pt x="1083" y="610"/>
                        <ns1:pt x="1083" y="610"/>
                        <ns1:pt x="1083" y="602"/>
                      </ns1:cubicBezTo>
                      <ns1:cubicBezTo>
                        <ns1:pt x="1070" y="597"/>
                        <ns1:pt x="1057" y="591"/>
                        <ns1:pt x="1043" y="586"/>
                      </ns1:cubicBezTo>
                      <ns1:cubicBezTo>
                        <ns1:pt x="1043" y="593"/>
                        <ns1:pt x="1042" y="593"/>
                        <ns1:pt x="1049" y="596"/>
                      </ns1:cubicBezTo>
                      <ns1:cubicBezTo>
                        <ns1:pt x="1057" y="599"/>
                        <ns1:pt x="1065" y="602"/>
                        <ns1:pt x="1075" y="605"/>
                      </ns1:cubicBezTo>
                      <ns1:close/>
                      <ns1:moveTo>
                        <ns1:pt x="103" y="677"/>
                      </ns1:moveTo>
                      <ns1:cubicBezTo>
                        <ns1:pt x="89" y="681"/>
                        <ns1:pt x="76" y="684"/>
                        <ns1:pt x="63" y="688"/>
                      </ns1:cubicBezTo>
                      <ns1:cubicBezTo>
                        <ns1:pt x="64" y="690"/>
                        <ns1:pt x="64" y="693"/>
                        <ns1:pt x="65" y="695"/>
                      </ns1:cubicBezTo>
                      <ns1:cubicBezTo>
                        <ns1:pt x="71" y="694"/>
                        <ns1:pt x="76" y="692"/>
                        <ns1:pt x="82" y="691"/>
                      </ns1:cubicBezTo>
                      <ns1:cubicBezTo>
                        <ns1:pt x="83" y="696"/>
                        <ns1:pt x="84" y="700"/>
                        <ns1:pt x="86" y="705"/>
                      </ns1:cubicBezTo>
                      <ns1:cubicBezTo>
                        <ns1:pt x="88" y="705"/>
                        <ns1:pt x="90" y="704"/>
                        <ns1:pt x="92" y="704"/>
                      </ns1:cubicBezTo>
                      <ns1:cubicBezTo>
                        <ns1:pt x="91" y="699"/>
                        <ns1:pt x="90" y="694"/>
                        <ns1:pt x="89" y="689"/>
                      </ns1:cubicBezTo>
                      <ns1:cubicBezTo>
                        <ns1:pt x="92" y="688"/>
                        <ns1:pt x="95" y="688"/>
                        <ns1:pt x="98" y="687"/>
                      </ns1:cubicBezTo>
                      <ns1:cubicBezTo>
                        <ns1:pt x="99" y="692"/>
                        <ns1:pt x="101" y="697"/>
                        <ns1:pt x="102" y="702"/>
                      </ns1:cubicBezTo>
                      <ns1:cubicBezTo>
                        <ns1:pt x="105" y="701"/>
                        <ns1:pt x="106" y="701"/>
                        <ns1:pt x="109" y="700"/>
                      </ns1:cubicBezTo>
                      <ns1:cubicBezTo>
                        <ns1:pt x="107" y="693"/>
                        <ns1:pt x="105" y="685"/>
                        <ns1:pt x="103" y="677"/>
                      </ns1:cubicBezTo>
                      <ns1:close/>
                      <ns1:moveTo>
                        <ns1:pt x="1027" y="444"/>
                      </ns1:moveTo>
                      <ns1:cubicBezTo>
                        <ns1:pt x="1039" y="437"/>
                        <ns1:pt x="1047" y="423"/>
                        <ns1:pt x="1063" y="421"/>
                      </ns1:cubicBezTo>
                      <ns1:cubicBezTo>
                        <ns1:pt x="1062" y="418"/>
                        <ns1:pt x="1061" y="416"/>
                        <ns1:pt x="1060" y="413"/>
                      </ns1:cubicBezTo>
                      <ns1:cubicBezTo>
                        <ns1:pt x="1046" y="421"/>
                        <ns1:pt x="1032" y="414"/>
                        <ns1:pt x="1018" y="414"/>
                      </ns1:cubicBezTo>
                      <ns1:cubicBezTo>
                        <ns1:pt x="1019" y="421"/>
                        <ns1:pt x="1019" y="421"/>
                        <ns1:pt x="1025" y="422"/>
                      </ns1:cubicBezTo>
                      <ns1:cubicBezTo>
                        <ns1:pt x="1030" y="422"/>
                        <ns1:pt x="1034" y="423"/>
                        <ns1:pt x="1040" y="423"/>
                      </ns1:cubicBezTo>
                      <ns1:cubicBezTo>
                        <ns1:pt x="1036" y="426"/>
                        <ns1:pt x="1034" y="429"/>
                        <ns1:pt x="1031" y="431"/>
                      </ns1:cubicBezTo>
                      <ns1:cubicBezTo>
                        <ns1:pt x="1024" y="436"/>
                        <ns1:pt x="1024" y="436"/>
                        <ns1:pt x="1027" y="444"/>
                      </ns1:cubicBezTo>
                      <ns1:close/>
                      <ns1:moveTo>
                        <ns1:pt x="555" y="1052"/>
                      </ns1:moveTo>
                      <ns1:cubicBezTo>
                        <ns1:pt x="559" y="1052"/>
                        <ns1:pt x="562" y="1052"/>
                        <ns1:pt x="566" y="1052"/>
                      </ns1:cubicBezTo>
                      <ns1:cubicBezTo>
                        <ns1:pt x="566" y="1050"/>
                        <ns1:pt x="566" y="1048"/>
                        <ns1:pt x="566" y="1045"/>
                      </ns1:cubicBezTo>
                      <ns1:cubicBezTo>
                        <ns1:pt x="556" y="1045"/>
                        <ns1:pt x="546" y="1045"/>
                        <ns1:pt x="536" y="1045"/>
                      </ns1:cubicBezTo>
                      <ns1:cubicBezTo>
                        <ns1:pt x="536" y="1047"/>
                        <ns1:pt x="536" y="1049"/>
                        <ns1:pt x="536" y="1052"/>
                      </ns1:cubicBezTo>
                      <ns1:cubicBezTo>
                        <ns1:pt x="540" y="1052"/>
                        <ns1:pt x="543" y="1052"/>
                        <ns1:pt x="546" y="1052"/>
                      </ns1:cubicBezTo>
                      <ns1:cubicBezTo>
                        <ns1:pt x="546" y="1064"/>
                        <ns1:pt x="546" y="1075"/>
                        <ns1:pt x="546" y="1086"/>
                      </ns1:cubicBezTo>
                      <ns1:cubicBezTo>
                        <ns1:pt x="549" y="1086"/>
                        <ns1:pt x="551" y="1086"/>
                        <ns1:pt x="555" y="1086"/>
                      </ns1:cubicBezTo>
                      <ns1:cubicBezTo>
                        <ns1:pt x="555" y="1075"/>
                        <ns1:pt x="555" y="1064"/>
                        <ns1:pt x="555" y="1052"/>
                      </ns1:cubicBezTo>
                      <ns1:close/>
                      <ns1:moveTo>
                        <ns1:pt x="1038" y="463"/>
                      </ns1:moveTo>
                      <ns1:cubicBezTo>
                        <ns1:pt x="1050" y="460"/>
                        <ns1:pt x="1061" y="457"/>
                        <ns1:pt x="1072" y="455"/>
                      </ns1:cubicBezTo>
                      <ns1:cubicBezTo>
                        <ns1:pt x="1071" y="452"/>
                        <ns1:pt x="1070" y="450"/>
                        <ns1:pt x="1070" y="447"/>
                      </ns1:cubicBezTo>
                      <ns1:cubicBezTo>
                        <ns1:pt x="1058" y="450"/>
                        <ns1:pt x="1048" y="452"/>
                        <ns1:pt x="1037" y="455"/>
                      </ns1:cubicBezTo>
                      <ns1:cubicBezTo>
                        <ns1:pt x="1036" y="451"/>
                        <ns1:pt x="1035" y="448"/>
                        <ns1:pt x="1034" y="444"/>
                      </ns1:cubicBezTo>
                      <ns1:cubicBezTo>
                        <ns1:pt x="1032" y="445"/>
                        <ns1:pt x="1030" y="445"/>
                        <ns1:pt x="1027" y="446"/>
                      </ns1:cubicBezTo>
                      <ns1:cubicBezTo>
                        <ns1:pt x="1030" y="456"/>
                        <ns1:pt x="1032" y="465"/>
                        <ns1:pt x="1034" y="475"/>
                      </ns1:cubicBezTo>
                      <ns1:cubicBezTo>
                        <ns1:pt x="1037" y="474"/>
                        <ns1:pt x="1038" y="474"/>
                        <ns1:pt x="1041" y="473"/>
                      </ns1:cubicBezTo>
                      <ns1:cubicBezTo>
                        <ns1:pt x="1040" y="470"/>
                        <ns1:pt x="1039" y="466"/>
                        <ns1:pt x="1038" y="463"/>
                      </ns1:cubicBezTo>
                      <ns1:close/>
                      <ns1:moveTo>
                        <ns1:pt x="783" y="1040"/>
                      </ns1:moveTo>
                      <ns1:cubicBezTo>
                        <ns1:pt x="778" y="1029"/>
                        <ns1:pt x="773" y="1019"/>
                        <ns1:pt x="769" y="1009"/>
                      </ns1:cubicBezTo>
                      <ns1:cubicBezTo>
                        <ns1:pt x="772" y="1007"/>
                        <ns1:pt x="775" y="1005"/>
                        <ns1:pt x="779" y="1004"/>
                      </ns1:cubicBezTo>
                      <ns1:cubicBezTo>
                        <ns1:pt x="778" y="1002"/>
                        <ns1:pt x="777" y="1000"/>
                        <ns1:pt x="776" y="998"/>
                      </ns1:cubicBezTo>
                      <ns1:cubicBezTo>
                        <ns1:pt x="766" y="1002"/>
                        <ns1:pt x="758" y="1006"/>
                        <ns1:pt x="749" y="1010"/>
                      </ns1:cubicBezTo>
                      <ns1:cubicBezTo>
                        <ns1:pt x="750" y="1012"/>
                        <ns1:pt x="750" y="1014"/>
                        <ns1:pt x="751" y="1016"/>
                      </ns1:cubicBezTo>
                      <ns1:cubicBezTo>
                        <ns1:pt x="755" y="1015"/>
                        <ns1:pt x="758" y="1013"/>
                        <ns1:pt x="761" y="1012"/>
                      </ns1:cubicBezTo>
                      <ns1:cubicBezTo>
                        <ns1:pt x="766" y="1022"/>
                        <ns1:pt x="771" y="1032"/>
                        <ns1:pt x="775" y="1043"/>
                      </ns1:cubicBezTo>
                      <ns1:cubicBezTo>
                        <ns1:pt x="778" y="1042"/>
                        <ns1:pt x="780" y="1041"/>
                        <ns1:pt x="783" y="1040"/>
                      </ns1:cubicBezTo>
                      <ns1:close/>
                      <ns1:moveTo>
                        <ns1:pt x="271" y="943"/>
                      </ns1:moveTo>
                      <ns1:cubicBezTo>
                        <ns1:pt x="264" y="937"/>
                        <ns1:pt x="256" y="930"/>
                        <ns1:pt x="249" y="924"/>
                      </ns1:cubicBezTo>
                      <ns1:cubicBezTo>
                        <ns1:pt x="247" y="926"/>
                        <ns1:pt x="246" y="927"/>
                        <ns1:pt x="244" y="929"/>
                      </ns1:cubicBezTo>
                      <ns1:cubicBezTo>
                        <ns1:pt x="247" y="932"/>
                        <ns1:pt x="250" y="934"/>
                        <ns1:pt x="252" y="936"/>
                      </ns1:cubicBezTo>
                      <ns1:cubicBezTo>
                        <ns1:pt x="249" y="941"/>
                        <ns1:pt x="245" y="945"/>
                        <ns1:pt x="242" y="949"/>
                      </ns1:cubicBezTo>
                      <ns1:cubicBezTo>
                        <ns1:pt x="238" y="954"/>
                        <ns1:pt x="234" y="958"/>
                        <ns1:pt x="231" y="962"/>
                      </ns1:cubicBezTo>
                      <ns1:cubicBezTo>
                        <ns1:pt x="233" y="964"/>
                        <ns1:pt x="234" y="966"/>
                        <ns1:pt x="237" y="967"/>
                      </ns1:cubicBezTo>
                      <ns1:cubicBezTo>
                        <ns1:pt x="240" y="963"/>
                        <ns1:pt x="244" y="959"/>
                        <ns1:pt x="248" y="954"/>
                      </ns1:cubicBezTo>
                      <ns1:cubicBezTo>
                        <ns1:pt x="251" y="950"/>
                        <ns1:pt x="255" y="946"/>
                        <ns1:pt x="259" y="941"/>
                      </ns1:cubicBezTo>
                      <ns1:cubicBezTo>
                        <ns1:pt x="262" y="944"/>
                        <ns1:pt x="264" y="946"/>
                        <ns1:pt x="267" y="948"/>
                      </ns1:cubicBezTo>
                      <ns1:cubicBezTo>
                        <ns1:pt x="268" y="947"/>
                        <ns1:pt x="270" y="945"/>
                        <ns1:pt x="271" y="943"/>
                      </ns1:cubicBezTo>
                      <ns1:close/>
                      <ns1:moveTo>
                        <ns1:pt x="968" y="876"/>
                      </ns1:moveTo>
                      <ns1:cubicBezTo>
                        <ns1:pt x="974" y="881"/>
                        <ns1:pt x="980" y="881"/>
                        <ns1:pt x="984" y="876"/>
                      </ns1:cubicBezTo>
                      <ns1:cubicBezTo>
                        <ns1:pt x="990" y="870"/>
                        <ns1:pt x="990" y="863"/>
                        <ns1:pt x="984" y="858"/>
                      </ns1:cubicBezTo>
                      <ns1:cubicBezTo>
                        <ns1:pt x="976" y="852"/>
                        <ns1:pt x="968" y="846"/>
                        <ns1:pt x="959" y="840"/>
                      </ns1:cubicBezTo>
                      <ns1:cubicBezTo>
                        <ns1:pt x="958" y="842"/>
                        <ns1:pt x="956" y="844"/>
                        <ns1:pt x="955" y="846"/>
                      </ns1:cubicBezTo>
                      <ns1:cubicBezTo>
                        <ns1:pt x="962" y="852"/>
                        <ns1:pt x="969" y="857"/>
                        <ns1:pt x="977" y="862"/>
                      </ns1:cubicBezTo>
                      <ns1:cubicBezTo>
                        <ns1:pt x="979" y="864"/>
                        <ns1:pt x="983" y="867"/>
                        <ns1:pt x="980" y="871"/>
                      </ns1:cubicBezTo>
                      <ns1:cubicBezTo>
                        <ns1:pt x="978" y="874"/>
                        <ns1:pt x="975" y="871"/>
                        <ns1:pt x="972" y="870"/>
                      </ns1:cubicBezTo>
                      <ns1:cubicBezTo>
                        <ns1:pt x="972" y="870"/>
                        <ns1:pt x="972" y="870"/>
                        <ns1:pt x="971" y="871"/>
                      </ns1:cubicBezTo>
                      <ns1:cubicBezTo>
                        <ns1:pt x="970" y="872"/>
                        <ns1:pt x="969" y="874"/>
                        <ns1:pt x="968" y="876"/>
                      </ns1:cubicBezTo>
                      <ns1:close/>
                      <ns1:moveTo>
                        <ns1:pt x="58" y="608"/>
                      </ns1:moveTo>
                      <ns1:cubicBezTo>
                        <ns1:pt x="69" y="607"/>
                        <ns1:pt x="80" y="606"/>
                        <ns1:pt x="92" y="605"/>
                      </ns1:cubicBezTo>
                      <ns1:cubicBezTo>
                        <ns1:pt x="92" y="603"/>
                        <ns1:pt x="91" y="600"/>
                        <ns1:pt x="91" y="598"/>
                      </ns1:cubicBezTo>
                      <ns1:cubicBezTo>
                        <ns1:pt x="77" y="599"/>
                        <ns1:pt x="64" y="600"/>
                        <ns1:pt x="50" y="601"/>
                      </ns1:cubicBezTo>
                      <ns1:cubicBezTo>
                        <ns1:pt x="51" y="609"/>
                        <ns1:pt x="52" y="617"/>
                        <ns1:pt x="52" y="625"/>
                      </ns1:cubicBezTo>
                      <ns1:cubicBezTo>
                        <ns1:pt x="55" y="625"/>
                        <ns1:pt x="57" y="624"/>
                        <ns1:pt x="59" y="624"/>
                      </ns1:cubicBezTo>
                      <ns1:cubicBezTo>
                        <ns1:pt x="59" y="619"/>
                        <ns1:pt x="58" y="614"/>
                        <ns1:pt x="58" y="608"/>
                      </ns1:cubicBezTo>
                      <ns1:close/>
                      <ns1:moveTo>
                        <ns1:pt x="1075" y="470"/>
                      </ns1:moveTo>
                      <ns1:cubicBezTo>
                        <ns1:pt x="1061" y="473"/>
                        <ns1:pt x="1048" y="476"/>
                        <ns1:pt x="1034" y="478"/>
                      </ns1:cubicBezTo>
                      <ns1:cubicBezTo>
                        <ns1:pt x="1035" y="481"/>
                        <ns1:pt x="1036" y="483"/>
                        <ns1:pt x="1036" y="486"/>
                      </ns1:cubicBezTo>
                      <ns1:cubicBezTo>
                        <ns1:pt x="1050" y="483"/>
                        <ns1:pt x="1063" y="481"/>
                        <ns1:pt x="1076" y="478"/>
                      </ns1:cubicBezTo>
                      <ns1:cubicBezTo>
                        <ns1:pt x="1076" y="476"/>
                        <ns1:pt x="1075" y="473"/>
                        <ns1:pt x="1075" y="470"/>
                      </ns1:cubicBezTo>
                      <ns1:close/>
                      <ns1:moveTo>
                        <ns1:pt x="1040" y="624"/>
                      </ns1:moveTo>
                      <ns1:cubicBezTo>
                        <ns1:pt x="1040" y="627"/>
                        <ns1:pt x="1040" y="630"/>
                        <ns1:pt x="1039" y="632"/>
                      </ns1:cubicBezTo>
                      <ns1:cubicBezTo>
                        <ns1:pt x="1053" y="634"/>
                        <ns1:pt x="1066" y="635"/>
                        <ns1:pt x="1080" y="637"/>
                      </ns1:cubicBezTo>
                      <ns1:cubicBezTo>
                        <ns1:pt x="1080" y="634"/>
                        <ns1:pt x="1080" y="632"/>
                        <ns1:pt x="1081" y="629"/>
                      </ns1:cubicBezTo>
                      <ns1:cubicBezTo>
                        <ns1:pt x="1067" y="628"/>
                        <ns1:pt x="1054" y="626"/>
                        <ns1:pt x="1040" y="624"/>
                      </ns1:cubicBezTo>
                      <ns1:close/>
                      <ns1:moveTo>
                        <ns1:pt x="962" y="835"/>
                      </ns1:moveTo>
                      <ns1:cubicBezTo>
                        <ns1:pt x="974" y="843"/>
                        <ns1:pt x="985" y="850"/>
                        <ns1:pt x="997" y="858"/>
                      </ns1:cubicBezTo>
                      <ns1:cubicBezTo>
                        <ns1:pt x="998" y="855"/>
                        <ns1:pt x="999" y="853"/>
                        <ns1:pt x="1001" y="851"/>
                      </ns1:cubicBezTo>
                      <ns1:cubicBezTo>
                        <ns1:pt x="989" y="843"/>
                        <ns1:pt x="978" y="836"/>
                        <ns1:pt x="967" y="828"/>
                      </ns1:cubicBezTo>
                      <ns1:cubicBezTo>
                        <ns1:pt x="965" y="831"/>
                        <ns1:pt x="964" y="833"/>
                        <ns1:pt x="962" y="835"/>
                      </ns1:cubicBezTo>
                      <ns1:close/>
                      <ns1:moveTo>
                        <ns1:pt x="804" y="1029"/>
                      </ns1:moveTo>
                      <ns1:cubicBezTo>
                        <ns1:pt x="798" y="1016"/>
                        <ns1:pt x="792" y="1005"/>
                        <ns1:pt x="786" y="992"/>
                      </ns1:cubicBezTo>
                      <ns1:cubicBezTo>
                        <ns1:pt x="783" y="994"/>
                        <ns1:pt x="781" y="995"/>
                        <ns1:pt x="779" y="996"/>
                      </ns1:cubicBezTo>
                      <ns1:cubicBezTo>
                        <ns1:pt x="785" y="1008"/>
                        <ns1:pt x="791" y="1020"/>
                        <ns1:pt x="797" y="1032"/>
                      </ns1:cubicBezTo>
                      <ns1:cubicBezTo>
                        <ns1:pt x="800" y="1031"/>
                        <ns1:pt x="802" y="1030"/>
                        <ns1:pt x="804" y="1029"/>
                      </ns1:cubicBezTo>
                      <ns1:close/>
                      <ns1:moveTo>
                        <ns1:pt x="274" y="945"/>
                      </ns1:moveTo>
                      <ns1:cubicBezTo>
                        <ns1:pt x="266" y="956"/>
                        <ns1:pt x="257" y="967"/>
                        <ns1:pt x="249" y="978"/>
                      </ns1:cubicBezTo>
                      <ns1:cubicBezTo>
                        <ns1:pt x="251" y="979"/>
                        <ns1:pt x="253" y="981"/>
                        <ns1:pt x="255" y="982"/>
                      </ns1:cubicBezTo>
                      <ns1:cubicBezTo>
                        <ns1:pt x="264" y="971"/>
                        <ns1:pt x="272" y="961"/>
                        <ns1:pt x="280" y="950"/>
                      </ns1:cubicBezTo>
                      <ns1:cubicBezTo>
                        <ns1:pt x="278" y="948"/>
                        <ns1:pt x="276" y="947"/>
                        <ns1:pt x="274" y="945"/>
                      </ns1:cubicBezTo>
                      <ns1:close/>
                      <ns1:moveTo>
                        <ns1:pt x="275" y="177"/>
                      </ns1:moveTo>
                      <ns1:cubicBezTo>
                        <ns1:pt x="277" y="186"/>
                        <ns1:pt x="278" y="194"/>
                        <ns1:pt x="280" y="202"/>
                      </ns1:cubicBezTo>
                      <ns1:cubicBezTo>
                        <ns1:pt x="283" y="202"/>
                        <ns1:pt x="287" y="202"/>
                        <ns1:pt x="290" y="202"/>
                      </ns1:cubicBezTo>
                      <ns1:cubicBezTo>
                        <ns1:pt x="288" y="193"/>
                        <ns1:pt x="286" y="185"/>
                        <ns1:pt x="284" y="176"/>
                      </ns1:cubicBezTo>
                      <ns1:cubicBezTo>
                        <ns1:pt x="281" y="177"/>
                        <ns1:pt x="278" y="177"/>
                        <ns1:pt x="275" y="177"/>
                      </ns1:cubicBezTo>
                      <ns1:close/>
                      <ns1:moveTo>
                        <ns1:pt x="258" y="165"/>
                      </ns1:moveTo>
                      <ns1:cubicBezTo>
                        <ns1:pt x="258" y="169"/>
                        <ns1:pt x="259" y="172"/>
                        <ns1:pt x="259" y="175"/>
                      </ns1:cubicBezTo>
                      <ns1:cubicBezTo>
                        <ns1:pt x="264" y="175"/>
                        <ns1:pt x="269" y="174"/>
                        <ns1:pt x="274" y="174"/>
                      </ns1:cubicBezTo>
                      <ns1:cubicBezTo>
                        <ns1:pt x="274" y="171"/>
                        <ns1:pt x="274" y="168"/>
                        <ns1:pt x="274" y="164"/>
                      </ns1:cubicBezTo>
                      <ns1:cubicBezTo>
                        <ns1:pt x="269" y="164"/>
                        <ns1:pt x="264" y="165"/>
                        <ns1:pt x="258" y="165"/>
                      </ns1:cubicBezTo>
                      <ns1:close/>
                      <ns1:moveTo>
                        <ns1:pt x="185" y="208"/>
                      </ns1:moveTo>
                      <ns1:cubicBezTo>
                        <ns1:pt x="185" y="212"/>
                        <ns1:pt x="185" y="215"/>
                        <ns1:pt x="185" y="218"/>
                      </ns1:cubicBezTo>
                      <ns1:cubicBezTo>
                        <ns1:pt x="190" y="218"/>
                        <ns1:pt x="194" y="218"/>
                        <ns1:pt x="199" y="218"/>
                      </ns1:cubicBezTo>
                      <ns1:cubicBezTo>
                        <ns1:pt x="199" y="214"/>
                        <ns1:pt x="199" y="211"/>
                        <ns1:pt x="199" y="208"/>
                      </ns1:cubicBezTo>
                      <ns1:cubicBezTo>
                        <ns1:pt x="194" y="208"/>
                        <ns1:pt x="190" y="208"/>
                        <ns1:pt x="185" y="208"/>
                      </ns1:cubicBezTo>
                      <ns1:close/>
                      <ns1:moveTo>
                        <ns1:pt x="208" y="233"/>
                      </ns1:moveTo>
                      <ns1:cubicBezTo>
                        <ns1:pt x="208" y="230"/>
                        <ns1:pt x="208" y="227"/>
                        <ns1:pt x="208" y="224"/>
                      </ns1:cubicBezTo>
                      <ns1:cubicBezTo>
                        <ns1:pt x="203" y="224"/>
                        <ns1:pt x="199" y="224"/>
                        <ns1:pt x="194" y="224"/>
                      </ns1:cubicBezTo>
                      <ns1:cubicBezTo>
                        <ns1:pt x="194" y="227"/>
                        <ns1:pt x="194" y="230"/>
                        <ns1:pt x="194" y="233"/>
                      </ns1:cubicBezTo>
                      <ns1:cubicBezTo>
                        <ns1:pt x="199" y="233"/>
                        <ns1:pt x="203" y="233"/>
                        <ns1:pt x="208" y="233"/>
                      </ns1:cubicBezTo>
                      <ns1:close/>
                      <ns1:moveTo>
                        <ns1:pt x="434" y="75"/>
                      </ns1:moveTo>
                      <ns1:cubicBezTo>
                        <ns1:pt x="437" y="73"/>
                        <ns1:pt x="440" y="72"/>
                        <ns1:pt x="443" y="71"/>
                      </ns1:cubicBezTo>
                      <ns1:cubicBezTo>
                        <ns1:pt x="441" y="67"/>
                        <ns1:pt x="440" y="64"/>
                        <ns1:pt x="438" y="60"/>
                      </ns1:cubicBezTo>
                      <ns1:cubicBezTo>
                        <ns1:pt x="434" y="62"/>
                        <ns1:pt x="431" y="63"/>
                        <ns1:pt x="428" y="64"/>
                      </ns1:cubicBezTo>
                      <ns1:cubicBezTo>
                        <ns1:pt x="430" y="68"/>
                        <ns1:pt x="432" y="71"/>
                        <ns1:pt x="434" y="75"/>
                      </ns1:cubicBezTo>
                      <ns1:close/>
                      <ns1:moveTo>
                        <ns1:pt x="856" y="132"/>
                      </ns1:moveTo>
                      <ns1:cubicBezTo>
                        <ns1:pt x="855" y="137"/>
                        <ns1:pt x="853" y="140"/>
                        <ns1:pt x="852" y="144"/>
                      </ns1:cubicBezTo>
                      <ns1:cubicBezTo>
                        <ns1:pt x="855" y="145"/>
                        <ns1:pt x="858" y="147"/>
                        <ns1:pt x="861" y="148"/>
                      </ns1:cubicBezTo>
                      <ns1:cubicBezTo>
                        <ns1:pt x="863" y="144"/>
                        <ns1:pt x="864" y="141"/>
                        <ns1:pt x="866" y="137"/>
                      </ns1:cubicBezTo>
                      <ns1:cubicBezTo>
                        <ns1:pt x="862" y="135"/>
                        <ns1:pt x="859" y="134"/>
                        <ns1:pt x="856" y="132"/>
                      </ns1:cubicBezTo>
                      <ns1:close/>
                      <ns1:moveTo>
                        <ns1:pt x="872" y="976"/>
                      </ns1:moveTo>
                      <ns1:cubicBezTo>
                        <ns1:pt x="875" y="978"/>
                        <ns1:pt x="875" y="984"/>
                        <ns1:pt x="880" y="982"/>
                      </ns1:cubicBezTo>
                      <ns1:cubicBezTo>
                        <ns1:pt x="881" y="984"/>
                        <ns1:pt x="882" y="986"/>
                        <ns1:pt x="882" y="989"/>
                      </ns1:cubicBezTo>
                      <ns1:cubicBezTo>
                        <ns1:pt x="887" y="983"/>
                        <ns1:pt x="885" y="977"/>
                        <ns1:pt x="877" y="972"/>
                      </ns1:cubicBezTo>
                      <ns1:cubicBezTo>
                        <ns1:pt x="875" y="973"/>
                        <ns1:pt x="874" y="974"/>
                        <ns1:pt x="872" y="976"/>
                      </ns1:cubicBezTo>
                      <ns1:close/>
                      <ns1:moveTo>
                        <ns1:pt x="509" y="97"/>
                      </ns1:moveTo>
                      <ns1:cubicBezTo>
                        <ns1:pt x="515" y="96"/>
                        <ns1:pt x="516" y="93"/>
                        <ns1:pt x="511" y="86"/>
                      </ns1:cubicBezTo>
                      <ns1:cubicBezTo>
                        <ns1:pt x="509" y="87"/>
                        <ns1:pt x="508" y="87"/>
                        <ns1:pt x="506" y="88"/>
                      </ns1:cubicBezTo>
                      <ns1:cubicBezTo>
                        <ns1:pt x="507" y="91"/>
                        <ns1:pt x="508" y="94"/>
                        <ns1:pt x="509" y="97"/>
                      </ns1:cubicBezTo>
                      <ns1:close/>
                      <ns1:moveTo>
                        <ns1:pt x="676" y="105"/>
                      </ns1:moveTo>
                      <ns1:cubicBezTo>
                        <ns1:pt x="676" y="102"/>
                        <ns1:pt x="676" y="99"/>
                        <ns1:pt x="676" y="95"/>
                      </ns1:cubicBezTo>
                      <ns1:cubicBezTo>
                        <ns1:pt x="674" y="95"/>
                        <ns1:pt x="673" y="95"/>
                        <ns1:pt x="671" y="95"/>
                      </ns1:cubicBezTo>
                      <ns1:cubicBezTo>
                        <ns1:pt x="670" y="99"/>
                        <ns1:pt x="670" y="102"/>
                        <ns1:pt x="670" y="105"/>
                      </ns1:cubicBezTo>
                      <ns1:cubicBezTo>
                        <ns1:pt x="672" y="105"/>
                        <ns1:pt x="673" y="105"/>
                        <ns1:pt x="676" y="10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85" name="Freeform 9"/>
                <ns0:cNvSpPr/>
                <ns0:nvPr/>
              </ns0:nvSpPr>
              <ns0:spPr bwMode="auto">
                <ns1:xfrm>
                  <ns1:off x="7246938" y="4954588"/>
                  <ns1:ext cx="57150" cy="63500"/>
                </ns1:xfrm>
                <ns1:custGeom>
                  <ns1:avLst/>
                  <ns1:gdLst>
                    <ns1:gd name="T0" fmla="*/ 0 w 15"/>
                    <ns1:gd name="T1" fmla="*/ 4 h 17"/>
                    <ns1:gd name="T2" fmla="*/ 5 w 15"/>
                    <ns1:gd name="T3" fmla="*/ 0 h 17"/>
                    <ns1:gd name="T4" fmla="*/ 10 w 15"/>
                    <ns1:gd name="T5" fmla="*/ 17 h 17"/>
                    <ns1:gd name="T6" fmla="*/ 8 w 15"/>
                    <ns1:gd name="T7" fmla="*/ 10 h 17"/>
                    <ns1:gd name="T8" fmla="*/ 0 w 15"/>
                    <ns1:gd name="T9" fmla="*/ 4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7">
                      <ns1:moveTo>
                        <ns1:pt x="0" y="4"/>
                      </ns1:moveTo>
                      <ns1:cubicBezTo>
                        <ns1:pt x="2" y="2"/>
                        <ns1:pt x="3" y="1"/>
                        <ns1:pt x="5" y="0"/>
                      </ns1:cubicBezTo>
                      <ns1:cubicBezTo>
                        <ns1:pt x="13" y="5"/>
                        <ns1:pt x="15" y="11"/>
                        <ns1:pt x="10" y="17"/>
                      </ns1:cubicBezTo>
                      <ns1:cubicBezTo>
                        <ns1:pt x="10" y="14"/>
                        <ns1:pt x="9" y="12"/>
                        <ns1:pt x="8" y="10"/>
                      </ns1:cubicBezTo>
                      <ns1:cubicBezTo>
                        <ns1:pt x="3" y="12"/>
                        <ns1:pt x="3" y="6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6" name="Freeform 13"/>
                <ns0:cNvSpPr>
                  <ns1:spLocks noEditPoints="1"/>
                </ns0:cNvSpPr>
                <ns0:nvPr/>
              </ns0:nvSpPr>
              <ns0:spPr bwMode="auto">
                <ns1:xfrm>
                  <ns1:off x="4813300" y="2979738"/>
                  <ns1:ext cx="2762250" cy="1547813"/>
                </ns1:xfrm>
                <ns1:custGeom>
                  <ns1:avLst/>
                  <ns1:gdLst>
                    <ns1:gd name="T0" fmla="*/ 571 w 732"/>
                    <ns1:gd name="T1" fmla="*/ 6 h 410"/>
                    <ns1:gd name="T2" fmla="*/ 701 w 732"/>
                    <ns1:gd name="T3" fmla="*/ 59 h 410"/>
                    <ns1:gd name="T4" fmla="*/ 696 w 732"/>
                    <ns1:gd name="T5" fmla="*/ 222 h 410"/>
                    <ns1:gd name="T6" fmla="*/ 426 w 732"/>
                    <ns1:gd name="T7" fmla="*/ 377 h 410"/>
                    <ns1:gd name="T8" fmla="*/ 271 w 732"/>
                    <ns1:gd name="T9" fmla="*/ 410 h 410"/>
                    <ns1:gd name="T10" fmla="*/ 267 w 732"/>
                    <ns1:gd name="T11" fmla="*/ 409 h 410"/>
                    <ns1:gd name="T12" fmla="*/ 410 w 732"/>
                    <ns1:gd name="T13" fmla="*/ 368 h 410"/>
                    <ns1:gd name="T14" fmla="*/ 249 w 732"/>
                    <ns1:gd name="T15" fmla="*/ 394 h 410"/>
                    <ns1:gd name="T16" fmla="*/ 308 w 732"/>
                    <ns1:gd name="T17" fmla="*/ 376 h 410"/>
                    <ns1:gd name="T18" fmla="*/ 305 w 732"/>
                    <ns1:gd name="T19" fmla="*/ 373 h 410"/>
                    <ns1:gd name="T20" fmla="*/ 378 w 732"/>
                    <ns1:gd name="T21" fmla="*/ 349 h 410"/>
                    <ns1:gd name="T22" fmla="*/ 334 w 732"/>
                    <ns1:gd name="T23" fmla="*/ 351 h 410"/>
                    <ns1:gd name="T24" fmla="*/ 340 w 732"/>
                    <ns1:gd name="T25" fmla="*/ 345 h 410"/>
                    <ns1:gd name="T26" fmla="*/ 427 w 732"/>
                    <ns1:gd name="T27" fmla="*/ 317 h 410"/>
                    <ns1:gd name="T28" fmla="*/ 405 w 732"/>
                    <ns1:gd name="T29" fmla="*/ 320 h 410"/>
                    <ns1:gd name="T30" fmla="*/ 268 w 732"/>
                    <ns1:gd name="T31" fmla="*/ 340 h 410"/>
                    <ns1:gd name="T32" fmla="*/ 322 w 732"/>
                    <ns1:gd name="T33" fmla="*/ 321 h 410"/>
                    <ns1:gd name="T34" fmla="*/ 329 w 732"/>
                    <ns1:gd name="T35" fmla="*/ 315 h 410"/>
                    <ns1:gd name="T36" fmla="*/ 214 w 732"/>
                    <ns1:gd name="T37" fmla="*/ 338 h 410"/>
                    <ns1:gd name="T38" fmla="*/ 186 w 732"/>
                    <ns1:gd name="T39" fmla="*/ 339 h 410"/>
                    <ns1:gd name="T40" fmla="*/ 189 w 732"/>
                    <ns1:gd name="T41" fmla="*/ 335 h 410"/>
                    <ns1:gd name="T42" fmla="*/ 141 w 732"/>
                    <ns1:gd name="T43" fmla="*/ 341 h 410"/>
                    <ns1:gd name="T44" fmla="*/ 122 w 732"/>
                    <ns1:gd name="T45" fmla="*/ 345 h 410"/>
                    <ns1:gd name="T46" fmla="*/ 29 w 732"/>
                    <ns1:gd name="T47" fmla="*/ 353 h 410"/>
                    <ns1:gd name="T48" fmla="*/ 30 w 732"/>
                    <ns1:gd name="T49" fmla="*/ 349 h 410"/>
                    <ns1:gd name="T50" fmla="*/ 0 w 732"/>
                    <ns1:gd name="T51" fmla="*/ 349 h 410"/>
                    <ns1:gd name="T52" fmla="*/ 17 w 732"/>
                    <ns1:gd name="T53" fmla="*/ 346 h 410"/>
                    <ns1:gd name="T54" fmla="*/ 462 w 732"/>
                    <ns1:gd name="T55" fmla="*/ 247 h 410"/>
                    <ns1:gd name="T56" fmla="*/ 638 w 732"/>
                    <ns1:gd name="T57" fmla="*/ 127 h 410"/>
                    <ns1:gd name="T58" fmla="*/ 633 w 732"/>
                    <ns1:gd name="T59" fmla="*/ 52 h 410"/>
                    <ns1:gd name="T60" fmla="*/ 522 w 732"/>
                    <ns1:gd name="T61" fmla="*/ 2 h 410"/>
                    <ns1:gd name="T62" fmla="*/ 521 w 732"/>
                    <ns1:gd name="T63" fmla="*/ 0 h 410"/>
                    <ns1:gd name="T64" fmla="*/ 419 w 732"/>
                    <ns1:gd name="T65" fmla="*/ 364 h 410"/>
                    <ns1:gd name="T66" fmla="*/ 417 w 732"/>
                    <ns1:gd name="T67" fmla="*/ 365 h 410"/>
                    <ns1:gd name="T68" fmla="*/ 430 w 732"/>
                    <ns1:gd name="T69" fmla="*/ 315 h 410"/>
                    <ns1:gd name="T70" fmla="*/ 429 w 732"/>
                    <ns1:gd name="T71" fmla="*/ 316 h 4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732" h="410">
                      <ns1:moveTo>
                        <ns1:pt x="521" y="0"/>
                      </ns1:moveTo>
                      <ns1:cubicBezTo>
                        <ns1:pt x="537" y="2"/>
                        <ns1:pt x="554" y="4"/>
                        <ns1:pt x="571" y="6"/>
                      </ns1:cubicBezTo>
                      <ns1:cubicBezTo>
                        <ns1:pt x="601" y="10"/>
                        <ns1:pt x="630" y="17"/>
                        <ns1:pt x="658" y="30"/>
                      </ns1:cubicBezTo>
                      <ns1:cubicBezTo>
                        <ns1:pt x="674" y="37"/>
                        <ns1:pt x="689" y="46"/>
                        <ns1:pt x="701" y="59"/>
                      </ns1:cubicBezTo>
                      <ns1:cubicBezTo>
                        <ns1:pt x="723" y="81"/>
                        <ns1:pt x="732" y="107"/>
                        <ns1:pt x="729" y="138"/>
                      </ns1:cubicBezTo>
                      <ns1:cubicBezTo>
                        <ns1:pt x="726" y="169"/>
                        <ns1:pt x="714" y="196"/>
                        <ns1:pt x="696" y="222"/>
                      </ns1:cubicBezTo>
                      <ns1:cubicBezTo>
                        <ns1:pt x="669" y="260"/>
                        <ns1:pt x="633" y="288"/>
                        <ns1:pt x="592" y="310"/>
                      </ns1:cubicBezTo>
                      <ns1:cubicBezTo>
                        <ns1:pt x="539" y="339"/>
                        <ns1:pt x="484" y="361"/>
                        <ns1:pt x="426" y="377"/>
                      </ns1:cubicBezTo>
                      <ns1:cubicBezTo>
                        <ns1:pt x="380" y="391"/>
                        <ns1:pt x="334" y="400"/>
                        <ns1:pt x="287" y="408"/>
                      </ns1:cubicBezTo>
                      <ns1:cubicBezTo>
                        <ns1:pt x="282" y="409"/>
                        <ns1:pt x="276" y="409"/>
                        <ns1:pt x="271" y="410"/>
                      </ns1:cubicBezTo>
                      <ns1:cubicBezTo>
                        <ns1:pt x="270" y="410"/>
                        <ns1:pt x="269" y="410"/>
                        <ns1:pt x="267" y="410"/>
                      </ns1:cubicBezTo>
                      <ns1:cubicBezTo>
                        <ns1:pt x="267" y="409"/>
                        <ns1:pt x="267" y="409"/>
                        <ns1:pt x="267" y="409"/>
                      </ns1:cubicBezTo>
                      <ns1:cubicBezTo>
                        <ns1:pt x="274" y="406"/>
                        <ns1:pt x="281" y="402"/>
                        <ns1:pt x="289" y="401"/>
                      </ns1:cubicBezTo>
                      <ns1:cubicBezTo>
                        <ns1:pt x="330" y="391"/>
                        <ns1:pt x="371" y="382"/>
                        <ns1:pt x="410" y="368"/>
                      </ns1:cubicBezTo>
                      <ns1:cubicBezTo>
                        <ns1:pt x="412" y="367"/>
                        <ns1:pt x="414" y="366"/>
                        <ns1:pt x="416" y="365"/>
                      </ns1:cubicBezTo>
                      <ns1:cubicBezTo>
                        <ns1:pt x="361" y="377"/>
                        <ns1:pt x="306" y="388"/>
                        <ns1:pt x="249" y="394"/>
                      </ns1:cubicBezTo>
                      <ns1:cubicBezTo>
                        <ns1:pt x="258" y="388"/>
                        <ns1:pt x="268" y="386"/>
                        <ns1:pt x="278" y="383"/>
                      </ns1:cubicBezTo>
                      <ns1:cubicBezTo>
                        <ns1:pt x="287" y="381"/>
                        <ns1:pt x="297" y="379"/>
                        <ns1:pt x="308" y="376"/>
                      </ns1:cubicBezTo>
                      <ns1:cubicBezTo>
                        <ns1:pt x="305" y="375"/>
                        <ns1:pt x="304" y="375"/>
                        <ns1:pt x="301" y="374"/>
                      </ns1:cubicBezTo>
                      <ns1:cubicBezTo>
                        <ns1:pt x="303" y="373"/>
                        <ns1:pt x="304" y="373"/>
                        <ns1:pt x="305" y="373"/>
                      </ns1:cubicBezTo>
                      <ns1:cubicBezTo>
                        <ns1:pt x="328" y="367"/>
                        <ns1:pt x="351" y="361"/>
                        <ns1:pt x="374" y="355"/>
                      </ns1:cubicBezTo>
                      <ns1:cubicBezTo>
                        <ns1:pt x="377" y="354"/>
                        <ns1:pt x="380" y="354"/>
                        <ns1:pt x="378" y="349"/>
                      </ns1:cubicBezTo>
                      <ns1:cubicBezTo>
                        <ns1:pt x="378" y="348"/>
                        <ns1:pt x="381" y="346"/>
                        <ns1:pt x="382" y="344"/>
                      </ns1:cubicBezTo>
                      <ns1:cubicBezTo>
                        <ns1:pt x="366" y="346"/>
                        <ns1:pt x="350" y="348"/>
                        <ns1:pt x="334" y="351"/>
                      </ns1:cubicBezTo>
                      <ns1:cubicBezTo>
                        <ns1:pt x="333" y="350"/>
                        <ns1:pt x="333" y="350"/>
                        <ns1:pt x="333" y="349"/>
                      </ns1:cubicBezTo>
                      <ns1:cubicBezTo>
                        <ns1:pt x="335" y="348"/>
                        <ns1:pt x="338" y="346"/>
                        <ns1:pt x="340" y="345"/>
                      </ns1:cubicBezTo>
                      <ns1:cubicBezTo>
                        <ns1:pt x="367" y="336"/>
                        <ns1:pt x="395" y="328"/>
                        <ns1:pt x="422" y="319"/>
                      </ns1:cubicBezTo>
                      <ns1:cubicBezTo>
                        <ns1:pt x="424" y="318"/>
                        <ns1:pt x="426" y="317"/>
                        <ns1:pt x="427" y="317"/>
                      </ns1:cubicBezTo>
                      <ns1:cubicBezTo>
                        <ns1:pt x="427" y="316"/>
                        <ns1:pt x="427" y="316"/>
                        <ns1:pt x="427" y="315"/>
                      </ns1:cubicBezTo>
                      <ns1:cubicBezTo>
                        <ns1:pt x="420" y="317"/>
                        <ns1:pt x="413" y="319"/>
                        <ns1:pt x="405" y="320"/>
                      </ns1:cubicBezTo>
                      <ns1:cubicBezTo>
                        <ns1:pt x="369" y="327"/>
                        <ns1:pt x="333" y="335"/>
                        <ns1:pt x="297" y="341"/>
                      </ns1:cubicBezTo>
                      <ns1:cubicBezTo>
                        <ns1:pt x="288" y="343"/>
                        <ns1:pt x="279" y="345"/>
                        <ns1:pt x="268" y="340"/>
                      </ns1:cubicBezTo>
                      <ns1:cubicBezTo>
                        <ns1:pt x="271" y="338"/>
                        <ns1:pt x="274" y="336"/>
                        <ns1:pt x="276" y="335"/>
                      </ns1:cubicBezTo>
                      <ns1:cubicBezTo>
                        <ns1:pt x="291" y="330"/>
                        <ns1:pt x="307" y="326"/>
                        <ns1:pt x="322" y="321"/>
                      </ns1:cubicBezTo>
                      <ns1:cubicBezTo>
                        <ns1:pt x="325" y="320"/>
                        <ns1:pt x="327" y="318"/>
                        <ns1:pt x="330" y="316"/>
                      </ns1:cubicBezTo>
                      <ns1:cubicBezTo>
                        <ns1:pt x="330" y="316"/>
                        <ns1:pt x="330" y="315"/>
                        <ns1:pt x="329" y="315"/>
                      </ns1:cubicBezTo>
                      <ns1:cubicBezTo>
                        <ns1:pt x="327" y="315"/>
                        <ns1:pt x="325" y="315"/>
                        <ns1:pt x="322" y="316"/>
                      </ns1:cubicBezTo>
                      <ns1:cubicBezTo>
                        <ns1:pt x="286" y="323"/>
                        <ns1:pt x="250" y="331"/>
                        <ns1:pt x="214" y="338"/>
                      </ns1:cubicBezTo>
                      <ns1:cubicBezTo>
                        <ns1:pt x="209" y="339"/>
                        <ns1:pt x="205" y="340"/>
                        <ns1:pt x="200" y="340"/>
                      </ns1:cubicBezTo>
                      <ns1:cubicBezTo>
                        <ns1:pt x="195" y="341"/>
                        <ns1:pt x="191" y="340"/>
                        <ns1:pt x="186" y="339"/>
                      </ns1:cubicBezTo>
                      <ns1:cubicBezTo>
                        <ns1:pt x="188" y="338"/>
                        <ns1:pt x="189" y="337"/>
                        <ns1:pt x="190" y="336"/>
                      </ns1:cubicBezTo>
                      <ns1:cubicBezTo>
                        <ns1:pt x="189" y="335"/>
                        <ns1:pt x="189" y="335"/>
                        <ns1:pt x="189" y="335"/>
                      </ns1:cubicBezTo>
                      <ns1:cubicBezTo>
                        <ns1:pt x="174" y="337"/>
                        <ns1:pt x="159" y="339"/>
                        <ns1:pt x="145" y="340"/>
                      </ns1:cubicBezTo>
                      <ns1:cubicBezTo>
                        <ns1:pt x="144" y="340"/>
                        <ns1:pt x="142" y="341"/>
                        <ns1:pt x="141" y="341"/>
                      </ns1:cubicBezTo>
                      <ns1:cubicBezTo>
                        <ns1:pt x="135" y="339"/>
                        <ns1:pt x="130" y="340"/>
                        <ns1:pt x="125" y="344"/>
                      </ns1:cubicBezTo>
                      <ns1:cubicBezTo>
                        <ns1:pt x="124" y="345"/>
                        <ns1:pt x="123" y="345"/>
                        <ns1:pt x="122" y="345"/>
                      </ns1:cubicBezTo>
                      <ns1:cubicBezTo>
                        <ns1:pt x="106" y="342"/>
                        <ns1:pt x="90" y="347"/>
                        <ns1:pt x="75" y="348"/>
                      </ns1:cubicBezTo>
                      <ns1:cubicBezTo>
                        <ns1:pt x="59" y="350"/>
                        <ns1:pt x="44" y="351"/>
                        <ns1:pt x="29" y="353"/>
                      </ns1:cubicBezTo>
                      <ns1:cubicBezTo>
                        <ns1:pt x="28" y="353"/>
                        <ns1:pt x="26" y="353"/>
                        <ns1:pt x="25" y="352"/>
                      </ns1:cubicBezTo>
                      <ns1:cubicBezTo>
                        <ns1:pt x="27" y="351"/>
                        <ns1:pt x="29" y="350"/>
                        <ns1:pt x="30" y="349"/>
                      </ns1:cubicBezTo>
                      <ns1:cubicBezTo>
                        <ns1:pt x="30" y="349"/>
                        <ns1:pt x="30" y="349"/>
                        <ns1:pt x="30" y="349"/>
                      </ns1:cubicBezTo>
                      <ns1:cubicBezTo>
                        <ns1:pt x="20" y="349"/>
                        <ns1:pt x="10" y="349"/>
                        <ns1:pt x="0" y="349"/>
                      </ns1:cubicBezTo>
                      <ns1:cubicBezTo>
                        <ns1:pt x="0" y="349"/>
                        <ns1:pt x="0" y="348"/>
                        <ns1:pt x="0" y="348"/>
                      </ns1:cubicBezTo>
                      <ns1:cubicBezTo>
                        <ns1:pt x="6" y="347"/>
                        <ns1:pt x="11" y="347"/>
                        <ns1:pt x="17" y="346"/>
                      </ns1:cubicBezTo>
                      <ns1:cubicBezTo>
                        <ns1:pt x="70" y="338"/>
                        <ns1:pt x="123" y="330"/>
                        <ns1:pt x="176" y="321"/>
                      </ns1:cubicBezTo>
                      <ns1:cubicBezTo>
                        <ns1:pt x="273" y="303"/>
                        <ns1:pt x="369" y="281"/>
                        <ns1:pt x="462" y="247"/>
                      </ns1:cubicBezTo>
                      <ns1:cubicBezTo>
                        <ns1:pt x="508" y="230"/>
                        <ns1:pt x="551" y="209"/>
                        <ns1:pt x="589" y="181"/>
                      </ns1:cubicBezTo>
                      <ns1:cubicBezTo>
                        <ns1:pt x="609" y="166"/>
                        <ns1:pt x="627" y="149"/>
                        <ns1:pt x="638" y="127"/>
                      </ns1:cubicBezTo>
                      <ns1:cubicBezTo>
                        <ns1:pt x="643" y="117"/>
                        <ns1:pt x="647" y="108"/>
                        <ns1:pt x="647" y="97"/>
                      </ns1:cubicBezTo>
                      <ns1:cubicBezTo>
                        <ns1:pt x="648" y="80"/>
                        <ns1:pt x="645" y="65"/>
                        <ns1:pt x="633" y="52"/>
                      </ns1:cubicBezTo>
                      <ns1:cubicBezTo>
                        <ns1:pt x="618" y="35"/>
                        <ns1:pt x="600" y="24"/>
                        <ns1:pt x="579" y="17"/>
                      </ns1:cubicBezTo>
                      <ns1:cubicBezTo>
                        <ns1:pt x="560" y="11"/>
                        <ns1:pt x="541" y="7"/>
                        <ns1:pt x="522" y="2"/>
                      </ns1:cubicBezTo>
                      <ns1:cubicBezTo>
                        <ns1:pt x="522" y="2"/>
                        <ns1:pt x="521" y="2"/>
                        <ns1:pt x="521" y="2"/>
                      </ns1:cubicBezTo>
                      <ns1:cubicBezTo>
                        <ns1:pt x="521" y="1"/>
                        <ns1:pt x="521" y="1"/>
                        <ns1:pt x="521" y="0"/>
                      </ns1:cubicBezTo>
                      <ns1:close/>
                      <ns1:moveTo>
                        <ns1:pt x="419" y="365"/>
                      </ns1:moveTo>
                      <ns1:cubicBezTo>
                        <ns1:pt x="419" y="365"/>
                        <ns1:pt x="419" y="364"/>
                        <ns1:pt x="419" y="364"/>
                      </ns1:cubicBezTo>
                      <ns1:cubicBezTo>
                        <ns1:pt x="418" y="364"/>
                        <ns1:pt x="418" y="364"/>
                        <ns1:pt x="417" y="364"/>
                      </ns1:cubicBezTo>
                      <ns1:cubicBezTo>
                        <ns1:pt x="417" y="365"/>
                        <ns1:pt x="417" y="365"/>
                        <ns1:pt x="417" y="365"/>
                      </ns1:cubicBezTo>
                      <ns1:cubicBezTo>
                        <ns1:pt x="418" y="365"/>
                        <ns1:pt x="418" y="365"/>
                        <ns1:pt x="419" y="365"/>
                      </ns1:cubicBezTo>
                      <ns1:close/>
                      <ns1:moveTo>
                        <ns1:pt x="430" y="315"/>
                      </ns1:moveTo>
                      <ns1:cubicBezTo>
                        <ns1:pt x="429" y="315"/>
                        <ns1:pt x="429" y="315"/>
                        <ns1:pt x="429" y="315"/>
                      </ns1:cubicBezTo>
                      <ns1:cubicBezTo>
                        <ns1:pt x="429" y="315"/>
                        <ns1:pt x="429" y="316"/>
                        <ns1:pt x="429" y="316"/>
                      </ns1:cubicBezTo>
                      <ns1:cubicBezTo>
                        <ns1:pt x="429" y="316"/>
                        <ns1:pt x="429" y="316"/>
                        <ns1:pt x="430" y="3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7" name="Freeform 14"/>
                <ns0:cNvSpPr/>
                <ns0:nvPr/>
              </ns0:nvSpPr>
              <ns0:spPr bwMode="auto">
                <ns1:xfrm>
                  <ns1:off x="4594225" y="2511425"/>
                  <ns1:ext cx="2105025" cy="1303338"/>
                </ns1:xfrm>
                <ns1:custGeom>
                  <ns1:avLst/>
                  <ns1:gdLst>
                    <ns1:gd name="T0" fmla="*/ 558 w 558"/>
                    <ns1:gd name="T1" fmla="*/ 1 h 345"/>
                    <ns1:gd name="T2" fmla="*/ 557 w 558"/>
                    <ns1:gd name="T3" fmla="*/ 5 h 345"/>
                    <ns1:gd name="T4" fmla="*/ 450 w 558"/>
                    <ns1:gd name="T5" fmla="*/ 164 h 345"/>
                    <ns1:gd name="T6" fmla="*/ 275 w 558"/>
                    <ns1:gd name="T7" fmla="*/ 287 h 345"/>
                    <ns1:gd name="T8" fmla="*/ 135 w 558"/>
                    <ns1:gd name="T9" fmla="*/ 336 h 345"/>
                    <ns1:gd name="T10" fmla="*/ 54 w 558"/>
                    <ns1:gd name="T11" fmla="*/ 343 h 345"/>
                    <ns1:gd name="T12" fmla="*/ 26 w 558"/>
                    <ns1:gd name="T13" fmla="*/ 338 h 345"/>
                    <ns1:gd name="T14" fmla="*/ 7 w 558"/>
                    <ns1:gd name="T15" fmla="*/ 293 h 345"/>
                    <ns1:gd name="T16" fmla="*/ 43 w 558"/>
                    <ns1:gd name="T17" fmla="*/ 248 h 345"/>
                    <ns1:gd name="T18" fmla="*/ 146 w 558"/>
                    <ns1:gd name="T19" fmla="*/ 190 h 345"/>
                    <ns1:gd name="T20" fmla="*/ 318 w 558"/>
                    <ns1:gd name="T21" fmla="*/ 140 h 345"/>
                    <ns1:gd name="T22" fmla="*/ 406 w 558"/>
                    <ns1:gd name="T23" fmla="*/ 126 h 345"/>
                    <ns1:gd name="T24" fmla="*/ 413 w 558"/>
                    <ns1:gd name="T25" fmla="*/ 127 h 345"/>
                    <ns1:gd name="T26" fmla="*/ 385 w 558"/>
                    <ns1:gd name="T27" fmla="*/ 133 h 345"/>
                    <ns1:gd name="T28" fmla="*/ 225 w 558"/>
                    <ns1:gd name="T29" fmla="*/ 185 h 345"/>
                    <ns1:gd name="T30" fmla="*/ 153 w 558"/>
                    <ns1:gd name="T31" fmla="*/ 230 h 345"/>
                    <ns1:gd name="T32" fmla="*/ 141 w 558"/>
                    <ns1:gd name="T33" fmla="*/ 244 h 345"/>
                    <ns1:gd name="T34" fmla="*/ 148 w 558"/>
                    <ns1:gd name="T35" fmla="*/ 260 h 345"/>
                    <ns1:gd name="T36" fmla="*/ 185 w 558"/>
                    <ns1:gd name="T37" fmla="*/ 258 h 345"/>
                    <ns1:gd name="T38" fmla="*/ 294 w 558"/>
                    <ns1:gd name="T39" fmla="*/ 219 h 345"/>
                    <ns1:gd name="T40" fmla="*/ 529 w 558"/>
                    <ns1:gd name="T41" fmla="*/ 39 h 345"/>
                    <ns1:gd name="T42" fmla="*/ 555 w 558"/>
                    <ns1:gd name="T43" fmla="*/ 4 h 345"/>
                    <ns1:gd name="T44" fmla="*/ 557 w 558"/>
                    <ns1:gd name="T45" fmla="*/ 0 h 345"/>
                    <ns1:gd name="T46" fmla="*/ 558 w 558"/>
                    <ns1:gd name="T47" fmla="*/ 1 h 34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</ns1:cxnLst>
                  <ns1:rect l="0" t="0" r="r" b="b"/>
                  <ns1:pathLst>
                    <ns1:path w="558" h="345">
                      <ns1:moveTo>
                        <ns1:pt x="558" y="1"/>
                      </ns1:moveTo>
                      <ns1:cubicBezTo>
                        <ns1:pt x="558" y="2"/>
                        <ns1:pt x="557" y="4"/>
                        <ns1:pt x="557" y="5"/>
                      </ns1:cubicBezTo>
                      <ns1:cubicBezTo>
                        <ns1:pt x="531" y="64"/>
                        <ns1:pt x="495" y="118"/>
                        <ns1:pt x="450" y="164"/>
                      </ns1:cubicBezTo>
                      <ns1:cubicBezTo>
                        <ns1:pt x="399" y="216"/>
                        <ns1:pt x="341" y="257"/>
                        <ns1:pt x="275" y="287"/>
                      </ns1:cubicBezTo>
                      <ns1:cubicBezTo>
                        <ns1:pt x="230" y="309"/>
                        <ns1:pt x="184" y="326"/>
                        <ns1:pt x="135" y="336"/>
                      </ns1:cubicBezTo>
                      <ns1:cubicBezTo>
                        <ns1:pt x="108" y="341"/>
                        <ns1:pt x="82" y="345"/>
                        <ns1:pt x="54" y="343"/>
                      </ns1:cubicBezTo>
                      <ns1:cubicBezTo>
                        <ns1:pt x="45" y="342"/>
                        <ns1:pt x="35" y="341"/>
                        <ns1:pt x="26" y="338"/>
                      </ns1:cubicBezTo>
                      <ns1:cubicBezTo>
                        <ns1:pt x="0" y="330"/>
                        <ns1:pt x="0" y="309"/>
                        <ns1:pt x="7" y="293"/>
                      </ns1:cubicBezTo>
                      <ns1:cubicBezTo>
                        <ns1:pt x="14" y="275"/>
                        <ns1:pt x="28" y="261"/>
                        <ns1:pt x="43" y="248"/>
                      </ns1:cubicBezTo>
                      <ns1:cubicBezTo>
                        <ns1:pt x="74" y="223"/>
                        <ns1:pt x="109" y="205"/>
                        <ns1:pt x="146" y="190"/>
                      </ns1:cubicBezTo>
                      <ns1:cubicBezTo>
                        <ns1:pt x="202" y="167"/>
                        <ns1:pt x="259" y="151"/>
                        <ns1:pt x="318" y="140"/>
                      </ns1:cubicBezTo>
                      <ns1:cubicBezTo>
                        <ns1:pt x="347" y="134"/>
                        <ns1:pt x="377" y="131"/>
                        <ns1:pt x="406" y="126"/>
                      </ns1:cubicBezTo>
                      <ns1:cubicBezTo>
                        <ns1:pt x="408" y="126"/>
                        <ns1:pt x="410" y="126"/>
                        <ns1:pt x="413" y="127"/>
                      </ns1:cubicBezTo>
                      <ns1:cubicBezTo>
                        <ns1:pt x="404" y="129"/>
                        <ns1:pt x="394" y="131"/>
                        <ns1:pt x="385" y="133"/>
                      </ns1:cubicBezTo>
                      <ns1:cubicBezTo>
                        <ns1:pt x="330" y="145"/>
                        <ns1:pt x="276" y="161"/>
                        <ns1:pt x="225" y="185"/>
                      </ns1:cubicBezTo>
                      <ns1:cubicBezTo>
                        <ns1:pt x="199" y="197"/>
                        <ns1:pt x="174" y="211"/>
                        <ns1:pt x="153" y="230"/>
                      </ns1:cubicBezTo>
                      <ns1:cubicBezTo>
                        <ns1:pt x="148" y="234"/>
                        <ns1:pt x="144" y="239"/>
                        <ns1:pt x="141" y="244"/>
                      </ns1:cubicBezTo>
                      <ns1:cubicBezTo>
                        <ns1:pt x="136" y="252"/>
                        <ns1:pt x="139" y="258"/>
                        <ns1:pt x="148" y="260"/>
                      </ns1:cubicBezTo>
                      <ns1:cubicBezTo>
                        <ns1:pt x="160" y="262"/>
                        <ns1:pt x="173" y="261"/>
                        <ns1:pt x="185" y="258"/>
                      </ns1:cubicBezTo>
                      <ns1:cubicBezTo>
                        <ns1:pt x="223" y="250"/>
                        <ns1:pt x="259" y="235"/>
                        <ns1:pt x="294" y="219"/>
                      </ns1:cubicBezTo>
                      <ns1:cubicBezTo>
                        <ns1:pt x="386" y="177"/>
                        <ns1:pt x="464" y="117"/>
                        <ns1:pt x="529" y="39"/>
                      </ns1:cubicBezTo>
                      <ns1:cubicBezTo>
                        <ns1:pt x="538" y="28"/>
                        <ns1:pt x="546" y="16"/>
                        <ns1:pt x="555" y="4"/>
                      </ns1:cubicBezTo>
                      <ns1:cubicBezTo>
                        <ns1:pt x="556" y="3"/>
                        <ns1:pt x="557" y="2"/>
                        <ns1:pt x="557" y="0"/>
                      </ns1:cubicBezTo>
                      <ns1:cubicBezTo>
                        <ns1:pt x="558" y="1"/>
                        <ns1:pt x="558" y="1"/>
                        <ns1:pt x="558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8" name="Freeform 15"/>
                <ns0:cNvSpPr/>
                <ns0:nvPr/>
              </ns0:nvSpPr>
              <ns0:spPr bwMode="auto">
                <ns1:xfrm>
                  <ns1:off x="4706938" y="2587625"/>
                  <ns1:ext cx="1762125" cy="627063"/>
                </ns1:xfrm>
                <ns1:custGeom>
                  <ns1:avLst/>
                  <ns1:gdLst>
                    <ns1:gd name="T0" fmla="*/ 300 w 467"/>
                    <ns1:gd name="T1" fmla="*/ 99 h 166"/>
                    <ns1:gd name="T2" fmla="*/ 318 w 467"/>
                    <ns1:gd name="T3" fmla="*/ 44 h 166"/>
                    <ns1:gd name="T4" fmla="*/ 366 w 467"/>
                    <ns1:gd name="T5" fmla="*/ 2 h 166"/>
                    <ns1:gd name="T6" fmla="*/ 425 w 467"/>
                    <ns1:gd name="T7" fmla="*/ 10 h 166"/>
                    <ns1:gd name="T8" fmla="*/ 454 w 467"/>
                    <ns1:gd name="T9" fmla="*/ 23 h 166"/>
                    <ns1:gd name="T10" fmla="*/ 467 w 467"/>
                    <ns1:gd name="T11" fmla="*/ 34 h 166"/>
                    <ns1:gd name="T12" fmla="*/ 459 w 467"/>
                    <ns1:gd name="T13" fmla="*/ 38 h 166"/>
                    <ns1:gd name="T14" fmla="*/ 419 w 467"/>
                    <ns1:gd name="T15" fmla="*/ 57 h 166"/>
                    <ns1:gd name="T16" fmla="*/ 417 w 467"/>
                    <ns1:gd name="T17" fmla="*/ 62 h 166"/>
                    <ns1:gd name="T18" fmla="*/ 424 w 467"/>
                    <ns1:gd name="T19" fmla="*/ 80 h 166"/>
                    <ns1:gd name="T20" fmla="*/ 422 w 467"/>
                    <ns1:gd name="T21" fmla="*/ 88 h 166"/>
                    <ns1:gd name="T22" fmla="*/ 413 w 467"/>
                    <ns1:gd name="T23" fmla="*/ 96 h 166"/>
                    <ns1:gd name="T24" fmla="*/ 408 w 467"/>
                    <ns1:gd name="T25" fmla="*/ 97 h 166"/>
                    <ns1:gd name="T26" fmla="*/ 352 w 467"/>
                    <ns1:gd name="T27" fmla="*/ 102 h 166"/>
                    <ns1:gd name="T28" fmla="*/ 243 w 467"/>
                    <ns1:gd name="T29" fmla="*/ 122 h 166"/>
                    <ns1:gd name="T30" fmla="*/ 176 w 467"/>
                    <ns1:gd name="T31" fmla="*/ 141 h 166"/>
                    <ns1:gd name="T32" fmla="*/ 110 w 467"/>
                    <ns1:gd name="T33" fmla="*/ 164 h 166"/>
                    <ns1:gd name="T34" fmla="*/ 97 w 467"/>
                    <ns1:gd name="T35" fmla="*/ 161 h 166"/>
                    <ns1:gd name="T36" fmla="*/ 66 w 467"/>
                    <ns1:gd name="T37" fmla="*/ 127 h 166"/>
                    <ns1:gd name="T38" fmla="*/ 64 w 467"/>
                    <ns1:gd name="T39" fmla="*/ 115 h 166"/>
                    <ns1:gd name="T40" fmla="*/ 78 w 467"/>
                    <ns1:gd name="T41" fmla="*/ 109 h 166"/>
                    <ns1:gd name="T42" fmla="*/ 130 w 467"/>
                    <ns1:gd name="T43" fmla="*/ 109 h 166"/>
                    <ns1:gd name="T44" fmla="*/ 139 w 467"/>
                    <ns1:gd name="T45" fmla="*/ 109 h 166"/>
                    <ns1:gd name="T46" fmla="*/ 146 w 467"/>
                    <ns1:gd name="T47" fmla="*/ 100 h 166"/>
                    <ns1:gd name="T48" fmla="*/ 125 w 467"/>
                    <ns1:gd name="T49" fmla="*/ 81 h 166"/>
                    <ns1:gd name="T50" fmla="*/ 68 w 467"/>
                    <ns1:gd name="T51" fmla="*/ 81 h 166"/>
                    <ns1:gd name="T52" fmla="*/ 41 w 467"/>
                    <ns1:gd name="T53" fmla="*/ 73 h 166"/>
                    <ns1:gd name="T54" fmla="*/ 32 w 467"/>
                    <ns1:gd name="T55" fmla="*/ 65 h 166"/>
                    <ns1:gd name="T56" fmla="*/ 4 w 467"/>
                    <ns1:gd name="T57" fmla="*/ 34 h 166"/>
                    <ns1:gd name="T58" fmla="*/ 2 w 467"/>
                    <ns1:gd name="T59" fmla="*/ 25 h 166"/>
                    <ns1:gd name="T60" fmla="*/ 9 w 467"/>
                    <ns1:gd name="T61" fmla="*/ 20 h 166"/>
                    <ns1:gd name="T62" fmla="*/ 13 w 467"/>
                    <ns1:gd name="T63" fmla="*/ 20 h 166"/>
                    <ns1:gd name="T64" fmla="*/ 219 w 467"/>
                    <ns1:gd name="T65" fmla="*/ 20 h 166"/>
                    <ns1:gd name="T66" fmla="*/ 265 w 467"/>
                    <ns1:gd name="T67" fmla="*/ 45 h 166"/>
                    <ns1:gd name="T68" fmla="*/ 298 w 467"/>
                    <ns1:gd name="T69" fmla="*/ 96 h 166"/>
                    <ns1:gd name="T70" fmla="*/ 300 w 467"/>
                    <ns1:gd name="T71" fmla="*/ 99 h 1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467" h="166">
                      <ns1:moveTo>
                        <ns1:pt x="300" y="99"/>
                      </ns1:moveTo>
                      <ns1:cubicBezTo>
                        <ns1:pt x="306" y="80"/>
                        <ns1:pt x="312" y="62"/>
                        <ns1:pt x="318" y="44"/>
                      </ns1:cubicBezTo>
                      <ns1:cubicBezTo>
                        <ns1:pt x="325" y="21"/>
                        <ns1:pt x="339" y="5"/>
                        <ns1:pt x="366" y="2"/>
                      </ns1:cubicBezTo>
                      <ns1:cubicBezTo>
                        <ns1:pt x="386" y="0"/>
                        <ns1:pt x="406" y="3"/>
                        <ns1:pt x="425" y="10"/>
                      </ns1:cubicBezTo>
                      <ns1:cubicBezTo>
                        <ns1:pt x="435" y="13"/>
                        <ns1:pt x="445" y="18"/>
                        <ns1:pt x="454" y="23"/>
                      </ns1:cubicBezTo>
                      <ns1:cubicBezTo>
                        <ns1:pt x="459" y="26"/>
                        <ns1:pt x="462" y="30"/>
                        <ns1:pt x="467" y="34"/>
                      </ns1:cubicBezTo>
                      <ns1:cubicBezTo>
                        <ns1:pt x="463" y="36"/>
                        <ns1:pt x="461" y="37"/>
                        <ns1:pt x="459" y="38"/>
                      </ns1:cubicBezTo>
                      <ns1:cubicBezTo>
                        <ns1:pt x="446" y="45"/>
                        <ns1:pt x="432" y="51"/>
                        <ns1:pt x="419" y="57"/>
                      </ns1:cubicBezTo>
                      <ns1:cubicBezTo>
                        <ns1:pt x="416" y="58"/>
                        <ns1:pt x="416" y="60"/>
                        <ns1:pt x="417" y="62"/>
                      </ns1:cubicBezTo>
                      <ns1:cubicBezTo>
                        <ns1:pt x="419" y="68"/>
                        <ns1:pt x="421" y="74"/>
                        <ns1:pt x="424" y="80"/>
                      </ns1:cubicBezTo>
                      <ns1:cubicBezTo>
                        <ns1:pt x="425" y="83"/>
                        <ns1:pt x="425" y="86"/>
                        <ns1:pt x="422" y="88"/>
                      </ns1:cubicBezTo>
                      <ns1:cubicBezTo>
                        <ns1:pt x="419" y="91"/>
                        <ns1:pt x="416" y="94"/>
                        <ns1:pt x="413" y="96"/>
                      </ns1:cubicBezTo>
                      <ns1:cubicBezTo>
                        <ns1:pt x="412" y="97"/>
                        <ns1:pt x="410" y="97"/>
                        <ns1:pt x="408" y="97"/>
                      </ns1:cubicBezTo>
                      <ns1:cubicBezTo>
                        <ns1:pt x="389" y="99"/>
                        <ns1:pt x="371" y="100"/>
                        <ns1:pt x="352" y="102"/>
                      </ns1:cubicBezTo>
                      <ns1:cubicBezTo>
                        <ns1:pt x="315" y="106"/>
                        <ns1:pt x="279" y="113"/>
                        <ns1:pt x="243" y="122"/>
                      </ns1:cubicBezTo>
                      <ns1:cubicBezTo>
                        <ns1:pt x="221" y="127"/>
                        <ns1:pt x="198" y="133"/>
                        <ns1:pt x="176" y="141"/>
                      </ns1:cubicBezTo>
                      <ns1:cubicBezTo>
                        <ns1:pt x="154" y="148"/>
                        <ns1:pt x="132" y="156"/>
                        <ns1:pt x="110" y="164"/>
                      </ns1:cubicBezTo>
                      <ns1:cubicBezTo>
                        <ns1:pt x="105" y="166"/>
                        <ns1:pt x="101" y="165"/>
                        <ns1:pt x="97" y="161"/>
                      </ns1:cubicBezTo>
                      <ns1:cubicBezTo>
                        <ns1:pt x="87" y="150"/>
                        <ns1:pt x="76" y="139"/>
                        <ns1:pt x="66" y="127"/>
                      </ns1:cubicBezTo>
                      <ns1:cubicBezTo>
                        <ns1:pt x="63" y="124"/>
                        <ns1:pt x="62" y="119"/>
                        <ns1:pt x="64" y="115"/>
                      </ns1:cubicBezTo>
                      <ns1:cubicBezTo>
                        <ns1:pt x="67" y="109"/>
                        <ns1:pt x="73" y="109"/>
                        <ns1:pt x="78" y="109"/>
                      </ns1:cubicBezTo>
                      <ns1:cubicBezTo>
                        <ns1:pt x="95" y="109"/>
                        <ns1:pt x="113" y="109"/>
                        <ns1:pt x="130" y="109"/>
                      </ns1:cubicBezTo>
                      <ns1:cubicBezTo>
                        <ns1:pt x="133" y="109"/>
                        <ns1:pt x="136" y="109"/>
                        <ns1:pt x="139" y="109"/>
                      </ns1:cubicBezTo>
                      <ns1:cubicBezTo>
                        <ns1:pt x="145" y="109"/>
                        <ns1:pt x="146" y="107"/>
                        <ns1:pt x="146" y="100"/>
                      </ns1:cubicBezTo>
                      <ns1:cubicBezTo>
                        <ns1:pt x="146" y="90"/>
                        <ns1:pt x="135" y="81"/>
                        <ns1:pt x="125" y="81"/>
                      </ns1:cubicBezTo>
                      <ns1:cubicBezTo>
                        <ns1:pt x="106" y="81"/>
                        <ns1:pt x="87" y="81"/>
                        <ns1:pt x="68" y="81"/>
                      </ns1:cubicBezTo>
                      <ns1:cubicBezTo>
                        <ns1:pt x="58" y="81"/>
                        <ns1:pt x="49" y="79"/>
                        <ns1:pt x="41" y="73"/>
                      </ns1:cubicBezTo>
                      <ns1:cubicBezTo>
                        <ns1:pt x="38" y="71"/>
                        <ns1:pt x="35" y="68"/>
                        <ns1:pt x="32" y="65"/>
                      </ns1:cubicBezTo>
                      <ns1:cubicBezTo>
                        <ns1:pt x="23" y="55"/>
                        <ns1:pt x="14" y="44"/>
                        <ns1:pt x="4" y="34"/>
                      </ns1:cubicBezTo>
                      <ns1:cubicBezTo>
                        <ns1:pt x="2" y="31"/>
                        <ns1:pt x="0" y="28"/>
                        <ns1:pt x="2" y="25"/>
                      </ns1:cubicBezTo>
                      <ns1:cubicBezTo>
                        <ns1:pt x="3" y="23"/>
                        <ns1:pt x="6" y="21"/>
                        <ns1:pt x="9" y="20"/>
                      </ns1:cubicBezTo>
                      <ns1:cubicBezTo>
                        <ns1:pt x="10" y="19"/>
                        <ns1:pt x="12" y="20"/>
                        <ns1:pt x="13" y="20"/>
                      </ns1:cubicBezTo>
                      <ns1:cubicBezTo>
                        <ns1:pt x="82" y="20"/>
                        <ns1:pt x="150" y="19"/>
                        <ns1:pt x="219" y="20"/>
                      </ns1:cubicBezTo>
                      <ns1:cubicBezTo>
                        <ns1:pt x="238" y="20"/>
                        <ns1:pt x="254" y="28"/>
                        <ns1:pt x="265" y="45"/>
                      </ns1:cubicBezTo>
                      <ns1:cubicBezTo>
                        <ns1:pt x="275" y="62"/>
                        <ns1:pt x="287" y="79"/>
                        <ns1:pt x="298" y="96"/>
                      </ns1:cubicBezTo>
                      <ns1:cubicBezTo>
                        <ns1:pt x="298" y="97"/>
                        <ns1:pt x="299" y="98"/>
                        <ns1:pt x="300" y="99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9" name="Freeform 16"/>
                <ns0:cNvSpPr/>
                <ns0:nvPr/>
              </ns0:nvSpPr>
              <ns0:spPr bwMode="auto">
                <ns1:xfrm>
                  <ns1:off x="6523038" y="2451100"/>
                  <ns1:ext cx="479425" cy="1355725"/>
                </ns1:xfrm>
                <ns1:custGeom>
                  <ns1:avLst/>
                  <ns1:gdLst>
                    <ns1:gd name="T0" fmla="*/ 32 w 127"/>
                    <ns1:gd name="T1" fmla="*/ 359 h 359"/>
                    <ns1:gd name="T2" fmla="*/ 13 w 127"/>
                    <ns1:gd name="T3" fmla="*/ 317 h 359"/>
                    <ns1:gd name="T4" fmla="*/ 3 w 127"/>
                    <ns1:gd name="T5" fmla="*/ 264 h 359"/>
                    <ns1:gd name="T6" fmla="*/ 9 w 127"/>
                    <ns1:gd name="T7" fmla="*/ 166 h 359"/>
                    <ns1:gd name="T8" fmla="*/ 68 w 127"/>
                    <ns1:gd name="T9" fmla="*/ 2 h 359"/>
                    <ns1:gd name="T10" fmla="*/ 69 w 127"/>
                    <ns1:gd name="T11" fmla="*/ 0 h 359"/>
                    <ns1:gd name="T12" fmla="*/ 61 w 127"/>
                    <ns1:gd name="T13" fmla="*/ 36 h 359"/>
                    <ns1:gd name="T14" fmla="*/ 64 w 127"/>
                    <ns1:gd name="T15" fmla="*/ 200 h 359"/>
                    <ns1:gd name="T16" fmla="*/ 83 w 127"/>
                    <ns1:gd name="T17" fmla="*/ 251 h 359"/>
                    <ns1:gd name="T18" fmla="*/ 117 w 127"/>
                    <ns1:gd name="T19" fmla="*/ 300 h 359"/>
                    <ns1:gd name="T20" fmla="*/ 127 w 127"/>
                    <ns1:gd name="T21" fmla="*/ 312 h 359"/>
                    <ns1:gd name="T22" fmla="*/ 32 w 127"/>
                    <ns1:gd name="T23" fmla="*/ 359 h 3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127" h="359">
                      <ns1:moveTo>
                        <ns1:pt x="32" y="359"/>
                      </ns1:moveTo>
                      <ns1:cubicBezTo>
                        <ns1:pt x="23" y="346"/>
                        <ns1:pt x="17" y="332"/>
                        <ns1:pt x="13" y="317"/>
                      </ns1:cubicBezTo>
                      <ns1:cubicBezTo>
                        <ns1:pt x="7" y="300"/>
                        <ns1:pt x="4" y="282"/>
                        <ns1:pt x="3" y="264"/>
                      </ns1:cubicBezTo>
                      <ns1:cubicBezTo>
                        <ns1:pt x="0" y="231"/>
                        <ns1:pt x="3" y="198"/>
                        <ns1:pt x="9" y="166"/>
                      </ns1:cubicBezTo>
                      <ns1:cubicBezTo>
                        <ns1:pt x="20" y="108"/>
                        <ns1:pt x="42" y="54"/>
                        <ns1:pt x="68" y="2"/>
                      </ns1:cubicBezTo>
                      <ns1:cubicBezTo>
                        <ns1:pt x="68" y="1"/>
                        <ns1:pt x="68" y="1"/>
                        <ns1:pt x="69" y="0"/>
                      </ns1:cubicBezTo>
                      <ns1:cubicBezTo>
                        <ns1:pt x="66" y="12"/>
                        <ns1:pt x="63" y="24"/>
                        <ns1:pt x="61" y="36"/>
                      </ns1:cubicBezTo>
                      <ns1:cubicBezTo>
                        <ns1:pt x="51" y="90"/>
                        <ns1:pt x="49" y="145"/>
                        <ns1:pt x="64" y="200"/>
                      </ns1:cubicBezTo>
                      <ns1:cubicBezTo>
                        <ns1:pt x="68" y="218"/>
                        <ns1:pt x="75" y="235"/>
                        <ns1:pt x="83" y="251"/>
                      </ns1:cubicBezTo>
                      <ns1:cubicBezTo>
                        <ns1:pt x="92" y="269"/>
                        <ns1:pt x="104" y="285"/>
                        <ns1:pt x="117" y="300"/>
                      </ns1:cubicBezTo>
                      <ns1:cubicBezTo>
                        <ns1:pt x="120" y="304"/>
                        <ns1:pt x="123" y="308"/>
                        <ns1:pt x="127" y="312"/>
                      </ns1:cubicBezTo>
                      <ns1:cubicBezTo>
                        <ns1:pt x="98" y="332"/>
                        <ns1:pt x="65" y="346"/>
                        <ns1:pt x="32" y="359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0" name="Freeform 17"/>
                <ns0:cNvSpPr/>
                <ns0:nvPr/>
              </ns0:nvSpPr>
              <ns0:spPr bwMode="auto">
                <ns1:xfrm>
                  <ns1:off x="5372100" y="3154363"/>
                  <ns1:ext cx="1203325" cy="701675"/>
                </ns1:xfrm>
                <ns1:custGeom>
                  <ns1:avLst/>
                  <ns1:gdLst>
                    <ns1:gd name="T0" fmla="*/ 319 w 319"/>
                    <ns1:gd name="T1" fmla="*/ 175 h 186"/>
                    <ns1:gd name="T2" fmla="*/ 303 w 319"/>
                    <ns1:gd name="T3" fmla="*/ 169 h 186"/>
                    <ns1:gd name="T4" fmla="*/ 225 w 319"/>
                    <ns1:gd name="T5" fmla="*/ 157 h 186"/>
                    <ns1:gd name="T6" fmla="*/ 97 w 319"/>
                    <ns1:gd name="T7" fmla="*/ 167 h 186"/>
                    <ns1:gd name="T8" fmla="*/ 4 w 319"/>
                    <ns1:gd name="T9" fmla="*/ 186 h 186"/>
                    <ns1:gd name="T10" fmla="*/ 0 w 319"/>
                    <ns1:gd name="T11" fmla="*/ 186 h 186"/>
                    <ns1:gd name="T12" fmla="*/ 282 w 319"/>
                    <ns1:gd name="T13" fmla="*/ 0 h 186"/>
                    <ns1:gd name="T14" fmla="*/ 319 w 319"/>
                    <ns1:gd name="T15" fmla="*/ 175 h 18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19" h="186">
                      <ns1:moveTo>
                        <ns1:pt x="319" y="175"/>
                      </ns1:moveTo>
                      <ns1:cubicBezTo>
                        <ns1:pt x="313" y="173"/>
                        <ns1:pt x="308" y="171"/>
                        <ns1:pt x="303" y="169"/>
                      </ns1:cubicBezTo>
                      <ns1:cubicBezTo>
                        <ns1:pt x="277" y="161"/>
                        <ns1:pt x="251" y="158"/>
                        <ns1:pt x="225" y="157"/>
                      </ns1:cubicBezTo>
                      <ns1:cubicBezTo>
                        <ns1:pt x="182" y="156"/>
                        <ns1:pt x="139" y="159"/>
                        <ns1:pt x="97" y="167"/>
                      </ns1:cubicBezTo>
                      <ns1:cubicBezTo>
                        <ns1:pt x="66" y="172"/>
                        <ns1:pt x="35" y="180"/>
                        <ns1:pt x="4" y="186"/>
                      </ns1:cubicBezTo>
                      <ns1:cubicBezTo>
                        <ns1:pt x="2" y="186"/>
                        <ns1:pt x="1" y="186"/>
                        <ns1:pt x="0" y="186"/>
                      </ns1:cubicBezTo>
                      <ns1:cubicBezTo>
                        <ns1:pt x="109" y="147"/>
                        <ns1:pt x="207" y="93"/>
                        <ns1:pt x="282" y="0"/>
                      </ns1:cubicBezTo>
                      <ns1:cubicBezTo>
                        <ns1:pt x="269" y="64"/>
                        <ns1:pt x="279" y="122"/>
                        <ns1:pt x="319" y="17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1" name="Freeform 18"/>
                <ns0:cNvSpPr/>
                <ns0:nvPr/>
              </ns0:nvSpPr>
              <ns0:spPr bwMode="auto">
                <ns1:xfrm>
                  <ns1:off x="5522913" y="3768725"/>
                  <ns1:ext cx="1066800" cy="355600"/>
                </ns1:xfrm>
                <ns1:custGeom>
                  <ns1:avLst/>
                  <ns1:gdLst>
                    <ns1:gd name="T0" fmla="*/ 0 w 283"/>
                    <ns1:gd name="T1" fmla="*/ 22 h 94"/>
                    <ns1:gd name="T2" fmla="*/ 35 w 283"/>
                    <ns1:gd name="T3" fmla="*/ 15 h 94"/>
                    <ns1:gd name="T4" fmla="*/ 104 w 283"/>
                    <ns1:gd name="T5" fmla="*/ 4 h 94"/>
                    <ns1:gd name="T6" fmla="*/ 133 w 283"/>
                    <ns1:gd name="T7" fmla="*/ 2 h 94"/>
                    <ns1:gd name="T8" fmla="*/ 174 w 283"/>
                    <ns1:gd name="T9" fmla="*/ 1 h 94"/>
                    <ns1:gd name="T10" fmla="*/ 263 w 283"/>
                    <ns1:gd name="T11" fmla="*/ 14 h 94"/>
                    <ns1:gd name="T12" fmla="*/ 283 w 283"/>
                    <ns1:gd name="T13" fmla="*/ 22 h 94"/>
                    <ns1:gd name="T14" fmla="*/ 283 w 283"/>
                    <ns1:gd name="T15" fmla="*/ 24 h 94"/>
                    <ns1:gd name="T16" fmla="*/ 277 w 283"/>
                    <ns1:gd name="T17" fmla="*/ 24 h 94"/>
                    <ns1:gd name="T18" fmla="*/ 268 w 283"/>
                    <ns1:gd name="T19" fmla="*/ 29 h 94"/>
                    <ns1:gd name="T20" fmla="*/ 259 w 283"/>
                    <ns1:gd name="T21" fmla="*/ 36 h 94"/>
                    <ns1:gd name="T22" fmla="*/ 146 w 283"/>
                    <ns1:gd name="T23" fmla="*/ 69 h 94"/>
                    <ns1:gd name="T24" fmla="*/ 42 w 283"/>
                    <ns1:gd name="T25" fmla="*/ 94 h 94"/>
                    <ns1:gd name="T26" fmla="*/ 37 w 283"/>
                    <ns1:gd name="T27" fmla="*/ 93 h 94"/>
                    <ns1:gd name="T28" fmla="*/ 11 w 283"/>
                    <ns1:gd name="T29" fmla="*/ 63 h 94"/>
                    <ns1:gd name="T30" fmla="*/ 19 w 283"/>
                    <ns1:gd name="T31" fmla="*/ 49 h 94"/>
                    <ns1:gd name="T32" fmla="*/ 34 w 283"/>
                    <ns1:gd name="T33" fmla="*/ 48 h 94"/>
                    <ns1:gd name="T34" fmla="*/ 43 w 283"/>
                    <ns1:gd name="T35" fmla="*/ 37 h 94"/>
                    <ns1:gd name="T36" fmla="*/ 26 w 283"/>
                    <ns1:gd name="T37" fmla="*/ 24 h 94"/>
                    <ns1:gd name="T38" fmla="*/ 0 w 283"/>
                    <ns1:gd name="T39" fmla="*/ 24 h 94"/>
                    <ns1:gd name="T40" fmla="*/ 0 w 283"/>
                    <ns1:gd name="T41" fmla="*/ 22 h 9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283" h="94">
                      <ns1:moveTo>
                        <ns1:pt x="0" y="22"/>
                      </ns1:moveTo>
                      <ns1:cubicBezTo>
                        <ns1:pt x="11" y="19"/>
                        <ns1:pt x="23" y="17"/>
                        <ns1:pt x="35" y="15"/>
                      </ns1:cubicBezTo>
                      <ns1:cubicBezTo>
                        <ns1:pt x="58" y="11"/>
                        <ns1:pt x="81" y="8"/>
                        <ns1:pt x="104" y="4"/>
                      </ns1:cubicBezTo>
                      <ns1:cubicBezTo>
                        <ns1:pt x="113" y="3"/>
                        <ns1:pt x="123" y="3"/>
                        <ns1:pt x="133" y="2"/>
                      </ns1:cubicBezTo>
                      <ns1:cubicBezTo>
                        <ns1:pt x="147" y="2"/>
                        <ns1:pt x="161" y="0"/>
                        <ns1:pt x="174" y="1"/>
                      </ns1:cubicBezTo>
                      <ns1:cubicBezTo>
                        <ns1:pt x="204" y="1"/>
                        <ns1:pt x="234" y="4"/>
                        <ns1:pt x="263" y="14"/>
                      </ns1:cubicBezTo>
                      <ns1:cubicBezTo>
                        <ns1:pt x="270" y="16"/>
                        <ns1:pt x="276" y="19"/>
                        <ns1:pt x="283" y="22"/>
                      </ns1:cubicBezTo>
                      <ns1:cubicBezTo>
                        <ns1:pt x="283" y="23"/>
                        <ns1:pt x="283" y="23"/>
                        <ns1:pt x="283" y="24"/>
                      </ns1:cubicBezTo>
                      <ns1:cubicBezTo>
                        <ns1:pt x="281" y="24"/>
                        <ns1:pt x="279" y="24"/>
                        <ns1:pt x="277" y="24"/>
                      </ns1:cubicBezTo>
                      <ns1:cubicBezTo>
                        <ns1:pt x="273" y="24"/>
                        <ns1:pt x="270" y="26"/>
                        <ns1:pt x="268" y="29"/>
                      </ns1:cubicBezTo>
                      <ns1:cubicBezTo>
                        <ns1:pt x="266" y="33"/>
                        <ns1:pt x="262" y="35"/>
                        <ns1:pt x="259" y="36"/>
                      </ns1:cubicBezTo>
                      <ns1:cubicBezTo>
                        <ns1:pt x="221" y="47"/>
                        <ns1:pt x="184" y="59"/>
                        <ns1:pt x="146" y="69"/>
                      </ns1:cubicBezTo>
                      <ns1:cubicBezTo>
                        <ns1:pt x="112" y="79"/>
                        <ns1:pt x="77" y="86"/>
                        <ns1:pt x="42" y="94"/>
                      </ns1:cubicBezTo>
                      <ns1:cubicBezTo>
                        <ns1:pt x="40" y="94"/>
                        <ns1:pt x="37" y="94"/>
                        <ns1:pt x="37" y="93"/>
                      </ns1:cubicBezTo>
                      <ns1:cubicBezTo>
                        <ns1:pt x="28" y="83"/>
                        <ns1:pt x="19" y="73"/>
                        <ns1:pt x="11" y="63"/>
                      </ns1:cubicBezTo>
                      <ns1:cubicBezTo>
                        <ns1:pt x="6" y="57"/>
                        <ns1:pt x="10" y="50"/>
                        <ns1:pt x="19" y="49"/>
                      </ns1:cubicBezTo>
                      <ns1:cubicBezTo>
                        <ns1:pt x="24" y="49"/>
                        <ns1:pt x="29" y="49"/>
                        <ns1:pt x="34" y="48"/>
                      </ns1:cubicBezTo>
                      <ns1:cubicBezTo>
                        <ns1:pt x="42" y="48"/>
                        <ns1:pt x="45" y="44"/>
                        <ns1:pt x="43" y="37"/>
                      </ns1:cubicBezTo>
                      <ns1:cubicBezTo>
                        <ns1:pt x="40" y="28"/>
                        <ns1:pt x="38" y="24"/>
                        <ns1:pt x="26" y="24"/>
                      </ns1:cubicBezTo>
                      <ns1:cubicBezTo>
                        <ns1:pt x="18" y="25"/>
                        <ns1:pt x="9" y="24"/>
                        <ns1:pt x="0" y="24"/>
                      </ns1:cubicBezTo>
                      <ns1:cubicBezTo>
                        <ns1:pt x="0" y="23"/>
                        <ns1:pt x="0" y="23"/>
                        <ns1:pt x="0" y="22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2" name="Freeform 19"/>
                <ns0:cNvSpPr/>
                <ns0:nvPr/>
              </ns0:nvSpPr>
              <ns0:spPr bwMode="auto">
                <ns1:xfrm>
                  <ns1:off x="6753225" y="2659063"/>
                  <ns1:ext cx="742950" cy="309563"/>
                </ns1:xfrm>
                <ns1:custGeom>
                  <ns1:avLst/>
                  <ns1:gdLst>
                    <ns1:gd name="T0" fmla="*/ 98 w 197"/>
                    <ns1:gd name="T1" fmla="*/ 1 h 82"/>
                    <ns1:gd name="T2" fmla="*/ 184 w 197"/>
                    <ns1:gd name="T3" fmla="*/ 1 h 82"/>
                    <ns1:gd name="T4" fmla="*/ 188 w 197"/>
                    <ns1:gd name="T5" fmla="*/ 1 h 82"/>
                    <ns1:gd name="T6" fmla="*/ 196 w 197"/>
                    <ns1:gd name="T7" fmla="*/ 6 h 82"/>
                    <ns1:gd name="T8" fmla="*/ 193 w 197"/>
                    <ns1:gd name="T9" fmla="*/ 15 h 82"/>
                    <ns1:gd name="T10" fmla="*/ 162 w 197"/>
                    <ns1:gd name="T11" fmla="*/ 49 h 82"/>
                    <ns1:gd name="T12" fmla="*/ 138 w 197"/>
                    <ns1:gd name="T13" fmla="*/ 61 h 82"/>
                    <ns1:gd name="T14" fmla="*/ 75 w 197"/>
                    <ns1:gd name="T15" fmla="*/ 62 h 82"/>
                    <ns1:gd name="T16" fmla="*/ 52 w 197"/>
                    <ns1:gd name="T17" fmla="*/ 79 h 82"/>
                    <ns1:gd name="T18" fmla="*/ 47 w 197"/>
                    <ns1:gd name="T19" fmla="*/ 82 h 82"/>
                    <ns1:gd name="T20" fmla="*/ 10 w 197"/>
                    <ns1:gd name="T21" fmla="*/ 78 h 82"/>
                    <ns1:gd name="T22" fmla="*/ 8 w 197"/>
                    <ns1:gd name="T23" fmla="*/ 78 h 82"/>
                    <ns1:gd name="T24" fmla="*/ 0 w 197"/>
                    <ns1:gd name="T25" fmla="*/ 70 h 82"/>
                    <ns1:gd name="T26" fmla="*/ 1 w 197"/>
                    <ns1:gd name="T27" fmla="*/ 28 h 82"/>
                    <ns1:gd name="T28" fmla="*/ 4 w 197"/>
                    <ns1:gd name="T29" fmla="*/ 4 h 82"/>
                    <ns1:gd name="T30" fmla="*/ 7 w 197"/>
                    <ns1:gd name="T31" fmla="*/ 1 h 82"/>
                    <ns1:gd name="T32" fmla="*/ 11 w 197"/>
                    <ns1:gd name="T33" fmla="*/ 1 h 82"/>
                    <ns1:gd name="T34" fmla="*/ 98 w 197"/>
                    <ns1:gd name="T35" fmla="*/ 1 h 8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197" h="82">
                      <ns1:moveTo>
                        <ns1:pt x="98" y="1"/>
                      </ns1:moveTo>
                      <ns1:cubicBezTo>
                        <ns1:pt x="126" y="1"/>
                        <ns1:pt x="155" y="1"/>
                        <ns1:pt x="184" y="1"/>
                      </ns1:cubicBezTo>
                      <ns1:cubicBezTo>
                        <ns1:pt x="185" y="1"/>
                        <ns1:pt x="187" y="0"/>
                        <ns1:pt x="188" y="1"/>
                      </ns1:cubicBezTo>
                      <ns1:cubicBezTo>
                        <ns1:pt x="191" y="2"/>
                        <ns1:pt x="195" y="4"/>
                        <ns1:pt x="196" y="6"/>
                      </ns1:cubicBezTo>
                      <ns1:cubicBezTo>
                        <ns1:pt x="197" y="9"/>
                        <ns1:pt x="195" y="13"/>
                        <ns1:pt x="193" y="15"/>
                      </ns1:cubicBezTo>
                      <ns1:cubicBezTo>
                        <ns1:pt x="183" y="27"/>
                        <ns1:pt x="172" y="38"/>
                        <ns1:pt x="162" y="49"/>
                      </ns1:cubicBezTo>
                      <ns1:cubicBezTo>
                        <ns1:pt x="155" y="56"/>
                        <ns1:pt x="148" y="61"/>
                        <ns1:pt x="138" y="61"/>
                      </ns1:cubicBezTo>
                      <ns1:cubicBezTo>
                        <ns1:pt x="117" y="62"/>
                        <ns1:pt x="96" y="62"/>
                        <ns1:pt x="75" y="62"/>
                      </ns1:cubicBezTo>
                      <ns1:cubicBezTo>
                        <ns1:pt x="63" y="62"/>
                        <ns1:pt x="55" y="68"/>
                        <ns1:pt x="52" y="79"/>
                      </ns1:cubicBezTo>
                      <ns1:cubicBezTo>
                        <ns1:pt x="51" y="82"/>
                        <ns1:pt x="49" y="82"/>
                        <ns1:pt x="47" y="82"/>
                      </ns1:cubicBezTo>
                      <ns1:cubicBezTo>
                        <ns1:pt x="34" y="81"/>
                        <ns1:pt x="22" y="80"/>
                        <ns1:pt x="10" y="78"/>
                      </ns1:cubicBezTo>
                      <ns1:cubicBezTo>
                        <ns1:pt x="9" y="78"/>
                        <ns1:pt x="9" y="78"/>
                        <ns1:pt x="8" y="78"/>
                      </ns1:cubicBezTo>
                      <ns1:cubicBezTo>
                        <ns1:pt x="0" y="78"/>
                        <ns1:pt x="0" y="78"/>
                        <ns1:pt x="0" y="70"/>
                      </ns1:cubicBezTo>
                      <ns1:cubicBezTo>
                        <ns1:pt x="0" y="56"/>
                        <ns1:pt x="0" y="42"/>
                        <ns1:pt x="1" y="28"/>
                      </ns1:cubicBezTo>
                      <ns1:cubicBezTo>
                        <ns1:pt x="1" y="20"/>
                        <ns1:pt x="2" y="12"/>
                        <ns1:pt x="4" y="4"/>
                      </ns1:cubicBezTo>
                      <ns1:cubicBezTo>
                        <ns1:pt x="4" y="3"/>
                        <ns1:pt x="6" y="1"/>
                        <ns1:pt x="7" y="1"/>
                      </ns1:cubicBezTo>
                      <ns1:cubicBezTo>
                        <ns1:pt x="8" y="0"/>
                        <ns1:pt x="9" y="1"/>
                        <ns1:pt x="11" y="1"/>
                      </ns1:cubicBezTo>
                      <ns1:cubicBezTo>
                        <ns1:pt x="40" y="1"/>
                        <ns1:pt x="69" y="1"/>
                        <ns1:pt x="98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3" name="Freeform 20"/>
                <ns0:cNvSpPr/>
                <ns0:nvPr/>
              </ns0:nvSpPr>
              <ns0:spPr bwMode="auto">
                <ns1:xfrm>
                  <ns1:off x="5386388" y="2757488"/>
                  <ns1:ext cx="1230313" cy="1038225"/>
                </ns1:xfrm>
                <ns1:custGeom>
                  <ns1:avLst/>
                  <ns1:gdLst>
                    <ns1:gd name="T0" fmla="*/ 321 w 326"/>
                    <ns1:gd name="T1" fmla="*/ 275 h 275"/>
                    <ns1:gd name="T2" fmla="*/ 315 w 326"/>
                    <ns1:gd name="T3" fmla="*/ 268 h 275"/>
                    <ns1:gd name="T4" fmla="*/ 282 w 326"/>
                    <ns1:gd name="T5" fmla="*/ 186 h 275"/>
                    <ns1:gd name="T6" fmla="*/ 284 w 326"/>
                    <ns1:gd name="T7" fmla="*/ 118 h 275"/>
                    <ns1:gd name="T8" fmla="*/ 295 w 326"/>
                    <ns1:gd name="T9" fmla="*/ 70 h 275"/>
                    <ns1:gd name="T10" fmla="*/ 294 w 326"/>
                    <ns1:gd name="T11" fmla="*/ 66 h 275"/>
                    <ns1:gd name="T12" fmla="*/ 284 w 326"/>
                    <ns1:gd name="T13" fmla="*/ 82 h 275"/>
                    <ns1:gd name="T14" fmla="*/ 253 w 326"/>
                    <ns1:gd name="T15" fmla="*/ 123 h 275"/>
                    <ns1:gd name="T16" fmla="*/ 229 w 326"/>
                    <ns1:gd name="T17" fmla="*/ 148 h 275"/>
                    <ns1:gd name="T18" fmla="*/ 173 w 326"/>
                    <ns1:gd name="T19" fmla="*/ 194 h 275"/>
                    <ns1:gd name="T20" fmla="*/ 70 w 326"/>
                    <ns1:gd name="T21" fmla="*/ 253 h 275"/>
                    <ns1:gd name="T22" fmla="*/ 18 w 326"/>
                    <ns1:gd name="T23" fmla="*/ 275 h 275"/>
                    <ns1:gd name="T24" fmla="*/ 14 w 326"/>
                    <ns1:gd name="T25" fmla="*/ 274 h 275"/>
                    <ns1:gd name="T26" fmla="*/ 0 w 326"/>
                    <ns1:gd name="T27" fmla="*/ 257 h 275"/>
                    <ns1:gd name="T28" fmla="*/ 19 w 326"/>
                    <ns1:gd name="T29" fmla="*/ 250 h 275"/>
                    <ns1:gd name="T30" fmla="*/ 85 w 326"/>
                    <ns1:gd name="T31" fmla="*/ 221 h 275"/>
                    <ns1:gd name="T32" fmla="*/ 183 w 326"/>
                    <ns1:gd name="T33" fmla="*/ 159 h 275"/>
                    <ns1:gd name="T34" fmla="*/ 222 w 326"/>
                    <ns1:gd name="T35" fmla="*/ 127 h 275"/>
                    <ns1:gd name="T36" fmla="*/ 250 w 326"/>
                    <ns1:gd name="T37" fmla="*/ 99 h 275"/>
                    <ns1:gd name="T38" fmla="*/ 299 w 326"/>
                    <ns1:gd name="T39" fmla="*/ 40 h 275"/>
                    <ns1:gd name="T40" fmla="*/ 324 w 326"/>
                    <ns1:gd name="T41" fmla="*/ 2 h 275"/>
                    <ns1:gd name="T42" fmla="*/ 326 w 326"/>
                    <ns1:gd name="T43" fmla="*/ 0 h 275"/>
                    <ns1:gd name="T44" fmla="*/ 324 w 326"/>
                    <ns1:gd name="T45" fmla="*/ 6 h 275"/>
                    <ns1:gd name="T46" fmla="*/ 301 w 326"/>
                    <ns1:gd name="T47" fmla="*/ 95 h 275"/>
                    <ns1:gd name="T48" fmla="*/ 296 w 326"/>
                    <ns1:gd name="T49" fmla="*/ 142 h 275"/>
                    <ns1:gd name="T50" fmla="*/ 295 w 326"/>
                    <ns1:gd name="T51" fmla="*/ 162 h 275"/>
                    <ns1:gd name="T52" fmla="*/ 317 w 326"/>
                    <ns1:gd name="T53" fmla="*/ 265 h 275"/>
                    <ns1:gd name="T54" fmla="*/ 322 w 326"/>
                    <ns1:gd name="T55" fmla="*/ 274 h 275"/>
                    <ns1:gd name="T56" fmla="*/ 321 w 326"/>
                    <ns1:gd name="T57" fmla="*/ 275 h 27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</ns1:cxnLst>
                  <ns1:rect l="0" t="0" r="r" b="b"/>
                  <ns1:pathLst>
                    <ns1:path w="326" h="275">
                      <ns1:moveTo>
                        <ns1:pt x="321" y="275"/>
                      </ns1:moveTo>
                      <ns1:cubicBezTo>
                        <ns1:pt x="319" y="273"/>
                        <ns1:pt x="317" y="270"/>
                        <ns1:pt x="315" y="268"/>
                      </ns1:cubicBezTo>
                      <ns1:cubicBezTo>
                        <ns1:pt x="297" y="243"/>
                        <ns1:pt x="287" y="216"/>
                        <ns1:pt x="282" y="186"/>
                      </ns1:cubicBezTo>
                      <ns1:cubicBezTo>
                        <ns1:pt x="279" y="164"/>
                        <ns1:pt x="279" y="141"/>
                        <ns1:pt x="284" y="118"/>
                      </ns1:cubicBezTo>
                      <ns1:cubicBezTo>
                        <ns1:pt x="287" y="102"/>
                        <ns1:pt x="291" y="86"/>
                        <ns1:pt x="295" y="70"/>
                      </ns1:cubicBezTo>
                      <ns1:cubicBezTo>
                        <ns1:pt x="295" y="69"/>
                        <ns1:pt x="295" y="68"/>
                        <ns1:pt x="294" y="66"/>
                      </ns1:cubicBezTo>
                      <ns1:cubicBezTo>
                        <ns1:pt x="291" y="72"/>
                        <ns1:pt x="288" y="77"/>
                        <ns1:pt x="284" y="82"/>
                      </ns1:cubicBezTo>
                      <ns1:cubicBezTo>
                        <ns1:pt x="274" y="96"/>
                        <ns1:pt x="264" y="110"/>
                        <ns1:pt x="253" y="123"/>
                      </ns1:cubicBezTo>
                      <ns1:cubicBezTo>
                        <ns1:pt x="246" y="132"/>
                        <ns1:pt x="238" y="140"/>
                        <ns1:pt x="229" y="148"/>
                      </ns1:cubicBezTo>
                      <ns1:cubicBezTo>
                        <ns1:pt x="211" y="164"/>
                        <ns1:pt x="192" y="179"/>
                        <ns1:pt x="173" y="194"/>
                      </ns1:cubicBezTo>
                      <ns1:cubicBezTo>
                        <ns1:pt x="141" y="218"/>
                        <ns1:pt x="106" y="236"/>
                        <ns1:pt x="70" y="253"/>
                      </ns1:cubicBezTo>
                      <ns1:cubicBezTo>
                        <ns1:pt x="53" y="261"/>
                        <ns1:pt x="35" y="268"/>
                        <ns1:pt x="18" y="275"/>
                      </ns1:cubicBezTo>
                      <ns1:cubicBezTo>
                        <ns1:pt x="17" y="275"/>
                        <ns1:pt x="15" y="275"/>
                        <ns1:pt x="14" y="274"/>
                      </ns1:cubicBezTo>
                      <ns1:cubicBezTo>
                        <ns1:pt x="10" y="269"/>
                        <ns1:pt x="5" y="264"/>
                        <ns1:pt x="0" y="257"/>
                      </ns1:cubicBezTo>
                      <ns1:cubicBezTo>
                        <ns1:pt x="7" y="255"/>
                        <ns1:pt x="13" y="253"/>
                        <ns1:pt x="19" y="250"/>
                      </ns1:cubicBezTo>
                      <ns1:cubicBezTo>
                        <ns1:pt x="41" y="241"/>
                        <ns1:pt x="63" y="232"/>
                        <ns1:pt x="85" y="221"/>
                      </ns1:cubicBezTo>
                      <ns1:cubicBezTo>
                        <ns1:pt x="119" y="204"/>
                        <ns1:pt x="152" y="183"/>
                        <ns1:pt x="183" y="159"/>
                      </ns1:cubicBezTo>
                      <ns1:cubicBezTo>
                        <ns1:pt x="196" y="149"/>
                        <ns1:pt x="209" y="138"/>
                        <ns1:pt x="222" y="127"/>
                      </ns1:cubicBezTo>
                      <ns1:cubicBezTo>
                        <ns1:pt x="231" y="118"/>
                        <ns1:pt x="241" y="108"/>
                        <ns1:pt x="250" y="99"/>
                      </ns1:cubicBezTo>
                      <ns1:cubicBezTo>
                        <ns1:pt x="268" y="81"/>
                        <ns1:pt x="284" y="61"/>
                        <ns1:pt x="299" y="40"/>
                      </ns1:cubicBezTo>
                      <ns1:cubicBezTo>
                        <ns1:pt x="307" y="27"/>
                        <ns1:pt x="315" y="14"/>
                        <ns1:pt x="324" y="2"/>
                      </ns1:cubicBezTo>
                      <ns1:cubicBezTo>
                        <ns1:pt x="324" y="1"/>
                        <ns1:pt x="325" y="0"/>
                        <ns1:pt x="326" y="0"/>
                      </ns1:cubicBezTo>
                      <ns1:cubicBezTo>
                        <ns1:pt x="325" y="2"/>
                        <ns1:pt x="325" y="4"/>
                        <ns1:pt x="324" y="6"/>
                      </ns1:cubicBezTo>
                      <ns1:cubicBezTo>
                        <ns1:pt x="314" y="35"/>
                        <ns1:pt x="306" y="65"/>
                        <ns1:pt x="301" y="95"/>
                      </ns1:cubicBezTo>
                      <ns1:cubicBezTo>
                        <ns1:pt x="299" y="111"/>
                        <ns1:pt x="298" y="126"/>
                        <ns1:pt x="296" y="142"/>
                      </ns1:cubicBezTo>
                      <ns1:cubicBezTo>
                        <ns1:pt x="296" y="149"/>
                        <ns1:pt x="295" y="155"/>
                        <ns1:pt x="295" y="162"/>
                      </ns1:cubicBezTo>
                      <ns1:cubicBezTo>
                        <ns1:pt x="297" y="198"/>
                        <ns1:pt x="302" y="232"/>
                        <ns1:pt x="317" y="265"/>
                      </ns1:cubicBezTo>
                      <ns1:cubicBezTo>
                        <ns1:pt x="319" y="268"/>
                        <ns1:pt x="321" y="271"/>
                        <ns1:pt x="322" y="274"/>
                      </ns1:cubicBezTo>
                      <ns1:cubicBezTo>
                        <ns1:pt x="322" y="275"/>
                        <ns1:pt x="321" y="275"/>
                        <ns1:pt x="321" y="275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4" name="Freeform 21"/>
                <ns0:cNvSpPr/>
                <ns0:nvPr/>
              </ns0:nvSpPr>
              <ns0:spPr bwMode="auto">
                <ns1:xfrm>
                  <ns1:off x="5183188" y="3014663"/>
                  <ns1:ext cx="1000125" cy="452438"/>
                </ns1:xfrm>
                <ns1:custGeom>
                  <ns1:avLst/>
                  <ns1:gdLst>
                    <ns1:gd name="T0" fmla="*/ 265 w 265"/>
                    <ns1:gd name="T1" fmla="*/ 1 h 120"/>
                    <ns1:gd name="T2" fmla="*/ 250 w 265"/>
                    <ns1:gd name="T3" fmla="*/ 12 h 120"/>
                    <ns1:gd name="T4" fmla="*/ 165 w 265"/>
                    <ns1:gd name="T5" fmla="*/ 65 h 120"/>
                    <ns1:gd name="T6" fmla="*/ 69 w 265"/>
                    <ns1:gd name="T7" fmla="*/ 106 h 120"/>
                    <ns1:gd name="T8" fmla="*/ 20 w 265"/>
                    <ns1:gd name="T9" fmla="*/ 119 h 120"/>
                    <ns1:gd name="T10" fmla="*/ 12 w 265"/>
                    <ns1:gd name="T11" fmla="*/ 120 h 120"/>
                    <ns1:gd name="T12" fmla="*/ 9 w 265"/>
                    <ns1:gd name="T13" fmla="*/ 118 h 120"/>
                    <ns1:gd name="T14" fmla="*/ 1 w 265"/>
                    <ns1:gd name="T15" fmla="*/ 107 h 120"/>
                    <ns1:gd name="T16" fmla="*/ 2 w 265"/>
                    <ns1:gd name="T17" fmla="*/ 102 h 120"/>
                    <ns1:gd name="T18" fmla="*/ 26 w 265"/>
                    <ns1:gd name="T19" fmla="*/ 84 h 120"/>
                    <ns1:gd name="T20" fmla="*/ 32 w 265"/>
                    <ns1:gd name="T21" fmla="*/ 82 h 120"/>
                    <ns1:gd name="T22" fmla="*/ 48 w 265"/>
                    <ns1:gd name="T23" fmla="*/ 82 h 120"/>
                    <ns1:gd name="T24" fmla="*/ 56 w 265"/>
                    <ns1:gd name="T25" fmla="*/ 69 h 120"/>
                    <ns1:gd name="T26" fmla="*/ 58 w 265"/>
                    <ns1:gd name="T27" fmla="*/ 65 h 120"/>
                    <ns1:gd name="T28" fmla="*/ 106 w 265"/>
                    <ns1:gd name="T29" fmla="*/ 44 h 120"/>
                    <ns1:gd name="T30" fmla="*/ 221 w 265"/>
                    <ns1:gd name="T31" fmla="*/ 9 h 120"/>
                    <ns1:gd name="T32" fmla="*/ 264 w 265"/>
                    <ns1:gd name="T33" fmla="*/ 0 h 120"/>
                    <ns1:gd name="T34" fmla="*/ 265 w 265"/>
                    <ns1:gd name="T35" fmla="*/ 1 h 1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265" h="120">
                      <ns1:moveTo>
                        <ns1:pt x="265" y="1"/>
                      </ns1:moveTo>
                      <ns1:cubicBezTo>
                        <ns1:pt x="260" y="4"/>
                        <ns1:pt x="255" y="8"/>
                        <ns1:pt x="250" y="12"/>
                      </ns1:cubicBezTo>
                      <ns1:cubicBezTo>
                        <ns1:pt x="223" y="31"/>
                        <ns1:pt x="195" y="49"/>
                        <ns1:pt x="165" y="65"/>
                      </ns1:cubicBezTo>
                      <ns1:cubicBezTo>
                        <ns1:pt x="134" y="81"/>
                        <ns1:pt x="102" y="95"/>
                        <ns1:pt x="69" y="106"/>
                      </ns1:cubicBezTo>
                      <ns1:cubicBezTo>
                        <ns1:pt x="53" y="111"/>
                        <ns1:pt x="36" y="115"/>
                        <ns1:pt x="20" y="119"/>
                      </ns1:cubicBezTo>
                      <ns1:cubicBezTo>
                        <ns1:pt x="17" y="120"/>
                        <ns1:pt x="15" y="120"/>
                        <ns1:pt x="12" y="120"/>
                      </ns1:cubicBezTo>
                      <ns1:cubicBezTo>
                        <ns1:pt x="11" y="120"/>
                        <ns1:pt x="10" y="119"/>
                        <ns1:pt x="9" y="118"/>
                      </ns1:cubicBezTo>
                      <ns1:cubicBezTo>
                        <ns1:pt x="6" y="115"/>
                        <ns1:pt x="4" y="111"/>
                        <ns1:pt x="1" y="107"/>
                      </ns1:cubicBezTo>
                      <ns1:cubicBezTo>
                        <ns1:pt x="0" y="105"/>
                        <ns1:pt x="0" y="103"/>
                        <ns1:pt x="2" y="102"/>
                      </ns1:cubicBezTo>
                      <ns1:cubicBezTo>
                        <ns1:pt x="10" y="96"/>
                        <ns1:pt x="18" y="89"/>
                        <ns1:pt x="26" y="84"/>
                      </ns1:cubicBezTo>
                      <ns1:cubicBezTo>
                        <ns1:pt x="28" y="83"/>
                        <ns1:pt x="30" y="82"/>
                        <ns1:pt x="32" y="82"/>
                      </ns1:cubicBezTo>
                      <ns1:cubicBezTo>
                        <ns1:pt x="37" y="82"/>
                        <ns1:pt x="42" y="82"/>
                        <ns1:pt x="48" y="82"/>
                      </ns1:cubicBezTo>
                      <ns1:cubicBezTo>
                        <ns1:pt x="57" y="82"/>
                        <ns1:pt x="60" y="78"/>
                        <ns1:pt x="56" y="69"/>
                      </ns1:cubicBezTo>
                      <ns1:cubicBezTo>
                        <ns1:pt x="55" y="67"/>
                        <ns1:pt x="56" y="66"/>
                        <ns1:pt x="58" y="65"/>
                      </ns1:cubicBezTo>
                      <ns1:cubicBezTo>
                        <ns1:pt x="74" y="58"/>
                        <ns1:pt x="90" y="50"/>
                        <ns1:pt x="106" y="44"/>
                      </ns1:cubicBezTo>
                      <ns1:cubicBezTo>
                        <ns1:pt x="143" y="29"/>
                        <ns1:pt x="182" y="18"/>
                        <ns1:pt x="221" y="9"/>
                      </ns1:cubicBezTo>
                      <ns1:cubicBezTo>
                        <ns1:pt x="236" y="6"/>
                        <ns1:pt x="250" y="3"/>
                        <ns1:pt x="264" y="0"/>
                      </ns1:cubicBezTo>
                      <ns1:cubicBezTo>
                        <ns1:pt x="264" y="0"/>
                        <ns1:pt x="264" y="0"/>
                        <ns1:pt x="265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5" name="Freeform 22"/>
                <ns0:cNvSpPr/>
                <ns0:nvPr/>
              </ns0:nvSpPr>
              <ns0:spPr bwMode="auto">
                <ns1:xfrm>
                  <ns1:off x="5918200" y="4459288"/>
                  <ns1:ext cx="427038" cy="377825"/>
                </ns1:xfrm>
                <ns1:custGeom>
                  <ns1:avLst/>
                  <ns1:gdLst>
                    <ns1:gd name="T0" fmla="*/ 0 w 113"/>
                    <ns1:gd name="T1" fmla="*/ 23 h 100"/>
                    <ns1:gd name="T2" fmla="*/ 113 w 113"/>
                    <ns1:gd name="T3" fmla="*/ 0 h 100"/>
                    <ns1:gd name="T4" fmla="*/ 49 w 113"/>
                    <ns1:gd name="T5" fmla="*/ 100 h 100"/>
                    <ns1:gd name="T6" fmla="*/ 0 w 113"/>
                    <ns1:gd name="T7" fmla="*/ 23 h 1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13" h="100">
                      <ns1:moveTo>
                        <ns1:pt x="0" y="23"/>
                      </ns1:moveTo>
                      <ns1:cubicBezTo>
                        <ns1:pt x="38" y="15"/>
                        <ns1:pt x="75" y="8"/>
                        <ns1:pt x="113" y="0"/>
                      </ns1:cubicBezTo>
                      <ns1:cubicBezTo>
                        <ns1:pt x="92" y="33"/>
                        <ns1:pt x="71" y="66"/>
                        <ns1:pt x="49" y="100"/>
                      </ns1:cubicBezTo>
                      <ns1:cubicBezTo>
                        <ns1:pt x="32" y="74"/>
                        <ns1:pt x="16" y="48"/>
                        <ns1:pt x="0" y="23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6" name="Freeform 23"/>
                <ns0:cNvSpPr/>
                <ns0:nvPr/>
              </ns0:nvSpPr>
              <ns0:spPr bwMode="auto">
                <ns1:xfrm>
                  <ns1:off x="6756400" y="3014663"/>
                  <ns1:ext cx="400050" cy="255588"/>
                </ns1:xfrm>
                <ns1:custGeom>
                  <ns1:avLst/>
                  <ns1:gdLst>
                    <ns1:gd name="T0" fmla="*/ 14 w 106"/>
                    <ns1:gd name="T1" fmla="*/ 68 h 68"/>
                    <ns1:gd name="T2" fmla="*/ 0 w 106"/>
                    <ns1:gd name="T3" fmla="*/ 0 h 68"/>
                    <ns1:gd name="T4" fmla="*/ 10 w 106"/>
                    <ns1:gd name="T5" fmla="*/ 1 h 68"/>
                    <ns1:gd name="T6" fmla="*/ 76 w 106"/>
                    <ns1:gd name="T7" fmla="*/ 21 h 68"/>
                    <ns1:gd name="T8" fmla="*/ 102 w 106"/>
                    <ns1:gd name="T9" fmla="*/ 38 h 68"/>
                    <ns1:gd name="T10" fmla="*/ 103 w 106"/>
                    <ns1:gd name="T11" fmla="*/ 45 h 68"/>
                    <ns1:gd name="T12" fmla="*/ 74 w 106"/>
                    <ns1:gd name="T13" fmla="*/ 56 h 68"/>
                    <ns1:gd name="T14" fmla="*/ 34 w 106"/>
                    <ns1:gd name="T15" fmla="*/ 56 h 68"/>
                    <ns1:gd name="T16" fmla="*/ 14 w 106"/>
                    <ns1:gd name="T17" fmla="*/ 68 h 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06" h="68">
                      <ns1:moveTo>
                        <ns1:pt x="14" y="68"/>
                      </ns1:moveTo>
                      <ns1:cubicBezTo>
                        <ns1:pt x="7" y="45"/>
                        <ns1:pt x="2" y="23"/>
                        <ns1:pt x="0" y="0"/>
                      </ns1:cubicBezTo>
                      <ns1:cubicBezTo>
                        <ns1:pt x="4" y="0"/>
                        <ns1:pt x="7" y="0"/>
                        <ns1:pt x="10" y="1"/>
                      </ns1:cubicBezTo>
                      <ns1:cubicBezTo>
                        <ns1:pt x="33" y="5"/>
                        <ns1:pt x="55" y="11"/>
                        <ns1:pt x="76" y="21"/>
                      </ns1:cubicBezTo>
                      <ns1:cubicBezTo>
                        <ns1:pt x="85" y="26"/>
                        <ns1:pt x="94" y="32"/>
                        <ns1:pt x="102" y="38"/>
                      </ns1:cubicBezTo>
                      <ns1:cubicBezTo>
                        <ns1:pt x="106" y="40"/>
                        <ns1:pt x="106" y="42"/>
                        <ns1:pt x="103" y="45"/>
                      </ns1:cubicBezTo>
                      <ns1:cubicBezTo>
                        <ns1:pt x="95" y="54"/>
                        <ns1:pt x="84" y="56"/>
                        <ns1:pt x="74" y="56"/>
                      </ns1:cubicBezTo>
                      <ns1:cubicBezTo>
                        <ns1:pt x="60" y="57"/>
                        <ns1:pt x="47" y="57"/>
                        <ns1:pt x="34" y="56"/>
                      </ns1:cubicBezTo>
                      <ns1:cubicBezTo>
                        <ns1:pt x="25" y="56"/>
                        <ns1:pt x="18" y="58"/>
                        <ns1:pt x="14" y="68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7" name="Freeform 24"/>
                <ns0:cNvSpPr/>
                <ns0:nvPr/>
              </ns0:nvSpPr>
              <ns0:spPr bwMode="auto">
                <ns1:xfrm>
                  <ns1:off x="6832600" y="3327400"/>
                  <ns1:ext cx="217488" cy="188913"/>
                </ns1:xfrm>
                <ns1:custGeom>
                  <ns1:avLst/>
                  <ns1:gdLst>
                    <ns1:gd name="T0" fmla="*/ 0 w 58"/>
                    <ns1:gd name="T1" fmla="*/ 0 h 50"/>
                    <ns1:gd name="T2" fmla="*/ 45 w 58"/>
                    <ns1:gd name="T3" fmla="*/ 0 h 50"/>
                    <ns1:gd name="T4" fmla="*/ 54 w 58"/>
                    <ns1:gd name="T5" fmla="*/ 15 h 50"/>
                    <ns1:gd name="T6" fmla="*/ 32 w 58"/>
                    <ns1:gd name="T7" fmla="*/ 48 h 50"/>
                    <ns1:gd name="T8" fmla="*/ 29 w 58"/>
                    <ns1:gd name="T9" fmla="*/ 50 h 50"/>
                    <ns1:gd name="T10" fmla="*/ 0 w 58"/>
                    <ns1:gd name="T11" fmla="*/ 0 h 5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58" h="50">
                      <ns1:moveTo>
                        <ns1:pt x="0" y="0"/>
                      </ns1:moveTo>
                      <ns1:cubicBezTo>
                        <ns1:pt x="15" y="0"/>
                        <ns1:pt x="30" y="0"/>
                        <ns1:pt x="45" y="0"/>
                      </ns1:cubicBezTo>
                      <ns1:cubicBezTo>
                        <ns1:pt x="54" y="1"/>
                        <ns1:pt x="58" y="8"/>
                        <ns1:pt x="54" y="15"/>
                      </ns1:cubicBezTo>
                      <ns1:cubicBezTo>
                        <ns1:pt x="47" y="26"/>
                        <ns1:pt x="40" y="37"/>
                        <ns1:pt x="32" y="48"/>
                      </ns1:cubicBezTo>
                      <ns1:cubicBezTo>
                        <ns1:pt x="32" y="49"/>
                        <ns1:pt x="31" y="49"/>
                        <ns1:pt x="29" y="50"/>
                      </ns1:cubicBezTo>
                      <ns1:cubicBezTo>
                        <ns1:pt x="17" y="35"/>
                        <ns1:pt x="8" y="18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8" name="Freeform 25"/>
                <ns0:cNvSpPr/>
                <ns0:nvPr/>
              </ns0:nvSpPr>
              <ns0:spPr bwMode="auto">
                <ns1:xfrm>
                  <ns1:off x="5794375" y="4275138"/>
                  <ns1:ext cx="271463" cy="134938"/>
                </ns1:xfrm>
                <ns1:custGeom>
                  <ns1:avLst/>
                  <ns1:gdLst>
                    <ns1:gd name="T0" fmla="*/ 69 w 72"/>
                    <ns1:gd name="T1" fmla="*/ 0 h 36"/>
                    <ns1:gd name="T2" fmla="*/ 72 w 72"/>
                    <ns1:gd name="T3" fmla="*/ 16 h 36"/>
                    <ns1:gd name="T4" fmla="*/ 55 w 72"/>
                    <ns1:gd name="T5" fmla="*/ 20 h 36"/>
                    <ns1:gd name="T6" fmla="*/ 40 w 72"/>
                    <ns1:gd name="T7" fmla="*/ 23 h 36"/>
                    <ns1:gd name="T8" fmla="*/ 37 w 72"/>
                    <ns1:gd name="T9" fmla="*/ 25 h 36"/>
                    <ns1:gd name="T10" fmla="*/ 29 w 72"/>
                    <ns1:gd name="T11" fmla="*/ 30 h 36"/>
                    <ns1:gd name="T12" fmla="*/ 14 w 72"/>
                    <ns1:gd name="T13" fmla="*/ 34 h 36"/>
                    <ns1:gd name="T14" fmla="*/ 6 w 72"/>
                    <ns1:gd name="T15" fmla="*/ 31 h 36"/>
                    <ns1:gd name="T16" fmla="*/ 0 w 72"/>
                    <ns1:gd name="T17" fmla="*/ 20 h 36"/>
                    <ns1:gd name="T18" fmla="*/ 6 w 72"/>
                    <ns1:gd name="T19" fmla="*/ 10 h 36"/>
                    <ns1:gd name="T20" fmla="*/ 14 w 72"/>
                    <ns1:gd name="T21" fmla="*/ 7 h 36"/>
                    <ns1:gd name="T22" fmla="*/ 32 w 72"/>
                    <ns1:gd name="T23" fmla="*/ 6 h 36"/>
                    <ns1:gd name="T24" fmla="*/ 69 w 72"/>
                    <ns1:gd name="T25" fmla="*/ 0 h 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36">
                      <ns1:moveTo>
                        <ns1:pt x="69" y="0"/>
                      </ns1:moveTo>
                      <ns1:cubicBezTo>
                        <ns1:pt x="64" y="8"/>
                        <ns1:pt x="64" y="10"/>
                        <ns1:pt x="72" y="16"/>
                      </ns1:cubicBezTo>
                      <ns1:cubicBezTo>
                        <ns1:pt x="66" y="17"/>
                        <ns1:pt x="61" y="19"/>
                        <ns1:pt x="55" y="20"/>
                      </ns1:cubicBezTo>
                      <ns1:cubicBezTo>
                        <ns1:pt x="50" y="21"/>
                        <ns1:pt x="45" y="22"/>
                        <ns1:pt x="40" y="23"/>
                      </ns1:cubicBezTo>
                      <ns1:cubicBezTo>
                        <ns1:pt x="39" y="23"/>
                        <ns1:pt x="37" y="24"/>
                        <ns1:pt x="37" y="25"/>
                      </ns1:cubicBezTo>
                      <ns1:cubicBezTo>
                        <ns1:pt x="35" y="29"/>
                        <ns1:pt x="32" y="30"/>
                        <ns1:pt x="29" y="30"/>
                      </ns1:cubicBezTo>
                      <ns1:cubicBezTo>
                        <ns1:pt x="24" y="31"/>
                        <ns1:pt x="19" y="32"/>
                        <ns1:pt x="14" y="34"/>
                      </ns1:cubicBezTo>
                      <ns1:cubicBezTo>
                        <ns1:pt x="10" y="36"/>
                        <ns1:pt x="8" y="34"/>
                        <ns1:pt x="6" y="31"/>
                      </ns1:cubicBezTo>
                      <ns1:cubicBezTo>
                        <ns1:pt x="4" y="27"/>
                        <ns1:pt x="0" y="24"/>
                        <ns1:pt x="0" y="20"/>
                      </ns1:cubicBezTo>
                      <ns1:cubicBezTo>
                        <ns1:pt x="0" y="17"/>
                        <ns1:pt x="4" y="13"/>
                        <ns1:pt x="6" y="10"/>
                      </ns1:cubicBezTo>
                      <ns1:cubicBezTo>
                        <ns1:pt x="8" y="7"/>
                        <ns1:pt x="10" y="6"/>
                        <ns1:pt x="14" y="7"/>
                      </ns1:cubicBezTo>
                      <ns1:cubicBezTo>
                        <ns1:pt x="20" y="8"/>
                        <ns1:pt x="26" y="7"/>
                        <ns1:pt x="32" y="6"/>
                      </ns1:cubicBezTo>
                      <ns1:cubicBezTo>
                        <ns1:pt x="44" y="5"/>
                        <ns1:pt x="56" y="2"/>
                        <ns1:pt x="69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9" name="Freeform 26"/>
                <ns0:cNvSpPr/>
                <ns0:nvPr/>
              </ns0:nvSpPr>
              <ns0:spPr bwMode="auto">
                <ns1:xfrm>
                  <ns1:off x="6673850" y="2201863"/>
                  <ns1:ext cx="230188" cy="200025"/>
                </ns1:xfrm>
                <ns1:custGeom>
                  <ns1:avLst/>
                  <ns1:gdLst>
                    <ns1:gd name="T0" fmla="*/ 61 w 61"/>
                    <ns1:gd name="T1" fmla="*/ 0 h 53"/>
                    <ns1:gd name="T2" fmla="*/ 54 w 61"/>
                    <ns1:gd name="T3" fmla="*/ 51 h 53"/>
                    <ns1:gd name="T4" fmla="*/ 53 w 61"/>
                    <ns1:gd name="T5" fmla="*/ 52 h 53"/>
                    <ns1:gd name="T6" fmla="*/ 44 w 61"/>
                    <ns1:gd name="T7" fmla="*/ 42 h 53"/>
                    <ns1:gd name="T8" fmla="*/ 38 w 61"/>
                    <ns1:gd name="T9" fmla="*/ 41 h 53"/>
                    <ns1:gd name="T10" fmla="*/ 0 w 61"/>
                    <ns1:gd name="T11" fmla="*/ 53 h 53"/>
                    <ns1:gd name="T12" fmla="*/ 61 w 61"/>
                    <ns1:gd name="T13" fmla="*/ 0 h 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61" h="53">
                      <ns1:moveTo>
                        <ns1:pt x="61" y="0"/>
                      </ns1:moveTo>
                      <ns1:cubicBezTo>
                        <ns1:pt x="59" y="18"/>
                        <ns1:pt x="56" y="34"/>
                        <ns1:pt x="54" y="51"/>
                      </ns1:cubicBezTo>
                      <ns1:cubicBezTo>
                        <ns1:pt x="54" y="52"/>
                        <ns1:pt x="53" y="52"/>
                        <ns1:pt x="53" y="52"/>
                      </ns1:cubicBezTo>
                      <ns1:cubicBezTo>
                        <ns1:pt x="50" y="49"/>
                        <ns1:pt x="47" y="45"/>
                        <ns1:pt x="44" y="42"/>
                      </ns1:cubicBezTo>
                      <ns1:cubicBezTo>
                        <ns1:pt x="42" y="41"/>
                        <ns1:pt x="40" y="40"/>
                        <ns1:pt x="38" y="41"/>
                      </ns1:cubicBezTo>
                      <ns1:cubicBezTo>
                        <ns1:pt x="26" y="45"/>
                        <ns1:pt x="13" y="49"/>
                        <ns1:pt x="0" y="53"/>
                      </ns1:cubicBezTo>
                      <ns1:cubicBezTo>
                        <ns1:pt x="20" y="35"/>
                        <ns1:pt x="40" y="18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0" name="Freeform 27"/>
                <ns0:cNvSpPr/>
                <ns0:nvPr/>
              </ns0:nvSpPr>
              <ns0:spPr bwMode="auto">
                <ns1:xfrm>
                  <ns1:off x="7110413" y="2995613"/>
                  <ns1:ext cx="152400" cy="49213"/>
                </ns1:xfrm>
                <ns1:custGeom>
                  <ns1:avLst/>
                  <ns1:gdLst>
                    <ns1:gd name="T0" fmla="*/ 38 w 40"/>
                    <ns1:gd name="T1" fmla="*/ 13 h 13"/>
                    <ns1:gd name="T2" fmla="*/ 0 w 40"/>
                    <ns1:gd name="T3" fmla="*/ 1 h 13"/>
                    <ns1:gd name="T4" fmla="*/ 0 w 40"/>
                    <ns1:gd name="T5" fmla="*/ 0 h 13"/>
                    <ns1:gd name="T6" fmla="*/ 30 w 40"/>
                    <ns1:gd name="T7" fmla="*/ 2 h 13"/>
                    <ns1:gd name="T8" fmla="*/ 38 w 40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0" h="13">
                      <ns1:moveTo>
                        <ns1:pt x="38" y="13"/>
                      </ns1:moveTo>
                      <ns1:cubicBezTo>
                        <ns1:pt x="25" y="9"/>
                        <ns1:pt x="12" y="5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0" y="1"/>
                        <ns1:pt x="20" y="1"/>
                        <ns1:pt x="30" y="2"/>
                      </ns1:cubicBezTo>
                      <ns1:cubicBezTo>
                        <ns1:pt x="37" y="3"/>
                        <ns1:pt x="40" y="7"/>
                        <ns1:pt x="38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1" name="Freeform 28"/>
                <ns0:cNvSpPr/>
                <ns0:nvPr/>
              </ns0:nvSpPr>
              <ns0:spPr bwMode="auto">
                <ns1:xfrm>
                  <ns1:off x="6619875" y="2746375"/>
                  <ns1:ext cx="0" cy="3175"/>
                </ns1:xfrm>
                <ns1:custGeom>
                  <ns1:avLst/>
                  <ns1:gdLst>
                    <ns1:gd name="T0" fmla="*/ 0 h 1"/>
                    <ns1:gd name="T1" fmla="*/ 1 h 1"/>
                    <ns1:gd name="T2" fmla="*/ 1 h 1"/>
                    <ns1:gd name="T3" fmla="*/ 0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0"/>
                      </ns1:move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2" name="Freeform 29"/>
                <ns0:cNvSpPr/>
                <ns0:nvPr/>
              </ns0:nvSpPr>
              <ns0:spPr bwMode="auto">
                <ns1:xfrm>
                  <ns1:off x="6492875" y="1554163"/>
                  <ns1:ext cx="47625" cy="60325"/>
                </ns1:xfrm>
                <ns1:custGeom>
                  <ns1:avLst/>
                  <ns1:gdLst>
                    <ns1:gd name="T0" fmla="*/ 10 w 13"/>
                    <ns1:gd name="T1" fmla="*/ 12 h 16"/>
                    <ns1:gd name="T2" fmla="*/ 6 w 13"/>
                    <ns1:gd name="T3" fmla="*/ 15 h 16"/>
                    <ns1:gd name="T4" fmla="*/ 0 w 13"/>
                    <ns1:gd name="T5" fmla="*/ 14 h 16"/>
                    <ns1:gd name="T6" fmla="*/ 4 w 13"/>
                    <ns1:gd name="T7" fmla="*/ 0 h 16"/>
                    <ns1:gd name="T8" fmla="*/ 13 w 13"/>
                    <ns1:gd name="T9" fmla="*/ 2 h 16"/>
                    <ns1:gd name="T10" fmla="*/ 11 w 13"/>
                    <ns1:gd name="T11" fmla="*/ 11 h 16"/>
                    <ns1:gd name="T12" fmla="*/ 9 w 13"/>
                    <ns1:gd name="T13" fmla="*/ 4 h 16"/>
                    <ns1:gd name="T14" fmla="*/ 4 w 13"/>
                    <ns1:gd name="T15" fmla="*/ 4 h 16"/>
                    <ns1:gd name="T16" fmla="*/ 4 w 13"/>
                    <ns1:gd name="T17" fmla="*/ 13 h 16"/>
                    <ns1:gd name="T18" fmla="*/ 10 w 13"/>
                    <ns1:gd name="T19" fmla="*/ 1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3" h="16">
                      <ns1:moveTo>
                        <ns1:pt x="10" y="12"/>
                      </ns1:moveTo>
                      <ns1:cubicBezTo>
                        <ns1:pt x="10" y="15"/>
                        <ns1:pt x="9" y="16"/>
                        <ns1:pt x="6" y="15"/>
                      </ns1:cubicBezTo>
                      <ns1:cubicBezTo>
                        <ns1:pt x="4" y="15"/>
                        <ns1:pt x="2" y="14"/>
                        <ns1:pt x="0" y="14"/>
                      </ns1:cubicBezTo>
                      <ns1:cubicBezTo>
                        <ns1:pt x="2" y="9"/>
                        <ns1:pt x="3" y="5"/>
                        <ns1:pt x="4" y="0"/>
                      </ns1:cubicBezTo>
                      <ns1:cubicBezTo>
                        <ns1:pt x="7" y="0"/>
                        <ns1:pt x="10" y="1"/>
                        <ns1:pt x="13" y="2"/>
                      </ns1:cubicBezTo>
                      <ns1:cubicBezTo>
                        <ns1:pt x="12" y="5"/>
                        <ns1:pt x="12" y="8"/>
                        <ns1:pt x="11" y="11"/>
                      </ns1:cubicBezTo>
                      <ns1:cubicBezTo>
                        <ns1:pt x="10" y="9"/>
                        <ns1:pt x="10" y="6"/>
                        <ns1:pt x="9" y="4"/>
                      </ns1:cubicBezTo>
                      <ns1:cubicBezTo>
                        <ns1:pt x="8" y="4"/>
                        <ns1:pt x="6" y="4"/>
                        <ns1:pt x="4" y="4"/>
                      </ns1:cubicBezTo>
                      <ns1:cubicBezTo>
                        <ns1:pt x="4" y="7"/>
                        <ns1:pt x="4" y="10"/>
                        <ns1:pt x="4" y="13"/>
                      </ns1:cubicBezTo>
                      <ns1:cubicBezTo>
                        <ns1:pt x="7" y="13"/>
                        <ns1:pt x="8" y="12"/>
                        <ns1:pt x="10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3" name="Freeform 31"/>
                <ns0:cNvSpPr/>
                <ns0:nvPr/>
              </ns0:nvSpPr>
              <ns0:spPr bwMode="auto">
                <ns1:xfrm>
                  <ns1:off x="7292975" y="2028825"/>
                  <ns1:ext cx="47625" cy="49213"/>
                </ns1:xfrm>
                <ns1:custGeom>
                  <ns1:avLst/>
                  <ns1:gdLst>
                    <ns1:gd name="T0" fmla="*/ 12 w 13"/>
                    <ns1:gd name="T1" fmla="*/ 0 h 13"/>
                    <ns1:gd name="T2" fmla="*/ 7 w 13"/>
                    <ns1:gd name="T3" fmla="*/ 12 h 13"/>
                    <ns1:gd name="T4" fmla="*/ 0 w 13"/>
                    <ns1:gd name="T5" fmla="*/ 12 h 13"/>
                    <ns1:gd name="T6" fmla="*/ 12 w 13"/>
                    <ns1:gd name="T7" fmla="*/ 0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3" h="13">
                      <ns1:moveTo>
                        <ns1:pt x="12" y="0"/>
                      </ns1:moveTo>
                      <ns1:cubicBezTo>
                        <ns1:pt x="13" y="4"/>
                        <ns1:pt x="11" y="9"/>
                        <ns1:pt x="7" y="12"/>
                      </ns1:cubicBezTo>
                      <ns1:cubicBezTo>
                        <ns1:pt x="5" y="13"/>
                        <ns1:pt x="3" y="12"/>
                        <ns1:pt x="0" y="12"/>
                      </ns1:cubicBezTo>
                      <ns1:cubicBezTo>
                        <ns1:pt x="5" y="7"/>
                        <ns1:pt x="9" y="4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4" name="Freeform 32"/>
                <ns0:cNvSpPr/>
                <ns0:nvPr/>
              </ns0:nvSpPr>
              <ns0:spPr bwMode="auto">
                <ns1:xfrm>
                  <ns1:off x="7345363" y="1976438"/>
                  <ns1:ext cx="49213" cy="41275"/>
                </ns1:xfrm>
                <ns1:custGeom>
                  <ns1:avLst/>
                  <ns1:gdLst>
                    <ns1:gd name="T0" fmla="*/ 0 w 13"/>
                    <ns1:gd name="T1" fmla="*/ 11 h 11"/>
                    <ns1:gd name="T2" fmla="*/ 10 w 13"/>
                    <ns1:gd name="T3" fmla="*/ 0 h 11"/>
                    <ns1:gd name="T4" fmla="*/ 13 w 13"/>
                    <ns1:gd name="T5" fmla="*/ 3 h 11"/>
                    <ns1:gd name="T6" fmla="*/ 1 w 13"/>
                    <ns1:gd name="T7" fmla="*/ 11 h 11"/>
                    <ns1:gd name="T8" fmla="*/ 0 w 13"/>
                    <ns1:gd name="T9" fmla="*/ 1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1">
                      <ns1:moveTo>
                        <ns1:pt x="0" y="11"/>
                      </ns1:moveTo>
                      <ns1:cubicBezTo>
                        <ns1:pt x="3" y="7"/>
                        <ns1:pt x="6" y="4"/>
                        <ns1:pt x="10" y="0"/>
                      </ns1:cubicBezTo>
                      <ns1:cubicBezTo>
                        <ns1:pt x="11" y="1"/>
                        <ns1:pt x="12" y="2"/>
                        <ns1:pt x="13" y="3"/>
                      </ns1:cubicBezTo>
                      <ns1:cubicBezTo>
                        <ns1:pt x="9" y="6"/>
                        <ns1:pt x="5" y="9"/>
                        <ns1:pt x="1" y="11"/>
                      </ns1:cubicBezTo>
                      <ns1:cubicBezTo>
                        <ns1:pt x="0" y="11"/>
                        <ns1:pt x="0" y="11"/>
                        <ns1:pt x="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5" name="Freeform 33"/>
                <ns0:cNvSpPr/>
                <ns0:nvPr/>
              </ns0:nvSpPr>
              <ns0:spPr bwMode="auto">
                <ns1:xfrm>
                  <ns1:off x="7273925" y="2085975"/>
                  <ns1:ext cx="6350" cy="7938"/>
                </ns1:xfrm>
                <ns1:custGeom>
                  <ns1:avLst/>
                  <ns1:gdLst>
                    <ns1:gd name="T0" fmla="*/ 0 w 2"/>
                    <ns1:gd name="T1" fmla="*/ 1 h 2"/>
                    <ns1:gd name="T2" fmla="*/ 2 w 2"/>
                    <ns1:gd name="T3" fmla="*/ 0 h 2"/>
                    <ns1:gd name="T4" fmla="*/ 2 w 2"/>
                    <ns1:gd name="T5" fmla="*/ 0 h 2"/>
                    <ns1:gd name="T6" fmla="*/ 1 w 2"/>
                    <ns1:gd name="T7" fmla="*/ 2 h 2"/>
                    <ns1:gd name="T8" fmla="*/ 0 w 2"/>
                    <ns1:gd name="T9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2">
                      <ns1:moveTo>
                        <ns1:pt x="0" y="1"/>
                      </ns1:moveTo>
                      <ns1:cubicBezTo>
                        <ns1:pt x="1" y="1"/>
                        <ns1:pt x="1" y="0"/>
                        <ns1:pt x="2" y="0"/>
                      </ns1:cubicBezTo>
                      <ns1:cubicBezTo>
                        <ns1:pt x="2" y="0"/>
                        <ns1:pt x="2" y="0"/>
                        <ns1:pt x="2" y="0"/>
                      </ns1:cubicBezTo>
                      <ns1:cubicBezTo>
                        <ns1:pt x="2" y="1"/>
                        <ns1:pt x="1" y="2"/>
                        <ns1:pt x="1" y="2"/>
                      </ns1:cubicBezTo>
                      <ns1:cubicBezTo>
                        <ns1:pt x="1" y="2"/>
                        <ns1:pt x="1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6" name="Freeform 34"/>
                <ns0:cNvSpPr/>
                <ns0:nvPr/>
              </ns0:nvSpPr>
              <ns0:spPr bwMode="auto">
                <ns1:xfrm>
                  <ns1:off x="7280275" y="208121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7" name="Freeform 35"/>
                <ns0:cNvSpPr/>
                <ns0:nvPr/>
              </ns0:nvSpPr>
              <ns0:spPr bwMode="auto">
                <ns1:xfrm>
                  <ns1:off x="7340600" y="2017713"/>
                  <ns1:ext cx="7938" cy="0"/>
                </ns1:xfrm>
                <ns1:custGeom>
                  <ns1:avLst/>
                  <ns1:gdLst>
                    <ns1:gd name="T0" fmla="*/ 2 w 2"/>
                    <ns1:gd name="T1" fmla="*/ 0 w 2"/>
                    <ns1:gd name="T2" fmla="*/ 1 w 2"/>
                    <ns1:gd name="T3" fmla="*/ 2 w 2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</ns1:cxnLst>
                  <ns1:rect l="0" t="0" r="r" b="b"/>
                  <ns1:pathLst>
                    <ns1:path w="2">
                      <ns1:moveTo>
                        <ns1:pt x="2" y="0"/>
                      </ns1:moveTo>
                      <ns1:cubicBezTo>
                        <ns1:pt x="1" y="0"/>
                        <ns1:pt x="1" y="0"/>
                        <ns1:pt x="0" y="0"/>
                      </ns1:cubicBezTo>
                      <ns1:cubicBezTo>
                        <ns1:pt x="1" y="0"/>
                        <ns1:pt x="1" y="0"/>
                        <ns1:pt x="1" y="0"/>
                      </ns1:cubicBezTo>
                      <ns1:cubicBezTo>
                        <ns1:pt x="1" y="0"/>
                        <ns1:pt x="1" y="0"/>
                        <ns1:pt x="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8" name="Freeform 36"/>
                <ns0:cNvSpPr>
                  <ns1:spLocks noEditPoints="1"/>
                </ns0:cNvSpPr>
                <ns0:nvPr/>
              </ns0:nvSpPr>
              <ns0:spPr bwMode="auto">
                <ns1:xfrm>
                  <ns1:off x="5854700" y="1519238"/>
                  <ns1:ext cx="38100" cy="57150"/>
                </ns1:xfrm>
                <ns1:custGeom>
                  <ns1:avLst/>
                  <ns1:gdLst>
                    <ns1:gd name="T0" fmla="*/ 10 w 10"/>
                    <ns1:gd name="T1" fmla="*/ 14 h 15"/>
                    <ns1:gd name="T2" fmla="*/ 1 w 10"/>
                    <ns1:gd name="T3" fmla="*/ 15 h 15"/>
                    <ns1:gd name="T4" fmla="*/ 0 w 10"/>
                    <ns1:gd name="T5" fmla="*/ 1 h 15"/>
                    <ns1:gd name="T6" fmla="*/ 9 w 10"/>
                    <ns1:gd name="T7" fmla="*/ 0 h 15"/>
                    <ns1:gd name="T8" fmla="*/ 10 w 10"/>
                    <ns1:gd name="T9" fmla="*/ 14 h 15"/>
                    <ns1:gd name="T10" fmla="*/ 10 w 10"/>
                    <ns1:gd name="T11" fmla="*/ 11 h 15"/>
                    <ns1:gd name="T12" fmla="*/ 7 w 10"/>
                    <ns1:gd name="T13" fmla="*/ 3 h 15"/>
                    <ns1:gd name="T14" fmla="*/ 1 w 10"/>
                    <ns1:gd name="T15" fmla="*/ 5 h 15"/>
                    <ns1:gd name="T16" fmla="*/ 5 w 10"/>
                    <ns1:gd name="T17" fmla="*/ 13 h 15"/>
                    <ns1:gd name="T18" fmla="*/ 10 w 10"/>
                    <ns1:gd name="T19" fmla="*/ 11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0" h="15">
                      <ns1:moveTo>
                        <ns1:pt x="10" y="14"/>
                      </ns1:moveTo>
                      <ns1:cubicBezTo>
                        <ns1:pt x="7" y="15"/>
                        <ns1:pt x="5" y="15"/>
                        <ns1:pt x="1" y="15"/>
                      </ns1:cubicBezTo>
                      <ns1:cubicBezTo>
                        <ns1:pt x="1" y="10"/>
                        <ns1:pt x="1" y="6"/>
                        <ns1:pt x="0" y="1"/>
                      </ns1:cubicBezTo>
                      <ns1:cubicBezTo>
                        <ns1:pt x="3" y="1"/>
                        <ns1:pt x="6" y="0"/>
                        <ns1:pt x="9" y="0"/>
                      </ns1:cubicBezTo>
                      <ns1:cubicBezTo>
                        <ns1:pt x="10" y="5"/>
                        <ns1:pt x="10" y="9"/>
                        <ns1:pt x="10" y="14"/>
                      </ns1:cubicBezTo>
                      <ns1:close/>
                      <ns1:moveTo>
                        <ns1:pt x="10" y="11"/>
                      </ns1:moveTo>
                      <ns1:cubicBezTo>
                        <ns1:pt x="9" y="8"/>
                        <ns1:pt x="8" y="5"/>
                        <ns1:pt x="7" y="3"/>
                      </ns1:cubicBezTo>
                      <ns1:cubicBezTo>
                        <ns1:pt x="5" y="3"/>
                        <ns1:pt x="3" y="4"/>
                        <ns1:pt x="1" y="5"/>
                      </ns1:cubicBezTo>
                      <ns1:cubicBezTo>
                        <ns1:pt x="3" y="8"/>
                        <ns1:pt x="4" y="10"/>
                        <ns1:pt x="5" y="13"/>
                      </ns1:cubicBezTo>
                      <ns1:cubicBezTo>
                        <ns1:pt x="6" y="12"/>
                        <ns1:pt x="8" y="12"/>
                        <ns1:pt x="1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9" name="Freeform 37"/>
                <ns0:cNvSpPr/>
                <ns0:nvPr/>
              </ns0:nvSpPr>
              <ns0:spPr bwMode="auto">
                <ns1:xfrm>
                  <ns1:off x="5632450" y="16478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1" y="0"/>
                      </ns1:cubicBezTo>
                      <ns1:cubicBezTo>
                        <ns1:pt x="1" y="1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0" name="Freeform 38"/>
                <ns0:cNvSpPr/>
                <ns0:nvPr/>
              </ns0:nvSpPr>
              <ns0:spPr bwMode="auto">
                <ns1:xfrm>
                  <ns1:off x="5564188" y="1579563"/>
                  <ns1:ext cx="3175" cy="4763"/>
                </ns1:xfrm>
                <ns1:custGeom>
                  <ns1:avLst/>
                  <ns1:gdLst>
                    <ns1:gd name="T0" fmla="*/ 1 w 1"/>
                    <ns1:gd name="T1" fmla="*/ 1 h 1"/>
                    <ns1:gd name="T2" fmla="*/ 0 w 1"/>
                    <ns1:gd name="T3" fmla="*/ 1 h 1"/>
                    <ns1:gd name="T4" fmla="*/ 0 w 1"/>
                    <ns1:gd name="T5" fmla="*/ 0 h 1"/>
                    <ns1:gd name="T6" fmla="*/ 1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1" y="1"/>
                      </ns1:moveTo>
                      <ns1:cubicBezTo>
                        <ns1:pt x="1" y="1"/>
                        <ns1:pt x="0" y="1"/>
                        <ns1:pt x="0" y="1"/>
                      </ns1:cubicBezTo>
                      <ns1:cubicBezTo>
                        <ns1:pt x="0" y="1"/>
                        <ns1:pt x="0" y="0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1" name="Freeform 39"/>
                <ns0:cNvSpPr/>
                <ns0:nvPr/>
              </ns0:nvSpPr>
              <ns0:spPr bwMode="auto">
                <ns1:xfrm>
                  <ns1:off x="6408738" y="5232400"/>
                  <ns1:ext cx="7938" cy="12700"/>
                </ns1:xfrm>
                <ns1:custGeom>
                  <ns1:avLst/>
                  <ns1:gdLst>
                    <ns1:gd name="T0" fmla="*/ 1 w 2"/>
                    <ns1:gd name="T1" fmla="*/ 3 h 3"/>
                    <ns1:gd name="T2" fmla="*/ 0 w 2"/>
                    <ns1:gd name="T3" fmla="*/ 1 h 3"/>
                    <ns1:gd name="T4" fmla="*/ 1 w 2"/>
                    <ns1:gd name="T5" fmla="*/ 0 h 3"/>
                    <ns1:gd name="T6" fmla="*/ 2 w 2"/>
                    <ns1:gd name="T7" fmla="*/ 2 h 3"/>
                    <ns1:gd name="T8" fmla="*/ 1 w 2"/>
                    <ns1:gd name="T9" fmla="*/ 3 h 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3">
                      <ns1:moveTo>
                        <ns1:pt x="1" y="3"/>
                      </ns1:moveTo>
                      <ns1:cubicBezTo>
                        <ns1:pt x="1" y="2"/>
                        <ns1:pt x="1" y="1"/>
                        <ns1:pt x="0" y="1"/>
                      </ns1:cubicBezTo>
                      <ns1:cubicBezTo>
                        <ns1:pt x="1" y="1"/>
                        <ns1:pt x="1" y="0"/>
                        <ns1:pt x="1" y="0"/>
                      </ns1:cubicBezTo>
                      <ns1:cubicBezTo>
                        <ns1:pt x="1" y="1"/>
                        <ns1:pt x="1" y="1"/>
                        <ns1:pt x="2" y="2"/>
                      </ns1:cubicBezTo>
                      <ns1:cubicBezTo>
                        <ns1:pt x="1" y="2"/>
                        <ns1:pt x="1" y="2"/>
                        <ns1:pt x="1" y="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2" name="Freeform 40"/>
                <ns0:cNvSpPr/>
                <ns0:nvPr/>
              </ns0:nvSpPr>
              <ns0:spPr bwMode="auto">
                <ns1:xfrm>
                  <ns1:off x="4605338" y="45053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1" y="0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3" name="Freeform 41"/>
                <ns0:cNvSpPr/>
                <ns0:nvPr/>
              </ns0:nvSpPr>
              <ns0:spPr bwMode="auto">
                <ns1:xfrm>
                  <ns1:off x="4586288" y="4598988"/>
                  <ns1:ext cx="3175" cy="7938"/>
                </ns1:xfrm>
                <ns1:custGeom>
                  <ns1:avLst/>
                  <ns1:gdLst>
                    <ns1:gd name="T0" fmla="*/ 1 w 1"/>
                    <ns1:gd name="T1" fmla="*/ 1 h 2"/>
                    <ns1:gd name="T2" fmla="*/ 0 w 1"/>
                    <ns1:gd name="T3" fmla="*/ 2 h 2"/>
                    <ns1:gd name="T4" fmla="*/ 0 w 1"/>
                    <ns1:gd name="T5" fmla="*/ 0 h 2"/>
                    <ns1:gd name="T6" fmla="*/ 1 w 1"/>
                    <ns1:gd name="T7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2">
                      <ns1:moveTo>
                        <ns1:pt x="1" y="1"/>
                      </ns1:moveTo>
                      <ns1:cubicBezTo>
                        <ns1:pt x="1" y="1"/>
                        <ns1:pt x="0" y="2"/>
                        <ns1:pt x="0" y="2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4" name="Freeform 42"/>
                <ns0:cNvSpPr/>
                <ns0:nvPr/>
              </ns0:nvSpPr>
              <ns0:spPr bwMode="auto">
                <ns1:xfrm>
                  <ns1:off x="5545138" y="5180013"/>
                  <ns1:ext cx="71438" cy="114300"/>
                </ns1:xfrm>
                <ns1:custGeom>
                  <ns1:avLst/>
                  <ns1:gdLst>
                    <ns1:gd name="T0" fmla="*/ 7 w 19"/>
                    <ns1:gd name="T1" fmla="*/ 0 h 30"/>
                    <ns1:gd name="T2" fmla="*/ 18 w 19"/>
                    <ns1:gd name="T3" fmla="*/ 8 h 30"/>
                    <ns1:gd name="T4" fmla="*/ 13 w 19"/>
                    <ns1:gd name="T5" fmla="*/ 26 h 30"/>
                    <ns1:gd name="T6" fmla="*/ 0 w 19"/>
                    <ns1:gd name="T7" fmla="*/ 26 h 30"/>
                    <ns1:gd name="T8" fmla="*/ 7 w 19"/>
                    <ns1:gd name="T9" fmla="*/ 0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9" h="30">
                      <ns1:moveTo>
                        <ns1:pt x="7" y="0"/>
                      </ns1:moveTo>
                      <ns1:cubicBezTo>
                        <ns1:pt x="12" y="2"/>
                        <ns1:pt x="17" y="2"/>
                        <ns1:pt x="18" y="8"/>
                      </ns1:cubicBezTo>
                      <ns1:cubicBezTo>
                        <ns1:pt x="19" y="15"/>
                        <ns1:pt x="18" y="21"/>
                        <ns1:pt x="13" y="26"/>
                      </ns1:cubicBezTo>
                      <ns1:cubicBezTo>
                        <ns1:pt x="9" y="30"/>
                        <ns1:pt x="4" y="28"/>
                        <ns1:pt x="0" y="26"/>
                      </ns1:cubicBezTo>
                      <ns1:cubicBezTo>
                        <ns1:pt x="2" y="17"/>
                        <ns1:pt x="4" y="9"/>
                        <ns1:pt x="7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5" name="Freeform 43"/>
                <ns0:cNvSpPr/>
                <ns0:nvPr/>
              </ns0:nvSpPr>
              <ns0:spPr bwMode="auto">
                <ns1:xfrm>
                  <ns1:off x="7915275" y="3289300"/>
                  <ns1:ext cx="49213" cy="49213"/>
                </ns1:xfrm>
                <ns1:custGeom>
                  <ns1:avLst/>
                  <ns1:gdLst>
                    <ns1:gd name="T0" fmla="*/ 13 w 13"/>
                    <ns1:gd name="T1" fmla="*/ 12 h 13"/>
                    <ns1:gd name="T2" fmla="*/ 0 w 13"/>
                    <ns1:gd name="T3" fmla="*/ 13 h 13"/>
                    <ns1:gd name="T4" fmla="*/ 2 w 13"/>
                    <ns1:gd name="T5" fmla="*/ 2 h 13"/>
                    <ns1:gd name="T6" fmla="*/ 8 w 13"/>
                    <ns1:gd name="T7" fmla="*/ 1 h 13"/>
                    <ns1:gd name="T8" fmla="*/ 13 w 13"/>
                    <ns1:gd name="T9" fmla="*/ 12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3">
                      <ns1:moveTo>
                        <ns1:pt x="13" y="12"/>
                      </ns1:moveTo>
                      <ns1:cubicBezTo>
                        <ns1:pt x="8" y="12"/>
                        <ns1:pt x="4" y="13"/>
                        <ns1:pt x="0" y="13"/>
                      </ns1:cubicBezTo>
                      <ns1:cubicBezTo>
                        <ns1:pt x="0" y="9"/>
                        <ns1:pt x="0" y="5"/>
                        <ns1:pt x="2" y="2"/>
                      </ns1:cubicBezTo>
                      <ns1:cubicBezTo>
                        <ns1:pt x="2" y="1"/>
                        <ns1:pt x="7" y="0"/>
                        <ns1:pt x="8" y="1"/>
                      </ns1:cubicBezTo>
                      <ns1:cubicBezTo>
                        <ns1:pt x="10" y="4"/>
                        <ns1:pt x="11" y="8"/>
                        <ns1:pt x="13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6" name="Freeform 44"/>
                <ns0:cNvSpPr/>
                <ns0:nvPr/>
              </ns0:nvSpPr>
              <ns0:spPr bwMode="auto">
                <ns1:xfrm>
                  <ns1:off x="4432300" y="4262438"/>
                  <ns1:ext cx="52388" cy="53975"/>
                </ns1:xfrm>
                <ns1:custGeom>
                  <ns1:avLst/>
                  <ns1:gdLst>
                    <ns1:gd name="T0" fmla="*/ 0 w 14"/>
                    <ns1:gd name="T1" fmla="*/ 6 h 14"/>
                    <ns1:gd name="T2" fmla="*/ 11 w 14"/>
                    <ns1:gd name="T3" fmla="*/ 0 h 14"/>
                    <ns1:gd name="T4" fmla="*/ 14 w 14"/>
                    <ns1:gd name="T5" fmla="*/ 11 h 14"/>
                    <ns1:gd name="T6" fmla="*/ 9 w 14"/>
                    <ns1:gd name="T7" fmla="*/ 14 h 14"/>
                    <ns1:gd name="T8" fmla="*/ 0 w 14"/>
                    <ns1:gd name="T9" fmla="*/ 6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4" h="14">
                      <ns1:moveTo>
                        <ns1:pt x="0" y="6"/>
                      </ns1:moveTo>
                      <ns1:cubicBezTo>
                        <ns1:pt x="4" y="3"/>
                        <ns1:pt x="7" y="2"/>
                        <ns1:pt x="11" y="0"/>
                      </ns1:cubicBezTo>
                      <ns1:cubicBezTo>
                        <ns1:pt x="12" y="4"/>
                        <ns1:pt x="14" y="7"/>
                        <ns1:pt x="14" y="11"/>
                      </ns1:cubicBezTo>
                      <ns1:cubicBezTo>
                        <ns1:pt x="14" y="12"/>
                        <ns1:pt x="9" y="14"/>
                        <ns1:pt x="9" y="14"/>
                      </ns1:cubicBezTo>
                      <ns1:cubicBezTo>
                        <ns1:pt x="6" y="12"/>
                        <ns1:pt x="3" y="9"/>
                        <ns1:pt x="0" y="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7" name="Freeform 45"/>
                <ns0:cNvSpPr/>
                <ns0:nvPr/>
              </ns0:nvSpPr>
              <ns0:spPr bwMode="auto">
                <ns1:xfrm>
                  <ns1:off x="6137275" y="5256213"/>
                  <ns1:ext cx="46038" cy="49213"/>
                </ns1:xfrm>
                <ns1:custGeom>
                  <ns1:avLst/>
                  <ns1:gdLst>
                    <ns1:gd name="T0" fmla="*/ 0 w 12"/>
                    <ns1:gd name="T1" fmla="*/ 13 h 13"/>
                    <ns1:gd name="T2" fmla="*/ 0 w 12"/>
                    <ns1:gd name="T3" fmla="*/ 0 h 13"/>
                    <ns1:gd name="T4" fmla="*/ 11 w 12"/>
                    <ns1:gd name="T5" fmla="*/ 2 h 13"/>
                    <ns1:gd name="T6" fmla="*/ 11 w 12"/>
                    <ns1:gd name="T7" fmla="*/ 8 h 13"/>
                    <ns1:gd name="T8" fmla="*/ 0 w 12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3">
                      <ns1:moveTo>
                        <ns1:pt x="0" y="13"/>
                      </ns1:moveTo>
                      <ns1:cubicBezTo>
                        <ns1:pt x="0" y="7"/>
                        <ns1:pt x="0" y="4"/>
                        <ns1:pt x="0" y="0"/>
                      </ns1:cubicBezTo>
                      <ns1:cubicBezTo>
                        <ns1:pt x="4" y="0"/>
                        <ns1:pt x="7" y="1"/>
                        <ns1:pt x="11" y="2"/>
                      </ns1:cubicBezTo>
                      <ns1:cubicBezTo>
                        <ns1:pt x="11" y="2"/>
                        <ns1:pt x="12" y="8"/>
                        <ns1:pt x="11" y="8"/>
                      </ns1:cubicBezTo>
                      <ns1:cubicBezTo>
                        <ns1:pt x="8" y="10"/>
                        <ns1:pt x="4" y="11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8" name="Freeform 46"/>
                <ns0:cNvSpPr/>
                <ns0:nvPr/>
              </ns0:nvSpPr>
              <ns0:spPr bwMode="auto">
                <ns1:xfrm>
                  <ns1:off x="4454525" y="4384675"/>
                  <ns1:ext cx="104775" cy="90488"/>
                </ns1:xfrm>
                <ns1:custGeom>
                  <ns1:avLst/>
                  <ns1:gdLst>
                    <ns1:gd name="T0" fmla="*/ 21 w 28"/>
                    <ns1:gd name="T1" fmla="*/ 0 h 24"/>
                    <ns1:gd name="T2" fmla="*/ 27 w 28"/>
                    <ns1:gd name="T3" fmla="*/ 5 h 24"/>
                    <ns1:gd name="T4" fmla="*/ 26 w 28"/>
                    <ns1:gd name="T5" fmla="*/ 13 h 24"/>
                    <ns1:gd name="T6" fmla="*/ 10 w 28"/>
                    <ns1:gd name="T7" fmla="*/ 24 h 24"/>
                    <ns1:gd name="T8" fmla="*/ 2 w 28"/>
                    <ns1:gd name="T9" fmla="*/ 21 h 24"/>
                    <ns1:gd name="T10" fmla="*/ 1 w 28"/>
                    <ns1:gd name="T11" fmla="*/ 12 h 24"/>
                    <ns1:gd name="T12" fmla="*/ 21 w 28"/>
                    <ns1:gd name="T13" fmla="*/ 0 h 2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24">
                      <ns1:moveTo>
                        <ns1:pt x="21" y="0"/>
                      </ns1:moveTo>
                      <ns1:cubicBezTo>
                        <ns1:pt x="22" y="1"/>
                        <ns1:pt x="26" y="3"/>
                        <ns1:pt x="27" y="5"/>
                      </ns1:cubicBezTo>
                      <ns1:cubicBezTo>
                        <ns1:pt x="28" y="7"/>
                        <ns1:pt x="28" y="11"/>
                        <ns1:pt x="26" y="13"/>
                      </ns1:cubicBezTo>
                      <ns1:cubicBezTo>
                        <ns1:pt x="23" y="19"/>
                        <ns1:pt x="16" y="23"/>
                        <ns1:pt x="10" y="24"/>
                      </ns1:cubicBezTo>
                      <ns1:cubicBezTo>
                        <ns1:pt x="7" y="24"/>
                        <ns1:pt x="3" y="23"/>
                        <ns1:pt x="2" y="21"/>
                      </ns1:cubicBezTo>
                      <ns1:cubicBezTo>
                        <ns1:pt x="1" y="19"/>
                        <ns1:pt x="0" y="14"/>
                        <ns1:pt x="1" y="12"/>
                      </ns1:cubicBezTo>
                      <ns1:cubicBezTo>
                        <ns1:pt x="5" y="5"/>
                        <ns1:pt x="12" y="2"/>
                        <ns1:pt x="2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9" name="Freeform 47"/>
                <ns0:cNvSpPr/>
                <ns0:nvPr/>
              </ns0:nvSpPr>
              <ns0:spPr bwMode="auto">
                <ns1:xfrm>
                  <ns1:off x="4167188" y="3417888"/>
                  <ns1:ext cx="109538" cy="79375"/>
                </ns1:xfrm>
                <ns1:custGeom>
                  <ns1:avLst/>
                  <ns1:gdLst>
                    <ns1:gd name="T0" fmla="*/ 14 w 29"/>
                    <ns1:gd name="T1" fmla="*/ 0 h 21"/>
                    <ns1:gd name="T2" fmla="*/ 24 w 29"/>
                    <ns1:gd name="T3" fmla="*/ 3 h 21"/>
                    <ns1:gd name="T4" fmla="*/ 29 w 29"/>
                    <ns1:gd name="T5" fmla="*/ 10 h 21"/>
                    <ns1:gd name="T6" fmla="*/ 24 w 29"/>
                    <ns1:gd name="T7" fmla="*/ 17 h 21"/>
                    <ns1:gd name="T8" fmla="*/ 4 w 29"/>
                    <ns1:gd name="T9" fmla="*/ 18 h 21"/>
                    <ns1:gd name="T10" fmla="*/ 0 w 29"/>
                    <ns1:gd name="T11" fmla="*/ 11 h 21"/>
                    <ns1:gd name="T12" fmla="*/ 4 w 29"/>
                    <ns1:gd name="T13" fmla="*/ 3 h 21"/>
                    <ns1:gd name="T14" fmla="*/ 14 w 29"/>
                    <ns1:gd name="T15" fmla="*/ 0 h 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9" h="21">
                      <ns1:moveTo>
                        <ns1:pt x="14" y="0"/>
                      </ns1:moveTo>
                      <ns1:cubicBezTo>
                        <ns1:pt x="18" y="1"/>
                        <ns1:pt x="22" y="1"/>
                        <ns1:pt x="24" y="3"/>
                      </ns1:cubicBezTo>
                      <ns1:cubicBezTo>
                        <ns1:pt x="26" y="4"/>
                        <ns1:pt x="29" y="8"/>
                        <ns1:pt x="29" y="10"/>
                      </ns1:cubicBezTo>
                      <ns1:cubicBezTo>
                        <ns1:pt x="29" y="13"/>
                        <ns1:pt x="27" y="16"/>
                        <ns1:pt x="24" y="17"/>
                      </ns1:cubicBezTo>
                      <ns1:cubicBezTo>
                        <ns1:pt x="18" y="21"/>
                        <ns1:pt x="11" y="21"/>
                        <ns1:pt x="4" y="18"/>
                      </ns1:cubicBezTo>
                      <ns1:cubicBezTo>
                        <ns1:pt x="2" y="17"/>
                        <ns1:pt x="0" y="13"/>
                        <ns1:pt x="0" y="11"/>
                      </ns1:cubicBezTo>
                      <ns1:cubicBezTo>
                        <ns1:pt x="0" y="8"/>
                        <ns1:pt x="2" y="4"/>
                        <ns1:pt x="4" y="3"/>
                      </ns1:cubicBezTo>
                      <ns1:cubicBezTo>
                        <ns1:pt x="7" y="1"/>
                        <ns1:pt x="11" y="1"/>
                        <ns1:pt x="14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0" name="Freeform 48"/>
                <ns0:cNvSpPr/>
                <ns0:nvPr/>
              </ns0:nvSpPr>
              <ns0:spPr bwMode="auto">
                <ns1:xfrm>
                  <ns1:off x="4194175" y="3735388"/>
                  <ns1:ext cx="115888" cy="74613"/>
                </ns1:xfrm>
                <ns1:custGeom>
                  <ns1:avLst/>
                  <ns1:gdLst>
                    <ns1:gd name="T0" fmla="*/ 11 w 31"/>
                    <ns1:gd name="T1" fmla="*/ 20 h 20"/>
                    <ns1:gd name="T2" fmla="*/ 0 w 31"/>
                    <ns1:gd name="T3" fmla="*/ 12 h 20"/>
                    <ns1:gd name="T4" fmla="*/ 8 w 31"/>
                    <ns1:gd name="T5" fmla="*/ 2 h 20"/>
                    <ns1:gd name="T6" fmla="*/ 24 w 31"/>
                    <ns1:gd name="T7" fmla="*/ 1 h 20"/>
                    <ns1:gd name="T8" fmla="*/ 30 w 31"/>
                    <ns1:gd name="T9" fmla="*/ 7 h 20"/>
                    <ns1:gd name="T10" fmla="*/ 26 w 31"/>
                    <ns1:gd name="T11" fmla="*/ 16 h 20"/>
                    <ns1:gd name="T12" fmla="*/ 11 w 31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31" h="20">
                      <ns1:moveTo>
                        <ns1:pt x="11" y="20"/>
                      </ns1:moveTo>
                      <ns1:cubicBezTo>
                        <ns1:pt x="5" y="20"/>
                        <ns1:pt x="1" y="17"/>
                        <ns1:pt x="0" y="12"/>
                      </ns1:cubicBezTo>
                      <ns1:cubicBezTo>
                        <ns1:pt x="0" y="8"/>
                        <ns1:pt x="2" y="4"/>
                        <ns1:pt x="8" y="2"/>
                      </ns1:cubicBezTo>
                      <ns1:cubicBezTo>
                        <ns1:pt x="13" y="1"/>
                        <ns1:pt x="18" y="0"/>
                        <ns1:pt x="24" y="1"/>
                      </ns1:cubicBezTo>
                      <ns1:cubicBezTo>
                        <ns1:pt x="26" y="1"/>
                        <ns1:pt x="28" y="5"/>
                        <ns1:pt x="30" y="7"/>
                      </ns1:cubicBezTo>
                      <ns1:cubicBezTo>
                        <ns1:pt x="31" y="11"/>
                        <ns1:pt x="29" y="14"/>
                        <ns1:pt x="26" y="16"/>
                      </ns1:cubicBezTo>
                      <ns1:cubicBezTo>
                        <ns1:pt x="21" y="18"/>
                        <ns1:pt x="16" y="19"/>
                        <ns1:pt x="1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1" name="Freeform 49"/>
                <ns0:cNvSpPr/>
                <ns0:nvPr/>
              </ns0:nvSpPr>
              <ns0:spPr bwMode="auto">
                <ns1:xfrm>
                  <ns1:off x="6262688" y="5240338"/>
                  <ns1:ext cx="77788" cy="114300"/>
                </ns1:xfrm>
                <ns1:custGeom>
                  <ns1:avLst/>
                  <ns1:gdLst>
                    <ns1:gd name="T0" fmla="*/ 0 w 21"/>
                    <ns1:gd name="T1" fmla="*/ 13 h 30"/>
                    <ns1:gd name="T2" fmla="*/ 2 w 21"/>
                    <ns1:gd name="T3" fmla="*/ 5 h 30"/>
                    <ns1:gd name="T4" fmla="*/ 9 w 21"/>
                    <ns1:gd name="T5" fmla="*/ 0 h 30"/>
                    <ns1:gd name="T6" fmla="*/ 16 w 21"/>
                    <ns1:gd name="T7" fmla="*/ 4 h 30"/>
                    <ns1:gd name="T8" fmla="*/ 19 w 21"/>
                    <ns1:gd name="T9" fmla="*/ 25 h 30"/>
                    <ns1:gd name="T10" fmla="*/ 12 w 21"/>
                    <ns1:gd name="T11" fmla="*/ 30 h 30"/>
                    <ns1:gd name="T12" fmla="*/ 4 w 21"/>
                    <ns1:gd name="T13" fmla="*/ 26 h 30"/>
                    <ns1:gd name="T14" fmla="*/ 0 w 21"/>
                    <ns1:gd name="T15" fmla="*/ 13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1" h="30">
                      <ns1:moveTo>
                        <ns1:pt x="0" y="13"/>
                      </ns1:moveTo>
                      <ns1:cubicBezTo>
                        <ns1:pt x="1" y="10"/>
                        <ns1:pt x="1" y="7"/>
                        <ns1:pt x="2" y="5"/>
                      </ns1:cubicBezTo>
                      <ns1:cubicBezTo>
                        <ns1:pt x="4" y="3"/>
                        <ns1:pt x="6" y="1"/>
                        <ns1:pt x="9" y="0"/>
                      </ns1:cubicBezTo>
                      <ns1:cubicBezTo>
                        <ns1:pt x="11" y="0"/>
                        <ns1:pt x="15" y="2"/>
                        <ns1:pt x="16" y="4"/>
                      </ns1:cubicBezTo>
                      <ns1:cubicBezTo>
                        <ns1:pt x="20" y="10"/>
                        <ns1:pt x="21" y="18"/>
                        <ns1:pt x="19" y="25"/>
                      </ns1:cubicBezTo>
                      <ns1:cubicBezTo>
                        <ns1:pt x="18" y="27"/>
                        <ns1:pt x="14" y="29"/>
                        <ns1:pt x="12" y="30"/>
                      </ns1:cubicBezTo>
                      <ns1:cubicBezTo>
                        <ns1:pt x="9" y="30"/>
                        <ns1:pt x="5" y="28"/>
                        <ns1:pt x="4" y="26"/>
                      </ns1:cubicBezTo>
                      <ns1:cubicBezTo>
                        <ns1:pt x="2" y="22"/>
                        <ns1:pt x="1" y="17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2" name="Freeform 50"/>
                <ns0:cNvSpPr/>
                <ns0:nvPr/>
              </ns0:nvSpPr>
              <ns0:spPr bwMode="auto">
                <ns1:xfrm>
                  <ns1:off x="4167188" y="3270250"/>
                  <ns1:ext cx="112713" cy="68263"/>
                </ns1:xfrm>
                <ns1:custGeom>
                  <ns1:avLst/>
                  <ns1:gdLst>
                    <ns1:gd name="T0" fmla="*/ 16 w 30"/>
                    <ns1:gd name="T1" fmla="*/ 18 h 18"/>
                    <ns1:gd name="T2" fmla="*/ 6 w 30"/>
                    <ns1:gd name="T3" fmla="*/ 16 h 18"/>
                    <ns1:gd name="T4" fmla="*/ 0 w 30"/>
                    <ns1:gd name="T5" fmla="*/ 8 h 18"/>
                    <ns1:gd name="T6" fmla="*/ 7 w 30"/>
                    <ns1:gd name="T7" fmla="*/ 0 h 18"/>
                    <ns1:gd name="T8" fmla="*/ 23 w 30"/>
                    <ns1:gd name="T9" fmla="*/ 1 h 18"/>
                    <ns1:gd name="T10" fmla="*/ 30 w 30"/>
                    <ns1:gd name="T11" fmla="*/ 10 h 18"/>
                    <ns1:gd name="T12" fmla="*/ 23 w 30"/>
                    <ns1:gd name="T13" fmla="*/ 17 h 18"/>
                    <ns1:gd name="T14" fmla="*/ 16 w 30"/>
                    <ns1:gd name="T15" fmla="*/ 18 h 1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0" h="18">
                      <ns1:moveTo>
                        <ns1:pt x="16" y="18"/>
                      </ns1:moveTo>
                      <ns1:cubicBezTo>
                        <ns1:pt x="13" y="18"/>
                        <ns1:pt x="9" y="17"/>
                        <ns1:pt x="6" y="16"/>
                      </ns1:cubicBezTo>
                      <ns1:cubicBezTo>
                        <ns1:pt x="2" y="15"/>
                        <ns1:pt x="0" y="12"/>
                        <ns1:pt x="0" y="8"/>
                      </ns1:cubicBezTo>
                      <ns1:cubicBezTo>
                        <ns1:pt x="1" y="4"/>
                        <ns1:pt x="3" y="0"/>
                        <ns1:pt x="7" y="0"/>
                      </ns1:cubicBezTo>
                      <ns1:cubicBezTo>
                        <ns1:pt x="12" y="0"/>
                        <ns1:pt x="18" y="0"/>
                        <ns1:pt x="23" y="1"/>
                      </ns1:cubicBezTo>
                      <ns1:cubicBezTo>
                        <ns1:pt x="28" y="2"/>
                        <ns1:pt x="30" y="5"/>
                        <ns1:pt x="30" y="10"/>
                      </ns1:cubicBezTo>
                      <ns1:cubicBezTo>
                        <ns1:pt x="30" y="14"/>
                        <ns1:pt x="27" y="17"/>
                        <ns1:pt x="23" y="17"/>
                      </ns1:cubicBezTo>
                      <ns1:cubicBezTo>
                        <ns1:pt x="21" y="18"/>
                        <ns1:pt x="19" y="18"/>
                        <ns1:pt x="16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3" name="Freeform 51"/>
                <ns0:cNvSpPr/>
                <ns0:nvPr/>
              </ns0:nvSpPr>
              <ns0:spPr bwMode="auto">
                <ns1:xfrm>
                  <ns1:off x="7416800" y="2047875"/>
                  <ns1:ext cx="71438" cy="71438"/>
                </ns1:xfrm>
                <ns1:custGeom>
                  <ns1:avLst/>
                  <ns1:gdLst>
                    <ns1:gd name="T0" fmla="*/ 0 w 19"/>
                    <ns1:gd name="T1" fmla="*/ 4 h 19"/>
                    <ns1:gd name="T2" fmla="*/ 4 w 19"/>
                    <ns1:gd name="T3" fmla="*/ 0 h 19"/>
                    <ns1:gd name="T4" fmla="*/ 19 w 19"/>
                    <ns1:gd name="T5" fmla="*/ 16 h 19"/>
                    <ns1:gd name="T6" fmla="*/ 16 w 19"/>
                    <ns1:gd name="T7" fmla="*/ 19 h 19"/>
                    <ns1:gd name="T8" fmla="*/ 2 w 19"/>
                    <ns1:gd name="T9" fmla="*/ 3 h 19"/>
                    <ns1:gd name="T10" fmla="*/ 0 w 19"/>
                    <ns1:gd name="T11" fmla="*/ 4 h 1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9" h="19">
                      <ns1:moveTo>
                        <ns1:pt x="0" y="4"/>
                      </ns1:moveTo>
                      <ns1:cubicBezTo>
                        <ns1:pt x="2" y="3"/>
                        <ns1:pt x="3" y="2"/>
                        <ns1:pt x="4" y="0"/>
                      </ns1:cubicBezTo>
                      <ns1:cubicBezTo>
                        <ns1:pt x="9" y="6"/>
                        <ns1:pt x="14" y="11"/>
                        <ns1:pt x="19" y="16"/>
                      </ns1:cubicBezTo>
                      <ns1:cubicBezTo>
                        <ns1:pt x="18" y="17"/>
                        <ns1:pt x="17" y="18"/>
                        <ns1:pt x="16" y="19"/>
                      </ns1:cubicBezTo>
                      <ns1:cubicBezTo>
                        <ns1:pt x="11" y="14"/>
                        <ns1:pt x="6" y="9"/>
                        <ns1:pt x="2" y="3"/>
                      </ns1:cubicBezTo>
                      <ns1:cubicBezTo>
                        <ns1:pt x="1" y="4"/>
                        <ns1:pt x="1" y="4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4" name="Freeform 52"/>
                <ns0:cNvSpPr/>
                <ns0:nvPr/>
              </ns0:nvSpPr>
              <ns0:spPr bwMode="auto">
                <ns1:xfrm>
                  <ns1:off x="4306888" y="4056063"/>
                  <ns1:ext cx="68263" cy="41275"/>
                </ns1:xfrm>
                <ns1:custGeom>
                  <ns1:avLst/>
                  <ns1:gdLst>
                    <ns1:gd name="T0" fmla="*/ 0 w 18"/>
                    <ns1:gd name="T1" fmla="*/ 1 h 11"/>
                    <ns1:gd name="T2" fmla="*/ 17 w 18"/>
                    <ns1:gd name="T3" fmla="*/ 0 h 11"/>
                    <ns1:gd name="T4" fmla="*/ 18 w 18"/>
                    <ns1:gd name="T5" fmla="*/ 1 h 11"/>
                    <ns1:gd name="T6" fmla="*/ 4 w 18"/>
                    <ns1:gd name="T7" fmla="*/ 11 h 11"/>
                    <ns1:gd name="T8" fmla="*/ 0 w 18"/>
                    <ns1:gd name="T9" fmla="*/ 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8" h="11">
                      <ns1:moveTo>
                        <ns1:pt x="0" y="1"/>
                      </ns1:moveTo>
                      <ns1:cubicBezTo>
                        <ns1:pt x="6" y="1"/>
                        <ns1:pt x="12" y="0"/>
                        <ns1:pt x="17" y="0"/>
                      </ns1:cubicBezTo>
                      <ns1:cubicBezTo>
                        <ns1:pt x="17" y="0"/>
                        <ns1:pt x="17" y="1"/>
                        <ns1:pt x="18" y="1"/>
                      </ns1:cubicBezTo>
                      <ns1:cubicBezTo>
                        <ns1:pt x="13" y="4"/>
                        <ns1:pt x="9" y="8"/>
                        <ns1:pt x="4" y="11"/>
                      </ns1:cubicBezTo>
                      <ns1:cubicBezTo>
                        <ns1:pt x="2" y="8"/>
                        <ns1:pt x="1" y="5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5" name="Freeform 53"/>
                <ns0:cNvSpPr/>
                <ns0:nvPr/>
              </ns0:nvSpPr>
              <ns0:spPr bwMode="auto">
                <ns1:xfrm>
                  <ns1:off x="4657725" y="4645025"/>
                  <ns1:ext cx="60325" cy="52388"/>
                </ns1:xfrm>
                <ns1:custGeom>
                  <ns1:avLst/>
                  <ns1:gdLst>
                    <ns1:gd name="T0" fmla="*/ 16 w 16"/>
                    <ns1:gd name="T1" fmla="*/ 0 h 14"/>
                    <ns1:gd name="T2" fmla="*/ 7 w 16"/>
                    <ns1:gd name="T3" fmla="*/ 14 h 14"/>
                    <ns1:gd name="T4" fmla="*/ 0 w 16"/>
                    <ns1:gd name="T5" fmla="*/ 6 h 14"/>
                    <ns1:gd name="T6" fmla="*/ 16 w 16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6" h="14">
                      <ns1:moveTo>
                        <ns1:pt x="16" y="0"/>
                      </ns1:moveTo>
                      <ns1:cubicBezTo>
                        <ns1:pt x="13" y="4"/>
                        <ns1:pt x="10" y="9"/>
                        <ns1:pt x="7" y="14"/>
                      </ns1:cubicBezTo>
                      <ns1:cubicBezTo>
                        <ns1:pt x="5" y="11"/>
                        <ns1:pt x="3" y="9"/>
                        <ns1:pt x="0" y="6"/>
                      </ns1:cubicBezTo>
                      <ns1:cubicBezTo>
                        <ns1:pt x="6" y="4"/>
                        <ns1:pt x="11" y="2"/>
                        <ns1:pt x="1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6" name="Freeform 54"/>
                <ns0:cNvSpPr/>
                <ns0:nvPr/>
              </ns0:nvSpPr>
              <ns0:spPr bwMode="auto">
                <ns1:xfrm>
                  <ns1:off x="4718050" y="464026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  <ns1:gd name="T4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0" y="0"/>
                        <ns1:pt x="0" y="0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7" name="Freeform 55"/>
                <ns0:cNvSpPr/>
                <ns0:nvPr/>
              </ns0:nvSpPr>
              <ns0:spPr bwMode="auto">
                <ns1:xfrm>
                  <ns1:off x="7669213" y="4357688"/>
                  <ns1:ext cx="68263" cy="52388"/>
                </ns1:xfrm>
                <ns1:custGeom>
                  <ns1:avLst/>
                  <ns1:gdLst>
                    <ns1:gd name="T0" fmla="*/ 0 w 18"/>
                    <ns1:gd name="T1" fmla="*/ 0 h 14"/>
                    <ns1:gd name="T2" fmla="*/ 18 w 18"/>
                    <ns1:gd name="T3" fmla="*/ 5 h 14"/>
                    <ns1:gd name="T4" fmla="*/ 13 w 18"/>
                    <ns1:gd name="T5" fmla="*/ 14 h 14"/>
                    <ns1:gd name="T6" fmla="*/ 0 w 18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8" h="14">
                      <ns1:moveTo>
                        <ns1:pt x="0" y="0"/>
                      </ns1:moveTo>
                      <ns1:cubicBezTo>
                        <ns1:pt x="7" y="2"/>
                        <ns1:pt x="12" y="4"/>
                        <ns1:pt x="18" y="5"/>
                      </ns1:cubicBezTo>
                      <ns1:cubicBezTo>
                        <ns1:pt x="16" y="8"/>
                        <ns1:pt x="15" y="11"/>
                        <ns1:pt x="13" y="14"/>
                      </ns1:cubicBezTo>
                      <ns1:cubicBezTo>
                        <ns1:pt x="9" y="10"/>
                        <ns1:pt x="5" y="6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8" name="Freeform 56"/>
                <ns0:cNvSpPr/>
                <ns0:nvPr/>
              </ns0:nvSpPr>
              <ns0:spPr bwMode="auto">
                <ns1:xfrm>
                  <ns1:off x="6583363" y="5199063"/>
                  <ns1:ext cx="36513" cy="63500"/>
                </ns1:xfrm>
                <ns1:custGeom>
                  <ns1:avLst/>
                  <ns1:gdLst>
                    <ns1:gd name="T0" fmla="*/ 0 w 10"/>
                    <ns1:gd name="T1" fmla="*/ 17 h 17"/>
                    <ns1:gd name="T2" fmla="*/ 0 w 10"/>
                    <ns1:gd name="T3" fmla="*/ 1 h 17"/>
                    <ns1:gd name="T4" fmla="*/ 1 w 10"/>
                    <ns1:gd name="T5" fmla="*/ 0 h 17"/>
                    <ns1:gd name="T6" fmla="*/ 10 w 10"/>
                    <ns1:gd name="T7" fmla="*/ 14 h 17"/>
                    <ns1:gd name="T8" fmla="*/ 0 w 10"/>
                    <ns1:gd name="T9" fmla="*/ 17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7">
                      <ns1:moveTo>
                        <ns1:pt x="0" y="17"/>
                      </ns1:moveTo>
                      <ns1:cubicBezTo>
                        <ns1:pt x="0" y="11"/>
                        <ns1:pt x="0" y="6"/>
                        <ns1:pt x="0" y="1"/>
                      </ns1:cubicBez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4" y="5"/>
                        <ns1:pt x="7" y="9"/>
                        <ns1:pt x="10" y="14"/>
                      </ns1:cubicBezTo>
                      <ns1:cubicBezTo>
                        <ns1:pt x="6" y="15"/>
                        <ns1:pt x="3" y="16"/>
                        <ns1:pt x="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9" name="Freeform 57"/>
                <ns0:cNvSpPr/>
                <ns0:nvPr/>
              </ns0:nvSpPr>
              <ns0:spPr bwMode="auto">
                <ns1:xfrm>
                  <ns1:off x="5753100" y="5240338"/>
                  <ns1:ext cx="36513" cy="60325"/>
                </ns1:xfrm>
                <ns1:custGeom>
                  <ns1:avLst/>
                  <ns1:gdLst>
                    <ns1:gd name="T0" fmla="*/ 8 w 10"/>
                    <ns1:gd name="T1" fmla="*/ 0 h 16"/>
                    <ns1:gd name="T2" fmla="*/ 10 w 10"/>
                    <ns1:gd name="T3" fmla="*/ 16 h 16"/>
                    <ns1:gd name="T4" fmla="*/ 0 w 10"/>
                    <ns1:gd name="T5" fmla="*/ 15 h 16"/>
                    <ns1:gd name="T6" fmla="*/ 7 w 10"/>
                    <ns1:gd name="T7" fmla="*/ 0 h 16"/>
                    <ns1:gd name="T8" fmla="*/ 8 w 10"/>
                    <ns1:gd name="T9" fmla="*/ 0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6">
                      <ns1:moveTo>
                        <ns1:pt x="8" y="0"/>
                      </ns1:moveTo>
                      <ns1:cubicBezTo>
                        <ns1:pt x="9" y="5"/>
                        <ns1:pt x="9" y="10"/>
                        <ns1:pt x="10" y="16"/>
                      </ns1:cubicBezTo>
                      <ns1:cubicBezTo>
                        <ns1:pt x="6" y="16"/>
                        <ns1:pt x="3" y="15"/>
                        <ns1:pt x="0" y="15"/>
                      </ns1:cubicBezTo>
                      <ns1:cubicBezTo>
                        <ns1:pt x="2" y="9"/>
                        <ns1:pt x="5" y="4"/>
                        <ns1:pt x="7" y="0"/>
                      </ns1:cubicBezTo>
                      <ns1:cubicBezTo>
                        <ns1:pt x="8" y="0"/>
                        <ns1:pt x="8" y="0"/>
                        <ns1:pt x="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0" name="Freeform 58"/>
                <ns0:cNvSpPr/>
                <ns0:nvPr/>
              </ns0:nvSpPr>
              <ns0:spPr bwMode="auto">
                <ns1:xfrm>
                  <ns1:off x="5280025" y="5097463"/>
                  <ns1:ext cx="46038" cy="63500"/>
                </ns1:xfrm>
                <ns1:custGeom>
                  <ns1:avLst/>
                  <ns1:gdLst>
                    <ns1:gd name="T0" fmla="*/ 12 w 12"/>
                    <ns1:gd name="T1" fmla="*/ 0 h 17"/>
                    <ns1:gd name="T2" fmla="*/ 10 w 12"/>
                    <ns1:gd name="T3" fmla="*/ 17 h 17"/>
                    <ns1:gd name="T4" fmla="*/ 0 w 12"/>
                    <ns1:gd name="T5" fmla="*/ 12 h 17"/>
                    <ns1:gd name="T6" fmla="*/ 11 w 12"/>
                    <ns1:gd name="T7" fmla="*/ 0 h 17"/>
                    <ns1:gd name="T8" fmla="*/ 12 w 12"/>
                    <ns1:gd name="T9" fmla="*/ 0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7">
                      <ns1:moveTo>
                        <ns1:pt x="12" y="0"/>
                      </ns1:moveTo>
                      <ns1:cubicBezTo>
                        <ns1:pt x="12" y="6"/>
                        <ns1:pt x="11" y="11"/>
                        <ns1:pt x="10" y="17"/>
                      </ns1:cubicBezTo>
                      <ns1:cubicBezTo>
                        <ns1:pt x="6" y="15"/>
                        <ns1:pt x="4" y="14"/>
                        <ns1:pt x="0" y="12"/>
                      </ns1:cubicBezTo>
                      <ns1:cubicBezTo>
                        <ns1:pt x="4" y="8"/>
                        <ns1:pt x="8" y="4"/>
                        <ns1:pt x="11" y="0"/>
                      </ns1:cubicBezTo>
                      <ns1:cubicBezTo>
                        <ns1:pt x="12" y="0"/>
                        <ns1:pt x="12" y="0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31" name="Freeform 59"/>
                <ns0:cNvSpPr/>
                <ns0:nvPr/>
              </ns0:nvSpPr>
              <ns0:spPr bwMode="auto">
                <ns1:xfrm>
                  <ns1:off x="6635750" y="1571625"/>
                  <ns1:ext cx="11113" cy="0"/>
                </ns1:xfrm>
                <ns1:custGeom>
                  <ns1:avLst/>
                  <ns1:gdLst>
                    <ns1:gd name="T0" fmla="*/ 0 w 3"/>
                    <ns1:gd name="T1" fmla="*/ 3 w 3"/>
                    <ns1:gd name="T2" fmla="*/ 0 w 3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</ns1:cxnLst>
                  <ns1:rect l="0" t="0" r="r" b="b"/>
                  <ns1:pathLst>
                    <ns1:path w="3">
                      <ns1:moveTo>
                        <ns1:pt x="0" y="0"/>
                      </ns1:moveTo>
                      <ns1:cubicBezTo>
                        <ns1:pt x="1" y="0"/>
                        <ns1:pt x="2" y="0"/>
                        <ns1:pt x="3" y="0"/>
                      </ns1:cubicBezTo>
                      <ns1:cubicBezTo>
                        <ns1:pt x="2" y="0"/>
                        <ns1:pt x="1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</ns0:grpSp>
      </ns0:grp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封面2-校徽书籍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2" name="矩形 5"/>
          <ns0:cNvSpPr/>
          <ns0:nvPr userDrawn="1"/>
        </ns0:nvSpPr>
        <ns0:spPr>
          <ns1:xfrm>
            <ns1:off x="0" y="-1"/>
            <ns1:ext cx="12192000" cy="6858001"/>
          </ns1:xfrm>
          <ns1:custGeom>
            <ns1:avLst/>
            <ns1:gdLst>
              <ns1:gd name="connsiteX0" fmla="*/ 0 w 17826229"/>
              <ns1:gd name="connsiteY0" fmla="*/ 0 h 10027254"/>
              <ns1:gd name="connsiteX1" fmla="*/ 17826229 w 17826229"/>
              <ns1:gd name="connsiteY1" fmla="*/ 0 h 10027254"/>
              <ns1:gd name="connsiteX2" fmla="*/ 17826229 w 17826229"/>
              <ns1:gd name="connsiteY2" fmla="*/ 10027254 h 10027254"/>
              <ns1:gd name="connsiteX3" fmla="*/ 0 w 17826229"/>
              <ns1:gd name="connsiteY3" fmla="*/ 10027254 h 10027254"/>
              <ns1:gd name="connsiteX4" fmla="*/ 0 w 17826229"/>
              <ns1:gd name="connsiteY4" fmla="*/ 0 h 10027254"/>
              <ns1:gd name="connsiteX0-1" fmla="*/ 0 w 17826229"/>
              <ns1:gd name="connsiteY0-2" fmla="*/ 0 h 10027254"/>
              <ns1:gd name="connsiteX1-3" fmla="*/ 2315670 w 17826229"/>
              <ns1:gd name="connsiteY1-4" fmla="*/ 1761610 h 10027254"/>
              <ns1:gd name="connsiteX2-5" fmla="*/ 17826229 w 17826229"/>
              <ns1:gd name="connsiteY2-6" fmla="*/ 0 h 10027254"/>
              <ns1:gd name="connsiteX3-7" fmla="*/ 17826229 w 17826229"/>
              <ns1:gd name="connsiteY3-8" fmla="*/ 10027254 h 10027254"/>
              <ns1:gd name="connsiteX4-9" fmla="*/ 0 w 17826229"/>
              <ns1:gd name="connsiteY4-10" fmla="*/ 10027254 h 10027254"/>
              <ns1:gd name="connsiteX5" fmla="*/ 0 w 17826229"/>
              <ns1:gd name="connsiteY5" fmla="*/ 0 h 10027254"/>
              <ns1:gd name="connsiteX0-11" fmla="*/ 0 w 17826229"/>
              <ns1:gd name="connsiteY0-12" fmla="*/ 0 h 10027254"/>
              <ns1:gd name="connsiteX1-13" fmla="*/ 17826229 w 17826229"/>
              <ns1:gd name="connsiteY1-14" fmla="*/ 0 h 10027254"/>
              <ns1:gd name="connsiteX2-15" fmla="*/ 17826229 w 17826229"/>
              <ns1:gd name="connsiteY2-16" fmla="*/ 10027254 h 10027254"/>
              <ns1:gd name="connsiteX3-17" fmla="*/ 0 w 17826229"/>
              <ns1:gd name="connsiteY3-18" fmla="*/ 10027254 h 10027254"/>
              <ns1:gd name="connsiteX4-19" fmla="*/ 0 w 17826229"/>
              <ns1:gd name="connsiteY4-20" fmla="*/ 0 h 10027254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</ns1:cxnLst>
            <ns1:rect l="l" t="t" r="r" b="b"/>
            <ns1:pathLst>
              <ns1:path w="17826229" h="10027254">
                <ns1:moveTo>
                  <ns1:pt x="0" y="0"/>
                </ns1:moveTo>
                <ns1:lnTo>
                  <ns1:pt x="17826229" y="0"/>
                </ns1:lnTo>
                <ns1:lnTo>
                  <ns1:pt x="17826229" y="10027254"/>
                </ns1:lnTo>
                <ns1:lnTo>
                  <ns1:pt x="0" y="10027254"/>
                </ns1:lnTo>
                <ns1:lnTo>
                  <ns1:pt x="0" y="0"/>
                </ns1:lnTo>
                <ns1:close/>
              </ns1:path>
            </ns1:pathLst>
          </ns1:custGeom>
          <ns1:blipFill dpi="0" rotWithShape="1">
            <ns1:blip ns2:embed="rId2">
              <ns1:alphaModFix amt="5000"/>
            </ns1:blip>
            <ns1:srcRect/>
            <ns1:tile tx="0" ty="0" sx="50000" sy="50000" flip="none" algn="tl"/>
          </ns1:blipFill>
          <ns1:ln w="0" cap="flat" cmpd="sng" algn="ctr">
            <ns1:noFill/>
            <ns1:prstDash val="solid"/>
            <ns1:miter lim="800000"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5" name="矩形 4"/>
          <ns0:cNvSpPr/>
          <ns0:nvPr userDrawn="1"/>
        </ns0:nvSpPr>
        <ns0:spPr>
          <ns1:xfrm>
            <ns1:off x="0" y="3410981"/>
            <ns1:ext cx="12192000" cy="3447020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6" name="矩形 5"/>
          <ns0:cNvSpPr/>
          <ns0:nvPr userDrawn="1"/>
        </ns0:nvSpPr>
        <ns0:spPr>
          <ns1:xfrm>
            <ns1:off x="2263800" y="1663200"/>
            <ns1:ext cx="7664400" cy="3531600"/>
          </ns1:xfrm>
          <ns1:prstGeom prst="rect">
            <ns1:avLst/>
          </ns1:prstGeom>
          <ns1:solidFill>
            <ns1:schemeClr val="bg1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7" name="矩形 6"/>
          <ns0:cNvSpPr/>
          <ns0:nvPr userDrawn="1"/>
        </ns0:nvSpPr>
        <ns0:spPr>
          <ns1:xfrm>
            <ns1:off x="2443774" y="1843392"/>
            <ns1:ext cx="7304452" cy="3171217"/>
          </ns1:xfrm>
          <ns1:prstGeom prst="rect">
            <ns1:avLst/>
          </ns1:prstGeom>
          <ns1:noFill/>
          <ns1:ln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cxnSp>
        <ns0:nvCxnSpPr>
          <ns0:cNvPr id="9" name="直接连接符 8"/>
          <ns0:cNvCxnSpPr/>
          <ns0:nvPr userDrawn="1"/>
        </ns0:nvCxnSpPr>
        <ns0:spPr>
          <ns1:xfrm flipV="1">
            <ns1:off x="2923065" y="3115382"/>
            <ns1:ext cx="6345869" cy="0"/>
          </ns1:xfrm>
          <ns1:prstGeom prst="line">
            <ns1:avLst/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grpSp>
        <ns0:nvGrpSpPr>
          <ns0:cNvPr id="10" name="组合 9"/>
          <ns0:cNvGrpSpPr>
            <ns1:grpSpLocks noChangeAspect="1"/>
          </ns0:cNvGrpSpPr>
          <ns0:nvPr userDrawn="1"/>
        </ns0:nvGrpSpPr>
        <ns0:grpSpPr>
          <ns1:xfrm>
            <ns1:off x="3011350" y="3230178"/>
            <ns1:ext cx="6177648" cy="137369"/>
            <ns1:chOff x="2126410" y="1772562"/>
            <ns1:chExt cx="9051744" cy="201279"/>
          </ns1:xfrm>
        </ns0:grpSpPr>
        <ns0:grpSp>
          <ns0:nvGrpSpPr>
            <ns0:cNvPr id="11" name="组合 10"/>
            <ns0:cNvGrpSpPr/>
            <ns0:nvPr/>
          </ns0:nvGrpSpPr>
          <ns0:grpSpPr>
            <ns1:xfrm>
              <ns1:off x="2126410" y="1772562"/>
              <ns1:ext cx="6052851" cy="201279"/>
              <ns1:chOff x="2126410" y="1772562"/>
              <ns1:chExt cx="6052851" cy="201279"/>
            </ns1:xfrm>
          </ns0:grpSpPr>
          <ns0:sp>
            <ns0:nvSpPr>
              <ns0:cNvPr id="31" name="文本框 30"/>
              <ns0:cNvSpPr txBox="1"/>
              <ns0:nvPr/>
            </ns0:nvSpPr>
            <ns0:spPr>
              <ns1:xfrm>
                <ns1:off x="2126410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4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8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2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39" y="38373"/>
                      <ns1:pt x="20315" y="41300"/>
                    </ns1:cubicBezTo>
                    <ns1:cubicBezTo>
                      <ns1:pt x="23391" y="44227"/>
                      <ns1:pt x="30063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2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2" name="文本框 31"/>
              <ns0:cNvSpPr txBox="1"/>
              <ns0:nvPr/>
            </ns0:nvSpPr>
            <ns0:spPr>
              <ns1:xfrm>
                <ns1:off x="2267720" y="1772562"/>
                <ns1:ext cx="145833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320" h="119137">
                    <ns1:moveTo>
                      <ns1:pt x="59010" y="0"/>
                    </ns1:moveTo>
                    <ns1:cubicBezTo>
                      <ns1:pt x="70023" y="0"/>
                      <ns1:pt x="79127" y="1563"/>
                      <ns1:pt x="86320" y="4688"/>
                    </ns1:cubicBezTo>
                    <ns1:lnTo>
                      <ns1:pt x="86320" y="20241"/>
                    </ns1:lnTo>
                    <ns1:cubicBezTo>
                      <ns1:pt x="78085" y="15676"/>
                      <ns1:pt x="69031" y="13394"/>
                      <ns1:pt x="59159" y="13394"/>
                    </ns1:cubicBezTo>
                    <ns1:cubicBezTo>
                      <ns1:pt x="46310" y="13394"/>
                      <ns1:pt x="35842" y="17673"/>
                      <ns1:pt x="27756" y="26231"/>
                    </ns1:cubicBezTo>
                    <ns1:cubicBezTo>
                      <ns1:pt x="19670" y="34788"/>
                      <ns1:pt x="15627" y="46335"/>
                      <ns1:pt x="15627" y="60871"/>
                    </ns1:cubicBezTo>
                    <ns1:cubicBezTo>
                      <ns1:pt x="15627" y="74662"/>
                      <ns1:pt x="19397" y="85613"/>
                      <ns1:pt x="26937" y="93724"/>
                    </ns1:cubicBezTo>
                    <ns1:cubicBezTo>
                      <ns1:pt x="34478" y="101836"/>
                      <ns1:pt x="44350" y="105891"/>
                      <ns1:pt x="56554" y="105891"/>
                    </ns1:cubicBezTo>
                    <ns1:cubicBezTo>
                      <ns1:pt x="67964" y="105891"/>
                      <ns1:pt x="77886" y="103312"/>
                      <ns1:pt x="86320" y="98152"/>
                    </ns1:cubicBezTo>
                    <ns1:lnTo>
                      <ns1:pt x="86320" y="112440"/>
                    </ns1:lnTo>
                    <ns1:cubicBezTo>
                      <ns1:pt x="77837" y="116904"/>
                      <ns1:pt x="67196" y="119137"/>
                      <ns1:pt x="54396" y="119137"/>
                    </ns1:cubicBezTo>
                    <ns1:cubicBezTo>
                      <ns1:pt x="37876" y="119137"/>
                      <ns1:pt x="24680" y="113891"/>
                      <ns1:pt x="14808" y="103398"/>
                    </ns1:cubicBezTo>
                    <ns1:cubicBezTo>
                      <ns1:pt x="4936" y="92906"/>
                      <ns1:pt x="0" y="79028"/>
                      <ns1:pt x="0" y="61764"/>
                    </ns1:cubicBezTo>
                    <ns1:cubicBezTo>
                      <ns1:pt x="0" y="43210"/>
                      <ns1:pt x="5556" y="28277"/>
                      <ns1:pt x="16668" y="16966"/>
                    </ns1:cubicBezTo>
                    <ns1:cubicBezTo>
                      <ns1:pt x="27781" y="5655"/>
                      <ns1:pt x="41895" y="0"/>
                      <ns1:pt x="590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3" name="文本框 32"/>
              <ns0:cNvSpPr txBox="1"/>
              <ns0:nvPr/>
            </ns0:nvSpPr>
            <ns0:spPr>
              <ns1:xfrm>
                <ns1:off x="2637837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1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4" name="文本框 33"/>
              <ns0:cNvSpPr txBox="1"/>
              <ns0:nvPr/>
            </ns0:nvSpPr>
            <ns0:spPr>
              <ns1:xfrm>
                <ns1:off x="2847034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2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5" name="文本框 34"/>
              <ns0:cNvSpPr txBox="1"/>
              <ns0:nvPr/>
            </ns0:nvSpPr>
            <ns0:spPr>
              <ns1:xfrm>
                <ns1:off x="3265428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1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6" name="文本框 35"/>
              <ns0:cNvSpPr txBox="1"/>
              <ns0:nvPr/>
            </ns0:nvSpPr>
            <ns0:spPr>
              <ns1:xfrm>
                <ns1:off x="4166584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6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8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2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7" name="文本框 36"/>
              <ns0:cNvSpPr txBox="1"/>
              <ns0:nvPr/>
            </ns0:nvSpPr>
            <ns0:spPr>
              <ns1:xfrm>
                <ns1:off x="5180383" y="1772562"/>
                <ns1:ext cx="145833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320" h="119137">
                    <ns1:moveTo>
                      <ns1:pt x="59010" y="0"/>
                    </ns1:moveTo>
                    <ns1:cubicBezTo>
                      <ns1:pt x="70023" y="0"/>
                      <ns1:pt x="79127" y="1563"/>
                      <ns1:pt x="86320" y="4688"/>
                    </ns1:cubicBezTo>
                    <ns1:lnTo>
                      <ns1:pt x="86320" y="20241"/>
                    </ns1:lnTo>
                    <ns1:cubicBezTo>
                      <ns1:pt x="78085" y="15676"/>
                      <ns1:pt x="69031" y="13394"/>
                      <ns1:pt x="59159" y="13394"/>
                    </ns1:cubicBezTo>
                    <ns1:cubicBezTo>
                      <ns1:pt x="46310" y="13394"/>
                      <ns1:pt x="35842" y="17673"/>
                      <ns1:pt x="27756" y="26231"/>
                    </ns1:cubicBezTo>
                    <ns1:cubicBezTo>
                      <ns1:pt x="19670" y="34788"/>
                      <ns1:pt x="15627" y="46335"/>
                      <ns1:pt x="15627" y="60871"/>
                    </ns1:cubicBezTo>
                    <ns1:cubicBezTo>
                      <ns1:pt x="15627" y="74662"/>
                      <ns1:pt x="19397" y="85613"/>
                      <ns1:pt x="26938" y="93724"/>
                    </ns1:cubicBezTo>
                    <ns1:cubicBezTo>
                      <ns1:pt x="34478" y="101836"/>
                      <ns1:pt x="44350" y="105891"/>
                      <ns1:pt x="56554" y="105891"/>
                    </ns1:cubicBezTo>
                    <ns1:cubicBezTo>
                      <ns1:pt x="67965" y="105891"/>
                      <ns1:pt x="77886" y="103312"/>
                      <ns1:pt x="86320" y="98152"/>
                    </ns1:cubicBezTo>
                    <ns1:lnTo>
                      <ns1:pt x="86320" y="112440"/>
                    </ns1:lnTo>
                    <ns1:cubicBezTo>
                      <ns1:pt x="77837" y="116904"/>
                      <ns1:pt x="67196" y="119137"/>
                      <ns1:pt x="54396" y="119137"/>
                    </ns1:cubicBezTo>
                    <ns1:cubicBezTo>
                      <ns1:pt x="37876" y="119137"/>
                      <ns1:pt x="24680" y="113891"/>
                      <ns1:pt x="14808" y="103398"/>
                    </ns1:cubicBezTo>
                    <ns1:cubicBezTo>
                      <ns1:pt x="4936" y="92906"/>
                      <ns1:pt x="0" y="79028"/>
                      <ns1:pt x="0" y="61764"/>
                    </ns1:cubicBezTo>
                    <ns1:cubicBezTo>
                      <ns1:pt x="0" y="43210"/>
                      <ns1:pt x="5556" y="28277"/>
                      <ns1:pt x="16668" y="16966"/>
                    </ns1:cubicBezTo>
                    <ns1:cubicBezTo>
                      <ns1:pt x="27781" y="5655"/>
                      <ns1:pt x="41895" y="0"/>
                      <ns1:pt x="590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8" name="文本框 37"/>
              <ns0:cNvSpPr txBox="1"/>
              <ns0:nvPr/>
            </ns0:nvSpPr>
            <ns0:spPr>
              <ns1:xfrm>
                <ns1:off x="5360916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5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9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2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39" y="38373"/>
                      <ns1:pt x="20315" y="41300"/>
                    </ns1:cubicBezTo>
                    <ns1:cubicBezTo>
                      <ns1:pt x="23391" y="44227"/>
                      <ns1:pt x="30064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3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9" name="文本框 38"/>
              <ns0:cNvSpPr txBox="1"/>
              <ns0:nvPr/>
            </ns0:nvSpPr>
            <ns0:spPr>
              <ns1:xfrm>
                <ns1:off x="6422991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4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8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1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40" y="38373"/>
                      <ns1:pt x="20315" y="41300"/>
                    </ns1:cubicBezTo>
                    <ns1:cubicBezTo>
                      <ns1:pt x="23391" y="44227"/>
                      <ns1:pt x="30063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2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0" name="文本框 39"/>
              <ns0:cNvSpPr txBox="1"/>
              <ns0:nvPr/>
            </ns0:nvSpPr>
            <ns0:spPr>
              <ns1:xfrm>
                <ns1:off x="6870050" y="1772562"/>
                <ns1:ext cx="184806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9388" h="119137">
                    <ns1:moveTo>
                      <ns1:pt x="56033" y="0"/>
                    </ns1:moveTo>
                    <ns1:cubicBezTo>
                      <ns1:pt x="72057" y="0"/>
                      <ns1:pt x="84956" y="5383"/>
                      <ns1:pt x="94729" y="16148"/>
                    </ns1:cubicBezTo>
                    <ns1:cubicBezTo>
                      <ns1:pt x="104502" y="26913"/>
                      <ns1:pt x="109388" y="40928"/>
                      <ns1:pt x="109388" y="58192"/>
                    </ns1:cubicBezTo>
                    <ns1:cubicBezTo>
                      <ns1:pt x="109388" y="76895"/>
                      <ns1:pt x="104378" y="91728"/>
                      <ns1:pt x="94357" y="102691"/>
                    </ns1:cubicBezTo>
                    <ns1:cubicBezTo>
                      <ns1:pt x="84335" y="113655"/>
                      <ns1:pt x="70941" y="119137"/>
                      <ns1:pt x="54173" y="119137"/>
                    </ns1:cubicBezTo>
                    <ns1:cubicBezTo>
                      <ns1:pt x="37802" y="119137"/>
                      <ns1:pt x="24680" y="113754"/>
                      <ns1:pt x="14808" y="102989"/>
                    </ns1:cubicBezTo>
                    <ns1:cubicBezTo>
                      <ns1:pt x="4936" y="92224"/>
                      <ns1:pt x="0" y="78209"/>
                      <ns1:pt x="0" y="60945"/>
                    </ns1:cubicBezTo>
                    <ns1:cubicBezTo>
                      <ns1:pt x="0" y="42342"/>
                      <ns1:pt x="5035" y="27533"/>
                      <ns1:pt x="15106" y="16520"/>
                    </ns1:cubicBezTo>
                    <ns1:cubicBezTo>
                      <ns1:pt x="25176" y="5507"/>
                      <ns1:pt x="38819" y="0"/>
                      <ns1:pt x="56033" y="0"/>
                    </ns1:cubicBezTo>
                    <ns1:close/>
                    <ns1:moveTo>
                      <ns1:pt x="55140" y="13394"/>
                    </ns1:moveTo>
                    <ns1:cubicBezTo>
                      <ns1:pt x="43383" y="13394"/>
                      <ns1:pt x="33858" y="17661"/>
                      <ns1:pt x="26565" y="26194"/>
                    </ns1:cubicBezTo>
                    <ns1:cubicBezTo>
                      <ns1:pt x="19273" y="34726"/>
                      <ns1:pt x="15627" y="45913"/>
                      <ns1:pt x="15627" y="59754"/>
                    </ns1:cubicBezTo>
                    <ns1:cubicBezTo>
                      <ns1:pt x="15627" y="73695"/>
                      <ns1:pt x="19186" y="84869"/>
                      <ns1:pt x="26305" y="93278"/>
                    </ns1:cubicBezTo>
                    <ns1:cubicBezTo>
                      <ns1:pt x="33424" y="101687"/>
                      <ns1:pt x="42713" y="105891"/>
                      <ns1:pt x="54173" y="105891"/>
                    </ns1:cubicBezTo>
                    <ns1:cubicBezTo>
                      <ns1:pt x="66476" y="105891"/>
                      <ns1:pt x="76138" y="101860"/>
                      <ns1:pt x="83157" y="93799"/>
                    </ns1:cubicBezTo>
                    <ns1:cubicBezTo>
                      <ns1:pt x="90177" y="85737"/>
                      <ns1:pt x="93687" y="74464"/>
                      <ns1:pt x="93687" y="59978"/>
                    </ns1:cubicBezTo>
                    <ns1:cubicBezTo>
                      <ns1:pt x="93687" y="45095"/>
                      <ns1:pt x="90251" y="33610"/>
                      <ns1:pt x="83381" y="25524"/>
                    </ns1:cubicBezTo>
                    <ns1:cubicBezTo>
                      <ns1:pt x="76510" y="17438"/>
                      <ns1:pt x="67096" y="13394"/>
                      <ns1:pt x="55140" y="1339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1" name="文本框 40"/>
              <ns0:cNvSpPr txBox="1"/>
              <ns0:nvPr/>
            </ns0:nvSpPr>
            <ns0:spPr>
              <ns1:xfrm>
                <ns1:off x="7883851" y="1772562"/>
                <ns1:ext cx="145833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320" h="119137">
                    <ns1:moveTo>
                      <ns1:pt x="59010" y="0"/>
                    </ns1:moveTo>
                    <ns1:cubicBezTo>
                      <ns1:pt x="70023" y="0"/>
                      <ns1:pt x="79126" y="1563"/>
                      <ns1:pt x="86320" y="4688"/>
                    </ns1:cubicBezTo>
                    <ns1:lnTo>
                      <ns1:pt x="86320" y="20241"/>
                    </ns1:lnTo>
                    <ns1:cubicBezTo>
                      <ns1:pt x="78085" y="15676"/>
                      <ns1:pt x="69031" y="13394"/>
                      <ns1:pt x="59159" y="13394"/>
                    </ns1:cubicBezTo>
                    <ns1:cubicBezTo>
                      <ns1:pt x="46310" y="13394"/>
                      <ns1:pt x="35842" y="17673"/>
                      <ns1:pt x="27756" y="26231"/>
                    </ns1:cubicBezTo>
                    <ns1:cubicBezTo>
                      <ns1:pt x="19670" y="34788"/>
                      <ns1:pt x="15627" y="46335"/>
                      <ns1:pt x="15627" y="60871"/>
                    </ns1:cubicBezTo>
                    <ns1:cubicBezTo>
                      <ns1:pt x="15627" y="74662"/>
                      <ns1:pt x="19397" y="85613"/>
                      <ns1:pt x="26937" y="93724"/>
                    </ns1:cubicBezTo>
                    <ns1:cubicBezTo>
                      <ns1:pt x="34478" y="101836"/>
                      <ns1:pt x="44350" y="105891"/>
                      <ns1:pt x="56554" y="105891"/>
                    </ns1:cubicBezTo>
                    <ns1:cubicBezTo>
                      <ns1:pt x="67964" y="105891"/>
                      <ns1:pt x="77886" y="103312"/>
                      <ns1:pt x="86320" y="98152"/>
                    </ns1:cubicBezTo>
                    <ns1:lnTo>
                      <ns1:pt x="86320" y="112440"/>
                    </ns1:lnTo>
                    <ns1:cubicBezTo>
                      <ns1:pt x="77837" y="116904"/>
                      <ns1:pt x="67195" y="119137"/>
                      <ns1:pt x="54396" y="119137"/>
                    </ns1:cubicBezTo>
                    <ns1:cubicBezTo>
                      <ns1:pt x="37876" y="119137"/>
                      <ns1:pt x="24680" y="113891"/>
                      <ns1:pt x="14808" y="103398"/>
                    </ns1:cubicBezTo>
                    <ns1:cubicBezTo>
                      <ns1:pt x="4936" y="92906"/>
                      <ns1:pt x="0" y="79028"/>
                      <ns1:pt x="0" y="61764"/>
                    </ns1:cubicBezTo>
                    <ns1:cubicBezTo>
                      <ns1:pt x="0" y="43210"/>
                      <ns1:pt x="5556" y="28277"/>
                      <ns1:pt x="16668" y="16966"/>
                    </ns1:cubicBezTo>
                    <ns1:cubicBezTo>
                      <ns1:pt x="27781" y="5655"/>
                      <ns1:pt x="41895" y="0"/>
                      <ns1:pt x="590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2" name="文本框 41"/>
              <ns0:cNvSpPr txBox="1"/>
              <ns0:nvPr/>
            </ns0:nvSpPr>
            <ns0:spPr>
              <ns1:xfrm>
                <ns1:off x="8059576" y="1772562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4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8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1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40" y="38373"/>
                      <ns1:pt x="20315" y="41300"/>
                    </ns1:cubicBezTo>
                    <ns1:cubicBezTo>
                      <ns1:pt x="23391" y="44227"/>
                      <ns1:pt x="30063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2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2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3" name="文本框 42"/>
              <ns0:cNvSpPr txBox="1"/>
              <ns0:nvPr/>
            </ns0:nvSpPr>
            <ns0:spPr>
              <ns1:xfrm>
                <ns1:off x="2457304" y="1775832"/>
                <ns1:ext cx="14885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8106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50080"/>
                    </ns1:lnTo>
                    <ns1:lnTo>
                      <ns1:pt x="73223" y="50080"/>
                    </ns1:lnTo>
                    <ns1:lnTo>
                      <ns1:pt x="73223" y="0"/>
                    </ns1:lnTo>
                    <ns1:lnTo>
                      <ns1:pt x="88106" y="0"/>
                    </ns1:lnTo>
                    <ns1:lnTo>
                      <ns1:pt x="88106" y="115267"/>
                    </ns1:lnTo>
                    <ns1:lnTo>
                      <ns1:pt x="73223" y="115267"/>
                    </ns1:lnTo>
                    <ns1:lnTo>
                      <ns1:pt x="73223" y="63326"/>
                    </ns1:lnTo>
                    <ns1:lnTo>
                      <ns1:pt x="14883" y="63326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4" name="文本框 43"/>
              <ns0:cNvSpPr txBox="1"/>
              <ns0:nvPr/>
            </ns0:nvSpPr>
            <ns0:spPr>
              <ns1:xfrm>
                <ns1:off x="3068802" y="1775832"/>
                <ns1:ext cx="1027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0796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02096"/>
                    </ns1:lnTo>
                    <ns1:lnTo>
                      <ns1:pt x="60796" y="102096"/>
                    </ns1:lnTo>
                    <ns1:lnTo>
                      <ns1:pt x="60796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5" name="文本框 44"/>
              <ns0:cNvSpPr txBox="1"/>
              <ns0:nvPr/>
            </ns0:nvSpPr>
            <ns0:spPr>
              <ns1:xfrm>
                <ns1:off x="3487197" y="1775832"/>
                <ns1:ext cx="10032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59382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1792"/>
                    </ns1:lnTo>
                    <ns1:lnTo>
                      <ns1:pt x="56108" y="51792"/>
                    </ns1:lnTo>
                    <ns1:lnTo>
                      <ns1:pt x="56108" y="64889"/>
                    </ns1:lnTo>
                    <ns1:lnTo>
                      <ns1:pt x="14883" y="6488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6" name="文本框 45"/>
              <ns0:cNvSpPr txBox="1"/>
              <ns0:nvPr/>
            </ns0:nvSpPr>
            <ns0:spPr>
              <ns1:xfrm>
                <ns1:off x="3674141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8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7" name="文本框 46"/>
              <ns0:cNvSpPr txBox="1"/>
              <ns0:nvPr/>
            </ns0:nvSpPr>
            <ns0:spPr>
              <ns1:xfrm>
                <ns1:off x="3873405" y="1775832"/>
                <ns1:ext cx="10472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1987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0155"/>
                    </ns1:lnTo>
                    <ns1:lnTo>
                      <ns1:pt x="56108" y="50155"/>
                    </ns1:lnTo>
                    <ns1:lnTo>
                      <ns1:pt x="56108" y="63326"/>
                    </ns1:lnTo>
                    <ns1:lnTo>
                      <ns1:pt x="14883" y="63326"/>
                    </ns1:lnTo>
                    <ns1:lnTo>
                      <ns1:pt x="14883" y="102096"/>
                    </ns1:lnTo>
                    <ns1:lnTo>
                      <ns1:pt x="61987" y="102096"/>
                    </ns1:lnTo>
                    <ns1:lnTo>
                      <ns1:pt x="61987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8" name="文本框 47"/>
              <ns0:cNvSpPr txBox="1"/>
              <ns0:nvPr/>
            </ns0:nvSpPr>
            <ns0:spPr>
              <ns1:xfrm>
                <ns1:off x="4018234" y="1775832"/>
                <ns1:ext cx="142189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4162" h="115267">
                    <ns1:moveTo>
                      <ns1:pt x="0" y="0"/>
                    </ns1:moveTo>
                    <ns1:lnTo>
                      <ns1:pt x="35123" y="0"/>
                    </ns1:lnTo>
                    <ns1:cubicBezTo>
                      <ns1:pt x="46335" y="0"/>
                      <ns1:pt x="55116" y="2703"/>
                      <ns1:pt x="61466" y="8111"/>
                    </ns1:cubicBezTo>
                    <ns1:cubicBezTo>
                      <ns1:pt x="67816" y="13518"/>
                      <ns1:pt x="70991" y="21084"/>
                      <ns1:pt x="70991" y="30807"/>
                    </ns1:cubicBezTo>
                    <ns1:cubicBezTo>
                      <ns1:pt x="70991" y="46781"/>
                      <ns1:pt x="62458" y="57150"/>
                      <ns1:pt x="45393" y="61912"/>
                    </ns1:cubicBezTo>
                    <ns1:lnTo>
                      <ns1:pt x="45393" y="62284"/>
                    </ns1:lnTo>
                    <ns1:cubicBezTo>
                      <ns1:pt x="48568" y="63624"/>
                      <ns1:pt x="51309" y="65534"/>
                      <ns1:pt x="53615" y="68014"/>
                    </ns1:cubicBezTo>
                    <ns1:cubicBezTo>
                      <ns1:pt x="55922" y="70495"/>
                      <ns1:pt x="58911" y="74736"/>
                      <ns1:pt x="62582" y="80739"/>
                    </ns1:cubicBezTo>
                    <ns1:lnTo>
                      <ns1:pt x="84162" y="115267"/>
                    </ns1:lnTo>
                    <ns1:lnTo>
                      <ns1:pt x="66601" y="115267"/>
                    </ns1:lnTo>
                    <ns1:lnTo>
                      <ns1:pt x="47476" y="83269"/>
                    </ns1:lnTo>
                    <ns1:cubicBezTo>
                      <ns1:pt x="43656" y="76869"/>
                      <ns1:pt x="40159" y="72516"/>
                      <ns1:pt x="36984" y="70209"/>
                    </ns1:cubicBezTo>
                    <ns1:cubicBezTo>
                      <ns1:pt x="33809" y="67903"/>
                      <ns1:pt x="30014" y="66749"/>
                      <ns1:pt x="25598" y="66749"/>
                    </ns1:cubicBezTo>
                    <ns1:lnTo>
                      <ns1:pt x="14883" y="6674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022"/>
                    </ns1:moveTo>
                    <ns1:lnTo>
                      <ns1:pt x="14883" y="53727"/>
                    </ns1:lnTo>
                    <ns1:lnTo>
                      <ns1:pt x="32445" y="53727"/>
                    </ns1:lnTo>
                    <ns1:cubicBezTo>
                      <ns1:pt x="39241" y="53727"/>
                      <ns1:pt x="44760" y="51742"/>
                      <ns1:pt x="49002" y="47774"/>
                    </ns1:cubicBezTo>
                    <ns1:cubicBezTo>
                      <ns1:pt x="53243" y="43805"/>
                      <ns1:pt x="55364" y="38596"/>
                      <ns1:pt x="55364" y="32147"/>
                    </ns1:cubicBezTo>
                    <ns1:cubicBezTo>
                      <ns1:pt x="55364" y="26144"/>
                      <ns1:pt x="53429" y="21456"/>
                      <ns1:pt x="49560" y="18082"/>
                    </ns1:cubicBezTo>
                    <ns1:cubicBezTo>
                      <ns1:pt x="45690" y="14709"/>
                      <ns1:pt x="40060" y="13022"/>
                      <ns1:pt x="32668" y="13022"/>
                    </ns1:cubicBezTo>
                    <ns1:lnTo>
                      <ns1:pt x="14883" y="13022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49" name="文本框 48"/>
              <ns0:cNvSpPr txBox="1"/>
              <ns0:nvPr/>
            </ns0:nvSpPr>
            <ns0:spPr>
              <ns1:xfrm>
                <ns1:off x="4388351" y="1775832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0" name="文本框 49"/>
              <ns0:cNvSpPr txBox="1"/>
              <ns0:nvPr/>
            </ns0:nvSpPr>
            <ns0:spPr>
              <ns1:xfrm>
                <ns1:off x="4575297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8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1" name="文本框 50"/>
              <ns0:cNvSpPr txBox="1"/>
              <ns0:nvPr/>
            </ns0:nvSpPr>
            <ns0:spPr>
              <ns1:xfrm>
                <ns1:off x="4772172" y="1775832"/>
                <ns1:ext cx="146714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841" h="117202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69354"/>
                    </ns1:lnTo>
                    <ns1:cubicBezTo>
                      <ns1:pt x="14883" y="92422"/>
                      <ns1:pt x="24557" y="103956"/>
                      <ns1:pt x="43905" y="103956"/>
                    </ns1:cubicBezTo>
                    <ns1:cubicBezTo>
                      <ns1:pt x="62607" y="103956"/>
                      <ns1:pt x="71959" y="92794"/>
                      <ns1:pt x="71959" y="70470"/>
                    </ns1:cubicBezTo>
                    <ns1:lnTo>
                      <ns1:pt x="71959" y="0"/>
                    </ns1:lnTo>
                    <ns1:lnTo>
                      <ns1:pt x="86841" y="0"/>
                    </ns1:lnTo>
                    <ns1:lnTo>
                      <ns1:pt x="86841" y="68312"/>
                    </ns1:lnTo>
                    <ns1:cubicBezTo>
                      <ns1:pt x="86841" y="100905"/>
                      <ns1:pt x="72058" y="117202"/>
                      <ns1:pt x="42491" y="117202"/>
                    </ns1:cubicBezTo>
                    <ns1:cubicBezTo>
                      <ns1:pt x="14164" y="117202"/>
                      <ns1:pt x="0" y="101476"/>
                      <ns1:pt x="0" y="70023"/>
                    </ns1:cubicBez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2" name="文本框 51"/>
              <ns0:cNvSpPr txBox="1"/>
              <ns0:nvPr/>
            </ns0:nvSpPr>
            <ns0:spPr>
              <ns1:xfrm>
                <ns1:off x="4947928" y="1775832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2" y="13245"/>
                    </ns1:lnTo>
                    <ns1:lnTo>
                      <ns1:pt x="48072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3" name="文本框 52"/>
              <ns0:cNvSpPr txBox="1"/>
              <ns0:nvPr/>
            </ns0:nvSpPr>
            <ns0:spPr>
              <ns1:xfrm>
                <ns1:off x="5112495" y="1775832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4" name="文本框 53"/>
              <ns0:cNvSpPr txBox="1"/>
              <ns0:nvPr/>
            </ns0:nvSpPr>
            <ns0:spPr>
              <ns1:xfrm>
                <ns1:off x="5573006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5" name="文本框 54"/>
              <ns0:cNvSpPr txBox="1"/>
              <ns0:nvPr/>
            </ns0:nvSpPr>
            <ns0:spPr>
              <ns1:xfrm>
                <ns1:off x="5772269" y="1775832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6" name="文本框 55"/>
              <ns0:cNvSpPr txBox="1"/>
              <ns0:nvPr/>
            </ns0:nvSpPr>
            <ns0:spPr>
              <ns1:xfrm>
                <ns1:off x="5981466" y="1775832"/>
                <ns1:ext cx="158531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3836" h="115267">
                    <ns1:moveTo>
                      <ns1:pt x="0" y="0"/>
                    </ns1:moveTo>
                    <ns1:lnTo>
                      <ns1:pt x="32891" y="0"/>
                    </ns1:lnTo>
                    <ns1:cubicBezTo>
                      <ns1:pt x="50353" y="0"/>
                      <ns1:pt x="64877" y="5085"/>
                      <ns1:pt x="76460" y="15255"/>
                    </ns1:cubicBezTo>
                    <ns1:cubicBezTo>
                      <ns1:pt x="88044" y="25424"/>
                      <ns1:pt x="93836" y="39067"/>
                      <ns1:pt x="93836" y="56182"/>
                    </ns1:cubicBezTo>
                    <ns1:cubicBezTo>
                      <ns1:pt x="93836" y="74042"/>
                      <ns1:pt x="88044" y="88354"/>
                      <ns1:pt x="76460" y="99119"/>
                    </ns1:cubicBezTo>
                    <ns1:cubicBezTo>
                      <ns1:pt x="64877" y="109885"/>
                      <ns1:pt x="49957" y="115267"/>
                      <ns1:pt x="31700" y="115267"/>
                    </ns1:cubicBez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245"/>
                    </ns1:moveTo>
                    <ns1:lnTo>
                      <ns1:pt x="14883" y="102096"/>
                    </ns1:lnTo>
                    <ns1:lnTo>
                      <ns1:pt x="31626" y="102096"/>
                    </ns1:lnTo>
                    <ns1:cubicBezTo>
                      <ns1:pt x="46261" y="102096"/>
                      <ns1:pt x="57683" y="98102"/>
                      <ns1:pt x="65894" y="90115"/>
                    </ns1:cubicBezTo>
                    <ns1:cubicBezTo>
                      <ns1:pt x="74104" y="82128"/>
                      <ns1:pt x="78209" y="70941"/>
                      <ns1:pt x="78209" y="56554"/>
                    </ns1:cubicBezTo>
                    <ns1:cubicBezTo>
                      <ns1:pt x="78209" y="42168"/>
                      <ns1:pt x="73992" y="31353"/>
                      <ns1:pt x="65559" y="24110"/>
                    </ns1:cubicBezTo>
                    <ns1:cubicBezTo>
                      <ns1:pt x="57125" y="16867"/>
                      <ns1:pt x="46037" y="13245"/>
                      <ns1:pt x="32296" y="13245"/>
                    </ns1:cubicBezTo>
                    <ns1:lnTo>
                      <ns1:pt x="14883" y="13245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7" name="文本框 56"/>
              <ns0:cNvSpPr txBox="1"/>
              <ns0:nvPr/>
            </ns0:nvSpPr>
            <ns0:spPr>
              <ns1:xfrm>
                <ns1:off x="6232780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79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8" name="文本框 57"/>
              <ns0:cNvSpPr txBox="1"/>
              <ns0:nvPr/>
            </ns0:nvSpPr>
            <ns0:spPr>
              <ns1:xfrm>
                <ns1:off x="6557134" y="1775832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1" y="13245"/>
                    </ns1:lnTo>
                    <ns1:lnTo>
                      <ns1:pt x="48071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59" name="文本框 58"/>
              <ns0:cNvSpPr txBox="1"/>
              <ns0:nvPr/>
            </ns0:nvSpPr>
            <ns0:spPr>
              <ns1:xfrm>
                <ns1:off x="6721702" y="1775832"/>
                <ns1:ext cx="142189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4162" h="115267">
                    <ns1:moveTo>
                      <ns1:pt x="0" y="0"/>
                    </ns1:moveTo>
                    <ns1:lnTo>
                      <ns1:pt x="35123" y="0"/>
                    </ns1:lnTo>
                    <ns1:cubicBezTo>
                      <ns1:pt x="46335" y="0"/>
                      <ns1:pt x="55116" y="2703"/>
                      <ns1:pt x="61466" y="8111"/>
                    </ns1:cubicBezTo>
                    <ns1:cubicBezTo>
                      <ns1:pt x="67816" y="13518"/>
                      <ns1:pt x="70991" y="21084"/>
                      <ns1:pt x="70991" y="30807"/>
                    </ns1:cubicBezTo>
                    <ns1:cubicBezTo>
                      <ns1:pt x="70991" y="46781"/>
                      <ns1:pt x="62458" y="57150"/>
                      <ns1:pt x="45393" y="61912"/>
                    </ns1:cubicBezTo>
                    <ns1:lnTo>
                      <ns1:pt x="45393" y="62284"/>
                    </ns1:lnTo>
                    <ns1:cubicBezTo>
                      <ns1:pt x="48568" y="63624"/>
                      <ns1:pt x="51308" y="65534"/>
                      <ns1:pt x="53615" y="68014"/>
                    </ns1:cubicBezTo>
                    <ns1:cubicBezTo>
                      <ns1:pt x="55922" y="70495"/>
                      <ns1:pt x="58911" y="74736"/>
                      <ns1:pt x="62582" y="80739"/>
                    </ns1:cubicBezTo>
                    <ns1:lnTo>
                      <ns1:pt x="84162" y="115267"/>
                    </ns1:lnTo>
                    <ns1:lnTo>
                      <ns1:pt x="66601" y="115267"/>
                    </ns1:lnTo>
                    <ns1:lnTo>
                      <ns1:pt x="47476" y="83269"/>
                    </ns1:lnTo>
                    <ns1:cubicBezTo>
                      <ns1:pt x="43656" y="76869"/>
                      <ns1:pt x="40159" y="72516"/>
                      <ns1:pt x="36984" y="70209"/>
                    </ns1:cubicBezTo>
                    <ns1:cubicBezTo>
                      <ns1:pt x="33809" y="67903"/>
                      <ns1:pt x="30014" y="66749"/>
                      <ns1:pt x="25598" y="66749"/>
                    </ns1:cubicBezTo>
                    <ns1:lnTo>
                      <ns1:pt x="14883" y="6674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022"/>
                    </ns1:moveTo>
                    <ns1:lnTo>
                      <ns1:pt x="14883" y="53727"/>
                    </ns1:lnTo>
                    <ns1:lnTo>
                      <ns1:pt x="32445" y="53727"/>
                    </ns1:lnTo>
                    <ns1:cubicBezTo>
                      <ns1:pt x="39241" y="53727"/>
                      <ns1:pt x="44760" y="51742"/>
                      <ns1:pt x="49002" y="47774"/>
                    </ns1:cubicBezTo>
                    <ns1:cubicBezTo>
                      <ns1:pt x="53243" y="43805"/>
                      <ns1:pt x="55364" y="38596"/>
                      <ns1:pt x="55364" y="32147"/>
                    </ns1:cubicBezTo>
                    <ns1:cubicBezTo>
                      <ns1:pt x="55364" y="26144"/>
                      <ns1:pt x="53429" y="21456"/>
                      <ns1:pt x="49560" y="18082"/>
                    </ns1:cubicBezTo>
                    <ns1:cubicBezTo>
                      <ns1:pt x="45690" y="14709"/>
                      <ns1:pt x="40059" y="13022"/>
                      <ns1:pt x="32668" y="13022"/>
                    </ns1:cubicBezTo>
                    <ns1:lnTo>
                      <ns1:pt x="14883" y="13022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0" name="文本框 59"/>
              <ns0:cNvSpPr txBox="1"/>
              <ns0:nvPr/>
            </ns0:nvSpPr>
            <ns0:spPr>
              <ns1:xfrm>
                <ns1:off x="7091819" y="1775832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5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1" name="文本框 60"/>
              <ns0:cNvSpPr txBox="1"/>
              <ns0:nvPr/>
            </ns0:nvSpPr>
            <ns0:spPr>
              <ns1:xfrm>
                <ns1:off x="7278763" y="1775832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79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2" name="文本框 61"/>
              <ns0:cNvSpPr txBox="1"/>
              <ns0:nvPr/>
            </ns0:nvSpPr>
            <ns0:spPr>
              <ns1:xfrm>
                <ns1:off x="7475640" y="1775832"/>
                <ns1:ext cx="146714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841" h="117202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69354"/>
                    </ns1:lnTo>
                    <ns1:cubicBezTo>
                      <ns1:pt x="14883" y="92422"/>
                      <ns1:pt x="24557" y="103956"/>
                      <ns1:pt x="43904" y="103956"/>
                    </ns1:cubicBezTo>
                    <ns1:cubicBezTo>
                      <ns1:pt x="62607" y="103956"/>
                      <ns1:pt x="71959" y="92794"/>
                      <ns1:pt x="71959" y="70470"/>
                    </ns1:cubicBezTo>
                    <ns1:lnTo>
                      <ns1:pt x="71959" y="0"/>
                    </ns1:lnTo>
                    <ns1:lnTo>
                      <ns1:pt x="86841" y="0"/>
                    </ns1:lnTo>
                    <ns1:lnTo>
                      <ns1:pt x="86841" y="68312"/>
                    </ns1:lnTo>
                    <ns1:cubicBezTo>
                      <ns1:pt x="86841" y="100905"/>
                      <ns1:pt x="72058" y="117202"/>
                      <ns1:pt x="42491" y="117202"/>
                    </ns1:cubicBezTo>
                    <ns1:cubicBezTo>
                      <ns1:pt x="14164" y="117202"/>
                      <ns1:pt x="0" y="101476"/>
                      <ns1:pt x="0" y="70023"/>
                    </ns1:cubicBez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3" name="文本框 62"/>
              <ns0:cNvSpPr txBox="1"/>
              <ns0:nvPr/>
            </ns0:nvSpPr>
            <ns0:spPr>
              <ns1:xfrm>
                <ns1:off x="7651396" y="1775832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1" y="13245"/>
                    </ns1:lnTo>
                    <ns1:lnTo>
                      <ns1:pt x="48071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64" name="文本框 63"/>
              <ns0:cNvSpPr txBox="1"/>
              <ns0:nvPr/>
            </ns0:nvSpPr>
            <ns0:spPr>
              <ns1:xfrm>
                <ns1:off x="7815961" y="1775832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</ns0:grpSp>
        <ns0:grpSp>
          <ns0:nvGrpSpPr>
            <ns0:cNvPr id="12" name="组合 11"/>
            <ns0:cNvGrpSpPr/>
            <ns0:nvPr/>
          </ns0:nvGrpSpPr>
          <ns0:grpSpPr>
            <ns1:xfrm>
              <ns1:off x="8341425" y="1772562"/>
              <ns1:ext cx="2836729" cy="201279"/>
              <ns1:chOff x="2114969" y="2094406"/>
              <ns1:chExt cx="2836729" cy="201279"/>
            </ns1:xfrm>
          </ns0:grpSpPr>
          <ns0:sp>
            <ns0:nvSpPr>
              <ns0:cNvPr id="13" name="文本框 12"/>
              <ns0:cNvSpPr txBox="1"/>
              <ns0:nvPr/>
            </ns0:nvSpPr>
            <ns0:spPr>
              <ns1:xfrm>
                <ns1:off x="3201059" y="2094406"/>
                <ns1:ext cx="159788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580" h="119137">
                    <ns1:moveTo>
                      <ns1:pt x="60201" y="0"/>
                    </ns1:moveTo>
                    <ns1:cubicBezTo>
                      <ns1:pt x="72652" y="0"/>
                      <ns1:pt x="83194" y="1984"/>
                      <ns1:pt x="91827" y="5953"/>
                    </ns1:cubicBezTo>
                    <ns1:lnTo>
                      <ns1:pt x="91827" y="22027"/>
                    </ns1:lnTo>
                    <ns1:cubicBezTo>
                      <ns1:pt x="82599" y="16222"/>
                      <ns1:pt x="71611" y="13320"/>
                      <ns1:pt x="58861" y="13320"/>
                    </ns1:cubicBezTo>
                    <ns1:cubicBezTo>
                      <ns1:pt x="46310" y="13320"/>
                      <ns1:pt x="35966" y="17611"/>
                      <ns1:pt x="27830" y="26194"/>
                    </ns1:cubicBezTo>
                    <ns1:cubicBezTo>
                      <ns1:pt x="19694" y="34776"/>
                      <ns1:pt x="15627" y="46087"/>
                      <ns1:pt x="15627" y="60127"/>
                    </ns1:cubicBezTo>
                    <ns1:cubicBezTo>
                      <ns1:pt x="15627" y="74563"/>
                      <ns1:pt x="19372" y="85799"/>
                      <ns1:pt x="26863" y="93836"/>
                    </ns1:cubicBezTo>
                    <ns1:cubicBezTo>
                      <ns1:pt x="34354" y="101873"/>
                      <ns1:pt x="44474" y="105891"/>
                      <ns1:pt x="57224" y="105891"/>
                    </ns1:cubicBezTo>
                    <ns1:cubicBezTo>
                      <ns1:pt x="66005" y="105891"/>
                      <ns1:pt x="73471" y="104204"/>
                      <ns1:pt x="79623" y="100831"/>
                    </ns1:cubicBezTo>
                    <ns1:lnTo>
                      <ns1:pt x="79623" y="69652"/>
                    </ns1:lnTo>
                    <ns1:lnTo>
                      <ns1:pt x="54619" y="69652"/>
                    </ns1:lnTo>
                    <ns1:lnTo>
                      <ns1:pt x="54619" y="56480"/>
                    </ns1:lnTo>
                    <ns1:lnTo>
                      <ns1:pt x="94580" y="56480"/>
                    </ns1:lnTo>
                    <ns1:lnTo>
                      <ns1:pt x="94580" y="109314"/>
                    </ns1:lnTo>
                    <ns1:cubicBezTo>
                      <ns1:pt x="83070" y="115863"/>
                      <ns1:pt x="70073" y="119137"/>
                      <ns1:pt x="55587" y="119137"/>
                    </ns1:cubicBezTo>
                    <ns1:cubicBezTo>
                      <ns1:pt x="38918" y="119137"/>
                      <ns1:pt x="25486" y="113866"/>
                      <ns1:pt x="15292" y="103324"/>
                    </ns1:cubicBezTo>
                    <ns1:cubicBezTo>
                      <ns1:pt x="5097" y="92782"/>
                      <ns1:pt x="0" y="78705"/>
                      <ns1:pt x="0" y="61094"/>
                    </ns1:cubicBezTo>
                    <ns1:cubicBezTo>
                      <ns1:pt x="0" y="43284"/>
                      <ns1:pt x="5630" y="28649"/>
                      <ns1:pt x="16892" y="17190"/>
                    </ns1:cubicBezTo>
                    <ns1:cubicBezTo>
                      <ns1:pt x="28153" y="5730"/>
                      <ns1:pt x="42589" y="0"/>
                      <ns1:pt x="6020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4" name="文本框 13"/>
              <ns0:cNvSpPr txBox="1"/>
              <ns0:nvPr/>
            </ns0:nvSpPr>
            <ns0:spPr>
              <ns1:xfrm>
                <ns1:off x="4443667" y="2094406"/>
                <ns1:ext cx="119685" cy="20127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70842" h="119137">
                    <ns1:moveTo>
                      <ns1:pt x="40705" y="0"/>
                    </ns1:moveTo>
                    <ns1:cubicBezTo>
                      <ns1:pt x="52165" y="0"/>
                      <ns1:pt x="60573" y="1389"/>
                      <ns1:pt x="65931" y="4167"/>
                    </ns1:cubicBezTo>
                    <ns1:lnTo>
                      <ns1:pt x="65931" y="20389"/>
                    </ns1:lnTo>
                    <ns1:cubicBezTo>
                      <ns1:pt x="58986" y="15577"/>
                      <ns1:pt x="50205" y="13171"/>
                      <ns1:pt x="39589" y="13171"/>
                    </ns1:cubicBezTo>
                    <ns1:cubicBezTo>
                      <ns1:pt x="32544" y="13171"/>
                      <ns1:pt x="26802" y="14647"/>
                      <ns1:pt x="22362" y="17599"/>
                    </ns1:cubicBezTo>
                    <ns1:cubicBezTo>
                      <ns1:pt x="17922" y="20551"/>
                      <ns1:pt x="15702" y="24656"/>
                      <ns1:pt x="15702" y="29914"/>
                    </ns1:cubicBezTo>
                    <ns1:cubicBezTo>
                      <ns1:pt x="15702" y="34578"/>
                      <ns1:pt x="17239" y="38373"/>
                      <ns1:pt x="20315" y="41300"/>
                    </ns1:cubicBezTo>
                    <ns1:cubicBezTo>
                      <ns1:pt x="23391" y="44227"/>
                      <ns1:pt x="30064" y="48220"/>
                      <ns1:pt x="40333" y="53280"/>
                    </ns1:cubicBezTo>
                    <ns1:cubicBezTo>
                      <ns1:pt x="51644" y="58688"/>
                      <ns1:pt x="59556" y="64095"/>
                      <ns1:pt x="64071" y="69503"/>
                    </ns1:cubicBezTo>
                    <ns1:cubicBezTo>
                      <ns1:pt x="68585" y="74910"/>
                      <ns1:pt x="70842" y="80987"/>
                      <ns1:pt x="70842" y="87734"/>
                    </ns1:cubicBezTo>
                    <ns1:cubicBezTo>
                      <ns1:pt x="70842" y="97854"/>
                      <ns1:pt x="67171" y="105618"/>
                      <ns1:pt x="59829" y="111026"/>
                    </ns1:cubicBezTo>
                    <ns1:cubicBezTo>
                      <ns1:pt x="52487" y="116433"/>
                      <ns1:pt x="42292" y="119137"/>
                      <ns1:pt x="29245" y="119137"/>
                    </ns1:cubicBezTo>
                    <ns1:cubicBezTo>
                      <ns1:pt x="24681" y="119137"/>
                      <ns1:pt x="19360" y="118504"/>
                      <ns1:pt x="13283" y="117239"/>
                    </ns1:cubicBezTo>
                    <ns1:cubicBezTo>
                      <ns1:pt x="7206" y="115974"/>
                      <ns1:pt x="2778" y="114399"/>
                      <ns1:pt x="0" y="112514"/>
                    </ns1:cubicBezTo>
                    <ns1:lnTo>
                      <ns1:pt x="0" y="95548"/>
                    </ns1:lnTo>
                    <ns1:cubicBezTo>
                      <ns1:pt x="3523" y="98623"/>
                      <ns1:pt x="8235" y="101154"/>
                      <ns1:pt x="14139" y="103138"/>
                    </ns1:cubicBezTo>
                    <ns1:cubicBezTo>
                      <ns1:pt x="20042" y="105122"/>
                      <ns1:pt x="25648" y="106114"/>
                      <ns1:pt x="30956" y="106114"/>
                    </ns1:cubicBezTo>
                    <ns1:cubicBezTo>
                      <ns1:pt x="47129" y="106114"/>
                      <ns1:pt x="55215" y="100360"/>
                      <ns1:pt x="55215" y="88850"/>
                    </ns1:cubicBezTo>
                    <ns1:cubicBezTo>
                      <ns1:pt x="55215" y="85626"/>
                      <ns1:pt x="54347" y="82724"/>
                      <ns1:pt x="52611" y="80144"/>
                    </ns1:cubicBezTo>
                    <ns1:cubicBezTo>
                      <ns1:pt x="50875" y="77564"/>
                      <ns1:pt x="48493" y="75282"/>
                      <ns1:pt x="45467" y="73298"/>
                    </ns1:cubicBezTo>
                    <ns1:cubicBezTo>
                      <ns1:pt x="42441" y="71313"/>
                      <ns1:pt x="36761" y="68262"/>
                      <ns1:pt x="28426" y="64145"/>
                    </ns1:cubicBezTo>
                    <ns1:cubicBezTo>
                      <ns1:pt x="16867" y="58390"/>
                      <ns1:pt x="9252" y="53045"/>
                      <ns1:pt x="5581" y="48109"/>
                    </ns1:cubicBezTo>
                    <ns1:cubicBezTo>
                      <ns1:pt x="1910" y="43173"/>
                      <ns1:pt x="75" y="37529"/>
                      <ns1:pt x="75" y="31179"/>
                    </ns1:cubicBezTo>
                    <ns1:cubicBezTo>
                      <ns1:pt x="75" y="21605"/>
                      <ns1:pt x="3919" y="14015"/>
                      <ns1:pt x="11609" y="8409"/>
                    </ns1:cubicBezTo>
                    <ns1:cubicBezTo>
                      <ns1:pt x="19298" y="2803"/>
                      <ns1:pt x="28997" y="0"/>
                      <ns1:pt x="4070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5" name="文本框 14"/>
              <ns0:cNvSpPr txBox="1"/>
              <ns0:nvPr/>
            </ns0:nvSpPr>
            <ns0:spPr>
              <ns1:xfrm>
                <ns1:off x="2114969" y="2097676"/>
                <ns1:ext cx="14910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8256" h="115267">
                    <ns1:moveTo>
                      <ns1:pt x="5209" y="0"/>
                    </ns1:moveTo>
                    <ns1:lnTo>
                      <ns1:pt x="88256" y="0"/>
                    </ns1:lnTo>
                    <ns1:lnTo>
                      <ns1:pt x="88256" y="4465"/>
                    </ns1:lnTo>
                    <ns1:lnTo>
                      <ns1:pt x="21804" y="102096"/>
                    </ns1:lnTo>
                    <ns1:lnTo>
                      <ns1:pt x="86767" y="102096"/>
                    </ns1:lnTo>
                    <ns1:lnTo>
                      <ns1:pt x="86767" y="115267"/>
                    </ns1:lnTo>
                    <ns1:lnTo>
                      <ns1:pt x="0" y="115267"/>
                    </ns1:lnTo>
                    <ns1:lnTo>
                      <ns1:pt x="0" y="110207"/>
                    </ns1:lnTo>
                    <ns1:lnTo>
                      <ns1:pt x="66006" y="13245"/>
                    </ns1:lnTo>
                    <ns1:lnTo>
                      <ns1:pt x="5209" y="13245"/>
                    </ns1:lnTo>
                    <ns1:lnTo>
                      <ns1:pt x="5209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6" name="文本框 15"/>
              <ns0:cNvSpPr txBox="1"/>
              <ns0:nvPr/>
            </ns0:nvSpPr>
            <ns0:spPr>
              <ns1:xfrm>
                <ns1:off x="2296383" y="2097676"/>
                <ns1:ext cx="14885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8106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50080"/>
                    </ns1:lnTo>
                    <ns1:lnTo>
                      <ns1:pt x="73223" y="50080"/>
                    </ns1:lnTo>
                    <ns1:lnTo>
                      <ns1:pt x="73223" y="0"/>
                    </ns1:lnTo>
                    <ns1:lnTo>
                      <ns1:pt x="88106" y="0"/>
                    </ns1:lnTo>
                    <ns1:lnTo>
                      <ns1:pt x="88106" y="115267"/>
                    </ns1:lnTo>
                    <ns1:lnTo>
                      <ns1:pt x="73223" y="115267"/>
                    </ns1:lnTo>
                    <ns1:lnTo>
                      <ns1:pt x="73223" y="63326"/>
                    </ns1:lnTo>
                    <ns1:lnTo>
                      <ns1:pt x="14883" y="63326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7" name="文本框 16"/>
              <ns0:cNvSpPr txBox="1"/>
              <ns0:nvPr/>
            </ns0:nvSpPr>
            <ns0:spPr>
              <ns1:xfrm>
                <ns1:off x="2489488" y="2097676"/>
                <ns1:ext cx="10472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1987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0155"/>
                    </ns1:lnTo>
                    <ns1:lnTo>
                      <ns1:pt x="56108" y="50155"/>
                    </ns1:lnTo>
                    <ns1:lnTo>
                      <ns1:pt x="56108" y="63326"/>
                    </ns1:lnTo>
                    <ns1:lnTo>
                      <ns1:pt x="14883" y="63326"/>
                    </ns1:lnTo>
                    <ns1:lnTo>
                      <ns1:pt x="14883" y="102096"/>
                    </ns1:lnTo>
                    <ns1:lnTo>
                      <ns1:pt x="61987" y="102096"/>
                    </ns1:lnTo>
                    <ns1:lnTo>
                      <ns1:pt x="61987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8" name="文本框 17"/>
              <ns0:cNvSpPr txBox="1"/>
              <ns0:nvPr/>
            </ns0:nvSpPr>
            <ns0:spPr>
              <ns1:xfrm>
                <ns1:off x="2628282" y="2097676"/>
                <ns1:ext cx="75432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44649" h="117202">
                    <ns1:moveTo>
                      <ns1:pt x="29766" y="0"/>
                    </ns1:moveTo>
                    <ns1:lnTo>
                      <ns1:pt x="44649" y="0"/>
                    </ns1:lnTo>
                    <ns1:lnTo>
                      <ns1:pt x="44649" y="73446"/>
                    </ns1:lnTo>
                    <ns1:cubicBezTo>
                      <ns1:pt x="44649" y="87387"/>
                      <ns1:pt x="41697" y="98164"/>
                      <ns1:pt x="35793" y="105779"/>
                    </ns1:cubicBezTo>
                    <ns1:cubicBezTo>
                      <ns1:pt x="29890" y="113394"/>
                      <ns1:pt x="21853" y="117202"/>
                      <ns1:pt x="11683" y="117202"/>
                    </ns1:cubicBezTo>
                    <ns1:cubicBezTo>
                      <ns1:pt x="6970" y="117202"/>
                      <ns1:pt x="3076" y="116507"/>
                      <ns1:pt x="0" y="115118"/>
                    </ns1:cubicBezTo>
                    <ns1:lnTo>
                      <ns1:pt x="0" y="100608"/>
                    </ns1:lnTo>
                    <ns1:cubicBezTo>
                      <ns1:pt x="3076" y="102840"/>
                      <ns1:pt x="6945" y="103956"/>
                      <ns1:pt x="11609" y="103956"/>
                    </ns1:cubicBezTo>
                    <ns1:cubicBezTo>
                      <ns1:pt x="23713" y="103956"/>
                      <ns1:pt x="29766" y="93786"/>
                      <ns1:pt x="29766" y="73446"/>
                    </ns1:cubicBezTo>
                    <ns1:lnTo>
                      <ns1:pt x="29766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19" name="文本框 18"/>
              <ns0:cNvSpPr txBox="1"/>
              <ns0:nvPr/>
            </ns0:nvSpPr>
            <ns0:spPr>
              <ns1:xfrm>
                <ns1:off x="2746961" y="2097676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0" name="文本框 19"/>
              <ns0:cNvSpPr txBox="1"/>
              <ns0:nvPr/>
            </ns0:nvSpPr>
            <ns0:spPr>
              <ns1:xfrm>
                <ns1:off x="2805169" y="2097676"/>
                <ns1:ext cx="175253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3733" h="115267">
                    <ns1:moveTo>
                      <ns1:pt x="43904" y="0"/>
                    </ns1:moveTo>
                    <ns1:lnTo>
                      <ns1:pt x="59829" y="0"/>
                    </ns1:lnTo>
                    <ns1:lnTo>
                      <ns1:pt x="103733" y="115267"/>
                    </ns1:lnTo>
                    <ns1:lnTo>
                      <ns1:pt x="87287" y="115267"/>
                    </ns1:lnTo>
                    <ns1:lnTo>
                      <ns1:pt x="75530" y="83716"/>
                    </ns1:lnTo>
                    <ns1:lnTo>
                      <ns1:pt x="27533" y="83716"/>
                    </ns1:lnTo>
                    <ns1:lnTo>
                      <ns1:pt x="16445" y="115267"/>
                    </ns1:lnTo>
                    <ns1:lnTo>
                      <ns1:pt x="0" y="115267"/>
                    </ns1:lnTo>
                    <ns1:lnTo>
                      <ns1:pt x="43904" y="0"/>
                    </ns1:lnTo>
                    <ns1:close/>
                    <ns1:moveTo>
                      <ns1:pt x="51345" y="14734"/>
                    </ns1:moveTo>
                    <ns1:cubicBezTo>
                      <ns1:pt x="50800" y="18206"/>
                      <ns1:pt x="50180" y="20885"/>
                      <ns1:pt x="49485" y="22770"/>
                    </ns1:cubicBezTo>
                    <ns1:lnTo>
                      <ns1:pt x="32221" y="70693"/>
                    </ns1:lnTo>
                    <ns1:lnTo>
                      <ns1:pt x="70916" y="70693"/>
                    </ns1:lnTo>
                    <ns1:lnTo>
                      <ns1:pt x="53503" y="22770"/>
                    </ns1:lnTo>
                    <ns1:cubicBezTo>
                      <ns1:pt x="52958" y="21233"/>
                      <ns1:pt x="52362" y="18554"/>
                      <ns1:pt x="51717" y="14734"/>
                    </ns1:cubicBezTo>
                    <ns1:lnTo>
                      <ns1:pt x="51345" y="14734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1" name="文本框 20"/>
              <ns0:cNvSpPr txBox="1"/>
              <ns0:nvPr/>
            </ns0:nvSpPr>
            <ns0:spPr>
              <ns1:xfrm>
                <ns1:off x="3004434" y="2097676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2" name="文本框 21"/>
              <ns0:cNvSpPr txBox="1"/>
              <ns0:nvPr/>
            </ns0:nvSpPr>
            <ns0:spPr>
              <ns1:xfrm>
                <ns1:off x="3484807" y="2097676"/>
                <ns1:ext cx="146714" cy="198009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6841" h="117202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69354"/>
                    </ns1:lnTo>
                    <ns1:cubicBezTo>
                      <ns1:pt x="14883" y="92422"/>
                      <ns1:pt x="24557" y="103956"/>
                      <ns1:pt x="43904" y="103956"/>
                    </ns1:cubicBezTo>
                    <ns1:cubicBezTo>
                      <ns1:pt x="62607" y="103956"/>
                      <ns1:pt x="71959" y="92794"/>
                      <ns1:pt x="71959" y="70470"/>
                    </ns1:cubicBezTo>
                    <ns1:lnTo>
                      <ns1:pt x="71959" y="0"/>
                    </ns1:lnTo>
                    <ns1:lnTo>
                      <ns1:pt x="86841" y="0"/>
                    </ns1:lnTo>
                    <ns1:lnTo>
                      <ns1:pt x="86841" y="68312"/>
                    </ns1:lnTo>
                    <ns1:cubicBezTo>
                      <ns1:pt x="86841" y="100905"/>
                      <ns1:pt x="72058" y="117202"/>
                      <ns1:pt x="42491" y="117202"/>
                    </ns1:cubicBezTo>
                    <ns1:cubicBezTo>
                      <ns1:pt x="14164" y="117202"/>
                      <ns1:pt x="0" y="101476"/>
                      <ns1:pt x="0" y="70023"/>
                    </ns1:cubicBez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3" name="文本框 22"/>
              <ns0:cNvSpPr txBox="1"/>
              <ns0:nvPr/>
            </ns0:nvSpPr>
            <ns0:spPr>
              <ns1:xfrm>
                <ns1:off x="3680300" y="2097676"/>
                <ns1:ext cx="15903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94134" h="115267">
                    <ns1:moveTo>
                      <ns1:pt x="0" y="0"/>
                    </ns1:moveTo>
                    <ns1:lnTo>
                      <ns1:pt x="18678" y="0"/>
                    </ns1:lnTo>
                    <ns1:lnTo>
                      <ns1:pt x="75084" y="88106"/>
                    </ns1:lnTo>
                    <ns1:cubicBezTo>
                      <ns1:pt x="77763" y="92273"/>
                      <ns1:pt x="79350" y="94927"/>
                      <ns1:pt x="79846" y="96068"/>
                    </ns1:cubicBezTo>
                    <ns1:lnTo>
                      <ns1:pt x="80144" y="96068"/>
                    </ns1:lnTo>
                    <ns1:cubicBezTo>
                      <ns1:pt x="79648" y="92794"/>
                      <ns1:pt x="79400" y="87188"/>
                      <ns1:pt x="79400" y="79251"/>
                    </ns1:cubicBezTo>
                    <ns1:lnTo>
                      <ns1:pt x="79400" y="0"/>
                    </ns1:lnTo>
                    <ns1:lnTo>
                      <ns1:pt x="94134" y="0"/>
                    </ns1:lnTo>
                    <ns1:lnTo>
                      <ns1:pt x="94134" y="115267"/>
                    </ns1:lnTo>
                    <ns1:lnTo>
                      <ns1:pt x="76498" y="115267"/>
                    </ns1:lnTo>
                    <ns1:lnTo>
                      <ns1:pt x="18529" y="25598"/>
                    </ns1:lnTo>
                    <ns1:cubicBezTo>
                      <ns1:pt x="16892" y="23068"/>
                      <ns1:pt x="15577" y="20563"/>
                      <ns1:pt x="14585" y="18082"/>
                    </ns1:cubicBezTo>
                    <ns1:lnTo>
                      <ns1:pt x="14139" y="18082"/>
                    </ns1:lnTo>
                    <ns1:cubicBezTo>
                      <ns1:pt x="14536" y="20662"/>
                      <ns1:pt x="14734" y="26045"/>
                      <ns1:pt x="14734" y="34230"/>
                    </ns1:cubicBezTo>
                    <ns1:lnTo>
                      <ns1:pt x="14734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4" name="文本框 23"/>
              <ns0:cNvSpPr txBox="1"/>
              <ns0:nvPr/>
            </ns0:nvSpPr>
            <ns0:spPr>
              <ns1:xfrm>
                <ns1:off x="3889497" y="2097676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5" name="文本框 24"/>
              <ns0:cNvSpPr txBox="1"/>
              <ns0:nvPr/>
            </ns0:nvSpPr>
            <ns0:spPr>
              <ns1:xfrm>
                <ns1:off x="3947077" y="2097676"/>
                <ns1:ext cx="16959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00384" h="115267">
                    <ns1:moveTo>
                      <ns1:pt x="0" y="0"/>
                    </ns1:moveTo>
                    <ns1:lnTo>
                      <ns1:pt x="16520" y="0"/>
                    </ns1:lnTo>
                    <ns1:lnTo>
                      <ns1:pt x="47550" y="90115"/>
                    </ns1:lnTo>
                    <ns1:cubicBezTo>
                      <ns1:pt x="48592" y="93092"/>
                      <ns1:pt x="49361" y="96540"/>
                      <ns1:pt x="49857" y="100459"/>
                    </ns1:cubicBezTo>
                    <ns1:lnTo>
                      <ns1:pt x="50229" y="100459"/>
                    </ns1:lnTo>
                    <ns1:cubicBezTo>
                      <ns1:pt x="50626" y="97036"/>
                      <ns1:pt x="51494" y="93538"/>
                      <ns1:pt x="52834" y="89966"/>
                    </ns1:cubicBezTo>
                    <ns1:lnTo>
                      <ns1:pt x="84460" y="0"/>
                    </ns1:lnTo>
                    <ns1:lnTo>
                      <ns1:pt x="100384" y="0"/>
                    </ns1:lnTo>
                    <ns1:lnTo>
                      <ns1:pt x="58043" y="115267"/>
                    </ns1:lnTo>
                    <ns1:lnTo>
                      <ns1:pt x="41523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6" name="文本框 25"/>
              <ns0:cNvSpPr txBox="1"/>
              <ns0:nvPr/>
            </ns0:nvSpPr>
            <ns0:spPr>
              <ns1:xfrm>
                <ns1:off x="4146971" y="2097676"/>
                <ns1:ext cx="104725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61987" h="115267">
                    <ns1:moveTo>
                      <ns1:pt x="0" y="0"/>
                    </ns1:moveTo>
                    <ns1:lnTo>
                      <ns1:pt x="59382" y="0"/>
                    </ns1:lnTo>
                    <ns1:lnTo>
                      <ns1:pt x="59382" y="13245"/>
                    </ns1:lnTo>
                    <ns1:lnTo>
                      <ns1:pt x="14883" y="13245"/>
                    </ns1:lnTo>
                    <ns1:lnTo>
                      <ns1:pt x="14883" y="50155"/>
                    </ns1:lnTo>
                    <ns1:lnTo>
                      <ns1:pt x="56108" y="50155"/>
                    </ns1:lnTo>
                    <ns1:lnTo>
                      <ns1:pt x="56108" y="63326"/>
                    </ns1:lnTo>
                    <ns1:lnTo>
                      <ns1:pt x="14883" y="63326"/>
                    </ns1:lnTo>
                    <ns1:lnTo>
                      <ns1:pt x="14883" y="102096"/>
                    </ns1:lnTo>
                    <ns1:lnTo>
                      <ns1:pt x="61987" y="102096"/>
                    </ns1:lnTo>
                    <ns1:lnTo>
                      <ns1:pt x="61987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7" name="文本框 26"/>
              <ns0:cNvSpPr txBox="1"/>
              <ns0:nvPr/>
            </ns0:nvSpPr>
            <ns0:spPr>
              <ns1:xfrm>
                <ns1:off x="4291799" y="2097676"/>
                <ns1:ext cx="142189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4162" h="115267">
                    <ns1:moveTo>
                      <ns1:pt x="0" y="0"/>
                    </ns1:moveTo>
                    <ns1:lnTo>
                      <ns1:pt x="35123" y="0"/>
                    </ns1:lnTo>
                    <ns1:cubicBezTo>
                      <ns1:pt x="46335" y="0"/>
                      <ns1:pt x="55116" y="2703"/>
                      <ns1:pt x="61466" y="8111"/>
                    </ns1:cubicBezTo>
                    <ns1:cubicBezTo>
                      <ns1:pt x="67816" y="13518"/>
                      <ns1:pt x="70991" y="21084"/>
                      <ns1:pt x="70991" y="30807"/>
                    </ns1:cubicBezTo>
                    <ns1:cubicBezTo>
                      <ns1:pt x="70991" y="46781"/>
                      <ns1:pt x="62458" y="57150"/>
                      <ns1:pt x="45393" y="61912"/>
                    </ns1:cubicBezTo>
                    <ns1:lnTo>
                      <ns1:pt x="45393" y="62284"/>
                    </ns1:lnTo>
                    <ns1:cubicBezTo>
                      <ns1:pt x="48568" y="63624"/>
                      <ns1:pt x="51309" y="65534"/>
                      <ns1:pt x="53615" y="68014"/>
                    </ns1:cubicBezTo>
                    <ns1:cubicBezTo>
                      <ns1:pt x="55922" y="70495"/>
                      <ns1:pt x="58911" y="74736"/>
                      <ns1:pt x="62582" y="80739"/>
                    </ns1:cubicBezTo>
                    <ns1:lnTo>
                      <ns1:pt x="84162" y="115267"/>
                    </ns1:lnTo>
                    <ns1:lnTo>
                      <ns1:pt x="66601" y="115267"/>
                    </ns1:lnTo>
                    <ns1:lnTo>
                      <ns1:pt x="47476" y="83269"/>
                    </ns1:lnTo>
                    <ns1:cubicBezTo>
                      <ns1:pt x="43656" y="76869"/>
                      <ns1:pt x="40159" y="72516"/>
                      <ns1:pt x="36984" y="70209"/>
                    </ns1:cubicBezTo>
                    <ns1:cubicBezTo>
                      <ns1:pt x="33809" y="67903"/>
                      <ns1:pt x="30014" y="66749"/>
                      <ns1:pt x="25598" y="66749"/>
                    </ns1:cubicBezTo>
                    <ns1:lnTo>
                      <ns1:pt x="14883" y="66749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  <ns1:moveTo>
                      <ns1:pt x="14883" y="13022"/>
                    </ns1:moveTo>
                    <ns1:lnTo>
                      <ns1:pt x="14883" y="53727"/>
                    </ns1:lnTo>
                    <ns1:lnTo>
                      <ns1:pt x="32445" y="53727"/>
                    </ns1:lnTo>
                    <ns1:cubicBezTo>
                      <ns1:pt x="39241" y="53727"/>
                      <ns1:pt x="44760" y="51742"/>
                      <ns1:pt x="49002" y="47774"/>
                    </ns1:cubicBezTo>
                    <ns1:cubicBezTo>
                      <ns1:pt x="53243" y="43805"/>
                      <ns1:pt x="55364" y="38596"/>
                      <ns1:pt x="55364" y="32147"/>
                    </ns1:cubicBezTo>
                    <ns1:cubicBezTo>
                      <ns1:pt x="55364" y="26144"/>
                      <ns1:pt x="53429" y="21456"/>
                      <ns1:pt x="49560" y="18082"/>
                    </ns1:cubicBezTo>
                    <ns1:cubicBezTo>
                      <ns1:pt x="45690" y="14709"/>
                      <ns1:pt x="40060" y="13022"/>
                      <ns1:pt x="32668" y="13022"/>
                    </ns1:cubicBezTo>
                    <ns1:lnTo>
                      <ns1:pt x="14883" y="13022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8" name="文本框 27"/>
              <ns0:cNvSpPr txBox="1"/>
              <ns0:nvPr/>
            </ns0:nvSpPr>
            <ns0:spPr>
              <ns1:xfrm>
                <ns1:off x="4597549" y="2097676"/>
                <ns1:ext cx="25144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14883" h="115267">
                    <ns1:moveTo>
                      <ns1:pt x="0" y="0"/>
                    </ns1:moveTo>
                    <ns1:lnTo>
                      <ns1:pt x="14883" y="0"/>
                    </ns1:lnTo>
                    <ns1:lnTo>
                      <ns1:pt x="14883" y="115267"/>
                    </ns1:lnTo>
                    <ns1:lnTo>
                      <ns1:pt x="0" y="115267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29" name="文本框 28"/>
              <ns0:cNvSpPr txBox="1"/>
              <ns0:nvPr/>
            </ns0:nvSpPr>
            <ns0:spPr>
              <ns1:xfrm>
                <ns1:off x="4658271" y="2097676"/>
                <ns1:ext cx="137412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1335" h="115267">
                    <ns1:moveTo>
                      <ns1:pt x="0" y="0"/>
                    </ns1:moveTo>
                    <ns1:lnTo>
                      <ns1:pt x="81335" y="0"/>
                    </ns1:lnTo>
                    <ns1:lnTo>
                      <ns1:pt x="81335" y="13245"/>
                    </ns1:lnTo>
                    <ns1:lnTo>
                      <ns1:pt x="48072" y="13245"/>
                    </ns1:lnTo>
                    <ns1:lnTo>
                      <ns1:pt x="48072" y="115267"/>
                    </ns1:lnTo>
                    <ns1:lnTo>
                      <ns1:pt x="33114" y="115267"/>
                    </ns1:lnTo>
                    <ns1:lnTo>
                      <ns1:pt x="33114" y="13245"/>
                    </ns1:lnTo>
                    <ns1:lnTo>
                      <ns1:pt x="0" y="13245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  <ns0:sp>
            <ns0:nvSpPr>
              <ns0:cNvPr id="30" name="文本框 29"/>
              <ns0:cNvSpPr txBox="1"/>
              <ns0:nvPr/>
            </ns0:nvSpPr>
            <ns0:spPr>
              <ns1:xfrm>
                <ns1:off x="4799830" y="2097676"/>
                <ns1:ext cx="151868" cy="194740"/>
              </ns1:xfrm>
              <ns1:custGeom>
                <ns1:avLst/>
                <ns1:gdLst/>
                <ns1:ahLst/>
                <ns1:cxnLst/>
                <ns1:rect l="l" t="t" r="r" b="b"/>
                <ns1:pathLst>
                  <ns1:path w="89892" h="115267">
                    <ns1:moveTo>
                      <ns1:pt x="0" y="0"/>
                    </ns1:moveTo>
                    <ns1:lnTo>
                      <ns1:pt x="17041" y="0"/>
                    </ns1:lnTo>
                    <ns1:lnTo>
                      <ns1:pt x="41970" y="51048"/>
                    </ns1:lnTo>
                    <ns1:cubicBezTo>
                      <ns1:pt x="42019" y="51097"/>
                      <ns1:pt x="42937" y="53553"/>
                      <ns1:pt x="44723" y="58415"/>
                    </ns1:cubicBezTo>
                    <ns1:lnTo>
                      <ns1:pt x="44946" y="58415"/>
                    </ns1:lnTo>
                    <ns1:cubicBezTo>
                      <ns1:pt x="45542" y="56331"/>
                      <ns1:pt x="46559" y="53900"/>
                      <ns1:pt x="47997" y="51122"/>
                    </ns1:cubicBezTo>
                    <ns1:lnTo>
                      <ns1:pt x="74042" y="0"/>
                    </ns1:lnTo>
                    <ns1:lnTo>
                      <ns1:pt x="89892" y="0"/>
                    </ns1:lnTo>
                    <ns1:lnTo>
                      <ns1:pt x="51941" y="72851"/>
                    </ns1:lnTo>
                    <ns1:lnTo>
                      <ns1:pt x="51941" y="115267"/>
                    </ns1:lnTo>
                    <ns1:lnTo>
                      <ns1:pt x="36984" y="115267"/>
                    </ns1:lnTo>
                    <ns1:lnTo>
                      <ns1:pt x="36984" y="73223"/>
                    </ns1:lnTo>
                    <ns1:lnTo>
                      <ns1:pt x="0" y="0"/>
                    </ns1:ln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ffectLst/>
            </ns0:spPr>
            <ns0:txBody>
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ns1:noAutofit/>
              </ns1:bodyPr>
              <ns1:lstStyle/>
              <ns1:p>
                <ns1:endParaRPr lang="zh-CN" altLang="en-US" sz="1200" dirty="0">
                  <ns1:latin typeface="微软雅黑" panose="020B0503020204020204" pitchFamily="34" charset="-122"/>
                  <ns1:ea typeface="微软雅黑" panose="020B0503020204020204" pitchFamily="34" charset="-122"/>
                  <ns1:cs typeface="Times New Roman" panose="02020603050405020304" pitchFamily="18" charset="0"/>
                </ns1:endParaRPr>
              </ns1:p>
            </ns0:txBody>
          </ns0:sp>
        </ns0:grpSp>
      </ns0:grpSp>
      <ns0:grpSp>
        <ns0:nvGrpSpPr>
          <ns0:cNvPr id="66" name="组合 65"/>
          <ns0:cNvGrpSpPr/>
          <ns0:nvPr userDrawn="1"/>
        </ns0:nvGrpSpPr>
        <ns0:grpSpPr>
          <ns1:xfrm>
            <ns1:off x="2972763" y="2313848"/>
            <ns1:ext cx="6246474" cy="720000"/>
            <ns1:chOff x="2885214" y="2245752"/>
            <ns1:chExt cx="6246474" cy="720000"/>
          </ns1:xfrm>
        </ns0:grpSpPr>
        <ns0:grpSp>
          <ns0:nvGrpSpPr>
            <ns0:cNvPr id="67" name="组合 66"/>
            <ns0:cNvGrpSpPr>
              <ns1:grpSpLocks noChangeAspect="1"/>
            </ns0:cNvGrpSpPr>
            <ns0:nvPr/>
          </ns0:nvGrpSpPr>
          <ns0:grpSpPr>
            <ns1:xfrm>
              <ns1:off x="4437434" y="2353752"/>
              <ns1:ext cx="4694254" cy="504000"/>
              <ns1:chOff x="5120086" y="2009499"/>
              <ns1:chExt cx="3940013" cy="423021"/>
            </ns1:xfrm>
          </ns0:grpSpPr>
          <ns0:grpSp>
            <ns0:nvGrpSpPr>
              <ns0:cNvPr id="160" name="组合 24"/>
              <ns0:cNvGrpSpPr>
                <ns1:grpSpLocks noChangeAspect="1"/>
              </ns0:cNvGrpSpPr>
              <ns0:nvPr/>
            </ns0:nvGrpSpPr>
            <ns0:grpSpPr>
              <ns1:xfrm>
                <ns1:off x="5120086" y="2009499"/>
                <ns1:ext cx="1694479" cy="423021"/>
                <ns1:chOff x="-4478338" y="-4232275"/>
                <ns1:chExt cx="6632576" cy="1838325"/>
              </ns1:xfrm>
              <ns1:solidFill>
                <ns1:srgbClr val="123A85"/>
              </ns1:solidFill>
            </ns0:grpSpPr>
            <ns0:sp>
              <ns0:nvSpPr>
                <ns0:cNvPr id="184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5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6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7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8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9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0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1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2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3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4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95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161" name="组合 160"/>
              <ns0:cNvGrpSpPr>
                <ns1:grpSpLocks noChangeAspect="1"/>
              </ns0:cNvGrpSpPr>
              <ns0:nvPr/>
            </ns0:nvGrpSpPr>
            <ns0:grpSpPr>
              <ns1:xfrm>
                <ns1:off x="6867029" y="2046019"/>
                <ns1:ext cx="2193070" cy="342586"/>
                <ns1:chOff x="4755276" y="1404345"/>
                <ns1:chExt cx="1620593" cy="253157"/>
              </ns1:xfrm>
              <ns1:solidFill>
                <ns1:srgbClr val="123A85"/>
              </ns1:solidFill>
            </ns0:grpSpPr>
            <ns0:sp>
              <ns0:nvSpPr>
                <ns0:cNvPr id="162" name="文本框 161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163" name="组合 162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182" name="文本框 181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83" name="文本框 182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4" name="组合 163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178" name="文本框 177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9" name="文本框 178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80" name="文本框 179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81" name="文本框 180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5" name="组合 164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174" name="文本框 173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5" name="文本框 174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6" name="文本框 175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7" name="文本框 176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6" name="组合 165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172" name="文本框 171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3" name="文本框 172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7" name="组合 166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168" name="文本框 167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9" name="文本框 168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0" name="文本框 169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1" name="文本框 170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</ns0:grpSp>
        <ns0:grpSp>
          <ns0:nvGrpSpPr>
            <ns0:cNvPr id="68" name="组合 67"/>
            <ns0:cNvGrpSpPr>
              <ns1:grpSpLocks noChangeAspect="1"/>
            </ns0:cNvGrpSpPr>
            <ns0:nvPr/>
          </ns0:nvGrpSpPr>
          <ns0:grpSpPr>
            <ns1:xfrm>
              <ns1:off x="2885214" y="2245752"/>
              <ns1:ext cx="1485847" cy="720000"/>
              <ns1:chOff x="2715403" y="1896156"/>
              <ns1:chExt cx="2285440" cy="1107460"/>
            </ns1:xfrm>
          </ns0:grpSpPr>
          <ns0:grpSp>
            <ns0:nvGrpSpPr>
              <ns0:cNvPr id="69" name="组合 68"/>
              <ns0:cNvGrpSpPr/>
              <ns0:nvPr/>
            </ns0:nvGrpSpPr>
            <ns0:grpSpPr>
              <ns1:xfrm>
                <ns1:off x="2715403" y="1896156"/>
                <ns1:ext cx="1105976" cy="1106805"/>
                <ns1:chOff x="694796" y="3108435"/>
                <ns1:chExt cx="1359476" cy="1360493"/>
              </ns1:xfrm>
            </ns0:grpSpPr>
            <ns0:sp>
              <ns0:nvSpPr>
                <ns0:cNvPr id="121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694796" y="3108435"/>
                  <ns1:ext cx="1359476" cy="1360493"/>
                </ns1:xfrm>
                <ns1:custGeom>
                  <ns1:avLst/>
                  <ns1:gdLst>
                    <ns1:gd name="T0" fmla="*/ 310 w 621"/>
                    <ns1:gd name="T1" fmla="*/ 0 h 621"/>
                    <ns1:gd name="T2" fmla="*/ 618 w 621"/>
                    <ns1:gd name="T3" fmla="*/ 316 h 621"/>
                    <ns1:gd name="T4" fmla="*/ 307 w 621"/>
                    <ns1:gd name="T5" fmla="*/ 619 h 621"/>
                    <ns1:gd name="T6" fmla="*/ 2 w 621"/>
                    <ns1:gd name="T7" fmla="*/ 305 h 621"/>
                    <ns1:gd name="T8" fmla="*/ 310 w 621"/>
                    <ns1:gd name="T9" fmla="*/ 0 h 621"/>
                    <ns1:gd name="T10" fmla="*/ 611 w 621"/>
                    <ns1:gd name="T11" fmla="*/ 310 h 621"/>
                    <ns1:gd name="T12" fmla="*/ 313 w 621"/>
                    <ns1:gd name="T13" fmla="*/ 7 h 621"/>
                    <ns1:gd name="T14" fmla="*/ 9 w 621"/>
                    <ns1:gd name="T15" fmla="*/ 309 h 621"/>
                    <ns1:gd name="T16" fmla="*/ 303 w 621"/>
                    <ns1:gd name="T17" fmla="*/ 612 h 621"/>
                    <ns1:gd name="T18" fmla="*/ 611 w 621"/>
                    <ns1:gd name="T19" fmla="*/ 310 h 6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21" h="621">
                      <ns1:moveTo>
                        <ns1:pt x="310" y="0"/>
                      </ns1:moveTo>
                      <ns1:cubicBezTo>
                        <ns1:pt x="482" y="0"/>
                        <ns1:pt x="621" y="143"/>
                        <ns1:pt x="618" y="316"/>
                      </ns1:cubicBezTo>
                      <ns1:cubicBezTo>
                        <ns1:pt x="614" y="483"/>
                        <ns1:pt x="477" y="621"/>
                        <ns1:pt x="307" y="619"/>
                      </ns1:cubicBezTo>
                      <ns1:cubicBezTo>
                        <ns1:pt x="138" y="618"/>
                        <ns1:pt x="0" y="478"/>
                        <ns1:pt x="2" y="305"/>
                      </ns1:cubicBezTo>
                      <ns1:cubicBezTo>
                        <ns1:pt x="4" y="139"/>
                        <ns1:pt x="139" y="0"/>
                        <ns1:pt x="310" y="0"/>
                      </ns1:cubicBezTo>
                      <ns1:close/>
                      <ns1:moveTo>
                        <ns1:pt x="611" y="310"/>
                      </ns1:moveTo>
                      <ns1:cubicBezTo>
                        <ns1:pt x="611" y="145"/>
                        <ns1:pt x="476" y="8"/>
                        <ns1:pt x="313" y="7"/>
                      </ns1:cubicBezTo>
                      <ns1:cubicBezTo>
                        <ns1:pt x="148" y="6"/>
                        <ns1:pt x="10" y="139"/>
                        <ns1:pt x="9" y="309"/>
                      </ns1:cubicBezTo>
                      <ns1:cubicBezTo>
                        <ns1:pt x="9" y="476"/>
                        <ns1:pt x="142" y="608"/>
                        <ns1:pt x="303" y="612"/>
                      </ns1:cubicBezTo>
                      <ns1:cubicBezTo>
                        <ns1:pt x="472" y="616"/>
                        <ns1:pt x="610" y="479"/>
                        <ns1:pt x="611" y="31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2" name="Freeform 7"/>
                <ns0:cNvSpPr/>
                <ns0:nvPr/>
              </ns0:nvSpPr>
              <ns0:spPr bwMode="auto">
                <ns1:xfrm>
                  <ns1:off x="1051798" y="3593304"/>
                  <ns1:ext cx="623987" cy="523740"/>
                </ns1:xfrm>
                <ns1:custGeom>
                  <ns1:avLst/>
                  <ns1:gdLst>
                    <ns1:gd name="T0" fmla="*/ 63 w 285"/>
                    <ns1:gd name="T1" fmla="*/ 116 h 239"/>
                    <ns1:gd name="T2" fmla="*/ 82 w 285"/>
                    <ns1:gd name="T3" fmla="*/ 116 h 239"/>
                    <ns1:gd name="T4" fmla="*/ 70 w 285"/>
                    <ns1:gd name="T5" fmla="*/ 106 h 239"/>
                    <ns1:gd name="T6" fmla="*/ 56 w 285"/>
                    <ns1:gd name="T7" fmla="*/ 101 h 239"/>
                    <ns1:gd name="T8" fmla="*/ 42 w 285"/>
                    <ns1:gd name="T9" fmla="*/ 82 h 239"/>
                    <ns1:gd name="T10" fmla="*/ 73 w 285"/>
                    <ns1:gd name="T11" fmla="*/ 82 h 239"/>
                    <ns1:gd name="T12" fmla="*/ 60 w 285"/>
                    <ns1:gd name="T13" fmla="*/ 72 h 239"/>
                    <ns1:gd name="T14" fmla="*/ 43 w 285"/>
                    <ns1:gd name="T15" fmla="*/ 68 h 239"/>
                    <ns1:gd name="T16" fmla="*/ 20 w 285"/>
                    <ns1:gd name="T17" fmla="*/ 48 h 239"/>
                    <ns1:gd name="T18" fmla="*/ 47 w 285"/>
                    <ns1:gd name="T19" fmla="*/ 48 h 239"/>
                    <ns1:gd name="T20" fmla="*/ 55 w 285"/>
                    <ns1:gd name="T21" fmla="*/ 45 h 239"/>
                    <ns1:gd name="T22" fmla="*/ 48 w 285"/>
                    <ns1:gd name="T23" fmla="*/ 36 h 239"/>
                    <ns1:gd name="T24" fmla="*/ 30 w 285"/>
                    <ns1:gd name="T25" fmla="*/ 32 h 239"/>
                    <ns1:gd name="T26" fmla="*/ 0 w 285"/>
                    <ns1:gd name="T27" fmla="*/ 15 h 239"/>
                    <ns1:gd name="T28" fmla="*/ 9 w 285"/>
                    <ns1:gd name="T29" fmla="*/ 15 h 239"/>
                    <ns1:gd name="T30" fmla="*/ 73 w 285"/>
                    <ns1:gd name="T31" fmla="*/ 11 h 239"/>
                    <ns1:gd name="T32" fmla="*/ 90 w 285"/>
                    <ns1:gd name="T33" fmla="*/ 13 h 239"/>
                    <ns1:gd name="T34" fmla="*/ 116 w 285"/>
                    <ns1:gd name="T35" fmla="*/ 34 h 239"/>
                    <ns1:gd name="T36" fmla="*/ 124 w 285"/>
                    <ns1:gd name="T37" fmla="*/ 41 h 239"/>
                    <ns1:gd name="T38" fmla="*/ 130 w 285"/>
                    <ns1:gd name="T39" fmla="*/ 32 h 239"/>
                    <ns1:gd name="T40" fmla="*/ 141 w 285"/>
                    <ns1:gd name="T41" fmla="*/ 10 h 239"/>
                    <ns1:gd name="T42" fmla="*/ 166 w 285"/>
                    <ns1:gd name="T43" fmla="*/ 3 h 239"/>
                    <ns1:gd name="T44" fmla="*/ 190 w 285"/>
                    <ns1:gd name="T45" fmla="*/ 18 h 239"/>
                    <ns1:gd name="T46" fmla="*/ 175 w 285"/>
                    <ns1:gd name="T47" fmla="*/ 26 h 239"/>
                    <ns1:gd name="T48" fmla="*/ 169 w 285"/>
                    <ns1:gd name="T49" fmla="*/ 34 h 239"/>
                    <ns1:gd name="T50" fmla="*/ 181 w 285"/>
                    <ns1:gd name="T51" fmla="*/ 42 h 239"/>
                    <ns1:gd name="T52" fmla="*/ 197 w 285"/>
                    <ns1:gd name="T53" fmla="*/ 32 h 239"/>
                    <ns1:gd name="T54" fmla="*/ 230 w 285"/>
                    <ns1:gd name="T55" fmla="*/ 17 h 239"/>
                    <ns1:gd name="T56" fmla="*/ 285 w 285"/>
                    <ns1:gd name="T57" fmla="*/ 20 h 239"/>
                    <ns1:gd name="T58" fmla="*/ 273 w 285"/>
                    <ns1:gd name="T59" fmla="*/ 33 h 239"/>
                    <ns1:gd name="T60" fmla="*/ 253 w 285"/>
                    <ns1:gd name="T61" fmla="*/ 40 h 239"/>
                    <ns1:gd name="T62" fmla="*/ 239 w 285"/>
                    <ns1:gd name="T63" fmla="*/ 49 h 239"/>
                    <ns1:gd name="T64" fmla="*/ 277 w 285"/>
                    <ns1:gd name="T65" fmla="*/ 51 h 239"/>
                    <ns1:gd name="T66" fmla="*/ 271 w 285"/>
                    <ns1:gd name="T67" fmla="*/ 56 h 239"/>
                    <ns1:gd name="T68" fmla="*/ 226 w 285"/>
                    <ns1:gd name="T69" fmla="*/ 72 h 239"/>
                    <ns1:gd name="T70" fmla="*/ 221 w 285"/>
                    <ns1:gd name="T71" fmla="*/ 75 h 239"/>
                    <ns1:gd name="T72" fmla="*/ 226 w 285"/>
                    <ns1:gd name="T73" fmla="*/ 79 h 239"/>
                    <ns1:gd name="T74" fmla="*/ 248 w 285"/>
                    <ns1:gd name="T75" fmla="*/ 80 h 239"/>
                    <ns1:gd name="T76" fmla="*/ 253 w 285"/>
                    <ns1:gd name="T77" fmla="*/ 81 h 239"/>
                    <ns1:gd name="T78" fmla="*/ 235 w 285"/>
                    <ns1:gd name="T79" fmla="*/ 102 h 239"/>
                    <ns1:gd name="T80" fmla="*/ 213 w 285"/>
                    <ns1:gd name="T81" fmla="*/ 109 h 239"/>
                    <ns1:gd name="T82" fmla="*/ 209 w 285"/>
                    <ns1:gd name="T83" fmla="*/ 110 h 239"/>
                    <ns1:gd name="T84" fmla="*/ 212 w 285"/>
                    <ns1:gd name="T85" fmla="*/ 115 h 239"/>
                    <ns1:gd name="T86" fmla="*/ 217 w 285"/>
                    <ns1:gd name="T87" fmla="*/ 116 h 239"/>
                    <ns1:gd name="T88" fmla="*/ 235 w 285"/>
                    <ns1:gd name="T89" fmla="*/ 116 h 239"/>
                    <ns1:gd name="T90" fmla="*/ 203 w 285"/>
                    <ns1:gd name="T91" fmla="*/ 140 h 239"/>
                    <ns1:gd name="T92" fmla="*/ 191 w 285"/>
                    <ns1:gd name="T93" fmla="*/ 146 h 239"/>
                    <ns1:gd name="T94" fmla="*/ 192 w 285"/>
                    <ns1:gd name="T95" fmla="*/ 148 h 239"/>
                    <ns1:gd name="T96" fmla="*/ 206 w 285"/>
                    <ns1:gd name="T97" fmla="*/ 149 h 239"/>
                    <ns1:gd name="T98" fmla="*/ 178 w 285"/>
                    <ns1:gd name="T99" fmla="*/ 169 h 239"/>
                    <ns1:gd name="T100" fmla="*/ 184 w 285"/>
                    <ns1:gd name="T101" fmla="*/ 186 h 239"/>
                    <ns1:gd name="T102" fmla="*/ 145 w 285"/>
                    <ns1:gd name="T103" fmla="*/ 239 h 239"/>
                    <ns1:gd name="T104" fmla="*/ 107 w 285"/>
                    <ns1:gd name="T105" fmla="*/ 183 h 239"/>
                    <ns1:gd name="T106" fmla="*/ 114 w 285"/>
                    <ns1:gd name="T107" fmla="*/ 180 h 239"/>
                    <ns1:gd name="T108" fmla="*/ 114 w 285"/>
                    <ns1:gd name="T109" fmla="*/ 171 h 239"/>
                    <ns1:gd name="T110" fmla="*/ 82 w 285"/>
                    <ns1:gd name="T111" fmla="*/ 148 h 239"/>
                    <ns1:gd name="T112" fmla="*/ 91 w 285"/>
                    <ns1:gd name="T113" fmla="*/ 148 h 239"/>
                    <ns1:gd name="T114" fmla="*/ 97 w 285"/>
                    <ns1:gd name="T115" fmla="*/ 141 h 239"/>
                    <ns1:gd name="T116" fmla="*/ 63 w 285"/>
                    <ns1:gd name="T117" fmla="*/ 116 h 23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</ns1:cxnLst>
                  <ns1:rect l="0" t="0" r="r" b="b"/>
                  <ns1:pathLst>
                    <ns1:path w="285" h="239">
                      <ns1:moveTo>
                        <ns1:pt x="63" y="116"/>
                      </ns1:moveTo>
                      <ns1:cubicBezTo>
                        <ns1:pt x="69" y="116"/>
                        <ns1:pt x="75" y="116"/>
                        <ns1:pt x="82" y="116"/>
                      </ns1:cubicBezTo>
                      <ns1:cubicBezTo>
                        <ns1:pt x="79" y="110"/>
                        <ns1:pt x="75" y="108"/>
                        <ns1:pt x="70" y="106"/>
                      </ns1:cubicBezTo>
                      <ns1:cubicBezTo>
                        <ns1:pt x="65" y="104"/>
                        <ns1:pt x="61" y="103"/>
                        <ns1:pt x="56" y="101"/>
                      </ns1:cubicBezTo>
                      <ns1:cubicBezTo>
                        <ns1:pt x="48" y="98"/>
                        <ns1:pt x="43" y="91"/>
                        <ns1:pt x="42" y="82"/>
                      </ns1:cubicBezTo>
                      <ns1:cubicBezTo>
                        <ns1:pt x="53" y="82"/>
                        <ns1:pt x="63" y="82"/>
                        <ns1:pt x="73" y="82"/>
                      </ns1:cubicBezTo>
                      <ns1:cubicBezTo>
                        <ns1:pt x="70" y="76"/>
                        <ns1:pt x="66" y="74"/>
                        <ns1:pt x="60" y="72"/>
                      </ns1:cubicBezTo>
                      <ns1:cubicBezTo>
                        <ns1:pt x="55" y="71"/>
                        <ns1:pt x="49" y="70"/>
                        <ns1:pt x="43" y="68"/>
                      </ns1:cubicBezTo>
                      <ns1:cubicBezTo>
                        <ns1:pt x="31" y="64"/>
                        <ns1:pt x="22" y="56"/>
                        <ns1:pt x="20" y="48"/>
                      </ns1:cubicBezTo>
                      <ns1:cubicBezTo>
                        <ns1:pt x="29" y="48"/>
                        <ns1:pt x="38" y="48"/>
                        <ns1:pt x="47" y="48"/>
                      </ns1:cubicBezTo>
                      <ns1:cubicBezTo>
                        <ns1:pt x="50" y="48"/>
                        <ns1:pt x="54" y="50"/>
                        <ns1:pt x="55" y="45"/>
                      </ns1:cubicBezTo>
                      <ns1:cubicBezTo>
                        <ns1:pt x="56" y="42"/>
                        <ns1:pt x="52" y="37"/>
                        <ns1:pt x="48" y="36"/>
                      </ns1:cubicBezTo>
                      <ns1:cubicBezTo>
                        <ns1:pt x="42" y="35"/>
                        <ns1:pt x="36" y="34"/>
                        <ns1:pt x="30" y="32"/>
                      </ns1:cubicBezTo>
                      <ns1:cubicBezTo>
                        <ns1:pt x="19" y="29"/>
                        <ns1:pt x="9" y="25"/>
                        <ns1:pt x="0" y="15"/>
                      </ns1:cubicBezTo>
                      <ns1:cubicBezTo>
                        <ns1:pt x="4" y="15"/>
                        <ns1:pt x="6" y="15"/>
                        <ns1:pt x="9" y="15"/>
                      </ns1:cubicBezTo>
                      <ns1:cubicBezTo>
                        <ns1:pt x="30" y="14"/>
                        <ns1:pt x="52" y="12"/>
                        <ns1:pt x="73" y="11"/>
                      </ns1:cubicBezTo>
                      <ns1:cubicBezTo>
                        <ns1:pt x="79" y="11"/>
                        <ns1:pt x="85" y="12"/>
                        <ns1:pt x="90" y="13"/>
                      </ns1:cubicBezTo>
                      <ns1:cubicBezTo>
                        <ns1:pt x="102" y="15"/>
                        <ns1:pt x="111" y="22"/>
                        <ns1:pt x="116" y="34"/>
                      </ns1:cubicBezTo>
                      <ns1:cubicBezTo>
                        <ns1:pt x="118" y="37"/>
                        <ns1:pt x="119" y="41"/>
                        <ns1:pt x="124" y="41"/>
                      </ns1:cubicBezTo>
                      <ns1:cubicBezTo>
                        <ns1:pt x="129" y="40"/>
                        <ns1:pt x="129" y="35"/>
                        <ns1:pt x="130" y="32"/>
                      </ns1:cubicBezTo>
                      <ns1:cubicBezTo>
                        <ns1:pt x="134" y="24"/>
                        <ns1:pt x="137" y="17"/>
                        <ns1:pt x="141" y="10"/>
                      </ns1:cubicBezTo>
                      <ns1:cubicBezTo>
                        <ns1:pt x="147" y="2"/>
                        <ns1:pt x="156" y="0"/>
                        <ns1:pt x="166" y="3"/>
                      </ns1:cubicBezTo>
                      <ns1:cubicBezTo>
                        <ns1:pt x="175" y="6"/>
                        <ns1:pt x="183" y="11"/>
                        <ns1:pt x="190" y="18"/>
                      </ns1:cubicBezTo>
                      <ns1:cubicBezTo>
                        <ns1:pt x="184" y="21"/>
                        <ns1:pt x="179" y="23"/>
                        <ns1:pt x="175" y="26"/>
                      </ns1:cubicBezTo>
                      <ns1:cubicBezTo>
                        <ns1:pt x="172" y="28"/>
                        <ns1:pt x="169" y="31"/>
                        <ns1:pt x="169" y="34"/>
                      </ns1:cubicBezTo>
                      <ns1:cubicBezTo>
                        <ns1:pt x="168" y="41"/>
                        <ns1:pt x="174" y="46"/>
                        <ns1:pt x="181" y="42"/>
                      </ns1:cubicBezTo>
                      <ns1:cubicBezTo>
                        <ns1:pt x="186" y="39"/>
                        <ns1:pt x="192" y="35"/>
                        <ns1:pt x="197" y="32"/>
                      </ns1:cubicBezTo>
                      <ns1:cubicBezTo>
                        <ns1:pt x="207" y="24"/>
                        <ns1:pt x="217" y="17"/>
                        <ns1:pt x="230" y="17"/>
                      </ns1:cubicBezTo>
                      <ns1:cubicBezTo>
                        <ns1:pt x="248" y="18"/>
                        <ns1:pt x="266" y="19"/>
                        <ns1:pt x="285" y="20"/>
                      </ns1:cubicBezTo>
                      <ns1:cubicBezTo>
                        <ns1:pt x="283" y="27"/>
                        <ns1:pt x="278" y="31"/>
                        <ns1:pt x="273" y="33"/>
                      </ns1:cubicBezTo>
                      <ns1:cubicBezTo>
                        <ns1:pt x="266" y="36"/>
                        <ns1:pt x="259" y="38"/>
                        <ns1:pt x="253" y="40"/>
                      </ns1:cubicBezTo>
                      <ns1:cubicBezTo>
                        <ns1:pt x="248" y="42"/>
                        <ns1:pt x="242" y="43"/>
                        <ns1:pt x="239" y="49"/>
                      </ns1:cubicBezTo>
                      <ns1:cubicBezTo>
                        <ns1:pt x="251" y="49"/>
                        <ns1:pt x="263" y="50"/>
                        <ns1:pt x="277" y="51"/>
                      </ns1:cubicBezTo>
                      <ns1:cubicBezTo>
                        <ns1:pt x="274" y="53"/>
                        <ns1:pt x="273" y="55"/>
                        <ns1:pt x="271" y="56"/>
                      </ns1:cubicBezTo>
                      <ns1:cubicBezTo>
                        <ns1:pt x="258" y="66"/>
                        <ns1:pt x="242" y="70"/>
                        <ns1:pt x="226" y="72"/>
                      </ns1:cubicBezTo>
                      <ns1:cubicBezTo>
                        <ns1:pt x="224" y="72"/>
                        <ns1:pt x="220" y="72"/>
                        <ns1:pt x="221" y="75"/>
                      </ns1:cubicBezTo>
                      <ns1:cubicBezTo>
                        <ns1:pt x="221" y="77"/>
                        <ns1:pt x="224" y="79"/>
                        <ns1:pt x="226" y="79"/>
                      </ns1:cubicBezTo>
                      <ns1:cubicBezTo>
                        <ns1:pt x="233" y="80"/>
                        <ns1:pt x="240" y="80"/>
                        <ns1:pt x="248" y="80"/>
                      </ns1:cubicBezTo>
                      <ns1:cubicBezTo>
                        <ns1:pt x="249" y="80"/>
                        <ns1:pt x="251" y="80"/>
                        <ns1:pt x="253" y="81"/>
                      </ns1:cubicBezTo>
                      <ns1:cubicBezTo>
                        <ns1:pt x="250" y="91"/>
                        <ns1:pt x="244" y="98"/>
                        <ns1:pt x="235" y="102"/>
                      </ns1:cubicBezTo>
                      <ns1:cubicBezTo>
                        <ns1:pt x="228" y="105"/>
                        <ns1:pt x="220" y="107"/>
                        <ns1:pt x="213" y="109"/>
                      </ns1:cubicBezTo>
                      <ns1:cubicBezTo>
                        <ns1:pt x="212" y="109"/>
                        <ns1:pt x="211" y="110"/>
                        <ns1:pt x="209" y="110"/>
                      </ns1:cubicBezTo>
                      <ns1:cubicBezTo>
                        <ns1:pt x="210" y="112"/>
                        <ns1:pt x="210" y="114"/>
                        <ns1:pt x="212" y="115"/>
                      </ns1:cubicBezTo>
                      <ns1:cubicBezTo>
                        <ns1:pt x="213" y="116"/>
                        <ns1:pt x="215" y="116"/>
                        <ns1:pt x="217" y="116"/>
                      </ns1:cubicBezTo>
                      <ns1:cubicBezTo>
                        <ns1:pt x="222" y="116"/>
                        <ns1:pt x="228" y="116"/>
                        <ns1:pt x="235" y="116"/>
                      </ns1:cubicBezTo>
                      <ns1:cubicBezTo>
                        <ns1:pt x="225" y="127"/>
                        <ns1:pt x="217" y="137"/>
                        <ns1:pt x="203" y="140"/>
                      </ns1:cubicBezTo>
                      <ns1:cubicBezTo>
                        <ns1:pt x="199" y="141"/>
                        <ns1:pt x="195" y="144"/>
                        <ns1:pt x="191" y="146"/>
                      </ns1:cubicBezTo>
                      <ns1:cubicBezTo>
                        <ns1:pt x="192" y="147"/>
                        <ns1:pt x="192" y="147"/>
                        <ns1:pt x="192" y="148"/>
                      </ns1:cubicBezTo>
                      <ns1:cubicBezTo>
                        <ns1:pt x="197" y="149"/>
                        <ns1:pt x="201" y="149"/>
                        <ns1:pt x="206" y="149"/>
                      </ns1:cubicBezTo>
                      <ns1:cubicBezTo>
                        <ns1:pt x="203" y="162"/>
                        <ns1:pt x="195" y="167"/>
                        <ns1:pt x="178" y="169"/>
                      </ns1:cubicBezTo>
                      <ns1:cubicBezTo>
                        <ns1:pt x="175" y="176"/>
                        <ns1:pt x="176" y="178"/>
                        <ns1:pt x="184" y="186"/>
                      </ns1:cubicBezTo>
                      <ns1:cubicBezTo>
                        <ns1:pt x="171" y="203"/>
                        <ns1:pt x="158" y="221"/>
                        <ns1:pt x="145" y="239"/>
                      </ns1:cubicBezTo>
                      <ns1:cubicBezTo>
                        <ns1:pt x="132" y="220"/>
                        <ns1:pt x="119" y="202"/>
                        <ns1:pt x="107" y="183"/>
                      </ns1:cubicBezTo>
                      <ns1:cubicBezTo>
                        <ns1:pt x="109" y="182"/>
                        <ns1:pt x="112" y="181"/>
                        <ns1:pt x="114" y="180"/>
                      </ns1:cubicBezTo>
                      <ns1:cubicBezTo>
                        <ns1:pt x="114" y="177"/>
                        <ns1:pt x="114" y="174"/>
                        <ns1:pt x="114" y="171"/>
                      </ns1:cubicBezTo>
                      <ns1:cubicBezTo>
                        <ns1:pt x="95" y="168"/>
                        <ns1:pt x="83" y="161"/>
                        <ns1:pt x="82" y="148"/>
                      </ns1:cubicBezTo>
                      <ns1:cubicBezTo>
                        <ns1:pt x="85" y="148"/>
                        <ns1:pt x="88" y="147"/>
                        <ns1:pt x="91" y="148"/>
                      </ns1:cubicBezTo>
                      <ns1:cubicBezTo>
                        <ns1:pt x="96" y="148"/>
                        <ns1:pt x="97" y="145"/>
                        <ns1:pt x="97" y="141"/>
                      </ns1:cubicBezTo>
                      <ns1:cubicBezTo>
                        <ns1:pt x="81" y="139"/>
                        <ns1:pt x="69" y="132"/>
                        <ns1:pt x="63" y="11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3" name="Freeform 8"/>
                <ns0:cNvSpPr/>
                <ns0:nvPr/>
              </ns0:nvSpPr>
              <ns0:spPr bwMode="auto">
                <ns1:xfrm>
                  <ns1:off x="944390" y="3384626"/>
                  <ns1:ext cx="850056" cy="725255"/>
                </ns1:xfrm>
                <ns1:custGeom>
                  <ns1:avLst/>
                  <ns1:gdLst>
                    <ns1:gd name="T0" fmla="*/ 293 w 388"/>
                    <ns1:gd name="T1" fmla="*/ 331 h 331"/>
                    <ns1:gd name="T2" fmla="*/ 291 w 388"/>
                    <ns1:gd name="T3" fmla="*/ 328 h 331"/>
                    <ns1:gd name="T4" fmla="*/ 319 w 388"/>
                    <ns1:gd name="T5" fmla="*/ 75 h 331"/>
                    <ns1:gd name="T6" fmla="*/ 72 w 388"/>
                    <ns1:gd name="T7" fmla="*/ 69 h 331"/>
                    <ns1:gd name="T8" fmla="*/ 82 w 388"/>
                    <ns1:gd name="T9" fmla="*/ 318 h 331"/>
                    <ns1:gd name="T10" fmla="*/ 79 w 388"/>
                    <ns1:gd name="T11" fmla="*/ 322 h 331"/>
                    <ns1:gd name="T12" fmla="*/ 26 w 388"/>
                    <ns1:gd name="T13" fmla="*/ 131 h 331"/>
                    <ns1:gd name="T14" fmla="*/ 207 w 388"/>
                    <ns1:gd name="T15" fmla="*/ 14 h 331"/>
                    <ns1:gd name="T16" fmla="*/ 365 w 388"/>
                    <ns1:gd name="T17" fmla="*/ 153 h 331"/>
                    <ns1:gd name="T18" fmla="*/ 293 w 388"/>
                    <ns1:gd name="T19" fmla="*/ 331 h 3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88" h="331">
                      <ns1:moveTo>
                        <ns1:pt x="293" y="331"/>
                      </ns1:moveTo>
                      <ns1:cubicBezTo>
                        <ns1:pt x="293" y="330"/>
                        <ns1:pt x="292" y="329"/>
                        <ns1:pt x="291" y="328"/>
                      </ns1:cubicBezTo>
                      <ns1:cubicBezTo>
                        <ns1:pt x="375" y="269"/>
                        <ns1:pt x="388" y="150"/>
                        <ns1:pt x="319" y="75"/>
                      </ns1:cubicBezTo>
                      <ns1:cubicBezTo>
                        <ns1:pt x="252" y="3"/>
                        <ns1:pt x="141" y="0"/>
                        <ns1:pt x="72" y="69"/>
                      </ns1:cubicBezTo>
                      <ns1:cubicBezTo>
                        <ns1:pt x="2" y="138"/>
                        <ns1:pt x="5" y="251"/>
                        <ns1:pt x="82" y="318"/>
                      </ns1:cubicBezTo>
                      <ns1:cubicBezTo>
                        <ns1:pt x="81" y="319"/>
                        <ns1:pt x="80" y="321"/>
                        <ns1:pt x="79" y="322"/>
                      </ns1:cubicBezTo>
                      <ns1:cubicBezTo>
                        <ns1:pt x="28" y="281"/>
                        <ns1:pt x="0" y="204"/>
                        <ns1:pt x="26" y="131"/>
                      </ns1:cubicBezTo>
                      <ns1:cubicBezTo>
                        <ns1:pt x="53" y="56"/>
                        <ns1:pt x="126" y="8"/>
                        <ns1:pt x="207" y="14"/>
                      </ns1:cubicBezTo>
                      <ns1:cubicBezTo>
                        <ns1:pt x="284" y="20"/>
                        <ns1:pt x="350" y="78"/>
                        <ns1:pt x="365" y="153"/>
                      </ns1:cubicBezTo>
                      <ns1:cubicBezTo>
                        <ns1:pt x="381" y="232"/>
                        <ns1:pt x="341" y="302"/>
                        <ns1:pt x="293" y="3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4" name="Freeform 9"/>
                <ns0:cNvSpPr/>
                <ns0:nvPr/>
              </ns0:nvSpPr>
              <ns0:spPr bwMode="auto">
                <ns1:xfrm>
                  <ns1:off x="850283" y="3459298"/>
                  <ns1:ext cx="168784" cy="286419"/>
                </ns1:xfrm>
                <ns1:custGeom>
                  <ns1:avLst/>
                  <ns1:gdLst>
                    <ns1:gd name="T0" fmla="*/ 15 w 77"/>
                    <ns1:gd name="T1" fmla="*/ 17 h 131"/>
                    <ns1:gd name="T2" fmla="*/ 30 w 77"/>
                    <ns1:gd name="T3" fmla="*/ 0 h 131"/>
                    <ns1:gd name="T4" fmla="*/ 33 w 77"/>
                    <ns1:gd name="T5" fmla="*/ 6 h 131"/>
                    <ns1:gd name="T6" fmla="*/ 31 w 77"/>
                    <ns1:gd name="T7" fmla="*/ 15 h 131"/>
                    <ns1:gd name="T8" fmla="*/ 36 w 77"/>
                    <ns1:gd name="T9" fmla="*/ 25 h 131"/>
                    <ns1:gd name="T10" fmla="*/ 40 w 77"/>
                    <ns1:gd name="T11" fmla="*/ 26 h 131"/>
                    <ns1:gd name="T12" fmla="*/ 40 w 77"/>
                    <ns1:gd name="T13" fmla="*/ 22 h 131"/>
                    <ns1:gd name="T14" fmla="*/ 38 w 77"/>
                    <ns1:gd name="T15" fmla="*/ 17 h 131"/>
                    <ns1:gd name="T16" fmla="*/ 40 w 77"/>
                    <ns1:gd name="T17" fmla="*/ 12 h 131"/>
                    <ns1:gd name="T18" fmla="*/ 48 w 77"/>
                    <ns1:gd name="T19" fmla="*/ 11 h 131"/>
                    <ns1:gd name="T20" fmla="*/ 51 w 77"/>
                    <ns1:gd name="T21" fmla="*/ 12 h 131"/>
                    <ns1:gd name="T22" fmla="*/ 65 w 77"/>
                    <ns1:gd name="T23" fmla="*/ 30 h 131"/>
                    <ns1:gd name="T24" fmla="*/ 72 w 77"/>
                    <ns1:gd name="T25" fmla="*/ 39 h 131"/>
                    <ns1:gd name="T26" fmla="*/ 77 w 77"/>
                    <ns1:gd name="T27" fmla="*/ 51 h 131"/>
                    <ns1:gd name="T28" fmla="*/ 75 w 77"/>
                    <ns1:gd name="T29" fmla="*/ 52 h 131"/>
                    <ns1:gd name="T30" fmla="*/ 65 w 77"/>
                    <ns1:gd name="T31" fmla="*/ 44 h 131"/>
                    <ns1:gd name="T32" fmla="*/ 54 w 77"/>
                    <ns1:gd name="T33" fmla="*/ 34 h 131"/>
                    <ns1:gd name="T34" fmla="*/ 47 w 77"/>
                    <ns1:gd name="T35" fmla="*/ 33 h 131"/>
                    <ns1:gd name="T36" fmla="*/ 48 w 77"/>
                    <ns1:gd name="T37" fmla="*/ 40 h 131"/>
                    <ns1:gd name="T38" fmla="*/ 53 w 77"/>
                    <ns1:gd name="T39" fmla="*/ 47 h 131"/>
                    <ns1:gd name="T40" fmla="*/ 55 w 77"/>
                    <ns1:gd name="T41" fmla="*/ 55 h 131"/>
                    <ns1:gd name="T42" fmla="*/ 53 w 77"/>
                    <ns1:gd name="T43" fmla="*/ 55 h 131"/>
                    <ns1:gd name="T44" fmla="*/ 34 w 77"/>
                    <ns1:gd name="T45" fmla="*/ 38 h 131"/>
                    <ns1:gd name="T46" fmla="*/ 33 w 77"/>
                    <ns1:gd name="T47" fmla="*/ 55 h 131"/>
                    <ns1:gd name="T48" fmla="*/ 37 w 77"/>
                    <ns1:gd name="T49" fmla="*/ 61 h 131"/>
                    <ns1:gd name="T50" fmla="*/ 49 w 77"/>
                    <ns1:gd name="T51" fmla="*/ 74 h 131"/>
                    <ns1:gd name="T52" fmla="*/ 47 w 77"/>
                    <ns1:gd name="T53" fmla="*/ 82 h 131"/>
                    <ns1:gd name="T54" fmla="*/ 39 w 77"/>
                    <ns1:gd name="T55" fmla="*/ 73 h 131"/>
                    <ns1:gd name="T56" fmla="*/ 37 w 77"/>
                    <ns1:gd name="T57" fmla="*/ 73 h 131"/>
                    <ns1:gd name="T58" fmla="*/ 36 w 77"/>
                    <ns1:gd name="T59" fmla="*/ 83 h 131"/>
                    <ns1:gd name="T60" fmla="*/ 30 w 77"/>
                    <ns1:gd name="T61" fmla="*/ 93 h 131"/>
                    <ns1:gd name="T62" fmla="*/ 26 w 77"/>
                    <ns1:gd name="T63" fmla="*/ 95 h 131"/>
                    <ns1:gd name="T64" fmla="*/ 44 w 77"/>
                    <ns1:gd name="T65" fmla="*/ 123 h 131"/>
                    <ns1:gd name="T66" fmla="*/ 47 w 77"/>
                    <ns1:gd name="T67" fmla="*/ 129 h 131"/>
                    <ns1:gd name="T68" fmla="*/ 41 w 77"/>
                    <ns1:gd name="T69" fmla="*/ 131 h 131"/>
                    <ns1:gd name="T70" fmla="*/ 26 w 77"/>
                    <ns1:gd name="T71" fmla="*/ 126 h 131"/>
                    <ns1:gd name="T72" fmla="*/ 25 w 77"/>
                    <ns1:gd name="T73" fmla="*/ 123 h 131"/>
                    <ns1:gd name="T74" fmla="*/ 16 w 77"/>
                    <ns1:gd name="T75" fmla="*/ 85 h 131"/>
                    <ns1:gd name="T76" fmla="*/ 13 w 77"/>
                    <ns1:gd name="T77" fmla="*/ 75 h 131"/>
                    <ns1:gd name="T78" fmla="*/ 22 w 77"/>
                    <ns1:gd name="T79" fmla="*/ 82 h 131"/>
                    <ns1:gd name="T80" fmla="*/ 26 w 77"/>
                    <ns1:gd name="T81" fmla="*/ 62 h 131"/>
                    <ns1:gd name="T82" fmla="*/ 19 w 77"/>
                    <ns1:gd name="T83" fmla="*/ 59 h 131"/>
                    <ns1:gd name="T84" fmla="*/ 13 w 77"/>
                    <ns1:gd name="T85" fmla="*/ 59 h 131"/>
                    <ns1:gd name="T86" fmla="*/ 14 w 77"/>
                    <ns1:gd name="T87" fmla="*/ 54 h 131"/>
                    <ns1:gd name="T88" fmla="*/ 12 w 77"/>
                    <ns1:gd name="T89" fmla="*/ 49 h 131"/>
                    <ns1:gd name="T90" fmla="*/ 0 w 77"/>
                    <ns1:gd name="T91" fmla="*/ 36 h 131"/>
                    <ns1:gd name="T92" fmla="*/ 21 w 77"/>
                    <ns1:gd name="T93" fmla="*/ 40 h 131"/>
                    <ns1:gd name="T94" fmla="*/ 22 w 77"/>
                    <ns1:gd name="T95" fmla="*/ 43 h 131"/>
                    <ns1:gd name="T96" fmla="*/ 26 w 77"/>
                    <ns1:gd name="T97" fmla="*/ 47 h 131"/>
                    <ns1:gd name="T98" fmla="*/ 28 w 77"/>
                    <ns1:gd name="T99" fmla="*/ 42 h 131"/>
                    <ns1:gd name="T100" fmla="*/ 22 w 77"/>
                    <ns1:gd name="T101" fmla="*/ 24 h 131"/>
                    <ns1:gd name="T102" fmla="*/ 15 w 77"/>
                    <ns1:gd name="T103" fmla="*/ 17 h 13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77" h="131">
                      <ns1:moveTo>
                        <ns1:pt x="15" y="17"/>
                      </ns1:moveTo>
                      <ns1:cubicBezTo>
                        <ns1:pt x="28" y="10"/>
                        <ns1:pt x="28" y="10"/>
                        <ns1:pt x="30" y="0"/>
                      </ns1:cubicBezTo>
                      <ns1:cubicBezTo>
                        <ns1:pt x="31" y="2"/>
                        <ns1:pt x="32" y="4"/>
                        <ns1:pt x="33" y="6"/>
                      </ns1:cubicBezTo>
                      <ns1:cubicBezTo>
                        <ns1:pt x="33" y="9"/>
                        <ns1:pt x="32" y="12"/>
                        <ns1:pt x="31" y="15"/>
                      </ns1:cubicBezTo>
                      <ns1:cubicBezTo>
                        <ns1:pt x="29" y="20"/>
                        <ns1:pt x="32" y="23"/>
                        <ns1:pt x="36" y="25"/>
                      </ns1:cubicBezTo>
                      <ns1:cubicBezTo>
                        <ns1:pt x="37" y="26"/>
                        <ns1:pt x="38" y="26"/>
                        <ns1:pt x="40" y="26"/>
                      </ns1:cubicBezTo>
                      <ns1:cubicBezTo>
                        <ns1:pt x="40" y="24"/>
                        <ns1:pt x="40" y="23"/>
                        <ns1:pt x="40" y="22"/>
                      </ns1:cubicBezTo>
                      <ns1:cubicBezTo>
                        <ns1:pt x="39" y="20"/>
                        <ns1:pt x="37" y="19"/>
                        <ns1:pt x="38" y="17"/>
                      </ns1:cubicBezTo>
                      <ns1:cubicBezTo>
                        <ns1:pt x="38" y="15"/>
                        <ns1:pt x="38" y="13"/>
                        <ns1:pt x="40" y="12"/>
                      </ns1:cubicBezTo>
                      <ns1:cubicBezTo>
                        <ns1:pt x="42" y="11"/>
                        <ns1:pt x="45" y="11"/>
                        <ns1:pt x="48" y="11"/>
                      </ns1:cubicBezTo>
                      <ns1:cubicBezTo>
                        <ns1:pt x="49" y="11"/>
                        <ns1:pt x="51" y="12"/>
                        <ns1:pt x="51" y="12"/>
                      </ns1:cubicBezTo>
                      <ns1:cubicBezTo>
                        <ns1:pt x="53" y="21"/>
                        <ns1:pt x="60" y="25"/>
                        <ns1:pt x="65" y="30"/>
                      </ns1:cubicBezTo>
                      <ns1:cubicBezTo>
                        <ns1:pt x="67" y="33"/>
                        <ns1:pt x="70" y="36"/>
                        <ns1:pt x="72" y="39"/>
                      </ns1:cubicBezTo>
                      <ns1:cubicBezTo>
                        <ns1:pt x="74" y="43"/>
                        <ns1:pt x="75" y="47"/>
                        <ns1:pt x="77" y="51"/>
                      </ns1:cubicBezTo>
                      <ns1:cubicBezTo>
                        <ns1:pt x="76" y="51"/>
                        <ns1:pt x="76" y="51"/>
                        <ns1:pt x="75" y="52"/>
                      </ns1:cubicBezTo>
                      <ns1:cubicBezTo>
                        <ns1:pt x="72" y="49"/>
                        <ns1:pt x="69" y="46"/>
                        <ns1:pt x="65" y="44"/>
                      </ns1:cubicBezTo>
                      <ns1:cubicBezTo>
                        <ns1:pt x="61" y="40"/>
                        <ns1:pt x="57" y="37"/>
                        <ns1:pt x="54" y="34"/>
                      </ns1:cubicBezTo>
                      <ns1:cubicBezTo>
                        <ns1:pt x="52" y="32"/>
                        <ns1:pt x="49" y="30"/>
                        <ns1:pt x="47" y="33"/>
                      </ns1:cubicBezTo>
                      <ns1:cubicBezTo>
                        <ns1:pt x="46" y="34"/>
                        <ns1:pt x="47" y="37"/>
                        <ns1:pt x="48" y="40"/>
                      </ns1:cubicBezTo>
                      <ns1:cubicBezTo>
                        <ns1:pt x="49" y="42"/>
                        <ns1:pt x="52" y="44"/>
                        <ns1:pt x="53" y="47"/>
                      </ns1:cubicBezTo>
                      <ns1:cubicBezTo>
                        <ns1:pt x="54" y="49"/>
                        <ns1:pt x="54" y="52"/>
                        <ns1:pt x="55" y="55"/>
                      </ns1:cubicBezTo>
                      <ns1:cubicBezTo>
                        <ns1:pt x="54" y="55"/>
                        <ns1:pt x="54" y="55"/>
                        <ns1:pt x="53" y="55"/>
                      </ns1:cubicBezTo>
                      <ns1:cubicBezTo>
                        <ns1:pt x="47" y="50"/>
                        <ns1:pt x="41" y="44"/>
                        <ns1:pt x="34" y="38"/>
                      </ns1:cubicBezTo>
                      <ns1:cubicBezTo>
                        <ns1:pt x="34" y="45"/>
                        <ns1:pt x="33" y="50"/>
                        <ns1:pt x="33" y="55"/>
                      </ns1:cubicBezTo>
                      <ns1:cubicBezTo>
                        <ns1:pt x="33" y="57"/>
                        <ns1:pt x="35" y="59"/>
                        <ns1:pt x="37" y="61"/>
                      </ns1:cubicBezTo>
                      <ns1:cubicBezTo>
                        <ns1:pt x="41" y="65"/>
                        <ns1:pt x="45" y="70"/>
                        <ns1:pt x="49" y="74"/>
                      </ns1:cubicBezTo>
                      <ns1:cubicBezTo>
                        <ns1:pt x="51" y="77"/>
                        <ns1:pt x="51" y="81"/>
                        <ns1:pt x="47" y="82"/>
                      </ns1:cubicBezTo>
                      <ns1:cubicBezTo>
                        <ns1:pt x="44" y="79"/>
                        <ns1:pt x="41" y="76"/>
                        <ns1:pt x="39" y="73"/>
                      </ns1:cubicBezTo>
                      <ns1:cubicBezTo>
                        <ns1:pt x="38" y="73"/>
                        <ns1:pt x="37" y="73"/>
                        <ns1:pt x="37" y="73"/>
                      </ns1:cubicBezTo>
                      <ns1:cubicBezTo>
                        <ns1:pt x="37" y="76"/>
                        <ns1:pt x="36" y="80"/>
                        <ns1:pt x="36" y="83"/>
                      </ns1:cubicBezTo>
                      <ns1:cubicBezTo>
                        <ns1:pt x="37" y="88"/>
                        <ns1:pt x="35" y="91"/>
                        <ns1:pt x="30" y="93"/>
                      </ns1:cubicBezTo>
                      <ns1:cubicBezTo>
                        <ns1:pt x="29" y="93"/>
                        <ns1:pt x="28" y="94"/>
                        <ns1:pt x="26" y="95"/>
                      </ns1:cubicBezTo>
                      <ns1:cubicBezTo>
                        <ns1:pt x="30" y="106"/>
                        <ns1:pt x="35" y="115"/>
                        <ns1:pt x="44" y="123"/>
                      </ns1:cubicBezTo>
                      <ns1:cubicBezTo>
                        <ns1:pt x="45" y="124"/>
                        <ns1:pt x="46" y="127"/>
                        <ns1:pt x="47" y="129"/>
                      </ns1:cubicBezTo>
                      <ns1:cubicBezTo>
                        <ns1:pt x="45" y="130"/>
                        <ns1:pt x="43" y="131"/>
                        <ns1:pt x="41" y="131"/>
                      </ns1:cubicBezTo>
                      <ns1:cubicBezTo>
                        <ns1:pt x="36" y="130"/>
                        <ns1:pt x="31" y="128"/>
                        <ns1:pt x="26" y="126"/>
                      </ns1:cubicBezTo>
                      <ns1:cubicBezTo>
                        <ns1:pt x="26" y="126"/>
                        <ns1:pt x="25" y="124"/>
                        <ns1:pt x="25" y="123"/>
                      </ns1:cubicBezTo>
                      <ns1:cubicBezTo>
                        <ns1:pt x="25" y="110"/>
                        <ns1:pt x="20" y="98"/>
                        <ns1:pt x="16" y="85"/>
                      </ns1:cubicBezTo>
                      <ns1:cubicBezTo>
                        <ns1:pt x="15" y="82"/>
                        <ns1:pt x="14" y="79"/>
                        <ns1:pt x="13" y="75"/>
                      </ns1:cubicBezTo>
                      <ns1:cubicBezTo>
                        <ns1:pt x="17" y="78"/>
                        <ns1:pt x="19" y="80"/>
                        <ns1:pt x="22" y="82"/>
                      </ns1:cubicBezTo>
                      <ns1:cubicBezTo>
                        <ns1:pt x="26" y="76"/>
                        <ns1:pt x="27" y="69"/>
                        <ns1:pt x="26" y="62"/>
                      </ns1:cubicBezTo>
                      <ns1:cubicBezTo>
                        <ns1:pt x="26" y="59"/>
                        <ns1:pt x="22" y="58"/>
                        <ns1:pt x="19" y="59"/>
                      </ns1:cubicBezTo>
                      <ns1:cubicBezTo>
                        <ns1:pt x="17" y="59"/>
                        <ns1:pt x="15" y="59"/>
                        <ns1:pt x="13" y="59"/>
                      </ns1:cubicBezTo>
                      <ns1:cubicBezTo>
                        <ns1:pt x="14" y="58"/>
                        <ns1:pt x="14" y="56"/>
                        <ns1:pt x="14" y="54"/>
                      </ns1:cubicBezTo>
                      <ns1:cubicBezTo>
                        <ns1:pt x="13" y="52"/>
                        <ns1:pt x="13" y="50"/>
                        <ns1:pt x="12" y="49"/>
                      </ns1:cubicBezTo>
                      <ns1:cubicBezTo>
                        <ns1:pt x="8" y="44"/>
                        <ns1:pt x="4" y="40"/>
                        <ns1:pt x="0" y="36"/>
                      </ns1:cubicBezTo>
                      <ns1:cubicBezTo>
                        <ns1:pt x="5" y="31"/>
                        <ns1:pt x="19" y="34"/>
                        <ns1:pt x="21" y="40"/>
                      </ns1:cubicBezTo>
                      <ns1:cubicBezTo>
                        <ns1:pt x="21" y="41"/>
                        <ns1:pt x="21" y="42"/>
                        <ns1:pt x="22" y="43"/>
                      </ns1:cubicBezTo>
                      <ns1:cubicBezTo>
                        <ns1:pt x="23" y="44"/>
                        <ns1:pt x="25" y="46"/>
                        <ns1:pt x="26" y="47"/>
                      </ns1:cubicBezTo>
                      <ns1:cubicBezTo>
                        <ns1:pt x="27" y="45"/>
                        <ns1:pt x="28" y="44"/>
                        <ns1:pt x="28" y="42"/>
                      </ns1:cubicBezTo>
                      <ns1:cubicBezTo>
                        <ns1:pt x="29" y="35"/>
                        <ns1:pt x="28" y="29"/>
                        <ns1:pt x="22" y="24"/>
                      </ns1:cubicBezTo>
                      <ns1:cubicBezTo>
                        <ns1:pt x="19" y="22"/>
                        <ns1:pt x="17" y="19"/>
                        <ns1:pt x="15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5" name="Freeform 10"/>
                <ns0:cNvSpPr>
                  <ns1:spLocks noEditPoints="1"/>
                </ns0:cNvSpPr>
                <ns0:nvPr/>
              </ns0:nvSpPr>
              <ns0:spPr bwMode="auto">
                <ns1:xfrm>
                  <ns1:off x="1777056" y="3511470"/>
                  <ns1:ext cx="209703" cy="127868"/>
                </ns1:xfrm>
                <ns1:custGeom>
                  <ns1:avLst/>
                  <ns1:gdLst>
                    <ns1:gd name="T0" fmla="*/ 24 w 96"/>
                    <ns1:gd name="T1" fmla="*/ 48 h 58"/>
                    <ns1:gd name="T2" fmla="*/ 29 w 96"/>
                    <ns1:gd name="T3" fmla="*/ 47 h 58"/>
                    <ns1:gd name="T4" fmla="*/ 42 w 96"/>
                    <ns1:gd name="T5" fmla="*/ 48 h 58"/>
                    <ns1:gd name="T6" fmla="*/ 15 w 96"/>
                    <ns1:gd name="T7" fmla="*/ 39 h 58"/>
                    <ns1:gd name="T8" fmla="*/ 0 w 96"/>
                    <ns1:gd name="T9" fmla="*/ 26 h 58"/>
                    <ns1:gd name="T10" fmla="*/ 6 w 96"/>
                    <ns1:gd name="T11" fmla="*/ 23 h 58"/>
                    <ns1:gd name="T12" fmla="*/ 30 w 96"/>
                    <ns1:gd name="T13" fmla="*/ 35 h 58"/>
                    <ns1:gd name="T14" fmla="*/ 36 w 96"/>
                    <ns1:gd name="T15" fmla="*/ 38 h 58"/>
                    <ns1:gd name="T16" fmla="*/ 43 w 96"/>
                    <ns1:gd name="T17" fmla="*/ 34 h 58"/>
                    <ns1:gd name="T18" fmla="*/ 18 w 96"/>
                    <ns1:gd name="T19" fmla="*/ 25 h 58"/>
                    <ns1:gd name="T20" fmla="*/ 46 w 96"/>
                    <ns1:gd name="T21" fmla="*/ 0 h 58"/>
                    <ns1:gd name="T22" fmla="*/ 33 w 96"/>
                    <ns1:gd name="T23" fmla="*/ 26 h 58"/>
                    <ns1:gd name="T24" fmla="*/ 44 w 96"/>
                    <ns1:gd name="T25" fmla="*/ 23 h 58"/>
                    <ns1:gd name="T26" fmla="*/ 50 w 96"/>
                    <ns1:gd name="T27" fmla="*/ 22 h 58"/>
                    <ns1:gd name="T28" fmla="*/ 61 w 96"/>
                    <ns1:gd name="T29" fmla="*/ 21 h 58"/>
                    <ns1:gd name="T30" fmla="*/ 69 w 96"/>
                    <ns1:gd name="T31" fmla="*/ 20 h 58"/>
                    <ns1:gd name="T32" fmla="*/ 74 w 96"/>
                    <ns1:gd name="T33" fmla="*/ 21 h 58"/>
                    <ns1:gd name="T34" fmla="*/ 91 w 96"/>
                    <ns1:gd name="T35" fmla="*/ 17 h 58"/>
                    <ns1:gd name="T36" fmla="*/ 93 w 96"/>
                    <ns1:gd name="T37" fmla="*/ 17 h 58"/>
                    <ns1:gd name="T38" fmla="*/ 84 w 96"/>
                    <ns1:gd name="T39" fmla="*/ 31 h 58"/>
                    <ns1:gd name="T40" fmla="*/ 83 w 96"/>
                    <ns1:gd name="T41" fmla="*/ 31 h 58"/>
                    <ns1:gd name="T42" fmla="*/ 75 w 96"/>
                    <ns1:gd name="T43" fmla="*/ 32 h 58"/>
                    <ns1:gd name="T44" fmla="*/ 80 w 96"/>
                    <ns1:gd name="T45" fmla="*/ 38 h 58"/>
                    <ns1:gd name="T46" fmla="*/ 80 w 96"/>
                    <ns1:gd name="T47" fmla="*/ 47 h 58"/>
                    <ns1:gd name="T48" fmla="*/ 76 w 96"/>
                    <ns1:gd name="T49" fmla="*/ 50 h 58"/>
                    <ns1:gd name="T50" fmla="*/ 66 w 96"/>
                    <ns1:gd name="T51" fmla="*/ 50 h 58"/>
                    <ns1:gd name="T52" fmla="*/ 55 w 96"/>
                    <ns1:gd name="T53" fmla="*/ 54 h 58"/>
                    <ns1:gd name="T54" fmla="*/ 46 w 96"/>
                    <ns1:gd name="T55" fmla="*/ 57 h 58"/>
                    <ns1:gd name="T56" fmla="*/ 24 w 96"/>
                    <ns1:gd name="T57" fmla="*/ 48 h 58"/>
                    <ns1:gd name="T58" fmla="*/ 54 w 96"/>
                    <ns1:gd name="T59" fmla="*/ 43 h 58"/>
                    <ns1:gd name="T60" fmla="*/ 65 w 96"/>
                    <ns1:gd name="T61" fmla="*/ 41 h 58"/>
                    <ns1:gd name="T62" fmla="*/ 68 w 96"/>
                    <ns1:gd name="T63" fmla="*/ 35 h 58"/>
                    <ns1:gd name="T64" fmla="*/ 53 w 96"/>
                    <ns1:gd name="T65" fmla="*/ 34 h 58"/>
                    <ns1:gd name="T66" fmla="*/ 62 w 96"/>
                    <ns1:gd name="T67" fmla="*/ 35 h 58"/>
                    <ns1:gd name="T68" fmla="*/ 62 w 96"/>
                    <ns1:gd name="T69" fmla="*/ 37 h 58"/>
                    <ns1:gd name="T70" fmla="*/ 54 w 96"/>
                    <ns1:gd name="T71" fmla="*/ 43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96" h="58">
                      <ns1:moveTo>
                        <ns1:pt x="24" y="48"/>
                      </ns1:moveTo>
                      <ns1:cubicBezTo>
                        <ns1:pt x="26" y="48"/>
                        <ns1:pt x="27" y="46"/>
                        <ns1:pt x="29" y="47"/>
                      </ns1:cubicBezTo>
                      <ns1:cubicBezTo>
                        <ns1:pt x="33" y="47"/>
                        <ns1:pt x="37" y="48"/>
                        <ns1:pt x="42" y="48"/>
                      </ns1:cubicBezTo>
                      <ns1:cubicBezTo>
                        <ns1:pt x="33" y="43"/>
                        <ns1:pt x="24" y="40"/>
                        <ns1:pt x="15" y="39"/>
                      </ns1:cubicBezTo>
                      <ns1:cubicBezTo>
                        <ns1:pt x="8" y="38"/>
                        <ns1:pt x="1" y="32"/>
                        <ns1:pt x="0" y="26"/>
                      </ns1:cubicBezTo>
                      <ns1:cubicBezTo>
                        <ns1:pt x="0" y="23"/>
                        <ns1:pt x="3" y="21"/>
                        <ns1:pt x="6" y="23"/>
                      </ns1:cubicBezTo>
                      <ns1:cubicBezTo>
                        <ns1:pt x="14" y="27"/>
                        <ns1:pt x="22" y="31"/>
                        <ns1:pt x="30" y="35"/>
                      </ns1:cubicBezTo>
                      <ns1:cubicBezTo>
                        <ns1:pt x="32" y="36"/>
                        <ns1:pt x="34" y="37"/>
                        <ns1:pt x="36" y="38"/>
                      </ns1:cubicBezTo>
                      <ns1:cubicBezTo>
                        <ns1:pt x="41" y="41"/>
                        <ns1:pt x="43" y="39"/>
                        <ns1:pt x="43" y="34"/>
                      </ns1:cubicBezTo>
                      <ns1:cubicBezTo>
                        <ns1:pt x="35" y="31"/>
                        <ns1:pt x="26" y="28"/>
                        <ns1:pt x="18" y="25"/>
                      </ns1:cubicBezTo>
                      <ns1:cubicBezTo>
                        <ns1:pt x="19" y="21"/>
                        <ns1:pt x="41" y="0"/>
                        <ns1:pt x="46" y="0"/>
                      </ns1:cubicBezTo>
                      <ns1:cubicBezTo>
                        <ns1:pt x="46" y="10"/>
                        <ns1:pt x="38" y="17"/>
                        <ns1:pt x="33" y="26"/>
                      </ns1:cubicBezTo>
                      <ns1:cubicBezTo>
                        <ns1:pt x="37" y="26"/>
                        <ns1:pt x="41" y="27"/>
                        <ns1:pt x="44" y="23"/>
                      </ns1:cubicBezTo>
                      <ns1:cubicBezTo>
                        <ns1:pt x="45" y="22"/>
                        <ns1:pt x="48" y="22"/>
                        <ns1:pt x="50" y="22"/>
                      </ns1:cubicBezTo>
                      <ns1:cubicBezTo>
                        <ns1:pt x="54" y="25"/>
                        <ns1:pt x="58" y="25"/>
                        <ns1:pt x="61" y="21"/>
                      </ns1:cubicBezTo>
                      <ns1:cubicBezTo>
                        <ns1:pt x="64" y="18"/>
                        <ns1:pt x="65" y="17"/>
                        <ns1:pt x="69" y="20"/>
                      </ns1:cubicBezTo>
                      <ns1:cubicBezTo>
                        <ns1:pt x="70" y="21"/>
                        <ns1:pt x="73" y="21"/>
                        <ns1:pt x="74" y="21"/>
                      </ns1:cubicBezTo>
                      <ns1:cubicBezTo>
                        <ns1:pt x="80" y="20"/>
                        <ns1:pt x="86" y="18"/>
                        <ns1:pt x="91" y="17"/>
                      </ns1:cubicBezTo>
                      <ns1:cubicBezTo>
                        <ns1:pt x="92" y="17"/>
                        <ns1:pt x="93" y="17"/>
                        <ns1:pt x="93" y="17"/>
                      </ns1:cubicBezTo>
                      <ns1:cubicBezTo>
                        <ns1:pt x="96" y="25"/>
                        <ns1:pt x="92" y="31"/>
                        <ns1:pt x="84" y="31"/>
                      </ns1:cubicBezTo>
                      <ns1:cubicBezTo>
                        <ns1:pt x="84" y="31"/>
                        <ns1:pt x="84" y="31"/>
                        <ns1:pt x="83" y="31"/>
                      </ns1:cubicBezTo>
                      <ns1:cubicBezTo>
                        <ns1:pt x="81" y="31"/>
                        <ns1:pt x="78" y="32"/>
                        <ns1:pt x="75" y="32"/>
                      </ns1:cubicBezTo>
                      <ns1:cubicBezTo>
                        <ns1:pt x="77" y="34"/>
                        <ns1:pt x="78" y="36"/>
                        <ns1:pt x="80" y="38"/>
                      </ns1:cubicBezTo>
                      <ns1:cubicBezTo>
                        <ns1:pt x="84" y="41"/>
                        <ns1:pt x="81" y="44"/>
                        <ns1:pt x="80" y="47"/>
                      </ns1:cubicBezTo>
                      <ns1:cubicBezTo>
                        <ns1:pt x="80" y="48"/>
                        <ns1:pt x="78" y="50"/>
                        <ns1:pt x="76" y="50"/>
                      </ns1:cubicBezTo>
                      <ns1:cubicBezTo>
                        <ns1:pt x="73" y="51"/>
                        <ns1:pt x="69" y="50"/>
                        <ns1:pt x="66" y="50"/>
                      </ns1:cubicBezTo>
                      <ns1:cubicBezTo>
                        <ns1:pt x="61" y="49"/>
                        <ns1:pt x="58" y="50"/>
                        <ns1:pt x="55" y="54"/>
                      </ns1:cubicBezTo>
                      <ns1:cubicBezTo>
                        <ns1:pt x="53" y="58"/>
                        <ns1:pt x="50" y="58"/>
                        <ns1:pt x="46" y="57"/>
                      </ns1:cubicBezTo>
                      <ns1:cubicBezTo>
                        <ns1:pt x="39" y="54"/>
                        <ns1:pt x="32" y="51"/>
                        <ns1:pt x="24" y="48"/>
                      </ns1:cubicBezTo>
                      <ns1:close/>
                      <ns1:moveTo>
                        <ns1:pt x="54" y="43"/>
                      </ns1:moveTo>
                      <ns1:cubicBezTo>
                        <ns1:pt x="58" y="42"/>
                        <ns1:pt x="62" y="42"/>
                        <ns1:pt x="65" y="41"/>
                      </ns1:cubicBezTo>
                      <ns1:cubicBezTo>
                        <ns1:pt x="68" y="40"/>
                        <ns1:pt x="69" y="38"/>
                        <ns1:pt x="68" y="35"/>
                      </ns1:cubicBezTo>
                      <ns1:cubicBezTo>
                        <ns1:pt x="65" y="28"/>
                        <ns1:pt x="59" y="28"/>
                        <ns1:pt x="53" y="34"/>
                      </ns1:cubicBezTo>
                      <ns1:cubicBezTo>
                        <ns1:pt x="56" y="34"/>
                        <ns1:pt x="59" y="35"/>
                        <ns1:pt x="62" y="35"/>
                      </ns1:cubicBezTo>
                      <ns1:cubicBezTo>
                        <ns1:pt x="62" y="36"/>
                        <ns1:pt x="62" y="37"/>
                        <ns1:pt x="62" y="37"/>
                      </ns1:cubicBezTo>
                      <ns1:cubicBezTo>
                        <ns1:pt x="60" y="39"/>
                        <ns1:pt x="58" y="41"/>
                        <ns1:pt x="54" y="4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6" name="Freeform 11"/>
                <ns0:cNvSpPr/>
                <ns0:nvPr/>
              </ns0:nvSpPr>
              <ns0:spPr bwMode="auto">
                <ns1:xfrm>
                  <ns1:off x="1504957" y="3242437"/>
                  <ns1:ext cx="153438" cy="174921"/>
                </ns1:xfrm>
                <ns1:custGeom>
                  <ns1:avLst/>
                  <ns1:gdLst>
                    <ns1:gd name="T0" fmla="*/ 61 w 70"/>
                    <ns1:gd name="T1" fmla="*/ 0 h 80"/>
                    <ns1:gd name="T2" fmla="*/ 64 w 70"/>
                    <ns1:gd name="T3" fmla="*/ 31 h 80"/>
                    <ns1:gd name="T4" fmla="*/ 56 w 70"/>
                    <ns1:gd name="T5" fmla="*/ 44 h 80"/>
                    <ns1:gd name="T6" fmla="*/ 58 w 70"/>
                    <ns1:gd name="T7" fmla="*/ 46 h 80"/>
                    <ns1:gd name="T8" fmla="*/ 64 w 70"/>
                    <ns1:gd name="T9" fmla="*/ 42 h 80"/>
                    <ns1:gd name="T10" fmla="*/ 68 w 70"/>
                    <ns1:gd name="T11" fmla="*/ 41 h 80"/>
                    <ns1:gd name="T12" fmla="*/ 68 w 70"/>
                    <ns1:gd name="T13" fmla="*/ 46 h 80"/>
                    <ns1:gd name="T14" fmla="*/ 62 w 70"/>
                    <ns1:gd name="T15" fmla="*/ 49 h 80"/>
                    <ns1:gd name="T16" fmla="*/ 44 w 70"/>
                    <ns1:gd name="T17" fmla="*/ 64 h 80"/>
                    <ns1:gd name="T18" fmla="*/ 18 w 70"/>
                    <ns1:gd name="T19" fmla="*/ 80 h 80"/>
                    <ns1:gd name="T20" fmla="*/ 36 w 70"/>
                    <ns1:gd name="T21" fmla="*/ 61 h 80"/>
                    <ns1:gd name="T22" fmla="*/ 27 w 70"/>
                    <ns1:gd name="T23" fmla="*/ 63 h 80"/>
                    <ns1:gd name="T24" fmla="*/ 16 w 70"/>
                    <ns1:gd name="T25" fmla="*/ 68 h 80"/>
                    <ns1:gd name="T26" fmla="*/ 0 w 70"/>
                    <ns1:gd name="T27" fmla="*/ 59 h 80"/>
                    <ns1:gd name="T28" fmla="*/ 2 w 70"/>
                    <ns1:gd name="T29" fmla="*/ 53 h 80"/>
                    <ns1:gd name="T30" fmla="*/ 7 w 70"/>
                    <ns1:gd name="T31" fmla="*/ 54 h 80"/>
                    <ns1:gd name="T32" fmla="*/ 21 w 70"/>
                    <ns1:gd name="T33" fmla="*/ 53 h 80"/>
                    <ns1:gd name="T34" fmla="*/ 40 w 70"/>
                    <ns1:gd name="T35" fmla="*/ 50 h 80"/>
                    <ns1:gd name="T36" fmla="*/ 47 w 70"/>
                    <ns1:gd name="T37" fmla="*/ 42 h 80"/>
                    <ns1:gd name="T38" fmla="*/ 54 w 70"/>
                    <ns1:gd name="T39" fmla="*/ 17 h 80"/>
                    <ns1:gd name="T40" fmla="*/ 61 w 70"/>
                    <ns1:gd name="T41" fmla="*/ 0 h 8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70" h="80">
                      <ns1:moveTo>
                        <ns1:pt x="61" y="0"/>
                      </ns1:moveTo>
                      <ns1:cubicBezTo>
                        <ns1:pt x="69" y="10"/>
                        <ns1:pt x="70" y="23"/>
                        <ns1:pt x="64" y="31"/>
                      </ns1:cubicBezTo>
                      <ns1:cubicBezTo>
                        <ns1:pt x="61" y="35"/>
                        <ns1:pt x="59" y="40"/>
                        <ns1:pt x="56" y="44"/>
                      </ns1:cubicBezTo>
                      <ns1:cubicBezTo>
                        <ns1:pt x="57" y="45"/>
                        <ns1:pt x="58" y="46"/>
                        <ns1:pt x="58" y="46"/>
                      </ns1:cubicBezTo>
                      <ns1:cubicBezTo>
                        <ns1:pt x="60" y="45"/>
                        <ns1:pt x="62" y="43"/>
                        <ns1:pt x="64" y="42"/>
                      </ns1:cubicBezTo>
                      <ns1:cubicBezTo>
                        <ns1:pt x="65" y="41"/>
                        <ns1:pt x="67" y="42"/>
                        <ns1:pt x="68" y="41"/>
                      </ns1:cubicBezTo>
                      <ns1:cubicBezTo>
                        <ns1:pt x="68" y="43"/>
                        <ns1:pt x="69" y="45"/>
                        <ns1:pt x="68" y="46"/>
                      </ns1:cubicBezTo>
                      <ns1:cubicBezTo>
                        <ns1:pt x="66" y="48"/>
                        <ns1:pt x="64" y="49"/>
                        <ns1:pt x="62" y="49"/>
                      </ns1:cubicBezTo>
                      <ns1:cubicBezTo>
                        <ns1:pt x="55" y="52"/>
                        <ns1:pt x="48" y="56"/>
                        <ns1:pt x="44" y="64"/>
                      </ns1:cubicBezTo>
                      <ns1:cubicBezTo>
                        <ns1:pt x="38" y="75"/>
                        <ns1:pt x="29" y="80"/>
                        <ns1:pt x="18" y="80"/>
                      </ns1:cubicBezTo>
                      <ns1:cubicBezTo>
                        <ns1:pt x="24" y="74"/>
                        <ns1:pt x="32" y="71"/>
                        <ns1:pt x="36" y="61"/>
                      </ns1:cubicBezTo>
                      <ns1:cubicBezTo>
                        <ns1:pt x="32" y="62"/>
                        <ns1:pt x="30" y="62"/>
                        <ns1:pt x="27" y="63"/>
                      </ns1:cubicBezTo>
                      <ns1:cubicBezTo>
                        <ns1:pt x="23" y="64"/>
                        <ns1:pt x="20" y="66"/>
                        <ns1:pt x="16" y="68"/>
                      </ns1:cubicBezTo>
                      <ns1:cubicBezTo>
                        <ns1:pt x="9" y="71"/>
                        <ns1:pt x="2" y="67"/>
                        <ns1:pt x="0" y="59"/>
                      </ns1:cubicBezTo>
                      <ns1:cubicBezTo>
                        <ns1:pt x="0" y="57"/>
                        <ns1:pt x="1" y="55"/>
                        <ns1:pt x="2" y="53"/>
                      </ns1:cubicBezTo>
                      <ns1:cubicBezTo>
                        <ns1:pt x="3" y="52"/>
                        <ns1:pt x="5" y="54"/>
                        <ns1:pt x="7" y="54"/>
                      </ns1:cubicBezTo>
                      <ns1:cubicBezTo>
                        <ns1:pt x="12" y="53"/>
                        <ns1:pt x="17" y="53"/>
                        <ns1:pt x="21" y="53"/>
                      </ns1:cubicBezTo>
                      <ns1:cubicBezTo>
                        <ns1:pt x="28" y="52"/>
                        <ns1:pt x="34" y="51"/>
                        <ns1:pt x="40" y="50"/>
                      </ns1:cubicBezTo>
                      <ns1:cubicBezTo>
                        <ns1:pt x="44" y="49"/>
                        <ns1:pt x="46" y="46"/>
                        <ns1:pt x="47" y="42"/>
                      </ns1:cubicBezTo>
                      <ns1:cubicBezTo>
                        <ns1:pt x="50" y="34"/>
                        <ns1:pt x="52" y="25"/>
                        <ns1:pt x="54" y="17"/>
                      </ns1:cubicBezTo>
                      <ns1:cubicBezTo>
                        <ns1:pt x="56" y="12"/>
                        <ns1:pt x="58" y="7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7" name="Freeform 12"/>
                <ns0:cNvSpPr/>
                <ns0:nvPr/>
              </ns0:nvSpPr>
              <ns0:spPr bwMode="auto">
                <ns1:xfrm>
                  <ns1:off x="1428236" y="4259230"/>
                  <ns1:ext cx="94111" cy="140140"/>
                </ns1:xfrm>
                <ns1:custGeom>
                  <ns1:avLst/>
                  <ns1:gdLst>
                    <ns1:gd name="T0" fmla="*/ 43 w 43"/>
                    <ns1:gd name="T1" fmla="*/ 59 h 64"/>
                    <ns1:gd name="T2" fmla="*/ 34 w 43"/>
                    <ns1:gd name="T3" fmla="*/ 57 h 64"/>
                    <ns1:gd name="T4" fmla="*/ 8 w 43"/>
                    <ns1:gd name="T5" fmla="*/ 20 h 64"/>
                    <ns1:gd name="T6" fmla="*/ 13 w 43"/>
                    <ns1:gd name="T7" fmla="*/ 63 h 64"/>
                    <ns1:gd name="T8" fmla="*/ 7 w 43"/>
                    <ns1:gd name="T9" fmla="*/ 64 h 64"/>
                    <ns1:gd name="T10" fmla="*/ 0 w 43"/>
                    <ns1:gd name="T11" fmla="*/ 4 h 64"/>
                    <ns1:gd name="T12" fmla="*/ 9 w 43"/>
                    <ns1:gd name="T13" fmla="*/ 6 h 64"/>
                    <ns1:gd name="T14" fmla="*/ 31 w 43"/>
                    <ns1:gd name="T15" fmla="*/ 40 h 64"/>
                    <ns1:gd name="T16" fmla="*/ 35 w 43"/>
                    <ns1:gd name="T17" fmla="*/ 45 h 64"/>
                    <ns1:gd name="T18" fmla="*/ 30 w 43"/>
                    <ns1:gd name="T19" fmla="*/ 1 h 64"/>
                    <ns1:gd name="T20" fmla="*/ 36 w 43"/>
                    <ns1:gd name="T21" fmla="*/ 0 h 64"/>
                    <ns1:gd name="T22" fmla="*/ 43 w 43"/>
                    <ns1:gd name="T23" fmla="*/ 59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43" h="64">
                      <ns1:moveTo>
                        <ns1:pt x="43" y="59"/>
                      </ns1:moveTo>
                      <ns1:cubicBezTo>
                        <ns1:pt x="38" y="61"/>
                        <ns1:pt x="36" y="60"/>
                        <ns1:pt x="34" y="57"/>
                      </ns1:cubicBezTo>
                      <ns1:cubicBezTo>
                        <ns1:pt x="26" y="44"/>
                        <ns1:pt x="17" y="32"/>
                        <ns1:pt x="8" y="20"/>
                      </ns1:cubicBezTo>
                      <ns1:cubicBezTo>
                        <ns1:pt x="10" y="34"/>
                        <ns1:pt x="11" y="48"/>
                        <ns1:pt x="13" y="63"/>
                      </ns1:cubicBezTo>
                      <ns1:cubicBezTo>
                        <ns1:pt x="11" y="63"/>
                        <ns1:pt x="10" y="64"/>
                        <ns1:pt x="7" y="64"/>
                      </ns1:cubicBezTo>
                      <ns1:cubicBezTo>
                        <ns1:pt x="5" y="44"/>
                        <ns1:pt x="2" y="24"/>
                        <ns1:pt x="0" y="4"/>
                      </ns1:cubicBezTo>
                      <ns1:cubicBezTo>
                        <ns1:pt x="4" y="3"/>
                        <ns1:pt x="6" y="3"/>
                        <ns1:pt x="9" y="6"/>
                      </ns1:cubicBezTo>
                      <ns1:cubicBezTo>
                        <ns1:pt x="16" y="18"/>
                        <ns1:pt x="23" y="29"/>
                        <ns1:pt x="31" y="40"/>
                      </ns1:cubicBezTo>
                      <ns1:cubicBezTo>
                        <ns1:pt x="32" y="42"/>
                        <ns1:pt x="33" y="43"/>
                        <ns1:pt x="35" y="45"/>
                      </ns1:cubicBezTo>
                      <ns1:cubicBezTo>
                        <ns1:pt x="33" y="30"/>
                        <ns1:pt x="32" y="16"/>
                        <ns1:pt x="30" y="1"/>
                      </ns1:cubicBezTo>
                      <ns1:cubicBezTo>
                        <ns1:pt x="32" y="0"/>
                        <ns1:pt x="33" y="0"/>
                        <ns1:pt x="36" y="0"/>
                      </ns1:cubicBezTo>
                      <ns1:cubicBezTo>
                        <ns1:pt x="38" y="20"/>
                        <ns1:pt x="41" y="40"/>
                        <ns1:pt x="43" y="5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8" name="Freeform 13"/>
                <ns0:cNvSpPr/>
                <ns0:nvPr/>
              </ns0:nvSpPr>
              <ns0:spPr bwMode="auto">
                <ns1:xfrm>
                  <ns1:off x="1082486" y="4223424"/>
                  <ns1:ext cx="138096" cy="151393"/>
                </ns1:xfrm>
                <ns1:custGeom>
                  <ns1:avLst/>
                  <ns1:gdLst>
                    <ns1:gd name="T0" fmla="*/ 31 w 63"/>
                    <ns1:gd name="T1" fmla="*/ 69 h 69"/>
                    <ns1:gd name="T2" fmla="*/ 26 w 63"/>
                    <ns1:gd name="T3" fmla="*/ 62 h 69"/>
                    <ns1:gd name="T4" fmla="*/ 28 w 63"/>
                    <ns1:gd name="T5" fmla="*/ 17 h 69"/>
                    <ns1:gd name="T6" fmla="*/ 5 w 63"/>
                    <ns1:gd name="T7" fmla="*/ 55 h 69"/>
                    <ns1:gd name="T8" fmla="*/ 0 w 63"/>
                    <ns1:gd name="T9" fmla="*/ 52 h 69"/>
                    <ns1:gd name="T10" fmla="*/ 31 w 63"/>
                    <ns1:gd name="T11" fmla="*/ 0 h 69"/>
                    <ns1:gd name="T12" fmla="*/ 37 w 63"/>
                    <ns1:gd name="T13" fmla="*/ 8 h 69"/>
                    <ns1:gd name="T14" fmla="*/ 34 w 63"/>
                    <ns1:gd name="T15" fmla="*/ 53 h 69"/>
                    <ns1:gd name="T16" fmla="*/ 58 w 63"/>
                    <ns1:gd name="T17" fmla="*/ 15 h 69"/>
                    <ns1:gd name="T18" fmla="*/ 63 w 63"/>
                    <ns1:gd name="T19" fmla="*/ 18 h 69"/>
                    <ns1:gd name="T20" fmla="*/ 31 w 63"/>
                    <ns1:gd name="T21" fmla="*/ 69 h 6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63" h="69">
                      <ns1:moveTo>
                        <ns1:pt x="31" y="69"/>
                      </ns1:moveTo>
                      <ns1:cubicBezTo>
                        <ns1:pt x="26" y="68"/>
                        <ns1:pt x="25" y="66"/>
                        <ns1:pt x="26" y="62"/>
                      </ns1:cubicBezTo>
                      <ns1:cubicBezTo>
                        <ns1:pt x="27" y="47"/>
                        <ns1:pt x="28" y="32"/>
                        <ns1:pt x="28" y="17"/>
                      </ns1:cubicBezTo>
                      <ns1:cubicBezTo>
                        <ns1:pt x="21" y="30"/>
                        <ns1:pt x="13" y="42"/>
                        <ns1:pt x="5" y="55"/>
                      </ns1:cubicBezTo>
                      <ns1:cubicBezTo>
                        <ns1:pt x="3" y="54"/>
                        <ns1:pt x="2" y="53"/>
                        <ns1:pt x="0" y="52"/>
                      </ns1:cubicBezTo>
                      <ns1:cubicBezTo>
                        <ns1:pt x="10" y="35"/>
                        <ns1:pt x="21" y="17"/>
                        <ns1:pt x="31" y="0"/>
                      </ns1:cubicBezTo>
                      <ns1:cubicBezTo>
                        <ns1:pt x="36" y="1"/>
                        <ns1:pt x="37" y="4"/>
                        <ns1:pt x="37" y="8"/>
                      </ns1:cubicBezTo>
                      <ns1:cubicBezTo>
                        <ns1:pt x="35" y="23"/>
                        <ns1:pt x="34" y="38"/>
                        <ns1:pt x="34" y="53"/>
                      </ns1:cubicBezTo>
                      <ns1:cubicBezTo>
                        <ns1:pt x="42" y="40"/>
                        <ns1:pt x="50" y="28"/>
                        <ns1:pt x="58" y="15"/>
                      </ns1:cubicBezTo>
                      <ns1:cubicBezTo>
                        <ns1:pt x="59" y="16"/>
                        <ns1:pt x="61" y="17"/>
                        <ns1:pt x="63" y="18"/>
                      </ns1:cubicBezTo>
                      <ns1:cubicBezTo>
                        <ns1:pt x="52" y="35"/>
                        <ns1:pt x="42" y="52"/>
                        <ns1:pt x="31" y="6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29" name="Freeform 14"/>
                <ns0:cNvSpPr/>
                <ns0:nvPr/>
              </ns0:nvSpPr>
              <ns0:spPr bwMode="auto">
                <ns1:xfrm>
                  <ns1:off x="850283" y="4071011"/>
                  <ns1:ext cx="155487" cy="121730"/>
                </ns1:xfrm>
                <ns1:custGeom>
                  <ns1:avLst/>
                  <ns1:gdLst>
                    <ns1:gd name="T0" fmla="*/ 56 w 71"/>
                    <ns1:gd name="T1" fmla="*/ 0 h 56"/>
                    <ns1:gd name="T2" fmla="*/ 71 w 71"/>
                    <ns1:gd name="T3" fmla="*/ 28 h 56"/>
                    <ns1:gd name="T4" fmla="*/ 64 w 71"/>
                    <ns1:gd name="T5" fmla="*/ 32 h 56"/>
                    <ns1:gd name="T6" fmla="*/ 52 w 71"/>
                    <ns1:gd name="T7" fmla="*/ 9 h 56"/>
                    <ns1:gd name="T8" fmla="*/ 35 w 71"/>
                    <ns1:gd name="T9" fmla="*/ 16 h 56"/>
                    <ns1:gd name="T10" fmla="*/ 46 w 71"/>
                    <ns1:gd name="T11" fmla="*/ 38 h 56"/>
                    <ns1:gd name="T12" fmla="*/ 40 w 71"/>
                    <ns1:gd name="T13" fmla="*/ 41 h 56"/>
                    <ns1:gd name="T14" fmla="*/ 28 w 71"/>
                    <ns1:gd name="T15" fmla="*/ 20 h 56"/>
                    <ns1:gd name="T16" fmla="*/ 10 w 71"/>
                    <ns1:gd name="T17" fmla="*/ 29 h 56"/>
                    <ns1:gd name="T18" fmla="*/ 22 w 71"/>
                    <ns1:gd name="T19" fmla="*/ 53 h 56"/>
                    <ns1:gd name="T20" fmla="*/ 15 w 71"/>
                    <ns1:gd name="T21" fmla="*/ 56 h 56"/>
                    <ns1:gd name="T22" fmla="*/ 0 w 71"/>
                    <ns1:gd name="T23" fmla="*/ 26 h 56"/>
                    <ns1:gd name="T24" fmla="*/ 56 w 71"/>
                    <ns1:gd name="T25" fmla="*/ 0 h 5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1" h="56">
                      <ns1:moveTo>
                        <ns1:pt x="56" y="0"/>
                      </ns1:moveTo>
                      <ns1:cubicBezTo>
                        <ns1:pt x="61" y="10"/>
                        <ns1:pt x="66" y="19"/>
                        <ns1:pt x="71" y="28"/>
                      </ns1:cubicBezTo>
                      <ns1:cubicBezTo>
                        <ns1:pt x="69" y="30"/>
                        <ns1:pt x="67" y="31"/>
                        <ns1:pt x="64" y="32"/>
                      </ns1:cubicBezTo>
                      <ns1:cubicBezTo>
                        <ns1:pt x="60" y="24"/>
                        <ns1:pt x="56" y="17"/>
                        <ns1:pt x="52" y="9"/>
                      </ns1:cubicBezTo>
                      <ns1:cubicBezTo>
                        <ns1:pt x="47" y="11"/>
                        <ns1:pt x="41" y="14"/>
                        <ns1:pt x="35" y="16"/>
                      </ns1:cubicBezTo>
                      <ns1:cubicBezTo>
                        <ns1:pt x="39" y="24"/>
                        <ns1:pt x="43" y="31"/>
                        <ns1:pt x="46" y="38"/>
                      </ns1:cubicBezTo>
                      <ns1:cubicBezTo>
                        <ns1:pt x="44" y="39"/>
                        <ns1:pt x="42" y="40"/>
                        <ns1:pt x="40" y="41"/>
                      </ns1:cubicBezTo>
                      <ns1:cubicBezTo>
                        <ns1:pt x="36" y="34"/>
                        <ns1:pt x="32" y="27"/>
                        <ns1:pt x="28" y="20"/>
                      </ns1:cubicBezTo>
                      <ns1:cubicBezTo>
                        <ns1:pt x="22" y="23"/>
                        <ns1:pt x="16" y="26"/>
                        <ns1:pt x="10" y="29"/>
                      </ns1:cubicBezTo>
                      <ns1:cubicBezTo>
                        <ns1:pt x="14" y="37"/>
                        <ns1:pt x="18" y="44"/>
                        <ns1:pt x="22" y="53"/>
                      </ns1:cubicBezTo>
                      <ns1:cubicBezTo>
                        <ns1:pt x="19" y="54"/>
                        <ns1:pt x="17" y="55"/>
                        <ns1:pt x="15" y="56"/>
                      </ns1:cubicBezTo>
                      <ns1:cubicBezTo>
                        <ns1:pt x="10" y="46"/>
                        <ns1:pt x="5" y="37"/>
                        <ns1:pt x="0" y="26"/>
                      </ns1:cubicBezTo>
                      <ns1:cubicBezTo>
                        <ns1:pt x="19" y="18"/>
                        <ns1:pt x="37" y="9"/>
                        <ns1:pt x="5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0" name="Freeform 15"/>
                <ns0:cNvSpPr/>
                <ns0:nvPr/>
              </ns0:nvSpPr>
              <ns0:spPr bwMode="auto">
                <ns1:xfrm>
                  <ns1:off x="807318" y="3985083"/>
                  <ns1:ext cx="157531" cy="126843"/>
                </ns1:xfrm>
                <ns1:custGeom>
                  <ns1:avLst/>
                  <ns1:gdLst>
                    <ns1:gd name="T0" fmla="*/ 29 w 72"/>
                    <ns1:gd name="T1" fmla="*/ 20 h 58"/>
                    <ns1:gd name="T2" fmla="*/ 3 w 72"/>
                    <ns1:gd name="T3" fmla="*/ 32 h 58"/>
                    <ns1:gd name="T4" fmla="*/ 0 w 72"/>
                    <ns1:gd name="T5" fmla="*/ 27 h 58"/>
                    <ns1:gd name="T6" fmla="*/ 57 w 72"/>
                    <ns1:gd name="T7" fmla="*/ 0 h 58"/>
                    <ns1:gd name="T8" fmla="*/ 59 w 72"/>
                    <ns1:gd name="T9" fmla="*/ 6 h 58"/>
                    <ns1:gd name="T10" fmla="*/ 36 w 72"/>
                    <ns1:gd name="T11" fmla="*/ 17 h 58"/>
                    <ns1:gd name="T12" fmla="*/ 46 w 72"/>
                    <ns1:gd name="T13" fmla="*/ 37 h 58"/>
                    <ns1:gd name="T14" fmla="*/ 69 w 72"/>
                    <ns1:gd name="T15" fmla="*/ 26 h 58"/>
                    <ns1:gd name="T16" fmla="*/ 72 w 72"/>
                    <ns1:gd name="T17" fmla="*/ 32 h 58"/>
                    <ns1:gd name="T18" fmla="*/ 15 w 72"/>
                    <ns1:gd name="T19" fmla="*/ 58 h 58"/>
                    <ns1:gd name="T20" fmla="*/ 13 w 72"/>
                    <ns1:gd name="T21" fmla="*/ 52 h 58"/>
                    <ns1:gd name="T22" fmla="*/ 39 w 72"/>
                    <ns1:gd name="T23" fmla="*/ 40 h 58"/>
                    <ns1:gd name="T24" fmla="*/ 29 w 72"/>
                    <ns1:gd name="T25" fmla="*/ 20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58">
                      <ns1:moveTo>
                        <ns1:pt x="29" y="20"/>
                      </ns1:moveTo>
                      <ns1:cubicBezTo>
                        <ns1:pt x="20" y="24"/>
                        <ns1:pt x="12" y="28"/>
                        <ns1:pt x="3" y="32"/>
                      </ns1:cubicBezTo>
                      <ns1:cubicBezTo>
                        <ns1:pt x="2" y="30"/>
                        <ns1:pt x="1" y="29"/>
                        <ns1:pt x="0" y="27"/>
                      </ns1:cubicBezTo>
                      <ns1:cubicBezTo>
                        <ns1:pt x="19" y="18"/>
                        <ns1:pt x="37" y="9"/>
                        <ns1:pt x="57" y="0"/>
                      </ns1:cubicBezTo>
                      <ns1:cubicBezTo>
                        <ns1:pt x="58" y="2"/>
                        <ns1:pt x="58" y="4"/>
                        <ns1:pt x="59" y="6"/>
                      </ns1:cubicBezTo>
                      <ns1:cubicBezTo>
                        <ns1:pt x="52" y="9"/>
                        <ns1:pt x="44" y="13"/>
                        <ns1:pt x="36" y="17"/>
                      </ns1:cubicBezTo>
                      <ns1:cubicBezTo>
                        <ns1:pt x="40" y="23"/>
                        <ns1:pt x="43" y="30"/>
                        <ns1:pt x="46" y="37"/>
                      </ns1:cubicBezTo>
                      <ns1:cubicBezTo>
                        <ns1:pt x="54" y="33"/>
                        <ns1:pt x="61" y="30"/>
                        <ns1:pt x="69" y="26"/>
                      </ns1:cubicBezTo>
                      <ns1:cubicBezTo>
                        <ns1:pt x="70" y="28"/>
                        <ns1:pt x="71" y="30"/>
                        <ns1:pt x="72" y="32"/>
                      </ns1:cubicBezTo>
                      <ns1:cubicBezTo>
                        <ns1:pt x="53" y="40"/>
                        <ns1:pt x="34" y="49"/>
                        <ns1:pt x="15" y="58"/>
                      </ns1:cubicBezTo>
                      <ns1:cubicBezTo>
                        <ns1:pt x="14" y="56"/>
                        <ns1:pt x="14" y="54"/>
                        <ns1:pt x="13" y="52"/>
                      </ns1:cubicBezTo>
                      <ns1:cubicBezTo>
                        <ns1:pt x="21" y="48"/>
                        <ns1:pt x="30" y="44"/>
                        <ns1:pt x="39" y="40"/>
                      </ns1:cubicBezTo>
                      <ns1:cubicBezTo>
                        <ns1:pt x="36" y="33"/>
                        <ns1:pt x="33" y="27"/>
                        <ns1:pt x="29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1" name="Freeform 16"/>
                <ns0:cNvSpPr/>
                <ns0:nvPr/>
              </ns0:nvSpPr>
              <ns0:spPr bwMode="auto">
                <ns1:xfrm>
                  <ns1:off x="763334" y="3906317"/>
                  <ns1:ext cx="161625" cy="126843"/>
                </ns1:xfrm>
                <ns1:custGeom>
                  <ns1:avLst/>
                  <ns1:gdLst>
                    <ns1:gd name="T0" fmla="*/ 62 w 74"/>
                    <ns1:gd name="T1" fmla="*/ 26 h 58"/>
                    <ns1:gd name="T2" fmla="*/ 50 w 74"/>
                    <ns1:gd name="T3" fmla="*/ 3 h 58"/>
                    <ns1:gd name="T4" fmla="*/ 57 w 74"/>
                    <ns1:gd name="T5" fmla="*/ 0 h 58"/>
                    <ns1:gd name="T6" fmla="*/ 74 w 74"/>
                    <ns1:gd name="T7" fmla="*/ 30 h 58"/>
                    <ns1:gd name="T8" fmla="*/ 62 w 74"/>
                    <ns1:gd name="T9" fmla="*/ 32 h 58"/>
                    <ns1:gd name="T10" fmla="*/ 19 w 74"/>
                    <ns1:gd name="T11" fmla="*/ 30 h 58"/>
                    <ns1:gd name="T12" fmla="*/ 11 w 74"/>
                    <ns1:gd name="T13" fmla="*/ 30 h 58"/>
                    <ns1:gd name="T14" fmla="*/ 25 w 74"/>
                    <ns1:gd name="T15" fmla="*/ 55 h 58"/>
                    <ns1:gd name="T16" fmla="*/ 18 w 74"/>
                    <ns1:gd name="T17" fmla="*/ 58 h 58"/>
                    <ns1:gd name="T18" fmla="*/ 0 w 74"/>
                    <ns1:gd name="T19" fmla="*/ 25 h 58"/>
                    <ns1:gd name="T20" fmla="*/ 11 w 74"/>
                    <ns1:gd name="T21" fmla="*/ 23 h 58"/>
                    <ns1:gd name="T22" fmla="*/ 62 w 74"/>
                    <ns1:gd name="T23" fmla="*/ 26 h 5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74" h="58">
                      <ns1:moveTo>
                        <ns1:pt x="62" y="26"/>
                      </ns1:moveTo>
                      <ns1:cubicBezTo>
                        <ns1:pt x="58" y="18"/>
                        <ns1:pt x="54" y="11"/>
                        <ns1:pt x="50" y="3"/>
                      </ns1:cubicBezTo>
                      <ns1:cubicBezTo>
                        <ns1:pt x="53" y="2"/>
                        <ns1:pt x="55" y="1"/>
                        <ns1:pt x="57" y="0"/>
                      </ns1:cubicBezTo>
                      <ns1:cubicBezTo>
                        <ns1:pt x="62" y="10"/>
                        <ns1:pt x="68" y="19"/>
                        <ns1:pt x="74" y="30"/>
                      </ns1:cubicBezTo>
                      <ns1:cubicBezTo>
                        <ns1:pt x="69" y="31"/>
                        <ns1:pt x="66" y="33"/>
                        <ns1:pt x="62" y="32"/>
                      </ns1:cubicBezTo>
                      <ns1:cubicBezTo>
                        <ns1:pt x="48" y="32"/>
                        <ns1:pt x="33" y="31"/>
                        <ns1:pt x="19" y="30"/>
                      </ns1:cubicBezTo>
                      <ns1:cubicBezTo>
                        <ns1:pt x="16" y="29"/>
                        <ns1:pt x="14" y="30"/>
                        <ns1:pt x="11" y="30"/>
                      </ns1:cubicBezTo>
                      <ns1:cubicBezTo>
                        <ns1:pt x="16" y="38"/>
                        <ns1:pt x="20" y="46"/>
                        <ns1:pt x="25" y="55"/>
                      </ns1:cubicBezTo>
                      <ns1:cubicBezTo>
                        <ns1:pt x="22" y="56"/>
                        <ns1:pt x="20" y="57"/>
                        <ns1:pt x="18" y="58"/>
                      </ns1:cubicBezTo>
                      <ns1:cubicBezTo>
                        <ns1:pt x="12" y="48"/>
                        <ns1:pt x="6" y="37"/>
                        <ns1:pt x="0" y="25"/>
                      </ns1:cubicBezTo>
                      <ns1:cubicBezTo>
                        <ns1:pt x="4" y="24"/>
                        <ns1:pt x="8" y="23"/>
                        <ns1:pt x="11" y="23"/>
                      </ns1:cubicBezTo>
                      <ns1:cubicBezTo>
                        <ns1:pt x="28" y="24"/>
                        <ns1:pt x="45" y="25"/>
                        <ns1:pt x="62" y="2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2" name="Freeform 17"/>
                <ns0:cNvSpPr>
                  <ns1:spLocks noEditPoints="1"/>
                </ns0:cNvSpPr>
                <ns0:nvPr/>
              </ns0:nvSpPr>
              <ns0:spPr bwMode="auto">
                <ns1:xfrm>
                  <ns1:off x="1673741" y="4136476"/>
                  <ns1:ext cx="140141" cy="132982"/>
                </ns1:xfrm>
                <ns1:custGeom>
                  <ns1:avLst/>
                  <ns1:gdLst>
                    <ns1:gd name="T0" fmla="*/ 64 w 64"/>
                    <ns1:gd name="T1" fmla="*/ 42 h 61"/>
                    <ns1:gd name="T2" fmla="*/ 54 w 64"/>
                    <ns1:gd name="T3" fmla="*/ 43 h 61"/>
                    <ns1:gd name="T4" fmla="*/ 40 w 64"/>
                    <ns1:gd name="T5" fmla="*/ 35 h 61"/>
                    <ns1:gd name="T6" fmla="*/ 25 w 64"/>
                    <ns1:gd name="T7" fmla="*/ 37 h 61"/>
                    <ns1:gd name="T8" fmla="*/ 41 w 64"/>
                    <ns1:gd name="T9" fmla="*/ 58 h 61"/>
                    <ns1:gd name="T10" fmla="*/ 37 w 64"/>
                    <ns1:gd name="T11" fmla="*/ 61 h 61"/>
                    <ns1:gd name="T12" fmla="*/ 0 w 64"/>
                    <ns1:gd name="T13" fmla="*/ 12 h 61"/>
                    <ns1:gd name="T14" fmla="*/ 17 w 64"/>
                    <ns1:gd name="T15" fmla="*/ 1 h 61"/>
                    <ns1:gd name="T16" fmla="*/ 25 w 64"/>
                    <ns1:gd name="T17" fmla="*/ 0 h 61"/>
                    <ns1:gd name="T18" fmla="*/ 37 w 64"/>
                    <ns1:gd name="T19" fmla="*/ 26 h 61"/>
                    <ns1:gd name="T20" fmla="*/ 64 w 64"/>
                    <ns1:gd name="T21" fmla="*/ 42 h 61"/>
                    <ns1:gd name="T22" fmla="*/ 21 w 64"/>
                    <ns1:gd name="T23" fmla="*/ 31 h 61"/>
                    <ns1:gd name="T24" fmla="*/ 33 w 64"/>
                    <ns1:gd name="T25" fmla="*/ 18 h 61"/>
                    <ns1:gd name="T26" fmla="*/ 25 w 64"/>
                    <ns1:gd name="T27" fmla="*/ 7 h 61"/>
                    <ns1:gd name="T28" fmla="*/ 8 w 64"/>
                    <ns1:gd name="T29" fmla="*/ 14 h 61"/>
                    <ns1:gd name="T30" fmla="*/ 21 w 64"/>
                    <ns1:gd name="T31" fmla="*/ 31 h 6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64" h="61">
                      <ns1:moveTo>
                        <ns1:pt x="64" y="42"/>
                      </ns1:moveTo>
                      <ns1:cubicBezTo>
                        <ns1:pt x="61" y="46"/>
                        <ns1:pt x="58" y="46"/>
                        <ns1:pt x="54" y="43"/>
                      </ns1:cubicBezTo>
                      <ns1:cubicBezTo>
                        <ns1:pt x="50" y="40"/>
                        <ns1:pt x="45" y="37"/>
                        <ns1:pt x="40" y="35"/>
                      </ns1:cubicBezTo>
                      <ns1:cubicBezTo>
                        <ns1:pt x="33" y="31"/>
                        <ns1:pt x="32" y="31"/>
                        <ns1:pt x="25" y="37"/>
                      </ns1:cubicBezTo>
                      <ns1:cubicBezTo>
                        <ns1:pt x="31" y="44"/>
                        <ns1:pt x="36" y="51"/>
                        <ns1:pt x="41" y="58"/>
                      </ns1:cubicBezTo>
                      <ns1:cubicBezTo>
                        <ns1:pt x="40" y="59"/>
                        <ns1:pt x="39" y="60"/>
                        <ns1:pt x="37" y="61"/>
                      </ns1:cubicBezTo>
                      <ns1:cubicBezTo>
                        <ns1:pt x="25" y="45"/>
                        <ns1:pt x="13" y="29"/>
                        <ns1:pt x="0" y="12"/>
                      </ns1:cubicBezTo>
                      <ns1:cubicBezTo>
                        <ns1:pt x="6" y="8"/>
                        <ns1:pt x="11" y="4"/>
                        <ns1:pt x="17" y="1"/>
                      </ns1:cubicBezTo>
                      <ns1:cubicBezTo>
                        <ns1:pt x="19" y="0"/>
                        <ns1:pt x="22" y="0"/>
                        <ns1:pt x="25" y="0"/>
                      </ns1:cubicBezTo>
                      <ns1:cubicBezTo>
                        <ns1:pt x="35" y="4"/>
                        <ns1:pt x="41" y="17"/>
                        <ns1:pt x="37" y="26"/>
                      </ns1:cubicBezTo>
                      <ns1:cubicBezTo>
                        <ns1:pt x="46" y="32"/>
                        <ns1:pt x="55" y="37"/>
                        <ns1:pt x="64" y="42"/>
                      </ns1:cubicBezTo>
                      <ns1:close/>
                      <ns1:moveTo>
                        <ns1:pt x="21" y="31"/>
                      </ns1:moveTo>
                      <ns1:cubicBezTo>
                        <ns1:pt x="25" y="26"/>
                        <ns1:pt x="33" y="25"/>
                        <ns1:pt x="33" y="18"/>
                      </ns1:cubicBezTo>
                      <ns1:cubicBezTo>
                        <ns1:pt x="32" y="14"/>
                        <ns1:pt x="28" y="9"/>
                        <ns1:pt x="25" y="7"/>
                      </ns1:cubicBezTo>
                      <ns1:cubicBezTo>
                        <ns1:pt x="18" y="4"/>
                        <ns1:pt x="14" y="12"/>
                        <ns1:pt x="8" y="14"/>
                      </ns1:cubicBezTo>
                      <ns1:cubicBezTo>
                        <ns1:pt x="13" y="20"/>
                        <ns1:pt x="17" y="25"/>
                        <ns1:pt x="21" y="3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3" name="Freeform 18"/>
                <ns0:cNvSpPr/>
                <ns0:nvPr/>
              </ns0:nvSpPr>
              <ns0:spPr bwMode="auto">
                <ns1:xfrm>
                  <ns1:off x="1731026" y="3577959"/>
                  <ns1:ext cx="104339" cy="100245"/>
                </ns1:xfrm>
                <ns1:custGeom>
                  <ns1:avLst/>
                  <ns1:gdLst>
                    <ns1:gd name="T0" fmla="*/ 45 w 48"/>
                    <ns1:gd name="T1" fmla="*/ 18 h 46"/>
                    <ns1:gd name="T2" fmla="*/ 47 w 48"/>
                    <ns1:gd name="T3" fmla="*/ 25 h 46"/>
                    <ns1:gd name="T4" fmla="*/ 48 w 48"/>
                    <ns1:gd name="T5" fmla="*/ 29 h 46"/>
                    <ns1:gd name="T6" fmla="*/ 44 w 48"/>
                    <ns1:gd name="T7" fmla="*/ 30 h 46"/>
                    <ns1:gd name="T8" fmla="*/ 35 w 48"/>
                    <ns1:gd name="T9" fmla="*/ 31 h 46"/>
                    <ns1:gd name="T10" fmla="*/ 18 w 48"/>
                    <ns1:gd name="T11" fmla="*/ 44 h 46"/>
                    <ns1:gd name="T12" fmla="*/ 12 w 48"/>
                    <ns1:gd name="T13" fmla="*/ 44 h 46"/>
                    <ns1:gd name="T14" fmla="*/ 4 w 48"/>
                    <ns1:gd name="T15" fmla="*/ 28 h 46"/>
                    <ns1:gd name="T16" fmla="*/ 7 w 48"/>
                    <ns1:gd name="T17" fmla="*/ 25 h 46"/>
                    <ns1:gd name="T18" fmla="*/ 10 w 48"/>
                    <ns1:gd name="T19" fmla="*/ 26 h 46"/>
                    <ns1:gd name="T20" fmla="*/ 26 w 48"/>
                    <ns1:gd name="T21" fmla="*/ 22 h 46"/>
                    <ns1:gd name="T22" fmla="*/ 10 w 48"/>
                    <ns1:gd name="T23" fmla="*/ 16 h 46"/>
                    <ns1:gd name="T24" fmla="*/ 1 w 48"/>
                    <ns1:gd name="T25" fmla="*/ 4 h 46"/>
                    <ns1:gd name="T26" fmla="*/ 2 w 48"/>
                    <ns1:gd name="T27" fmla="*/ 0 h 46"/>
                    <ns1:gd name="T28" fmla="*/ 7 w 48"/>
                    <ns1:gd name="T29" fmla="*/ 1 h 46"/>
                    <ns1:gd name="T30" fmla="*/ 27 w 48"/>
                    <ns1:gd name="T31" fmla="*/ 14 h 46"/>
                    <ns1:gd name="T32" fmla="*/ 41 w 48"/>
                    <ns1:gd name="T33" fmla="*/ 14 h 46"/>
                    <ns1:gd name="T34" fmla="*/ 45 w 48"/>
                    <ns1:gd name="T35" fmla="*/ 18 h 46"/>
                    <ns1:gd name="T36" fmla="*/ 45 w 48"/>
                    <ns1:gd name="T37" fmla="*/ 18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48" h="46">
                      <ns1:moveTo>
                        <ns1:pt x="45" y="18"/>
                      </ns1:moveTo>
                      <ns1:cubicBezTo>
                        <ns1:pt x="46" y="21"/>
                        <ns1:pt x="46" y="23"/>
                        <ns1:pt x="47" y="25"/>
                      </ns1:cubicBezTo>
                      <ns1:cubicBezTo>
                        <ns1:pt x="47" y="27"/>
                        <ns1:pt x="48" y="28"/>
                        <ns1:pt x="48" y="29"/>
                      </ns1:cubicBezTo>
                      <ns1:cubicBezTo>
                        <ns1:pt x="47" y="29"/>
                        <ns1:pt x="45" y="31"/>
                        <ns1:pt x="44" y="30"/>
                      </ns1:cubicBezTo>
                      <ns1:cubicBezTo>
                        <ns1:pt x="40" y="28"/>
                        <ns1:pt x="37" y="29"/>
                        <ns1:pt x="35" y="31"/>
                      </ns1:cubicBezTo>
                      <ns1:cubicBezTo>
                        <ns1:pt x="29" y="36"/>
                        <ns1:pt x="23" y="40"/>
                        <ns1:pt x="18" y="44"/>
                      </ns1:cubicBezTo>
                      <ns1:cubicBezTo>
                        <ns1:pt x="16" y="46"/>
                        <ns1:pt x="13" y="46"/>
                        <ns1:pt x="12" y="44"/>
                      </ns1:cubicBezTo>
                      <ns1:cubicBezTo>
                        <ns1:pt x="9" y="39"/>
                        <ns1:pt x="7" y="33"/>
                        <ns1:pt x="4" y="28"/>
                      </ns1:cubicBezTo>
                      <ns1:cubicBezTo>
                        <ns1:pt x="4" y="28"/>
                        <ns1:pt x="6" y="26"/>
                        <ns1:pt x="7" y="25"/>
                      </ns1:cubicBezTo>
                      <ns1:cubicBezTo>
                        <ns1:pt x="7" y="25"/>
                        <ns1:pt x="9" y="26"/>
                        <ns1:pt x="10" y="26"/>
                      </ns1:cubicBezTo>
                      <ns1:cubicBezTo>
                        <ns1:pt x="17" y="31"/>
                        <ns1:pt x="19" y="31"/>
                        <ns1:pt x="26" y="22"/>
                      </ns1:cubicBezTo>
                      <ns1:cubicBezTo>
                        <ns1:pt x="20" y="20"/>
                        <ns1:pt x="15" y="18"/>
                        <ns1:pt x="10" y="16"/>
                      </ns1:cubicBezTo>
                      <ns1:cubicBezTo>
                        <ns1:pt x="4" y="15"/>
                        <ns1:pt x="0" y="11"/>
                        <ns1:pt x="1" y="4"/>
                      </ns1:cubicBezTo>
                      <ns1:cubicBezTo>
                        <ns1:pt x="1" y="3"/>
                        <ns1:pt x="1" y="1"/>
                        <ns1:pt x="2" y="0"/>
                      </ns1:cubicBezTo>
                      <ns1:cubicBezTo>
                        <ns1:pt x="4" y="0"/>
                        <ns1:pt x="6" y="0"/>
                        <ns1:pt x="7" y="1"/>
                      </ns1:cubicBezTo>
                      <ns1:cubicBezTo>
                        <ns1:pt x="14" y="5"/>
                        <ns1:pt x="20" y="10"/>
                        <ns1:pt x="27" y="14"/>
                      </ns1:cubicBezTo>
                      <ns1:cubicBezTo>
                        <ns1:pt x="32" y="17"/>
                        <ns1:pt x="36" y="21"/>
                        <ns1:pt x="41" y="14"/>
                      </ns1:cubicBezTo>
                      <ns1:cubicBezTo>
                        <ns1:pt x="43" y="16"/>
                        <ns1:pt x="44" y="17"/>
                        <ns1:pt x="45" y="18"/>
                      </ns1:cubicBezTo>
                      <ns1:cubicBezTo>
                        <ns1:pt x="45" y="18"/>
                        <ns1:pt x="45" y="18"/>
                        <ns1:pt x="45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4" name="Freeform 19"/>
                <ns0:cNvSpPr/>
                <ns0:nvPr/>
              </ns0:nvSpPr>
              <ns0:spPr bwMode="auto">
                <ns1:xfrm>
                  <ns1:off x="1183756" y="4265364"/>
                  <ns1:ext cx="104339" cy="145254"/>
                </ns1:xfrm>
                <ns1:custGeom>
                  <ns1:avLst/>
                  <ns1:gdLst>
                    <ns1:gd name="T0" fmla="*/ 35 w 48"/>
                    <ns1:gd name="T1" fmla="*/ 42 h 66"/>
                    <ns1:gd name="T2" fmla="*/ 24 w 48"/>
                    <ns1:gd name="T3" fmla="*/ 38 h 66"/>
                    <ns1:gd name="T4" fmla="*/ 26 w 48"/>
                    <ns1:gd name="T5" fmla="*/ 31 h 66"/>
                    <ns1:gd name="T6" fmla="*/ 42 w 48"/>
                    <ns1:gd name="T7" fmla="*/ 37 h 66"/>
                    <ns1:gd name="T8" fmla="*/ 33 w 48"/>
                    <ns1:gd name="T9" fmla="*/ 58 h 66"/>
                    <ns1:gd name="T10" fmla="*/ 6 w 48"/>
                    <ns1:gd name="T11" fmla="*/ 53 h 66"/>
                    <ns1:gd name="T12" fmla="*/ 5 w 48"/>
                    <ns1:gd name="T13" fmla="*/ 51 h 66"/>
                    <ns1:gd name="T14" fmla="*/ 26 w 48"/>
                    <ns1:gd name="T15" fmla="*/ 3 h 66"/>
                    <ns1:gd name="T16" fmla="*/ 43 w 48"/>
                    <ns1:gd name="T17" fmla="*/ 5 h 66"/>
                    <ns1:gd name="T18" fmla="*/ 46 w 48"/>
                    <ns1:gd name="T19" fmla="*/ 23 h 66"/>
                    <ns1:gd name="T20" fmla="*/ 42 w 48"/>
                    <ns1:gd name="T21" fmla="*/ 26 h 66"/>
                    <ns1:gd name="T22" fmla="*/ 41 w 48"/>
                    <ns1:gd name="T23" fmla="*/ 19 h 66"/>
                    <ns1:gd name="T24" fmla="*/ 37 w 48"/>
                    <ns1:gd name="T25" fmla="*/ 10 h 66"/>
                    <ns1:gd name="T26" fmla="*/ 26 w 48"/>
                    <ns1:gd name="T27" fmla="*/ 10 h 66"/>
                    <ns1:gd name="T28" fmla="*/ 16 w 48"/>
                    <ns1:gd name="T29" fmla="*/ 22 h 66"/>
                    <ns1:gd name="T30" fmla="*/ 10 w 48"/>
                    <ns1:gd name="T31" fmla="*/ 41 h 66"/>
                    <ns1:gd name="T32" fmla="*/ 26 w 48"/>
                    <ns1:gd name="T33" fmla="*/ 53 h 66"/>
                    <ns1:gd name="T34" fmla="*/ 35 w 48"/>
                    <ns1:gd name="T35" fmla="*/ 42 h 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48" h="66">
                      <ns1:moveTo>
                        <ns1:pt x="35" y="42"/>
                      </ns1:moveTo>
                      <ns1:cubicBezTo>
                        <ns1:pt x="30" y="40"/>
                        <ns1:pt x="27" y="39"/>
                        <ns1:pt x="24" y="38"/>
                      </ns1:cubicBezTo>
                      <ns1:cubicBezTo>
                        <ns1:pt x="25" y="35"/>
                        <ns1:pt x="25" y="33"/>
                        <ns1:pt x="26" y="31"/>
                      </ns1:cubicBezTo>
                      <ns1:cubicBezTo>
                        <ns1:pt x="32" y="33"/>
                        <ns1:pt x="36" y="35"/>
                        <ns1:pt x="42" y="37"/>
                      </ns1:cubicBezTo>
                      <ns1:cubicBezTo>
                        <ns1:pt x="39" y="44"/>
                        <ns1:pt x="37" y="52"/>
                        <ns1:pt x="33" y="58"/>
                      </ns1:cubicBezTo>
                      <ns1:cubicBezTo>
                        <ns1:pt x="26" y="66"/>
                        <ns1:pt x="11" y="62"/>
                        <ns1:pt x="6" y="53"/>
                      </ns1:cubicBezTo>
                      <ns1:cubicBezTo>
                        <ns1:pt x="6" y="52"/>
                        <ns1:pt x="6" y="52"/>
                        <ns1:pt x="5" y="51"/>
                      </ns1:cubicBezTo>
                      <ns1:cubicBezTo>
                        <ns1:pt x="0" y="37"/>
                        <ns1:pt x="12" y="9"/>
                        <ns1:pt x="26" y="3"/>
                      </ns1:cubicBezTo>
                      <ns1:cubicBezTo>
                        <ns1:pt x="32" y="0"/>
                        <ns1:pt x="39" y="1"/>
                        <ns1:pt x="43" y="5"/>
                      </ns1:cubicBezTo>
                      <ns1:cubicBezTo>
                        <ns1:pt x="48" y="10"/>
                        <ns1:pt x="48" y="17"/>
                        <ns1:pt x="46" y="23"/>
                      </ns1:cubicBezTo>
                      <ns1:cubicBezTo>
                        <ns1:pt x="46" y="24"/>
                        <ns1:pt x="44" y="25"/>
                        <ns1:pt x="42" y="26"/>
                      </ns1:cubicBezTo>
                      <ns1:cubicBezTo>
                        <ns1:pt x="42" y="23"/>
                        <ns1:pt x="42" y="21"/>
                        <ns1:pt x="41" y="19"/>
                      </ns1:cubicBezTo>
                      <ns1:cubicBezTo>
                        <ns1:pt x="40" y="16"/>
                        <ns1:pt x="39" y="11"/>
                        <ns1:pt x="37" y="10"/>
                      </ns1:cubicBezTo>
                      <ns1:cubicBezTo>
                        <ns1:pt x="34" y="9"/>
                        <ns1:pt x="28" y="9"/>
                        <ns1:pt x="26" y="10"/>
                      </ns1:cubicBezTo>
                      <ns1:cubicBezTo>
                        <ns1:pt x="22" y="13"/>
                        <ns1:pt x="18" y="17"/>
                        <ns1:pt x="16" y="22"/>
                      </ns1:cubicBezTo>
                      <ns1:cubicBezTo>
                        <ns1:pt x="13" y="28"/>
                        <ns1:pt x="11" y="34"/>
                        <ns1:pt x="10" y="41"/>
                      </ns1:cubicBezTo>
                      <ns1:cubicBezTo>
                        <ns1:pt x="9" y="51"/>
                        <ns1:pt x="17" y="57"/>
                        <ns1:pt x="26" y="53"/>
                      </ns1:cubicBezTo>
                      <ns1:cubicBezTo>
                        <ns1:pt x="30" y="52"/>
                        <ns1:pt x="32" y="47"/>
                        <ns1:pt x="35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5" name="Freeform 20"/>
                <ns0:cNvSpPr/>
                <ns0:nvPr/>
              </ns0:nvSpPr>
              <ns0:spPr bwMode="auto">
                <ns1:xfrm>
                  <ns1:off x="1737165" y="4090446"/>
                  <ns1:ext cx="142190" cy="105363"/>
                </ns1:xfrm>
                <ns1:custGeom>
                  <ns1:avLst/>
                  <ns1:gdLst>
                    <ns1:gd name="T0" fmla="*/ 28 w 65"/>
                    <ns1:gd name="T1" fmla="*/ 5 h 48"/>
                    <ns1:gd name="T2" fmla="*/ 26 w 65"/>
                    <ns1:gd name="T3" fmla="*/ 9 h 48"/>
                    <ns1:gd name="T4" fmla="*/ 11 w 65"/>
                    <ns1:gd name="T5" fmla="*/ 12 h 48"/>
                    <ns1:gd name="T6" fmla="*/ 11 w 65"/>
                    <ns1:gd name="T7" fmla="*/ 22 h 48"/>
                    <ns1:gd name="T8" fmla="*/ 22 w 65"/>
                    <ns1:gd name="T9" fmla="*/ 24 h 48"/>
                    <ns1:gd name="T10" fmla="*/ 31 w 65"/>
                    <ns1:gd name="T11" fmla="*/ 18 h 48"/>
                    <ns1:gd name="T12" fmla="*/ 61 w 65"/>
                    <ns1:gd name="T13" fmla="*/ 26 h 48"/>
                    <ns1:gd name="T14" fmla="*/ 47 w 65"/>
                    <ns1:gd name="T15" fmla="*/ 48 h 48"/>
                    <ns1:gd name="T16" fmla="*/ 32 w 65"/>
                    <ns1:gd name="T17" fmla="*/ 45 h 48"/>
                    <ns1:gd name="T18" fmla="*/ 34 w 65"/>
                    <ns1:gd name="T19" fmla="*/ 39 h 48"/>
                    <ns1:gd name="T20" fmla="*/ 43 w 65"/>
                    <ns1:gd name="T21" fmla="*/ 41 h 48"/>
                    <ns1:gd name="T22" fmla="*/ 55 w 65"/>
                    <ns1:gd name="T23" fmla="*/ 33 h 48"/>
                    <ns1:gd name="T24" fmla="*/ 51 w 65"/>
                    <ns1:gd name="T25" fmla="*/ 23 h 48"/>
                    <ns1:gd name="T26" fmla="*/ 38 w 65"/>
                    <ns1:gd name="T27" fmla="*/ 23 h 48"/>
                    <ns1:gd name="T28" fmla="*/ 29 w 65"/>
                    <ns1:gd name="T29" fmla="*/ 30 h 48"/>
                    <ns1:gd name="T30" fmla="*/ 2 w 65"/>
                    <ns1:gd name="T31" fmla="*/ 19 h 48"/>
                    <ns1:gd name="T32" fmla="*/ 13 w 65"/>
                    <ns1:gd name="T33" fmla="*/ 1 h 48"/>
                    <ns1:gd name="T34" fmla="*/ 28 w 65"/>
                    <ns1:gd name="T35" fmla="*/ 5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65" h="48">
                      <ns1:moveTo>
                        <ns1:pt x="28" y="5"/>
                      </ns1:moveTo>
                      <ns1:cubicBezTo>
                        <ns1:pt x="28" y="6"/>
                        <ns1:pt x="27" y="8"/>
                        <ns1:pt x="26" y="9"/>
                      </ns1:cubicBezTo>
                      <ns1:cubicBezTo>
                        <ns1:pt x="20" y="7"/>
                        <ns1:pt x="15" y="5"/>
                        <ns1:pt x="11" y="12"/>
                      </ns1:cubicBezTo>
                      <ns1:cubicBezTo>
                        <ns1:pt x="8" y="15"/>
                        <ns1:pt x="8" y="19"/>
                        <ns1:pt x="11" y="22"/>
                      </ns1:cubicBezTo>
                      <ns1:cubicBezTo>
                        <ns1:pt x="14" y="25"/>
                        <ns1:pt x="18" y="27"/>
                        <ns1:pt x="22" y="24"/>
                      </ns1:cubicBezTo>
                      <ns1:cubicBezTo>
                        <ns1:pt x="25" y="23"/>
                        <ns1:pt x="28" y="20"/>
                        <ns1:pt x="31" y="18"/>
                      </ns1:cubicBezTo>
                      <ns1:cubicBezTo>
                        <ns1:pt x="41" y="11"/>
                        <ns1:pt x="56" y="15"/>
                        <ns1:pt x="61" y="26"/>
                      </ns1:cubicBezTo>
                      <ns1:cubicBezTo>
                        <ns1:pt x="65" y="36"/>
                        <ns1:pt x="58" y="48"/>
                        <ns1:pt x="47" y="48"/>
                      </ns1:cubicBezTo>
                      <ns1:cubicBezTo>
                        <ns1:pt x="42" y="48"/>
                        <ns1:pt x="37" y="46"/>
                        <ns1:pt x="32" y="45"/>
                      </ns1:cubicBezTo>
                      <ns1:cubicBezTo>
                        <ns1:pt x="33" y="42"/>
                        <ns1:pt x="34" y="41"/>
                        <ns1:pt x="34" y="39"/>
                      </ns1:cubicBezTo>
                      <ns1:cubicBezTo>
                        <ns1:pt x="38" y="40"/>
                        <ns1:pt x="41" y="41"/>
                        <ns1:pt x="43" y="41"/>
                      </ns1:cubicBezTo>
                      <ns1:cubicBezTo>
                        <ns1:pt x="49" y="42"/>
                        <ns1:pt x="53" y="38"/>
                        <ns1:pt x="55" y="33"/>
                      </ns1:cubicBezTo>
                      <ns1:cubicBezTo>
                        <ns1:pt x="56" y="29"/>
                        <ns1:pt x="54" y="26"/>
                        <ns1:pt x="51" y="23"/>
                      </ns1:cubicBezTo>
                      <ns1:cubicBezTo>
                        <ns1:pt x="47" y="20"/>
                        <ns1:pt x="43" y="20"/>
                        <ns1:pt x="38" y="23"/>
                      </ns1:cubicBezTo>
                      <ns1:cubicBezTo>
                        <ns1:pt x="35" y="25"/>
                        <ns1:pt x="32" y="28"/>
                        <ns1:pt x="29" y="30"/>
                      </ns1:cubicBezTo>
                      <ns1:cubicBezTo>
                        <ns1:pt x="19" y="35"/>
                        <ns1:pt x="6" y="29"/>
                        <ns1:pt x="2" y="19"/>
                      </ns1:cubicBezTo>
                      <ns1:cubicBezTo>
                        <ns1:pt x="0" y="12"/>
                        <ns1:pt x="5" y="3"/>
                        <ns1:pt x="13" y="1"/>
                      </ns1:cubicBezTo>
                      <ns1:cubicBezTo>
                        <ns1:pt x="18" y="0"/>
                        <ns1:pt x="23" y="1"/>
                        <ns1:pt x="28" y="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6" name="Freeform 21"/>
                <ns0:cNvSpPr/>
                <ns0:nvPr/>
              </ns0:nvSpPr>
              <ns0:spPr bwMode="auto">
                <ns1:xfrm>
                  <ns1:off x="1341287" y="4269457"/>
                  <ns1:ext cx="78766" cy="136051"/>
                </ns1:xfrm>
                <ns1:custGeom>
                  <ns1:avLst/>
                  <ns1:gdLst>
                    <ns1:gd name="T0" fmla="*/ 30 w 36"/>
                    <ns1:gd name="T1" fmla="*/ 0 h 62"/>
                    <ns1:gd name="T2" fmla="*/ 35 w 36"/>
                    <ns1:gd name="T3" fmla="*/ 1 h 62"/>
                    <ns1:gd name="T4" fmla="*/ 35 w 36"/>
                    <ns1:gd name="T5" fmla="*/ 47 h 62"/>
                    <ns1:gd name="T6" fmla="*/ 18 w 36"/>
                    <ns1:gd name="T7" fmla="*/ 62 h 62"/>
                    <ns1:gd name="T8" fmla="*/ 1 w 36"/>
                    <ns1:gd name="T9" fmla="*/ 48 h 62"/>
                    <ns1:gd name="T10" fmla="*/ 1 w 36"/>
                    <ns1:gd name="T11" fmla="*/ 1 h 62"/>
                    <ns1:gd name="T12" fmla="*/ 6 w 36"/>
                    <ns1:gd name="T13" fmla="*/ 1 h 62"/>
                    <ns1:gd name="T14" fmla="*/ 6 w 36"/>
                    <ns1:gd name="T15" fmla="*/ 13 h 62"/>
                    <ns1:gd name="T16" fmla="*/ 7 w 36"/>
                    <ns1:gd name="T17" fmla="*/ 45 h 62"/>
                    <ns1:gd name="T18" fmla="*/ 18 w 36"/>
                    <ns1:gd name="T19" fmla="*/ 54 h 62"/>
                    <ns1:gd name="T20" fmla="*/ 29 w 36"/>
                    <ns1:gd name="T21" fmla="*/ 45 h 62"/>
                    <ns1:gd name="T22" fmla="*/ 30 w 36"/>
                    <ns1:gd name="T23" fmla="*/ 19 h 62"/>
                    <ns1:gd name="T24" fmla="*/ 30 w 36"/>
                    <ns1:gd name="T25" fmla="*/ 0 h 6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36" h="62">
                      <ns1:moveTo>
                        <ns1:pt x="30" y="0"/>
                      </ns1:moveTo>
                      <ns1:cubicBezTo>
                        <ns1:pt x="32" y="0"/>
                        <ns1:pt x="34" y="1"/>
                        <ns1:pt x="35" y="1"/>
                      </ns1:cubicBezTo>
                      <ns1:cubicBezTo>
                        <ns1:pt x="35" y="16"/>
                        <ns1:pt x="36" y="32"/>
                        <ns1:pt x="35" y="47"/>
                      </ns1:cubicBezTo>
                      <ns1:cubicBezTo>
                        <ns1:pt x="34" y="57"/>
                        <ns1:pt x="27" y="62"/>
                        <ns1:pt x="18" y="62"/>
                      </ns1:cubicBezTo>
                      <ns1:cubicBezTo>
                        <ns1:pt x="9" y="62"/>
                        <ns1:pt x="2" y="57"/>
                        <ns1:pt x="1" y="48"/>
                      </ns1:cubicBezTo>
                      <ns1:cubicBezTo>
                        <ns1:pt x="0" y="32"/>
                        <ns1:pt x="1" y="16"/>
                        <ns1:pt x="1" y="1"/>
                      </ns1:cubicBezTo>
                      <ns1:cubicBezTo>
                        <ns1:pt x="2" y="1"/>
                        <ns1:pt x="4" y="1"/>
                        <ns1:pt x="6" y="1"/>
                      </ns1:cubicBezTo>
                      <ns1:cubicBezTo>
                        <ns1:pt x="6" y="5"/>
                        <ns1:pt x="6" y="9"/>
                        <ns1:pt x="6" y="13"/>
                      </ns1:cubicBezTo>
                      <ns1:cubicBezTo>
                        <ns1:pt x="7" y="24"/>
                        <ns1:pt x="7" y="35"/>
                        <ns1:pt x="7" y="45"/>
                      </ns1:cubicBezTo>
                      <ns1:cubicBezTo>
                        <ns1:pt x="8" y="51"/>
                        <ns1:pt x="12" y="54"/>
                        <ns1:pt x="18" y="54"/>
                      </ns1:cubicBezTo>
                      <ns1:cubicBezTo>
                        <ns1:pt x="24" y="54"/>
                        <ns1:pt x="28" y="51"/>
                        <ns1:pt x="29" y="45"/>
                      </ns1:cubicBezTo>
                      <ns1:cubicBezTo>
                        <ns1:pt x="30" y="36"/>
                        <ns1:pt x="30" y="27"/>
                        <ns1:pt x="30" y="19"/>
                      </ns1:cubicBezTo>
                      <ns1:cubicBezTo>
                        <ns1:pt x="30" y="13"/>
                        <ns1:pt x="30" y="7"/>
                        <ns1:pt x="3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7" name="Freeform 22"/>
                <ns0:cNvSpPr>
                  <ns1:spLocks noEditPoints="1"/>
                </ns0:cNvSpPr>
                <ns0:nvPr/>
              </ns0:nvSpPr>
              <ns0:spPr bwMode="auto">
                <ns1:xfrm>
                  <ns1:off x="990423" y="4201944"/>
                  <ns1:ext cx="126844" cy="138096"/>
                </ns1:xfrm>
                <ns1:custGeom>
                  <ns1:avLst/>
                  <ns1:gdLst>
                    <ns1:gd name="T0" fmla="*/ 52 w 58"/>
                    <ns1:gd name="T1" fmla="*/ 0 h 63"/>
                    <ns1:gd name="T2" fmla="*/ 56 w 58"/>
                    <ns1:gd name="T3" fmla="*/ 10 h 63"/>
                    <ns1:gd name="T4" fmla="*/ 34 w 58"/>
                    <ns1:gd name="T5" fmla="*/ 63 h 63"/>
                    <ns1:gd name="T6" fmla="*/ 28 w 58"/>
                    <ns1:gd name="T7" fmla="*/ 59 h 63"/>
                    <ns1:gd name="T8" fmla="*/ 35 w 58"/>
                    <ns1:gd name="T9" fmla="*/ 41 h 63"/>
                    <ns1:gd name="T10" fmla="*/ 21 w 58"/>
                    <ns1:gd name="T11" fmla="*/ 30 h 63"/>
                    <ns1:gd name="T12" fmla="*/ 5 w 58"/>
                    <ns1:gd name="T13" fmla="*/ 42 h 63"/>
                    <ns1:gd name="T14" fmla="*/ 0 w 58"/>
                    <ns1:gd name="T15" fmla="*/ 38 h 63"/>
                    <ns1:gd name="T16" fmla="*/ 52 w 58"/>
                    <ns1:gd name="T17" fmla="*/ 0 h 63"/>
                    <ns1:gd name="T18" fmla="*/ 49 w 58"/>
                    <ns1:gd name="T19" fmla="*/ 9 h 63"/>
                    <ns1:gd name="T20" fmla="*/ 27 w 58"/>
                    <ns1:gd name="T21" fmla="*/ 26 h 63"/>
                    <ns1:gd name="T22" fmla="*/ 38 w 58"/>
                    <ns1:gd name="T23" fmla="*/ 35 h 63"/>
                    <ns1:gd name="T24" fmla="*/ 49 w 58"/>
                    <ns1:gd name="T25" fmla="*/ 9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8" h="63">
                      <ns1:moveTo>
                        <ns1:pt x="52" y="0"/>
                      </ns1:moveTo>
                      <ns1:cubicBezTo>
                        <ns1:pt x="57" y="2"/>
                        <ns1:pt x="58" y="5"/>
                        <ns1:pt x="56" y="10"/>
                      </ns1:cubicBezTo>
                      <ns1:cubicBezTo>
                        <ns1:pt x="48" y="27"/>
                        <ns1:pt x="41" y="45"/>
                        <ns1:pt x="34" y="63"/>
                      </ns1:cubicBezTo>
                      <ns1:cubicBezTo>
                        <ns1:pt x="32" y="61"/>
                        <ns1:pt x="30" y="60"/>
                        <ns1:pt x="28" y="59"/>
                      </ns1:cubicBezTo>
                      <ns1:cubicBezTo>
                        <ns1:pt x="31" y="53"/>
                        <ns1:pt x="33" y="47"/>
                        <ns1:pt x="35" y="41"/>
                      </ns1:cubicBezTo>
                      <ns1:cubicBezTo>
                        <ns1:pt x="31" y="38"/>
                        <ns1:pt x="26" y="34"/>
                        <ns1:pt x="21" y="30"/>
                      </ns1:cubicBezTo>
                      <ns1:cubicBezTo>
                        <ns1:pt x="16" y="34"/>
                        <ns1:pt x="11" y="38"/>
                        <ns1:pt x="5" y="42"/>
                      </ns1:cubicBezTo>
                      <ns1:cubicBezTo>
                        <ns1:pt x="4" y="40"/>
                        <ns1:pt x="2" y="39"/>
                        <ns1:pt x="0" y="38"/>
                      </ns1:cubicBezTo>
                      <ns1:cubicBezTo>
                        <ns1:pt x="18" y="25"/>
                        <ns1:pt x="35" y="13"/>
                        <ns1:pt x="52" y="0"/>
                      </ns1:cubicBezTo>
                      <ns1:close/>
                      <ns1:moveTo>
                        <ns1:pt x="49" y="9"/>
                      </ns1:moveTo>
                      <ns1:cubicBezTo>
                        <ns1:pt x="41" y="15"/>
                        <ns1:pt x="34" y="20"/>
                        <ns1:pt x="27" y="26"/>
                      </ns1:cubicBezTo>
                      <ns1:cubicBezTo>
                        <ns1:pt x="31" y="29"/>
                        <ns1:pt x="34" y="32"/>
                        <ns1:pt x="38" y="35"/>
                      </ns1:cubicBezTo>
                      <ns1:cubicBezTo>
                        <ns1:pt x="42" y="26"/>
                        <ns1:pt x="45" y="18"/>
                        <ns1:pt x="49" y="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8" name="Freeform 23"/>
                <ns0:cNvSpPr>
                  <ns1:spLocks noEditPoints="1"/>
                </ns0:cNvSpPr>
                <ns0:nvPr/>
              </ns0:nvSpPr>
              <ns0:spPr bwMode="auto">
                <ns1:xfrm>
                  <ns1:off x="1253318" y="4119085"/>
                  <ns1:ext cx="72627" cy="107408"/>
                </ns1:xfrm>
                <ns1:custGeom>
                  <ns1:avLst/>
                  <ns1:gdLst>
                    <ns1:gd name="T0" fmla="*/ 11 w 33"/>
                    <ns1:gd name="T1" fmla="*/ 23 h 49"/>
                    <ns1:gd name="T2" fmla="*/ 10 w 33"/>
                    <ns1:gd name="T3" fmla="*/ 3 h 49"/>
                    <ns1:gd name="T4" fmla="*/ 30 w 33"/>
                    <ns1:gd name="T5" fmla="*/ 7 h 49"/>
                    <ns1:gd name="T6" fmla="*/ 24 w 33"/>
                    <ns1:gd name="T7" fmla="*/ 22 h 49"/>
                    <ns1:gd name="T8" fmla="*/ 29 w 33"/>
                    <ns1:gd name="T9" fmla="*/ 38 h 49"/>
                    <ns1:gd name="T10" fmla="*/ 24 w 33"/>
                    <ns1:gd name="T11" fmla="*/ 44 h 49"/>
                    <ns1:gd name="T12" fmla="*/ 4 w 33"/>
                    <ns1:gd name="T13" fmla="*/ 42 h 49"/>
                    <ns1:gd name="T14" fmla="*/ 11 w 33"/>
                    <ns1:gd name="T15" fmla="*/ 23 h 49"/>
                    <ns1:gd name="T16" fmla="*/ 15 w 33"/>
                    <ns1:gd name="T17" fmla="*/ 26 h 49"/>
                    <ns1:gd name="T18" fmla="*/ 10 w 33"/>
                    <ns1:gd name="T19" fmla="*/ 38 h 49"/>
                    <ns1:gd name="T20" fmla="*/ 15 w 33"/>
                    <ns1:gd name="T21" fmla="*/ 43 h 49"/>
                    <ns1:gd name="T22" fmla="*/ 21 w 33"/>
                    <ns1:gd name="T23" fmla="*/ 41 h 49"/>
                    <ns1:gd name="T24" fmla="*/ 21 w 33"/>
                    <ns1:gd name="T25" fmla="*/ 34 h 49"/>
                    <ns1:gd name="T26" fmla="*/ 15 w 33"/>
                    <ns1:gd name="T27" fmla="*/ 26 h 49"/>
                    <ns1:gd name="T28" fmla="*/ 17 w 33"/>
                    <ns1:gd name="T29" fmla="*/ 20 h 49"/>
                    <ns1:gd name="T30" fmla="*/ 25 w 33"/>
                    <ns1:gd name="T31" fmla="*/ 10 h 49"/>
                    <ns1:gd name="T32" fmla="*/ 20 w 33"/>
                    <ns1:gd name="T33" fmla="*/ 6 h 49"/>
                    <ns1:gd name="T34" fmla="*/ 13 w 33"/>
                    <ns1:gd name="T35" fmla="*/ 9 h 49"/>
                    <ns1:gd name="T36" fmla="*/ 17 w 33"/>
                    <ns1:gd name="T37" fmla="*/ 20 h 4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33" h="49">
                      <ns1:moveTo>
                        <ns1:pt x="11" y="23"/>
                      </ns1:moveTo>
                      <ns1:cubicBezTo>
                        <ns1:pt x="4" y="14"/>
                        <ns1:pt x="4" y="8"/>
                        <ns1:pt x="10" y="3"/>
                      </ns1:cubicBezTo>
                      <ns1:cubicBezTo>
                        <ns1:pt x="16" y="0"/>
                        <ns1:pt x="26" y="1"/>
                        <ns1:pt x="30" y="7"/>
                      </ns1:cubicBezTo>
                      <ns1:cubicBezTo>
                        <ns1:pt x="33" y="12"/>
                        <ns1:pt x="31" y="17"/>
                        <ns1:pt x="24" y="22"/>
                      </ns1:cubicBezTo>
                      <ns1:cubicBezTo>
                        <ns1:pt x="26" y="28"/>
                        <ns1:pt x="28" y="33"/>
                        <ns1:pt x="29" y="38"/>
                      </ns1:cubicBezTo>
                      <ns1:cubicBezTo>
                        <ns1:pt x="29" y="40"/>
                        <ns1:pt x="26" y="43"/>
                        <ns1:pt x="24" y="44"/>
                      </ns1:cubicBezTo>
                      <ns1:cubicBezTo>
                        <ns1:pt x="19" y="49"/>
                        <ns1:pt x="8" y="47"/>
                        <ns1:pt x="4" y="42"/>
                      </ns1:cubicBezTo>
                      <ns1:cubicBezTo>
                        <ns1:pt x="0" y="35"/>
                        <ns1:pt x="1" y="31"/>
                        <ns1:pt x="11" y="23"/>
                      </ns1:cubicBezTo>
                      <ns1:close/>
                      <ns1:moveTo>
                        <ns1:pt x="15" y="26"/>
                      </ns1:moveTo>
                      <ns1:cubicBezTo>
                        <ns1:pt x="10" y="30"/>
                        <ns1:pt x="8" y="34"/>
                        <ns1:pt x="10" y="38"/>
                      </ns1:cubicBezTo>
                      <ns1:cubicBezTo>
                        <ns1:pt x="10" y="40"/>
                        <ns1:pt x="13" y="42"/>
                        <ns1:pt x="15" y="43"/>
                      </ns1:cubicBezTo>
                      <ns1:cubicBezTo>
                        <ns1:pt x="17" y="43"/>
                        <ns1:pt x="20" y="42"/>
                        <ns1:pt x="21" y="41"/>
                      </ns1:cubicBezTo>
                      <ns1:cubicBezTo>
                        <ns1:pt x="22" y="39"/>
                        <ns1:pt x="22" y="36"/>
                        <ns1:pt x="21" y="34"/>
                      </ns1:cubicBezTo>
                      <ns1:cubicBezTo>
                        <ns1:pt x="19" y="31"/>
                        <ns1:pt x="17" y="29"/>
                        <ns1:pt x="15" y="26"/>
                      </ns1:cubicBezTo>
                      <ns1:close/>
                      <ns1:moveTo>
                        <ns1:pt x="17" y="20"/>
                      </ns1:moveTo>
                      <ns1:cubicBezTo>
                        <ns1:pt x="23" y="17"/>
                        <ns1:pt x="26" y="14"/>
                        <ns1:pt x="25" y="10"/>
                      </ns1:cubicBezTo>
                      <ns1:cubicBezTo>
                        <ns1:pt x="24" y="8"/>
                        <ns1:pt x="21" y="6"/>
                        <ns1:pt x="20" y="6"/>
                      </ns1:cubicBezTo>
                      <ns1:cubicBezTo>
                        <ns1:pt x="18" y="6"/>
                        <ns1:pt x="13" y="8"/>
                        <ns1:pt x="13" y="9"/>
                      </ns1:cubicBezTo>
                      <ns1:cubicBezTo>
                        <ns1:pt x="14" y="12"/>
                        <ns1:pt x="16" y="16"/>
                        <ns1:pt x="17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39" name="Freeform 24"/>
                <ns0:cNvSpPr/>
                <ns0:nvPr/>
              </ns0:nvSpPr>
              <ns0:spPr bwMode="auto">
                <ns1:xfrm>
                  <ns1:off x="1529506" y="4211152"/>
                  <ns1:ext cx="96156" cy="140140"/>
                </ns1:xfrm>
                <ns1:custGeom>
                  <ns1:avLst/>
                  <ns1:gdLst>
                    <ns1:gd name="T0" fmla="*/ 44 w 44"/>
                    <ns1:gd name="T1" fmla="*/ 61 h 64"/>
                    <ns1:gd name="T2" fmla="*/ 36 w 44"/>
                    <ns1:gd name="T3" fmla="*/ 60 h 64"/>
                    <ns1:gd name="T4" fmla="*/ 0 w 44"/>
                    <ns1:gd name="T5" fmla="*/ 14 h 64"/>
                    <ns1:gd name="T6" fmla="*/ 6 w 44"/>
                    <ns1:gd name="T7" fmla="*/ 11 h 64"/>
                    <ns1:gd name="T8" fmla="*/ 37 w 44"/>
                    <ns1:gd name="T9" fmla="*/ 53 h 64"/>
                    <ns1:gd name="T10" fmla="*/ 38 w 44"/>
                    <ns1:gd name="T11" fmla="*/ 52 h 64"/>
                    <ns1:gd name="T12" fmla="*/ 34 w 44"/>
                    <ns1:gd name="T13" fmla="*/ 24 h 64"/>
                    <ns1:gd name="T14" fmla="*/ 31 w 44"/>
                    <ns1:gd name="T15" fmla="*/ 6 h 64"/>
                    <ns1:gd name="T16" fmla="*/ 36 w 44"/>
                    <ns1:gd name="T17" fmla="*/ 0 h 64"/>
                    <ns1:gd name="T18" fmla="*/ 44 w 44"/>
                    <ns1:gd name="T19" fmla="*/ 61 h 6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44" h="64">
                      <ns1:moveTo>
                        <ns1:pt x="44" y="61"/>
                      </ns1:moveTo>
                      <ns1:cubicBezTo>
                        <ns1:pt x="41" y="64"/>
                        <ns1:pt x="39" y="63"/>
                        <ns1:pt x="36" y="60"/>
                      </ns1:cubicBezTo>
                      <ns1:cubicBezTo>
                        <ns1:pt x="24" y="45"/>
                        <ns1:pt x="13" y="29"/>
                        <ns1:pt x="0" y="14"/>
                      </ns1:cubicBezTo>
                      <ns1:cubicBezTo>
                        <ns1:pt x="2" y="13"/>
                        <ns1:pt x="4" y="12"/>
                        <ns1:pt x="6" y="11"/>
                      </ns1:cubicBezTo>
                      <ns1:cubicBezTo>
                        <ns1:pt x="17" y="25"/>
                        <ns1:pt x="27" y="39"/>
                        <ns1:pt x="37" y="53"/>
                      </ns1:cubicBezTo>
                      <ns1:cubicBezTo>
                        <ns1:pt x="37" y="53"/>
                        <ns1:pt x="38" y="52"/>
                        <ns1:pt x="38" y="52"/>
                      </ns1:cubicBezTo>
                      <ns1:cubicBezTo>
                        <ns1:pt x="37" y="43"/>
                        <ns1:pt x="35" y="33"/>
                        <ns1:pt x="34" y="24"/>
                      </ns1:cubicBezTo>
                      <ns1:cubicBezTo>
                        <ns1:pt x="33" y="18"/>
                        <ns1:pt x="32" y="12"/>
                        <ns1:pt x="31" y="6"/>
                      </ns1:cubicBezTo>
                      <ns1:cubicBezTo>
                        <ns1:pt x="31" y="2"/>
                        <ns1:pt x="32" y="0"/>
                        <ns1:pt x="36" y="0"/>
                      </ns1:cubicBezTo>
                      <ns1:cubicBezTo>
                        <ns1:pt x="39" y="21"/>
                        <ns1:pt x="42" y="41"/>
                        <ns1:pt x="44" y="6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0" name="Freeform 25"/>
                <ns0:cNvSpPr>
                  <ns1:spLocks noEditPoints="1"/>
                </ns0:cNvSpPr>
                <ns0:nvPr/>
              </ns0:nvSpPr>
              <ns0:spPr bwMode="auto">
                <ns1:xfrm>
                  <ns1:off x="1378113" y="4121134"/>
                  <ns1:ext cx="76721" cy="100245"/>
                </ns1:xfrm>
                <ns1:custGeom>
                  <ns1:avLst/>
                  <ns1:gdLst>
                    <ns1:gd name="T0" fmla="*/ 7 w 35"/>
                    <ns1:gd name="T1" fmla="*/ 46 h 46"/>
                    <ns1:gd name="T2" fmla="*/ 17 w 35"/>
                    <ns1:gd name="T3" fmla="*/ 39 h 46"/>
                    <ns1:gd name="T4" fmla="*/ 23 w 35"/>
                    <ns1:gd name="T5" fmla="*/ 29 h 46"/>
                    <ns1:gd name="T6" fmla="*/ 22 w 35"/>
                    <ns1:gd name="T7" fmla="*/ 28 h 46"/>
                    <ns1:gd name="T8" fmla="*/ 20 w 35"/>
                    <ns1:gd name="T9" fmla="*/ 29 h 46"/>
                    <ns1:gd name="T10" fmla="*/ 5 w 35"/>
                    <ns1:gd name="T11" fmla="*/ 26 h 46"/>
                    <ns1:gd name="T12" fmla="*/ 3 w 35"/>
                    <ns1:gd name="T13" fmla="*/ 8 h 46"/>
                    <ns1:gd name="T14" fmla="*/ 16 w 35"/>
                    <ns1:gd name="T15" fmla="*/ 0 h 46"/>
                    <ns1:gd name="T16" fmla="*/ 31 w 35"/>
                    <ns1:gd name="T17" fmla="*/ 15 h 46"/>
                    <ns1:gd name="T18" fmla="*/ 7 w 35"/>
                    <ns1:gd name="T19" fmla="*/ 46 h 46"/>
                    <ns1:gd name="T20" fmla="*/ 23 w 35"/>
                    <ns1:gd name="T21" fmla="*/ 19 h 46"/>
                    <ns1:gd name="T22" fmla="*/ 14 w 35"/>
                    <ns1:gd name="T23" fmla="*/ 5 h 46"/>
                    <ns1:gd name="T24" fmla="*/ 8 w 35"/>
                    <ns1:gd name="T25" fmla="*/ 11 h 46"/>
                    <ns1:gd name="T26" fmla="*/ 16 w 35"/>
                    <ns1:gd name="T27" fmla="*/ 24 h 46"/>
                    <ns1:gd name="T28" fmla="*/ 23 w 35"/>
                    <ns1:gd name="T29" fmla="*/ 19 h 4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</ns1:cxnLst>
                  <ns1:rect l="0" t="0" r="r" b="b"/>
                  <ns1:pathLst>
                    <ns1:path w="35" h="46">
                      <ns1:moveTo>
                        <ns1:pt x="7" y="46"/>
                      </ns1:moveTo>
                      <ns1:cubicBezTo>
                        <ns1:pt x="10" y="44"/>
                        <ns1:pt x="14" y="42"/>
                        <ns1:pt x="17" y="39"/>
                      </ns1:cubicBezTo>
                      <ns1:cubicBezTo>
                        <ns1:pt x="19" y="36"/>
                        <ns1:pt x="21" y="32"/>
                        <ns1:pt x="23" y="29"/>
                      </ns1:cubicBezTo>
                      <ns1:cubicBezTo>
                        <ns1:pt x="23" y="28"/>
                        <ns1:pt x="22" y="28"/>
                        <ns1:pt x="22" y="28"/>
                      </ns1:cubicBezTo>
                      <ns1:cubicBezTo>
                        <ns1:pt x="21" y="28"/>
                        <ns1:pt x="20" y="28"/>
                        <ns1:pt x="20" y="29"/>
                      </ns1:cubicBezTo>
                      <ns1:cubicBezTo>
                        <ns1:pt x="14" y="31"/>
                        <ns1:pt x="9" y="30"/>
                        <ns1:pt x="5" y="26"/>
                      </ns1:cubicBezTo>
                      <ns1:cubicBezTo>
                        <ns1:pt x="1" y="22"/>
                        <ns1:pt x="0" y="14"/>
                        <ns1:pt x="3" y="8"/>
                      </ns1:cubicBezTo>
                      <ns1:cubicBezTo>
                        <ns1:pt x="5" y="3"/>
                        <ns1:pt x="10" y="0"/>
                        <ns1:pt x="16" y="0"/>
                      </ns1:cubicBezTo>
                      <ns1:cubicBezTo>
                        <ns1:pt x="23" y="1"/>
                        <ns1:pt x="28" y="6"/>
                        <ns1:pt x="31" y="15"/>
                      </ns1:cubicBezTo>
                      <ns1:cubicBezTo>
                        <ns1:pt x="35" y="30"/>
                        <ns1:pt x="24" y="46"/>
                        <ns1:pt x="7" y="46"/>
                      </ns1:cubicBezTo>
                      <ns1:close/>
                      <ns1:moveTo>
                        <ns1:pt x="23" y="19"/>
                      </ns1:moveTo>
                      <ns1:cubicBezTo>
                        <ns1:pt x="23" y="12"/>
                        <ns1:pt x="18" y="5"/>
                        <ns1:pt x="14" y="5"/>
                      </ns1:cubicBezTo>
                      <ns1:cubicBezTo>
                        <ns1:pt x="10" y="5"/>
                        <ns1:pt x="8" y="8"/>
                        <ns1:pt x="8" y="11"/>
                      </ns1:cubicBezTo>
                      <ns1:cubicBezTo>
                        <ns1:pt x="8" y="18"/>
                        <ns1:pt x="12" y="24"/>
                        <ns1:pt x="16" y="24"/>
                      </ns1:cubicBezTo>
                      <ns1:cubicBezTo>
                        <ns1:pt x="20" y="24"/>
                        <ns1:pt x="23" y="23"/>
                        <ns1:pt x="23" y="19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1" name="Freeform 26"/>
                <ns0:cNvSpPr/>
                <ns0:nvPr/>
              </ns0:nvSpPr>
              <ns0:spPr bwMode="auto">
                <ns1:xfrm>
                  <ns1:off x="1616455" y="4175350"/>
                  <ns1:ext cx="118661" cy="138096"/>
                </ns1:xfrm>
                <ns1:custGeom>
                  <ns1:avLst/>
                  <ns1:gdLst>
                    <ns1:gd name="T0" fmla="*/ 32 w 54"/>
                    <ns1:gd name="T1" fmla="*/ 22 h 63"/>
                    <ns1:gd name="T2" fmla="*/ 36 w 54"/>
                    <ns1:gd name="T3" fmla="*/ 28 h 63"/>
                    <ns1:gd name="T4" fmla="*/ 23 w 54"/>
                    <ns1:gd name="T5" fmla="*/ 37 h 63"/>
                    <ns1:gd name="T6" fmla="*/ 34 w 54"/>
                    <ns1:gd name="T7" fmla="*/ 54 h 63"/>
                    <ns1:gd name="T8" fmla="*/ 50 w 54"/>
                    <ns1:gd name="T9" fmla="*/ 45 h 63"/>
                    <ns1:gd name="T10" fmla="*/ 54 w 54"/>
                    <ns1:gd name="T11" fmla="*/ 51 h 63"/>
                    <ns1:gd name="T12" fmla="*/ 35 w 54"/>
                    <ns1:gd name="T13" fmla="*/ 63 h 63"/>
                    <ns1:gd name="T14" fmla="*/ 0 w 54"/>
                    <ns1:gd name="T15" fmla="*/ 12 h 63"/>
                    <ns1:gd name="T16" fmla="*/ 19 w 54"/>
                    <ns1:gd name="T17" fmla="*/ 0 h 63"/>
                    <ns1:gd name="T18" fmla="*/ 23 w 54"/>
                    <ns1:gd name="T19" fmla="*/ 6 h 63"/>
                    <ns1:gd name="T20" fmla="*/ 8 w 54"/>
                    <ns1:gd name="T21" fmla="*/ 16 h 63"/>
                    <ns1:gd name="T22" fmla="*/ 18 w 54"/>
                    <ns1:gd name="T23" fmla="*/ 31 h 63"/>
                    <ns1:gd name="T24" fmla="*/ 32 w 54"/>
                    <ns1:gd name="T25" fmla="*/ 22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54" h="63">
                      <ns1:moveTo>
                        <ns1:pt x="32" y="22"/>
                      </ns1:moveTo>
                      <ns1:cubicBezTo>
                        <ns1:pt x="34" y="25"/>
                        <ns1:pt x="35" y="26"/>
                        <ns1:pt x="36" y="28"/>
                      </ns1:cubicBezTo>
                      <ns1:cubicBezTo>
                        <ns1:pt x="32" y="31"/>
                        <ns1:pt x="28" y="34"/>
                        <ns1:pt x="23" y="37"/>
                      </ns1:cubicBezTo>
                      <ns1:cubicBezTo>
                        <ns1:pt x="27" y="43"/>
                        <ns1:pt x="30" y="48"/>
                        <ns1:pt x="34" y="54"/>
                      </ns1:cubicBezTo>
                      <ns1:cubicBezTo>
                        <ns1:pt x="39" y="51"/>
                        <ns1:pt x="44" y="48"/>
                        <ns1:pt x="50" y="45"/>
                      </ns1:cubicBezTo>
                      <ns1:cubicBezTo>
                        <ns1:pt x="51" y="46"/>
                        <ns1:pt x="52" y="48"/>
                        <ns1:pt x="54" y="51"/>
                      </ns1:cubicBezTo>
                      <ns1:cubicBezTo>
                        <ns1:pt x="48" y="55"/>
                        <ns1:pt x="42" y="59"/>
                        <ns1:pt x="35" y="63"/>
                      </ns1:cubicBezTo>
                      <ns1:cubicBezTo>
                        <ns1:pt x="23" y="46"/>
                        <ns1:pt x="12" y="29"/>
                        <ns1:pt x="0" y="12"/>
                      </ns1:cubicBezTo>
                      <ns1:cubicBezTo>
                        <ns1:pt x="6" y="8"/>
                        <ns1:pt x="12" y="4"/>
                        <ns1:pt x="19" y="0"/>
                      </ns1:cubicBezTo>
                      <ns1:cubicBezTo>
                        <ns1:pt x="20" y="2"/>
                        <ns1:pt x="21" y="4"/>
                        <ns1:pt x="23" y="6"/>
                      </ns1:cubicBezTo>
                      <ns1:cubicBezTo>
                        <ns1:pt x="18" y="10"/>
                        <ns1:pt x="13" y="13"/>
                        <ns1:pt x="8" y="16"/>
                      </ns1:cubicBezTo>
                      <ns1:cubicBezTo>
                        <ns1:pt x="12" y="21"/>
                        <ns1:pt x="15" y="26"/>
                        <ns1:pt x="18" y="31"/>
                      </ns1:cubicBezTo>
                      <ns1:cubicBezTo>
                        <ns1:pt x="23" y="28"/>
                        <ns1:pt x="27" y="25"/>
                        <ns1:pt x="32" y="2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2" name="Freeform 27"/>
                <ns0:cNvSpPr/>
                <ns0:nvPr/>
              </ns0:nvSpPr>
              <ns0:spPr bwMode="auto">
                <ns1:xfrm>
                  <ns1:off x="1838435" y="3888927"/>
                  <ns1:ext cx="144234" cy="80810"/>
                </ns1:xfrm>
                <ns1:custGeom>
                  <ns1:avLst/>
                  <ns1:gdLst>
                    <ns1:gd name="T0" fmla="*/ 10 w 66"/>
                    <ns1:gd name="T1" fmla="*/ 0 h 37"/>
                    <ns1:gd name="T2" fmla="*/ 33 w 66"/>
                    <ns1:gd name="T3" fmla="*/ 18 h 37"/>
                    <ns1:gd name="T4" fmla="*/ 54 w 66"/>
                    <ns1:gd name="T5" fmla="*/ 28 h 37"/>
                    <ns1:gd name="T6" fmla="*/ 66 w 66"/>
                    <ns1:gd name="T7" fmla="*/ 31 h 37"/>
                    <ns1:gd name="T8" fmla="*/ 65 w 66"/>
                    <ns1:gd name="T9" fmla="*/ 37 h 37"/>
                    <ns1:gd name="T10" fmla="*/ 1 w 66"/>
                    <ns1:gd name="T11" fmla="*/ 36 h 37"/>
                    <ns1:gd name="T12" fmla="*/ 6 w 66"/>
                    <ns1:gd name="T13" fmla="*/ 28 h 37"/>
                    <ns1:gd name="T14" fmla="*/ 32 w 66"/>
                    <ns1:gd name="T15" fmla="*/ 25 h 37"/>
                    <ns1:gd name="T16" fmla="*/ 12 w 66"/>
                    <ns1:gd name="T17" fmla="*/ 9 h 37"/>
                    <ns1:gd name="T18" fmla="*/ 10 w 66"/>
                    <ns1:gd name="T19" fmla="*/ 0 h 3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66" h="37">
                      <ns1:moveTo>
                        <ns1:pt x="10" y="0"/>
                      </ns1:moveTo>
                      <ns1:cubicBezTo>
                        <ns1:pt x="18" y="6"/>
                        <ns1:pt x="26" y="11"/>
                        <ns1:pt x="33" y="18"/>
                      </ns1:cubicBezTo>
                      <ns1:cubicBezTo>
                        <ns1:pt x="39" y="23"/>
                        <ns1:pt x="46" y="26"/>
                        <ns1:pt x="54" y="28"/>
                      </ns1:cubicBezTo>
                      <ns1:cubicBezTo>
                        <ns1:pt x="58" y="29"/>
                        <ns1:pt x="62" y="30"/>
                        <ns1:pt x="66" y="31"/>
                      </ns1:cubicBezTo>
                      <ns1:cubicBezTo>
                        <ns1:pt x="66" y="33"/>
                        <ns1:pt x="65" y="34"/>
                        <ns1:pt x="65" y="37"/>
                      </ns1:cubicBezTo>
                      <ns1:cubicBezTo>
                        <ns1:pt x="43" y="26"/>
                        <ns1:pt x="22" y="32"/>
                        <ns1:pt x="1" y="36"/>
                      </ns1:cubicBezTo>
                      <ns1:cubicBezTo>
                        <ns1:pt x="0" y="31"/>
                        <ns1:pt x="2" y="29"/>
                        <ns1:pt x="6" y="28"/>
                      </ns1:cubicBezTo>
                      <ns1:cubicBezTo>
                        <ns1:pt x="15" y="27"/>
                        <ns1:pt x="23" y="26"/>
                        <ns1:pt x="32" y="25"/>
                      </ns1:cubicBezTo>
                      <ns1:cubicBezTo>
                        <ns1:pt x="25" y="19"/>
                        <ns1:pt x="19" y="14"/>
                        <ns1:pt x="12" y="9"/>
                      </ns1:cubicBezTo>
                      <ns1:cubicBezTo>
                        <ns1:pt x="8" y="6"/>
                        <ns1:pt x="8" y="6"/>
                        <ns1:pt x="1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3" name="Freeform 28"/>
                <ns0:cNvSpPr/>
                <ns0:nvPr/>
              </ns0:nvSpPr>
              <ns0:spPr bwMode="auto">
                <ns1:xfrm>
                  <ns1:off x="1802629" y="3967692"/>
                  <ns1:ext cx="142190" cy="96156"/>
                </ns1:xfrm>
                <ns1:custGeom>
                  <ns1:avLst/>
                  <ns1:gdLst>
                    <ns1:gd name="T0" fmla="*/ 65 w 65"/>
                    <ns1:gd name="T1" fmla="*/ 38 h 44"/>
                    <ns1:gd name="T2" fmla="*/ 63 w 65"/>
                    <ns1:gd name="T3" fmla="*/ 44 h 44"/>
                    <ns1:gd name="T4" fmla="*/ 13 w 65"/>
                    <ns1:gd name="T5" fmla="*/ 21 h 44"/>
                    <ns1:gd name="T6" fmla="*/ 7 w 65"/>
                    <ns1:gd name="T7" fmla="*/ 32 h 44"/>
                    <ns1:gd name="T8" fmla="*/ 0 w 65"/>
                    <ns1:gd name="T9" fmla="*/ 29 h 44"/>
                    <ns1:gd name="T10" fmla="*/ 15 w 65"/>
                    <ns1:gd name="T11" fmla="*/ 0 h 44"/>
                    <ns1:gd name="T12" fmla="*/ 21 w 65"/>
                    <ns1:gd name="T13" fmla="*/ 3 h 44"/>
                    <ns1:gd name="T14" fmla="*/ 16 w 65"/>
                    <ns1:gd name="T15" fmla="*/ 15 h 44"/>
                    <ns1:gd name="T16" fmla="*/ 65 w 65"/>
                    <ns1:gd name="T17" fmla="*/ 38 h 4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65" h="44">
                      <ns1:moveTo>
                        <ns1:pt x="65" y="38"/>
                      </ns1:moveTo>
                      <ns1:cubicBezTo>
                        <ns1:pt x="64" y="40"/>
                        <ns1:pt x="64" y="42"/>
                        <ns1:pt x="63" y="44"/>
                      </ns1:cubicBezTo>
                      <ns1:cubicBezTo>
                        <ns1:pt x="46" y="36"/>
                        <ns1:pt x="30" y="28"/>
                        <ns1:pt x="13" y="21"/>
                      </ns1:cubicBezTo>
                      <ns1:cubicBezTo>
                        <ns1:pt x="11" y="25"/>
                        <ns1:pt x="9" y="28"/>
                        <ns1:pt x="7" y="32"/>
                      </ns1:cubicBezTo>
                      <ns1:cubicBezTo>
                        <ns1:pt x="4" y="31"/>
                        <ns1:pt x="2" y="30"/>
                        <ns1:pt x="0" y="29"/>
                      </ns1:cubicBezTo>
                      <ns1:cubicBezTo>
                        <ns1:pt x="5" y="20"/>
                        <ns1:pt x="10" y="10"/>
                        <ns1:pt x="15" y="0"/>
                      </ns1:cubicBezTo>
                      <ns1:cubicBezTo>
                        <ns1:pt x="17" y="1"/>
                        <ns1:pt x="19" y="2"/>
                        <ns1:pt x="21" y="3"/>
                      </ns1:cubicBezTo>
                      <ns1:cubicBezTo>
                        <ns1:pt x="19" y="7"/>
                        <ns1:pt x="18" y="11"/>
                        <ns1:pt x="16" y="15"/>
                      </ns1:cubicBezTo>
                      <ns1:cubicBezTo>
                        <ns1:pt x="32" y="23"/>
                        <ns1:pt x="49" y="31"/>
                        <ns1:pt x="65" y="3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4" name="Freeform 29"/>
                <ns0:cNvSpPr/>
                <ns0:nvPr/>
              </ns0:nvSpPr>
              <ns0:spPr bwMode="auto">
                <ns1:xfrm>
                  <ns1:off x="907564" y="4153866"/>
                  <ns1:ext cx="130933" cy="92062"/>
                </ns1:xfrm>
                <ns1:custGeom>
                  <ns1:avLst/>
                  <ns1:gdLst>
                    <ns1:gd name="T0" fmla="*/ 10 w 60"/>
                    <ns1:gd name="T1" fmla="*/ 17 h 42"/>
                    <ns1:gd name="T2" fmla="*/ 15 w 60"/>
                    <ns1:gd name="T3" fmla="*/ 20 h 42"/>
                    <ns1:gd name="T4" fmla="*/ 11 w 60"/>
                    <ns1:gd name="T5" fmla="*/ 26 h 42"/>
                    <ns1:gd name="T6" fmla="*/ 11 w 60"/>
                    <ns1:gd name="T7" fmla="*/ 33 h 42"/>
                    <ns1:gd name="T8" fmla="*/ 19 w 60"/>
                    <ns1:gd name="T9" fmla="*/ 34 h 42"/>
                    <ns1:gd name="T10" fmla="*/ 25 w 60"/>
                    <ns1:gd name="T11" fmla="*/ 29 h 42"/>
                    <ns1:gd name="T12" fmla="*/ 56 w 60"/>
                    <ns1:gd name="T13" fmla="*/ 0 h 42"/>
                    <ns1:gd name="T14" fmla="*/ 60 w 60"/>
                    <ns1:gd name="T15" fmla="*/ 4 h 42"/>
                    <ns1:gd name="T16" fmla="*/ 36 w 60"/>
                    <ns1:gd name="T17" fmla="*/ 27 h 42"/>
                    <ns1:gd name="T18" fmla="*/ 23 w 60"/>
                    <ns1:gd name="T19" fmla="*/ 39 h 42"/>
                    <ns1:gd name="T20" fmla="*/ 14 w 60"/>
                    <ns1:gd name="T21" fmla="*/ 42 h 42"/>
                    <ns1:gd name="T22" fmla="*/ 4 w 60"/>
                    <ns1:gd name="T23" fmla="*/ 26 h 42"/>
                    <ns1:gd name="T24" fmla="*/ 10 w 60"/>
                    <ns1:gd name="T25" fmla="*/ 17 h 4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60" h="42">
                      <ns1:moveTo>
                        <ns1:pt x="10" y="17"/>
                      </ns1:moveTo>
                      <ns1:cubicBezTo>
                        <ns1:pt x="12" y="18"/>
                        <ns1:pt x="13" y="19"/>
                        <ns1:pt x="15" y="20"/>
                      </ns1:cubicBezTo>
                      <ns1:cubicBezTo>
                        <ns1:pt x="14" y="22"/>
                        <ns1:pt x="12" y="24"/>
                        <ns1:pt x="11" y="26"/>
                      </ns1:cubicBezTo>
                      <ns1:cubicBezTo>
                        <ns1:pt x="10" y="28"/>
                        <ns1:pt x="10" y="32"/>
                        <ns1:pt x="11" y="33"/>
                      </ns1:cubicBezTo>
                      <ns1:cubicBezTo>
                        <ns1:pt x="13" y="34"/>
                        <ns1:pt x="17" y="35"/>
                        <ns1:pt x="19" y="34"/>
                      </ns1:cubicBezTo>
                      <ns1:cubicBezTo>
                        <ns1:pt x="21" y="33"/>
                        <ns1:pt x="23" y="31"/>
                        <ns1:pt x="25" y="29"/>
                      </ns1:cubicBezTo>
                      <ns1:cubicBezTo>
                        <ns1:pt x="35" y="19"/>
                        <ns1:pt x="46" y="10"/>
                        <ns1:pt x="56" y="0"/>
                      </ns1:cubicBezTo>
                      <ns1:cubicBezTo>
                        <ns1:pt x="58" y="1"/>
                        <ns1:pt x="59" y="3"/>
                        <ns1:pt x="60" y="4"/>
                      </ns1:cubicBezTo>
                      <ns1:cubicBezTo>
                        <ns1:pt x="52" y="12"/>
                        <ns1:pt x="44" y="20"/>
                        <ns1:pt x="36" y="27"/>
                      </ns1:cubicBezTo>
                      <ns1:cubicBezTo>
                        <ns1:pt x="32" y="31"/>
                        <ns1:pt x="28" y="35"/>
                        <ns1:pt x="23" y="39"/>
                      </ns1:cubicBezTo>
                      <ns1:cubicBezTo>
                        <ns1:pt x="21" y="40"/>
                        <ns1:pt x="17" y="42"/>
                        <ns1:pt x="14" y="42"/>
                      </ns1:cubicBezTo>
                      <ns1:cubicBezTo>
                        <ns1:pt x="5" y="42"/>
                        <ns1:pt x="0" y="34"/>
                        <ns1:pt x="4" y="26"/>
                      </ns1:cubicBezTo>
                      <ns1:cubicBezTo>
                        <ns1:pt x="5" y="23"/>
                        <ns1:pt x="8" y="20"/>
                        <ns1:pt x="1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5" name="Freeform 30"/>
                <ns0:cNvSpPr/>
                <ns0:nvPr/>
              </ns0:nvSpPr>
              <ns0:spPr bwMode="auto">
                <ns1:xfrm>
                  <ns1:off x="1251270" y="3242437"/>
                  <ns1:ext cx="70583" cy="69558"/>
                </ns1:xfrm>
                <ns1:custGeom>
                  <ns1:avLst/>
                  <ns1:gdLst>
                    <ns1:gd name="T0" fmla="*/ 11 w 32"/>
                    <ns1:gd name="T1" fmla="*/ 24 h 32"/>
                    <ns1:gd name="T2" fmla="*/ 3 w 32"/>
                    <ns1:gd name="T3" fmla="*/ 17 h 32"/>
                    <ns1:gd name="T4" fmla="*/ 8 w 32"/>
                    <ns1:gd name="T5" fmla="*/ 5 h 32"/>
                    <ns1:gd name="T6" fmla="*/ 18 w 32"/>
                    <ns1:gd name="T7" fmla="*/ 2 h 32"/>
                    <ns1:gd name="T8" fmla="*/ 27 w 32"/>
                    <ns1:gd name="T9" fmla="*/ 3 h 32"/>
                    <ns1:gd name="T10" fmla="*/ 29 w 32"/>
                    <ns1:gd name="T11" fmla="*/ 14 h 32"/>
                    <ns1:gd name="T12" fmla="*/ 14 w 32"/>
                    <ns1:gd name="T13" fmla="*/ 32 h 32"/>
                    <ns1:gd name="T14" fmla="*/ 12 w 32"/>
                    <ns1:gd name="T15" fmla="*/ 31 h 32"/>
                    <ns1:gd name="T16" fmla="*/ 11 w 32"/>
                    <ns1:gd name="T17" fmla="*/ 24 h 3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32" h="32">
                      <ns1:moveTo>
                        <ns1:pt x="11" y="24"/>
                      </ns1:moveTo>
                      <ns1:cubicBezTo>
                        <ns1:pt x="8" y="21"/>
                        <ns1:pt x="5" y="19"/>
                        <ns1:pt x="3" y="17"/>
                      </ns1:cubicBezTo>
                      <ns1:cubicBezTo>
                        <ns1:pt x="0" y="11"/>
                        <ns1:pt x="2" y="7"/>
                        <ns1:pt x="8" y="5"/>
                      </ns1:cubicBezTo>
                      <ns1:cubicBezTo>
                        <ns1:pt x="11" y="4"/>
                        <ns1:pt x="15" y="3"/>
                        <ns1:pt x="18" y="2"/>
                      </ns1:cubicBezTo>
                      <ns1:cubicBezTo>
                        <ns1:pt x="22" y="0"/>
                        <ns1:pt x="24" y="0"/>
                        <ns1:pt x="27" y="3"/>
                      </ns1:cubicBezTo>
                      <ns1:cubicBezTo>
                        <ns1:pt x="30" y="6"/>
                        <ns1:pt x="32" y="10"/>
                        <ns1:pt x="29" y="14"/>
                      </ns1:cubicBezTo>
                      <ns1:cubicBezTo>
                        <ns1:pt x="25" y="20"/>
                        <ns1:pt x="19" y="26"/>
                        <ns1:pt x="14" y="32"/>
                      </ns1:cubicBezTo>
                      <ns1:cubicBezTo>
                        <ns1:pt x="13" y="32"/>
                        <ns1:pt x="12" y="32"/>
                        <ns1:pt x="12" y="31"/>
                      </ns1:cubicBezTo>
                      <ns1:cubicBezTo>
                        <ns1:pt x="12" y="28"/>
                        <ns1:pt x="11" y="26"/>
                        <ns1:pt x="11" y="2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6" name="Freeform 31"/>
                <ns0:cNvSpPr/>
                <ns0:nvPr/>
              </ns0:nvSpPr>
              <ns0:spPr bwMode="auto">
                <ns1:xfrm>
                  <ns1:off x="1117267" y="3334504"/>
                  <ns1:ext cx="83880" cy="120705"/>
                </ns1:xfrm>
                <ns1:custGeom>
                  <ns1:avLst/>
                  <ns1:gdLst>
                    <ns1:gd name="T0" fmla="*/ 8 w 38"/>
                    <ns1:gd name="T1" fmla="*/ 55 h 55"/>
                    <ns1:gd name="T2" fmla="*/ 3 w 38"/>
                    <ns1:gd name="T3" fmla="*/ 48 h 55"/>
                    <ns1:gd name="T4" fmla="*/ 4 w 38"/>
                    <ns1:gd name="T5" fmla="*/ 37 h 55"/>
                    <ns1:gd name="T6" fmla="*/ 36 w 38"/>
                    <ns1:gd name="T7" fmla="*/ 1 h 55"/>
                    <ns1:gd name="T8" fmla="*/ 38 w 38"/>
                    <ns1:gd name="T9" fmla="*/ 0 h 55"/>
                    <ns1:gd name="T10" fmla="*/ 8 w 38"/>
                    <ns1:gd name="T11" fmla="*/ 55 h 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38" h="55">
                      <ns1:moveTo>
                        <ns1:pt x="8" y="55"/>
                      </ns1:moveTo>
                      <ns1:cubicBezTo>
                        <ns1:pt x="6" y="53"/>
                        <ns1:pt x="4" y="51"/>
                        <ns1:pt x="3" y="48"/>
                      </ns1:cubicBezTo>
                      <ns1:cubicBezTo>
                        <ns1:pt x="1" y="44"/>
                        <ns1:pt x="0" y="40"/>
                        <ns1:pt x="4" y="37"/>
                      </ns1:cubicBezTo>
                      <ns1:cubicBezTo>
                        <ns1:pt x="18" y="28"/>
                        <ns1:pt x="27" y="15"/>
                        <ns1:pt x="36" y="1"/>
                      </ns1:cubicBezTo>
                      <ns1:cubicBezTo>
                        <ns1:pt x="36" y="1"/>
                        <ns1:pt x="37" y="0"/>
                        <ns1:pt x="38" y="0"/>
                      </ns1:cubicBezTo>
                      <ns1:cubicBezTo>
                        <ns1:pt x="33" y="20"/>
                        <ns1:pt x="21" y="37"/>
                        <ns1:pt x="8" y="5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7" name="Freeform 32"/>
                <ns0:cNvSpPr/>
                <ns0:nvPr/>
              </ns0:nvSpPr>
              <ns0:spPr bwMode="auto">
                <ns1:xfrm>
                  <ns1:off x="1487567" y="4101699"/>
                  <ns1:ext cx="61375" cy="104339"/>
                </ns1:xfrm>
                <ns1:custGeom>
                  <ns1:avLst/>
                  <ns1:gdLst>
                    <ns1:gd name="T0" fmla="*/ 28 w 28"/>
                    <ns1:gd name="T1" fmla="*/ 0 h 48"/>
                    <ns1:gd name="T2" fmla="*/ 23 w 28"/>
                    <ns1:gd name="T3" fmla="*/ 47 h 48"/>
                    <ns1:gd name="T4" fmla="*/ 18 w 28"/>
                    <ns1:gd name="T5" fmla="*/ 48 h 48"/>
                    <ns1:gd name="T6" fmla="*/ 22 w 28"/>
                    <ns1:gd name="T7" fmla="*/ 9 h 48"/>
                    <ns1:gd name="T8" fmla="*/ 3 w 28"/>
                    <ns1:gd name="T9" fmla="*/ 19 h 48"/>
                    <ns1:gd name="T10" fmla="*/ 9 w 28"/>
                    <ns1:gd name="T11" fmla="*/ 4 h 48"/>
                    <ns1:gd name="T12" fmla="*/ 28 w 28"/>
                    <ns1:gd name="T13" fmla="*/ 0 h 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48">
                      <ns1:moveTo>
                        <ns1:pt x="28" y="0"/>
                      </ns1:moveTo>
                      <ns1:cubicBezTo>
                        <ns1:pt x="27" y="16"/>
                        <ns1:pt x="25" y="31"/>
                        <ns1:pt x="23" y="47"/>
                      </ns1:cubicBezTo>
                      <ns1:cubicBezTo>
                        <ns1:pt x="22" y="47"/>
                        <ns1:pt x="20" y="48"/>
                        <ns1:pt x="18" y="48"/>
                      </ns1:cubicBezTo>
                      <ns1:cubicBezTo>
                        <ns1:pt x="19" y="35"/>
                        <ns1:pt x="20" y="22"/>
                        <ns1:pt x="22" y="9"/>
                      </ns1:cubicBezTo>
                      <ns1:cubicBezTo>
                        <ns1:pt x="14" y="10"/>
                        <ns1:pt x="6" y="10"/>
                        <ns1:pt x="3" y="19"/>
                      </ns1:cubicBezTo>
                      <ns1:cubicBezTo>
                        <ns1:pt x="0" y="11"/>
                        <ns1:pt x="3" y="5"/>
                        <ns1:pt x="9" y="4"/>
                      </ns1:cubicBezTo>
                      <ns1:cubicBezTo>
                        <ns1:pt x="15" y="3"/>
                        <ns1:pt x="21" y="1"/>
                        <ns1:pt x="2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8" name="Freeform 33"/>
                <ns0:cNvSpPr/>
                <ns0:nvPr/>
              </ns0:nvSpPr>
              <ns0:spPr bwMode="auto">
                <ns1:xfrm>
                  <ns1:off x="1130564" y="4090446"/>
                  <ns1:ext cx="76721" cy="94111"/>
                </ns1:xfrm>
                <ns1:custGeom>
                  <ns1:avLst/>
                  <ns1:gdLst>
                    <ns1:gd name="T0" fmla="*/ 0 w 35"/>
                    <ns1:gd name="T1" fmla="*/ 33 h 43"/>
                    <ns1:gd name="T2" fmla="*/ 3 w 35"/>
                    <ns1:gd name="T3" fmla="*/ 31 h 43"/>
                    <ns1:gd name="T4" fmla="*/ 10 w 35"/>
                    <ns1:gd name="T5" fmla="*/ 28 h 43"/>
                    <ns1:gd name="T6" fmla="*/ 24 w 35"/>
                    <ns1:gd name="T7" fmla="*/ 4 h 43"/>
                    <ns1:gd name="T8" fmla="*/ 19 w 35"/>
                    <ns1:gd name="T9" fmla="*/ 1 h 43"/>
                    <ns1:gd name="T10" fmla="*/ 20 w 35"/>
                    <ns1:gd name="T11" fmla="*/ 0 h 43"/>
                    <ns1:gd name="T12" fmla="*/ 35 w 35"/>
                    <ns1:gd name="T13" fmla="*/ 0 h 43"/>
                    <ns1:gd name="T14" fmla="*/ 29 w 35"/>
                    <ns1:gd name="T15" fmla="*/ 11 h 43"/>
                    <ns1:gd name="T16" fmla="*/ 17 w 35"/>
                    <ns1:gd name="T17" fmla="*/ 32 h 43"/>
                    <ns1:gd name="T18" fmla="*/ 17 w 35"/>
                    <ns1:gd name="T19" fmla="*/ 39 h 43"/>
                    <ns1:gd name="T20" fmla="*/ 17 w 35"/>
                    <ns1:gd name="T21" fmla="*/ 43 h 43"/>
                    <ns1:gd name="T22" fmla="*/ 0 w 35"/>
                    <ns1:gd name="T23" fmla="*/ 33 h 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35" h="43">
                      <ns1:moveTo>
                        <ns1:pt x="0" y="33"/>
                      </ns1:moveTo>
                      <ns1:cubicBezTo>
                        <ns1:pt x="2" y="32"/>
                        <ns1:pt x="3" y="31"/>
                        <ns1:pt x="3" y="31"/>
                      </ns1:cubicBezTo>
                      <ns1:cubicBezTo>
                        <ns1:pt x="7" y="34"/>
                        <ns1:pt x="9" y="31"/>
                        <ns1:pt x="10" y="28"/>
                      </ns1:cubicBezTo>
                      <ns1:cubicBezTo>
                        <ns1:pt x="15" y="20"/>
                        <ns1:pt x="20" y="12"/>
                        <ns1:pt x="24" y="4"/>
                      </ns1:cubicBezTo>
                      <ns1:cubicBezTo>
                        <ns1:pt x="22" y="2"/>
                        <ns1:pt x="21" y="2"/>
                        <ns1:pt x="19" y="1"/>
                      </ns1:cubicBezTo>
                      <ns1:cubicBezTo>
                        <ns1:pt x="19" y="0"/>
                        <ns1:pt x="20" y="0"/>
                        <ns1:pt x="20" y="0"/>
                      </ns1:cubicBezTo>
                      <ns1:cubicBezTo>
                        <ns1:pt x="24" y="0"/>
                        <ns1:pt x="29" y="0"/>
                        <ns1:pt x="35" y="0"/>
                      </ns1:cubicBezTo>
                      <ns1:cubicBezTo>
                        <ns1:pt x="33" y="4"/>
                        <ns1:pt x="31" y="7"/>
                        <ns1:pt x="29" y="11"/>
                      </ns1:cubicBezTo>
                      <ns1:cubicBezTo>
                        <ns1:pt x="25" y="18"/>
                        <ns1:pt x="21" y="25"/>
                        <ns1:pt x="17" y="32"/>
                      </ns1:cubicBezTo>
                      <ns1:cubicBezTo>
                        <ns1:pt x="15" y="34"/>
                        <ns1:pt x="13" y="37"/>
                        <ns1:pt x="17" y="39"/>
                      </ns1:cubicBezTo>
                      <ns1:cubicBezTo>
                        <ns1:pt x="18" y="39"/>
                        <ns1:pt x="17" y="41"/>
                        <ns1:pt x="17" y="43"/>
                      </ns1:cubicBezTo>
                      <ns1:cubicBezTo>
                        <ns1:pt x="11" y="39"/>
                        <ns1:pt x="6" y="37"/>
                        <ns1:pt x="0" y="3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49" name="Freeform 34"/>
                <ns0:cNvSpPr/>
                <ns0:nvPr/>
              </ns0:nvSpPr>
              <ns0:spPr bwMode="auto">
                <ns1:xfrm>
                  <ns1:off x="970988" y="4173301"/>
                  <ns1:ext cx="101270" cy="103315"/>
                </ns1:xfrm>
                <ns1:custGeom>
                  <ns1:avLst/>
                  <ns1:gdLst>
                    <ns1:gd name="T0" fmla="*/ 2 w 46"/>
                    <ns1:gd name="T1" fmla="*/ 47 h 47"/>
                    <ns1:gd name="T2" fmla="*/ 0 w 46"/>
                    <ns1:gd name="T3" fmla="*/ 43 h 47"/>
                    <ns1:gd name="T4" fmla="*/ 43 w 46"/>
                    <ns1:gd name="T5" fmla="*/ 0 h 47"/>
                    <ns1:gd name="T6" fmla="*/ 46 w 46"/>
                    <ns1:gd name="T7" fmla="*/ 3 h 47"/>
                    <ns1:gd name="T8" fmla="*/ 2 w 46"/>
                    <ns1:gd name="T9" fmla="*/ 47 h 4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6" h="47">
                      <ns1:moveTo>
                        <ns1:pt x="2" y="47"/>
                      </ns1:moveTo>
                      <ns1:cubicBezTo>
                        <ns1:pt x="2" y="46"/>
                        <ns1:pt x="1" y="44"/>
                        <ns1:pt x="0" y="43"/>
                      </ns1:cubicBezTo>
                      <ns1:cubicBezTo>
                        <ns1:pt x="14" y="29"/>
                        <ns1:pt x="28" y="15"/>
                        <ns1:pt x="43" y="0"/>
                      </ns1:cubicBezTo>
                      <ns1:cubicBezTo>
                        <ns1:pt x="44" y="1"/>
                        <ns1:pt x="45" y="2"/>
                        <ns1:pt x="46" y="3"/>
                      </ns1:cubicBezTo>
                      <ns1:cubicBezTo>
                        <ns1:pt x="32" y="18"/>
                        <ns1:pt x="17" y="32"/>
                        <ns1:pt x="2" y="4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0" name="Freeform 35"/>
                <ns0:cNvSpPr/>
                <ns0:nvPr/>
              </ns0:nvSpPr>
              <ns0:spPr bwMode="auto">
                <ns1:xfrm>
                  <ns1:off x="1783194" y="4048507"/>
                  <ns1:ext cx="128889" cy="72627"/>
                </ns1:xfrm>
                <ns1:custGeom>
                  <ns1:avLst/>
                  <ns1:gdLst>
                    <ns1:gd name="T0" fmla="*/ 59 w 59"/>
                    <ns1:gd name="T1" fmla="*/ 28 h 33"/>
                    <ns1:gd name="T2" fmla="*/ 56 w 59"/>
                    <ns1:gd name="T3" fmla="*/ 33 h 33"/>
                    <ns1:gd name="T4" fmla="*/ 0 w 59"/>
                    <ns1:gd name="T5" fmla="*/ 5 h 33"/>
                    <ns1:gd name="T6" fmla="*/ 3 w 59"/>
                    <ns1:gd name="T7" fmla="*/ 0 h 33"/>
                    <ns1:gd name="T8" fmla="*/ 59 w 59"/>
                    <ns1:gd name="T9" fmla="*/ 28 h 3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59" h="33">
                      <ns1:moveTo>
                        <ns1:pt x="59" y="28"/>
                      </ns1:moveTo>
                      <ns1:cubicBezTo>
                        <ns1:pt x="58" y="30"/>
                        <ns1:pt x="57" y="31"/>
                        <ns1:pt x="56" y="33"/>
                      </ns1:cubicBezTo>
                      <ns1:cubicBezTo>
                        <ns1:pt x="37" y="23"/>
                        <ns1:pt x="19" y="14"/>
                        <ns1:pt x="0" y="5"/>
                      </ns1:cubicBezTo>
                      <ns1:cubicBezTo>
                        <ns1:pt x="1" y="3"/>
                        <ns1:pt x="2" y="2"/>
                        <ns1:pt x="3" y="0"/>
                      </ns1:cubicBezTo>
                      <ns1:cubicBezTo>
                        <ns1:pt x="22" y="9"/>
                        <ns1:pt x="40" y="18"/>
                        <ns1:pt x="59" y="2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1" name="Freeform 36"/>
                <ns0:cNvSpPr/>
                <ns0:nvPr/>
              </ns0:nvSpPr>
              <ns0:spPr bwMode="auto">
                <ns1:xfrm>
                  <ns1:off x="1512116" y="4236725"/>
                  <ns1:ext cx="56261" cy="129913"/>
                </ns1:xfrm>
                <ns1:custGeom>
                  <ns1:avLst/>
                  <ns1:gdLst>
                    <ns1:gd name="T0" fmla="*/ 26 w 26"/>
                    <ns1:gd name="T1" fmla="*/ 58 h 59"/>
                    <ns1:gd name="T2" fmla="*/ 20 w 26"/>
                    <ns1:gd name="T3" fmla="*/ 59 h 59"/>
                    <ns1:gd name="T4" fmla="*/ 0 w 26"/>
                    <ns1:gd name="T5" fmla="*/ 2 h 59"/>
                    <ns1:gd name="T6" fmla="*/ 5 w 26"/>
                    <ns1:gd name="T7" fmla="*/ 0 h 59"/>
                    <ns1:gd name="T8" fmla="*/ 26 w 26"/>
                    <ns1:gd name="T9" fmla="*/ 58 h 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6" h="59">
                      <ns1:moveTo>
                        <ns1:pt x="26" y="58"/>
                      </ns1:moveTo>
                      <ns1:cubicBezTo>
                        <ns1:pt x="23" y="58"/>
                        <ns1:pt x="22" y="59"/>
                        <ns1:pt x="20" y="59"/>
                      </ns1:cubicBezTo>
                      <ns1:cubicBezTo>
                        <ns1:pt x="13" y="40"/>
                        <ns1:pt x="7" y="21"/>
                        <ns1:pt x="0" y="2"/>
                      </ns1:cubicBezTo>
                      <ns1:cubicBezTo>
                        <ns1:pt x="2" y="1"/>
                        <ns1:pt x="3" y="1"/>
                        <ns1:pt x="5" y="0"/>
                      </ns1:cubicBezTo>
                      <ns1:cubicBezTo>
                        <ns1:pt x="12" y="19"/>
                        <ns1:pt x="19" y="38"/>
                        <ns1:pt x="26" y="5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3" name="Freeform 37"/>
                <ns0:cNvSpPr/>
                <ns0:nvPr/>
              </ns0:nvSpPr>
              <ns0:spPr bwMode="auto">
                <ns1:xfrm>
                  <ns1:off x="1249225" y="3307906"/>
                  <ns1:ext cx="65469" cy="55237"/>
                </ns1:xfrm>
                <ns1:custGeom>
                  <ns1:avLst/>
                  <ns1:gdLst>
                    <ns1:gd name="T0" fmla="*/ 30 w 30"/>
                    <ns1:gd name="T1" fmla="*/ 1 h 25"/>
                    <ns1:gd name="T2" fmla="*/ 11 w 30"/>
                    <ns1:gd name="T3" fmla="*/ 25 h 25"/>
                    <ns1:gd name="T4" fmla="*/ 0 w 30"/>
                    <ns1:gd name="T5" fmla="*/ 10 h 25"/>
                    <ns1:gd name="T6" fmla="*/ 28 w 30"/>
                    <ns1:gd name="T7" fmla="*/ 0 h 25"/>
                    <ns1:gd name="T8" fmla="*/ 30 w 30"/>
                    <ns1:gd name="T9" fmla="*/ 1 h 2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30" h="25">
                      <ns1:moveTo>
                        <ns1:pt x="30" y="1"/>
                      </ns1:moveTo>
                      <ns1:cubicBezTo>
                        <ns1:pt x="27" y="12"/>
                        <ns1:pt x="19" y="17"/>
                        <ns1:pt x="11" y="25"/>
                      </ns1:cubicBezTo>
                      <ns1:cubicBezTo>
                        <ns1:pt x="7" y="20"/>
                        <ns1:pt x="3" y="15"/>
                        <ns1:pt x="0" y="10"/>
                      </ns1:cubicBezTo>
                      <ns1:cubicBezTo>
                        <ns1:pt x="10" y="6"/>
                        <ns1:pt x="19" y="3"/>
                        <ns1:pt x="28" y="0"/>
                      </ns1:cubicBezTo>
                      <ns1:cubicBezTo>
                        <ns1:pt x="29" y="0"/>
                        <ns1:pt x="29" y="1"/>
                        <ns1:pt x="3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4" name="Freeform 38"/>
                <ns0:cNvSpPr/>
                <ns0:nvPr/>
              </ns0:nvSpPr>
              <ns0:spPr bwMode="auto">
                <ns1:xfrm>
                  <ns1:off x="1625663" y="3399968"/>
                  <ns1:ext cx="32732" cy="57285"/>
                </ns1:xfrm>
                <ns1:custGeom>
                  <ns1:avLst/>
                  <ns1:gdLst>
                    <ns1:gd name="T0" fmla="*/ 1 w 15"/>
                    <ns1:gd name="T1" fmla="*/ 0 h 26"/>
                    <ns1:gd name="T2" fmla="*/ 15 w 15"/>
                    <ns1:gd name="T3" fmla="*/ 20 h 26"/>
                    <ns1:gd name="T4" fmla="*/ 8 w 15"/>
                    <ns1:gd name="T5" fmla="*/ 26 h 26"/>
                    <ns1:gd name="T6" fmla="*/ 0 w 15"/>
                    <ns1:gd name="T7" fmla="*/ 19 h 26"/>
                    <ns1:gd name="T8" fmla="*/ 0 w 15"/>
                    <ns1:gd name="T9" fmla="*/ 9 h 26"/>
                    <ns1:gd name="T10" fmla="*/ 1 w 15"/>
                    <ns1:gd name="T11" fmla="*/ 0 h 2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5" h="26">
                      <ns1:moveTo>
                        <ns1:pt x="1" y="0"/>
                      </ns1:moveTo>
                      <ns1:cubicBezTo>
                        <ns1:pt x="11" y="5"/>
                        <ns1:pt x="15" y="12"/>
                        <ns1:pt x="15" y="20"/>
                      </ns1:cubicBezTo>
                      <ns1:cubicBezTo>
                        <ns1:pt x="15" y="25"/>
                        <ns1:pt x="12" y="26"/>
                        <ns1:pt x="8" y="26"/>
                      </ns1:cubicBezTo>
                      <ns1:cubicBezTo>
                        <ns1:pt x="4" y="26"/>
                        <ns1:pt x="0" y="22"/>
                        <ns1:pt x="0" y="19"/>
                      </ns1:cubicBezTo>
                      <ns1:cubicBezTo>
                        <ns1:pt x="0" y="15"/>
                        <ns1:pt x="0" y="12"/>
                        <ns1:pt x="0" y="9"/>
                      </ns1:cubicBezTo>
                      <ns1:cubicBezTo>
                        <ns1:pt x="0" y="6"/>
                        <ns1:pt x="1" y="4"/>
                        <ns1:pt x="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5" name="Freeform 39"/>
                <ns0:cNvSpPr/>
                <ns0:nvPr/>
              </ns0:nvSpPr>
              <ns0:spPr bwMode="auto">
                <ns1:xfrm>
                  <ns1:off x="771517" y="3549316"/>
                  <ns1:ext cx="57286" cy="34781"/>
                </ns1:xfrm>
                <ns1:custGeom>
                  <ns1:avLst/>
                  <ns1:gdLst>
                    <ns1:gd name="T0" fmla="*/ 0 w 26"/>
                    <ns1:gd name="T1" fmla="*/ 2 h 16"/>
                    <ns1:gd name="T2" fmla="*/ 18 w 26"/>
                    <ns1:gd name="T3" fmla="*/ 0 h 16"/>
                    <ns1:gd name="T4" fmla="*/ 23 w 26"/>
                    <ns1:gd name="T5" fmla="*/ 12 h 16"/>
                    <ns1:gd name="T6" fmla="*/ 21 w 26"/>
                    <ns1:gd name="T7" fmla="*/ 16 h 16"/>
                    <ns1:gd name="T8" fmla="*/ 9 w 26"/>
                    <ns1:gd name="T9" fmla="*/ 13 h 16"/>
                    <ns1:gd name="T10" fmla="*/ 0 w 26"/>
                    <ns1:gd name="T11" fmla="*/ 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26" h="16">
                      <ns1:moveTo>
                        <ns1:pt x="0" y="2"/>
                      </ns1:moveTo>
                      <ns1:cubicBezTo>
                        <ns1:pt x="6" y="1"/>
                        <ns1:pt x="12" y="0"/>
                        <ns1:pt x="18" y="0"/>
                      </ns1:cubicBezTo>
                      <ns1:cubicBezTo>
                        <ns1:pt x="23" y="1"/>
                        <ns1:pt x="26" y="6"/>
                        <ns1:pt x="23" y="12"/>
                      </ns1:cubicBezTo>
                      <ns1:cubicBezTo>
                        <ns1:pt x="22" y="13"/>
                        <ns1:pt x="21" y="15"/>
                        <ns1:pt x="21" y="16"/>
                      </ns1:cubicBezTo>
                      <ns1:cubicBezTo>
                        <ns1:pt x="17" y="15"/>
                        <ns1:pt x="13" y="14"/>
                        <ns1:pt x="9" y="13"/>
                      </ns1:cubicBezTo>
                      <ns1:cubicBezTo>
                        <ns1:pt x="4" y="12"/>
                        <ns1:pt x="2" y="8"/>
                        <ns1:pt x="0" y="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6" name="Freeform 40"/>
                <ns0:cNvSpPr/>
                <ns0:nvPr/>
              </ns0:nvSpPr>
              <ns0:spPr bwMode="auto">
                <ns1:xfrm>
                  <ns1:off x="1187850" y="3202546"/>
                  <ns1:ext cx="36826" cy="50123"/>
                </ns1:xfrm>
                <ns1:custGeom>
                  <ns1:avLst/>
                  <ns1:gdLst>
                    <ns1:gd name="T0" fmla="*/ 1 w 17"/>
                    <ns1:gd name="T1" fmla="*/ 23 h 23"/>
                    <ns1:gd name="T2" fmla="*/ 0 w 17"/>
                    <ns1:gd name="T3" fmla="*/ 5 h 23"/>
                    <ns1:gd name="T4" fmla="*/ 3 w 17"/>
                    <ns1:gd name="T5" fmla="*/ 0 h 23"/>
                    <ns1:gd name="T6" fmla="*/ 7 w 17"/>
                    <ns1:gd name="T7" fmla="*/ 2 h 23"/>
                    <ns1:gd name="T8" fmla="*/ 15 w 17"/>
                    <ns1:gd name="T9" fmla="*/ 14 h 23"/>
                    <ns1:gd name="T10" fmla="*/ 8 w 17"/>
                    <ns1:gd name="T11" fmla="*/ 23 h 23"/>
                    <ns1:gd name="T12" fmla="*/ 1 w 17"/>
                    <ns1:gd name="T13" fmla="*/ 23 h 2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7" h="23">
                      <ns1:moveTo>
                        <ns1:pt x="1" y="23"/>
                      </ns1:moveTo>
                      <ns1:cubicBezTo>
                        <ns1:pt x="0" y="16"/>
                        <ns1:pt x="0" y="11"/>
                        <ns1:pt x="0" y="5"/>
                      </ns1:cubicBezTo>
                      <ns1:cubicBezTo>
                        <ns1:pt x="0" y="3"/>
                        <ns1:pt x="1" y="1"/>
                        <ns1:pt x="3" y="0"/>
                      </ns1:cubicBezTo>
                      <ns1:cubicBezTo>
                        <ns1:pt x="3" y="0"/>
                        <ns1:pt x="6" y="1"/>
                        <ns1:pt x="7" y="2"/>
                      </ns1:cubicBezTo>
                      <ns1:cubicBezTo>
                        <ns1:pt x="10" y="6"/>
                        <ns1:pt x="13" y="10"/>
                        <ns1:pt x="15" y="14"/>
                      </ns1:cubicBezTo>
                      <ns1:cubicBezTo>
                        <ns1:pt x="17" y="20"/>
                        <ns1:pt x="14" y="23"/>
                        <ns1:pt x="8" y="23"/>
                      </ns1:cubicBezTo>
                      <ns1:cubicBezTo>
                        <ns1:pt x="6" y="23"/>
                        <ns1:pt x="3" y="23"/>
                        <ns1:pt x="1" y="2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7" name="Freeform 41"/>
                <ns0:cNvSpPr/>
                <ns0:nvPr/>
              </ns0:nvSpPr>
              <ns0:spPr bwMode="auto">
                <ns1:xfrm>
                  <ns1:off x="824709" y="3603532"/>
                  <ns1:ext cx="46033" cy="32732"/>
                </ns1:xfrm>
                <ns1:custGeom>
                  <ns1:avLst/>
                  <ns1:gdLst>
                    <ns1:gd name="T0" fmla="*/ 15 w 21"/>
                    <ns1:gd name="T1" fmla="*/ 15 h 15"/>
                    <ns1:gd name="T2" fmla="*/ 2 w 21"/>
                    <ns1:gd name="T3" fmla="*/ 8 h 15"/>
                    <ns1:gd name="T4" fmla="*/ 0 w 21"/>
                    <ns1:gd name="T5" fmla="*/ 4 h 15"/>
                    <ns1:gd name="T6" fmla="*/ 4 w 21"/>
                    <ns1:gd name="T7" fmla="*/ 1 h 15"/>
                    <ns1:gd name="T8" fmla="*/ 11 w 21"/>
                    <ns1:gd name="T9" fmla="*/ 1 h 15"/>
                    <ns1:gd name="T10" fmla="*/ 20 w 21"/>
                    <ns1:gd name="T11" fmla="*/ 5 h 15"/>
                    <ns1:gd name="T12" fmla="*/ 15 w 21"/>
                    <ns1:gd name="T13" fmla="*/ 15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1" h="15">
                      <ns1:moveTo>
                        <ns1:pt x="15" y="15"/>
                      </ns1:moveTo>
                      <ns1:cubicBezTo>
                        <ns1:pt x="11" y="13"/>
                        <ns1:pt x="7" y="11"/>
                        <ns1:pt x="2" y="8"/>
                      </ns1:cubicBezTo>
                      <ns1:cubicBezTo>
                        <ns1:pt x="1" y="7"/>
                        <ns1:pt x="0" y="5"/>
                        <ns1:pt x="0" y="4"/>
                      </ns1:cubicBezTo>
                      <ns1:cubicBezTo>
                        <ns1:pt x="0" y="3"/>
                        <ns1:pt x="2" y="2"/>
                        <ns1:pt x="4" y="1"/>
                      </ns1:cubicBezTo>
                      <ns1:cubicBezTo>
                        <ns1:pt x="6" y="1"/>
                        <ns1:pt x="9" y="1"/>
                        <ns1:pt x="11" y="1"/>
                      </ns1:cubicBezTo>
                      <ns1:cubicBezTo>
                        <ns1:pt x="15" y="1"/>
                        <ns1:pt x="19" y="0"/>
                        <ns1:pt x="20" y="5"/>
                      </ns1:cubicBezTo>
                      <ns1:cubicBezTo>
                        <ns1:pt x="21" y="11"/>
                        <ns1:pt x="21" y="11"/>
                        <ns1:pt x="15" y="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8" name="Freeform 42"/>
                <ns0:cNvSpPr/>
                <ns0:nvPr/>
              </ns0:nvSpPr>
              <ns0:spPr bwMode="auto">
                <ns1:xfrm>
                  <ns1:off x="1168414" y="3281312"/>
                  <ns1:ext cx="28643" cy="43984"/>
                </ns1:xfrm>
                <ns1:custGeom>
                  <ns1:avLst/>
                  <ns1:gdLst>
                    <ns1:gd name="T0" fmla="*/ 1 w 13"/>
                    <ns1:gd name="T1" fmla="*/ 20 h 20"/>
                    <ns1:gd name="T2" fmla="*/ 0 w 13"/>
                    <ns1:gd name="T3" fmla="*/ 5 h 20"/>
                    <ns1:gd name="T4" fmla="*/ 3 w 13"/>
                    <ns1:gd name="T5" fmla="*/ 0 h 20"/>
                    <ns1:gd name="T6" fmla="*/ 7 w 13"/>
                    <ns1:gd name="T7" fmla="*/ 2 h 20"/>
                    <ns1:gd name="T8" fmla="*/ 9 w 13"/>
                    <ns1:gd name="T9" fmla="*/ 4 h 20"/>
                    <ns1:gd name="T10" fmla="*/ 12 w 13"/>
                    <ns1:gd name="T11" fmla="*/ 15 h 20"/>
                    <ns1:gd name="T12" fmla="*/ 1 w 13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3" h="20">
                      <ns1:moveTo>
                        <ns1:pt x="1" y="20"/>
                      </ns1:moveTo>
                      <ns1:cubicBezTo>
                        <ns1:pt x="0" y="14"/>
                        <ns1:pt x="0" y="10"/>
                        <ns1:pt x="0" y="5"/>
                      </ns1:cubicBezTo>
                      <ns1:cubicBezTo>
                        <ns1:pt x="0" y="3"/>
                        <ns1:pt x="2" y="2"/>
                        <ns1:pt x="3" y="0"/>
                      </ns1:cubicBezTo>
                      <ns1:cubicBezTo>
                        <ns1:pt x="4" y="1"/>
                        <ns1:pt x="6" y="1"/>
                        <ns1:pt x="7" y="2"/>
                      </ns1:cubicBezTo>
                      <ns1:cubicBezTo>
                        <ns1:pt x="8" y="3"/>
                        <ns1:pt x="8" y="4"/>
                        <ns1:pt x="9" y="4"/>
                      </ns1:cubicBezTo>
                      <ns1:cubicBezTo>
                        <ns1:pt x="10" y="8"/>
                        <ns1:pt x="13" y="12"/>
                        <ns1:pt x="12" y="15"/>
                      </ns1:cubicBezTo>
                      <ns1:cubicBezTo>
                        <ns1:pt x="10" y="17"/>
                        <ns1:pt x="5" y="18"/>
                        <ns1:pt x="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  <ns0:sp>
              <ns0:nvSpPr>
                <ns0:cNvPr id="159" name="Freeform 43"/>
                <ns0:cNvSpPr/>
                <ns0:nvPr/>
              </ns0:nvSpPr>
              <ns0:spPr bwMode="auto">
                <ns1:xfrm>
                  <ns1:off x="1792401" y="3520673"/>
                  <ns1:ext cx="32732" cy="32732"/>
                </ns1:xfrm>
                <ns1:custGeom>
                  <ns1:avLst/>
                  <ns1:gdLst>
                    <ns1:gd name="T0" fmla="*/ 15 w 15"/>
                    <ns1:gd name="T1" fmla="*/ 0 h 15"/>
                    <ns1:gd name="T2" fmla="*/ 7 w 15"/>
                    <ns1:gd name="T3" fmla="*/ 14 h 15"/>
                    <ns1:gd name="T4" fmla="*/ 1 w 15"/>
                    <ns1:gd name="T5" fmla="*/ 13 h 15"/>
                    <ns1:gd name="T6" fmla="*/ 1 w 15"/>
                    <ns1:gd name="T7" fmla="*/ 6 h 15"/>
                    <ns1:gd name="T8" fmla="*/ 15 w 15"/>
                    <ns1:gd name="T9" fmla="*/ 0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5">
                      <ns1:moveTo>
                        <ns1:pt x="15" y="0"/>
                      </ns1:moveTo>
                      <ns1:cubicBezTo>
                        <ns1:pt x="14" y="8"/>
                        <ns1:pt x="12" y="12"/>
                        <ns1:pt x="7" y="14"/>
                      </ns1:cubicBezTo>
                      <ns1:cubicBezTo>
                        <ns1:pt x="5" y="15"/>
                        <ns1:pt x="1" y="14"/>
                        <ns1:pt x="1" y="13"/>
                      </ns1:cubicBezTo>
                      <ns1:cubicBezTo>
                        <ns1:pt x="0" y="11"/>
                        <ns1:pt x="0" y="7"/>
                        <ns1:pt x="1" y="6"/>
                      </ns1:cubicBezTo>
                      <ns1:cubicBezTo>
                        <ns1:pt x="5" y="3"/>
                        <ns1:pt x="10" y="2"/>
                        <ns1:pt x="15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  <ns1:extLst>
                  <ns1:ext uri="{91240B29-F687-4F45-9708-019B960494DF}">
                    <ns3:hiddenLine w="9525">
                      <ns1:solidFill>
                        <ns1:srgbClr val="000000"/>
                      </ns1:solidFill>
                      <ns1:round/>
                    </ns3:hiddenLine>
                  </ns1:ext>
                </ns1:extLst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>
                    <ns1:solidFill>
                      <ns1:schemeClr val="tx2">
                        <ns1:lumMod val="75000"/>
                      </ns1:schemeClr>
                    </ns1:solidFill>
                  </ns1:endParaRPr>
                </ns1:p>
              </ns0:txBody>
            </ns0:sp>
          </ns0:grpSp>
          <ns0:grpSp>
            <ns0:nvGrpSpPr>
              <ns0:cNvPr id="70" name="组合 69"/>
              <ns0:cNvGrpSpPr>
                <ns1:grpSpLocks noChangeAspect="1"/>
              </ns0:cNvGrpSpPr>
              <ns0:nvPr/>
            </ns0:nvGrpSpPr>
            <ns0:grpSpPr>
              <ns1:xfrm>
                <ns1:off x="3894038" y="1897220"/>
                <ns1:ext cx="1106805" cy="1106396"/>
                <ns1:chOff x="3956050" y="1285875"/>
                <ns1:chExt cx="4287838" cy="4286250"/>
              </ns1:xfrm>
            </ns0:grpSpPr>
            <ns0:sp>
              <ns0:nvSpPr>
                <ns0:cNvPr id="71" name="Freeform 5"/>
                <ns0:cNvSpPr/>
                <ns0:nvPr/>
              </ns0:nvSpPr>
              <ns0:spPr bwMode="auto">
                <ns1:xfrm>
                  <ns1:off x="6008688" y="5572125"/>
                  <ns1:ext cx="174625" cy="0"/>
                </ns1:xfrm>
                <ns1:custGeom>
                  <ns1:avLst/>
                  <ns1:gdLst>
                    <ns1:gd name="T0" fmla="*/ 0 w 46"/>
                    <ns1:gd name="T1" fmla="*/ 0 w 46"/>
                    <ns1:gd name="T2" fmla="*/ 46 w 46"/>
                    <ns1:gd name="T3" fmla="*/ 46 w 46"/>
                    <ns1:gd name="T4" fmla="*/ 0 w 46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  <ns1:cxn ang="0">
                      <ns1:pos x="T4" y="0"/>
                    </ns1:cxn>
                  </ns1:cxnLst>
                  <ns1:rect l="0" t="0" r="r" b="b"/>
                  <ns1:pathLst>
                    <ns1:path w="46">
                      <ns1:moveTo>
                        <ns1:pt x="0" y="0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15" y="0"/>
                        <ns1:pt x="31" y="0"/>
                        <ns1:pt x="46" y="0"/>
                      </ns1:cubicBezTo>
                      <ns1:cubicBezTo>
                        <ns1:pt x="46" y="0"/>
                        <ns1:pt x="46" y="0"/>
                        <ns1:pt x="46" y="0"/>
                      </ns1:cubicBezTo>
                      <ns1:cubicBezTo>
                        <ns1:pt x="31" y="0"/>
                        <ns1:pt x="15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2" name="Freeform 6"/>
                <ns0:cNvSpPr/>
                <ns0:nvPr/>
              </ns0:nvSpPr>
              <ns0:spPr bwMode="auto">
                <ns1:xfrm>
                  <ns1:off x="3956050" y="3354388"/>
                  <ns1:ext cx="0" cy="157163"/>
                </ns1:xfrm>
                <ns1:custGeom>
                  <ns1:avLst/>
                  <ns1:gdLst>
                    <ns1:gd name="T0" fmla="*/ 42 h 42"/>
                    <ns1:gd name="T1" fmla="*/ 42 h 42"/>
                    <ns1:gd name="T2" fmla="*/ 42 h 42"/>
                    <ns1:gd name="T3" fmla="*/ 0 h 42"/>
                    <ns1:gd name="T4" fmla="*/ 0 h 42"/>
                    <ns1:gd name="T5" fmla="*/ 42 h 42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  <ns1:cxn ang="0">
                      <ns1:pos x="0" y="T5"/>
                    </ns1:cxn>
                  </ns1:cxnLst>
                  <ns1:rect l="0" t="0" r="r" b="b"/>
                  <ns1:pathLst>
                    <ns1:path h="42">
                      <ns1:moveTo>
                        <ns1:pt x="0" y="42"/>
                      </ns1:move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42"/>
                        <ns1:pt x="0" y="42"/>
                        <ns1:pt x="0" y="42"/>
                      </ns1:cubicBezTo>
                      <ns1:cubicBezTo>
                        <ns1:pt x="0" y="28"/>
                        <ns1:pt x="0" y="14"/>
                        <ns1:pt x="0" y="0"/>
                      </ns1:cubicBez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14"/>
                        <ns1:pt x="0" y="28"/>
                        <ns1:pt x="0" y="4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3" name="Freeform 7"/>
                <ns0:cNvSpPr>
                  <ns1:spLocks noEditPoints="1"/>
                </ns0:cNvSpPr>
                <ns0:nvPr/>
              </ns0:nvSpPr>
              <ns0:spPr bwMode="auto">
                <ns1:xfrm>
                  <ns1:off x="3956050" y="1285875"/>
                  <ns1:ext cx="4287838" cy="4286250"/>
                </ns1:xfrm>
                <ns1:custGeom>
                  <ns1:avLst/>
                  <ns1:gdLst>
                    <ns1:gd name="T0" fmla="*/ 534 w 1136"/>
                    <ns1:gd name="T1" fmla="*/ 56 h 1136"/>
                    <ns1:gd name="T2" fmla="*/ 696 w 1136"/>
                    <ns1:gd name="T3" fmla="*/ 72 h 1136"/>
                    <ns1:gd name="T4" fmla="*/ 195 w 1136"/>
                    <ns1:gd name="T5" fmla="*/ 868 h 1136"/>
                    <ns1:gd name="T6" fmla="*/ 651 w 1136"/>
                    <ns1:gd name="T7" fmla="*/ 1049 h 1136"/>
                    <ns1:gd name="T8" fmla="*/ 461 w 1136"/>
                    <ns1:gd name="T9" fmla="*/ 58 h 1136"/>
                    <ns1:gd name="T10" fmla="*/ 479 w 1136"/>
                    <ns1:gd name="T11" fmla="*/ 103 h 1136"/>
                    <ns1:gd name="T12" fmla="*/ 910 w 1136"/>
                    <ns1:gd name="T13" fmla="*/ 228 h 1136"/>
                    <ns1:gd name="T14" fmla="*/ 862 w 1136"/>
                    <ns1:gd name="T15" fmla="*/ 218 h 1136"/>
                    <ns1:gd name="T16" fmla="*/ 240 w 1136"/>
                    <ns1:gd name="T17" fmla="*/ 182 h 1136"/>
                    <ns1:gd name="T18" fmla="*/ 211 w 1136"/>
                    <ns1:gd name="T19" fmla="*/ 203 h 1136"/>
                    <ns1:gd name="T20" fmla="*/ 995 w 1136"/>
                    <ns1:gd name="T21" fmla="*/ 570 h 1136"/>
                    <ns1:gd name="T22" fmla="*/ 669 w 1136"/>
                    <ns1:gd name="T23" fmla="*/ 123 h 1136"/>
                    <ns1:gd name="T24" fmla="*/ 693 w 1136"/>
                    <ns1:gd name="T25" fmla="*/ 104 h 1136"/>
                    <ns1:gd name="T26" fmla="*/ 759 w 1136"/>
                    <ns1:gd name="T27" fmla="*/ 84 h 1136"/>
                    <ns1:gd name="T28" fmla="*/ 389 w 1136"/>
                    <ns1:gd name="T29" fmla="*/ 103 h 1136"/>
                    <ns1:gd name="T30" fmla="*/ 581 w 1136"/>
                    <ns1:gd name="T31" fmla="*/ 78 h 1136"/>
                    <ns1:gd name="T32" fmla="*/ 591 w 1136"/>
                    <ns1:gd name="T33" fmla="*/ 82 h 1136"/>
                    <ns1:gd name="T34" fmla="*/ 505 w 1136"/>
                    <ns1:gd name="T35" fmla="*/ 84 h 1136"/>
                    <ns1:gd name="T36" fmla="*/ 334 w 1136"/>
                    <ns1:gd name="T37" fmla="*/ 168 h 1136"/>
                    <ns1:gd name="T38" fmla="*/ 819 w 1136"/>
                    <ns1:gd name="T39" fmla="*/ 177 h 1136"/>
                    <ns1:gd name="T40" fmla="*/ 842 w 1136"/>
                    <ns1:gd name="T41" fmla="*/ 140 h 1136"/>
                    <ns1:gd name="T42" fmla="*/ 1033 w 1136"/>
                    <ns1:gd name="T43" fmla="*/ 671 h 1136"/>
                    <ns1:gd name="T44" fmla="*/ 400 w 1136"/>
                    <ns1:gd name="T45" fmla="*/ 1048 h 1136"/>
                    <ns1:gd name="T46" fmla="*/ 988 w 1136"/>
                    <ns1:gd name="T47" fmla="*/ 793 h 1136"/>
                    <ns1:gd name="T48" fmla="*/ 551 w 1136"/>
                    <ns1:gd name="T49" fmla="*/ 85 h 1136"/>
                    <ns1:gd name="T50" fmla="*/ 1032 w 1136"/>
                    <ns1:gd name="T51" fmla="*/ 760 h 1136"/>
                    <ns1:gd name="T52" fmla="*/ 1049 w 1136"/>
                    <ns1:gd name="T53" fmla="*/ 524 h 1136"/>
                    <ns1:gd name="T54" fmla="*/ 139 w 1136"/>
                    <ns1:gd name="T55" fmla="*/ 779 h 1136"/>
                    <ns1:gd name="T56" fmla="*/ 146 w 1136"/>
                    <ns1:gd name="T57" fmla="*/ 815 h 1136"/>
                    <ns1:gd name="T58" fmla="*/ 71 w 1136"/>
                    <ns1:gd name="T59" fmla="*/ 676 h 1136"/>
                    <ns1:gd name="T60" fmla="*/ 98 w 1136"/>
                    <ns1:gd name="T61" fmla="*/ 484 h 1136"/>
                    <ns1:gd name="T62" fmla="*/ 70 w 1136"/>
                    <ns1:gd name="T63" fmla="*/ 517 h 1136"/>
                    <ns1:gd name="T64" fmla="*/ 1053 w 1136"/>
                    <ns1:gd name="T65" fmla="*/ 518 h 1136"/>
                    <ns1:gd name="T66" fmla="*/ 300 w 1136"/>
                    <ns1:gd name="T67" fmla="*/ 1013 h 1136"/>
                    <ns1:gd name="T68" fmla="*/ 297 w 1136"/>
                    <ns1:gd name="T69" fmla="*/ 996 h 1136"/>
                    <ns1:gd name="T70" fmla="*/ 105 w 1136"/>
                    <ns1:gd name="T71" fmla="*/ 429 h 1136"/>
                    <ns1:gd name="T72" fmla="*/ 515 w 1136"/>
                    <ns1:gd name="T73" fmla="*/ 1058 h 1136"/>
                    <ns1:gd name="T74" fmla="*/ 826 w 1136"/>
                    <ns1:gd name="T75" fmla="*/ 981 h 1136"/>
                    <ns1:gd name="T76" fmla="*/ 1052 w 1136"/>
                    <ns1:gd name="T77" fmla="*/ 707 h 1136"/>
                    <ns1:gd name="T78" fmla="*/ 228 w 1136"/>
                    <ns1:gd name="T79" fmla="*/ 905 h 1136"/>
                    <ns1:gd name="T80" fmla="*/ 739 w 1136"/>
                    <ns1:gd name="T81" fmla="*/ 1019 h 1136"/>
                    <ns1:gd name="T82" fmla="*/ 606 w 1136"/>
                    <ns1:gd name="T83" fmla="*/ 47 h 1136"/>
                    <ns1:gd name="T84" fmla="*/ 88 w 1136"/>
                    <ns1:gd name="T85" fmla="*/ 742 h 1136"/>
                    <ns1:gd name="T86" fmla="*/ 1002 w 1136"/>
                    <ns1:gd name="T87" fmla="*/ 833 h 1136"/>
                    <ns1:gd name="T88" fmla="*/ 461 w 1136"/>
                    <ns1:gd name="T89" fmla="*/ 1075 h 1136"/>
                    <ns1:gd name="T90" fmla="*/ 98 w 1136"/>
                    <ns1:gd name="T91" fmla="*/ 772 h 1136"/>
                    <ns1:gd name="T92" fmla="*/ 959 w 1136"/>
                    <ns1:gd name="T93" fmla="*/ 907 h 1136"/>
                    <ns1:gd name="T94" fmla="*/ 923 w 1136"/>
                    <ns1:gd name="T95" fmla="*/ 935 h 1136"/>
                    <ns1:gd name="T96" fmla="*/ 1066 w 1136"/>
                    <ns1:gd name="T97" fmla="*/ 575 h 1136"/>
                    <ns1:gd name="T98" fmla="*/ 823 w 1136"/>
                    <ns1:gd name="T99" fmla="*/ 1003 h 1136"/>
                    <ns1:gd name="T100" fmla="*/ 284 w 1136"/>
                    <ns1:gd name="T101" fmla="*/ 991 h 1136"/>
                    <ns1:gd name="T102" fmla="*/ 1041 w 1136"/>
                    <ns1:gd name="T103" fmla="*/ 621 h 1136"/>
                    <ns1:gd name="T104" fmla="*/ 103 w 1136"/>
                    <ns1:gd name="T105" fmla="*/ 677 h 1136"/>
                    <ns1:gd name="T106" fmla="*/ 555 w 1136"/>
                    <ns1:gd name="T107" fmla="*/ 1086 h 1136"/>
                    <ns1:gd name="T108" fmla="*/ 751 w 1136"/>
                    <ns1:gd name="T109" fmla="*/ 1016 h 1136"/>
                    <ns1:gd name="T110" fmla="*/ 984 w 1136"/>
                    <ns1:gd name="T111" fmla="*/ 876 h 1136"/>
                    <ns1:gd name="T112" fmla="*/ 1075 w 1136"/>
                    <ns1:gd name="T113" fmla="*/ 470 h 1136"/>
                    <ns1:gd name="T114" fmla="*/ 786 w 1136"/>
                    <ns1:gd name="T115" fmla="*/ 992 h 1136"/>
                    <ns1:gd name="T116" fmla="*/ 274 w 1136"/>
                    <ns1:gd name="T117" fmla="*/ 174 h 1136"/>
                    <ns1:gd name="T118" fmla="*/ 428 w 1136"/>
                    <ns1:gd name="T119" fmla="*/ 64 h 1136"/>
                    <ns1:gd name="T120" fmla="*/ 676 w 1136"/>
                    <ns1:gd name="T121" fmla="*/ 105 h 11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</ns1:cxnLst>
                  <ns1:rect l="0" t="0" r="r" b="b"/>
                  <ns1:pathLst>
                    <ns1:path w="1136" h="1136">
                      <ns1:moveTo>
                        <ns1:pt x="0" y="590"/>
                      </ns1:moveTo>
                      <ns1:cubicBezTo>
                        <ns1:pt x="0" y="576"/>
                        <ns1:pt x="0" y="562"/>
                        <ns1:pt x="0" y="548"/>
                      </ns1:cubicBezTo>
                      <ns1:cubicBezTo>
                        <ns1:pt x="2" y="507"/>
                        <ns1:pt x="8" y="467"/>
                        <ns1:pt x="18" y="428"/>
                      </ns1:cubicBezTo>
                      <ns1:cubicBezTo>
                        <ns1:pt x="68" y="231"/>
                        <ns1:pt x="225" y="72"/>
                        <ns1:pt x="422" y="21"/>
                      </ns1:cubicBezTo>
                      <ns1:cubicBezTo>
                        <ns1:pt x="479" y="6"/>
                        <ns1:pt x="537" y="0"/>
                        <ns1:pt x="596" y="3"/>
                      </ns1:cubicBezTo>
                      <ns1:cubicBezTo>
                        <ns1:pt x="735" y="11"/>
                        <ns1:pt x="857" y="63"/>
                        <ns1:pt x="958" y="159"/>
                      </ns1:cubicBezTo>
                      <ns1:cubicBezTo>
                        <ns1:pt x="1044" y="241"/>
                        <ns1:pt x="1098" y="340"/>
                        <ns1:pt x="1122" y="456"/>
                      </ns1:cubicBezTo>
                      <ns1:cubicBezTo>
                        <ns1:pt x="1133" y="508"/>
                        <ns1:pt x="1136" y="561"/>
                        <ns1:pt x="1132" y="614"/>
                      </ns1:cubicBezTo>
                      <ns1:cubicBezTo>
                        <ns1:pt x="1114" y="856"/>
                        <ns1:pt x="940" y="1060"/>
                        <ns1:pt x="704" y="1119"/>
                      </ns1:cubicBezTo>
                      <ns1:cubicBezTo>
                        <ns1:pt x="667" y="1129"/>
                        <ns1:pt x="629" y="1134"/>
                        <ns1:pt x="590" y="1136"/>
                      </ns1:cubicBezTo>
                      <ns1:cubicBezTo>
                        <ns1:pt x="575" y="1136"/>
                        <ns1:pt x="559" y="1136"/>
                        <ns1:pt x="544" y="1136"/>
                      </ns1:cubicBezTo>
                      <ns1:cubicBezTo>
                        <ns1:pt x="503" y="1134"/>
                        <ns1:pt x="462" y="1128"/>
                        <ns1:pt x="422" y="1117"/>
                      </ns1:cubicBezTo>
                      <ns1:cubicBezTo>
                        <ns1:pt x="309" y="1087"/>
                        <ns1:pt x="214" y="1027"/>
                        <ns1:pt x="137" y="939"/>
                      </ns1:cubicBezTo>
                      <ns1:cubicBezTo>
                        <ns1:pt x="75" y="867"/>
                        <ns1:pt x="34" y="785"/>
                        <ns1:pt x="13" y="692"/>
                      </ns1:cubicBezTo>
                      <ns1:cubicBezTo>
                        <ns1:pt x="6" y="659"/>
                        <ns1:pt x="2" y="625"/>
                        <ns1:pt x="0" y="590"/>
                      </ns1:cubicBezTo>
                      <ns1:close/>
                      <ns1:moveTo>
                        <ns1:pt x="534" y="56"/>
                      </ns1:moveTo>
                      <ns1:cubicBezTo>
                        <ns1:pt x="530" y="56"/>
                        <ns1:pt x="527" y="57"/>
                        <ns1:pt x="523" y="57"/>
                      </ns1:cubicBezTo>
                      <ns1:cubicBezTo>
                        <ns1:pt x="523" y="60"/>
                        <ns1:pt x="523" y="62"/>
                        <ns1:pt x="523" y="64"/>
                      </ns1:cubicBezTo>
                      <ns1:cubicBezTo>
                        <ns1:pt x="535" y="63"/>
                        <ns1:pt x="546" y="63"/>
                        <ns1:pt x="557" y="62"/>
                      </ns1:cubicBezTo>
                      <ns1:cubicBezTo>
                        <ns1:pt x="557" y="59"/>
                        <ns1:pt x="556" y="57"/>
                        <ns1:pt x="556" y="54"/>
                      </ns1:cubicBezTo>
                      <ns1:cubicBezTo>
                        <ns1:pt x="549" y="55"/>
                        <ns1:pt x="543" y="55"/>
                        <ns1:pt x="537" y="56"/>
                      </ns1:cubicBezTo>
                      <ns1:cubicBezTo>
                        <ns1:pt x="539" y="55"/>
                        <ns1:pt x="541" y="54"/>
                        <ns1:pt x="544" y="53"/>
                      </ns1:cubicBezTo>
                      <ns1:cubicBezTo>
                        <ns1:pt x="543" y="50"/>
                        <ns1:pt x="542" y="47"/>
                        <ns1:pt x="541" y="44"/>
                      </ns1:cubicBezTo>
                      <ns1:cubicBezTo>
                        <ns1:pt x="538" y="45"/>
                        <ns1:pt x="535" y="45"/>
                        <ns1:pt x="532" y="46"/>
                      </ns1:cubicBezTo>
                      <ns1:cubicBezTo>
                        <ns1:pt x="532" y="48"/>
                        <ns1:pt x="533" y="50"/>
                        <ns1:pt x="533" y="51"/>
                      </ns1:cubicBezTo>
                      <ns1:cubicBezTo>
                        <ns1:pt x="534" y="53"/>
                        <ns1:pt x="534" y="55"/>
                        <ns1:pt x="534" y="56"/>
                      </ns1:cubicBezTo>
                      <ns1:close/>
                      <ns1:moveTo>
                        <ns1:pt x="713" y="76"/>
                      </ns1:moveTo>
                      <ns1:cubicBezTo>
                        <ns1:pt x="715" y="75"/>
                        <ns1:pt x="716" y="75"/>
                        <ns1:pt x="718" y="75"/>
                      </ns1:cubicBezTo>
                      <ns1:cubicBezTo>
                        <ns1:pt x="718" y="72"/>
                        <ns1:pt x="718" y="69"/>
                        <ns1:pt x="719" y="65"/>
                      </ns1:cubicBezTo>
                      <ns1:cubicBezTo>
                        <ns1:pt x="715" y="65"/>
                        <ns1:pt x="712" y="65"/>
                        <ns1:pt x="709" y="64"/>
                      </ns1:cubicBezTo>
                      <ns1:cubicBezTo>
                        <ns1:pt x="708" y="68"/>
                        <ns1:pt x="708" y="71"/>
                        <ns1:pt x="708" y="75"/>
                      </ns1:cubicBezTo>
                      <ns1:cubicBezTo>
                        <ns1:pt x="704" y="74"/>
                        <ns1:pt x="700" y="73"/>
                        <ns1:pt x="696" y="72"/>
                      </ns1:cubicBezTo>
                      <ns1:cubicBezTo>
                        <ns1:pt x="696" y="74"/>
                        <ns1:pt x="695" y="77"/>
                        <ns1:pt x="695" y="79"/>
                      </ns1:cubicBezTo>
                      <ns1:cubicBezTo>
                        <ns1:pt x="705" y="82"/>
                        <ns1:pt x="716" y="85"/>
                        <ns1:pt x="727" y="88"/>
                      </ns1:cubicBezTo>
                      <ns1:cubicBezTo>
                        <ns1:pt x="728" y="85"/>
                        <ns1:pt x="728" y="83"/>
                        <ns1:pt x="729" y="81"/>
                      </ns1:cubicBezTo>
                      <ns1:cubicBezTo>
                        <ns1:pt x="723" y="79"/>
                        <ns1:pt x="718" y="77"/>
                        <ns1:pt x="713" y="76"/>
                      </ns1:cubicBezTo>
                      <ns1:close/>
                      <ns1:moveTo>
                        <ns1:pt x="168" y="879"/>
                      </ns1:moveTo>
                      <ns1:cubicBezTo>
                        <ns1:pt x="168" y="879"/>
                        <ns1:pt x="168" y="878"/>
                        <ns1:pt x="167" y="878"/>
                      </ns1:cubicBezTo>
                      <ns1:cubicBezTo>
                        <ns1:pt x="172" y="870"/>
                        <ns1:pt x="176" y="862"/>
                        <ns1:pt x="181" y="854"/>
                      </ns1:cubicBezTo>
                      <ns1:cubicBezTo>
                        <ns1:pt x="182" y="851"/>
                        <ns1:pt x="182" y="850"/>
                        <ns1:pt x="180" y="848"/>
                      </ns1:cubicBezTo>
                      <ns1:cubicBezTo>
                        <ns1:pt x="179" y="846"/>
                        <ns1:pt x="177" y="844"/>
                        <ns1:pt x="175" y="841"/>
                      </ns1:cubicBezTo>
                      <ns1:cubicBezTo>
                        <ns1:pt x="164" y="850"/>
                        <ns1:pt x="154" y="858"/>
                        <ns1:pt x="143" y="866"/>
                      </ns1:cubicBezTo>
                      <ns1:cubicBezTo>
                        <ns1:pt x="144" y="868"/>
                        <ns1:pt x="146" y="870"/>
                        <ns1:pt x="147" y="872"/>
                      </ns1:cubicBezTo>
                      <ns1:cubicBezTo>
                        <ns1:pt x="156" y="865"/>
                        <ns1:pt x="164" y="859"/>
                        <ns1:pt x="172" y="854"/>
                      </ns1:cubicBezTo>
                      <ns1:cubicBezTo>
                        <ns1:pt x="172" y="854"/>
                        <ns1:pt x="172" y="854"/>
                        <ns1:pt x="172" y="854"/>
                      </ns1:cubicBezTo>
                      <ns1:cubicBezTo>
                        <ns1:pt x="167" y="864"/>
                        <ns1:pt x="162" y="874"/>
                        <ns1:pt x="156" y="884"/>
                      </ns1:cubicBezTo>
                      <ns1:cubicBezTo>
                        <ns1:pt x="158" y="886"/>
                        <ns1:pt x="160" y="889"/>
                        <ns1:pt x="163" y="893"/>
                      </ns1:cubicBezTo>
                      <ns1:cubicBezTo>
                        <ns1:pt x="174" y="884"/>
                        <ns1:pt x="184" y="876"/>
                        <ns1:pt x="195" y="868"/>
                      </ns1:cubicBezTo>
                      <ns1:cubicBezTo>
                        <ns1:pt x="194" y="866"/>
                        <ns1:pt x="193" y="864"/>
                        <ns1:pt x="191" y="862"/>
                      </ns1:cubicBezTo>
                      <ns1:cubicBezTo>
                        <ns1:pt x="183" y="868"/>
                        <ns1:pt x="176" y="873"/>
                        <ns1:pt x="168" y="879"/>
                      </ns1:cubicBezTo>
                      <ns1:close/>
                      <ns1:moveTo>
                        <ns1:pt x="652" y="1048"/>
                      </ns1:moveTo>
                      <ns1:cubicBezTo>
                        <ns1:pt x="657" y="1056"/>
                        <ns1:pt x="663" y="1065"/>
                        <ns1:pt x="669" y="1073"/>
                      </ns1:cubicBezTo>
                      <ns1:cubicBezTo>
                        <ns1:pt x="670" y="1074"/>
                        <ns1:pt x="671" y="1076"/>
                        <ns1:pt x="672" y="1076"/>
                      </ns1:cubicBezTo>
                      <ns1:cubicBezTo>
                        <ns1:pt x="676" y="1075"/>
                        <ns1:pt x="679" y="1074"/>
                        <ns1:pt x="682" y="1074"/>
                      </ns1:cubicBezTo>
                      <ns1:cubicBezTo>
                        <ns1:pt x="679" y="1060"/>
                        <ns1:pt x="677" y="1047"/>
                        <ns1:pt x="674" y="1034"/>
                      </ns1:cubicBezTo>
                      <ns1:cubicBezTo>
                        <ns1:pt x="672" y="1034"/>
                        <ns1:pt x="670" y="1035"/>
                        <ns1:pt x="667" y="1035"/>
                      </ns1:cubicBezTo>
                      <ns1:cubicBezTo>
                        <ns1:pt x="669" y="1045"/>
                        <ns1:pt x="671" y="1055"/>
                        <ns1:pt x="673" y="1065"/>
                      </ns1:cubicBezTo>
                      <ns1:cubicBezTo>
                        <ns1:pt x="672" y="1065"/>
                        <ns1:pt x="672" y="1065"/>
                        <ns1:pt x="671" y="1065"/>
                      </ns1:cubicBezTo>
                      <ns1:cubicBezTo>
                        <ns1:pt x="667" y="1058"/>
                        <ns1:pt x="663" y="1052"/>
                        <ns1:pt x="659" y="1046"/>
                      </ns1:cubicBezTo>
                      <ns1:cubicBezTo>
                        <ns1:pt x="653" y="1037"/>
                        <ns1:pt x="653" y="1037"/>
                        <ns1:pt x="643" y="1040"/>
                      </ns1:cubicBezTo>
                      <ns1:cubicBezTo>
                        <ns1:pt x="643" y="1040"/>
                        <ns1:pt x="642" y="1040"/>
                        <ns1:pt x="642" y="1040"/>
                      </ns1:cubicBezTo>
                      <ns1:cubicBezTo>
                        <ns1:pt x="644" y="1053"/>
                        <ns1:pt x="647" y="1067"/>
                        <ns1:pt x="649" y="1080"/>
                      </ns1:cubicBezTo>
                      <ns1:cubicBezTo>
                        <ns1:pt x="652" y="1080"/>
                        <ns1:pt x="654" y="1079"/>
                        <ns1:pt x="656" y="1079"/>
                      </ns1:cubicBezTo>
                      <ns1:cubicBezTo>
                        <ns1:pt x="655" y="1068"/>
                        <ns1:pt x="653" y="1058"/>
                        <ns1:pt x="651" y="1049"/>
                      </ns1:cubicBezTo>
                      <ns1:cubicBezTo>
                        <ns1:pt x="651" y="1048"/>
                        <ns1:pt x="651" y="1048"/>
                        <ns1:pt x="652" y="1048"/>
                      </ns1:cubicBezTo>
                      <ns1:close/>
                      <ns1:moveTo>
                        <ns1:pt x="427" y="79"/>
                      </ns1:moveTo>
                      <ns1:cubicBezTo>
                        <ns1:pt x="427" y="79"/>
                        <ns1:pt x="427" y="78"/>
                        <ns1:pt x="426" y="78"/>
                      </ns1:cubicBezTo>
                      <ns1:cubicBezTo>
                        <ns1:pt x="427" y="77"/>
                        <ns1:pt x="428" y="76"/>
                        <ns1:pt x="429" y="74"/>
                      </ns1:cubicBezTo>
                      <ns1:cubicBezTo>
                        <ns1:pt x="418" y="64"/>
                        <ns1:pt x="421" y="65"/>
                        <ns1:pt x="412" y="73"/>
                      </ns1:cubicBezTo>
                      <ns1:cubicBezTo>
                        <ns1:pt x="415" y="76"/>
                        <ns1:pt x="418" y="78"/>
                        <ns1:pt x="422" y="81"/>
                      </ns1:cubicBezTo>
                      <ns1:cubicBezTo>
                        <ns1:pt x="416" y="82"/>
                        <ns1:pt x="412" y="83"/>
                        <ns1:pt x="408" y="84"/>
                      </ns1:cubicBezTo>
                      <ns1:cubicBezTo>
                        <ns1:pt x="409" y="89"/>
                        <ns1:pt x="410" y="94"/>
                        <ns1:pt x="412" y="99"/>
                      </ns1:cubicBezTo>
                      <ns1:cubicBezTo>
                        <ns1:pt x="415" y="98"/>
                        <ns1:pt x="417" y="98"/>
                        <ns1:pt x="420" y="97"/>
                      </ns1:cubicBezTo>
                      <ns1:cubicBezTo>
                        <ns1:pt x="420" y="94"/>
                        <ns1:pt x="419" y="92"/>
                        <ns1:pt x="419" y="90"/>
                      </ns1:cubicBezTo>
                      <ns1:cubicBezTo>
                        <ns1:pt x="433" y="86"/>
                        <ns1:pt x="447" y="82"/>
                        <ns1:pt x="461" y="78"/>
                      </ns1:cubicBezTo>
                      <ns1:cubicBezTo>
                        <ns1:pt x="462" y="81"/>
                        <ns1:pt x="462" y="83"/>
                        <ns1:pt x="463" y="86"/>
                      </ns1:cubicBezTo>
                      <ns1:cubicBezTo>
                        <ns1:pt x="466" y="85"/>
                        <ns1:pt x="469" y="84"/>
                        <ns1:pt x="473" y="83"/>
                      </ns1:cubicBezTo>
                      <ns1:cubicBezTo>
                        <ns1:pt x="471" y="78"/>
                        <ns1:pt x="470" y="73"/>
                        <ns1:pt x="469" y="68"/>
                      </ns1:cubicBezTo>
                      <ns1:cubicBezTo>
                        <ns1:pt x="464" y="69"/>
                        <ns1:pt x="460" y="70"/>
                        <ns1:pt x="455" y="71"/>
                      </ns1:cubicBezTo>
                      <ns1:cubicBezTo>
                        <ns1:pt x="457" y="66"/>
                        <ns1:pt x="459" y="62"/>
                        <ns1:pt x="461" y="58"/>
                      </ns1:cubicBezTo>
                      <ns1:cubicBezTo>
                        <ns1:pt x="457" y="57"/>
                        <ns1:pt x="454" y="57"/>
                        <ns1:pt x="450" y="56"/>
                      </ns1:cubicBezTo>
                      <ns1:cubicBezTo>
                        <ns1:pt x="449" y="59"/>
                        <ns1:pt x="449" y="61"/>
                        <ns1:pt x="448" y="63"/>
                      </ns1:cubicBezTo>
                      <ns1:cubicBezTo>
                        <ns1:pt x="445" y="74"/>
                        <ns1:pt x="445" y="74"/>
                        <ns1:pt x="434" y="77"/>
                      </ns1:cubicBezTo>
                      <ns1:cubicBezTo>
                        <ns1:pt x="432" y="78"/>
                        <ns1:pt x="430" y="79"/>
                        <ns1:pt x="427" y="79"/>
                      </ns1:cubicBezTo>
                      <ns1:close/>
                      <ns1:moveTo>
                        <ns1:pt x="444" y="97"/>
                      </ns1:moveTo>
                      <ns1:cubicBezTo>
                        <ns1:pt x="444" y="97"/>
                        <ns1:pt x="444" y="97"/>
                        <ns1:pt x="444" y="97"/>
                      </ns1:cubicBezTo>
                      <ns1:cubicBezTo>
                        <ns1:pt x="443" y="99"/>
                        <ns1:pt x="442" y="102"/>
                        <ns1:pt x="440" y="104"/>
                      </ns1:cubicBezTo>
                      <ns1:cubicBezTo>
                        <ns1:pt x="432" y="107"/>
                        <ns1:pt x="423" y="109"/>
                        <ns1:pt x="414" y="111"/>
                      </ns1:cubicBezTo>
                      <ns1:cubicBezTo>
                        <ns1:pt x="415" y="114"/>
                        <ns1:pt x="416" y="116"/>
                        <ns1:pt x="416" y="119"/>
                      </ns1:cubicBezTo>
                      <ns1:cubicBezTo>
                        <ns1:pt x="426" y="117"/>
                        <ns1:pt x="435" y="114"/>
                        <ns1:pt x="443" y="112"/>
                      </ns1:cubicBezTo>
                      <ns1:cubicBezTo>
                        <ns1:pt x="447" y="119"/>
                        <ns1:pt x="440" y="119"/>
                        <ns1:pt x="438" y="122"/>
                      </ns1:cubicBezTo>
                      <ns1:cubicBezTo>
                        <ns1:pt x="439" y="124"/>
                        <ns1:pt x="441" y="127"/>
                        <ns1:pt x="443" y="130"/>
                      </ns1:cubicBezTo>
                      <ns1:cubicBezTo>
                        <ns1:pt x="446" y="128"/>
                        <ns1:pt x="449" y="127"/>
                        <ns1:pt x="453" y="126"/>
                      </ns1:cubicBezTo>
                      <ns1:cubicBezTo>
                        <ns1:pt x="456" y="125"/>
                        <ns1:pt x="458" y="122"/>
                        <ns1:pt x="456" y="118"/>
                      </ns1:cubicBezTo>
                      <ns1:cubicBezTo>
                        <ns1:pt x="455" y="116"/>
                        <ns1:pt x="454" y="113"/>
                        <ns1:pt x="453" y="109"/>
                      </ns1:cubicBezTo>
                      <ns1:cubicBezTo>
                        <ns1:pt x="462" y="107"/>
                        <ns1:pt x="470" y="105"/>
                        <ns1:pt x="479" y="103"/>
                      </ns1:cubicBezTo>
                      <ns1:cubicBezTo>
                        <ns1:pt x="478" y="100"/>
                        <ns1:pt x="477" y="97"/>
                        <ns1:pt x="476" y="95"/>
                      </ns1:cubicBezTo>
                      <ns1:cubicBezTo>
                        <ns1:pt x="468" y="97"/>
                        <ns1:pt x="460" y="99"/>
                        <ns1:pt x="452" y="101"/>
                      </ns1:cubicBezTo>
                      <ns1:cubicBezTo>
                        <ns1:pt x="455" y="95"/>
                        <ns1:pt x="458" y="90"/>
                        <ns1:pt x="461" y="85"/>
                      </ns1:cubicBezTo>
                      <ns1:cubicBezTo>
                        <ns1:pt x="461" y="85"/>
                        <ns1:pt x="460" y="84"/>
                        <ns1:pt x="460" y="84"/>
                      </ns1:cubicBezTo>
                      <ns1:cubicBezTo>
                        <ns1:pt x="447" y="87"/>
                        <ns1:pt x="435" y="90"/>
                        <ns1:pt x="422" y="94"/>
                      </ns1:cubicBezTo>
                      <ns1:cubicBezTo>
                        <ns1:pt x="423" y="97"/>
                        <ns1:pt x="423" y="99"/>
                        <ns1:pt x="424" y="101"/>
                      </ns1:cubicBezTo>
                      <ns1:cubicBezTo>
                        <ns1:pt x="431" y="100"/>
                        <ns1:pt x="437" y="98"/>
                        <ns1:pt x="444" y="97"/>
                      </ns1:cubicBezTo>
                      <ns1:close/>
                      <ns1:moveTo>
                        <ns1:pt x="879" y="213"/>
                      </ns1:moveTo>
                      <ns1:cubicBezTo>
                        <ns1:pt x="880" y="213"/>
                        <ns1:pt x="880" y="214"/>
                        <ns1:pt x="880" y="214"/>
                      </ns1:cubicBezTo>
                      <ns1:cubicBezTo>
                        <ns1:pt x="882" y="215"/>
                        <ns1:pt x="884" y="218"/>
                        <ns1:pt x="885" y="218"/>
                      </ns1:cubicBezTo>
                      <ns1:cubicBezTo>
                        <ns1:pt x="889" y="218"/>
                        <ns1:pt x="893" y="217"/>
                        <ns1:pt x="897" y="216"/>
                      </ns1:cubicBezTo>
                      <ns1:cubicBezTo>
                        <ns1:pt x="898" y="218"/>
                        <ns1:pt x="900" y="220"/>
                        <ns1:pt x="903" y="222"/>
                      </ns1:cubicBezTo>
                      <ns1:cubicBezTo>
                        <ns1:pt x="896" y="229"/>
                        <ns1:pt x="892" y="229"/>
                        <ns1:pt x="878" y="224"/>
                      </ns1:cubicBezTo>
                      <ns1:cubicBezTo>
                        <ns1:pt x="878" y="227"/>
                        <ns1:pt x="878" y="229"/>
                        <ns1:pt x="878" y="233"/>
                      </ns1:cubicBezTo>
                      <ns1:cubicBezTo>
                        <ns1:pt x="884" y="234"/>
                        <ns1:pt x="889" y="236"/>
                        <ns1:pt x="895" y="235"/>
                      </ns1:cubicBezTo>
                      <ns1:cubicBezTo>
                        <ns1:pt x="900" y="235"/>
                        <ns1:pt x="905" y="231"/>
                        <ns1:pt x="910" y="228"/>
                      </ns1:cubicBezTo>
                      <ns1:cubicBezTo>
                        <ns1:pt x="910" y="229"/>
                        <ns1:pt x="910" y="230"/>
                        <ns1:pt x="910" y="230"/>
                      </ns1:cubicBezTo>
                      <ns1:cubicBezTo>
                        <ns1:pt x="908" y="232"/>
                        <ns1:pt x="906" y="234"/>
                        <ns1:pt x="904" y="236"/>
                      </ns1:cubicBezTo>
                      <ns1:cubicBezTo>
                        <ns1:pt x="893" y="248"/>
                        <ns1:pt x="893" y="245"/>
                        <ns1:pt x="905" y="257"/>
                      </ns1:cubicBezTo>
                      <ns1:cubicBezTo>
                        <ns1:pt x="909" y="261"/>
                        <ns1:pt x="912" y="260"/>
                        <ns1:pt x="916" y="258"/>
                      </ns1:cubicBezTo>
                      <ns1:cubicBezTo>
                        <ns1:pt x="920" y="255"/>
                        <ns1:pt x="917" y="253"/>
                        <ns1:pt x="916" y="250"/>
                      </ns1:cubicBezTo>
                      <ns1:cubicBezTo>
                        <ns1:pt x="916" y="249"/>
                        <ns1:pt x="915" y="248"/>
                        <ns1:pt x="915" y="247"/>
                      </ns1:cubicBezTo>
                      <ns1:cubicBezTo>
                        <ns1:pt x="914" y="248"/>
                        <ns1:pt x="913" y="249"/>
                        <ns1:pt x="912" y="250"/>
                      </ns1:cubicBezTo>
                      <ns1:cubicBezTo>
                        <ns1:pt x="910" y="250"/>
                        <ns1:pt x="909" y="249"/>
                        <ns1:pt x="907" y="249"/>
                      </ns1:cubicBezTo>
                      <ns1:cubicBezTo>
                        <ns1:pt x="907" y="248"/>
                        <ns1:pt x="907" y="246"/>
                        <ns1:pt x="908" y="245"/>
                      </ns1:cubicBezTo>
                      <ns1:cubicBezTo>
                        <ns1:pt x="911" y="241"/>
                        <ns1:pt x="914" y="239"/>
                        <ns1:pt x="918" y="235"/>
                      </ns1:cubicBezTo>
                      <ns1:cubicBezTo>
                        <ns1:pt x="920" y="238"/>
                        <ns1:pt x="923" y="241"/>
                        <ns1:pt x="926" y="243"/>
                      </ns1:cubicBezTo>
                      <ns1:cubicBezTo>
                        <ns1:pt x="928" y="241"/>
                        <ns1:pt x="930" y="240"/>
                        <ns1:pt x="932" y="238"/>
                      </ns1:cubicBezTo>
                      <ns1:cubicBezTo>
                        <ns1:pt x="921" y="228"/>
                        <ns1:pt x="911" y="218"/>
                        <ns1:pt x="901" y="208"/>
                      </ns1:cubicBezTo>
                      <ns1:cubicBezTo>
                        <ns1:pt x="902" y="196"/>
                        <ns1:pt x="915" y="195"/>
                        <ns1:pt x="921" y="188"/>
                      </ns1:cubicBezTo>
                      <ns1:cubicBezTo>
                        <ns1:pt x="916" y="183"/>
                        <ns1:pt x="911" y="178"/>
                        <ns1:pt x="907" y="172"/>
                      </ns1:cubicBezTo>
                      <ns1:cubicBezTo>
                        <ns1:pt x="892" y="188"/>
                        <ns1:pt x="877" y="203"/>
                        <ns1:pt x="862" y="218"/>
                      </ns1:cubicBezTo>
                      <ns1:cubicBezTo>
                        <ns1:pt x="865" y="220"/>
                        <ns1:pt x="866" y="222"/>
                        <ns1:pt x="869" y="224"/>
                      </ns1:cubicBezTo>
                      <ns1:cubicBezTo>
                        <ns1:pt x="872" y="220"/>
                        <ns1:pt x="876" y="217"/>
                        <ns1:pt x="879" y="213"/>
                      </ns1:cubicBezTo>
                      <ns1:close/>
                      <ns1:moveTo>
                        <ns1:pt x="217" y="233"/>
                      </ns1:moveTo>
                      <ns1:cubicBezTo>
                        <ns1:pt x="219" y="233"/>
                        <ns1:pt x="221" y="234"/>
                        <ns1:pt x="223" y="234"/>
                      </ns1:cubicBezTo>
                      <ns1:cubicBezTo>
                        <ns1:pt x="224" y="233"/>
                        <ns1:pt x="224" y="231"/>
                        <ns1:pt x="225" y="230"/>
                      </ns1:cubicBezTo>
                      <ns1:cubicBezTo>
                        <ns1:pt x="235" y="238"/>
                        <ns1:pt x="235" y="239"/>
                        <ns1:pt x="230" y="246"/>
                      </ns1:cubicBezTo>
                      <ns1:cubicBezTo>
                        <ns1:pt x="233" y="248"/>
                        <ns1:pt x="235" y="249"/>
                        <ns1:pt x="238" y="250"/>
                      </ns1:cubicBezTo>
                      <ns1:cubicBezTo>
                        <ns1:pt x="241" y="246"/>
                        <ns1:pt x="247" y="244"/>
                        <ns1:pt x="244" y="236"/>
                      </ns1:cubicBezTo>
                      <ns1:cubicBezTo>
                        <ns1:pt x="247" y="236"/>
                        <ns1:pt x="249" y="235"/>
                        <ns1:pt x="252" y="235"/>
                      </ns1:cubicBezTo>
                      <ns1:cubicBezTo>
                        <ns1:pt x="250" y="221"/>
                        <ns1:pt x="242" y="211"/>
                        <ns1:pt x="233" y="202"/>
                      </ns1:cubicBezTo>
                      <ns1:cubicBezTo>
                        <ns1:pt x="235" y="201"/>
                        <ns1:pt x="236" y="200"/>
                        <ns1:pt x="236" y="200"/>
                      </ns1:cubicBezTo>
                      <ns1:cubicBezTo>
                        <ns1:pt x="246" y="209"/>
                        <ns1:pt x="255" y="217"/>
                        <ns1:pt x="263" y="225"/>
                      </ns1:cubicBezTo>
                      <ns1:cubicBezTo>
                        <ns1:pt x="265" y="224"/>
                        <ns1:pt x="267" y="222"/>
                        <ns1:pt x="269" y="221"/>
                      </ns1:cubicBezTo>
                      <ns1:cubicBezTo>
                        <ns1:pt x="260" y="211"/>
                        <ns1:pt x="251" y="202"/>
                        <ns1:pt x="243" y="193"/>
                      </ns1:cubicBezTo>
                      <ns1:cubicBezTo>
                        <ns1:pt x="244" y="191"/>
                        <ns1:pt x="245" y="190"/>
                        <ns1:pt x="246" y="189"/>
                      </ns1:cubicBezTo>
                      <ns1:cubicBezTo>
                        <ns1:pt x="244" y="187"/>
                        <ns1:pt x="243" y="185"/>
                        <ns1:pt x="240" y="182"/>
                      </ns1:cubicBezTo>
                      <ns1:cubicBezTo>
                        <ns1:pt x="236" y="187"/>
                        <ns1:pt x="232" y="192"/>
                        <ns1:pt x="228" y="197"/>
                      </ns1:cubicBezTo>
                      <ns1:cubicBezTo>
                        <ns1:pt x="225" y="194"/>
                        <ns1:pt x="223" y="192"/>
                        <ns1:pt x="221" y="189"/>
                      </ns1:cubicBezTo>
                      <ns1:cubicBezTo>
                        <ns1:pt x="225" y="184"/>
                        <ns1:pt x="228" y="180"/>
                        <ns1:pt x="232" y="174"/>
                      </ns1:cubicBezTo>
                      <ns1:cubicBezTo>
                        <ns1:pt x="228" y="174"/>
                        <ns1:pt x="225" y="173"/>
                        <ns1:pt x="222" y="173"/>
                      </ns1:cubicBezTo>
                      <ns1:cubicBezTo>
                        <ns1:pt x="218" y="179"/>
                        <ns1:pt x="215" y="185"/>
                        <ns1:pt x="212" y="192"/>
                      </ns1:cubicBezTo>
                      <ns1:cubicBezTo>
                        <ns1:pt x="213" y="193"/>
                        <ns1:pt x="214" y="194"/>
                        <ns1:pt x="215" y="195"/>
                      </ns1:cubicBezTo>
                      <ns1:cubicBezTo>
                        <ns1:pt x="221" y="201"/>
                        <ns1:pt x="227" y="207"/>
                        <ns1:pt x="232" y="213"/>
                      </ns1:cubicBezTo>
                      <ns1:cubicBezTo>
                        <ns1:pt x="237" y="219"/>
                        <ns1:pt x="241" y="225"/>
                        <ns1:pt x="242" y="233"/>
                      </ns1:cubicBezTo>
                      <ns1:cubicBezTo>
                        <ns1:pt x="238" y="229"/>
                        <ns1:pt x="233" y="225"/>
                        <ns1:pt x="229" y="222"/>
                      </ns1:cubicBezTo>
                      <ns1:cubicBezTo>
                        <ns1:pt x="229" y="221"/>
                        <ns1:pt x="229" y="219"/>
                        <ns1:pt x="229" y="219"/>
                      </ns1:cubicBezTo>
                      <ns1:cubicBezTo>
                        <ns1:pt x="232" y="213"/>
                        <ns1:pt x="228" y="212"/>
                        <ns1:pt x="225" y="210"/>
                      </ns1:cubicBezTo>
                      <ns1:cubicBezTo>
                        <ns1:pt x="224" y="211"/>
                        <ns1:pt x="223" y="213"/>
                        <ns1:pt x="222" y="214"/>
                      </ns1:cubicBezTo>
                      <ns1:cubicBezTo>
                        <ns1:pt x="220" y="212"/>
                        <ns1:pt x="219" y="210"/>
                        <ns1:pt x="217" y="209"/>
                      </ns1:cubicBezTo>
                      <ns1:cubicBezTo>
                        <ns1:pt x="218" y="207"/>
                        <ns1:pt x="219" y="206"/>
                        <ns1:pt x="221" y="205"/>
                      </ns1:cubicBezTo>
                      <ns1:cubicBezTo>
                        <ns1:pt x="219" y="203"/>
                        <ns1:pt x="218" y="201"/>
                        <ns1:pt x="216" y="199"/>
                      </ns1:cubicBezTo>
                      <ns1:cubicBezTo>
                        <ns1:pt x="214" y="201"/>
                        <ns1:pt x="213" y="202"/>
                        <ns1:pt x="211" y="203"/>
                      </ns1:cubicBezTo>
                      <ns1:cubicBezTo>
                        <ns1:pt x="208" y="200"/>
                        <ns1:pt x="205" y="196"/>
                        <ns1:pt x="202" y="193"/>
                      </ns1:cubicBezTo>
                      <ns1:cubicBezTo>
                        <ns1:pt x="200" y="195"/>
                        <ns1:pt x="198" y="197"/>
                        <ns1:pt x="195" y="199"/>
                      </ns1:cubicBezTo>
                      <ns1:cubicBezTo>
                        <ns1:pt x="197" y="201"/>
                        <ns1:pt x="199" y="203"/>
                        <ns1:pt x="200" y="204"/>
                      </ns1:cubicBezTo>
                      <ns1:cubicBezTo>
                        <ns1:pt x="202" y="206"/>
                        <ns1:pt x="203" y="208"/>
                        <ns1:pt x="205" y="209"/>
                      </ns1:cubicBezTo>
                      <ns1:cubicBezTo>
                        <ns1:pt x="203" y="211"/>
                        <ns1:pt x="201" y="213"/>
                        <ns1:pt x="200" y="215"/>
                      </ns1:cubicBezTo>
                      <ns1:cubicBezTo>
                        <ns1:pt x="202" y="217"/>
                        <ns1:pt x="203" y="218"/>
                        <ns1:pt x="205" y="220"/>
                      </ns1:cubicBezTo>
                      <ns1:cubicBezTo>
                        <ns1:pt x="207" y="218"/>
                        <ns1:pt x="209" y="217"/>
                        <ns1:pt x="211" y="215"/>
                      </ns1:cubicBezTo>
                      <ns1:cubicBezTo>
                        <ns1:pt x="218" y="221"/>
                        <ns1:pt x="218" y="221"/>
                        <ns1:pt x="214" y="231"/>
                      </ns1:cubicBezTo>
                      <ns1:cubicBezTo>
                        <ns1:pt x="215" y="232"/>
                        <ns1:pt x="216" y="232"/>
                        <ns1:pt x="218" y="233"/>
                      </ns1:cubicBezTo>
                      <ns1:cubicBezTo>
                        <ns1:pt x="215" y="234"/>
                        <ns1:pt x="212" y="234"/>
                        <ns1:pt x="209" y="235"/>
                      </ns1:cubicBezTo>
                      <ns1:cubicBezTo>
                        <ns1:pt x="213" y="243"/>
                        <ns1:pt x="216" y="250"/>
                        <ns1:pt x="220" y="258"/>
                      </ns1:cubicBezTo>
                      <ns1:cubicBezTo>
                        <ns1:pt x="223" y="257"/>
                        <ns1:pt x="227" y="256"/>
                        <ns1:pt x="230" y="255"/>
                      </ns1:cubicBezTo>
                      <ns1:cubicBezTo>
                        <ns1:pt x="229" y="253"/>
                        <ns1:pt x="228" y="252"/>
                        <ns1:pt x="227" y="250"/>
                      </ns1:cubicBezTo>
                      <ns1:cubicBezTo>
                        <ns1:pt x="224" y="245"/>
                        <ns1:pt x="221" y="239"/>
                        <ns1:pt x="217" y="233"/>
                      </ns1:cubicBezTo>
                      <ns1:close/>
                      <ns1:moveTo>
                        <ns1:pt x="567" y="998"/>
                      </ns1:moveTo>
                      <ns1:cubicBezTo>
                        <ns1:pt x="803" y="998"/>
                        <ns1:pt x="995" y="807"/>
                        <ns1:pt x="995" y="570"/>
                      </ns1:cubicBezTo>
                      <ns1:cubicBezTo>
                        <ns1:pt x="996" y="333"/>
                        <ns1:pt x="804" y="141"/>
                        <ns1:pt x="568" y="141"/>
                      </ns1:cubicBezTo>
                      <ns1:cubicBezTo>
                        <ns1:pt x="331" y="140"/>
                        <ns1:pt x="139" y="332"/>
                        <ns1:pt x="139" y="569"/>
                      </ns1:cubicBezTo>
                      <ns1:cubicBezTo>
                        <ns1:pt x="138" y="806"/>
                        <ns1:pt x="330" y="997"/>
                        <ns1:pt x="567" y="998"/>
                      </ns1:cubicBezTo>
                      <ns1:close/>
                      <ns1:moveTo>
                        <ns1:pt x="677" y="64"/>
                      </ns1:moveTo>
                      <ns1:cubicBezTo>
                        <ns1:pt x="675" y="63"/>
                        <ns1:pt x="673" y="63"/>
                        <ns1:pt x="670" y="62"/>
                      </ns1:cubicBezTo>
                      <ns1:cubicBezTo>
                        <ns1:pt x="668" y="69"/>
                        <ns1:pt x="667" y="76"/>
                        <ns1:pt x="665" y="82"/>
                      </ns1:cubicBezTo>
                      <ns1:cubicBezTo>
                        <ns1:pt x="663" y="82"/>
                        <ns1:pt x="661" y="82"/>
                        <ns1:pt x="660" y="81"/>
                      </ns1:cubicBezTo>
                      <ns1:cubicBezTo>
                        <ns1:pt x="659" y="84"/>
                        <ns1:pt x="659" y="86"/>
                        <ns1:pt x="658" y="88"/>
                      </ns1:cubicBezTo>
                      <ns1:cubicBezTo>
                        <ns1:pt x="660" y="89"/>
                        <ns1:pt x="661" y="89"/>
                        <ns1:pt x="664" y="90"/>
                      </ns1:cubicBezTo>
                      <ns1:cubicBezTo>
                        <ns1:pt x="660" y="98"/>
                        <ns1:pt x="656" y="106"/>
                        <ns1:pt x="652" y="114"/>
                      </ns1:cubicBezTo>
                      <ns1:cubicBezTo>
                        <ns1:pt x="653" y="115"/>
                        <ns1:pt x="655" y="117"/>
                        <ns1:pt x="657" y="119"/>
                      </ns1:cubicBezTo>
                      <ns1:cubicBezTo>
                        <ns1:pt x="665" y="112"/>
                        <ns1:pt x="667" y="101"/>
                        <ns1:pt x="671" y="91"/>
                      </ns1:cubicBezTo>
                      <ns1:cubicBezTo>
                        <ns1:pt x="674" y="92"/>
                        <ns1:pt x="677" y="93"/>
                        <ns1:pt x="679" y="94"/>
                      </ns1:cubicBezTo>
                      <ns1:cubicBezTo>
                        <ns1:pt x="678" y="99"/>
                        <ns1:pt x="677" y="103"/>
                        <ns1:pt x="676" y="108"/>
                      </ns1:cubicBezTo>
                      <ns1:cubicBezTo>
                        <ns1:pt x="675" y="113"/>
                        <ns1:pt x="674" y="116"/>
                        <ns1:pt x="668" y="113"/>
                      </ns1:cubicBezTo>
                      <ns1:cubicBezTo>
                        <ns1:pt x="668" y="116"/>
                        <ns1:pt x="669" y="119"/>
                        <ns1:pt x="669" y="123"/>
                      </ns1:cubicBezTo>
                      <ns1:cubicBezTo>
                        <ns1:pt x="673" y="122"/>
                        <ns1:pt x="678" y="122"/>
                        <ns1:pt x="682" y="121"/>
                      </ns1:cubicBezTo>
                      <ns1:cubicBezTo>
                        <ns1:pt x="682" y="121"/>
                        <ns1:pt x="682" y="120"/>
                        <ns1:pt x="682" y="120"/>
                      </ns1:cubicBezTo>
                      <ns1:cubicBezTo>
                        <ns1:pt x="684" y="122"/>
                        <ns1:pt x="686" y="124"/>
                        <ns1:pt x="689" y="128"/>
                      </ns1:cubicBezTo>
                      <ns1:cubicBezTo>
                        <ns1:pt x="692" y="122"/>
                        <ns1:pt x="696" y="117"/>
                        <ns1:pt x="698" y="112"/>
                      </ns1:cubicBezTo>
                      <ns1:cubicBezTo>
                        <ns1:pt x="701" y="107"/>
                        <ns1:pt x="702" y="101"/>
                        <ns1:pt x="704" y="95"/>
                      </ns1:cubicBezTo>
                      <ns1:cubicBezTo>
                        <ns1:pt x="707" y="94"/>
                        <ns1:pt x="708" y="96"/>
                        <ns1:pt x="707" y="99"/>
                      </ns1:cubicBezTo>
                      <ns1:cubicBezTo>
                        <ns1:pt x="705" y="105"/>
                        <ns1:pt x="704" y="111"/>
                        <ns1:pt x="702" y="117"/>
                      </ns1:cubicBezTo>
                      <ns1:cubicBezTo>
                        <ns1:pt x="698" y="130"/>
                        <ns1:pt x="699" y="130"/>
                        <ns1:pt x="711" y="132"/>
                      </ns1:cubicBezTo>
                      <ns1:cubicBezTo>
                        <ns1:pt x="713" y="133"/>
                        <ns1:pt x="715" y="132"/>
                        <ns1:pt x="717" y="131"/>
                      </ns1:cubicBezTo>
                      <ns1:cubicBezTo>
                        <ns1:pt x="718" y="128"/>
                        <ns1:pt x="719" y="126"/>
                        <ns1:pt x="720" y="123"/>
                      </ns1:cubicBezTo>
                      <ns1:cubicBezTo>
                        <ns1:pt x="717" y="121"/>
                        <ns1:pt x="715" y="120"/>
                        <ns1:pt x="713" y="119"/>
                      </ns1:cubicBezTo>
                      <ns1:cubicBezTo>
                        <ns1:pt x="712" y="121"/>
                        <ns1:pt x="712" y="122"/>
                        <ns1:pt x="711" y="124"/>
                      </ns1:cubicBezTo>
                      <ns1:cubicBezTo>
                        <ns1:pt x="710" y="123"/>
                        <ns1:pt x="710" y="123"/>
                        <ns1:pt x="709" y="123"/>
                      </ns1:cubicBezTo>
                      <ns1:cubicBezTo>
                        <ns1:pt x="712" y="112"/>
                        <ns1:pt x="715" y="102"/>
                        <ns1:pt x="717" y="91"/>
                      </ns1:cubicBezTo>
                      <ns1:cubicBezTo>
                        <ns1:pt x="711" y="89"/>
                        <ns1:pt x="704" y="87"/>
                        <ns1:pt x="698" y="86"/>
                      </ns1:cubicBezTo>
                      <ns1:cubicBezTo>
                        <ns1:pt x="696" y="92"/>
                        <ns1:pt x="694" y="98"/>
                        <ns1:pt x="693" y="104"/>
                      </ns1:cubicBezTo>
                      <ns1:cubicBezTo>
                        <ns1:pt x="691" y="110"/>
                        <ns1:pt x="688" y="115"/>
                        <ns1:pt x="681" y="120"/>
                      </ns1:cubicBezTo>
                      <ns1:cubicBezTo>
                        <ns1:pt x="686" y="102"/>
                        <ns1:pt x="690" y="86"/>
                        <ns1:pt x="695" y="69"/>
                      </ns1:cubicBezTo>
                      <ns1:cubicBezTo>
                        <ns1:pt x="692" y="68"/>
                        <ns1:pt x="689" y="67"/>
                        <ns1:pt x="686" y="66"/>
                      </ns1:cubicBezTo>
                      <ns1:cubicBezTo>
                        <ns1:pt x="688" y="64"/>
                        <ns1:pt x="688" y="62"/>
                        <ns1:pt x="690" y="60"/>
                      </ns1:cubicBezTo>
                      <ns1:cubicBezTo>
                        <ns1:pt x="687" y="59"/>
                        <ns1:pt x="684" y="58"/>
                        <ns1:pt x="681" y="56"/>
                      </ns1:cubicBezTo>
                      <ns1:cubicBezTo>
                        <ns1:pt x="680" y="59"/>
                        <ns1:pt x="679" y="61"/>
                        <ns1:pt x="677" y="64"/>
                      </ns1:cubicBezTo>
                      <ns1:close/>
                      <ns1:moveTo>
                        <ns1:pt x="791" y="157"/>
                      </ns1:moveTo>
                      <ns1:cubicBezTo>
                        <ns1:pt x="777" y="142"/>
                        <ns1:pt x="774" y="135"/>
                        <ns1:pt x="776" y="124"/>
                      </ns1:cubicBezTo>
                      <ns1:cubicBezTo>
                        <ns1:pt x="783" y="127"/>
                        <ns1:pt x="790" y="130"/>
                        <ns1:pt x="798" y="134"/>
                      </ns1:cubicBezTo>
                      <ns1:cubicBezTo>
                        <ns1:pt x="799" y="131"/>
                        <ns1:pt x="800" y="129"/>
                        <ns1:pt x="801" y="126"/>
                      </ns1:cubicBezTo>
                      <ns1:cubicBezTo>
                        <ns1:pt x="793" y="123"/>
                        <ns1:pt x="786" y="119"/>
                        <ns1:pt x="778" y="116"/>
                      </ns1:cubicBezTo>
                      <ns1:cubicBezTo>
                        <ns1:pt x="779" y="112"/>
                        <ns1:pt x="781" y="108"/>
                        <ns1:pt x="783" y="104"/>
                      </ns1:cubicBezTo>
                      <ns1:cubicBezTo>
                        <ns1:pt x="790" y="107"/>
                        <ns1:pt x="796" y="110"/>
                        <ns1:pt x="802" y="113"/>
                      </ns1:cubicBezTo>
                      <ns1:cubicBezTo>
                        <ns1:pt x="804" y="110"/>
                        <ns1:pt x="805" y="108"/>
                        <ns1:pt x="806" y="106"/>
                      </ns1:cubicBezTo>
                      <ns1:cubicBezTo>
                        <ns1:pt x="798" y="102"/>
                        <ns1:pt x="790" y="98"/>
                        <ns1:pt x="782" y="95"/>
                      </ns1:cubicBezTo>
                      <ns1:cubicBezTo>
                        <ns1:pt x="774" y="92"/>
                        <ns1:pt x="767" y="88"/>
                        <ns1:pt x="759" y="84"/>
                      </ns1:cubicBezTo>
                      <ns1:cubicBezTo>
                        <ns1:pt x="758" y="87"/>
                        <ns1:pt x="757" y="89"/>
                        <ns1:pt x="755" y="92"/>
                      </ns1:cubicBezTo>
                      <ns1:cubicBezTo>
                        <ns1:pt x="762" y="95"/>
                        <ns1:pt x="767" y="97"/>
                        <ns1:pt x="774" y="100"/>
                      </ns1:cubicBezTo>
                      <ns1:cubicBezTo>
                        <ns1:pt x="772" y="104"/>
                        <ns1:pt x="770" y="108"/>
                        <ns1:pt x="768" y="111"/>
                      </ns1:cubicBezTo>
                      <ns1:cubicBezTo>
                        <ns1:pt x="761" y="108"/>
                        <ns1:pt x="753" y="105"/>
                        <ns1:pt x="746" y="101"/>
                      </ns1:cubicBezTo>
                      <ns1:cubicBezTo>
                        <ns1:pt x="745" y="104"/>
                        <ns1:pt x="744" y="106"/>
                        <ns1:pt x="743" y="109"/>
                      </ns1:cubicBezTo>
                      <ns1:cubicBezTo>
                        <ns1:pt x="750" y="112"/>
                        <ns1:pt x="757" y="115"/>
                        <ns1:pt x="764" y="119"/>
                      </ns1:cubicBezTo>
                      <ns1:cubicBezTo>
                        <ns1:pt x="755" y="130"/>
                        <ns1:pt x="743" y="132"/>
                        <ns1:pt x="730" y="131"/>
                      </ns1:cubicBezTo>
                      <ns1:cubicBezTo>
                        <ns1:pt x="731" y="135"/>
                        <ns1:pt x="732" y="138"/>
                        <ns1:pt x="733" y="142"/>
                      </ns1:cubicBezTo>
                      <ns1:cubicBezTo>
                        <ns1:pt x="745" y="142"/>
                        <ns1:pt x="756" y="140"/>
                        <ns1:pt x="765" y="132"/>
                      </ns1:cubicBezTo>
                      <ns1:cubicBezTo>
                        <ns1:pt x="767" y="144"/>
                        <ns1:pt x="772" y="154"/>
                        <ns1:pt x="781" y="162"/>
                      </ns1:cubicBezTo>
                      <ns1:cubicBezTo>
                        <ns1:pt x="785" y="160"/>
                        <ns1:pt x="788" y="158"/>
                        <ns1:pt x="791" y="157"/>
                      </ns1:cubicBezTo>
                      <ns1:close/>
                      <ns1:moveTo>
                        <ns1:pt x="401" y="142"/>
                      </ns1:moveTo>
                      <ns1:cubicBezTo>
                        <ns1:pt x="402" y="137"/>
                        <ns1:pt x="403" y="133"/>
                        <ns1:pt x="403" y="130"/>
                      </ns1:cubicBezTo>
                      <ns1:cubicBezTo>
                        <ns1:pt x="396" y="129"/>
                        <ns1:pt x="389" y="129"/>
                        <ns1:pt x="382" y="127"/>
                      </ns1:cubicBezTo>
                      <ns1:cubicBezTo>
                        <ns1:pt x="375" y="125"/>
                        <ns1:pt x="370" y="120"/>
                        <ns1:pt x="366" y="114"/>
                      </ns1:cubicBezTo>
                      <ns1:cubicBezTo>
                        <ns1:pt x="374" y="110"/>
                        <ns1:pt x="382" y="107"/>
                        <ns1:pt x="389" y="103"/>
                      </ns1:cubicBezTo>
                      <ns1:cubicBezTo>
                        <ns1:pt x="388" y="100"/>
                        <ns1:pt x="387" y="98"/>
                        <ns1:pt x="386" y="95"/>
                      </ns1:cubicBezTo>
                      <ns1:cubicBezTo>
                        <ns1:pt x="378" y="99"/>
                        <ns1:pt x="370" y="102"/>
                        <ns1:pt x="362" y="106"/>
                      </ns1:cubicBezTo>
                      <ns1:cubicBezTo>
                        <ns1:pt x="360" y="100"/>
                        <ns1:pt x="357" y="95"/>
                        <ns1:pt x="355" y="89"/>
                      </ns1:cubicBezTo>
                      <ns1:cubicBezTo>
                        <ns1:pt x="351" y="90"/>
                        <ns1:pt x="348" y="92"/>
                        <ns1:pt x="344" y="93"/>
                      </ns1:cubicBezTo>
                      <ns1:cubicBezTo>
                        <ns1:pt x="347" y="99"/>
                        <ns1:pt x="349" y="105"/>
                        <ns1:pt x="352" y="111"/>
                      </ns1:cubicBezTo>
                      <ns1:cubicBezTo>
                        <ns1:pt x="343" y="114"/>
                        <ns1:pt x="336" y="118"/>
                        <ns1:pt x="328" y="122"/>
                      </ns1:cubicBezTo>
                      <ns1:cubicBezTo>
                        <ns1:pt x="329" y="125"/>
                        <ns1:pt x="330" y="127"/>
                        <ns1:pt x="331" y="130"/>
                      </ns1:cubicBezTo>
                      <ns1:cubicBezTo>
                        <ns1:pt x="339" y="126"/>
                        <ns1:pt x="347" y="123"/>
                        <ns1:pt x="355" y="119"/>
                      </ns1:cubicBezTo>
                      <ns1:cubicBezTo>
                        <ns1:pt x="360" y="135"/>
                        <ns1:pt x="354" y="148"/>
                        <ns1:pt x="343" y="159"/>
                      </ns1:cubicBezTo>
                      <ns1:cubicBezTo>
                        <ns1:pt x="347" y="161"/>
                        <ns1:pt x="350" y="162"/>
                        <ns1:pt x="353" y="164"/>
                      </ns1:cubicBezTo>
                      <ns1:cubicBezTo>
                        <ns1:pt x="361" y="154"/>
                        <ns1:pt x="367" y="144"/>
                        <ns1:pt x="368" y="130"/>
                      </ns1:cubicBezTo>
                      <ns1:cubicBezTo>
                        <ns1:pt x="377" y="139"/>
                        <ns1:pt x="389" y="142"/>
                        <ns1:pt x="401" y="142"/>
                      </ns1:cubicBezTo>
                      <ns1:close/>
                      <ns1:moveTo>
                        <ns1:pt x="609" y="70"/>
                      </ns1:moveTo>
                      <ns1:cubicBezTo>
                        <ns1:pt x="607" y="68"/>
                        <ns1:pt x="606" y="66"/>
                        <ns1:pt x="604" y="65"/>
                      </ns1:cubicBezTo>
                      <ns1:cubicBezTo>
                        <ns1:pt x="603" y="65"/>
                        <ns1:pt x="601" y="64"/>
                        <ns1:pt x="600" y="65"/>
                      </ns1:cubicBezTo>
                      <ns1:cubicBezTo>
                        <ns1:pt x="593" y="69"/>
                        <ns1:pt x="587" y="74"/>
                        <ns1:pt x="581" y="78"/>
                      </ns1:cubicBezTo>
                      <ns1:cubicBezTo>
                        <ns1:pt x="588" y="85"/>
                        <ns1:pt x="588" y="85"/>
                        <ns1:pt x="588" y="89"/>
                      </ns1:cubicBezTo>
                      <ns1:cubicBezTo>
                        <ns1:pt x="593" y="90"/>
                        <ns1:pt x="598" y="90"/>
                        <ns1:pt x="603" y="91"/>
                      </ns1:cubicBezTo>
                      <ns1:cubicBezTo>
                        <ns1:pt x="603" y="95"/>
                        <ns1:pt x="603" y="99"/>
                        <ns1:pt x="602" y="102"/>
                      </ns1:cubicBezTo>
                      <ns1:cubicBezTo>
                        <ns1:pt x="594" y="102"/>
                        <ns1:pt x="586" y="101"/>
                        <ns1:pt x="578" y="101"/>
                      </ns1:cubicBezTo>
                      <ns1:cubicBezTo>
                        <ns1:pt x="577" y="103"/>
                        <ns1:pt x="577" y="105"/>
                        <ns1:pt x="577" y="108"/>
                      </ns1:cubicBezTo>
                      <ns1:cubicBezTo>
                        <ns1:pt x="597" y="109"/>
                        <ns1:pt x="616" y="111"/>
                        <ns1:pt x="635" y="113"/>
                      </ns1:cubicBezTo>
                      <ns1:cubicBezTo>
                        <ns1:pt x="635" y="110"/>
                        <ns1:pt x="636" y="108"/>
                        <ns1:pt x="636" y="106"/>
                      </ns1:cubicBezTo>
                      <ns1:cubicBezTo>
                        <ns1:pt x="628" y="105"/>
                        <ns1:pt x="620" y="104"/>
                        <ns1:pt x="612" y="103"/>
                      </ns1:cubicBezTo>
                      <ns1:cubicBezTo>
                        <ns1:pt x="612" y="99"/>
                        <ns1:pt x="612" y="96"/>
                        <ns1:pt x="613" y="92"/>
                      </ns1:cubicBezTo>
                      <ns1:cubicBezTo>
                        <ns1:pt x="618" y="92"/>
                        <ns1:pt x="623" y="92"/>
                        <ns1:pt x="626" y="93"/>
                      </ns1:cubicBezTo>
                      <ns1:cubicBezTo>
                        <ns1:pt x="631" y="88"/>
                        <ns1:pt x="634" y="85"/>
                        <ns1:pt x="638" y="81"/>
                      </ns1:cubicBezTo>
                      <ns1:cubicBezTo>
                        <ns1:pt x="631" y="75"/>
                        <ns1:pt x="624" y="70"/>
                        <ns1:pt x="617" y="65"/>
                      </ns1:cubicBezTo>
                      <ns1:cubicBezTo>
                        <ns1:pt x="615" y="67"/>
                        <ns1:pt x="613" y="69"/>
                        <ns1:pt x="611" y="70"/>
                      </ns1:cubicBezTo>
                      <ns1:cubicBezTo>
                        <ns1:pt x="616" y="75"/>
                        <ns1:pt x="621" y="79"/>
                        <ns1:pt x="626" y="84"/>
                      </ns1:cubicBezTo>
                      <ns1:cubicBezTo>
                        <ns1:pt x="626" y="84"/>
                        <ns1:pt x="626" y="84"/>
                        <ns1:pt x="626" y="85"/>
                      </ns1:cubicBezTo>
                      <ns1:cubicBezTo>
                        <ns1:pt x="615" y="84"/>
                        <ns1:pt x="603" y="83"/>
                        <ns1:pt x="591" y="82"/>
                      </ns1:cubicBezTo>
                      <ns1:cubicBezTo>
                        <ns1:pt x="598" y="77"/>
                        <ns1:pt x="603" y="74"/>
                        <ns1:pt x="609" y="70"/>
                      </ns1:cubicBezTo>
                      <ns1:close/>
                      <ns1:moveTo>
                        <ns1:pt x="513" y="113"/>
                      </ns1:moveTo>
                      <ns1:cubicBezTo>
                        <ns1:pt x="523" y="113"/>
                        <ns1:pt x="525" y="110"/>
                        <ns1:pt x="524" y="101"/>
                      </ns1:cubicBezTo>
                      <ns1:cubicBezTo>
                        <ns1:pt x="524" y="95"/>
                        <ns1:pt x="523" y="89"/>
                        <ns1:pt x="523" y="84"/>
                      </ns1:cubicBezTo>
                      <ns1:cubicBezTo>
                        <ns1:pt x="522" y="74"/>
                        <ns1:pt x="521" y="65"/>
                        <ns1:pt x="520" y="55"/>
                      </ns1:cubicBezTo>
                      <ns1:cubicBezTo>
                        <ns1:pt x="517" y="55"/>
                        <ns1:pt x="514" y="55"/>
                        <ns1:pt x="511" y="55"/>
                      </ns1:cubicBezTo>
                      <ns1:cubicBezTo>
                        <ns1:pt x="512" y="53"/>
                        <ns1:pt x="512" y="50"/>
                        <ns1:pt x="512" y="48"/>
                      </ns1:cubicBezTo>
                      <ns1:cubicBezTo>
                        <ns1:pt x="509" y="48"/>
                        <ns1:pt x="506" y="48"/>
                        <ns1:pt x="502" y="48"/>
                      </ns1:cubicBezTo>
                      <ns1:cubicBezTo>
                        <ns1:pt x="504" y="54"/>
                        <ns1:pt x="502" y="58"/>
                        <ns1:pt x="495" y="57"/>
                      </ns1:cubicBezTo>
                      <ns1:cubicBezTo>
                        <ns1:pt x="495" y="64"/>
                        <ns1:pt x="496" y="71"/>
                        <ns1:pt x="496" y="77"/>
                      </ns1:cubicBezTo>
                      <ns1:cubicBezTo>
                        <ns1:pt x="494" y="78"/>
                        <ns1:pt x="493" y="78"/>
                        <ns1:pt x="491" y="79"/>
                      </ns1:cubicBezTo>
                      <ns1:cubicBezTo>
                        <ns1:pt x="492" y="81"/>
                        <ns1:pt x="492" y="83"/>
                        <ns1:pt x="492" y="85"/>
                      </ns1:cubicBezTo>
                      <ns1:cubicBezTo>
                        <ns1:pt x="494" y="85"/>
                        <ns1:pt x="495" y="85"/>
                        <ns1:pt x="497" y="85"/>
                      </ns1:cubicBezTo>
                      <ns1:cubicBezTo>
                        <ns1:pt x="498" y="94"/>
                        <ns1:pt x="497" y="103"/>
                        <ns1:pt x="494" y="111"/>
                      </ns1:cubicBezTo>
                      <ns1:cubicBezTo>
                        <ns1:pt x="497" y="113"/>
                        <ns1:pt x="499" y="114"/>
                        <ns1:pt x="502" y="115"/>
                      </ns1:cubicBezTo>
                      <ns1:cubicBezTo>
                        <ns1:pt x="507" y="105"/>
                        <ns1:pt x="505" y="95"/>
                        <ns1:pt x="505" y="84"/>
                      </ns1:cubicBezTo>
                      <ns1:cubicBezTo>
                        <ns1:pt x="508" y="84"/>
                        <ns1:pt x="511" y="84"/>
                        <ns1:pt x="514" y="83"/>
                      </ns1:cubicBezTo>
                      <ns1:cubicBezTo>
                        <ns1:pt x="515" y="88"/>
                        <ns1:pt x="515" y="93"/>
                        <ns1:pt x="515" y="97"/>
                      </ns1:cubicBezTo>
                      <ns1:cubicBezTo>
                        <ns1:pt x="516" y="102"/>
                        <ns1:pt x="516" y="106"/>
                        <ns1:pt x="510" y="106"/>
                      </ns1:cubicBezTo>
                      <ns1:cubicBezTo>
                        <ns1:pt x="511" y="108"/>
                        <ns1:pt x="512" y="111"/>
                        <ns1:pt x="513" y="113"/>
                      </ns1:cubicBezTo>
                      <ns1:close/>
                      <ns1:moveTo>
                        <ns1:pt x="301" y="125"/>
                      </ns1:moveTo>
                      <ns1:cubicBezTo>
                        <ns1:pt x="291" y="132"/>
                        <ns1:pt x="281" y="138"/>
                        <ns1:pt x="271" y="145"/>
                      </ns1:cubicBezTo>
                      <ns1:cubicBezTo>
                        <ns1:pt x="270" y="146"/>
                        <ns1:pt x="270" y="148"/>
                        <ns1:pt x="269" y="150"/>
                      </ns1:cubicBezTo>
                      <ns1:cubicBezTo>
                        <ns1:pt x="265" y="149"/>
                        <ns1:pt x="261" y="148"/>
                        <ns1:pt x="256" y="147"/>
                      </ns1:cubicBezTo>
                      <ns1:cubicBezTo>
                        <ns1:pt x="255" y="151"/>
                        <ns1:pt x="254" y="154"/>
                        <ns1:pt x="254" y="157"/>
                      </ns1:cubicBezTo>
                      <ns1:cubicBezTo>
                        <ns1:pt x="259" y="158"/>
                        <ns1:pt x="264" y="159"/>
                        <ns1:pt x="269" y="160"/>
                      </ns1:cubicBezTo>
                      <ns1:cubicBezTo>
                        <ns1:pt x="270" y="157"/>
                        <ns1:pt x="270" y="154"/>
                        <ns1:pt x="271" y="152"/>
                      </ns1:cubicBezTo>
                      <ns1:cubicBezTo>
                        <ns1:pt x="277" y="154"/>
                        <ns1:pt x="280" y="147"/>
                        <ns1:pt x="286" y="146"/>
                      </ns1:cubicBezTo>
                      <ns1:cubicBezTo>
                        <ns1:pt x="293" y="156"/>
                        <ns1:pt x="300" y="166"/>
                        <ns1:pt x="307" y="177"/>
                      </ns1:cubicBezTo>
                      <ns1:cubicBezTo>
                        <ns1:pt x="301" y="180"/>
                        <ns1:pt x="297" y="184"/>
                        <ns1:pt x="291" y="187"/>
                      </ns1:cubicBezTo>
                      <ns1:cubicBezTo>
                        <ns1:pt x="293" y="189"/>
                        <ns1:pt x="294" y="191"/>
                        <ns1:pt x="296" y="194"/>
                      </ns1:cubicBezTo>
                      <ns1:cubicBezTo>
                        <ns1:pt x="308" y="185"/>
                        <ns1:pt x="321" y="177"/>
                        <ns1:pt x="334" y="168"/>
                      </ns1:cubicBezTo>
                      <ns1:cubicBezTo>
                        <ns1:pt x="332" y="166"/>
                        <ns1:pt x="331" y="164"/>
                        <ns1:pt x="329" y="162"/>
                      </ns1:cubicBezTo>
                      <ns1:cubicBezTo>
                        <ns1:pt x="324" y="165"/>
                        <ns1:pt x="320" y="168"/>
                        <ns1:pt x="315" y="171"/>
                      </ns1:cubicBezTo>
                      <ns1:cubicBezTo>
                        <ns1:pt x="308" y="161"/>
                        <ns1:pt x="301" y="150"/>
                        <ns1:pt x="294" y="140"/>
                      </ns1:cubicBezTo>
                      <ns1:cubicBezTo>
                        <ns1:pt x="298" y="137"/>
                        <ns1:pt x="301" y="134"/>
                        <ns1:pt x="305" y="132"/>
                      </ns1:cubicBezTo>
                      <ns1:cubicBezTo>
                        <ns1:pt x="304" y="129"/>
                        <ns1:pt x="302" y="127"/>
                        <ns1:pt x="301" y="125"/>
                      </ns1:cubicBezTo>
                      <ns1:close/>
                      <ns1:moveTo>
                        <ns1:pt x="865" y="189"/>
                      </ns1:moveTo>
                      <ns1:cubicBezTo>
                        <ns1:pt x="858" y="184"/>
                        <ns1:pt x="851" y="180"/>
                        <ns1:pt x="843" y="174"/>
                      </ns1:cubicBezTo>
                      <ns1:cubicBezTo>
                        <ns1:pt x="851" y="174"/>
                        <ns1:pt x="857" y="174"/>
                        <ns1:pt x="862" y="169"/>
                      </ns1:cubicBezTo>
                      <ns1:cubicBezTo>
                        <ns1:pt x="851" y="162"/>
                        <ns1:pt x="841" y="155"/>
                        <ns1:pt x="830" y="147"/>
                      </ns1:cubicBezTo>
                      <ns1:cubicBezTo>
                        <ns1:pt x="828" y="150"/>
                        <ns1:pt x="827" y="152"/>
                        <ns1:pt x="825" y="154"/>
                      </ns1:cubicBezTo>
                      <ns1:cubicBezTo>
                        <ns1:pt x="832" y="158"/>
                        <ns1:pt x="837" y="162"/>
                        <ns1:pt x="843" y="166"/>
                      </ns1:cubicBezTo>
                      <ns1:cubicBezTo>
                        <ns1:pt x="840" y="167"/>
                        <ns1:pt x="837" y="167"/>
                        <ns1:pt x="833" y="168"/>
                      </ns1:cubicBezTo>
                      <ns1:cubicBezTo>
                        <ns1:pt x="827" y="163"/>
                        <ns1:pt x="819" y="158"/>
                        <ns1:pt x="811" y="153"/>
                      </ns1:cubicBezTo>
                      <ns1:cubicBezTo>
                        <ns1:pt x="810" y="155"/>
                        <ns1:pt x="808" y="157"/>
                        <ns1:pt x="807" y="160"/>
                      </ns1:cubicBezTo>
                      <ns1:cubicBezTo>
                        <ns1:pt x="815" y="165"/>
                        <ns1:pt x="823" y="170"/>
                        <ns1:pt x="830" y="175"/>
                      </ns1:cubicBezTo>
                      <ns1:cubicBezTo>
                        <ns1:pt x="827" y="183"/>
                        <ns1:pt x="823" y="178"/>
                        <ns1:pt x="819" y="177"/>
                      </ns1:cubicBezTo>
                      <ns1:cubicBezTo>
                        <ns1:pt x="818" y="180"/>
                        <ns1:pt x="817" y="183"/>
                        <ns1:pt x="816" y="186"/>
                      </ns1:cubicBezTo>
                      <ns1:cubicBezTo>
                        <ns1:pt x="820" y="188"/>
                        <ns1:pt x="822" y="190"/>
                        <ns1:pt x="826" y="192"/>
                      </ns1:cubicBezTo>
                      <ns1:cubicBezTo>
                        <ns1:pt x="829" y="193"/>
                        <ns1:pt x="832" y="193"/>
                        <ns1:pt x="834" y="189"/>
                      </ns1:cubicBezTo>
                      <ns1:cubicBezTo>
                        <ns1:pt x="835" y="186"/>
                        <ns1:pt x="837" y="184"/>
                        <ns1:pt x="839" y="181"/>
                      </ns1:cubicBezTo>
                      <ns1:cubicBezTo>
                        <ns1:pt x="846" y="186"/>
                        <ns1:pt x="853" y="191"/>
                        <ns1:pt x="860" y="196"/>
                      </ns1:cubicBezTo>
                      <ns1:cubicBezTo>
                        <ns1:pt x="862" y="193"/>
                        <ns1:pt x="863" y="191"/>
                        <ns1:pt x="865" y="189"/>
                      </ns1:cubicBezTo>
                      <ns1:close/>
                      <ns1:moveTo>
                        <ns1:pt x="867" y="167"/>
                      </ns1:moveTo>
                      <ns1:cubicBezTo>
                        <ns1:pt x="865" y="169"/>
                        <ns1:pt x="864" y="171"/>
                        <ns1:pt x="863" y="173"/>
                      </ns1:cubicBezTo>
                      <ns1:cubicBezTo>
                        <ns1:pt x="866" y="175"/>
                        <ns1:pt x="868" y="177"/>
                        <ns1:pt x="871" y="178"/>
                      </ns1:cubicBezTo>
                      <ns1:cubicBezTo>
                        <ns1:pt x="874" y="174"/>
                        <ns1:pt x="877" y="170"/>
                        <ns1:pt x="880" y="165"/>
                      </ns1:cubicBezTo>
                      <ns1:cubicBezTo>
                        <ns1:pt x="876" y="163"/>
                        <ns1:pt x="872" y="160"/>
                        <ns1:pt x="868" y="157"/>
                      </ns1:cubicBezTo>
                      <ns1:cubicBezTo>
                        <ns1:pt x="873" y="156"/>
                        <ns1:pt x="878" y="155"/>
                        <ns1:pt x="883" y="153"/>
                      </ns1:cubicBezTo>
                      <ns1:cubicBezTo>
                        <ns1:pt x="880" y="150"/>
                        <ns1:pt x="878" y="147"/>
                        <ns1:pt x="876" y="144"/>
                      </ns1:cubicBezTo>
                      <ns1:cubicBezTo>
                        <ns1:pt x="871" y="146"/>
                        <ns1:pt x="867" y="148"/>
                        <ns1:pt x="862" y="151"/>
                      </ns1:cubicBezTo>
                      <ns1:cubicBezTo>
                        <ns1:pt x="861" y="151"/>
                        <ns1:pt x="859" y="152"/>
                        <ns1:pt x="858" y="151"/>
                      </ns1:cubicBezTo>
                      <ns1:cubicBezTo>
                        <ns1:pt x="853" y="148"/>
                        <ns1:pt x="848" y="144"/>
                        <ns1:pt x="842" y="140"/>
                      </ns1:cubicBezTo>
                      <ns1:cubicBezTo>
                        <ns1:pt x="845" y="140"/>
                        <ns1:pt x="847" y="140"/>
                        <ns1:pt x="849" y="140"/>
                      </ns1:cubicBezTo>
                      <ns1:cubicBezTo>
                        <ns1:pt x="849" y="136"/>
                        <ns1:pt x="849" y="132"/>
                        <ns1:pt x="849" y="128"/>
                      </ns1:cubicBezTo>
                      <ns1:cubicBezTo>
                        <ns1:pt x="845" y="127"/>
                        <ns1:pt x="842" y="127"/>
                        <ns1:pt x="839" y="126"/>
                      </ns1:cubicBezTo>
                      <ns1:cubicBezTo>
                        <ns1:pt x="839" y="130"/>
                        <ns1:pt x="839" y="134"/>
                        <ns1:pt x="839" y="138"/>
                      </ns1:cubicBezTo>
                      <ns1:cubicBezTo>
                        <ns1:pt x="835" y="135"/>
                        <ns1:pt x="831" y="133"/>
                        <ns1:pt x="827" y="130"/>
                      </ns1:cubicBezTo>
                      <ns1:cubicBezTo>
                        <ns1:pt x="824" y="135"/>
                        <ns1:pt x="822" y="139"/>
                        <ns1:pt x="819" y="143"/>
                      </ns1:cubicBezTo>
                      <ns1:cubicBezTo>
                        <ns1:pt x="821" y="145"/>
                        <ns1:pt x="824" y="146"/>
                        <ns1:pt x="826" y="148"/>
                      </ns1:cubicBezTo>
                      <ns1:cubicBezTo>
                        <ns1:pt x="828" y="146"/>
                        <ns1:pt x="829" y="144"/>
                        <ns1:pt x="831" y="142"/>
                      </ns1:cubicBezTo>
                      <ns1:cubicBezTo>
                        <ns1:pt x="843" y="150"/>
                        <ns1:pt x="855" y="158"/>
                        <ns1:pt x="867" y="167"/>
                      </ns1:cubicBezTo>
                      <ns1:close/>
                      <ns1:moveTo>
                        <ns1:pt x="1079" y="645"/>
                      </ns1:moveTo>
                      <ns1:cubicBezTo>
                        <ns1:pt x="1065" y="643"/>
                        <ns1:pt x="1052" y="640"/>
                        <ns1:pt x="1039" y="638"/>
                      </ns1:cubicBezTo>
                      <ns1:cubicBezTo>
                        <ns1:pt x="1038" y="640"/>
                        <ns1:pt x="1038" y="642"/>
                        <ns1:pt x="1037" y="645"/>
                      </ns1:cubicBezTo>
                      <ns1:cubicBezTo>
                        <ns1:pt x="1047" y="647"/>
                        <ns1:pt x="1057" y="649"/>
                        <ns1:pt x="1067" y="650"/>
                      </ns1:cubicBezTo>
                      <ns1:cubicBezTo>
                        <ns1:pt x="1057" y="654"/>
                        <ns1:pt x="1048" y="656"/>
                        <ns1:pt x="1038" y="658"/>
                      </ns1:cubicBezTo>
                      <ns1:cubicBezTo>
                        <ns1:pt x="1037" y="659"/>
                        <ns1:pt x="1035" y="660"/>
                        <ns1:pt x="1035" y="661"/>
                      </ns1:cubicBezTo>
                      <ns1:cubicBezTo>
                        <ns1:pt x="1034" y="664"/>
                        <ns1:pt x="1033" y="667"/>
                        <ns1:pt x="1033" y="671"/>
                      </ns1:cubicBezTo>
                      <ns1:cubicBezTo>
                        <ns1:pt x="1046" y="673"/>
                        <ns1:pt x="1060" y="675"/>
                        <ns1:pt x="1073" y="678"/>
                      </ns1:cubicBezTo>
                      <ns1:cubicBezTo>
                        <ns1:pt x="1073" y="675"/>
                        <ns1:pt x="1074" y="673"/>
                        <ns1:pt x="1074" y="671"/>
                      </ns1:cubicBezTo>
                      <ns1:cubicBezTo>
                        <ns1:pt x="1063" y="669"/>
                        <ns1:pt x="1053" y="667"/>
                        <ns1:pt x="1041" y="665"/>
                      </ns1:cubicBezTo>
                      <ns1:cubicBezTo>
                        <ns1:pt x="1044" y="664"/>
                        <ns1:pt x="1045" y="663"/>
                        <ns1:pt x="1046" y="663"/>
                      </ns1:cubicBezTo>
                      <ns1:cubicBezTo>
                        <ns1:pt x="1055" y="661"/>
                        <ns1:pt x="1064" y="659"/>
                        <ns1:pt x="1073" y="657"/>
                      </ns1:cubicBezTo>
                      <ns1:cubicBezTo>
                        <ns1:pt x="1075" y="657"/>
                        <ns1:pt x="1077" y="656"/>
                        <ns1:pt x="1077" y="654"/>
                      </ns1:cubicBezTo>
                      <ns1:cubicBezTo>
                        <ns1:pt x="1078" y="652"/>
                        <ns1:pt x="1078" y="648"/>
                        <ns1:pt x="1079" y="645"/>
                      </ns1:cubicBezTo>
                      <ns1:close/>
                      <ns1:moveTo>
                        <ns1:pt x="390" y="1021"/>
                      </ns1:moveTo>
                      <ns1:cubicBezTo>
                        <ns1:pt x="390" y="1022"/>
                        <ns1:pt x="390" y="1022"/>
                        <ns1:pt x="390" y="1022"/>
                      </ns1:cubicBezTo>
                      <ns1:cubicBezTo>
                        <ns1:pt x="391" y="1023"/>
                        <ns1:pt x="391" y="1025"/>
                        <ns1:pt x="391" y="1027"/>
                      </ns1:cubicBezTo>
                      <ns1:cubicBezTo>
                        <ns1:pt x="391" y="1035"/>
                        <ns1:pt x="392" y="1044"/>
                        <ns1:pt x="392" y="1053"/>
                      </ns1:cubicBezTo>
                      <ns1:cubicBezTo>
                        <ns1:pt x="392" y="1054"/>
                        <ns1:pt x="393" y="1056"/>
                        <ns1:pt x="394" y="1057"/>
                      </ns1:cubicBezTo>
                      <ns1:cubicBezTo>
                        <ns1:pt x="397" y="1058"/>
                        <ns1:pt x="400" y="1059"/>
                        <ns1:pt x="403" y="1060"/>
                      </ns1:cubicBezTo>
                      <ns1:cubicBezTo>
                        <ns1:pt x="408" y="1047"/>
                        <ns1:pt x="412" y="1035"/>
                        <ns1:pt x="417" y="1022"/>
                      </ns1:cubicBezTo>
                      <ns1:cubicBezTo>
                        <ns1:pt x="415" y="1021"/>
                        <ns1:pt x="412" y="1020"/>
                        <ns1:pt x="410" y="1019"/>
                      </ns1:cubicBezTo>
                      <ns1:cubicBezTo>
                        <ns1:pt x="406" y="1029"/>
                        <ns1:pt x="403" y="1038"/>
                        <ns1:pt x="400" y="1048"/>
                      </ns1:cubicBezTo>
                      <ns1:cubicBezTo>
                        <ns1:pt x="398" y="1038"/>
                        <ns1:pt x="398" y="1028"/>
                        <ns1:pt x="397" y="1018"/>
                      </ns1:cubicBezTo>
                      <ns1:cubicBezTo>
                        <ns1:pt x="397" y="1016"/>
                        <ns1:pt x="396" y="1014"/>
                        <ns1:pt x="395" y="1014"/>
                      </ns1:cubicBezTo>
                      <ns1:cubicBezTo>
                        <ns1:pt x="392" y="1012"/>
                        <ns1:pt x="389" y="1011"/>
                        <ns1:pt x="386" y="1010"/>
                      </ns1:cubicBezTo>
                      <ns1:cubicBezTo>
                        <ns1:pt x="381" y="1023"/>
                        <ns1:pt x="376" y="1036"/>
                        <ns1:pt x="372" y="1049"/>
                      </ns1:cubicBezTo>
                      <ns1:cubicBezTo>
                        <ns1:pt x="374" y="1050"/>
                        <ns1:pt x="376" y="1050"/>
                        <ns1:pt x="378" y="1051"/>
                      </ns1:cubicBezTo>
                      <ns1:cubicBezTo>
                        <ns1:pt x="382" y="1041"/>
                        <ns1:pt x="386" y="1031"/>
                        <ns1:pt x="390" y="1021"/>
                      </ns1:cubicBezTo>
                      <ns1:close/>
                      <ns1:moveTo>
                        <ns1:pt x="999" y="790"/>
                      </ns1:moveTo>
                      <ns1:cubicBezTo>
                        <ns1:pt x="999" y="790"/>
                        <ns1:pt x="999" y="789"/>
                        <ns1:pt x="999" y="789"/>
                      </ns1:cubicBezTo>
                      <ns1:cubicBezTo>
                        <ns1:pt x="1008" y="789"/>
                        <ns1:pt x="1016" y="790"/>
                        <ns1:pt x="1025" y="790"/>
                      </ns1:cubicBezTo>
                      <ns1:cubicBezTo>
                        <ns1:pt x="1035" y="791"/>
                        <ns1:pt x="1035" y="791"/>
                        <ns1:pt x="1039" y="780"/>
                      </ns1:cubicBezTo>
                      <ns1:cubicBezTo>
                        <ns1:pt x="1027" y="775"/>
                        <ns1:pt x="1015" y="769"/>
                        <ns1:pt x="1003" y="763"/>
                      </ns1:cubicBezTo>
                      <ns1:cubicBezTo>
                        <ns1:pt x="1001" y="765"/>
                        <ns1:pt x="1001" y="767"/>
                        <ns1:pt x="999" y="769"/>
                      </ns1:cubicBezTo>
                      <ns1:cubicBezTo>
                        <ns1:pt x="1009" y="774"/>
                        <ns1:pt x="1018" y="778"/>
                        <ns1:pt x="1026" y="782"/>
                      </ns1:cubicBezTo>
                      <ns1:cubicBezTo>
                        <ns1:pt x="1016" y="782"/>
                        <ns1:pt x="1006" y="782"/>
                        <ns1:pt x="997" y="782"/>
                      </ns1:cubicBezTo>
                      <ns1:cubicBezTo>
                        <ns1:pt x="995" y="782"/>
                        <ns1:pt x="993" y="783"/>
                        <ns1:pt x="992" y="784"/>
                      </ns1:cubicBezTo>
                      <ns1:cubicBezTo>
                        <ns1:pt x="991" y="787"/>
                        <ns1:pt x="990" y="790"/>
                        <ns1:pt x="988" y="793"/>
                      </ns1:cubicBezTo>
                      <ns1:cubicBezTo>
                        <ns1:pt x="1001" y="799"/>
                        <ns1:pt x="1013" y="804"/>
                        <ns1:pt x="1025" y="811"/>
                      </ns1:cubicBezTo>
                      <ns1:cubicBezTo>
                        <ns1:pt x="1026" y="808"/>
                        <ns1:pt x="1027" y="806"/>
                        <ns1:pt x="1028" y="804"/>
                      </ns1:cubicBezTo>
                      <ns1:cubicBezTo>
                        <ns1:pt x="1018" y="799"/>
                        <ns1:pt x="1009" y="794"/>
                        <ns1:pt x="999" y="790"/>
                      </ns1:cubicBezTo>
                      <ns1:close/>
                      <ns1:moveTo>
                        <ns1:pt x="529" y="70"/>
                      </ns1:moveTo>
                      <ns1:cubicBezTo>
                        <ns1:pt x="529" y="82"/>
                        <ns1:pt x="532" y="95"/>
                        <ns1:pt x="526" y="107"/>
                      </ns1:cubicBezTo>
                      <ns1:cubicBezTo>
                        <ns1:pt x="528" y="109"/>
                        <ns1:pt x="531" y="110"/>
                        <ns1:pt x="533" y="112"/>
                      </ns1:cubicBezTo>
                      <ns1:cubicBezTo>
                        <ns1:pt x="540" y="100"/>
                        <ns1:pt x="538" y="88"/>
                        <ns1:pt x="537" y="76"/>
                      </ns1:cubicBezTo>
                      <ns1:cubicBezTo>
                        <ns1:pt x="540" y="75"/>
                        <ns1:pt x="541" y="76"/>
                        <ns1:pt x="541" y="79"/>
                      </ns1:cubicBezTo>
                      <ns1:cubicBezTo>
                        <ns1:pt x="542" y="85"/>
                        <ns1:pt x="543" y="92"/>
                        <ns1:pt x="543" y="99"/>
                      </ns1:cubicBezTo>
                      <ns1:cubicBezTo>
                        <ns1:pt x="544" y="111"/>
                        <ns1:pt x="544" y="111"/>
                        <ns1:pt x="556" y="110"/>
                      </ns1:cubicBezTo>
                      <ns1:cubicBezTo>
                        <ns1:pt x="560" y="109"/>
                        <ns1:pt x="561" y="107"/>
                        <ns1:pt x="562" y="104"/>
                      </ns1:cubicBezTo>
                      <ns1:cubicBezTo>
                        <ns1:pt x="562" y="102"/>
                        <ns1:pt x="562" y="100"/>
                        <ns1:pt x="562" y="97"/>
                      </ns1:cubicBezTo>
                      <ns1:cubicBezTo>
                        <ns1:pt x="559" y="97"/>
                        <ns1:pt x="557" y="96"/>
                        <ns1:pt x="555" y="96"/>
                      </ns1:cubicBezTo>
                      <ns1:cubicBezTo>
                        <ns1:pt x="554" y="98"/>
                        <ns1:pt x="554" y="99"/>
                        <ns1:pt x="553" y="101"/>
                      </ns1:cubicBezTo>
                      <ns1:cubicBezTo>
                        <ns1:pt x="553" y="101"/>
                        <ns1:pt x="552" y="101"/>
                        <ns1:pt x="552" y="101"/>
                      </ns1:cubicBezTo>
                      <ns1:cubicBezTo>
                        <ns1:pt x="551" y="96"/>
                        <ns1:pt x="551" y="90"/>
                        <ns1:pt x="551" y="85"/>
                      </ns1:cubicBezTo>
                      <ns1:cubicBezTo>
                        <ns1:pt x="550" y="79"/>
                        <ns1:pt x="549" y="74"/>
                        <ns1:pt x="549" y="68"/>
                      </ns1:cubicBezTo>
                      <ns1:cubicBezTo>
                        <ns1:pt x="544" y="68"/>
                        <ns1:pt x="538" y="69"/>
                        <ns1:pt x="533" y="69"/>
                      </ns1:cubicBezTo>
                      <ns1:cubicBezTo>
                        <ns1:pt x="532" y="69"/>
                        <ns1:pt x="530" y="70"/>
                        <ns1:pt x="529" y="70"/>
                      </ns1:cubicBezTo>
                      <ns1:close/>
                      <ns1:moveTo>
                        <ns1:pt x="1028" y="732"/>
                      </ns1:moveTo>
                      <ns1:cubicBezTo>
                        <ns1:pt x="1022" y="729"/>
                        <ns1:pt x="1018" y="730"/>
                        <ns1:pt x="1015" y="734"/>
                      </ns1:cubicBezTo>
                      <ns1:cubicBezTo>
                        <ns1:pt x="1005" y="744"/>
                        <ns1:pt x="1007" y="758"/>
                        <ns1:pt x="1020" y="765"/>
                      </ns1:cubicBezTo>
                      <ns1:cubicBezTo>
                        <ns1:pt x="1023" y="766"/>
                        <ns1:pt x="1027" y="767"/>
                        <ns1:pt x="1030" y="768"/>
                      </ns1:cubicBezTo>
                      <ns1:cubicBezTo>
                        <ns1:pt x="1038" y="770"/>
                        <ns1:pt x="1045" y="767"/>
                        <ns1:pt x="1048" y="759"/>
                      </ns1:cubicBezTo>
                      <ns1:cubicBezTo>
                        <ns1:pt x="1051" y="755"/>
                        <ns1:pt x="1052" y="750"/>
                        <ns1:pt x="1053" y="745"/>
                      </ns1:cubicBezTo>
                      <ns1:cubicBezTo>
                        <ns1:pt x="1053" y="744"/>
                        <ns1:pt x="1053" y="741"/>
                        <ns1:pt x="1052" y="741"/>
                      </ns1:cubicBezTo>
                      <ns1:cubicBezTo>
                        <ns1:pt x="1046" y="739"/>
                        <ns1:pt x="1040" y="737"/>
                        <ns1:pt x="1034" y="734"/>
                      </ns1:cubicBezTo>
                      <ns1:cubicBezTo>
                        <ns1:pt x="1032" y="739"/>
                        <ns1:pt x="1031" y="744"/>
                        <ns1:pt x="1029" y="748"/>
                      </ns1:cubicBezTo>
                      <ns1:cubicBezTo>
                        <ns1:pt x="1032" y="749"/>
                        <ns1:pt x="1033" y="750"/>
                        <ns1:pt x="1035" y="751"/>
                      </ns1:cubicBezTo>
                      <ns1:cubicBezTo>
                        <ns1:pt x="1036" y="748"/>
                        <ns1:pt x="1037" y="746"/>
                        <ns1:pt x="1038" y="744"/>
                      </ns1:cubicBezTo>
                      <ns1:cubicBezTo>
                        <ns1:pt x="1041" y="745"/>
                        <ns1:pt x="1043" y="746"/>
                        <ns1:pt x="1046" y="747"/>
                      </ns1:cubicBezTo>
                      <ns1:cubicBezTo>
                        <ns1:pt x="1044" y="758"/>
                        <ns1:pt x="1040" y="762"/>
                        <ns1:pt x="1032" y="760"/>
                      </ns1:cubicBezTo>
                      <ns1:cubicBezTo>
                        <ns1:pt x="1028" y="759"/>
                        <ns1:pt x="1024" y="757"/>
                        <ns1:pt x="1020" y="755"/>
                      </ns1:cubicBezTo>
                      <ns1:cubicBezTo>
                        <ns1:pt x="1016" y="752"/>
                        <ns1:pt x="1015" y="748"/>
                        <ns1:pt x="1016" y="743"/>
                      </ns1:cubicBezTo>
                      <ns1:cubicBezTo>
                        <ns1:pt x="1018" y="739"/>
                        <ns1:pt x="1021" y="738"/>
                        <ns1:pt x="1025" y="739"/>
                      </ns1:cubicBezTo>
                      <ns1:cubicBezTo>
                        <ns1:pt x="1026" y="736"/>
                        <ns1:pt x="1027" y="734"/>
                        <ns1:pt x="1028" y="732"/>
                      </ns1:cubicBezTo>
                      <ns1:close/>
                      <ns1:moveTo>
                        <ns1:pt x="411" y="1063"/>
                      </ns1:moveTo>
                      <ns1:cubicBezTo>
                        <ns1:pt x="421" y="1065"/>
                        <ns1:pt x="431" y="1072"/>
                        <ns1:pt x="441" y="1063"/>
                      </ns1:cubicBezTo>
                      <ns1:cubicBezTo>
                        <ns1:pt x="447" y="1057"/>
                        <ns1:pt x="450" y="1043"/>
                        <ns1:pt x="447" y="1036"/>
                      </ns1:cubicBezTo>
                      <ns1:cubicBezTo>
                        <ns1:pt x="442" y="1026"/>
                        <ns1:pt x="431" y="1026"/>
                        <ns1:pt x="422" y="1024"/>
                      </ns1:cubicBezTo>
                      <ns1:cubicBezTo>
                        <ns1:pt x="419" y="1037"/>
                        <ns1:pt x="415" y="1050"/>
                        <ns1:pt x="411" y="1063"/>
                      </ns1:cubicBezTo>
                      <ns1:close/>
                      <ns1:moveTo>
                        <ns1:pt x="1067" y="542"/>
                      </ns1:moveTo>
                      <ns1:cubicBezTo>
                        <ns1:pt x="1067" y="541"/>
                        <ns1:pt x="1067" y="540"/>
                        <ns1:pt x="1067" y="539"/>
                      </ns1:cubicBezTo>
                      <ns1:cubicBezTo>
                        <ns1:pt x="1067" y="532"/>
                        <ns1:pt x="1067" y="532"/>
                        <ns1:pt x="1074" y="530"/>
                      </ns1:cubicBezTo>
                      <ns1:cubicBezTo>
                        <ns1:pt x="1077" y="530"/>
                        <ns1:pt x="1080" y="529"/>
                        <ns1:pt x="1082" y="529"/>
                      </ns1:cubicBezTo>
                      <ns1:cubicBezTo>
                        <ns1:pt x="1082" y="526"/>
                        <ns1:pt x="1082" y="523"/>
                        <ns1:pt x="1082" y="520"/>
                      </ns1:cubicBezTo>
                      <ns1:cubicBezTo>
                        <ns1:pt x="1075" y="523"/>
                        <ns1:pt x="1067" y="521"/>
                        <ns1:pt x="1062" y="529"/>
                      </ns1:cubicBezTo>
                      <ns1:cubicBezTo>
                        <ns1:pt x="1058" y="523"/>
                        <ns1:pt x="1054" y="522"/>
                        <ns1:pt x="1049" y="524"/>
                      </ns1:cubicBezTo>
                      <ns1:cubicBezTo>
                        <ns1:pt x="1044" y="525"/>
                        <ns1:pt x="1042" y="529"/>
                        <ns1:pt x="1042" y="535"/>
                      </ns1:cubicBezTo>
                      <ns1:cubicBezTo>
                        <ns1:pt x="1042" y="541"/>
                        <ns1:pt x="1043" y="546"/>
                        <ns1:pt x="1043" y="552"/>
                      </ns1:cubicBezTo>
                      <ns1:cubicBezTo>
                        <ns1:pt x="1057" y="551"/>
                        <ns1:pt x="1070" y="551"/>
                        <ns1:pt x="1084" y="550"/>
                      </ns1:cubicBezTo>
                      <ns1:cubicBezTo>
                        <ns1:pt x="1084" y="547"/>
                        <ns1:pt x="1084" y="544"/>
                        <ns1:pt x="1083" y="542"/>
                      </ns1:cubicBezTo>
                      <ns1:cubicBezTo>
                        <ns1:pt x="1078" y="542"/>
                        <ns1:pt x="1073" y="542"/>
                        <ns1:pt x="1067" y="542"/>
                      </ns1:cubicBezTo>
                      <ns1:close/>
                      <ns1:moveTo>
                        <ns1:pt x="106" y="805"/>
                      </ns1:moveTo>
                      <ns1:cubicBezTo>
                        <ns1:pt x="111" y="802"/>
                        <ns1:pt x="116" y="800"/>
                        <ns1:pt x="121" y="797"/>
                      </ns1:cubicBezTo>
                      <ns1:cubicBezTo>
                        <ns1:pt x="121" y="799"/>
                        <ns1:pt x="122" y="800"/>
                        <ns1:pt x="123" y="801"/>
                      </ns1:cubicBezTo>
                      <ns1:cubicBezTo>
                        <ns1:pt x="126" y="807"/>
                        <ns1:pt x="126" y="808"/>
                        <ns1:pt x="120" y="811"/>
                      </ns1:cubicBezTo>
                      <ns1:cubicBezTo>
                        <ns1:pt x="118" y="813"/>
                        <ns1:pt x="115" y="815"/>
                        <ns1:pt x="112" y="817"/>
                      </ns1:cubicBezTo>
                      <ns1:cubicBezTo>
                        <ns1:pt x="114" y="819"/>
                        <ns1:pt x="115" y="821"/>
                        <ns1:pt x="116" y="824"/>
                      </ns1:cubicBezTo>
                      <ns1:cubicBezTo>
                        <ns1:pt x="121" y="818"/>
                        <ns1:pt x="130" y="817"/>
                        <ns1:pt x="131" y="808"/>
                      </ns1:cubicBezTo>
                      <ns1:cubicBezTo>
                        <ns1:pt x="132" y="809"/>
                        <ns1:pt x="133" y="809"/>
                        <ns1:pt x="134" y="810"/>
                      </ns1:cubicBezTo>
                      <ns1:cubicBezTo>
                        <ns1:pt x="138" y="811"/>
                        <ns1:pt x="142" y="810"/>
                        <ns1:pt x="145" y="808"/>
                      </ns1:cubicBezTo>
                      <ns1:cubicBezTo>
                        <ns1:pt x="148" y="805"/>
                        <ns1:pt x="149" y="802"/>
                        <ns1:pt x="148" y="798"/>
                      </ns1:cubicBezTo>
                      <ns1:cubicBezTo>
                        <ns1:pt x="145" y="792"/>
                        <ns1:pt x="142" y="785"/>
                        <ns1:pt x="139" y="779"/>
                      </ns1:cubicBezTo>
                      <ns1:cubicBezTo>
                        <ns1:pt x="126" y="785"/>
                        <ns1:pt x="115" y="792"/>
                        <ns1:pt x="103" y="798"/>
                      </ns1:cubicBezTo>
                      <ns1:cubicBezTo>
                        <ns1:pt x="104" y="800"/>
                        <ns1:pt x="105" y="803"/>
                        <ns1:pt x="106" y="805"/>
                      </ns1:cubicBezTo>
                      <ns1:close/>
                      <ns1:moveTo>
                        <ns1:pt x="592" y="1066"/>
                      </ns1:moveTo>
                      <ns1:cubicBezTo>
                        <ns1:pt x="598" y="1061"/>
                        <ns1:pt x="599" y="1058"/>
                        <ns1:pt x="598" y="1053"/>
                      </ns1:cubicBezTo>
                      <ns1:cubicBezTo>
                        <ns1:pt x="597" y="1049"/>
                        <ns1:pt x="594" y="1046"/>
                        <ns1:pt x="590" y="1046"/>
                      </ns1:cubicBezTo>
                      <ns1:cubicBezTo>
                        <ns1:pt x="583" y="1045"/>
                        <ns1:pt x="576" y="1046"/>
                        <ns1:pt x="570" y="1046"/>
                      </ns1:cubicBezTo>
                      <ns1:cubicBezTo>
                        <ns1:pt x="570" y="1060"/>
                        <ns1:pt x="570" y="1073"/>
                        <ns1:pt x="570" y="1086"/>
                      </ns1:cubicBezTo>
                      <ns1:cubicBezTo>
                        <ns1:pt x="574" y="1086"/>
                        <ns1:pt x="576" y="1086"/>
                        <ns1:pt x="578" y="1086"/>
                      </ns1:cubicBezTo>
                      <ns1:cubicBezTo>
                        <ns1:pt x="578" y="1081"/>
                        <ns1:pt x="578" y="1076"/>
                        <ns1:pt x="578" y="1070"/>
                      </ns1:cubicBezTo>
                      <ns1:cubicBezTo>
                        <ns1:pt x="580" y="1070"/>
                        <ns1:pt x="581" y="1070"/>
                        <ns1:pt x="582" y="1070"/>
                      </ns1:cubicBezTo>
                      <ns1:cubicBezTo>
                        <ns1:pt x="589" y="1070"/>
                        <ns1:pt x="589" y="1070"/>
                        <ns1:pt x="590" y="1077"/>
                      </ns1:cubicBezTo>
                      <ns1:cubicBezTo>
                        <ns1:pt x="590" y="1080"/>
                        <ns1:pt x="591" y="1083"/>
                        <ns1:pt x="592" y="1086"/>
                      </ns1:cubicBezTo>
                      <ns1:cubicBezTo>
                        <ns1:pt x="595" y="1086"/>
                        <ns1:pt x="597" y="1086"/>
                        <ns1:pt x="600" y="1086"/>
                      </ns1:cubicBezTo>
                      <ns1:cubicBezTo>
                        <ns1:pt x="597" y="1069"/>
                        <ns1:pt x="597" y="1069"/>
                        <ns1:pt x="592" y="1066"/>
                      </ns1:cubicBezTo>
                      <ns1:close/>
                      <ns1:moveTo>
                        <ns1:pt x="167" y="833"/>
                      </ns1:moveTo>
                      <ns1:cubicBezTo>
                        <ns1:pt x="167" y="820"/>
                        <ns1:pt x="156" y="811"/>
                        <ns1:pt x="146" y="815"/>
                      </ns1:cubicBezTo>
                      <ns1:cubicBezTo>
                        <ns1:pt x="140" y="817"/>
                        <ns1:pt x="135" y="820"/>
                        <ns1:pt x="131" y="824"/>
                      </ns1:cubicBezTo>
                      <ns1:cubicBezTo>
                        <ns1:pt x="124" y="829"/>
                        <ns1:pt x="124" y="837"/>
                        <ns1:pt x="128" y="844"/>
                      </ns1:cubicBezTo>
                      <ns1:cubicBezTo>
                        <ns1:pt x="133" y="852"/>
                        <ns1:pt x="140" y="855"/>
                        <ns1:pt x="148" y="852"/>
                      </ns1:cubicBezTo>
                      <ns1:cubicBezTo>
                        <ns1:pt x="153" y="849"/>
                        <ns1:pt x="158" y="846"/>
                        <ns1:pt x="163" y="842"/>
                      </ns1:cubicBezTo>
                      <ns1:cubicBezTo>
                        <ns1:pt x="165" y="839"/>
                        <ns1:pt x="166" y="835"/>
                        <ns1:pt x="167" y="833"/>
                      </ns1:cubicBezTo>
                      <ns1:close/>
                      <ns1:moveTo>
                        <ns1:pt x="70" y="557"/>
                      </ns1:moveTo>
                      <ns1:cubicBezTo>
                        <ns1:pt x="67" y="558"/>
                        <ns1:pt x="63" y="558"/>
                        <ns1:pt x="60" y="559"/>
                      </ns1:cubicBezTo>
                      <ns1:cubicBezTo>
                        <ns1:pt x="53" y="562"/>
                        <ns1:pt x="49" y="567"/>
                        <ns1:pt x="49" y="575"/>
                      </ns1:cubicBezTo>
                      <ns1:cubicBezTo>
                        <ns1:pt x="49" y="584"/>
                        <ns1:pt x="53" y="589"/>
                        <ns1:pt x="60" y="591"/>
                      </ns1:cubicBezTo>
                      <ns1:cubicBezTo>
                        <ns1:pt x="67" y="594"/>
                        <ns1:pt x="74" y="593"/>
                        <ns1:pt x="81" y="591"/>
                      </ns1:cubicBezTo>
                      <ns1:cubicBezTo>
                        <ns1:pt x="89" y="588"/>
                        <ns1:pt x="93" y="581"/>
                        <ns1:pt x="91" y="573"/>
                      </ns1:cubicBezTo>
                      <ns1:cubicBezTo>
                        <ns1:pt x="90" y="563"/>
                        <ns1:pt x="82" y="558"/>
                        <ns1:pt x="70" y="557"/>
                      </ns1:cubicBezTo>
                      <ns1:close/>
                      <ns1:moveTo>
                        <ns1:pt x="80" y="640"/>
                      </ns1:moveTo>
                      <ns1:cubicBezTo>
                        <ns1:pt x="76" y="642"/>
                        <ns1:pt x="71" y="642"/>
                        <ns1:pt x="66" y="644"/>
                      </ns1:cubicBezTo>
                      <ns1:cubicBezTo>
                        <ns1:pt x="59" y="647"/>
                        <ns1:pt x="56" y="654"/>
                        <ns1:pt x="57" y="661"/>
                      </ns1:cubicBezTo>
                      <ns1:cubicBezTo>
                        <ns1:pt x="58" y="669"/>
                        <ns1:pt x="63" y="675"/>
                        <ns1:pt x="71" y="676"/>
                      </ns1:cubicBezTo>
                      <ns1:cubicBezTo>
                        <ns1:pt x="79" y="678"/>
                        <ns1:pt x="86" y="676"/>
                        <ns1:pt x="93" y="671"/>
                      </ns1:cubicBezTo>
                      <ns1:cubicBezTo>
                        <ns1:pt x="97" y="668"/>
                        <ns1:pt x="99" y="665"/>
                        <ns1:pt x="99" y="660"/>
                      </ns1:cubicBezTo>
                      <ns1:cubicBezTo>
                        <ns1:pt x="100" y="648"/>
                        <ns1:pt x="93" y="641"/>
                        <ns1:pt x="80" y="640"/>
                      </ns1:cubicBezTo>
                      <ns1:close/>
                      <ns1:moveTo>
                        <ns1:pt x="98" y="484"/>
                      </ns1:moveTo>
                      <ns1:cubicBezTo>
                        <ns1:pt x="84" y="482"/>
                        <ns1:pt x="71" y="480"/>
                        <ns1:pt x="57" y="478"/>
                      </ns1:cubicBezTo>
                      <ns1:cubicBezTo>
                        <ns1:pt x="57" y="481"/>
                        <ns1:pt x="57" y="483"/>
                        <ns1:pt x="56" y="486"/>
                      </ns1:cubicBezTo>
                      <ns1:cubicBezTo>
                        <ns1:pt x="62" y="487"/>
                        <ns1:pt x="68" y="488"/>
                        <ns1:pt x="74" y="489"/>
                      </ns1:cubicBezTo>
                      <ns1:cubicBezTo>
                        <ns1:pt x="73" y="493"/>
                        <ns1:pt x="72" y="498"/>
                        <ns1:pt x="72" y="502"/>
                      </ns1:cubicBezTo>
                      <ns1:cubicBezTo>
                        <ns1:pt x="66" y="502"/>
                        <ns1:pt x="60" y="501"/>
                        <ns1:pt x="54" y="500"/>
                      </ns1:cubicBezTo>
                      <ns1:cubicBezTo>
                        <ns1:pt x="54" y="503"/>
                        <ns1:pt x="53" y="505"/>
                        <ns1:pt x="53" y="508"/>
                      </ns1:cubicBezTo>
                      <ns1:cubicBezTo>
                        <ns1:pt x="67" y="510"/>
                        <ns1:pt x="80" y="512"/>
                        <ns1:pt x="93" y="514"/>
                      </ns1:cubicBezTo>
                      <ns1:cubicBezTo>
                        <ns1:pt x="94" y="511"/>
                        <ns1:pt x="94" y="508"/>
                        <ns1:pt x="95" y="506"/>
                      </ns1:cubicBezTo>
                      <ns1:cubicBezTo>
                        <ns1:pt x="89" y="505"/>
                        <ns1:pt x="84" y="504"/>
                        <ns1:pt x="79" y="503"/>
                      </ns1:cubicBezTo>
                      <ns1:cubicBezTo>
                        <ns1:pt x="79" y="499"/>
                        <ns1:pt x="80" y="494"/>
                        <ns1:pt x="81" y="490"/>
                      </ns1:cubicBezTo>
                      <ns1:cubicBezTo>
                        <ns1:pt x="86" y="490"/>
                        <ns1:pt x="91" y="491"/>
                        <ns1:pt x="97" y="492"/>
                      </ns1:cubicBezTo>
                      <ns1:cubicBezTo>
                        <ns1:pt x="97" y="489"/>
                        <ns1:pt x="97" y="487"/>
                        <ns1:pt x="98" y="484"/>
                      </ns1:cubicBezTo>
                      <ns1:close/>
                      <ns1:moveTo>
                        <ns1:pt x="640" y="1065"/>
                      </ns1:moveTo>
                      <ns1:cubicBezTo>
                        <ns1:pt x="639" y="1060"/>
                        <ns1:pt x="638" y="1055"/>
                        <ns1:pt x="636" y="1051"/>
                      </ns1:cubicBezTo>
                      <ns1:cubicBezTo>
                        <ns1:pt x="633" y="1044"/>
                        <ns1:pt x="627" y="1041"/>
                        <ns1:pt x="620" y="1042"/>
                      </ns1:cubicBezTo>
                      <ns1:cubicBezTo>
                        <ns1:pt x="612" y="1042"/>
                        <ns1:pt x="607" y="1047"/>
                        <ns1:pt x="605" y="1054"/>
                      </ns1:cubicBezTo>
                      <ns1:cubicBezTo>
                        <ns1:pt x="603" y="1061"/>
                        <ns1:pt x="603" y="1068"/>
                        <ns1:pt x="607" y="1075"/>
                      </ns1:cubicBezTo>
                      <ns1:cubicBezTo>
                        <ns1:pt x="609" y="1080"/>
                        <ns1:pt x="613" y="1083"/>
                        <ns1:pt x="619" y="1084"/>
                      </ns1:cubicBezTo>
                      <ns1:cubicBezTo>
                        <ns1:pt x="632" y="1085"/>
                        <ns1:pt x="639" y="1078"/>
                        <ns1:pt x="640" y="1065"/>
                      </ns1:cubicBezTo>
                      <ns1:close/>
                      <ns1:moveTo>
                        <ns1:pt x="70" y="517"/>
                      </ns1:moveTo>
                      <ns1:cubicBezTo>
                        <ns1:pt x="70" y="517"/>
                        <ns1:pt x="70" y="517"/>
                        <ns1:pt x="70" y="517"/>
                      </ns1:cubicBezTo>
                      <ns1:cubicBezTo>
                        <ns1:pt x="70" y="517"/>
                        <ns1:pt x="69" y="517"/>
                        <ns1:pt x="68" y="517"/>
                      </ns1:cubicBezTo>
                      <ns1:cubicBezTo>
                        <ns1:pt x="58" y="518"/>
                        <ns1:pt x="52" y="523"/>
                        <ns1:pt x="50" y="532"/>
                      </ns1:cubicBezTo>
                      <ns1:cubicBezTo>
                        <ns1:pt x="49" y="542"/>
                        <ns1:pt x="54" y="549"/>
                        <ns1:pt x="64" y="551"/>
                      </ns1:cubicBezTo>
                      <ns1:cubicBezTo>
                        <ns1:pt x="68" y="552"/>
                        <ns1:pt x="73" y="552"/>
                        <ns1:pt x="77" y="552"/>
                      </ns1:cubicBezTo>
                      <ns1:cubicBezTo>
                        <ns1:pt x="86" y="551"/>
                        <ns1:pt x="92" y="545"/>
                        <ns1:pt x="93" y="537"/>
                      </ns1:cubicBezTo>
                      <ns1:cubicBezTo>
                        <ns1:pt x="94" y="529"/>
                        <ns1:pt x="90" y="522"/>
                        <ns1:pt x="81" y="519"/>
                      </ns1:cubicBezTo>
                      <ns1:cubicBezTo>
                        <ns1:pt x="78" y="518"/>
                        <ns1:pt x="74" y="517"/>
                        <ns1:pt x="70" y="517"/>
                      </ns1:cubicBezTo>
                      <ns1:close/>
                      <ns1:moveTo>
                        <ns1:pt x="903" y="907"/>
                      </ns1:moveTo>
                      <ns1:cubicBezTo>
                        <ns1:pt x="913" y="917"/>
                        <ns1:pt x="923" y="926"/>
                        <ns1:pt x="933" y="935"/>
                      </ns1:cubicBezTo>
                      <ns1:cubicBezTo>
                        <ns1:pt x="935" y="933"/>
                        <ns1:pt x="936" y="932"/>
                        <ns1:pt x="938" y="930"/>
                      </ns1:cubicBezTo>
                      <ns1:cubicBezTo>
                        <ns1:pt x="934" y="925"/>
                        <ns1:pt x="930" y="921"/>
                        <ns1:pt x="925" y="917"/>
                      </ns1:cubicBezTo>
                      <ns1:cubicBezTo>
                        <ns1:pt x="928" y="914"/>
                        <ns1:pt x="932" y="910"/>
                        <ns1:pt x="935" y="907"/>
                      </ns1:cubicBezTo>
                      <ns1:cubicBezTo>
                        <ns1:pt x="939" y="911"/>
                        <ns1:pt x="943" y="915"/>
                        <ns1:pt x="948" y="919"/>
                      </ns1:cubicBezTo>
                      <ns1:cubicBezTo>
                        <ns1:pt x="950" y="917"/>
                        <ns1:pt x="951" y="916"/>
                        <ns1:pt x="953" y="914"/>
                      </ns1:cubicBezTo>
                      <ns1:cubicBezTo>
                        <ns1:pt x="943" y="904"/>
                        <ns1:pt x="933" y="895"/>
                        <ns1:pt x="923" y="886"/>
                      </ns1:cubicBezTo>
                      <ns1:cubicBezTo>
                        <ns1:pt x="921" y="888"/>
                        <ns1:pt x="920" y="889"/>
                        <ns1:pt x="918" y="891"/>
                      </ns1:cubicBezTo>
                      <ns1:cubicBezTo>
                        <ns1:pt x="922" y="895"/>
                        <ns1:pt x="926" y="899"/>
                        <ns1:pt x="930" y="903"/>
                      </ns1:cubicBezTo>
                      <ns1:cubicBezTo>
                        <ns1:pt x="926" y="906"/>
                        <ns1:pt x="923" y="909"/>
                        <ns1:pt x="920" y="913"/>
                      </ns1:cubicBezTo>
                      <ns1:cubicBezTo>
                        <ns1:pt x="916" y="909"/>
                        <ns1:pt x="912" y="905"/>
                        <ns1:pt x="908" y="902"/>
                      </ns1:cubicBezTo>
                      <ns1:cubicBezTo>
                        <ns1:pt x="906" y="904"/>
                        <ns1:pt x="905" y="905"/>
                        <ns1:pt x="903" y="907"/>
                      </ns1:cubicBezTo>
                      <ns1:close/>
                      <ns1:moveTo>
                        <ns1:pt x="1049" y="490"/>
                      </ns1:moveTo>
                      <ns1:cubicBezTo>
                        <ns1:pt x="1038" y="492"/>
                        <ns1:pt x="1035" y="501"/>
                        <ns1:pt x="1040" y="511"/>
                      </ns1:cubicBezTo>
                      <ns1:cubicBezTo>
                        <ns1:pt x="1043" y="516"/>
                        <ns1:pt x="1047" y="518"/>
                        <ns1:pt x="1053" y="518"/>
                      </ns1:cubicBezTo>
                      <ns1:cubicBezTo>
                        <ns1:pt x="1059" y="517"/>
                        <ns1:pt x="1061" y="513"/>
                        <ns1:pt x="1062" y="508"/>
                      </ns1:cubicBezTo>
                      <ns1:cubicBezTo>
                        <ns1:pt x="1063" y="505"/>
                        <ns1:pt x="1063" y="502"/>
                        <ns1:pt x="1064" y="500"/>
                      </ns1:cubicBezTo>
                      <ns1:cubicBezTo>
                        <ns1:pt x="1065" y="498"/>
                        <ns1:pt x="1067" y="495"/>
                        <ns1:pt x="1069" y="495"/>
                      </ns1:cubicBezTo>
                      <ns1:cubicBezTo>
                        <ns1:pt x="1071" y="496"/>
                        <ns1:pt x="1073" y="498"/>
                        <ns1:pt x="1074" y="500"/>
                      </ns1:cubicBezTo>
                      <ns1:cubicBezTo>
                        <ns1:pt x="1076" y="505"/>
                        <ns1:pt x="1072" y="508"/>
                        <ns1:pt x="1068" y="509"/>
                      </ns1:cubicBezTo>
                      <ns1:cubicBezTo>
                        <ns1:pt x="1068" y="512"/>
                        <ns1:pt x="1068" y="514"/>
                        <ns1:pt x="1069" y="516"/>
                      </ns1:cubicBezTo>
                      <ns1:cubicBezTo>
                        <ns1:pt x="1079" y="515"/>
                        <ns1:pt x="1082" y="509"/>
                        <ns1:pt x="1080" y="499"/>
                      </ns1:cubicBezTo>
                      <ns1:cubicBezTo>
                        <ns1:pt x="1078" y="490"/>
                        <ns1:pt x="1073" y="486"/>
                        <ns1:pt x="1066" y="487"/>
                      </ns1:cubicBezTo>
                      <ns1:cubicBezTo>
                        <ns1:pt x="1060" y="487"/>
                        <ns1:pt x="1056" y="492"/>
                        <ns1:pt x="1055" y="500"/>
                      </ns1:cubicBezTo>
                      <ns1:cubicBezTo>
                        <ns1:pt x="1055" y="502"/>
                        <ns1:pt x="1055" y="504"/>
                        <ns1:pt x="1054" y="506"/>
                      </ns1:cubicBezTo>
                      <ns1:cubicBezTo>
                        <ns1:pt x="1053" y="508"/>
                        <ns1:pt x="1051" y="509"/>
                        <ns1:pt x="1050" y="509"/>
                      </ns1:cubicBezTo>
                      <ns1:cubicBezTo>
                        <ns1:pt x="1048" y="509"/>
                        <ns1:pt x="1046" y="507"/>
                        <ns1:pt x="1045" y="506"/>
                      </ns1:cubicBezTo>
                      <ns1:cubicBezTo>
                        <ns1:pt x="1043" y="501"/>
                        <ns1:pt x="1046" y="499"/>
                        <ns1:pt x="1050" y="497"/>
                      </ns1:cubicBezTo>
                      <ns1:cubicBezTo>
                        <ns1:pt x="1049" y="495"/>
                        <ns1:pt x="1049" y="492"/>
                        <ns1:pt x="1049" y="490"/>
                      </ns1:cubicBezTo>
                      <ns1:close/>
                      <ns1:moveTo>
                        <ns1:pt x="297" y="996"/>
                      </ns1:moveTo>
                      <ns1:cubicBezTo>
                        <ns1:pt x="292" y="1003"/>
                        <ns1:pt x="293" y="1008"/>
                        <ns1:pt x="300" y="1013"/>
                      </ns1:cubicBezTo>
                      <ns1:cubicBezTo>
                        <ns1:pt x="303" y="1015"/>
                        <ns1:pt x="305" y="1016"/>
                        <ns1:pt x="308" y="1017"/>
                      </ns1:cubicBezTo>
                      <ns1:cubicBezTo>
                        <ns1:pt x="314" y="1018"/>
                        <ns1:pt x="318" y="1017"/>
                        <ns1:pt x="322" y="1012"/>
                      </ns1:cubicBezTo>
                      <ns1:cubicBezTo>
                        <ns1:pt x="325" y="1007"/>
                        <ns1:pt x="324" y="1003"/>
                        <ns1:pt x="320" y="998"/>
                      </ns1:cubicBezTo>
                      <ns1:cubicBezTo>
                        <ns1:pt x="318" y="996"/>
                        <ns1:pt x="316" y="994"/>
                        <ns1:pt x="314" y="991"/>
                      </ns1:cubicBezTo>
                      <ns1:cubicBezTo>
                        <ns1:pt x="313" y="990"/>
                        <ns1:pt x="313" y="987"/>
                        <ns1:pt x="314" y="985"/>
                      </ns1:cubicBezTo>
                      <ns1:cubicBezTo>
                        <ns1:pt x="315" y="984"/>
                        <ns1:pt x="318" y="983"/>
                        <ns1:pt x="319" y="983"/>
                      </ns1:cubicBezTo>
                      <ns1:cubicBezTo>
                        <ns1:pt x="321" y="984"/>
                        <ns1:pt x="324" y="987"/>
                        <ns1:pt x="324" y="988"/>
                      </ns1:cubicBezTo>
                      <ns1:cubicBezTo>
                        <ns1:pt x="323" y="994"/>
                        <ns1:pt x="327" y="994"/>
                        <ns1:pt x="329" y="996"/>
                      </ns1:cubicBezTo>
                      <ns1:cubicBezTo>
                        <ns1:pt x="335" y="988"/>
                        <ns1:pt x="329" y="979"/>
                        <ns1:pt x="320" y="977"/>
                      </ns1:cubicBezTo>
                      <ns1:cubicBezTo>
                        <ns1:pt x="314" y="975"/>
                        <ns1:pt x="309" y="977"/>
                        <ns1:pt x="306" y="982"/>
                      </ns1:cubicBezTo>
                      <ns1:cubicBezTo>
                        <ns1:pt x="303" y="986"/>
                        <ns1:pt x="303" y="990"/>
                        <ns1:pt x="307" y="996"/>
                      </ns1:cubicBezTo>
                      <ns1:cubicBezTo>
                        <ns1:pt x="309" y="998"/>
                        <ns1:pt x="311" y="999"/>
                        <ns1:pt x="313" y="1002"/>
                      </ns1:cubicBezTo>
                      <ns1:cubicBezTo>
                        <ns1:pt x="314" y="1004"/>
                        <ns1:pt x="314" y="1007"/>
                        <ns1:pt x="313" y="1009"/>
                      </ns1:cubicBezTo>
                      <ns1:cubicBezTo>
                        <ns1:pt x="312" y="1012"/>
                        <ns1:pt x="309" y="1011"/>
                        <ns1:pt x="306" y="1010"/>
                      </ns1:cubicBezTo>
                      <ns1:cubicBezTo>
                        <ns1:pt x="301" y="1007"/>
                        <ns1:pt x="301" y="1004"/>
                        <ns1:pt x="303" y="999"/>
                      </ns1:cubicBezTo>
                      <ns1:cubicBezTo>
                        <ns1:pt x="301" y="998"/>
                        <ns1:pt x="299" y="997"/>
                        <ns1:pt x="297" y="996"/>
                      </ns1:cubicBezTo>
                      <ns1:close/>
                      <ns1:moveTo>
                        <ns1:pt x="95" y="442"/>
                      </ns1:moveTo>
                      <ns1:cubicBezTo>
                        <ns1:pt x="105" y="445"/>
                        <ns1:pt x="112" y="439"/>
                        <ns1:pt x="112" y="428"/>
                      </ns1:cubicBezTo>
                      <ns1:cubicBezTo>
                        <ns1:pt x="112" y="422"/>
                        <ns1:pt x="108" y="418"/>
                        <ns1:pt x="103" y="416"/>
                      </ns1:cubicBezTo>
                      <ns1:cubicBezTo>
                        <ns1:pt x="98" y="414"/>
                        <ns1:pt x="94" y="416"/>
                        <ns1:pt x="90" y="421"/>
                      </ns1:cubicBezTo>
                      <ns1:cubicBezTo>
                        <ns1:pt x="88" y="423"/>
                        <ns1:pt x="87" y="426"/>
                        <ns1:pt x="85" y="429"/>
                      </ns1:cubicBezTo>
                      <ns1:cubicBezTo>
                        <ns1:pt x="83" y="430"/>
                        <ns1:pt x="81" y="430"/>
                        <ns1:pt x="79" y="430"/>
                      </ns1:cubicBezTo>
                      <ns1:cubicBezTo>
                        <ns1:pt x="78" y="429"/>
                        <ns1:pt x="77" y="427"/>
                        <ns1:pt x="76" y="425"/>
                      </ns1:cubicBezTo>
                      <ns1:cubicBezTo>
                        <ns1:pt x="76" y="420"/>
                        <ns1:pt x="79" y="418"/>
                        <ns1:pt x="86" y="417"/>
                      </ns1:cubicBezTo>
                      <ns1:cubicBezTo>
                        <ns1:pt x="86" y="415"/>
                        <ns1:pt x="87" y="413"/>
                        <ns1:pt x="88" y="410"/>
                      </ns1:cubicBezTo>
                      <ns1:cubicBezTo>
                        <ns1:pt x="80" y="409"/>
                        <ns1:pt x="76" y="410"/>
                        <ns1:pt x="73" y="415"/>
                      </ns1:cubicBezTo>
                      <ns1:cubicBezTo>
                        <ns1:pt x="72" y="419"/>
                        <ns1:pt x="70" y="423"/>
                        <ns1:pt x="70" y="427"/>
                      </ns1:cubicBezTo>
                      <ns1:cubicBezTo>
                        <ns1:pt x="70" y="433"/>
                        <ns1:pt x="73" y="437"/>
                        <ns1:pt x="79" y="439"/>
                      </ns1:cubicBezTo>
                      <ns1:cubicBezTo>
                        <ns1:pt x="84" y="441"/>
                        <ns1:pt x="88" y="438"/>
                        <ns1:pt x="91" y="434"/>
                      </ns1:cubicBezTo>
                      <ns1:cubicBezTo>
                        <ns1:pt x="93" y="432"/>
                        <ns1:pt x="94" y="429"/>
                        <ns1:pt x="96" y="427"/>
                      </ns1:cubicBezTo>
                      <ns1:cubicBezTo>
                        <ns1:pt x="97" y="425"/>
                        <ns1:pt x="100" y="424"/>
                        <ns1:pt x="102" y="425"/>
                      </ns1:cubicBezTo>
                      <ns1:cubicBezTo>
                        <ns1:pt x="103" y="425"/>
                        <ns1:pt x="105" y="428"/>
                        <ns1:pt x="105" y="429"/>
                      </ns1:cubicBezTo>
                      <ns1:cubicBezTo>
                        <ns1:pt x="105" y="431"/>
                        <ns1:pt x="103" y="435"/>
                        <ns1:pt x="101" y="435"/>
                      </ns1:cubicBezTo>
                      <ns1:cubicBezTo>
                        <ns1:pt x="96" y="435"/>
                        <ns1:pt x="96" y="439"/>
                        <ns1:pt x="95" y="442"/>
                      </ns1:cubicBezTo>
                      <ns1:close/>
                      <ns1:moveTo>
                        <ns1:pt x="532" y="1056"/>
                      </ns1:moveTo>
                      <ns1:cubicBezTo>
                        <ns1:pt x="532" y="1048"/>
                        <ns1:pt x="529" y="1045"/>
                        <ns1:pt x="523" y="1043"/>
                      </ns1:cubicBezTo>
                      <ns1:cubicBezTo>
                        <ns1:pt x="515" y="1041"/>
                        <ns1:pt x="507" y="1044"/>
                        <ns1:pt x="505" y="1051"/>
                      </ns1:cubicBezTo>
                      <ns1:cubicBezTo>
                        <ns1:pt x="503" y="1058"/>
                        <ns1:pt x="505" y="1063"/>
                        <ns1:pt x="514" y="1066"/>
                      </ns1:cubicBezTo>
                      <ns1:cubicBezTo>
                        <ns1:pt x="516" y="1067"/>
                        <ns1:pt x="519" y="1068"/>
                        <ns1:pt x="520" y="1069"/>
                      </ns1:cubicBezTo>
                      <ns1:cubicBezTo>
                        <ns1:pt x="522" y="1070"/>
                        <ns1:pt x="523" y="1073"/>
                        <ns1:pt x="522" y="1075"/>
                      </ns1:cubicBezTo>
                      <ns1:cubicBezTo>
                        <ns1:pt x="522" y="1076"/>
                        <ns1:pt x="520" y="1078"/>
                        <ns1:pt x="518" y="1078"/>
                      </ns1:cubicBezTo>
                      <ns1:cubicBezTo>
                        <ns1:pt x="513" y="1079"/>
                        <ns1:pt x="510" y="1077"/>
                        <ns1:pt x="509" y="1070"/>
                      </ns1:cubicBezTo>
                      <ns1:cubicBezTo>
                        <ns1:pt x="507" y="1070"/>
                        <ns1:pt x="504" y="1070"/>
                        <ns1:pt x="502" y="1069"/>
                      </ns1:cubicBezTo>
                      <ns1:cubicBezTo>
                        <ns1:pt x="501" y="1077"/>
                        <ns1:pt x="503" y="1081"/>
                        <ns1:pt x="509" y="1083"/>
                      </ns1:cubicBezTo>
                      <ns1:cubicBezTo>
                        <ns1:pt x="513" y="1084"/>
                        <ns1:pt x="516" y="1084"/>
                        <ns1:pt x="520" y="1084"/>
                      </ns1:cubicBezTo>
                      <ns1:cubicBezTo>
                        <ns1:pt x="527" y="1083"/>
                        <ns1:pt x="531" y="1079"/>
                        <ns1:pt x="531" y="1073"/>
                      </ns1:cubicBezTo>
                      <ns1:cubicBezTo>
                        <ns1:pt x="532" y="1068"/>
                        <ns1:pt x="529" y="1064"/>
                        <ns1:pt x="523" y="1061"/>
                      </ns1:cubicBezTo>
                      <ns1:cubicBezTo>
                        <ns1:pt x="520" y="1060"/>
                        <ns1:pt x="517" y="1059"/>
                        <ns1:pt x="515" y="1058"/>
                      </ns1:cubicBezTo>
                      <ns1:cubicBezTo>
                        <ns1:pt x="514" y="1057"/>
                        <ns1:pt x="513" y="1054"/>
                        <ns1:pt x="513" y="1053"/>
                      </ns1:cubicBezTo>
                      <ns1:cubicBezTo>
                        <ns1:pt x="514" y="1051"/>
                        <ns1:pt x="516" y="1049"/>
                        <ns1:pt x="517" y="1049"/>
                      </ns1:cubicBezTo>
                      <ns1:cubicBezTo>
                        <ns1:pt x="522" y="1048"/>
                        <ns1:pt x="524" y="1051"/>
                        <ns1:pt x="525" y="1056"/>
                      </ns1:cubicBezTo>
                      <ns1:cubicBezTo>
                        <ns1:pt x="527" y="1056"/>
                        <ns1:pt x="529" y="1056"/>
                        <ns1:pt x="532" y="1056"/>
                      </ns1:cubicBezTo>
                      <ns1:close/>
                      <ns1:moveTo>
                        <ns1:pt x="834" y="997"/>
                      </ns1:moveTo>
                      <ns1:cubicBezTo>
                        <ns1:pt x="838" y="1001"/>
                        <ns1:pt x="841" y="1004"/>
                        <ns1:pt x="846" y="1004"/>
                      </ns1:cubicBezTo>
                      <ns1:cubicBezTo>
                        <ns1:pt x="852" y="1002"/>
                        <ns1:pt x="857" y="999"/>
                        <ns1:pt x="861" y="993"/>
                      </ns1:cubicBezTo>
                      <ns1:cubicBezTo>
                        <ns1:pt x="863" y="988"/>
                        <ns1:pt x="862" y="984"/>
                        <ns1:pt x="859" y="980"/>
                      </ns1:cubicBezTo>
                      <ns1:cubicBezTo>
                        <ns1:pt x="856" y="976"/>
                        <ns1:pt x="852" y="976"/>
                        <ns1:pt x="848" y="977"/>
                      </ns1:cubicBezTo>
                      <ns1:cubicBezTo>
                        <ns1:pt x="845" y="977"/>
                        <ns1:pt x="842" y="979"/>
                        <ns1:pt x="838" y="979"/>
                      </ns1:cubicBezTo>
                      <ns1:cubicBezTo>
                        <ns1:pt x="836" y="980"/>
                        <ns1:pt x="833" y="978"/>
                        <ns1:pt x="833" y="977"/>
                      </ns1:cubicBezTo>
                      <ns1:cubicBezTo>
                        <ns1:pt x="832" y="975"/>
                        <ns1:pt x="833" y="972"/>
                        <ns1:pt x="834" y="971"/>
                      </ns1:cubicBezTo>
                      <ns1:cubicBezTo>
                        <ns1:pt x="837" y="967"/>
                        <ns1:pt x="841" y="969"/>
                        <ns1:pt x="844" y="971"/>
                      </ns1:cubicBezTo>
                      <ns1:cubicBezTo>
                        <ns1:pt x="846" y="970"/>
                        <ns1:pt x="847" y="969"/>
                        <ns1:pt x="849" y="967"/>
                      </ns1:cubicBezTo>
                      <ns1:cubicBezTo>
                        <ns1:pt x="844" y="961"/>
                        <ns1:pt x="838" y="960"/>
                        <ns1:pt x="832" y="964"/>
                      </ns1:cubicBezTo>
                      <ns1:cubicBezTo>
                        <ns1:pt x="825" y="968"/>
                        <ns1:pt x="823" y="975"/>
                        <ns1:pt x="826" y="981"/>
                      </ns1:cubicBezTo>
                      <ns1:cubicBezTo>
                        <ns1:pt x="828" y="988"/>
                        <ns1:pt x="833" y="989"/>
                        <ns1:pt x="841" y="987"/>
                      </ns1:cubicBezTo>
                      <ns1:cubicBezTo>
                        <ns1:pt x="843" y="986"/>
                        <ns1:pt x="845" y="985"/>
                        <ns1:pt x="847" y="985"/>
                      </ns1:cubicBezTo>
                      <ns1:cubicBezTo>
                        <ns1:pt x="849" y="985"/>
                        <ns1:pt x="853" y="986"/>
                        <ns1:pt x="853" y="987"/>
                      </ns1:cubicBezTo>
                      <ns1:cubicBezTo>
                        <ns1:pt x="854" y="989"/>
                        <ns1:pt x="853" y="992"/>
                        <ns1:pt x="852" y="994"/>
                      </ns1:cubicBezTo>
                      <ns1:cubicBezTo>
                        <ns1:pt x="849" y="998"/>
                        <ns1:pt x="846" y="997"/>
                        <ns1:pt x="841" y="993"/>
                      </ns1:cubicBezTo>
                      <ns1:cubicBezTo>
                        <ns1:pt x="839" y="994"/>
                        <ns1:pt x="837" y="996"/>
                        <ns1:pt x="834" y="997"/>
                      </ns1:cubicBezTo>
                      <ns1:close/>
                      <ns1:moveTo>
                        <ns1:pt x="1023" y="708"/>
                      </ns1:moveTo>
                      <ns1:cubicBezTo>
                        <ns1:pt x="1032" y="710"/>
                        <ns1:pt x="1041" y="713"/>
                        <ns1:pt x="1049" y="715"/>
                      </ns1:cubicBezTo>
                      <ns1:cubicBezTo>
                        <ns1:pt x="1058" y="717"/>
                        <ns1:pt x="1064" y="712"/>
                        <ns1:pt x="1067" y="704"/>
                      </ns1:cubicBezTo>
                      <ns1:cubicBezTo>
                        <ns1:pt x="1070" y="694"/>
                        <ns1:pt x="1067" y="687"/>
                        <ns1:pt x="1058" y="684"/>
                      </ns1:cubicBezTo>
                      <ns1:cubicBezTo>
                        <ns1:pt x="1050" y="681"/>
                        <ns1:pt x="1041" y="679"/>
                        <ns1:pt x="1031" y="677"/>
                      </ns1:cubicBezTo>
                      <ns1:cubicBezTo>
                        <ns1:pt x="1031" y="679"/>
                        <ns1:pt x="1030" y="682"/>
                        <ns1:pt x="1029" y="684"/>
                      </ns1:cubicBezTo>
                      <ns1:cubicBezTo>
                        <ns1:pt x="1032" y="685"/>
                        <ns1:pt x="1034" y="686"/>
                        <ns1:pt x="1036" y="686"/>
                      </ns1:cubicBezTo>
                      <ns1:cubicBezTo>
                        <ns1:pt x="1043" y="688"/>
                        <ns1:pt x="1050" y="690"/>
                        <ns1:pt x="1057" y="692"/>
                      </ns1:cubicBezTo>
                      <ns1:cubicBezTo>
                        <ns1:pt x="1061" y="694"/>
                        <ns1:pt x="1063" y="697"/>
                        <ns1:pt x="1061" y="702"/>
                      </ns1:cubicBezTo>
                      <ns1:cubicBezTo>
                        <ns1:pt x="1060" y="706"/>
                        <ns1:pt x="1057" y="708"/>
                        <ns1:pt x="1052" y="707"/>
                      </ns1:cubicBezTo>
                      <ns1:cubicBezTo>
                        <ns1:pt x="1050" y="707"/>
                        <ns1:pt x="1048" y="706"/>
                        <ns1:pt x="1047" y="706"/>
                      </ns1:cubicBezTo>
                      <ns1:cubicBezTo>
                        <ns1:pt x="1040" y="704"/>
                        <ns1:pt x="1032" y="702"/>
                        <ns1:pt x="1025" y="700"/>
                      </ns1:cubicBezTo>
                      <ns1:cubicBezTo>
                        <ns1:pt x="1024" y="703"/>
                        <ns1:pt x="1024" y="705"/>
                        <ns1:pt x="1023" y="708"/>
                      </ns1:cubicBezTo>
                      <ns1:close/>
                      <ns1:moveTo>
                        <ns1:pt x="223" y="899"/>
                      </ns1:moveTo>
                      <ns1:cubicBezTo>
                        <ns1:pt x="224" y="900"/>
                        <ns1:pt x="224" y="900"/>
                        <ns1:pt x="224" y="901"/>
                      </ns1:cubicBezTo>
                      <ns1:cubicBezTo>
                        <ns1:pt x="217" y="907"/>
                        <ns1:pt x="210" y="912"/>
                        <ns1:pt x="204" y="919"/>
                      </ns1:cubicBezTo>
                      <ns1:cubicBezTo>
                        <ns1:pt x="198" y="925"/>
                        <ns1:pt x="199" y="933"/>
                        <ns1:pt x="205" y="940"/>
                      </ns1:cubicBezTo>
                      <ns1:cubicBezTo>
                        <ns1:pt x="212" y="947"/>
                        <ns1:pt x="220" y="947"/>
                        <ns1:pt x="227" y="941"/>
                      </ns1:cubicBezTo>
                      <ns1:cubicBezTo>
                        <ns1:pt x="233" y="935"/>
                        <ns1:pt x="240" y="929"/>
                        <ns1:pt x="246" y="923"/>
                      </ns1:cubicBezTo>
                      <ns1:cubicBezTo>
                        <ns1:pt x="244" y="920"/>
                        <ns1:pt x="242" y="918"/>
                        <ns1:pt x="240" y="916"/>
                      </ns1:cubicBezTo>
                      <ns1:cubicBezTo>
                        <ns1:pt x="239" y="917"/>
                        <ns1:pt x="238" y="919"/>
                        <ns1:pt x="237" y="920"/>
                      </ns1:cubicBezTo>
                      <ns1:cubicBezTo>
                        <ns1:pt x="232" y="925"/>
                        <ns1:pt x="227" y="930"/>
                        <ns1:pt x="222" y="934"/>
                      </ns1:cubicBezTo>
                      <ns1:cubicBezTo>
                        <ns1:pt x="217" y="939"/>
                        <ns1:pt x="213" y="939"/>
                        <ns1:pt x="210" y="936"/>
                      </ns1:cubicBezTo>
                      <ns1:cubicBezTo>
                        <ns1:pt x="206" y="932"/>
                        <ns1:pt x="206" y="928"/>
                        <ns1:pt x="211" y="923"/>
                      </ns1:cubicBezTo>
                      <ns1:cubicBezTo>
                        <ns1:pt x="212" y="922"/>
                        <ns1:pt x="214" y="920"/>
                        <ns1:pt x="215" y="918"/>
                      </ns1:cubicBezTo>
                      <ns1:cubicBezTo>
                        <ns1:pt x="220" y="914"/>
                        <ns1:pt x="224" y="909"/>
                        <ns1:pt x="228" y="905"/>
                      </ns1:cubicBezTo>
                      <ns1:cubicBezTo>
                        <ns1:pt x="226" y="903"/>
                        <ns1:pt x="225" y="901"/>
                        <ns1:pt x="223" y="899"/>
                      </ns1:cubicBezTo>
                      <ns1:close/>
                      <ns1:moveTo>
                        <ns1:pt x="938" y="209"/>
                      </ns1:moveTo>
                      <ns1:cubicBezTo>
                        <ns1:pt x="940" y="206"/>
                        <ns1:pt x="941" y="204"/>
                        <ns1:pt x="942" y="201"/>
                      </ns1:cubicBezTo>
                      <ns1:cubicBezTo>
                        <ns1:pt x="940" y="199"/>
                        <ns1:pt x="937" y="197"/>
                        <ns1:pt x="935" y="195"/>
                      </ns1:cubicBezTo>
                      <ns1:cubicBezTo>
                        <ns1:pt x="934" y="198"/>
                        <ns1:pt x="933" y="200"/>
                        <ns1:pt x="931" y="202"/>
                      </ns1:cubicBezTo>
                      <ns1:cubicBezTo>
                        <ns1:pt x="927" y="198"/>
                        <ns1:pt x="924" y="195"/>
                        <ns1:pt x="920" y="191"/>
                      </ns1:cubicBezTo>
                      <ns1:cubicBezTo>
                        <ns1:pt x="916" y="195"/>
                        <ns1:pt x="913" y="198"/>
                        <ns1:pt x="910" y="201"/>
                      </ns1:cubicBezTo>
                      <ns1:cubicBezTo>
                        <ns1:pt x="911" y="203"/>
                        <ns1:pt x="912" y="204"/>
                        <ns1:pt x="913" y="205"/>
                      </ns1:cubicBezTo>
                      <ns1:cubicBezTo>
                        <ns1:pt x="911" y="206"/>
                        <ns1:pt x="910" y="207"/>
                        <ns1:pt x="910" y="208"/>
                      </ns1:cubicBezTo>
                      <ns1:cubicBezTo>
                        <ns1:pt x="917" y="215"/>
                        <ns1:pt x="924" y="223"/>
                        <ns1:pt x="931" y="230"/>
                      </ns1:cubicBezTo>
                      <ns1:cubicBezTo>
                        <ns1:pt x="933" y="229"/>
                        <ns1:pt x="934" y="228"/>
                        <ns1:pt x="935" y="226"/>
                      </ns1:cubicBezTo>
                      <ns1:cubicBezTo>
                        <ns1:pt x="936" y="227"/>
                        <ns1:pt x="938" y="228"/>
                        <ns1:pt x="939" y="229"/>
                      </ns1:cubicBezTo>
                      <ns1:cubicBezTo>
                        <ns1:pt x="942" y="226"/>
                        <ns1:pt x="945" y="222"/>
                        <ns1:pt x="949" y="219"/>
                      </ns1:cubicBezTo>
                      <ns1:cubicBezTo>
                        <ns1:pt x="945" y="215"/>
                        <ns1:pt x="941" y="212"/>
                        <ns1:pt x="938" y="209"/>
                      </ns1:cubicBezTo>
                      <ns1:close/>
                      <ns1:moveTo>
                        <ns1:pt x="738" y="1014"/>
                      </ns1:moveTo>
                      <ns1:cubicBezTo>
                        <ns1:pt x="738" y="1016"/>
                        <ns1:pt x="739" y="1017"/>
                        <ns1:pt x="739" y="1019"/>
                      </ns1:cubicBezTo>
                      <ns1:cubicBezTo>
                        <ns1:pt x="742" y="1026"/>
                        <ns1:pt x="744" y="1033"/>
                        <ns1:pt x="747" y="1040"/>
                      </ns1:cubicBezTo>
                      <ns1:cubicBezTo>
                        <ns1:pt x="748" y="1045"/>
                        <ns1:pt x="747" y="1048"/>
                        <ns1:pt x="742" y="1050"/>
                      </ns1:cubicBezTo>
                      <ns1:cubicBezTo>
                        <ns1:pt x="737" y="1052"/>
                        <ns1:pt x="734" y="1051"/>
                        <ns1:pt x="732" y="1045"/>
                      </ns1:cubicBezTo>
                      <ns1:cubicBezTo>
                        <ns1:pt x="731" y="1044"/>
                        <ns1:pt x="731" y="1042"/>
                        <ns1:pt x="730" y="1040"/>
                      </ns1:cubicBezTo>
                      <ns1:cubicBezTo>
                        <ns1:pt x="727" y="1034"/>
                        <ns1:pt x="725" y="1027"/>
                        <ns1:pt x="722" y="1020"/>
                      </ns1:cubicBezTo>
                      <ns1:cubicBezTo>
                        <ns1:pt x="719" y="1021"/>
                        <ns1:pt x="717" y="1022"/>
                        <ns1:pt x="715" y="1023"/>
                      </ns1:cubicBezTo>
                      <ns1:cubicBezTo>
                        <ns1:pt x="718" y="1031"/>
                        <ns1:pt x="721" y="1040"/>
                        <ns1:pt x="725" y="1049"/>
                      </ns1:cubicBezTo>
                      <ns1:cubicBezTo>
                        <ns1:pt x="728" y="1056"/>
                        <ns1:pt x="735" y="1059"/>
                        <ns1:pt x="743" y="1056"/>
                      </ns1:cubicBezTo>
                      <ns1:cubicBezTo>
                        <ns1:pt x="751" y="1054"/>
                        <ns1:pt x="757" y="1048"/>
                        <ns1:pt x="755" y="1040"/>
                      </ns1:cubicBezTo>
                      <ns1:cubicBezTo>
                        <ns1:pt x="752" y="1031"/>
                        <ns1:pt x="749" y="1021"/>
                        <ns1:pt x="745" y="1011"/>
                      </ns1:cubicBezTo>
                      <ns1:cubicBezTo>
                        <ns1:pt x="742" y="1012"/>
                        <ns1:pt x="740" y="1013"/>
                        <ns1:pt x="738" y="1014"/>
                      </ns1:cubicBezTo>
                      <ns1:close/>
                      <ns1:moveTo>
                        <ns1:pt x="639" y="72"/>
                      </ns1:moveTo>
                      <ns1:cubicBezTo>
                        <ns1:pt x="639" y="67"/>
                        <ns1:pt x="640" y="62"/>
                        <ns1:pt x="640" y="57"/>
                      </ns1:cubicBezTo>
                      <ns1:cubicBezTo>
                        <ns1:pt x="633" y="56"/>
                        <ns1:pt x="625" y="55"/>
                        <ns1:pt x="618" y="55"/>
                      </ns1:cubicBezTo>
                      <ns1:cubicBezTo>
                        <ns1:pt x="618" y="52"/>
                        <ns1:pt x="617" y="50"/>
                        <ns1:pt x="617" y="47"/>
                      </ns1:cubicBezTo>
                      <ns1:cubicBezTo>
                        <ns1:pt x="613" y="47"/>
                        <ns1:pt x="610" y="47"/>
                        <ns1:pt x="606" y="47"/>
                      </ns1:cubicBezTo>
                      <ns1:cubicBezTo>
                        <ns1:pt x="606" y="49"/>
                        <ns1:pt x="607" y="51"/>
                        <ns1:pt x="607" y="54"/>
                      </ns1:cubicBezTo>
                      <ns1:cubicBezTo>
                        <ns1:pt x="598" y="53"/>
                        <ns1:pt x="591" y="53"/>
                        <ns1:pt x="582" y="52"/>
                      </ns1:cubicBezTo>
                      <ns1:cubicBezTo>
                        <ns1:pt x="582" y="57"/>
                        <ns1:pt x="581" y="62"/>
                        <ns1:pt x="581" y="68"/>
                      </ns1:cubicBezTo>
                      <ns1:cubicBezTo>
                        <ns1:pt x="584" y="68"/>
                        <ns1:pt x="587" y="68"/>
                        <ns1:pt x="590" y="68"/>
                      </ns1:cubicBezTo>
                      <ns1:cubicBezTo>
                        <ns1:pt x="590" y="65"/>
                        <ns1:pt x="590" y="63"/>
                        <ns1:pt x="591" y="60"/>
                      </ns1:cubicBezTo>
                      <ns1:cubicBezTo>
                        <ns1:pt x="604" y="62"/>
                        <ns1:pt x="617" y="63"/>
                        <ns1:pt x="630" y="64"/>
                      </ns1:cubicBezTo>
                      <ns1:cubicBezTo>
                        <ns1:pt x="630" y="67"/>
                        <ns1:pt x="630" y="69"/>
                        <ns1:pt x="630" y="72"/>
                      </ns1:cubicBezTo>
                      <ns1:cubicBezTo>
                        <ns1:pt x="633" y="72"/>
                        <ns1:pt x="636" y="72"/>
                        <ns1:pt x="639" y="72"/>
                      </ns1:cubicBezTo>
                      <ns1:close/>
                      <ns1:moveTo>
                        <ns1:pt x="87" y="762"/>
                      </ns1:moveTo>
                      <ns1:cubicBezTo>
                        <ns1:pt x="96" y="755"/>
                        <ns1:pt x="105" y="748"/>
                        <ns1:pt x="114" y="741"/>
                      </ns1:cubicBezTo>
                      <ns1:cubicBezTo>
                        <ns1:pt x="121" y="736"/>
                        <ns1:pt x="121" y="736"/>
                        <ns1:pt x="118" y="728"/>
                      </ns1:cubicBezTo>
                      <ns1:cubicBezTo>
                        <ns1:pt x="117" y="728"/>
                        <ns1:pt x="117" y="728"/>
                        <ns1:pt x="118" y="728"/>
                      </ns1:cubicBezTo>
                      <ns1:cubicBezTo>
                        <ns1:pt x="103" y="728"/>
                        <ns1:pt x="89" y="728"/>
                        <ns1:pt x="75" y="728"/>
                      </ns1:cubicBezTo>
                      <ns1:cubicBezTo>
                        <ns1:pt x="75" y="729"/>
                        <ns1:pt x="74" y="729"/>
                        <ns1:pt x="74" y="729"/>
                      </ns1:cubicBezTo>
                      <ns1:cubicBezTo>
                        <ns1:pt x="77" y="731"/>
                        <ns1:pt x="74" y="736"/>
                        <ns1:pt x="79" y="736"/>
                      </ns1:cubicBezTo>
                      <ns1:cubicBezTo>
                        <ns1:pt x="85" y="735"/>
                        <ns1:pt x="87" y="737"/>
                        <ns1:pt x="88" y="742"/>
                      </ns1:cubicBezTo>
                      <ns1:cubicBezTo>
                        <ns1:pt x="89" y="745"/>
                        <ns1:pt x="90" y="747"/>
                        <ns1:pt x="91" y="749"/>
                      </ns1:cubicBezTo>
                      <ns1:cubicBezTo>
                        <ns1:pt x="84" y="755"/>
                        <ns1:pt x="84" y="755"/>
                        <ns1:pt x="87" y="762"/>
                      </ns1:cubicBezTo>
                      <ns1:close/>
                      <ns1:moveTo>
                        <ns1:pt x="179" y="899"/>
                      </ns1:moveTo>
                      <ns1:cubicBezTo>
                        <ns1:pt x="189" y="909"/>
                        <ns1:pt x="189" y="909"/>
                        <ns1:pt x="185" y="918"/>
                      </ns1:cubicBezTo>
                      <ns1:cubicBezTo>
                        <ns1:pt x="186" y="920"/>
                        <ns1:pt x="188" y="922"/>
                        <ns1:pt x="190" y="924"/>
                      </ns1:cubicBezTo>
                      <ns1:cubicBezTo>
                        <ns1:pt x="197" y="912"/>
                        <ns1:pt x="204" y="901"/>
                        <ns1:pt x="211" y="889"/>
                      </ns1:cubicBezTo>
                      <ns1:cubicBezTo>
                        <ns1:pt x="211" y="888"/>
                        <ns1:pt x="211" y="886"/>
                        <ns1:pt x="210" y="885"/>
                      </ns1:cubicBezTo>
                      <ns1:cubicBezTo>
                        <ns1:pt x="208" y="883"/>
                        <ns1:pt x="208" y="879"/>
                        <ns1:pt x="204" y="881"/>
                      </ns1:cubicBezTo>
                      <ns1:cubicBezTo>
                        <ns1:pt x="192" y="886"/>
                        <ns1:pt x="179" y="892"/>
                        <ns1:pt x="167" y="897"/>
                      </ns1:cubicBezTo>
                      <ns1:cubicBezTo>
                        <ns1:pt x="171" y="903"/>
                        <ns1:pt x="171" y="903"/>
                        <ns1:pt x="179" y="899"/>
                      </ns1:cubicBezTo>
                      <ns1:close/>
                      <ns1:moveTo>
                        <ns1:pt x="980" y="806"/>
                      </ns1:moveTo>
                      <ns1:cubicBezTo>
                        <ns1:pt x="979" y="808"/>
                        <ns1:pt x="978" y="810"/>
                        <ns1:pt x="977" y="812"/>
                      </ns1:cubicBezTo>
                      <ns1:cubicBezTo>
                        <ns1:pt x="976" y="813"/>
                        <ns1:pt x="976" y="815"/>
                        <ns1:pt x="977" y="816"/>
                      </ns1:cubicBezTo>
                      <ns1:cubicBezTo>
                        <ns1:pt x="986" y="826"/>
                        <ns1:pt x="995" y="836"/>
                        <ns1:pt x="1004" y="847"/>
                      </ns1:cubicBezTo>
                      <ns1:cubicBezTo>
                        <ns1:pt x="1005" y="844"/>
                        <ns1:pt x="1008" y="842"/>
                        <ns1:pt x="1007" y="841"/>
                      </ns1:cubicBezTo>
                      <ns1:cubicBezTo>
                        <ns1:pt x="1006" y="838"/>
                        <ns1:pt x="1004" y="836"/>
                        <ns1:pt x="1002" y="833"/>
                      </ns1:cubicBezTo>
                      <ns1:cubicBezTo>
                        <ns1:pt x="1004" y="830"/>
                        <ns1:pt x="1006" y="826"/>
                        <ns1:pt x="1008" y="823"/>
                      </ns1:cubicBezTo>
                      <ns1:cubicBezTo>
                        <ns1:pt x="1009" y="822"/>
                        <ns1:pt x="1011" y="821"/>
                        <ns1:pt x="1012" y="822"/>
                      </ns1:cubicBezTo>
                      <ns1:cubicBezTo>
                        <ns1:pt x="1018" y="824"/>
                        <ns1:pt x="1020" y="821"/>
                        <ns1:pt x="1022" y="816"/>
                      </ns1:cubicBezTo>
                      <ns1:cubicBezTo>
                        <ns1:pt x="1008" y="813"/>
                        <ns1:pt x="994" y="810"/>
                        <ns1:pt x="980" y="806"/>
                      </ns1:cubicBezTo>
                      <ns1:close/>
                      <ns1:moveTo>
                        <ns1:pt x="722" y="1063"/>
                      </ns1:moveTo>
                      <ns1:cubicBezTo>
                        <ns1:pt x="715" y="1051"/>
                        <ns1:pt x="707" y="1039"/>
                        <ns1:pt x="699" y="1027"/>
                      </ns1:cubicBezTo>
                      <ns1:cubicBezTo>
                        <ns1:pt x="698" y="1027"/>
                        <ns1:pt x="697" y="1028"/>
                        <ns1:pt x="696" y="1028"/>
                      </ns1:cubicBezTo>
                      <ns1:cubicBezTo>
                        <ns1:pt x="691" y="1028"/>
                        <ns1:pt x="690" y="1031"/>
                        <ns1:pt x="690" y="1035"/>
                      </ns1:cubicBezTo>
                      <ns1:cubicBezTo>
                        <ns1:pt x="690" y="1046"/>
                        <ns1:pt x="689" y="1056"/>
                        <ns1:pt x="688" y="1066"/>
                      </ns1:cubicBezTo>
                      <ns1:cubicBezTo>
                        <ns1:pt x="688" y="1068"/>
                        <ns1:pt x="688" y="1070"/>
                        <ns1:pt x="688" y="1073"/>
                      </ns1:cubicBezTo>
                      <ns1:cubicBezTo>
                        <ns1:pt x="691" y="1071"/>
                        <ns1:pt x="696" y="1073"/>
                        <ns1:pt x="695" y="1068"/>
                      </ns1:cubicBezTo>
                      <ns1:cubicBezTo>
                        <ns1:pt x="695" y="1062"/>
                        <ns1:pt x="697" y="1060"/>
                        <ns1:pt x="702" y="1060"/>
                      </ns1:cubicBezTo>
                      <ns1:cubicBezTo>
                        <ns1:pt x="705" y="1059"/>
                        <ns1:pt x="707" y="1058"/>
                        <ns1:pt x="710" y="1058"/>
                      </ns1:cubicBezTo>
                      <ns1:cubicBezTo>
                        <ns1:pt x="715" y="1065"/>
                        <ns1:pt x="715" y="1065"/>
                        <ns1:pt x="722" y="1063"/>
                      </ns1:cubicBezTo>
                      <ns1:close/>
                      <ns1:moveTo>
                        <ns1:pt x="481" y="1038"/>
                      </ns1:moveTo>
                      <ns1:cubicBezTo>
                        <ns1:pt x="474" y="1051"/>
                        <ns1:pt x="468" y="1063"/>
                        <ns1:pt x="461" y="1075"/>
                      </ns1:cubicBezTo>
                      <ns1:cubicBezTo>
                        <ns1:pt x="468" y="1078"/>
                        <ns1:pt x="468" y="1078"/>
                        <ns1:pt x="471" y="1072"/>
                      </ns1:cubicBezTo>
                      <ns1:cubicBezTo>
                        <ns1:pt x="472" y="1070"/>
                        <ns1:pt x="473" y="1069"/>
                        <ns1:pt x="476" y="1070"/>
                      </ns1:cubicBezTo>
                      <ns1:cubicBezTo>
                        <ns1:pt x="482" y="1071"/>
                        <ns1:pt x="490" y="1070"/>
                        <ns1:pt x="488" y="1081"/>
                      </ns1:cubicBezTo>
                      <ns1:cubicBezTo>
                        <ns1:pt x="491" y="1081"/>
                        <ns1:pt x="493" y="1081"/>
                        <ns1:pt x="496" y="1082"/>
                      </ns1:cubicBezTo>
                      <ns1:cubicBezTo>
                        <ns1:pt x="494" y="1070"/>
                        <ns1:pt x="493" y="1059"/>
                        <ns1:pt x="491" y="1048"/>
                      </ns1:cubicBezTo>
                      <ns1:cubicBezTo>
                        <ns1:pt x="490" y="1039"/>
                        <ns1:pt x="490" y="1039"/>
                        <ns1:pt x="481" y="1038"/>
                      </ns1:cubicBezTo>
                      <ns1:close/>
                      <ns1:moveTo>
                        <ns1:pt x="121" y="779"/>
                      </ns1:moveTo>
                      <ns1:cubicBezTo>
                        <ns1:pt x="119" y="774"/>
                        <ns1:pt x="117" y="770"/>
                        <ns1:pt x="115" y="765"/>
                      </ns1:cubicBezTo>
                      <ns1:cubicBezTo>
                        <ns1:pt x="118" y="763"/>
                        <ns1:pt x="120" y="762"/>
                        <ns1:pt x="123" y="761"/>
                      </ns1:cubicBezTo>
                      <ns1:cubicBezTo>
                        <ns1:pt x="126" y="766"/>
                        <ns1:pt x="128" y="771"/>
                        <ns1:pt x="130" y="776"/>
                      </ns1:cubicBezTo>
                      <ns1:cubicBezTo>
                        <ns1:pt x="132" y="775"/>
                        <ns1:pt x="134" y="774"/>
                        <ns1:pt x="136" y="773"/>
                      </ns1:cubicBezTo>
                      <ns1:cubicBezTo>
                        <ns1:pt x="133" y="766"/>
                        <ns1:pt x="130" y="759"/>
                        <ns1:pt x="126" y="751"/>
                      </ns1:cubicBezTo>
                      <ns1:cubicBezTo>
                        <ns1:pt x="113" y="757"/>
                        <ns1:pt x="101" y="762"/>
                        <ns1:pt x="89" y="768"/>
                      </ns1:cubicBezTo>
                      <ns1:cubicBezTo>
                        <ns1:pt x="92" y="776"/>
                        <ns1:pt x="96" y="783"/>
                        <ns1:pt x="99" y="791"/>
                      </ns1:cubicBezTo>
                      <ns1:cubicBezTo>
                        <ns1:pt x="101" y="790"/>
                        <ns1:pt x="103" y="789"/>
                        <ns1:pt x="105" y="788"/>
                      </ns1:cubicBezTo>
                      <ns1:cubicBezTo>
                        <ns1:pt x="103" y="782"/>
                        <ns1:pt x="101" y="777"/>
                        <ns1:pt x="98" y="772"/>
                      </ns1:cubicBezTo>
                      <ns1:cubicBezTo>
                        <ns1:pt x="102" y="771"/>
                        <ns1:pt x="105" y="769"/>
                        <ns1:pt x="108" y="768"/>
                      </ns1:cubicBezTo>
                      <ns1:cubicBezTo>
                        <ns1:pt x="110" y="773"/>
                        <ns1:pt x="112" y="777"/>
                        <ns1:pt x="115" y="782"/>
                      </ns1:cubicBezTo>
                      <ns1:cubicBezTo>
                        <ns1:pt x="117" y="781"/>
                        <ns1:pt x="119" y="780"/>
                        <ns1:pt x="121" y="779"/>
                      </ns1:cubicBezTo>
                      <ns1:close/>
                      <ns1:moveTo>
                        <ns1:pt x="366" y="1046"/>
                      </ns1:moveTo>
                      <ns1:cubicBezTo>
                        <ns1:pt x="368" y="1033"/>
                        <ns1:pt x="369" y="1020"/>
                        <ns1:pt x="371" y="1007"/>
                      </ns1:cubicBezTo>
                      <ns1:cubicBezTo>
                        <ns1:pt x="372" y="1002"/>
                        <ns1:pt x="368" y="1003"/>
                        <ns1:pt x="366" y="1001"/>
                      </ns1:cubicBezTo>
                      <ns1:cubicBezTo>
                        <ns1:pt x="364" y="1000"/>
                        <ns1:pt x="362" y="1000"/>
                        <ns1:pt x="360" y="1002"/>
                      </ns1:cubicBezTo>
                      <ns1:cubicBezTo>
                        <ns1:pt x="355" y="1008"/>
                        <ns1:pt x="349" y="1015"/>
                        <ns1:pt x="343" y="1021"/>
                      </ns1:cubicBezTo>
                      <ns1:cubicBezTo>
                        <ns1:pt x="340" y="1024"/>
                        <ns1:pt x="337" y="1028"/>
                        <ns1:pt x="334" y="1031"/>
                      </ns1:cubicBezTo>
                      <ns1:cubicBezTo>
                        <ns1:pt x="340" y="1038"/>
                        <ns1:pt x="343" y="1031"/>
                        <ns1:pt x="347" y="1028"/>
                      </ns1:cubicBezTo>
                      <ns1:cubicBezTo>
                        <ns1:pt x="350" y="1030"/>
                        <ns1:pt x="354" y="1031"/>
                        <ns1:pt x="357" y="1033"/>
                      </ns1:cubicBezTo>
                      <ns1:cubicBezTo>
                        <ns1:pt x="358" y="1034"/>
                        <ns1:pt x="359" y="1036"/>
                        <ns1:pt x="359" y="1037"/>
                      </ns1:cubicBezTo>
                      <ns1:cubicBezTo>
                        <ns1:pt x="359" y="1044"/>
                        <ns1:pt x="359" y="1044"/>
                        <ns1:pt x="366" y="1046"/>
                      </ns1:cubicBezTo>
                      <ns1:close/>
                      <ns1:moveTo>
                        <ns1:pt x="943" y="862"/>
                      </ns1:moveTo>
                      <ns1:cubicBezTo>
                        <ns1:pt x="937" y="869"/>
                        <ns1:pt x="932" y="875"/>
                        <ns1:pt x="927" y="881"/>
                      </ns1:cubicBezTo>
                      <ns1:cubicBezTo>
                        <ns1:pt x="938" y="890"/>
                        <ns1:pt x="948" y="899"/>
                        <ns1:pt x="959" y="907"/>
                      </ns1:cubicBezTo>
                      <ns1:cubicBezTo>
                        <ns1:pt x="964" y="901"/>
                        <ns1:pt x="969" y="894"/>
                        <ns1:pt x="975" y="888"/>
                      </ns1:cubicBezTo>
                      <ns1:cubicBezTo>
                        <ns1:pt x="973" y="886"/>
                        <ns1:pt x="971" y="885"/>
                        <ns1:pt x="969" y="884"/>
                      </ns1:cubicBezTo>
                      <ns1:cubicBezTo>
                        <ns1:pt x="966" y="888"/>
                        <ns1:pt x="962" y="892"/>
                        <ns1:pt x="958" y="897"/>
                      </ns1:cubicBezTo>
                      <ns1:cubicBezTo>
                        <ns1:pt x="955" y="895"/>
                        <ns1:pt x="953" y="892"/>
                        <ns1:pt x="950" y="890"/>
                      </ns1:cubicBezTo>
                      <ns1:cubicBezTo>
                        <ns1:pt x="953" y="886"/>
                        <ns1:pt x="957" y="882"/>
                        <ns1:pt x="960" y="878"/>
                      </ns1:cubicBezTo>
                      <ns1:cubicBezTo>
                        <ns1:pt x="958" y="876"/>
                        <ns1:pt x="956" y="875"/>
                        <ns1:pt x="955" y="874"/>
                      </ns1:cubicBezTo>
                      <ns1:cubicBezTo>
                        <ns1:pt x="951" y="878"/>
                        <ns1:pt x="948" y="882"/>
                        <ns1:pt x="945" y="886"/>
                      </ns1:cubicBezTo>
                      <ns1:cubicBezTo>
                        <ns1:pt x="942" y="883"/>
                        <ns1:pt x="940" y="882"/>
                        <ns1:pt x="937" y="880"/>
                      </ns1:cubicBezTo>
                      <ns1:cubicBezTo>
                        <ns1:pt x="941" y="875"/>
                        <ns1:pt x="944" y="871"/>
                        <ns1:pt x="948" y="867"/>
                      </ns1:cubicBezTo>
                      <ns1:cubicBezTo>
                        <ns1:pt x="946" y="865"/>
                        <ns1:pt x="945" y="864"/>
                        <ns1:pt x="943" y="862"/>
                      </ns1:cubicBezTo>
                      <ns1:close/>
                      <ns1:moveTo>
                        <ns1:pt x="885" y="933"/>
                      </ns1:moveTo>
                      <ns1:cubicBezTo>
                        <ns1:pt x="889" y="929"/>
                        <ns1:pt x="893" y="926"/>
                        <ns1:pt x="897" y="922"/>
                      </ns1:cubicBezTo>
                      <ns1:cubicBezTo>
                        <ns1:pt x="899" y="932"/>
                        <ns1:pt x="900" y="941"/>
                        <ns1:pt x="902" y="950"/>
                      </ns1:cubicBezTo>
                      <ns1:cubicBezTo>
                        <ns1:pt x="902" y="953"/>
                        <ns1:pt x="905" y="956"/>
                        <ns1:pt x="906" y="960"/>
                      </ns1:cubicBezTo>
                      <ns1:cubicBezTo>
                        <ns1:pt x="914" y="953"/>
                        <ns1:pt x="921" y="947"/>
                        <ns1:pt x="928" y="940"/>
                      </ns1:cubicBezTo>
                      <ns1:cubicBezTo>
                        <ns1:pt x="926" y="938"/>
                        <ns1:pt x="925" y="937"/>
                        <ns1:pt x="923" y="935"/>
                      </ns1:cubicBezTo>
                      <ns1:cubicBezTo>
                        <ns1:pt x="919" y="939"/>
                        <ns1:pt x="914" y="943"/>
                        <ns1:pt x="910" y="948"/>
                      </ns1:cubicBezTo>
                      <ns1:cubicBezTo>
                        <ns1:pt x="908" y="938"/>
                        <ns1:pt x="907" y="929"/>
                        <ns1:pt x="905" y="920"/>
                      </ns1:cubicBezTo>
                      <ns1:cubicBezTo>
                        <ns1:pt x="904" y="916"/>
                        <ns1:pt x="902" y="913"/>
                        <ns1:pt x="900" y="910"/>
                      </ns1:cubicBezTo>
                      <ns1:cubicBezTo>
                        <ns1:pt x="893" y="916"/>
                        <ns1:pt x="887" y="922"/>
                        <ns1:pt x="880" y="928"/>
                      </ns1:cubicBezTo>
                      <ns1:cubicBezTo>
                        <ns1:pt x="882" y="930"/>
                        <ns1:pt x="883" y="932"/>
                        <ns1:pt x="885" y="933"/>
                      </ns1:cubicBezTo>
                      <ns1:close/>
                      <ns1:moveTo>
                        <ns1:pt x="1059" y="560"/>
                      </ns1:moveTo>
                      <ns1:cubicBezTo>
                        <ns1:pt x="1059" y="565"/>
                        <ns1:pt x="1059" y="570"/>
                        <ns1:pt x="1059" y="575"/>
                      </ns1:cubicBezTo>
                      <ns1:cubicBezTo>
                        <ns1:pt x="1056" y="575"/>
                        <ns1:pt x="1053" y="575"/>
                        <ns1:pt x="1050" y="575"/>
                      </ns1:cubicBezTo>
                      <ns1:cubicBezTo>
                        <ns1:pt x="1050" y="569"/>
                        <ns1:pt x="1050" y="564"/>
                        <ns1:pt x="1050" y="558"/>
                      </ns1:cubicBezTo>
                      <ns1:cubicBezTo>
                        <ns1:pt x="1047" y="558"/>
                        <ns1:pt x="1045" y="558"/>
                        <ns1:pt x="1043" y="558"/>
                      </ns1:cubicBezTo>
                      <ns1:cubicBezTo>
                        <ns1:pt x="1043" y="567"/>
                        <ns1:pt x="1043" y="575"/>
                        <ns1:pt x="1043" y="583"/>
                      </ns1:cubicBezTo>
                      <ns1:cubicBezTo>
                        <ns1:pt x="1057" y="583"/>
                        <ns1:pt x="1071" y="583"/>
                        <ns1:pt x="1084" y="583"/>
                      </ns1:cubicBezTo>
                      <ns1:cubicBezTo>
                        <ns1:pt x="1084" y="574"/>
                        <ns1:pt x="1084" y="566"/>
                        <ns1:pt x="1084" y="558"/>
                      </ns1:cubicBezTo>
                      <ns1:cubicBezTo>
                        <ns1:pt x="1082" y="558"/>
                        <ns1:pt x="1080" y="558"/>
                        <ns1:pt x="1077" y="558"/>
                      </ns1:cubicBezTo>
                      <ns1:cubicBezTo>
                        <ns1:pt x="1077" y="564"/>
                        <ns1:pt x="1077" y="569"/>
                        <ns1:pt x="1077" y="575"/>
                      </ns1:cubicBezTo>
                      <ns1:cubicBezTo>
                        <ns1:pt x="1074" y="575"/>
                        <ns1:pt x="1070" y="575"/>
                        <ns1:pt x="1066" y="575"/>
                      </ns1:cubicBezTo>
                      <ns1:cubicBezTo>
                        <ns1:pt x="1066" y="569"/>
                        <ns1:pt x="1066" y="565"/>
                        <ns1:pt x="1066" y="560"/>
                      </ns1:cubicBezTo>
                      <ns1:cubicBezTo>
                        <ns1:pt x="1064" y="560"/>
                        <ns1:pt x="1062" y="560"/>
                        <ns1:pt x="1059" y="560"/>
                      </ns1:cubicBezTo>
                      <ns1:close/>
                      <ns1:moveTo>
                        <ns1:pt x="823" y="1003"/>
                      </ns1:moveTo>
                      <ns1:cubicBezTo>
                        <ns1:pt x="825" y="1007"/>
                        <ns1:pt x="825" y="1011"/>
                        <ns1:pt x="821" y="1013"/>
                      </ns1:cubicBezTo>
                      <ns1:cubicBezTo>
                        <ns1:pt x="820" y="1014"/>
                        <ns1:pt x="816" y="1014"/>
                        <ns1:pt x="815" y="1013"/>
                      </ns1:cubicBezTo>
                      <ns1:cubicBezTo>
                        <ns1:pt x="808" y="1008"/>
                        <ns1:pt x="805" y="1001"/>
                        <ns1:pt x="804" y="994"/>
                      </ns1:cubicBezTo>
                      <ns1:cubicBezTo>
                        <ns1:pt x="804" y="992"/>
                        <ns1:pt x="805" y="988"/>
                        <ns1:pt x="807" y="988"/>
                      </ns1:cubicBezTo>
                      <ns1:cubicBezTo>
                        <ns1:pt x="809" y="987"/>
                        <ns1:pt x="811" y="988"/>
                        <ns1:pt x="814" y="988"/>
                      </ns1:cubicBezTo>
                      <ns1:cubicBezTo>
                        <ns1:pt x="815" y="989"/>
                        <ns1:pt x="815" y="990"/>
                        <ns1:pt x="816" y="991"/>
                      </ns1:cubicBezTo>
                      <ns1:cubicBezTo>
                        <ns1:pt x="819" y="989"/>
                        <ns1:pt x="821" y="988"/>
                        <ns1:pt x="823" y="987"/>
                      </ns1:cubicBezTo>
                      <ns1:cubicBezTo>
                        <ns1:pt x="818" y="979"/>
                        <ns1:pt x="812" y="978"/>
                        <ns1:pt x="805" y="981"/>
                      </ns1:cubicBezTo>
                      <ns1:cubicBezTo>
                        <ns1:pt x="798" y="984"/>
                        <ns1:pt x="794" y="990"/>
                        <ns1:pt x="796" y="998"/>
                      </ns1:cubicBezTo>
                      <ns1:cubicBezTo>
                        <ns1:pt x="798" y="1004"/>
                        <ns1:pt x="801" y="1010"/>
                        <ns1:pt x="805" y="1015"/>
                      </ns1:cubicBezTo>
                      <ns1:cubicBezTo>
                        <ns1:pt x="812" y="1024"/>
                        <ns1:pt x="824" y="1022"/>
                        <ns1:pt x="830" y="1013"/>
                      </ns1:cubicBezTo>
                      <ns1:cubicBezTo>
                        <ns1:pt x="833" y="1009"/>
                        <ns1:pt x="833" y="1005"/>
                        <ns1:pt x="830" y="1000"/>
                      </ns1:cubicBezTo>
                      <ns1:cubicBezTo>
                        <ns1:pt x="828" y="1001"/>
                        <ns1:pt x="826" y="1002"/>
                        <ns1:pt x="823" y="1003"/>
                      </ns1:cubicBezTo>
                      <ns1:close/>
                      <ns1:moveTo>
                        <ns1:pt x="73" y="466"/>
                      </ns1:moveTo>
                      <ns1:cubicBezTo>
                        <ns1:pt x="69" y="465"/>
                        <ns1:pt x="66" y="462"/>
                        <ns1:pt x="68" y="458"/>
                      </ns1:cubicBezTo>
                      <ns1:cubicBezTo>
                        <ns1:pt x="68" y="456"/>
                        <ns1:pt x="71" y="454"/>
                        <ns1:pt x="73" y="453"/>
                      </ns1:cubicBezTo>
                      <ns1:cubicBezTo>
                        <ns1:pt x="80" y="452"/>
                        <ns1:pt x="88" y="454"/>
                        <ns1:pt x="94" y="458"/>
                      </ns1:cubicBezTo>
                      <ns1:cubicBezTo>
                        <ns1:pt x="95" y="459"/>
                        <ns1:pt x="97" y="463"/>
                        <ns1:pt x="96" y="465"/>
                      </ns1:cubicBezTo>
                      <ns1:cubicBezTo>
                        <ns1:pt x="95" y="467"/>
                        <ns1:pt x="93" y="468"/>
                        <ns1:pt x="91" y="469"/>
                      </ns1:cubicBezTo>
                      <ns1:cubicBezTo>
                        <ns1:pt x="90" y="470"/>
                        <ns1:pt x="89" y="469"/>
                        <ns1:pt x="87" y="470"/>
                      </ns1:cubicBezTo>
                      <ns1:cubicBezTo>
                        <ns1:pt x="87" y="472"/>
                        <ns1:pt x="86" y="475"/>
                        <ns1:pt x="86" y="477"/>
                      </ns1:cubicBezTo>
                      <ns1:cubicBezTo>
                        <ns1:pt x="94" y="478"/>
                        <ns1:pt x="99" y="476"/>
                        <ns1:pt x="101" y="469"/>
                      </ns1:cubicBezTo>
                      <ns1:cubicBezTo>
                        <ns1:pt x="105" y="462"/>
                        <ns1:pt x="104" y="456"/>
                        <ns1:pt x="98" y="451"/>
                      </ns1:cubicBezTo>
                      <ns1:cubicBezTo>
                        <ns1:pt x="90" y="446"/>
                        <ns1:pt x="82" y="444"/>
                        <ns1:pt x="72" y="445"/>
                      </ns1:cubicBezTo>
                      <ns1:cubicBezTo>
                        <ns1:pt x="66" y="446"/>
                        <ns1:pt x="61" y="452"/>
                        <ns1:pt x="61" y="460"/>
                      </ns1:cubicBezTo>
                      <ns1:cubicBezTo>
                        <ns1:pt x="61" y="467"/>
                        <ns1:pt x="64" y="471"/>
                        <ns1:pt x="71" y="474"/>
                      </ns1:cubicBezTo>
                      <ns1:cubicBezTo>
                        <ns1:pt x="72" y="472"/>
                        <ns1:pt x="73" y="469"/>
                        <ns1:pt x="73" y="466"/>
                      </ns1:cubicBezTo>
                      <ns1:close/>
                      <ns1:moveTo>
                        <ns1:pt x="287" y="988"/>
                      </ns1:moveTo>
                      <ns1:cubicBezTo>
                        <ns1:pt x="286" y="989"/>
                        <ns1:pt x="285" y="990"/>
                        <ns1:pt x="284" y="991"/>
                      </ns1:cubicBezTo>
                      <ns1:cubicBezTo>
                        <ns1:pt x="282" y="991"/>
                        <ns1:pt x="279" y="992"/>
                        <ns1:pt x="277" y="991"/>
                      </ns1:cubicBezTo>
                      <ns1:cubicBezTo>
                        <ns1:pt x="275" y="989"/>
                        <ns1:pt x="274" y="986"/>
                        <ns1:pt x="274" y="984"/>
                      </ns1:cubicBezTo>
                      <ns1:cubicBezTo>
                        <ns1:pt x="276" y="977"/>
                        <ns1:pt x="280" y="971"/>
                        <ns1:pt x="287" y="967"/>
                      </ns1:cubicBezTo>
                      <ns1:cubicBezTo>
                        <ns1:pt x="288" y="965"/>
                        <ns1:pt x="292" y="966"/>
                        <ns1:pt x="294" y="967"/>
                      </ns1:cubicBezTo>
                      <ns1:cubicBezTo>
                        <ns1:pt x="295" y="968"/>
                        <ns1:pt x="295" y="971"/>
                        <ns1:pt x="296" y="973"/>
                      </ns1:cubicBezTo>
                      <ns1:cubicBezTo>
                        <ns1:pt x="296" y="974"/>
                        <ns1:pt x="295" y="975"/>
                        <ns1:pt x="295" y="977"/>
                      </ns1:cubicBezTo>
                      <ns1:cubicBezTo>
                        <ns1:pt x="297" y="978"/>
                        <ns1:pt x="299" y="979"/>
                        <ns1:pt x="301" y="981"/>
                      </ns1:cubicBezTo>
                      <ns1:cubicBezTo>
                        <ns1:pt x="306" y="974"/>
                        <ns1:pt x="305" y="968"/>
                        <ns1:pt x="300" y="963"/>
                      </ns1:cubicBezTo>
                      <ns1:cubicBezTo>
                        <ns1:pt x="294" y="958"/>
                        <ns1:pt x="288" y="956"/>
                        <ns1:pt x="281" y="960"/>
                      </ns1:cubicBezTo>
                      <ns1:cubicBezTo>
                        <ns1:pt x="274" y="965"/>
                        <ns1:pt x="269" y="972"/>
                        <ns1:pt x="267" y="981"/>
                      </ns1:cubicBezTo>
                      <ns1:cubicBezTo>
                        <ns1:pt x="265" y="988"/>
                        <ns1:pt x="269" y="994"/>
                        <ns1:pt x="277" y="998"/>
                      </ns1:cubicBezTo>
                      <ns1:cubicBezTo>
                        <ns1:pt x="283" y="1001"/>
                        <ns1:pt x="288" y="999"/>
                        <ns1:pt x="293" y="993"/>
                      </ns1:cubicBezTo>
                      <ns1:cubicBezTo>
                        <ns1:pt x="291" y="991"/>
                        <ns1:pt x="289" y="990"/>
                        <ns1:pt x="287" y="988"/>
                      </ns1:cubicBezTo>
                      <ns1:close/>
                      <ns1:moveTo>
                        <ns1:pt x="1075" y="605"/>
                      </ns1:moveTo>
                      <ns1:cubicBezTo>
                        <ns1:pt x="1063" y="608"/>
                        <ns1:pt x="1052" y="610"/>
                        <ns1:pt x="1041" y="613"/>
                      </ns1:cubicBezTo>
                      <ns1:cubicBezTo>
                        <ns1:pt x="1041" y="616"/>
                        <ns1:pt x="1041" y="618"/>
                        <ns1:pt x="1041" y="621"/>
                      </ns1:cubicBezTo>
                      <ns1:cubicBezTo>
                        <ns1:pt x="1053" y="618"/>
                        <ns1:pt x="1064" y="615"/>
                        <ns1:pt x="1075" y="612"/>
                      </ns1:cubicBezTo>
                      <ns1:cubicBezTo>
                        <ns1:pt x="1083" y="610"/>
                        <ns1:pt x="1083" y="610"/>
                        <ns1:pt x="1083" y="602"/>
                      </ns1:cubicBezTo>
                      <ns1:cubicBezTo>
                        <ns1:pt x="1070" y="597"/>
                        <ns1:pt x="1057" y="591"/>
                        <ns1:pt x="1043" y="586"/>
                      </ns1:cubicBezTo>
                      <ns1:cubicBezTo>
                        <ns1:pt x="1043" y="593"/>
                        <ns1:pt x="1042" y="593"/>
                        <ns1:pt x="1049" y="596"/>
                      </ns1:cubicBezTo>
                      <ns1:cubicBezTo>
                        <ns1:pt x="1057" y="599"/>
                        <ns1:pt x="1065" y="602"/>
                        <ns1:pt x="1075" y="605"/>
                      </ns1:cubicBezTo>
                      <ns1:close/>
                      <ns1:moveTo>
                        <ns1:pt x="103" y="677"/>
                      </ns1:moveTo>
                      <ns1:cubicBezTo>
                        <ns1:pt x="89" y="681"/>
                        <ns1:pt x="76" y="684"/>
                        <ns1:pt x="63" y="688"/>
                      </ns1:cubicBezTo>
                      <ns1:cubicBezTo>
                        <ns1:pt x="64" y="690"/>
                        <ns1:pt x="64" y="693"/>
                        <ns1:pt x="65" y="695"/>
                      </ns1:cubicBezTo>
                      <ns1:cubicBezTo>
                        <ns1:pt x="71" y="694"/>
                        <ns1:pt x="76" y="692"/>
                        <ns1:pt x="82" y="691"/>
                      </ns1:cubicBezTo>
                      <ns1:cubicBezTo>
                        <ns1:pt x="83" y="696"/>
                        <ns1:pt x="84" y="700"/>
                        <ns1:pt x="86" y="705"/>
                      </ns1:cubicBezTo>
                      <ns1:cubicBezTo>
                        <ns1:pt x="88" y="705"/>
                        <ns1:pt x="90" y="704"/>
                        <ns1:pt x="92" y="704"/>
                      </ns1:cubicBezTo>
                      <ns1:cubicBezTo>
                        <ns1:pt x="91" y="699"/>
                        <ns1:pt x="90" y="694"/>
                        <ns1:pt x="89" y="689"/>
                      </ns1:cubicBezTo>
                      <ns1:cubicBezTo>
                        <ns1:pt x="92" y="688"/>
                        <ns1:pt x="95" y="688"/>
                        <ns1:pt x="98" y="687"/>
                      </ns1:cubicBezTo>
                      <ns1:cubicBezTo>
                        <ns1:pt x="99" y="692"/>
                        <ns1:pt x="101" y="697"/>
                        <ns1:pt x="102" y="702"/>
                      </ns1:cubicBezTo>
                      <ns1:cubicBezTo>
                        <ns1:pt x="105" y="701"/>
                        <ns1:pt x="106" y="701"/>
                        <ns1:pt x="109" y="700"/>
                      </ns1:cubicBezTo>
                      <ns1:cubicBezTo>
                        <ns1:pt x="107" y="693"/>
                        <ns1:pt x="105" y="685"/>
                        <ns1:pt x="103" y="677"/>
                      </ns1:cubicBezTo>
                      <ns1:close/>
                      <ns1:moveTo>
                        <ns1:pt x="1027" y="444"/>
                      </ns1:moveTo>
                      <ns1:cubicBezTo>
                        <ns1:pt x="1039" y="437"/>
                        <ns1:pt x="1047" y="423"/>
                        <ns1:pt x="1063" y="421"/>
                      </ns1:cubicBezTo>
                      <ns1:cubicBezTo>
                        <ns1:pt x="1062" y="418"/>
                        <ns1:pt x="1061" y="416"/>
                        <ns1:pt x="1060" y="413"/>
                      </ns1:cubicBezTo>
                      <ns1:cubicBezTo>
                        <ns1:pt x="1046" y="421"/>
                        <ns1:pt x="1032" y="414"/>
                        <ns1:pt x="1018" y="414"/>
                      </ns1:cubicBezTo>
                      <ns1:cubicBezTo>
                        <ns1:pt x="1019" y="421"/>
                        <ns1:pt x="1019" y="421"/>
                        <ns1:pt x="1025" y="422"/>
                      </ns1:cubicBezTo>
                      <ns1:cubicBezTo>
                        <ns1:pt x="1030" y="422"/>
                        <ns1:pt x="1034" y="423"/>
                        <ns1:pt x="1040" y="423"/>
                      </ns1:cubicBezTo>
                      <ns1:cubicBezTo>
                        <ns1:pt x="1036" y="426"/>
                        <ns1:pt x="1034" y="429"/>
                        <ns1:pt x="1031" y="431"/>
                      </ns1:cubicBezTo>
                      <ns1:cubicBezTo>
                        <ns1:pt x="1024" y="436"/>
                        <ns1:pt x="1024" y="436"/>
                        <ns1:pt x="1027" y="444"/>
                      </ns1:cubicBezTo>
                      <ns1:close/>
                      <ns1:moveTo>
                        <ns1:pt x="555" y="1052"/>
                      </ns1:moveTo>
                      <ns1:cubicBezTo>
                        <ns1:pt x="559" y="1052"/>
                        <ns1:pt x="562" y="1052"/>
                        <ns1:pt x="566" y="1052"/>
                      </ns1:cubicBezTo>
                      <ns1:cubicBezTo>
                        <ns1:pt x="566" y="1050"/>
                        <ns1:pt x="566" y="1048"/>
                        <ns1:pt x="566" y="1045"/>
                      </ns1:cubicBezTo>
                      <ns1:cubicBezTo>
                        <ns1:pt x="556" y="1045"/>
                        <ns1:pt x="546" y="1045"/>
                        <ns1:pt x="536" y="1045"/>
                      </ns1:cubicBezTo>
                      <ns1:cubicBezTo>
                        <ns1:pt x="536" y="1047"/>
                        <ns1:pt x="536" y="1049"/>
                        <ns1:pt x="536" y="1052"/>
                      </ns1:cubicBezTo>
                      <ns1:cubicBezTo>
                        <ns1:pt x="540" y="1052"/>
                        <ns1:pt x="543" y="1052"/>
                        <ns1:pt x="546" y="1052"/>
                      </ns1:cubicBezTo>
                      <ns1:cubicBezTo>
                        <ns1:pt x="546" y="1064"/>
                        <ns1:pt x="546" y="1075"/>
                        <ns1:pt x="546" y="1086"/>
                      </ns1:cubicBezTo>
                      <ns1:cubicBezTo>
                        <ns1:pt x="549" y="1086"/>
                        <ns1:pt x="551" y="1086"/>
                        <ns1:pt x="555" y="1086"/>
                      </ns1:cubicBezTo>
                      <ns1:cubicBezTo>
                        <ns1:pt x="555" y="1075"/>
                        <ns1:pt x="555" y="1064"/>
                        <ns1:pt x="555" y="1052"/>
                      </ns1:cubicBezTo>
                      <ns1:close/>
                      <ns1:moveTo>
                        <ns1:pt x="1038" y="463"/>
                      </ns1:moveTo>
                      <ns1:cubicBezTo>
                        <ns1:pt x="1050" y="460"/>
                        <ns1:pt x="1061" y="457"/>
                        <ns1:pt x="1072" y="455"/>
                      </ns1:cubicBezTo>
                      <ns1:cubicBezTo>
                        <ns1:pt x="1071" y="452"/>
                        <ns1:pt x="1070" y="450"/>
                        <ns1:pt x="1070" y="447"/>
                      </ns1:cubicBezTo>
                      <ns1:cubicBezTo>
                        <ns1:pt x="1058" y="450"/>
                        <ns1:pt x="1048" y="452"/>
                        <ns1:pt x="1037" y="455"/>
                      </ns1:cubicBezTo>
                      <ns1:cubicBezTo>
                        <ns1:pt x="1036" y="451"/>
                        <ns1:pt x="1035" y="448"/>
                        <ns1:pt x="1034" y="444"/>
                      </ns1:cubicBezTo>
                      <ns1:cubicBezTo>
                        <ns1:pt x="1032" y="445"/>
                        <ns1:pt x="1030" y="445"/>
                        <ns1:pt x="1027" y="446"/>
                      </ns1:cubicBezTo>
                      <ns1:cubicBezTo>
                        <ns1:pt x="1030" y="456"/>
                        <ns1:pt x="1032" y="465"/>
                        <ns1:pt x="1034" y="475"/>
                      </ns1:cubicBezTo>
                      <ns1:cubicBezTo>
                        <ns1:pt x="1037" y="474"/>
                        <ns1:pt x="1038" y="474"/>
                        <ns1:pt x="1041" y="473"/>
                      </ns1:cubicBezTo>
                      <ns1:cubicBezTo>
                        <ns1:pt x="1040" y="470"/>
                        <ns1:pt x="1039" y="466"/>
                        <ns1:pt x="1038" y="463"/>
                      </ns1:cubicBezTo>
                      <ns1:close/>
                      <ns1:moveTo>
                        <ns1:pt x="783" y="1040"/>
                      </ns1:moveTo>
                      <ns1:cubicBezTo>
                        <ns1:pt x="778" y="1029"/>
                        <ns1:pt x="773" y="1019"/>
                        <ns1:pt x="769" y="1009"/>
                      </ns1:cubicBezTo>
                      <ns1:cubicBezTo>
                        <ns1:pt x="772" y="1007"/>
                        <ns1:pt x="775" y="1005"/>
                        <ns1:pt x="779" y="1004"/>
                      </ns1:cubicBezTo>
                      <ns1:cubicBezTo>
                        <ns1:pt x="778" y="1002"/>
                        <ns1:pt x="777" y="1000"/>
                        <ns1:pt x="776" y="998"/>
                      </ns1:cubicBezTo>
                      <ns1:cubicBezTo>
                        <ns1:pt x="766" y="1002"/>
                        <ns1:pt x="758" y="1006"/>
                        <ns1:pt x="749" y="1010"/>
                      </ns1:cubicBezTo>
                      <ns1:cubicBezTo>
                        <ns1:pt x="750" y="1012"/>
                        <ns1:pt x="750" y="1014"/>
                        <ns1:pt x="751" y="1016"/>
                      </ns1:cubicBezTo>
                      <ns1:cubicBezTo>
                        <ns1:pt x="755" y="1015"/>
                        <ns1:pt x="758" y="1013"/>
                        <ns1:pt x="761" y="1012"/>
                      </ns1:cubicBezTo>
                      <ns1:cubicBezTo>
                        <ns1:pt x="766" y="1022"/>
                        <ns1:pt x="771" y="1032"/>
                        <ns1:pt x="775" y="1043"/>
                      </ns1:cubicBezTo>
                      <ns1:cubicBezTo>
                        <ns1:pt x="778" y="1042"/>
                        <ns1:pt x="780" y="1041"/>
                        <ns1:pt x="783" y="1040"/>
                      </ns1:cubicBezTo>
                      <ns1:close/>
                      <ns1:moveTo>
                        <ns1:pt x="271" y="943"/>
                      </ns1:moveTo>
                      <ns1:cubicBezTo>
                        <ns1:pt x="264" y="937"/>
                        <ns1:pt x="256" y="930"/>
                        <ns1:pt x="249" y="924"/>
                      </ns1:cubicBezTo>
                      <ns1:cubicBezTo>
                        <ns1:pt x="247" y="926"/>
                        <ns1:pt x="246" y="927"/>
                        <ns1:pt x="244" y="929"/>
                      </ns1:cubicBezTo>
                      <ns1:cubicBezTo>
                        <ns1:pt x="247" y="932"/>
                        <ns1:pt x="250" y="934"/>
                        <ns1:pt x="252" y="936"/>
                      </ns1:cubicBezTo>
                      <ns1:cubicBezTo>
                        <ns1:pt x="249" y="941"/>
                        <ns1:pt x="245" y="945"/>
                        <ns1:pt x="242" y="949"/>
                      </ns1:cubicBezTo>
                      <ns1:cubicBezTo>
                        <ns1:pt x="238" y="954"/>
                        <ns1:pt x="234" y="958"/>
                        <ns1:pt x="231" y="962"/>
                      </ns1:cubicBezTo>
                      <ns1:cubicBezTo>
                        <ns1:pt x="233" y="964"/>
                        <ns1:pt x="234" y="966"/>
                        <ns1:pt x="237" y="967"/>
                      </ns1:cubicBezTo>
                      <ns1:cubicBezTo>
                        <ns1:pt x="240" y="963"/>
                        <ns1:pt x="244" y="959"/>
                        <ns1:pt x="248" y="954"/>
                      </ns1:cubicBezTo>
                      <ns1:cubicBezTo>
                        <ns1:pt x="251" y="950"/>
                        <ns1:pt x="255" y="946"/>
                        <ns1:pt x="259" y="941"/>
                      </ns1:cubicBezTo>
                      <ns1:cubicBezTo>
                        <ns1:pt x="262" y="944"/>
                        <ns1:pt x="264" y="946"/>
                        <ns1:pt x="267" y="948"/>
                      </ns1:cubicBezTo>
                      <ns1:cubicBezTo>
                        <ns1:pt x="268" y="947"/>
                        <ns1:pt x="270" y="945"/>
                        <ns1:pt x="271" y="943"/>
                      </ns1:cubicBezTo>
                      <ns1:close/>
                      <ns1:moveTo>
                        <ns1:pt x="968" y="876"/>
                      </ns1:moveTo>
                      <ns1:cubicBezTo>
                        <ns1:pt x="974" y="881"/>
                        <ns1:pt x="980" y="881"/>
                        <ns1:pt x="984" y="876"/>
                      </ns1:cubicBezTo>
                      <ns1:cubicBezTo>
                        <ns1:pt x="990" y="870"/>
                        <ns1:pt x="990" y="863"/>
                        <ns1:pt x="984" y="858"/>
                      </ns1:cubicBezTo>
                      <ns1:cubicBezTo>
                        <ns1:pt x="976" y="852"/>
                        <ns1:pt x="968" y="846"/>
                        <ns1:pt x="959" y="840"/>
                      </ns1:cubicBezTo>
                      <ns1:cubicBezTo>
                        <ns1:pt x="958" y="842"/>
                        <ns1:pt x="956" y="844"/>
                        <ns1:pt x="955" y="846"/>
                      </ns1:cubicBezTo>
                      <ns1:cubicBezTo>
                        <ns1:pt x="962" y="852"/>
                        <ns1:pt x="969" y="857"/>
                        <ns1:pt x="977" y="862"/>
                      </ns1:cubicBezTo>
                      <ns1:cubicBezTo>
                        <ns1:pt x="979" y="864"/>
                        <ns1:pt x="983" y="867"/>
                        <ns1:pt x="980" y="871"/>
                      </ns1:cubicBezTo>
                      <ns1:cubicBezTo>
                        <ns1:pt x="978" y="874"/>
                        <ns1:pt x="975" y="871"/>
                        <ns1:pt x="972" y="870"/>
                      </ns1:cubicBezTo>
                      <ns1:cubicBezTo>
                        <ns1:pt x="972" y="870"/>
                        <ns1:pt x="972" y="870"/>
                        <ns1:pt x="971" y="871"/>
                      </ns1:cubicBezTo>
                      <ns1:cubicBezTo>
                        <ns1:pt x="970" y="872"/>
                        <ns1:pt x="969" y="874"/>
                        <ns1:pt x="968" y="876"/>
                      </ns1:cubicBezTo>
                      <ns1:close/>
                      <ns1:moveTo>
                        <ns1:pt x="58" y="608"/>
                      </ns1:moveTo>
                      <ns1:cubicBezTo>
                        <ns1:pt x="69" y="607"/>
                        <ns1:pt x="80" y="606"/>
                        <ns1:pt x="92" y="605"/>
                      </ns1:cubicBezTo>
                      <ns1:cubicBezTo>
                        <ns1:pt x="92" y="603"/>
                        <ns1:pt x="91" y="600"/>
                        <ns1:pt x="91" y="598"/>
                      </ns1:cubicBezTo>
                      <ns1:cubicBezTo>
                        <ns1:pt x="77" y="599"/>
                        <ns1:pt x="64" y="600"/>
                        <ns1:pt x="50" y="601"/>
                      </ns1:cubicBezTo>
                      <ns1:cubicBezTo>
                        <ns1:pt x="51" y="609"/>
                        <ns1:pt x="52" y="617"/>
                        <ns1:pt x="52" y="625"/>
                      </ns1:cubicBezTo>
                      <ns1:cubicBezTo>
                        <ns1:pt x="55" y="625"/>
                        <ns1:pt x="57" y="624"/>
                        <ns1:pt x="59" y="624"/>
                      </ns1:cubicBezTo>
                      <ns1:cubicBezTo>
                        <ns1:pt x="59" y="619"/>
                        <ns1:pt x="58" y="614"/>
                        <ns1:pt x="58" y="608"/>
                      </ns1:cubicBezTo>
                      <ns1:close/>
                      <ns1:moveTo>
                        <ns1:pt x="1075" y="470"/>
                      </ns1:moveTo>
                      <ns1:cubicBezTo>
                        <ns1:pt x="1061" y="473"/>
                        <ns1:pt x="1048" y="476"/>
                        <ns1:pt x="1034" y="478"/>
                      </ns1:cubicBezTo>
                      <ns1:cubicBezTo>
                        <ns1:pt x="1035" y="481"/>
                        <ns1:pt x="1036" y="483"/>
                        <ns1:pt x="1036" y="486"/>
                      </ns1:cubicBezTo>
                      <ns1:cubicBezTo>
                        <ns1:pt x="1050" y="483"/>
                        <ns1:pt x="1063" y="481"/>
                        <ns1:pt x="1076" y="478"/>
                      </ns1:cubicBezTo>
                      <ns1:cubicBezTo>
                        <ns1:pt x="1076" y="476"/>
                        <ns1:pt x="1075" y="473"/>
                        <ns1:pt x="1075" y="470"/>
                      </ns1:cubicBezTo>
                      <ns1:close/>
                      <ns1:moveTo>
                        <ns1:pt x="1040" y="624"/>
                      </ns1:moveTo>
                      <ns1:cubicBezTo>
                        <ns1:pt x="1040" y="627"/>
                        <ns1:pt x="1040" y="630"/>
                        <ns1:pt x="1039" y="632"/>
                      </ns1:cubicBezTo>
                      <ns1:cubicBezTo>
                        <ns1:pt x="1053" y="634"/>
                        <ns1:pt x="1066" y="635"/>
                        <ns1:pt x="1080" y="637"/>
                      </ns1:cubicBezTo>
                      <ns1:cubicBezTo>
                        <ns1:pt x="1080" y="634"/>
                        <ns1:pt x="1080" y="632"/>
                        <ns1:pt x="1081" y="629"/>
                      </ns1:cubicBezTo>
                      <ns1:cubicBezTo>
                        <ns1:pt x="1067" y="628"/>
                        <ns1:pt x="1054" y="626"/>
                        <ns1:pt x="1040" y="624"/>
                      </ns1:cubicBezTo>
                      <ns1:close/>
                      <ns1:moveTo>
                        <ns1:pt x="962" y="835"/>
                      </ns1:moveTo>
                      <ns1:cubicBezTo>
                        <ns1:pt x="974" y="843"/>
                        <ns1:pt x="985" y="850"/>
                        <ns1:pt x="997" y="858"/>
                      </ns1:cubicBezTo>
                      <ns1:cubicBezTo>
                        <ns1:pt x="998" y="855"/>
                        <ns1:pt x="999" y="853"/>
                        <ns1:pt x="1001" y="851"/>
                      </ns1:cubicBezTo>
                      <ns1:cubicBezTo>
                        <ns1:pt x="989" y="843"/>
                        <ns1:pt x="978" y="836"/>
                        <ns1:pt x="967" y="828"/>
                      </ns1:cubicBezTo>
                      <ns1:cubicBezTo>
                        <ns1:pt x="965" y="831"/>
                        <ns1:pt x="964" y="833"/>
                        <ns1:pt x="962" y="835"/>
                      </ns1:cubicBezTo>
                      <ns1:close/>
                      <ns1:moveTo>
                        <ns1:pt x="804" y="1029"/>
                      </ns1:moveTo>
                      <ns1:cubicBezTo>
                        <ns1:pt x="798" y="1016"/>
                        <ns1:pt x="792" y="1005"/>
                        <ns1:pt x="786" y="992"/>
                      </ns1:cubicBezTo>
                      <ns1:cubicBezTo>
                        <ns1:pt x="783" y="994"/>
                        <ns1:pt x="781" y="995"/>
                        <ns1:pt x="779" y="996"/>
                      </ns1:cubicBezTo>
                      <ns1:cubicBezTo>
                        <ns1:pt x="785" y="1008"/>
                        <ns1:pt x="791" y="1020"/>
                        <ns1:pt x="797" y="1032"/>
                      </ns1:cubicBezTo>
                      <ns1:cubicBezTo>
                        <ns1:pt x="800" y="1031"/>
                        <ns1:pt x="802" y="1030"/>
                        <ns1:pt x="804" y="1029"/>
                      </ns1:cubicBezTo>
                      <ns1:close/>
                      <ns1:moveTo>
                        <ns1:pt x="274" y="945"/>
                      </ns1:moveTo>
                      <ns1:cubicBezTo>
                        <ns1:pt x="266" y="956"/>
                        <ns1:pt x="257" y="967"/>
                        <ns1:pt x="249" y="978"/>
                      </ns1:cubicBezTo>
                      <ns1:cubicBezTo>
                        <ns1:pt x="251" y="979"/>
                        <ns1:pt x="253" y="981"/>
                        <ns1:pt x="255" y="982"/>
                      </ns1:cubicBezTo>
                      <ns1:cubicBezTo>
                        <ns1:pt x="264" y="971"/>
                        <ns1:pt x="272" y="961"/>
                        <ns1:pt x="280" y="950"/>
                      </ns1:cubicBezTo>
                      <ns1:cubicBezTo>
                        <ns1:pt x="278" y="948"/>
                        <ns1:pt x="276" y="947"/>
                        <ns1:pt x="274" y="945"/>
                      </ns1:cubicBezTo>
                      <ns1:close/>
                      <ns1:moveTo>
                        <ns1:pt x="275" y="177"/>
                      </ns1:moveTo>
                      <ns1:cubicBezTo>
                        <ns1:pt x="277" y="186"/>
                        <ns1:pt x="278" y="194"/>
                        <ns1:pt x="280" y="202"/>
                      </ns1:cubicBezTo>
                      <ns1:cubicBezTo>
                        <ns1:pt x="283" y="202"/>
                        <ns1:pt x="287" y="202"/>
                        <ns1:pt x="290" y="202"/>
                      </ns1:cubicBezTo>
                      <ns1:cubicBezTo>
                        <ns1:pt x="288" y="193"/>
                        <ns1:pt x="286" y="185"/>
                        <ns1:pt x="284" y="176"/>
                      </ns1:cubicBezTo>
                      <ns1:cubicBezTo>
                        <ns1:pt x="281" y="177"/>
                        <ns1:pt x="278" y="177"/>
                        <ns1:pt x="275" y="177"/>
                      </ns1:cubicBezTo>
                      <ns1:close/>
                      <ns1:moveTo>
                        <ns1:pt x="258" y="165"/>
                      </ns1:moveTo>
                      <ns1:cubicBezTo>
                        <ns1:pt x="258" y="169"/>
                        <ns1:pt x="259" y="172"/>
                        <ns1:pt x="259" y="175"/>
                      </ns1:cubicBezTo>
                      <ns1:cubicBezTo>
                        <ns1:pt x="264" y="175"/>
                        <ns1:pt x="269" y="174"/>
                        <ns1:pt x="274" y="174"/>
                      </ns1:cubicBezTo>
                      <ns1:cubicBezTo>
                        <ns1:pt x="274" y="171"/>
                        <ns1:pt x="274" y="168"/>
                        <ns1:pt x="274" y="164"/>
                      </ns1:cubicBezTo>
                      <ns1:cubicBezTo>
                        <ns1:pt x="269" y="164"/>
                        <ns1:pt x="264" y="165"/>
                        <ns1:pt x="258" y="165"/>
                      </ns1:cubicBezTo>
                      <ns1:close/>
                      <ns1:moveTo>
                        <ns1:pt x="185" y="208"/>
                      </ns1:moveTo>
                      <ns1:cubicBezTo>
                        <ns1:pt x="185" y="212"/>
                        <ns1:pt x="185" y="215"/>
                        <ns1:pt x="185" y="218"/>
                      </ns1:cubicBezTo>
                      <ns1:cubicBezTo>
                        <ns1:pt x="190" y="218"/>
                        <ns1:pt x="194" y="218"/>
                        <ns1:pt x="199" y="218"/>
                      </ns1:cubicBezTo>
                      <ns1:cubicBezTo>
                        <ns1:pt x="199" y="214"/>
                        <ns1:pt x="199" y="211"/>
                        <ns1:pt x="199" y="208"/>
                      </ns1:cubicBezTo>
                      <ns1:cubicBezTo>
                        <ns1:pt x="194" y="208"/>
                        <ns1:pt x="190" y="208"/>
                        <ns1:pt x="185" y="208"/>
                      </ns1:cubicBezTo>
                      <ns1:close/>
                      <ns1:moveTo>
                        <ns1:pt x="208" y="233"/>
                      </ns1:moveTo>
                      <ns1:cubicBezTo>
                        <ns1:pt x="208" y="230"/>
                        <ns1:pt x="208" y="227"/>
                        <ns1:pt x="208" y="224"/>
                      </ns1:cubicBezTo>
                      <ns1:cubicBezTo>
                        <ns1:pt x="203" y="224"/>
                        <ns1:pt x="199" y="224"/>
                        <ns1:pt x="194" y="224"/>
                      </ns1:cubicBezTo>
                      <ns1:cubicBezTo>
                        <ns1:pt x="194" y="227"/>
                        <ns1:pt x="194" y="230"/>
                        <ns1:pt x="194" y="233"/>
                      </ns1:cubicBezTo>
                      <ns1:cubicBezTo>
                        <ns1:pt x="199" y="233"/>
                        <ns1:pt x="203" y="233"/>
                        <ns1:pt x="208" y="233"/>
                      </ns1:cubicBezTo>
                      <ns1:close/>
                      <ns1:moveTo>
                        <ns1:pt x="434" y="75"/>
                      </ns1:moveTo>
                      <ns1:cubicBezTo>
                        <ns1:pt x="437" y="73"/>
                        <ns1:pt x="440" y="72"/>
                        <ns1:pt x="443" y="71"/>
                      </ns1:cubicBezTo>
                      <ns1:cubicBezTo>
                        <ns1:pt x="441" y="67"/>
                        <ns1:pt x="440" y="64"/>
                        <ns1:pt x="438" y="60"/>
                      </ns1:cubicBezTo>
                      <ns1:cubicBezTo>
                        <ns1:pt x="434" y="62"/>
                        <ns1:pt x="431" y="63"/>
                        <ns1:pt x="428" y="64"/>
                      </ns1:cubicBezTo>
                      <ns1:cubicBezTo>
                        <ns1:pt x="430" y="68"/>
                        <ns1:pt x="432" y="71"/>
                        <ns1:pt x="434" y="75"/>
                      </ns1:cubicBezTo>
                      <ns1:close/>
                      <ns1:moveTo>
                        <ns1:pt x="856" y="132"/>
                      </ns1:moveTo>
                      <ns1:cubicBezTo>
                        <ns1:pt x="855" y="137"/>
                        <ns1:pt x="853" y="140"/>
                        <ns1:pt x="852" y="144"/>
                      </ns1:cubicBezTo>
                      <ns1:cubicBezTo>
                        <ns1:pt x="855" y="145"/>
                        <ns1:pt x="858" y="147"/>
                        <ns1:pt x="861" y="148"/>
                      </ns1:cubicBezTo>
                      <ns1:cubicBezTo>
                        <ns1:pt x="863" y="144"/>
                        <ns1:pt x="864" y="141"/>
                        <ns1:pt x="866" y="137"/>
                      </ns1:cubicBezTo>
                      <ns1:cubicBezTo>
                        <ns1:pt x="862" y="135"/>
                        <ns1:pt x="859" y="134"/>
                        <ns1:pt x="856" y="132"/>
                      </ns1:cubicBezTo>
                      <ns1:close/>
                      <ns1:moveTo>
                        <ns1:pt x="872" y="976"/>
                      </ns1:moveTo>
                      <ns1:cubicBezTo>
                        <ns1:pt x="875" y="978"/>
                        <ns1:pt x="875" y="984"/>
                        <ns1:pt x="880" y="982"/>
                      </ns1:cubicBezTo>
                      <ns1:cubicBezTo>
                        <ns1:pt x="881" y="984"/>
                        <ns1:pt x="882" y="986"/>
                        <ns1:pt x="882" y="989"/>
                      </ns1:cubicBezTo>
                      <ns1:cubicBezTo>
                        <ns1:pt x="887" y="983"/>
                        <ns1:pt x="885" y="977"/>
                        <ns1:pt x="877" y="972"/>
                      </ns1:cubicBezTo>
                      <ns1:cubicBezTo>
                        <ns1:pt x="875" y="973"/>
                        <ns1:pt x="874" y="974"/>
                        <ns1:pt x="872" y="976"/>
                      </ns1:cubicBezTo>
                      <ns1:close/>
                      <ns1:moveTo>
                        <ns1:pt x="509" y="97"/>
                      </ns1:moveTo>
                      <ns1:cubicBezTo>
                        <ns1:pt x="515" y="96"/>
                        <ns1:pt x="516" y="93"/>
                        <ns1:pt x="511" y="86"/>
                      </ns1:cubicBezTo>
                      <ns1:cubicBezTo>
                        <ns1:pt x="509" y="87"/>
                        <ns1:pt x="508" y="87"/>
                        <ns1:pt x="506" y="88"/>
                      </ns1:cubicBezTo>
                      <ns1:cubicBezTo>
                        <ns1:pt x="507" y="91"/>
                        <ns1:pt x="508" y="94"/>
                        <ns1:pt x="509" y="97"/>
                      </ns1:cubicBezTo>
                      <ns1:close/>
                      <ns1:moveTo>
                        <ns1:pt x="676" y="105"/>
                      </ns1:moveTo>
                      <ns1:cubicBezTo>
                        <ns1:pt x="676" y="102"/>
                        <ns1:pt x="676" y="99"/>
                        <ns1:pt x="676" y="95"/>
                      </ns1:cubicBezTo>
                      <ns1:cubicBezTo>
                        <ns1:pt x="674" y="95"/>
                        <ns1:pt x="673" y="95"/>
                        <ns1:pt x="671" y="95"/>
                      </ns1:cubicBezTo>
                      <ns1:cubicBezTo>
                        <ns1:pt x="670" y="99"/>
                        <ns1:pt x="670" y="102"/>
                        <ns1:pt x="670" y="105"/>
                      </ns1:cubicBezTo>
                      <ns1:cubicBezTo>
                        <ns1:pt x="672" y="105"/>
                        <ns1:pt x="673" y="105"/>
                        <ns1:pt x="676" y="10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74" name="Freeform 9"/>
                <ns0:cNvSpPr/>
                <ns0:nvPr/>
              </ns0:nvSpPr>
              <ns0:spPr bwMode="auto">
                <ns1:xfrm>
                  <ns1:off x="7246938" y="4954588"/>
                  <ns1:ext cx="57150" cy="63500"/>
                </ns1:xfrm>
                <ns1:custGeom>
                  <ns1:avLst/>
                  <ns1:gdLst>
                    <ns1:gd name="T0" fmla="*/ 0 w 15"/>
                    <ns1:gd name="T1" fmla="*/ 4 h 17"/>
                    <ns1:gd name="T2" fmla="*/ 5 w 15"/>
                    <ns1:gd name="T3" fmla="*/ 0 h 17"/>
                    <ns1:gd name="T4" fmla="*/ 10 w 15"/>
                    <ns1:gd name="T5" fmla="*/ 17 h 17"/>
                    <ns1:gd name="T6" fmla="*/ 8 w 15"/>
                    <ns1:gd name="T7" fmla="*/ 10 h 17"/>
                    <ns1:gd name="T8" fmla="*/ 0 w 15"/>
                    <ns1:gd name="T9" fmla="*/ 4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5" h="17">
                      <ns1:moveTo>
                        <ns1:pt x="0" y="4"/>
                      </ns1:moveTo>
                      <ns1:cubicBezTo>
                        <ns1:pt x="2" y="2"/>
                        <ns1:pt x="3" y="1"/>
                        <ns1:pt x="5" y="0"/>
                      </ns1:cubicBezTo>
                      <ns1:cubicBezTo>
                        <ns1:pt x="13" y="5"/>
                        <ns1:pt x="15" y="11"/>
                        <ns1:pt x="10" y="17"/>
                      </ns1:cubicBezTo>
                      <ns1:cubicBezTo>
                        <ns1:pt x="10" y="14"/>
                        <ns1:pt x="9" y="12"/>
                        <ns1:pt x="8" y="10"/>
                      </ns1:cubicBezTo>
                      <ns1:cubicBezTo>
                        <ns1:pt x="3" y="12"/>
                        <ns1:pt x="3" y="6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5" name="Freeform 13"/>
                <ns0:cNvSpPr>
                  <ns1:spLocks noEditPoints="1"/>
                </ns0:cNvSpPr>
                <ns0:nvPr/>
              </ns0:nvSpPr>
              <ns0:spPr bwMode="auto">
                <ns1:xfrm>
                  <ns1:off x="4813300" y="2979738"/>
                  <ns1:ext cx="2762250" cy="1547813"/>
                </ns1:xfrm>
                <ns1:custGeom>
                  <ns1:avLst/>
                  <ns1:gdLst>
                    <ns1:gd name="T0" fmla="*/ 571 w 732"/>
                    <ns1:gd name="T1" fmla="*/ 6 h 410"/>
                    <ns1:gd name="T2" fmla="*/ 701 w 732"/>
                    <ns1:gd name="T3" fmla="*/ 59 h 410"/>
                    <ns1:gd name="T4" fmla="*/ 696 w 732"/>
                    <ns1:gd name="T5" fmla="*/ 222 h 410"/>
                    <ns1:gd name="T6" fmla="*/ 426 w 732"/>
                    <ns1:gd name="T7" fmla="*/ 377 h 410"/>
                    <ns1:gd name="T8" fmla="*/ 271 w 732"/>
                    <ns1:gd name="T9" fmla="*/ 410 h 410"/>
                    <ns1:gd name="T10" fmla="*/ 267 w 732"/>
                    <ns1:gd name="T11" fmla="*/ 409 h 410"/>
                    <ns1:gd name="T12" fmla="*/ 410 w 732"/>
                    <ns1:gd name="T13" fmla="*/ 368 h 410"/>
                    <ns1:gd name="T14" fmla="*/ 249 w 732"/>
                    <ns1:gd name="T15" fmla="*/ 394 h 410"/>
                    <ns1:gd name="T16" fmla="*/ 308 w 732"/>
                    <ns1:gd name="T17" fmla="*/ 376 h 410"/>
                    <ns1:gd name="T18" fmla="*/ 305 w 732"/>
                    <ns1:gd name="T19" fmla="*/ 373 h 410"/>
                    <ns1:gd name="T20" fmla="*/ 378 w 732"/>
                    <ns1:gd name="T21" fmla="*/ 349 h 410"/>
                    <ns1:gd name="T22" fmla="*/ 334 w 732"/>
                    <ns1:gd name="T23" fmla="*/ 351 h 410"/>
                    <ns1:gd name="T24" fmla="*/ 340 w 732"/>
                    <ns1:gd name="T25" fmla="*/ 345 h 410"/>
                    <ns1:gd name="T26" fmla="*/ 427 w 732"/>
                    <ns1:gd name="T27" fmla="*/ 317 h 410"/>
                    <ns1:gd name="T28" fmla="*/ 405 w 732"/>
                    <ns1:gd name="T29" fmla="*/ 320 h 410"/>
                    <ns1:gd name="T30" fmla="*/ 268 w 732"/>
                    <ns1:gd name="T31" fmla="*/ 340 h 410"/>
                    <ns1:gd name="T32" fmla="*/ 322 w 732"/>
                    <ns1:gd name="T33" fmla="*/ 321 h 410"/>
                    <ns1:gd name="T34" fmla="*/ 329 w 732"/>
                    <ns1:gd name="T35" fmla="*/ 315 h 410"/>
                    <ns1:gd name="T36" fmla="*/ 214 w 732"/>
                    <ns1:gd name="T37" fmla="*/ 338 h 410"/>
                    <ns1:gd name="T38" fmla="*/ 186 w 732"/>
                    <ns1:gd name="T39" fmla="*/ 339 h 410"/>
                    <ns1:gd name="T40" fmla="*/ 189 w 732"/>
                    <ns1:gd name="T41" fmla="*/ 335 h 410"/>
                    <ns1:gd name="T42" fmla="*/ 141 w 732"/>
                    <ns1:gd name="T43" fmla="*/ 341 h 410"/>
                    <ns1:gd name="T44" fmla="*/ 122 w 732"/>
                    <ns1:gd name="T45" fmla="*/ 345 h 410"/>
                    <ns1:gd name="T46" fmla="*/ 29 w 732"/>
                    <ns1:gd name="T47" fmla="*/ 353 h 410"/>
                    <ns1:gd name="T48" fmla="*/ 30 w 732"/>
                    <ns1:gd name="T49" fmla="*/ 349 h 410"/>
                    <ns1:gd name="T50" fmla="*/ 0 w 732"/>
                    <ns1:gd name="T51" fmla="*/ 349 h 410"/>
                    <ns1:gd name="T52" fmla="*/ 17 w 732"/>
                    <ns1:gd name="T53" fmla="*/ 346 h 410"/>
                    <ns1:gd name="T54" fmla="*/ 462 w 732"/>
                    <ns1:gd name="T55" fmla="*/ 247 h 410"/>
                    <ns1:gd name="T56" fmla="*/ 638 w 732"/>
                    <ns1:gd name="T57" fmla="*/ 127 h 410"/>
                    <ns1:gd name="T58" fmla="*/ 633 w 732"/>
                    <ns1:gd name="T59" fmla="*/ 52 h 410"/>
                    <ns1:gd name="T60" fmla="*/ 522 w 732"/>
                    <ns1:gd name="T61" fmla="*/ 2 h 410"/>
                    <ns1:gd name="T62" fmla="*/ 521 w 732"/>
                    <ns1:gd name="T63" fmla="*/ 0 h 410"/>
                    <ns1:gd name="T64" fmla="*/ 419 w 732"/>
                    <ns1:gd name="T65" fmla="*/ 364 h 410"/>
                    <ns1:gd name="T66" fmla="*/ 417 w 732"/>
                    <ns1:gd name="T67" fmla="*/ 365 h 410"/>
                    <ns1:gd name="T68" fmla="*/ 430 w 732"/>
                    <ns1:gd name="T69" fmla="*/ 315 h 410"/>
                    <ns1:gd name="T70" fmla="*/ 429 w 732"/>
                    <ns1:gd name="T71" fmla="*/ 316 h 4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732" h="410">
                      <ns1:moveTo>
                        <ns1:pt x="521" y="0"/>
                      </ns1:moveTo>
                      <ns1:cubicBezTo>
                        <ns1:pt x="537" y="2"/>
                        <ns1:pt x="554" y="4"/>
                        <ns1:pt x="571" y="6"/>
                      </ns1:cubicBezTo>
                      <ns1:cubicBezTo>
                        <ns1:pt x="601" y="10"/>
                        <ns1:pt x="630" y="17"/>
                        <ns1:pt x="658" y="30"/>
                      </ns1:cubicBezTo>
                      <ns1:cubicBezTo>
                        <ns1:pt x="674" y="37"/>
                        <ns1:pt x="689" y="46"/>
                        <ns1:pt x="701" y="59"/>
                      </ns1:cubicBezTo>
                      <ns1:cubicBezTo>
                        <ns1:pt x="723" y="81"/>
                        <ns1:pt x="732" y="107"/>
                        <ns1:pt x="729" y="138"/>
                      </ns1:cubicBezTo>
                      <ns1:cubicBezTo>
                        <ns1:pt x="726" y="169"/>
                        <ns1:pt x="714" y="196"/>
                        <ns1:pt x="696" y="222"/>
                      </ns1:cubicBezTo>
                      <ns1:cubicBezTo>
                        <ns1:pt x="669" y="260"/>
                        <ns1:pt x="633" y="288"/>
                        <ns1:pt x="592" y="310"/>
                      </ns1:cubicBezTo>
                      <ns1:cubicBezTo>
                        <ns1:pt x="539" y="339"/>
                        <ns1:pt x="484" y="361"/>
                        <ns1:pt x="426" y="377"/>
                      </ns1:cubicBezTo>
                      <ns1:cubicBezTo>
                        <ns1:pt x="380" y="391"/>
                        <ns1:pt x="334" y="400"/>
                        <ns1:pt x="287" y="408"/>
                      </ns1:cubicBezTo>
                      <ns1:cubicBezTo>
                        <ns1:pt x="282" y="409"/>
                        <ns1:pt x="276" y="409"/>
                        <ns1:pt x="271" y="410"/>
                      </ns1:cubicBezTo>
                      <ns1:cubicBezTo>
                        <ns1:pt x="270" y="410"/>
                        <ns1:pt x="269" y="410"/>
                        <ns1:pt x="267" y="410"/>
                      </ns1:cubicBezTo>
                      <ns1:cubicBezTo>
                        <ns1:pt x="267" y="409"/>
                        <ns1:pt x="267" y="409"/>
                        <ns1:pt x="267" y="409"/>
                      </ns1:cubicBezTo>
                      <ns1:cubicBezTo>
                        <ns1:pt x="274" y="406"/>
                        <ns1:pt x="281" y="402"/>
                        <ns1:pt x="289" y="401"/>
                      </ns1:cubicBezTo>
                      <ns1:cubicBezTo>
                        <ns1:pt x="330" y="391"/>
                        <ns1:pt x="371" y="382"/>
                        <ns1:pt x="410" y="368"/>
                      </ns1:cubicBezTo>
                      <ns1:cubicBezTo>
                        <ns1:pt x="412" y="367"/>
                        <ns1:pt x="414" y="366"/>
                        <ns1:pt x="416" y="365"/>
                      </ns1:cubicBezTo>
                      <ns1:cubicBezTo>
                        <ns1:pt x="361" y="377"/>
                        <ns1:pt x="306" y="388"/>
                        <ns1:pt x="249" y="394"/>
                      </ns1:cubicBezTo>
                      <ns1:cubicBezTo>
                        <ns1:pt x="258" y="388"/>
                        <ns1:pt x="268" y="386"/>
                        <ns1:pt x="278" y="383"/>
                      </ns1:cubicBezTo>
                      <ns1:cubicBezTo>
                        <ns1:pt x="287" y="381"/>
                        <ns1:pt x="297" y="379"/>
                        <ns1:pt x="308" y="376"/>
                      </ns1:cubicBezTo>
                      <ns1:cubicBezTo>
                        <ns1:pt x="305" y="375"/>
                        <ns1:pt x="304" y="375"/>
                        <ns1:pt x="301" y="374"/>
                      </ns1:cubicBezTo>
                      <ns1:cubicBezTo>
                        <ns1:pt x="303" y="373"/>
                        <ns1:pt x="304" y="373"/>
                        <ns1:pt x="305" y="373"/>
                      </ns1:cubicBezTo>
                      <ns1:cubicBezTo>
                        <ns1:pt x="328" y="367"/>
                        <ns1:pt x="351" y="361"/>
                        <ns1:pt x="374" y="355"/>
                      </ns1:cubicBezTo>
                      <ns1:cubicBezTo>
                        <ns1:pt x="377" y="354"/>
                        <ns1:pt x="380" y="354"/>
                        <ns1:pt x="378" y="349"/>
                      </ns1:cubicBezTo>
                      <ns1:cubicBezTo>
                        <ns1:pt x="378" y="348"/>
                        <ns1:pt x="381" y="346"/>
                        <ns1:pt x="382" y="344"/>
                      </ns1:cubicBezTo>
                      <ns1:cubicBezTo>
                        <ns1:pt x="366" y="346"/>
                        <ns1:pt x="350" y="348"/>
                        <ns1:pt x="334" y="351"/>
                      </ns1:cubicBezTo>
                      <ns1:cubicBezTo>
                        <ns1:pt x="333" y="350"/>
                        <ns1:pt x="333" y="350"/>
                        <ns1:pt x="333" y="349"/>
                      </ns1:cubicBezTo>
                      <ns1:cubicBezTo>
                        <ns1:pt x="335" y="348"/>
                        <ns1:pt x="338" y="346"/>
                        <ns1:pt x="340" y="345"/>
                      </ns1:cubicBezTo>
                      <ns1:cubicBezTo>
                        <ns1:pt x="367" y="336"/>
                        <ns1:pt x="395" y="328"/>
                        <ns1:pt x="422" y="319"/>
                      </ns1:cubicBezTo>
                      <ns1:cubicBezTo>
                        <ns1:pt x="424" y="318"/>
                        <ns1:pt x="426" y="317"/>
                        <ns1:pt x="427" y="317"/>
                      </ns1:cubicBezTo>
                      <ns1:cubicBezTo>
                        <ns1:pt x="427" y="316"/>
                        <ns1:pt x="427" y="316"/>
                        <ns1:pt x="427" y="315"/>
                      </ns1:cubicBezTo>
                      <ns1:cubicBezTo>
                        <ns1:pt x="420" y="317"/>
                        <ns1:pt x="413" y="319"/>
                        <ns1:pt x="405" y="320"/>
                      </ns1:cubicBezTo>
                      <ns1:cubicBezTo>
                        <ns1:pt x="369" y="327"/>
                        <ns1:pt x="333" y="335"/>
                        <ns1:pt x="297" y="341"/>
                      </ns1:cubicBezTo>
                      <ns1:cubicBezTo>
                        <ns1:pt x="288" y="343"/>
                        <ns1:pt x="279" y="345"/>
                        <ns1:pt x="268" y="340"/>
                      </ns1:cubicBezTo>
                      <ns1:cubicBezTo>
                        <ns1:pt x="271" y="338"/>
                        <ns1:pt x="274" y="336"/>
                        <ns1:pt x="276" y="335"/>
                      </ns1:cubicBezTo>
                      <ns1:cubicBezTo>
                        <ns1:pt x="291" y="330"/>
                        <ns1:pt x="307" y="326"/>
                        <ns1:pt x="322" y="321"/>
                      </ns1:cubicBezTo>
                      <ns1:cubicBezTo>
                        <ns1:pt x="325" y="320"/>
                        <ns1:pt x="327" y="318"/>
                        <ns1:pt x="330" y="316"/>
                      </ns1:cubicBezTo>
                      <ns1:cubicBezTo>
                        <ns1:pt x="330" y="316"/>
                        <ns1:pt x="330" y="315"/>
                        <ns1:pt x="329" y="315"/>
                      </ns1:cubicBezTo>
                      <ns1:cubicBezTo>
                        <ns1:pt x="327" y="315"/>
                        <ns1:pt x="325" y="315"/>
                        <ns1:pt x="322" y="316"/>
                      </ns1:cubicBezTo>
                      <ns1:cubicBezTo>
                        <ns1:pt x="286" y="323"/>
                        <ns1:pt x="250" y="331"/>
                        <ns1:pt x="214" y="338"/>
                      </ns1:cubicBezTo>
                      <ns1:cubicBezTo>
                        <ns1:pt x="209" y="339"/>
                        <ns1:pt x="205" y="340"/>
                        <ns1:pt x="200" y="340"/>
                      </ns1:cubicBezTo>
                      <ns1:cubicBezTo>
                        <ns1:pt x="195" y="341"/>
                        <ns1:pt x="191" y="340"/>
                        <ns1:pt x="186" y="339"/>
                      </ns1:cubicBezTo>
                      <ns1:cubicBezTo>
                        <ns1:pt x="188" y="338"/>
                        <ns1:pt x="189" y="337"/>
                        <ns1:pt x="190" y="336"/>
                      </ns1:cubicBezTo>
                      <ns1:cubicBezTo>
                        <ns1:pt x="189" y="335"/>
                        <ns1:pt x="189" y="335"/>
                        <ns1:pt x="189" y="335"/>
                      </ns1:cubicBezTo>
                      <ns1:cubicBezTo>
                        <ns1:pt x="174" y="337"/>
                        <ns1:pt x="159" y="339"/>
                        <ns1:pt x="145" y="340"/>
                      </ns1:cubicBezTo>
                      <ns1:cubicBezTo>
                        <ns1:pt x="144" y="340"/>
                        <ns1:pt x="142" y="341"/>
                        <ns1:pt x="141" y="341"/>
                      </ns1:cubicBezTo>
                      <ns1:cubicBezTo>
                        <ns1:pt x="135" y="339"/>
                        <ns1:pt x="130" y="340"/>
                        <ns1:pt x="125" y="344"/>
                      </ns1:cubicBezTo>
                      <ns1:cubicBezTo>
                        <ns1:pt x="124" y="345"/>
                        <ns1:pt x="123" y="345"/>
                        <ns1:pt x="122" y="345"/>
                      </ns1:cubicBezTo>
                      <ns1:cubicBezTo>
                        <ns1:pt x="106" y="342"/>
                        <ns1:pt x="90" y="347"/>
                        <ns1:pt x="75" y="348"/>
                      </ns1:cubicBezTo>
                      <ns1:cubicBezTo>
                        <ns1:pt x="59" y="350"/>
                        <ns1:pt x="44" y="351"/>
                        <ns1:pt x="29" y="353"/>
                      </ns1:cubicBezTo>
                      <ns1:cubicBezTo>
                        <ns1:pt x="28" y="353"/>
                        <ns1:pt x="26" y="353"/>
                        <ns1:pt x="25" y="352"/>
                      </ns1:cubicBezTo>
                      <ns1:cubicBezTo>
                        <ns1:pt x="27" y="351"/>
                        <ns1:pt x="29" y="350"/>
                        <ns1:pt x="30" y="349"/>
                      </ns1:cubicBezTo>
                      <ns1:cubicBezTo>
                        <ns1:pt x="30" y="349"/>
                        <ns1:pt x="30" y="349"/>
                        <ns1:pt x="30" y="349"/>
                      </ns1:cubicBezTo>
                      <ns1:cubicBezTo>
                        <ns1:pt x="20" y="349"/>
                        <ns1:pt x="10" y="349"/>
                        <ns1:pt x="0" y="349"/>
                      </ns1:cubicBezTo>
                      <ns1:cubicBezTo>
                        <ns1:pt x="0" y="349"/>
                        <ns1:pt x="0" y="348"/>
                        <ns1:pt x="0" y="348"/>
                      </ns1:cubicBezTo>
                      <ns1:cubicBezTo>
                        <ns1:pt x="6" y="347"/>
                        <ns1:pt x="11" y="347"/>
                        <ns1:pt x="17" y="346"/>
                      </ns1:cubicBezTo>
                      <ns1:cubicBezTo>
                        <ns1:pt x="70" y="338"/>
                        <ns1:pt x="123" y="330"/>
                        <ns1:pt x="176" y="321"/>
                      </ns1:cubicBezTo>
                      <ns1:cubicBezTo>
                        <ns1:pt x="273" y="303"/>
                        <ns1:pt x="369" y="281"/>
                        <ns1:pt x="462" y="247"/>
                      </ns1:cubicBezTo>
                      <ns1:cubicBezTo>
                        <ns1:pt x="508" y="230"/>
                        <ns1:pt x="551" y="209"/>
                        <ns1:pt x="589" y="181"/>
                      </ns1:cubicBezTo>
                      <ns1:cubicBezTo>
                        <ns1:pt x="609" y="166"/>
                        <ns1:pt x="627" y="149"/>
                        <ns1:pt x="638" y="127"/>
                      </ns1:cubicBezTo>
                      <ns1:cubicBezTo>
                        <ns1:pt x="643" y="117"/>
                        <ns1:pt x="647" y="108"/>
                        <ns1:pt x="647" y="97"/>
                      </ns1:cubicBezTo>
                      <ns1:cubicBezTo>
                        <ns1:pt x="648" y="80"/>
                        <ns1:pt x="645" y="65"/>
                        <ns1:pt x="633" y="52"/>
                      </ns1:cubicBezTo>
                      <ns1:cubicBezTo>
                        <ns1:pt x="618" y="35"/>
                        <ns1:pt x="600" y="24"/>
                        <ns1:pt x="579" y="17"/>
                      </ns1:cubicBezTo>
                      <ns1:cubicBezTo>
                        <ns1:pt x="560" y="11"/>
                        <ns1:pt x="541" y="7"/>
                        <ns1:pt x="522" y="2"/>
                      </ns1:cubicBezTo>
                      <ns1:cubicBezTo>
                        <ns1:pt x="522" y="2"/>
                        <ns1:pt x="521" y="2"/>
                        <ns1:pt x="521" y="2"/>
                      </ns1:cubicBezTo>
                      <ns1:cubicBezTo>
                        <ns1:pt x="521" y="1"/>
                        <ns1:pt x="521" y="1"/>
                        <ns1:pt x="521" y="0"/>
                      </ns1:cubicBezTo>
                      <ns1:close/>
                      <ns1:moveTo>
                        <ns1:pt x="419" y="365"/>
                      </ns1:moveTo>
                      <ns1:cubicBezTo>
                        <ns1:pt x="419" y="365"/>
                        <ns1:pt x="419" y="364"/>
                        <ns1:pt x="419" y="364"/>
                      </ns1:cubicBezTo>
                      <ns1:cubicBezTo>
                        <ns1:pt x="418" y="364"/>
                        <ns1:pt x="418" y="364"/>
                        <ns1:pt x="417" y="364"/>
                      </ns1:cubicBezTo>
                      <ns1:cubicBezTo>
                        <ns1:pt x="417" y="365"/>
                        <ns1:pt x="417" y="365"/>
                        <ns1:pt x="417" y="365"/>
                      </ns1:cubicBezTo>
                      <ns1:cubicBezTo>
                        <ns1:pt x="418" y="365"/>
                        <ns1:pt x="418" y="365"/>
                        <ns1:pt x="419" y="365"/>
                      </ns1:cubicBezTo>
                      <ns1:close/>
                      <ns1:moveTo>
                        <ns1:pt x="430" y="315"/>
                      </ns1:moveTo>
                      <ns1:cubicBezTo>
                        <ns1:pt x="429" y="315"/>
                        <ns1:pt x="429" y="315"/>
                        <ns1:pt x="429" y="315"/>
                      </ns1:cubicBezTo>
                      <ns1:cubicBezTo>
                        <ns1:pt x="429" y="315"/>
                        <ns1:pt x="429" y="316"/>
                        <ns1:pt x="429" y="316"/>
                      </ns1:cubicBezTo>
                      <ns1:cubicBezTo>
                        <ns1:pt x="429" y="316"/>
                        <ns1:pt x="429" y="316"/>
                        <ns1:pt x="430" y="31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6" name="Freeform 14"/>
                <ns0:cNvSpPr/>
                <ns0:nvPr/>
              </ns0:nvSpPr>
              <ns0:spPr bwMode="auto">
                <ns1:xfrm>
                  <ns1:off x="4594225" y="2511425"/>
                  <ns1:ext cx="2105025" cy="1303338"/>
                </ns1:xfrm>
                <ns1:custGeom>
                  <ns1:avLst/>
                  <ns1:gdLst>
                    <ns1:gd name="T0" fmla="*/ 558 w 558"/>
                    <ns1:gd name="T1" fmla="*/ 1 h 345"/>
                    <ns1:gd name="T2" fmla="*/ 557 w 558"/>
                    <ns1:gd name="T3" fmla="*/ 5 h 345"/>
                    <ns1:gd name="T4" fmla="*/ 450 w 558"/>
                    <ns1:gd name="T5" fmla="*/ 164 h 345"/>
                    <ns1:gd name="T6" fmla="*/ 275 w 558"/>
                    <ns1:gd name="T7" fmla="*/ 287 h 345"/>
                    <ns1:gd name="T8" fmla="*/ 135 w 558"/>
                    <ns1:gd name="T9" fmla="*/ 336 h 345"/>
                    <ns1:gd name="T10" fmla="*/ 54 w 558"/>
                    <ns1:gd name="T11" fmla="*/ 343 h 345"/>
                    <ns1:gd name="T12" fmla="*/ 26 w 558"/>
                    <ns1:gd name="T13" fmla="*/ 338 h 345"/>
                    <ns1:gd name="T14" fmla="*/ 7 w 558"/>
                    <ns1:gd name="T15" fmla="*/ 293 h 345"/>
                    <ns1:gd name="T16" fmla="*/ 43 w 558"/>
                    <ns1:gd name="T17" fmla="*/ 248 h 345"/>
                    <ns1:gd name="T18" fmla="*/ 146 w 558"/>
                    <ns1:gd name="T19" fmla="*/ 190 h 345"/>
                    <ns1:gd name="T20" fmla="*/ 318 w 558"/>
                    <ns1:gd name="T21" fmla="*/ 140 h 345"/>
                    <ns1:gd name="T22" fmla="*/ 406 w 558"/>
                    <ns1:gd name="T23" fmla="*/ 126 h 345"/>
                    <ns1:gd name="T24" fmla="*/ 413 w 558"/>
                    <ns1:gd name="T25" fmla="*/ 127 h 345"/>
                    <ns1:gd name="T26" fmla="*/ 385 w 558"/>
                    <ns1:gd name="T27" fmla="*/ 133 h 345"/>
                    <ns1:gd name="T28" fmla="*/ 225 w 558"/>
                    <ns1:gd name="T29" fmla="*/ 185 h 345"/>
                    <ns1:gd name="T30" fmla="*/ 153 w 558"/>
                    <ns1:gd name="T31" fmla="*/ 230 h 345"/>
                    <ns1:gd name="T32" fmla="*/ 141 w 558"/>
                    <ns1:gd name="T33" fmla="*/ 244 h 345"/>
                    <ns1:gd name="T34" fmla="*/ 148 w 558"/>
                    <ns1:gd name="T35" fmla="*/ 260 h 345"/>
                    <ns1:gd name="T36" fmla="*/ 185 w 558"/>
                    <ns1:gd name="T37" fmla="*/ 258 h 345"/>
                    <ns1:gd name="T38" fmla="*/ 294 w 558"/>
                    <ns1:gd name="T39" fmla="*/ 219 h 345"/>
                    <ns1:gd name="T40" fmla="*/ 529 w 558"/>
                    <ns1:gd name="T41" fmla="*/ 39 h 345"/>
                    <ns1:gd name="T42" fmla="*/ 555 w 558"/>
                    <ns1:gd name="T43" fmla="*/ 4 h 345"/>
                    <ns1:gd name="T44" fmla="*/ 557 w 558"/>
                    <ns1:gd name="T45" fmla="*/ 0 h 345"/>
                    <ns1:gd name="T46" fmla="*/ 558 w 558"/>
                    <ns1:gd name="T47" fmla="*/ 1 h 34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</ns1:cxnLst>
                  <ns1:rect l="0" t="0" r="r" b="b"/>
                  <ns1:pathLst>
                    <ns1:path w="558" h="345">
                      <ns1:moveTo>
                        <ns1:pt x="558" y="1"/>
                      </ns1:moveTo>
                      <ns1:cubicBezTo>
                        <ns1:pt x="558" y="2"/>
                        <ns1:pt x="557" y="4"/>
                        <ns1:pt x="557" y="5"/>
                      </ns1:cubicBezTo>
                      <ns1:cubicBezTo>
                        <ns1:pt x="531" y="64"/>
                        <ns1:pt x="495" y="118"/>
                        <ns1:pt x="450" y="164"/>
                      </ns1:cubicBezTo>
                      <ns1:cubicBezTo>
                        <ns1:pt x="399" y="216"/>
                        <ns1:pt x="341" y="257"/>
                        <ns1:pt x="275" y="287"/>
                      </ns1:cubicBezTo>
                      <ns1:cubicBezTo>
                        <ns1:pt x="230" y="309"/>
                        <ns1:pt x="184" y="326"/>
                        <ns1:pt x="135" y="336"/>
                      </ns1:cubicBezTo>
                      <ns1:cubicBezTo>
                        <ns1:pt x="108" y="341"/>
                        <ns1:pt x="82" y="345"/>
                        <ns1:pt x="54" y="343"/>
                      </ns1:cubicBezTo>
                      <ns1:cubicBezTo>
                        <ns1:pt x="45" y="342"/>
                        <ns1:pt x="35" y="341"/>
                        <ns1:pt x="26" y="338"/>
                      </ns1:cubicBezTo>
                      <ns1:cubicBezTo>
                        <ns1:pt x="0" y="330"/>
                        <ns1:pt x="0" y="309"/>
                        <ns1:pt x="7" y="293"/>
                      </ns1:cubicBezTo>
                      <ns1:cubicBezTo>
                        <ns1:pt x="14" y="275"/>
                        <ns1:pt x="28" y="261"/>
                        <ns1:pt x="43" y="248"/>
                      </ns1:cubicBezTo>
                      <ns1:cubicBezTo>
                        <ns1:pt x="74" y="223"/>
                        <ns1:pt x="109" y="205"/>
                        <ns1:pt x="146" y="190"/>
                      </ns1:cubicBezTo>
                      <ns1:cubicBezTo>
                        <ns1:pt x="202" y="167"/>
                        <ns1:pt x="259" y="151"/>
                        <ns1:pt x="318" y="140"/>
                      </ns1:cubicBezTo>
                      <ns1:cubicBezTo>
                        <ns1:pt x="347" y="134"/>
                        <ns1:pt x="377" y="131"/>
                        <ns1:pt x="406" y="126"/>
                      </ns1:cubicBezTo>
                      <ns1:cubicBezTo>
                        <ns1:pt x="408" y="126"/>
                        <ns1:pt x="410" y="126"/>
                        <ns1:pt x="413" y="127"/>
                      </ns1:cubicBezTo>
                      <ns1:cubicBezTo>
                        <ns1:pt x="404" y="129"/>
                        <ns1:pt x="394" y="131"/>
                        <ns1:pt x="385" y="133"/>
                      </ns1:cubicBezTo>
                      <ns1:cubicBezTo>
                        <ns1:pt x="330" y="145"/>
                        <ns1:pt x="276" y="161"/>
                        <ns1:pt x="225" y="185"/>
                      </ns1:cubicBezTo>
                      <ns1:cubicBezTo>
                        <ns1:pt x="199" y="197"/>
                        <ns1:pt x="174" y="211"/>
                        <ns1:pt x="153" y="230"/>
                      </ns1:cubicBezTo>
                      <ns1:cubicBezTo>
                        <ns1:pt x="148" y="234"/>
                        <ns1:pt x="144" y="239"/>
                        <ns1:pt x="141" y="244"/>
                      </ns1:cubicBezTo>
                      <ns1:cubicBezTo>
                        <ns1:pt x="136" y="252"/>
                        <ns1:pt x="139" y="258"/>
                        <ns1:pt x="148" y="260"/>
                      </ns1:cubicBezTo>
                      <ns1:cubicBezTo>
                        <ns1:pt x="160" y="262"/>
                        <ns1:pt x="173" y="261"/>
                        <ns1:pt x="185" y="258"/>
                      </ns1:cubicBezTo>
                      <ns1:cubicBezTo>
                        <ns1:pt x="223" y="250"/>
                        <ns1:pt x="259" y="235"/>
                        <ns1:pt x="294" y="219"/>
                      </ns1:cubicBezTo>
                      <ns1:cubicBezTo>
                        <ns1:pt x="386" y="177"/>
                        <ns1:pt x="464" y="117"/>
                        <ns1:pt x="529" y="39"/>
                      </ns1:cubicBezTo>
                      <ns1:cubicBezTo>
                        <ns1:pt x="538" y="28"/>
                        <ns1:pt x="546" y="16"/>
                        <ns1:pt x="555" y="4"/>
                      </ns1:cubicBezTo>
                      <ns1:cubicBezTo>
                        <ns1:pt x="556" y="3"/>
                        <ns1:pt x="557" y="2"/>
                        <ns1:pt x="557" y="0"/>
                      </ns1:cubicBezTo>
                      <ns1:cubicBezTo>
                        <ns1:pt x="558" y="1"/>
                        <ns1:pt x="558" y="1"/>
                        <ns1:pt x="558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7" name="Freeform 15"/>
                <ns0:cNvSpPr/>
                <ns0:nvPr/>
              </ns0:nvSpPr>
              <ns0:spPr bwMode="auto">
                <ns1:xfrm>
                  <ns1:off x="4706938" y="2587625"/>
                  <ns1:ext cx="1762125" cy="627063"/>
                </ns1:xfrm>
                <ns1:custGeom>
                  <ns1:avLst/>
                  <ns1:gdLst>
                    <ns1:gd name="T0" fmla="*/ 300 w 467"/>
                    <ns1:gd name="T1" fmla="*/ 99 h 166"/>
                    <ns1:gd name="T2" fmla="*/ 318 w 467"/>
                    <ns1:gd name="T3" fmla="*/ 44 h 166"/>
                    <ns1:gd name="T4" fmla="*/ 366 w 467"/>
                    <ns1:gd name="T5" fmla="*/ 2 h 166"/>
                    <ns1:gd name="T6" fmla="*/ 425 w 467"/>
                    <ns1:gd name="T7" fmla="*/ 10 h 166"/>
                    <ns1:gd name="T8" fmla="*/ 454 w 467"/>
                    <ns1:gd name="T9" fmla="*/ 23 h 166"/>
                    <ns1:gd name="T10" fmla="*/ 467 w 467"/>
                    <ns1:gd name="T11" fmla="*/ 34 h 166"/>
                    <ns1:gd name="T12" fmla="*/ 459 w 467"/>
                    <ns1:gd name="T13" fmla="*/ 38 h 166"/>
                    <ns1:gd name="T14" fmla="*/ 419 w 467"/>
                    <ns1:gd name="T15" fmla="*/ 57 h 166"/>
                    <ns1:gd name="T16" fmla="*/ 417 w 467"/>
                    <ns1:gd name="T17" fmla="*/ 62 h 166"/>
                    <ns1:gd name="T18" fmla="*/ 424 w 467"/>
                    <ns1:gd name="T19" fmla="*/ 80 h 166"/>
                    <ns1:gd name="T20" fmla="*/ 422 w 467"/>
                    <ns1:gd name="T21" fmla="*/ 88 h 166"/>
                    <ns1:gd name="T22" fmla="*/ 413 w 467"/>
                    <ns1:gd name="T23" fmla="*/ 96 h 166"/>
                    <ns1:gd name="T24" fmla="*/ 408 w 467"/>
                    <ns1:gd name="T25" fmla="*/ 97 h 166"/>
                    <ns1:gd name="T26" fmla="*/ 352 w 467"/>
                    <ns1:gd name="T27" fmla="*/ 102 h 166"/>
                    <ns1:gd name="T28" fmla="*/ 243 w 467"/>
                    <ns1:gd name="T29" fmla="*/ 122 h 166"/>
                    <ns1:gd name="T30" fmla="*/ 176 w 467"/>
                    <ns1:gd name="T31" fmla="*/ 141 h 166"/>
                    <ns1:gd name="T32" fmla="*/ 110 w 467"/>
                    <ns1:gd name="T33" fmla="*/ 164 h 166"/>
                    <ns1:gd name="T34" fmla="*/ 97 w 467"/>
                    <ns1:gd name="T35" fmla="*/ 161 h 166"/>
                    <ns1:gd name="T36" fmla="*/ 66 w 467"/>
                    <ns1:gd name="T37" fmla="*/ 127 h 166"/>
                    <ns1:gd name="T38" fmla="*/ 64 w 467"/>
                    <ns1:gd name="T39" fmla="*/ 115 h 166"/>
                    <ns1:gd name="T40" fmla="*/ 78 w 467"/>
                    <ns1:gd name="T41" fmla="*/ 109 h 166"/>
                    <ns1:gd name="T42" fmla="*/ 130 w 467"/>
                    <ns1:gd name="T43" fmla="*/ 109 h 166"/>
                    <ns1:gd name="T44" fmla="*/ 139 w 467"/>
                    <ns1:gd name="T45" fmla="*/ 109 h 166"/>
                    <ns1:gd name="T46" fmla="*/ 146 w 467"/>
                    <ns1:gd name="T47" fmla="*/ 100 h 166"/>
                    <ns1:gd name="T48" fmla="*/ 125 w 467"/>
                    <ns1:gd name="T49" fmla="*/ 81 h 166"/>
                    <ns1:gd name="T50" fmla="*/ 68 w 467"/>
                    <ns1:gd name="T51" fmla="*/ 81 h 166"/>
                    <ns1:gd name="T52" fmla="*/ 41 w 467"/>
                    <ns1:gd name="T53" fmla="*/ 73 h 166"/>
                    <ns1:gd name="T54" fmla="*/ 32 w 467"/>
                    <ns1:gd name="T55" fmla="*/ 65 h 166"/>
                    <ns1:gd name="T56" fmla="*/ 4 w 467"/>
                    <ns1:gd name="T57" fmla="*/ 34 h 166"/>
                    <ns1:gd name="T58" fmla="*/ 2 w 467"/>
                    <ns1:gd name="T59" fmla="*/ 25 h 166"/>
                    <ns1:gd name="T60" fmla="*/ 9 w 467"/>
                    <ns1:gd name="T61" fmla="*/ 20 h 166"/>
                    <ns1:gd name="T62" fmla="*/ 13 w 467"/>
                    <ns1:gd name="T63" fmla="*/ 20 h 166"/>
                    <ns1:gd name="T64" fmla="*/ 219 w 467"/>
                    <ns1:gd name="T65" fmla="*/ 20 h 166"/>
                    <ns1:gd name="T66" fmla="*/ 265 w 467"/>
                    <ns1:gd name="T67" fmla="*/ 45 h 166"/>
                    <ns1:gd name="T68" fmla="*/ 298 w 467"/>
                    <ns1:gd name="T69" fmla="*/ 96 h 166"/>
                    <ns1:gd name="T70" fmla="*/ 300 w 467"/>
                    <ns1:gd name="T71" fmla="*/ 99 h 1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</ns1:cxnLst>
                  <ns1:rect l="0" t="0" r="r" b="b"/>
                  <ns1:pathLst>
                    <ns1:path w="467" h="166">
                      <ns1:moveTo>
                        <ns1:pt x="300" y="99"/>
                      </ns1:moveTo>
                      <ns1:cubicBezTo>
                        <ns1:pt x="306" y="80"/>
                        <ns1:pt x="312" y="62"/>
                        <ns1:pt x="318" y="44"/>
                      </ns1:cubicBezTo>
                      <ns1:cubicBezTo>
                        <ns1:pt x="325" y="21"/>
                        <ns1:pt x="339" y="5"/>
                        <ns1:pt x="366" y="2"/>
                      </ns1:cubicBezTo>
                      <ns1:cubicBezTo>
                        <ns1:pt x="386" y="0"/>
                        <ns1:pt x="406" y="3"/>
                        <ns1:pt x="425" y="10"/>
                      </ns1:cubicBezTo>
                      <ns1:cubicBezTo>
                        <ns1:pt x="435" y="13"/>
                        <ns1:pt x="445" y="18"/>
                        <ns1:pt x="454" y="23"/>
                      </ns1:cubicBezTo>
                      <ns1:cubicBezTo>
                        <ns1:pt x="459" y="26"/>
                        <ns1:pt x="462" y="30"/>
                        <ns1:pt x="467" y="34"/>
                      </ns1:cubicBezTo>
                      <ns1:cubicBezTo>
                        <ns1:pt x="463" y="36"/>
                        <ns1:pt x="461" y="37"/>
                        <ns1:pt x="459" y="38"/>
                      </ns1:cubicBezTo>
                      <ns1:cubicBezTo>
                        <ns1:pt x="446" y="45"/>
                        <ns1:pt x="432" y="51"/>
                        <ns1:pt x="419" y="57"/>
                      </ns1:cubicBezTo>
                      <ns1:cubicBezTo>
                        <ns1:pt x="416" y="58"/>
                        <ns1:pt x="416" y="60"/>
                        <ns1:pt x="417" y="62"/>
                      </ns1:cubicBezTo>
                      <ns1:cubicBezTo>
                        <ns1:pt x="419" y="68"/>
                        <ns1:pt x="421" y="74"/>
                        <ns1:pt x="424" y="80"/>
                      </ns1:cubicBezTo>
                      <ns1:cubicBezTo>
                        <ns1:pt x="425" y="83"/>
                        <ns1:pt x="425" y="86"/>
                        <ns1:pt x="422" y="88"/>
                      </ns1:cubicBezTo>
                      <ns1:cubicBezTo>
                        <ns1:pt x="419" y="91"/>
                        <ns1:pt x="416" y="94"/>
                        <ns1:pt x="413" y="96"/>
                      </ns1:cubicBezTo>
                      <ns1:cubicBezTo>
                        <ns1:pt x="412" y="97"/>
                        <ns1:pt x="410" y="97"/>
                        <ns1:pt x="408" y="97"/>
                      </ns1:cubicBezTo>
                      <ns1:cubicBezTo>
                        <ns1:pt x="389" y="99"/>
                        <ns1:pt x="371" y="100"/>
                        <ns1:pt x="352" y="102"/>
                      </ns1:cubicBezTo>
                      <ns1:cubicBezTo>
                        <ns1:pt x="315" y="106"/>
                        <ns1:pt x="279" y="113"/>
                        <ns1:pt x="243" y="122"/>
                      </ns1:cubicBezTo>
                      <ns1:cubicBezTo>
                        <ns1:pt x="221" y="127"/>
                        <ns1:pt x="198" y="133"/>
                        <ns1:pt x="176" y="141"/>
                      </ns1:cubicBezTo>
                      <ns1:cubicBezTo>
                        <ns1:pt x="154" y="148"/>
                        <ns1:pt x="132" y="156"/>
                        <ns1:pt x="110" y="164"/>
                      </ns1:cubicBezTo>
                      <ns1:cubicBezTo>
                        <ns1:pt x="105" y="166"/>
                        <ns1:pt x="101" y="165"/>
                        <ns1:pt x="97" y="161"/>
                      </ns1:cubicBezTo>
                      <ns1:cubicBezTo>
                        <ns1:pt x="87" y="150"/>
                        <ns1:pt x="76" y="139"/>
                        <ns1:pt x="66" y="127"/>
                      </ns1:cubicBezTo>
                      <ns1:cubicBezTo>
                        <ns1:pt x="63" y="124"/>
                        <ns1:pt x="62" y="119"/>
                        <ns1:pt x="64" y="115"/>
                      </ns1:cubicBezTo>
                      <ns1:cubicBezTo>
                        <ns1:pt x="67" y="109"/>
                        <ns1:pt x="73" y="109"/>
                        <ns1:pt x="78" y="109"/>
                      </ns1:cubicBezTo>
                      <ns1:cubicBezTo>
                        <ns1:pt x="95" y="109"/>
                        <ns1:pt x="113" y="109"/>
                        <ns1:pt x="130" y="109"/>
                      </ns1:cubicBezTo>
                      <ns1:cubicBezTo>
                        <ns1:pt x="133" y="109"/>
                        <ns1:pt x="136" y="109"/>
                        <ns1:pt x="139" y="109"/>
                      </ns1:cubicBezTo>
                      <ns1:cubicBezTo>
                        <ns1:pt x="145" y="109"/>
                        <ns1:pt x="146" y="107"/>
                        <ns1:pt x="146" y="100"/>
                      </ns1:cubicBezTo>
                      <ns1:cubicBezTo>
                        <ns1:pt x="146" y="90"/>
                        <ns1:pt x="135" y="81"/>
                        <ns1:pt x="125" y="81"/>
                      </ns1:cubicBezTo>
                      <ns1:cubicBezTo>
                        <ns1:pt x="106" y="81"/>
                        <ns1:pt x="87" y="81"/>
                        <ns1:pt x="68" y="81"/>
                      </ns1:cubicBezTo>
                      <ns1:cubicBezTo>
                        <ns1:pt x="58" y="81"/>
                        <ns1:pt x="49" y="79"/>
                        <ns1:pt x="41" y="73"/>
                      </ns1:cubicBezTo>
                      <ns1:cubicBezTo>
                        <ns1:pt x="38" y="71"/>
                        <ns1:pt x="35" y="68"/>
                        <ns1:pt x="32" y="65"/>
                      </ns1:cubicBezTo>
                      <ns1:cubicBezTo>
                        <ns1:pt x="23" y="55"/>
                        <ns1:pt x="14" y="44"/>
                        <ns1:pt x="4" y="34"/>
                      </ns1:cubicBezTo>
                      <ns1:cubicBezTo>
                        <ns1:pt x="2" y="31"/>
                        <ns1:pt x="0" y="28"/>
                        <ns1:pt x="2" y="25"/>
                      </ns1:cubicBezTo>
                      <ns1:cubicBezTo>
                        <ns1:pt x="3" y="23"/>
                        <ns1:pt x="6" y="21"/>
                        <ns1:pt x="9" y="20"/>
                      </ns1:cubicBezTo>
                      <ns1:cubicBezTo>
                        <ns1:pt x="10" y="19"/>
                        <ns1:pt x="12" y="20"/>
                        <ns1:pt x="13" y="20"/>
                      </ns1:cubicBezTo>
                      <ns1:cubicBezTo>
                        <ns1:pt x="82" y="20"/>
                        <ns1:pt x="150" y="19"/>
                        <ns1:pt x="219" y="20"/>
                      </ns1:cubicBezTo>
                      <ns1:cubicBezTo>
                        <ns1:pt x="238" y="20"/>
                        <ns1:pt x="254" y="28"/>
                        <ns1:pt x="265" y="45"/>
                      </ns1:cubicBezTo>
                      <ns1:cubicBezTo>
                        <ns1:pt x="275" y="62"/>
                        <ns1:pt x="287" y="79"/>
                        <ns1:pt x="298" y="96"/>
                      </ns1:cubicBezTo>
                      <ns1:cubicBezTo>
                        <ns1:pt x="298" y="97"/>
                        <ns1:pt x="299" y="98"/>
                        <ns1:pt x="300" y="99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8" name="Freeform 16"/>
                <ns0:cNvSpPr/>
                <ns0:nvPr/>
              </ns0:nvSpPr>
              <ns0:spPr bwMode="auto">
                <ns1:xfrm>
                  <ns1:off x="6523038" y="2451100"/>
                  <ns1:ext cx="479425" cy="1355725"/>
                </ns1:xfrm>
                <ns1:custGeom>
                  <ns1:avLst/>
                  <ns1:gdLst>
                    <ns1:gd name="T0" fmla="*/ 32 w 127"/>
                    <ns1:gd name="T1" fmla="*/ 359 h 359"/>
                    <ns1:gd name="T2" fmla="*/ 13 w 127"/>
                    <ns1:gd name="T3" fmla="*/ 317 h 359"/>
                    <ns1:gd name="T4" fmla="*/ 3 w 127"/>
                    <ns1:gd name="T5" fmla="*/ 264 h 359"/>
                    <ns1:gd name="T6" fmla="*/ 9 w 127"/>
                    <ns1:gd name="T7" fmla="*/ 166 h 359"/>
                    <ns1:gd name="T8" fmla="*/ 68 w 127"/>
                    <ns1:gd name="T9" fmla="*/ 2 h 359"/>
                    <ns1:gd name="T10" fmla="*/ 69 w 127"/>
                    <ns1:gd name="T11" fmla="*/ 0 h 359"/>
                    <ns1:gd name="T12" fmla="*/ 61 w 127"/>
                    <ns1:gd name="T13" fmla="*/ 36 h 359"/>
                    <ns1:gd name="T14" fmla="*/ 64 w 127"/>
                    <ns1:gd name="T15" fmla="*/ 200 h 359"/>
                    <ns1:gd name="T16" fmla="*/ 83 w 127"/>
                    <ns1:gd name="T17" fmla="*/ 251 h 359"/>
                    <ns1:gd name="T18" fmla="*/ 117 w 127"/>
                    <ns1:gd name="T19" fmla="*/ 300 h 359"/>
                    <ns1:gd name="T20" fmla="*/ 127 w 127"/>
                    <ns1:gd name="T21" fmla="*/ 312 h 359"/>
                    <ns1:gd name="T22" fmla="*/ 32 w 127"/>
                    <ns1:gd name="T23" fmla="*/ 359 h 35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</ns1:cxnLst>
                  <ns1:rect l="0" t="0" r="r" b="b"/>
                  <ns1:pathLst>
                    <ns1:path w="127" h="359">
                      <ns1:moveTo>
                        <ns1:pt x="32" y="359"/>
                      </ns1:moveTo>
                      <ns1:cubicBezTo>
                        <ns1:pt x="23" y="346"/>
                        <ns1:pt x="17" y="332"/>
                        <ns1:pt x="13" y="317"/>
                      </ns1:cubicBezTo>
                      <ns1:cubicBezTo>
                        <ns1:pt x="7" y="300"/>
                        <ns1:pt x="4" y="282"/>
                        <ns1:pt x="3" y="264"/>
                      </ns1:cubicBezTo>
                      <ns1:cubicBezTo>
                        <ns1:pt x="0" y="231"/>
                        <ns1:pt x="3" y="198"/>
                        <ns1:pt x="9" y="166"/>
                      </ns1:cubicBezTo>
                      <ns1:cubicBezTo>
                        <ns1:pt x="20" y="108"/>
                        <ns1:pt x="42" y="54"/>
                        <ns1:pt x="68" y="2"/>
                      </ns1:cubicBezTo>
                      <ns1:cubicBezTo>
                        <ns1:pt x="68" y="1"/>
                        <ns1:pt x="68" y="1"/>
                        <ns1:pt x="69" y="0"/>
                      </ns1:cubicBezTo>
                      <ns1:cubicBezTo>
                        <ns1:pt x="66" y="12"/>
                        <ns1:pt x="63" y="24"/>
                        <ns1:pt x="61" y="36"/>
                      </ns1:cubicBezTo>
                      <ns1:cubicBezTo>
                        <ns1:pt x="51" y="90"/>
                        <ns1:pt x="49" y="145"/>
                        <ns1:pt x="64" y="200"/>
                      </ns1:cubicBezTo>
                      <ns1:cubicBezTo>
                        <ns1:pt x="68" y="218"/>
                        <ns1:pt x="75" y="235"/>
                        <ns1:pt x="83" y="251"/>
                      </ns1:cubicBezTo>
                      <ns1:cubicBezTo>
                        <ns1:pt x="92" y="269"/>
                        <ns1:pt x="104" y="285"/>
                        <ns1:pt x="117" y="300"/>
                      </ns1:cubicBezTo>
                      <ns1:cubicBezTo>
                        <ns1:pt x="120" y="304"/>
                        <ns1:pt x="123" y="308"/>
                        <ns1:pt x="127" y="312"/>
                      </ns1:cubicBezTo>
                      <ns1:cubicBezTo>
                        <ns1:pt x="98" y="332"/>
                        <ns1:pt x="65" y="346"/>
                        <ns1:pt x="32" y="359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79" name="Freeform 17"/>
                <ns0:cNvSpPr/>
                <ns0:nvPr/>
              </ns0:nvSpPr>
              <ns0:spPr bwMode="auto">
                <ns1:xfrm>
                  <ns1:off x="5372100" y="3154363"/>
                  <ns1:ext cx="1203325" cy="701675"/>
                </ns1:xfrm>
                <ns1:custGeom>
                  <ns1:avLst/>
                  <ns1:gdLst>
                    <ns1:gd name="T0" fmla="*/ 319 w 319"/>
                    <ns1:gd name="T1" fmla="*/ 175 h 186"/>
                    <ns1:gd name="T2" fmla="*/ 303 w 319"/>
                    <ns1:gd name="T3" fmla="*/ 169 h 186"/>
                    <ns1:gd name="T4" fmla="*/ 225 w 319"/>
                    <ns1:gd name="T5" fmla="*/ 157 h 186"/>
                    <ns1:gd name="T6" fmla="*/ 97 w 319"/>
                    <ns1:gd name="T7" fmla="*/ 167 h 186"/>
                    <ns1:gd name="T8" fmla="*/ 4 w 319"/>
                    <ns1:gd name="T9" fmla="*/ 186 h 186"/>
                    <ns1:gd name="T10" fmla="*/ 0 w 319"/>
                    <ns1:gd name="T11" fmla="*/ 186 h 186"/>
                    <ns1:gd name="T12" fmla="*/ 282 w 319"/>
                    <ns1:gd name="T13" fmla="*/ 0 h 186"/>
                    <ns1:gd name="T14" fmla="*/ 319 w 319"/>
                    <ns1:gd name="T15" fmla="*/ 175 h 18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19" h="186">
                      <ns1:moveTo>
                        <ns1:pt x="319" y="175"/>
                      </ns1:moveTo>
                      <ns1:cubicBezTo>
                        <ns1:pt x="313" y="173"/>
                        <ns1:pt x="308" y="171"/>
                        <ns1:pt x="303" y="169"/>
                      </ns1:cubicBezTo>
                      <ns1:cubicBezTo>
                        <ns1:pt x="277" y="161"/>
                        <ns1:pt x="251" y="158"/>
                        <ns1:pt x="225" y="157"/>
                      </ns1:cubicBezTo>
                      <ns1:cubicBezTo>
                        <ns1:pt x="182" y="156"/>
                        <ns1:pt x="139" y="159"/>
                        <ns1:pt x="97" y="167"/>
                      </ns1:cubicBezTo>
                      <ns1:cubicBezTo>
                        <ns1:pt x="66" y="172"/>
                        <ns1:pt x="35" y="180"/>
                        <ns1:pt x="4" y="186"/>
                      </ns1:cubicBezTo>
                      <ns1:cubicBezTo>
                        <ns1:pt x="2" y="186"/>
                        <ns1:pt x="1" y="186"/>
                        <ns1:pt x="0" y="186"/>
                      </ns1:cubicBezTo>
                      <ns1:cubicBezTo>
                        <ns1:pt x="109" y="147"/>
                        <ns1:pt x="207" y="93"/>
                        <ns1:pt x="282" y="0"/>
                      </ns1:cubicBezTo>
                      <ns1:cubicBezTo>
                        <ns1:pt x="269" y="64"/>
                        <ns1:pt x="279" y="122"/>
                        <ns1:pt x="319" y="175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0" name="Freeform 18"/>
                <ns0:cNvSpPr/>
                <ns0:nvPr/>
              </ns0:nvSpPr>
              <ns0:spPr bwMode="auto">
                <ns1:xfrm>
                  <ns1:off x="5522913" y="3768725"/>
                  <ns1:ext cx="1066800" cy="355600"/>
                </ns1:xfrm>
                <ns1:custGeom>
                  <ns1:avLst/>
                  <ns1:gdLst>
                    <ns1:gd name="T0" fmla="*/ 0 w 283"/>
                    <ns1:gd name="T1" fmla="*/ 22 h 94"/>
                    <ns1:gd name="T2" fmla="*/ 35 w 283"/>
                    <ns1:gd name="T3" fmla="*/ 15 h 94"/>
                    <ns1:gd name="T4" fmla="*/ 104 w 283"/>
                    <ns1:gd name="T5" fmla="*/ 4 h 94"/>
                    <ns1:gd name="T6" fmla="*/ 133 w 283"/>
                    <ns1:gd name="T7" fmla="*/ 2 h 94"/>
                    <ns1:gd name="T8" fmla="*/ 174 w 283"/>
                    <ns1:gd name="T9" fmla="*/ 1 h 94"/>
                    <ns1:gd name="T10" fmla="*/ 263 w 283"/>
                    <ns1:gd name="T11" fmla="*/ 14 h 94"/>
                    <ns1:gd name="T12" fmla="*/ 283 w 283"/>
                    <ns1:gd name="T13" fmla="*/ 22 h 94"/>
                    <ns1:gd name="T14" fmla="*/ 283 w 283"/>
                    <ns1:gd name="T15" fmla="*/ 24 h 94"/>
                    <ns1:gd name="T16" fmla="*/ 277 w 283"/>
                    <ns1:gd name="T17" fmla="*/ 24 h 94"/>
                    <ns1:gd name="T18" fmla="*/ 268 w 283"/>
                    <ns1:gd name="T19" fmla="*/ 29 h 94"/>
                    <ns1:gd name="T20" fmla="*/ 259 w 283"/>
                    <ns1:gd name="T21" fmla="*/ 36 h 94"/>
                    <ns1:gd name="T22" fmla="*/ 146 w 283"/>
                    <ns1:gd name="T23" fmla="*/ 69 h 94"/>
                    <ns1:gd name="T24" fmla="*/ 42 w 283"/>
                    <ns1:gd name="T25" fmla="*/ 94 h 94"/>
                    <ns1:gd name="T26" fmla="*/ 37 w 283"/>
                    <ns1:gd name="T27" fmla="*/ 93 h 94"/>
                    <ns1:gd name="T28" fmla="*/ 11 w 283"/>
                    <ns1:gd name="T29" fmla="*/ 63 h 94"/>
                    <ns1:gd name="T30" fmla="*/ 19 w 283"/>
                    <ns1:gd name="T31" fmla="*/ 49 h 94"/>
                    <ns1:gd name="T32" fmla="*/ 34 w 283"/>
                    <ns1:gd name="T33" fmla="*/ 48 h 94"/>
                    <ns1:gd name="T34" fmla="*/ 43 w 283"/>
                    <ns1:gd name="T35" fmla="*/ 37 h 94"/>
                    <ns1:gd name="T36" fmla="*/ 26 w 283"/>
                    <ns1:gd name="T37" fmla="*/ 24 h 94"/>
                    <ns1:gd name="T38" fmla="*/ 0 w 283"/>
                    <ns1:gd name="T39" fmla="*/ 24 h 94"/>
                    <ns1:gd name="T40" fmla="*/ 0 w 283"/>
                    <ns1:gd name="T41" fmla="*/ 22 h 9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283" h="94">
                      <ns1:moveTo>
                        <ns1:pt x="0" y="22"/>
                      </ns1:moveTo>
                      <ns1:cubicBezTo>
                        <ns1:pt x="11" y="19"/>
                        <ns1:pt x="23" y="17"/>
                        <ns1:pt x="35" y="15"/>
                      </ns1:cubicBezTo>
                      <ns1:cubicBezTo>
                        <ns1:pt x="58" y="11"/>
                        <ns1:pt x="81" y="8"/>
                        <ns1:pt x="104" y="4"/>
                      </ns1:cubicBezTo>
                      <ns1:cubicBezTo>
                        <ns1:pt x="113" y="3"/>
                        <ns1:pt x="123" y="3"/>
                        <ns1:pt x="133" y="2"/>
                      </ns1:cubicBezTo>
                      <ns1:cubicBezTo>
                        <ns1:pt x="147" y="2"/>
                        <ns1:pt x="161" y="0"/>
                        <ns1:pt x="174" y="1"/>
                      </ns1:cubicBezTo>
                      <ns1:cubicBezTo>
                        <ns1:pt x="204" y="1"/>
                        <ns1:pt x="234" y="4"/>
                        <ns1:pt x="263" y="14"/>
                      </ns1:cubicBezTo>
                      <ns1:cubicBezTo>
                        <ns1:pt x="270" y="16"/>
                        <ns1:pt x="276" y="19"/>
                        <ns1:pt x="283" y="22"/>
                      </ns1:cubicBezTo>
                      <ns1:cubicBezTo>
                        <ns1:pt x="283" y="23"/>
                        <ns1:pt x="283" y="23"/>
                        <ns1:pt x="283" y="24"/>
                      </ns1:cubicBezTo>
                      <ns1:cubicBezTo>
                        <ns1:pt x="281" y="24"/>
                        <ns1:pt x="279" y="24"/>
                        <ns1:pt x="277" y="24"/>
                      </ns1:cubicBezTo>
                      <ns1:cubicBezTo>
                        <ns1:pt x="273" y="24"/>
                        <ns1:pt x="270" y="26"/>
                        <ns1:pt x="268" y="29"/>
                      </ns1:cubicBezTo>
                      <ns1:cubicBezTo>
                        <ns1:pt x="266" y="33"/>
                        <ns1:pt x="262" y="35"/>
                        <ns1:pt x="259" y="36"/>
                      </ns1:cubicBezTo>
                      <ns1:cubicBezTo>
                        <ns1:pt x="221" y="47"/>
                        <ns1:pt x="184" y="59"/>
                        <ns1:pt x="146" y="69"/>
                      </ns1:cubicBezTo>
                      <ns1:cubicBezTo>
                        <ns1:pt x="112" y="79"/>
                        <ns1:pt x="77" y="86"/>
                        <ns1:pt x="42" y="94"/>
                      </ns1:cubicBezTo>
                      <ns1:cubicBezTo>
                        <ns1:pt x="40" y="94"/>
                        <ns1:pt x="37" y="94"/>
                        <ns1:pt x="37" y="93"/>
                      </ns1:cubicBezTo>
                      <ns1:cubicBezTo>
                        <ns1:pt x="28" y="83"/>
                        <ns1:pt x="19" y="73"/>
                        <ns1:pt x="11" y="63"/>
                      </ns1:cubicBezTo>
                      <ns1:cubicBezTo>
                        <ns1:pt x="6" y="57"/>
                        <ns1:pt x="10" y="50"/>
                        <ns1:pt x="19" y="49"/>
                      </ns1:cubicBezTo>
                      <ns1:cubicBezTo>
                        <ns1:pt x="24" y="49"/>
                        <ns1:pt x="29" y="49"/>
                        <ns1:pt x="34" y="48"/>
                      </ns1:cubicBezTo>
                      <ns1:cubicBezTo>
                        <ns1:pt x="42" y="48"/>
                        <ns1:pt x="45" y="44"/>
                        <ns1:pt x="43" y="37"/>
                      </ns1:cubicBezTo>
                      <ns1:cubicBezTo>
                        <ns1:pt x="40" y="28"/>
                        <ns1:pt x="38" y="24"/>
                        <ns1:pt x="26" y="24"/>
                      </ns1:cubicBezTo>
                      <ns1:cubicBezTo>
                        <ns1:pt x="18" y="25"/>
                        <ns1:pt x="9" y="24"/>
                        <ns1:pt x="0" y="24"/>
                      </ns1:cubicBezTo>
                      <ns1:cubicBezTo>
                        <ns1:pt x="0" y="23"/>
                        <ns1:pt x="0" y="23"/>
                        <ns1:pt x="0" y="22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1" name="Freeform 19"/>
                <ns0:cNvSpPr/>
                <ns0:nvPr/>
              </ns0:nvSpPr>
              <ns0:spPr bwMode="auto">
                <ns1:xfrm>
                  <ns1:off x="6753225" y="2659063"/>
                  <ns1:ext cx="742950" cy="309563"/>
                </ns1:xfrm>
                <ns1:custGeom>
                  <ns1:avLst/>
                  <ns1:gdLst>
                    <ns1:gd name="T0" fmla="*/ 98 w 197"/>
                    <ns1:gd name="T1" fmla="*/ 1 h 82"/>
                    <ns1:gd name="T2" fmla="*/ 184 w 197"/>
                    <ns1:gd name="T3" fmla="*/ 1 h 82"/>
                    <ns1:gd name="T4" fmla="*/ 188 w 197"/>
                    <ns1:gd name="T5" fmla="*/ 1 h 82"/>
                    <ns1:gd name="T6" fmla="*/ 196 w 197"/>
                    <ns1:gd name="T7" fmla="*/ 6 h 82"/>
                    <ns1:gd name="T8" fmla="*/ 193 w 197"/>
                    <ns1:gd name="T9" fmla="*/ 15 h 82"/>
                    <ns1:gd name="T10" fmla="*/ 162 w 197"/>
                    <ns1:gd name="T11" fmla="*/ 49 h 82"/>
                    <ns1:gd name="T12" fmla="*/ 138 w 197"/>
                    <ns1:gd name="T13" fmla="*/ 61 h 82"/>
                    <ns1:gd name="T14" fmla="*/ 75 w 197"/>
                    <ns1:gd name="T15" fmla="*/ 62 h 82"/>
                    <ns1:gd name="T16" fmla="*/ 52 w 197"/>
                    <ns1:gd name="T17" fmla="*/ 79 h 82"/>
                    <ns1:gd name="T18" fmla="*/ 47 w 197"/>
                    <ns1:gd name="T19" fmla="*/ 82 h 82"/>
                    <ns1:gd name="T20" fmla="*/ 10 w 197"/>
                    <ns1:gd name="T21" fmla="*/ 78 h 82"/>
                    <ns1:gd name="T22" fmla="*/ 8 w 197"/>
                    <ns1:gd name="T23" fmla="*/ 78 h 82"/>
                    <ns1:gd name="T24" fmla="*/ 0 w 197"/>
                    <ns1:gd name="T25" fmla="*/ 70 h 82"/>
                    <ns1:gd name="T26" fmla="*/ 1 w 197"/>
                    <ns1:gd name="T27" fmla="*/ 28 h 82"/>
                    <ns1:gd name="T28" fmla="*/ 4 w 197"/>
                    <ns1:gd name="T29" fmla="*/ 4 h 82"/>
                    <ns1:gd name="T30" fmla="*/ 7 w 197"/>
                    <ns1:gd name="T31" fmla="*/ 1 h 82"/>
                    <ns1:gd name="T32" fmla="*/ 11 w 197"/>
                    <ns1:gd name="T33" fmla="*/ 1 h 82"/>
                    <ns1:gd name="T34" fmla="*/ 98 w 197"/>
                    <ns1:gd name="T35" fmla="*/ 1 h 8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197" h="82">
                      <ns1:moveTo>
                        <ns1:pt x="98" y="1"/>
                      </ns1:moveTo>
                      <ns1:cubicBezTo>
                        <ns1:pt x="126" y="1"/>
                        <ns1:pt x="155" y="1"/>
                        <ns1:pt x="184" y="1"/>
                      </ns1:cubicBezTo>
                      <ns1:cubicBezTo>
                        <ns1:pt x="185" y="1"/>
                        <ns1:pt x="187" y="0"/>
                        <ns1:pt x="188" y="1"/>
                      </ns1:cubicBezTo>
                      <ns1:cubicBezTo>
                        <ns1:pt x="191" y="2"/>
                        <ns1:pt x="195" y="4"/>
                        <ns1:pt x="196" y="6"/>
                      </ns1:cubicBezTo>
                      <ns1:cubicBezTo>
                        <ns1:pt x="197" y="9"/>
                        <ns1:pt x="195" y="13"/>
                        <ns1:pt x="193" y="15"/>
                      </ns1:cubicBezTo>
                      <ns1:cubicBezTo>
                        <ns1:pt x="183" y="27"/>
                        <ns1:pt x="172" y="38"/>
                        <ns1:pt x="162" y="49"/>
                      </ns1:cubicBezTo>
                      <ns1:cubicBezTo>
                        <ns1:pt x="155" y="56"/>
                        <ns1:pt x="148" y="61"/>
                        <ns1:pt x="138" y="61"/>
                      </ns1:cubicBezTo>
                      <ns1:cubicBezTo>
                        <ns1:pt x="117" y="62"/>
                        <ns1:pt x="96" y="62"/>
                        <ns1:pt x="75" y="62"/>
                      </ns1:cubicBezTo>
                      <ns1:cubicBezTo>
                        <ns1:pt x="63" y="62"/>
                        <ns1:pt x="55" y="68"/>
                        <ns1:pt x="52" y="79"/>
                      </ns1:cubicBezTo>
                      <ns1:cubicBezTo>
                        <ns1:pt x="51" y="82"/>
                        <ns1:pt x="49" y="82"/>
                        <ns1:pt x="47" y="82"/>
                      </ns1:cubicBezTo>
                      <ns1:cubicBezTo>
                        <ns1:pt x="34" y="81"/>
                        <ns1:pt x="22" y="80"/>
                        <ns1:pt x="10" y="78"/>
                      </ns1:cubicBezTo>
                      <ns1:cubicBezTo>
                        <ns1:pt x="9" y="78"/>
                        <ns1:pt x="9" y="78"/>
                        <ns1:pt x="8" y="78"/>
                      </ns1:cubicBezTo>
                      <ns1:cubicBezTo>
                        <ns1:pt x="0" y="78"/>
                        <ns1:pt x="0" y="78"/>
                        <ns1:pt x="0" y="70"/>
                      </ns1:cubicBezTo>
                      <ns1:cubicBezTo>
                        <ns1:pt x="0" y="56"/>
                        <ns1:pt x="0" y="42"/>
                        <ns1:pt x="1" y="28"/>
                      </ns1:cubicBezTo>
                      <ns1:cubicBezTo>
                        <ns1:pt x="1" y="20"/>
                        <ns1:pt x="2" y="12"/>
                        <ns1:pt x="4" y="4"/>
                      </ns1:cubicBezTo>
                      <ns1:cubicBezTo>
                        <ns1:pt x="4" y="3"/>
                        <ns1:pt x="6" y="1"/>
                        <ns1:pt x="7" y="1"/>
                      </ns1:cubicBezTo>
                      <ns1:cubicBezTo>
                        <ns1:pt x="8" y="0"/>
                        <ns1:pt x="9" y="1"/>
                        <ns1:pt x="11" y="1"/>
                      </ns1:cubicBezTo>
                      <ns1:cubicBezTo>
                        <ns1:pt x="40" y="1"/>
                        <ns1:pt x="69" y="1"/>
                        <ns1:pt x="98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 dirty="0"/>
                </ns1:p>
              </ns0:txBody>
            </ns0:sp>
            <ns0:sp>
              <ns0:nvSpPr>
                <ns0:cNvPr id="82" name="Freeform 20"/>
                <ns0:cNvSpPr/>
                <ns0:nvPr/>
              </ns0:nvSpPr>
              <ns0:spPr bwMode="auto">
                <ns1:xfrm>
                  <ns1:off x="5386388" y="2757488"/>
                  <ns1:ext cx="1230313" cy="1038225"/>
                </ns1:xfrm>
                <ns1:custGeom>
                  <ns1:avLst/>
                  <ns1:gdLst>
                    <ns1:gd name="T0" fmla="*/ 321 w 326"/>
                    <ns1:gd name="T1" fmla="*/ 275 h 275"/>
                    <ns1:gd name="T2" fmla="*/ 315 w 326"/>
                    <ns1:gd name="T3" fmla="*/ 268 h 275"/>
                    <ns1:gd name="T4" fmla="*/ 282 w 326"/>
                    <ns1:gd name="T5" fmla="*/ 186 h 275"/>
                    <ns1:gd name="T6" fmla="*/ 284 w 326"/>
                    <ns1:gd name="T7" fmla="*/ 118 h 275"/>
                    <ns1:gd name="T8" fmla="*/ 295 w 326"/>
                    <ns1:gd name="T9" fmla="*/ 70 h 275"/>
                    <ns1:gd name="T10" fmla="*/ 294 w 326"/>
                    <ns1:gd name="T11" fmla="*/ 66 h 275"/>
                    <ns1:gd name="T12" fmla="*/ 284 w 326"/>
                    <ns1:gd name="T13" fmla="*/ 82 h 275"/>
                    <ns1:gd name="T14" fmla="*/ 253 w 326"/>
                    <ns1:gd name="T15" fmla="*/ 123 h 275"/>
                    <ns1:gd name="T16" fmla="*/ 229 w 326"/>
                    <ns1:gd name="T17" fmla="*/ 148 h 275"/>
                    <ns1:gd name="T18" fmla="*/ 173 w 326"/>
                    <ns1:gd name="T19" fmla="*/ 194 h 275"/>
                    <ns1:gd name="T20" fmla="*/ 70 w 326"/>
                    <ns1:gd name="T21" fmla="*/ 253 h 275"/>
                    <ns1:gd name="T22" fmla="*/ 18 w 326"/>
                    <ns1:gd name="T23" fmla="*/ 275 h 275"/>
                    <ns1:gd name="T24" fmla="*/ 14 w 326"/>
                    <ns1:gd name="T25" fmla="*/ 274 h 275"/>
                    <ns1:gd name="T26" fmla="*/ 0 w 326"/>
                    <ns1:gd name="T27" fmla="*/ 257 h 275"/>
                    <ns1:gd name="T28" fmla="*/ 19 w 326"/>
                    <ns1:gd name="T29" fmla="*/ 250 h 275"/>
                    <ns1:gd name="T30" fmla="*/ 85 w 326"/>
                    <ns1:gd name="T31" fmla="*/ 221 h 275"/>
                    <ns1:gd name="T32" fmla="*/ 183 w 326"/>
                    <ns1:gd name="T33" fmla="*/ 159 h 275"/>
                    <ns1:gd name="T34" fmla="*/ 222 w 326"/>
                    <ns1:gd name="T35" fmla="*/ 127 h 275"/>
                    <ns1:gd name="T36" fmla="*/ 250 w 326"/>
                    <ns1:gd name="T37" fmla="*/ 99 h 275"/>
                    <ns1:gd name="T38" fmla="*/ 299 w 326"/>
                    <ns1:gd name="T39" fmla="*/ 40 h 275"/>
                    <ns1:gd name="T40" fmla="*/ 324 w 326"/>
                    <ns1:gd name="T41" fmla="*/ 2 h 275"/>
                    <ns1:gd name="T42" fmla="*/ 326 w 326"/>
                    <ns1:gd name="T43" fmla="*/ 0 h 275"/>
                    <ns1:gd name="T44" fmla="*/ 324 w 326"/>
                    <ns1:gd name="T45" fmla="*/ 6 h 275"/>
                    <ns1:gd name="T46" fmla="*/ 301 w 326"/>
                    <ns1:gd name="T47" fmla="*/ 95 h 275"/>
                    <ns1:gd name="T48" fmla="*/ 296 w 326"/>
                    <ns1:gd name="T49" fmla="*/ 142 h 275"/>
                    <ns1:gd name="T50" fmla="*/ 295 w 326"/>
                    <ns1:gd name="T51" fmla="*/ 162 h 275"/>
                    <ns1:gd name="T52" fmla="*/ 317 w 326"/>
                    <ns1:gd name="T53" fmla="*/ 265 h 275"/>
                    <ns1:gd name="T54" fmla="*/ 322 w 326"/>
                    <ns1:gd name="T55" fmla="*/ 274 h 275"/>
                    <ns1:gd name="T56" fmla="*/ 321 w 326"/>
                    <ns1:gd name="T57" fmla="*/ 275 h 27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</ns1:cxnLst>
                  <ns1:rect l="0" t="0" r="r" b="b"/>
                  <ns1:pathLst>
                    <ns1:path w="326" h="275">
                      <ns1:moveTo>
                        <ns1:pt x="321" y="275"/>
                      </ns1:moveTo>
                      <ns1:cubicBezTo>
                        <ns1:pt x="319" y="273"/>
                        <ns1:pt x="317" y="270"/>
                        <ns1:pt x="315" y="268"/>
                      </ns1:cubicBezTo>
                      <ns1:cubicBezTo>
                        <ns1:pt x="297" y="243"/>
                        <ns1:pt x="287" y="216"/>
                        <ns1:pt x="282" y="186"/>
                      </ns1:cubicBezTo>
                      <ns1:cubicBezTo>
                        <ns1:pt x="279" y="164"/>
                        <ns1:pt x="279" y="141"/>
                        <ns1:pt x="284" y="118"/>
                      </ns1:cubicBezTo>
                      <ns1:cubicBezTo>
                        <ns1:pt x="287" y="102"/>
                        <ns1:pt x="291" y="86"/>
                        <ns1:pt x="295" y="70"/>
                      </ns1:cubicBezTo>
                      <ns1:cubicBezTo>
                        <ns1:pt x="295" y="69"/>
                        <ns1:pt x="295" y="68"/>
                        <ns1:pt x="294" y="66"/>
                      </ns1:cubicBezTo>
                      <ns1:cubicBezTo>
                        <ns1:pt x="291" y="72"/>
                        <ns1:pt x="288" y="77"/>
                        <ns1:pt x="284" y="82"/>
                      </ns1:cubicBezTo>
                      <ns1:cubicBezTo>
                        <ns1:pt x="274" y="96"/>
                        <ns1:pt x="264" y="110"/>
                        <ns1:pt x="253" y="123"/>
                      </ns1:cubicBezTo>
                      <ns1:cubicBezTo>
                        <ns1:pt x="246" y="132"/>
                        <ns1:pt x="238" y="140"/>
                        <ns1:pt x="229" y="148"/>
                      </ns1:cubicBezTo>
                      <ns1:cubicBezTo>
                        <ns1:pt x="211" y="164"/>
                        <ns1:pt x="192" y="179"/>
                        <ns1:pt x="173" y="194"/>
                      </ns1:cubicBezTo>
                      <ns1:cubicBezTo>
                        <ns1:pt x="141" y="218"/>
                        <ns1:pt x="106" y="236"/>
                        <ns1:pt x="70" y="253"/>
                      </ns1:cubicBezTo>
                      <ns1:cubicBezTo>
                        <ns1:pt x="53" y="261"/>
                        <ns1:pt x="35" y="268"/>
                        <ns1:pt x="18" y="275"/>
                      </ns1:cubicBezTo>
                      <ns1:cubicBezTo>
                        <ns1:pt x="17" y="275"/>
                        <ns1:pt x="15" y="275"/>
                        <ns1:pt x="14" y="274"/>
                      </ns1:cubicBezTo>
                      <ns1:cubicBezTo>
                        <ns1:pt x="10" y="269"/>
                        <ns1:pt x="5" y="264"/>
                        <ns1:pt x="0" y="257"/>
                      </ns1:cubicBezTo>
                      <ns1:cubicBezTo>
                        <ns1:pt x="7" y="255"/>
                        <ns1:pt x="13" y="253"/>
                        <ns1:pt x="19" y="250"/>
                      </ns1:cubicBezTo>
                      <ns1:cubicBezTo>
                        <ns1:pt x="41" y="241"/>
                        <ns1:pt x="63" y="232"/>
                        <ns1:pt x="85" y="221"/>
                      </ns1:cubicBezTo>
                      <ns1:cubicBezTo>
                        <ns1:pt x="119" y="204"/>
                        <ns1:pt x="152" y="183"/>
                        <ns1:pt x="183" y="159"/>
                      </ns1:cubicBezTo>
                      <ns1:cubicBezTo>
                        <ns1:pt x="196" y="149"/>
                        <ns1:pt x="209" y="138"/>
                        <ns1:pt x="222" y="127"/>
                      </ns1:cubicBezTo>
                      <ns1:cubicBezTo>
                        <ns1:pt x="231" y="118"/>
                        <ns1:pt x="241" y="108"/>
                        <ns1:pt x="250" y="99"/>
                      </ns1:cubicBezTo>
                      <ns1:cubicBezTo>
                        <ns1:pt x="268" y="81"/>
                        <ns1:pt x="284" y="61"/>
                        <ns1:pt x="299" y="40"/>
                      </ns1:cubicBezTo>
                      <ns1:cubicBezTo>
                        <ns1:pt x="307" y="27"/>
                        <ns1:pt x="315" y="14"/>
                        <ns1:pt x="324" y="2"/>
                      </ns1:cubicBezTo>
                      <ns1:cubicBezTo>
                        <ns1:pt x="324" y="1"/>
                        <ns1:pt x="325" y="0"/>
                        <ns1:pt x="326" y="0"/>
                      </ns1:cubicBezTo>
                      <ns1:cubicBezTo>
                        <ns1:pt x="325" y="2"/>
                        <ns1:pt x="325" y="4"/>
                        <ns1:pt x="324" y="6"/>
                      </ns1:cubicBezTo>
                      <ns1:cubicBezTo>
                        <ns1:pt x="314" y="35"/>
                        <ns1:pt x="306" y="65"/>
                        <ns1:pt x="301" y="95"/>
                      </ns1:cubicBezTo>
                      <ns1:cubicBezTo>
                        <ns1:pt x="299" y="111"/>
                        <ns1:pt x="298" y="126"/>
                        <ns1:pt x="296" y="142"/>
                      </ns1:cubicBezTo>
                      <ns1:cubicBezTo>
                        <ns1:pt x="296" y="149"/>
                        <ns1:pt x="295" y="155"/>
                        <ns1:pt x="295" y="162"/>
                      </ns1:cubicBezTo>
                      <ns1:cubicBezTo>
                        <ns1:pt x="297" y="198"/>
                        <ns1:pt x="302" y="232"/>
                        <ns1:pt x="317" y="265"/>
                      </ns1:cubicBezTo>
                      <ns1:cubicBezTo>
                        <ns1:pt x="319" y="268"/>
                        <ns1:pt x="321" y="271"/>
                        <ns1:pt x="322" y="274"/>
                      </ns1:cubicBezTo>
                      <ns1:cubicBezTo>
                        <ns1:pt x="322" y="275"/>
                        <ns1:pt x="321" y="275"/>
                        <ns1:pt x="321" y="275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3" name="Freeform 21"/>
                <ns0:cNvSpPr/>
                <ns0:nvPr/>
              </ns0:nvSpPr>
              <ns0:spPr bwMode="auto">
                <ns1:xfrm>
                  <ns1:off x="5183188" y="3014663"/>
                  <ns1:ext cx="1000125" cy="452438"/>
                </ns1:xfrm>
                <ns1:custGeom>
                  <ns1:avLst/>
                  <ns1:gdLst>
                    <ns1:gd name="T0" fmla="*/ 265 w 265"/>
                    <ns1:gd name="T1" fmla="*/ 1 h 120"/>
                    <ns1:gd name="T2" fmla="*/ 250 w 265"/>
                    <ns1:gd name="T3" fmla="*/ 12 h 120"/>
                    <ns1:gd name="T4" fmla="*/ 165 w 265"/>
                    <ns1:gd name="T5" fmla="*/ 65 h 120"/>
                    <ns1:gd name="T6" fmla="*/ 69 w 265"/>
                    <ns1:gd name="T7" fmla="*/ 106 h 120"/>
                    <ns1:gd name="T8" fmla="*/ 20 w 265"/>
                    <ns1:gd name="T9" fmla="*/ 119 h 120"/>
                    <ns1:gd name="T10" fmla="*/ 12 w 265"/>
                    <ns1:gd name="T11" fmla="*/ 120 h 120"/>
                    <ns1:gd name="T12" fmla="*/ 9 w 265"/>
                    <ns1:gd name="T13" fmla="*/ 118 h 120"/>
                    <ns1:gd name="T14" fmla="*/ 1 w 265"/>
                    <ns1:gd name="T15" fmla="*/ 107 h 120"/>
                    <ns1:gd name="T16" fmla="*/ 2 w 265"/>
                    <ns1:gd name="T17" fmla="*/ 102 h 120"/>
                    <ns1:gd name="T18" fmla="*/ 26 w 265"/>
                    <ns1:gd name="T19" fmla="*/ 84 h 120"/>
                    <ns1:gd name="T20" fmla="*/ 32 w 265"/>
                    <ns1:gd name="T21" fmla="*/ 82 h 120"/>
                    <ns1:gd name="T22" fmla="*/ 48 w 265"/>
                    <ns1:gd name="T23" fmla="*/ 82 h 120"/>
                    <ns1:gd name="T24" fmla="*/ 56 w 265"/>
                    <ns1:gd name="T25" fmla="*/ 69 h 120"/>
                    <ns1:gd name="T26" fmla="*/ 58 w 265"/>
                    <ns1:gd name="T27" fmla="*/ 65 h 120"/>
                    <ns1:gd name="T28" fmla="*/ 106 w 265"/>
                    <ns1:gd name="T29" fmla="*/ 44 h 120"/>
                    <ns1:gd name="T30" fmla="*/ 221 w 265"/>
                    <ns1:gd name="T31" fmla="*/ 9 h 120"/>
                    <ns1:gd name="T32" fmla="*/ 264 w 265"/>
                    <ns1:gd name="T33" fmla="*/ 0 h 120"/>
                    <ns1:gd name="T34" fmla="*/ 265 w 265"/>
                    <ns1:gd name="T35" fmla="*/ 1 h 1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</ns1:cxnLst>
                  <ns1:rect l="0" t="0" r="r" b="b"/>
                  <ns1:pathLst>
                    <ns1:path w="265" h="120">
                      <ns1:moveTo>
                        <ns1:pt x="265" y="1"/>
                      </ns1:moveTo>
                      <ns1:cubicBezTo>
                        <ns1:pt x="260" y="4"/>
                        <ns1:pt x="255" y="8"/>
                        <ns1:pt x="250" y="12"/>
                      </ns1:cubicBezTo>
                      <ns1:cubicBezTo>
                        <ns1:pt x="223" y="31"/>
                        <ns1:pt x="195" y="49"/>
                        <ns1:pt x="165" y="65"/>
                      </ns1:cubicBezTo>
                      <ns1:cubicBezTo>
                        <ns1:pt x="134" y="81"/>
                        <ns1:pt x="102" y="95"/>
                        <ns1:pt x="69" y="106"/>
                      </ns1:cubicBezTo>
                      <ns1:cubicBezTo>
                        <ns1:pt x="53" y="111"/>
                        <ns1:pt x="36" y="115"/>
                        <ns1:pt x="20" y="119"/>
                      </ns1:cubicBezTo>
                      <ns1:cubicBezTo>
                        <ns1:pt x="17" y="120"/>
                        <ns1:pt x="15" y="120"/>
                        <ns1:pt x="12" y="120"/>
                      </ns1:cubicBezTo>
                      <ns1:cubicBezTo>
                        <ns1:pt x="11" y="120"/>
                        <ns1:pt x="10" y="119"/>
                        <ns1:pt x="9" y="118"/>
                      </ns1:cubicBezTo>
                      <ns1:cubicBezTo>
                        <ns1:pt x="6" y="115"/>
                        <ns1:pt x="4" y="111"/>
                        <ns1:pt x="1" y="107"/>
                      </ns1:cubicBezTo>
                      <ns1:cubicBezTo>
                        <ns1:pt x="0" y="105"/>
                        <ns1:pt x="0" y="103"/>
                        <ns1:pt x="2" y="102"/>
                      </ns1:cubicBezTo>
                      <ns1:cubicBezTo>
                        <ns1:pt x="10" y="96"/>
                        <ns1:pt x="18" y="89"/>
                        <ns1:pt x="26" y="84"/>
                      </ns1:cubicBezTo>
                      <ns1:cubicBezTo>
                        <ns1:pt x="28" y="83"/>
                        <ns1:pt x="30" y="82"/>
                        <ns1:pt x="32" y="82"/>
                      </ns1:cubicBezTo>
                      <ns1:cubicBezTo>
                        <ns1:pt x="37" y="82"/>
                        <ns1:pt x="42" y="82"/>
                        <ns1:pt x="48" y="82"/>
                      </ns1:cubicBezTo>
                      <ns1:cubicBezTo>
                        <ns1:pt x="57" y="82"/>
                        <ns1:pt x="60" y="78"/>
                        <ns1:pt x="56" y="69"/>
                      </ns1:cubicBezTo>
                      <ns1:cubicBezTo>
                        <ns1:pt x="55" y="67"/>
                        <ns1:pt x="56" y="66"/>
                        <ns1:pt x="58" y="65"/>
                      </ns1:cubicBezTo>
                      <ns1:cubicBezTo>
                        <ns1:pt x="74" y="58"/>
                        <ns1:pt x="90" y="50"/>
                        <ns1:pt x="106" y="44"/>
                      </ns1:cubicBezTo>
                      <ns1:cubicBezTo>
                        <ns1:pt x="143" y="29"/>
                        <ns1:pt x="182" y="18"/>
                        <ns1:pt x="221" y="9"/>
                      </ns1:cubicBezTo>
                      <ns1:cubicBezTo>
                        <ns1:pt x="236" y="6"/>
                        <ns1:pt x="250" y="3"/>
                        <ns1:pt x="264" y="0"/>
                      </ns1:cubicBezTo>
                      <ns1:cubicBezTo>
                        <ns1:pt x="264" y="0"/>
                        <ns1:pt x="264" y="0"/>
                        <ns1:pt x="265" y="1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4" name="Freeform 22"/>
                <ns0:cNvSpPr/>
                <ns0:nvPr/>
              </ns0:nvSpPr>
              <ns0:spPr bwMode="auto">
                <ns1:xfrm>
                  <ns1:off x="5918200" y="4459288"/>
                  <ns1:ext cx="427038" cy="377825"/>
                </ns1:xfrm>
                <ns1:custGeom>
                  <ns1:avLst/>
                  <ns1:gdLst>
                    <ns1:gd name="T0" fmla="*/ 0 w 113"/>
                    <ns1:gd name="T1" fmla="*/ 23 h 100"/>
                    <ns1:gd name="T2" fmla="*/ 113 w 113"/>
                    <ns1:gd name="T3" fmla="*/ 0 h 100"/>
                    <ns1:gd name="T4" fmla="*/ 49 w 113"/>
                    <ns1:gd name="T5" fmla="*/ 100 h 100"/>
                    <ns1:gd name="T6" fmla="*/ 0 w 113"/>
                    <ns1:gd name="T7" fmla="*/ 23 h 1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13" h="100">
                      <ns1:moveTo>
                        <ns1:pt x="0" y="23"/>
                      </ns1:moveTo>
                      <ns1:cubicBezTo>
                        <ns1:pt x="38" y="15"/>
                        <ns1:pt x="75" y="8"/>
                        <ns1:pt x="113" y="0"/>
                      </ns1:cubicBezTo>
                      <ns1:cubicBezTo>
                        <ns1:pt x="92" y="33"/>
                        <ns1:pt x="71" y="66"/>
                        <ns1:pt x="49" y="100"/>
                      </ns1:cubicBezTo>
                      <ns1:cubicBezTo>
                        <ns1:pt x="32" y="74"/>
                        <ns1:pt x="16" y="48"/>
                        <ns1:pt x="0" y="23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5" name="Freeform 23"/>
                <ns0:cNvSpPr/>
                <ns0:nvPr/>
              </ns0:nvSpPr>
              <ns0:spPr bwMode="auto">
                <ns1:xfrm>
                  <ns1:off x="6756400" y="3014663"/>
                  <ns1:ext cx="400050" cy="255588"/>
                </ns1:xfrm>
                <ns1:custGeom>
                  <ns1:avLst/>
                  <ns1:gdLst>
                    <ns1:gd name="T0" fmla="*/ 14 w 106"/>
                    <ns1:gd name="T1" fmla="*/ 68 h 68"/>
                    <ns1:gd name="T2" fmla="*/ 0 w 106"/>
                    <ns1:gd name="T3" fmla="*/ 0 h 68"/>
                    <ns1:gd name="T4" fmla="*/ 10 w 106"/>
                    <ns1:gd name="T5" fmla="*/ 1 h 68"/>
                    <ns1:gd name="T6" fmla="*/ 76 w 106"/>
                    <ns1:gd name="T7" fmla="*/ 21 h 68"/>
                    <ns1:gd name="T8" fmla="*/ 102 w 106"/>
                    <ns1:gd name="T9" fmla="*/ 38 h 68"/>
                    <ns1:gd name="T10" fmla="*/ 103 w 106"/>
                    <ns1:gd name="T11" fmla="*/ 45 h 68"/>
                    <ns1:gd name="T12" fmla="*/ 74 w 106"/>
                    <ns1:gd name="T13" fmla="*/ 56 h 68"/>
                    <ns1:gd name="T14" fmla="*/ 34 w 106"/>
                    <ns1:gd name="T15" fmla="*/ 56 h 68"/>
                    <ns1:gd name="T16" fmla="*/ 14 w 106"/>
                    <ns1:gd name="T17" fmla="*/ 68 h 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06" h="68">
                      <ns1:moveTo>
                        <ns1:pt x="14" y="68"/>
                      </ns1:moveTo>
                      <ns1:cubicBezTo>
                        <ns1:pt x="7" y="45"/>
                        <ns1:pt x="2" y="23"/>
                        <ns1:pt x="0" y="0"/>
                      </ns1:cubicBezTo>
                      <ns1:cubicBezTo>
                        <ns1:pt x="4" y="0"/>
                        <ns1:pt x="7" y="0"/>
                        <ns1:pt x="10" y="1"/>
                      </ns1:cubicBezTo>
                      <ns1:cubicBezTo>
                        <ns1:pt x="33" y="5"/>
                        <ns1:pt x="55" y="11"/>
                        <ns1:pt x="76" y="21"/>
                      </ns1:cubicBezTo>
                      <ns1:cubicBezTo>
                        <ns1:pt x="85" y="26"/>
                        <ns1:pt x="94" y="32"/>
                        <ns1:pt x="102" y="38"/>
                      </ns1:cubicBezTo>
                      <ns1:cubicBezTo>
                        <ns1:pt x="106" y="40"/>
                        <ns1:pt x="106" y="42"/>
                        <ns1:pt x="103" y="45"/>
                      </ns1:cubicBezTo>
                      <ns1:cubicBezTo>
                        <ns1:pt x="95" y="54"/>
                        <ns1:pt x="84" y="56"/>
                        <ns1:pt x="74" y="56"/>
                      </ns1:cubicBezTo>
                      <ns1:cubicBezTo>
                        <ns1:pt x="60" y="57"/>
                        <ns1:pt x="47" y="57"/>
                        <ns1:pt x="34" y="56"/>
                      </ns1:cubicBezTo>
                      <ns1:cubicBezTo>
                        <ns1:pt x="25" y="56"/>
                        <ns1:pt x="18" y="58"/>
                        <ns1:pt x="14" y="68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6" name="Freeform 24"/>
                <ns0:cNvSpPr/>
                <ns0:nvPr/>
              </ns0:nvSpPr>
              <ns0:spPr bwMode="auto">
                <ns1:xfrm>
                  <ns1:off x="6832600" y="3327400"/>
                  <ns1:ext cx="217488" cy="188913"/>
                </ns1:xfrm>
                <ns1:custGeom>
                  <ns1:avLst/>
                  <ns1:gdLst>
                    <ns1:gd name="T0" fmla="*/ 0 w 58"/>
                    <ns1:gd name="T1" fmla="*/ 0 h 50"/>
                    <ns1:gd name="T2" fmla="*/ 45 w 58"/>
                    <ns1:gd name="T3" fmla="*/ 0 h 50"/>
                    <ns1:gd name="T4" fmla="*/ 54 w 58"/>
                    <ns1:gd name="T5" fmla="*/ 15 h 50"/>
                    <ns1:gd name="T6" fmla="*/ 32 w 58"/>
                    <ns1:gd name="T7" fmla="*/ 48 h 50"/>
                    <ns1:gd name="T8" fmla="*/ 29 w 58"/>
                    <ns1:gd name="T9" fmla="*/ 50 h 50"/>
                    <ns1:gd name="T10" fmla="*/ 0 w 58"/>
                    <ns1:gd name="T11" fmla="*/ 0 h 5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58" h="50">
                      <ns1:moveTo>
                        <ns1:pt x="0" y="0"/>
                      </ns1:moveTo>
                      <ns1:cubicBezTo>
                        <ns1:pt x="15" y="0"/>
                        <ns1:pt x="30" y="0"/>
                        <ns1:pt x="45" y="0"/>
                      </ns1:cubicBezTo>
                      <ns1:cubicBezTo>
                        <ns1:pt x="54" y="1"/>
                        <ns1:pt x="58" y="8"/>
                        <ns1:pt x="54" y="15"/>
                      </ns1:cubicBezTo>
                      <ns1:cubicBezTo>
                        <ns1:pt x="47" y="26"/>
                        <ns1:pt x="40" y="37"/>
                        <ns1:pt x="32" y="48"/>
                      </ns1:cubicBezTo>
                      <ns1:cubicBezTo>
                        <ns1:pt x="32" y="49"/>
                        <ns1:pt x="31" y="49"/>
                        <ns1:pt x="29" y="50"/>
                      </ns1:cubicBezTo>
                      <ns1:cubicBezTo>
                        <ns1:pt x="17" y="35"/>
                        <ns1:pt x="8" y="18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>
                    <ns1:alpha val="20000"/>
                  </ns1:srgbClr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7" name="Freeform 25"/>
                <ns0:cNvSpPr/>
                <ns0:nvPr/>
              </ns0:nvSpPr>
              <ns0:spPr bwMode="auto">
                <ns1:xfrm>
                  <ns1:off x="5794375" y="4275138"/>
                  <ns1:ext cx="271463" cy="134938"/>
                </ns1:xfrm>
                <ns1:custGeom>
                  <ns1:avLst/>
                  <ns1:gdLst>
                    <ns1:gd name="T0" fmla="*/ 69 w 72"/>
                    <ns1:gd name="T1" fmla="*/ 0 h 36"/>
                    <ns1:gd name="T2" fmla="*/ 72 w 72"/>
                    <ns1:gd name="T3" fmla="*/ 16 h 36"/>
                    <ns1:gd name="T4" fmla="*/ 55 w 72"/>
                    <ns1:gd name="T5" fmla="*/ 20 h 36"/>
                    <ns1:gd name="T6" fmla="*/ 40 w 72"/>
                    <ns1:gd name="T7" fmla="*/ 23 h 36"/>
                    <ns1:gd name="T8" fmla="*/ 37 w 72"/>
                    <ns1:gd name="T9" fmla="*/ 25 h 36"/>
                    <ns1:gd name="T10" fmla="*/ 29 w 72"/>
                    <ns1:gd name="T11" fmla="*/ 30 h 36"/>
                    <ns1:gd name="T12" fmla="*/ 14 w 72"/>
                    <ns1:gd name="T13" fmla="*/ 34 h 36"/>
                    <ns1:gd name="T14" fmla="*/ 6 w 72"/>
                    <ns1:gd name="T15" fmla="*/ 31 h 36"/>
                    <ns1:gd name="T16" fmla="*/ 0 w 72"/>
                    <ns1:gd name="T17" fmla="*/ 20 h 36"/>
                    <ns1:gd name="T18" fmla="*/ 6 w 72"/>
                    <ns1:gd name="T19" fmla="*/ 10 h 36"/>
                    <ns1:gd name="T20" fmla="*/ 14 w 72"/>
                    <ns1:gd name="T21" fmla="*/ 7 h 36"/>
                    <ns1:gd name="T22" fmla="*/ 32 w 72"/>
                    <ns1:gd name="T23" fmla="*/ 6 h 36"/>
                    <ns1:gd name="T24" fmla="*/ 69 w 72"/>
                    <ns1:gd name="T25" fmla="*/ 0 h 3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72" h="36">
                      <ns1:moveTo>
                        <ns1:pt x="69" y="0"/>
                      </ns1:moveTo>
                      <ns1:cubicBezTo>
                        <ns1:pt x="64" y="8"/>
                        <ns1:pt x="64" y="10"/>
                        <ns1:pt x="72" y="16"/>
                      </ns1:cubicBezTo>
                      <ns1:cubicBezTo>
                        <ns1:pt x="66" y="17"/>
                        <ns1:pt x="61" y="19"/>
                        <ns1:pt x="55" y="20"/>
                      </ns1:cubicBezTo>
                      <ns1:cubicBezTo>
                        <ns1:pt x="50" y="21"/>
                        <ns1:pt x="45" y="22"/>
                        <ns1:pt x="40" y="23"/>
                      </ns1:cubicBezTo>
                      <ns1:cubicBezTo>
                        <ns1:pt x="39" y="23"/>
                        <ns1:pt x="37" y="24"/>
                        <ns1:pt x="37" y="25"/>
                      </ns1:cubicBezTo>
                      <ns1:cubicBezTo>
                        <ns1:pt x="35" y="29"/>
                        <ns1:pt x="32" y="30"/>
                        <ns1:pt x="29" y="30"/>
                      </ns1:cubicBezTo>
                      <ns1:cubicBezTo>
                        <ns1:pt x="24" y="31"/>
                        <ns1:pt x="19" y="32"/>
                        <ns1:pt x="14" y="34"/>
                      </ns1:cubicBezTo>
                      <ns1:cubicBezTo>
                        <ns1:pt x="10" y="36"/>
                        <ns1:pt x="8" y="34"/>
                        <ns1:pt x="6" y="31"/>
                      </ns1:cubicBezTo>
                      <ns1:cubicBezTo>
                        <ns1:pt x="4" y="27"/>
                        <ns1:pt x="0" y="24"/>
                        <ns1:pt x="0" y="20"/>
                      </ns1:cubicBezTo>
                      <ns1:cubicBezTo>
                        <ns1:pt x="0" y="17"/>
                        <ns1:pt x="4" y="13"/>
                        <ns1:pt x="6" y="10"/>
                      </ns1:cubicBezTo>
                      <ns1:cubicBezTo>
                        <ns1:pt x="8" y="7"/>
                        <ns1:pt x="10" y="6"/>
                        <ns1:pt x="14" y="7"/>
                      </ns1:cubicBezTo>
                      <ns1:cubicBezTo>
                        <ns1:pt x="20" y="8"/>
                        <ns1:pt x="26" y="7"/>
                        <ns1:pt x="32" y="6"/>
                      </ns1:cubicBezTo>
                      <ns1:cubicBezTo>
                        <ns1:pt x="44" y="5"/>
                        <ns1:pt x="56" y="2"/>
                        <ns1:pt x="69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8" name="Freeform 26"/>
                <ns0:cNvSpPr/>
                <ns0:nvPr/>
              </ns0:nvSpPr>
              <ns0:spPr bwMode="auto">
                <ns1:xfrm>
                  <ns1:off x="6673850" y="2201863"/>
                  <ns1:ext cx="230188" cy="200025"/>
                </ns1:xfrm>
                <ns1:custGeom>
                  <ns1:avLst/>
                  <ns1:gdLst>
                    <ns1:gd name="T0" fmla="*/ 61 w 61"/>
                    <ns1:gd name="T1" fmla="*/ 0 h 53"/>
                    <ns1:gd name="T2" fmla="*/ 54 w 61"/>
                    <ns1:gd name="T3" fmla="*/ 51 h 53"/>
                    <ns1:gd name="T4" fmla="*/ 53 w 61"/>
                    <ns1:gd name="T5" fmla="*/ 52 h 53"/>
                    <ns1:gd name="T6" fmla="*/ 44 w 61"/>
                    <ns1:gd name="T7" fmla="*/ 42 h 53"/>
                    <ns1:gd name="T8" fmla="*/ 38 w 61"/>
                    <ns1:gd name="T9" fmla="*/ 41 h 53"/>
                    <ns1:gd name="T10" fmla="*/ 0 w 61"/>
                    <ns1:gd name="T11" fmla="*/ 53 h 53"/>
                    <ns1:gd name="T12" fmla="*/ 61 w 61"/>
                    <ns1:gd name="T13" fmla="*/ 0 h 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61" h="53">
                      <ns1:moveTo>
                        <ns1:pt x="61" y="0"/>
                      </ns1:moveTo>
                      <ns1:cubicBezTo>
                        <ns1:pt x="59" y="18"/>
                        <ns1:pt x="56" y="34"/>
                        <ns1:pt x="54" y="51"/>
                      </ns1:cubicBezTo>
                      <ns1:cubicBezTo>
                        <ns1:pt x="54" y="52"/>
                        <ns1:pt x="53" y="52"/>
                        <ns1:pt x="53" y="52"/>
                      </ns1:cubicBezTo>
                      <ns1:cubicBezTo>
                        <ns1:pt x="50" y="49"/>
                        <ns1:pt x="47" y="45"/>
                        <ns1:pt x="44" y="42"/>
                      </ns1:cubicBezTo>
                      <ns1:cubicBezTo>
                        <ns1:pt x="42" y="41"/>
                        <ns1:pt x="40" y="40"/>
                        <ns1:pt x="38" y="41"/>
                      </ns1:cubicBezTo>
                      <ns1:cubicBezTo>
                        <ns1:pt x="26" y="45"/>
                        <ns1:pt x="13" y="49"/>
                        <ns1:pt x="0" y="53"/>
                      </ns1:cubicBezTo>
                      <ns1:cubicBezTo>
                        <ns1:pt x="20" y="35"/>
                        <ns1:pt x="40" y="18"/>
                        <ns1:pt x="61" y="0"/>
                      </ns1:cubicBezTo>
                      <ns1:close/>
                    </ns1:path>
                  </ns1:pathLst>
                </ns1:custGeom>
                <ns1:solidFill>
                  <ns1:srgbClr val="A42629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89" name="Freeform 27"/>
                <ns0:cNvSpPr/>
                <ns0:nvPr/>
              </ns0:nvSpPr>
              <ns0:spPr bwMode="auto">
                <ns1:xfrm>
                  <ns1:off x="7110413" y="2995613"/>
                  <ns1:ext cx="152400" cy="49213"/>
                </ns1:xfrm>
                <ns1:custGeom>
                  <ns1:avLst/>
                  <ns1:gdLst>
                    <ns1:gd name="T0" fmla="*/ 38 w 40"/>
                    <ns1:gd name="T1" fmla="*/ 13 h 13"/>
                    <ns1:gd name="T2" fmla="*/ 0 w 40"/>
                    <ns1:gd name="T3" fmla="*/ 1 h 13"/>
                    <ns1:gd name="T4" fmla="*/ 0 w 40"/>
                    <ns1:gd name="T5" fmla="*/ 0 h 13"/>
                    <ns1:gd name="T6" fmla="*/ 30 w 40"/>
                    <ns1:gd name="T7" fmla="*/ 2 h 13"/>
                    <ns1:gd name="T8" fmla="*/ 38 w 40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40" h="13">
                      <ns1:moveTo>
                        <ns1:pt x="38" y="13"/>
                      </ns1:moveTo>
                      <ns1:cubicBezTo>
                        <ns1:pt x="25" y="9"/>
                        <ns1:pt x="12" y="5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0" y="1"/>
                        <ns1:pt x="20" y="1"/>
                        <ns1:pt x="30" y="2"/>
                      </ns1:cubicBezTo>
                      <ns1:cubicBezTo>
                        <ns1:pt x="37" y="3"/>
                        <ns1:pt x="40" y="7"/>
                        <ns1:pt x="38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0" name="Freeform 28"/>
                <ns0:cNvSpPr/>
                <ns0:nvPr/>
              </ns0:nvSpPr>
              <ns0:spPr bwMode="auto">
                <ns1:xfrm>
                  <ns1:off x="6619875" y="2746375"/>
                  <ns1:ext cx="0" cy="3175"/>
                </ns1:xfrm>
                <ns1:custGeom>
                  <ns1:avLst/>
                  <ns1:gdLst>
                    <ns1:gd name="T0" fmla="*/ 0 h 1"/>
                    <ns1:gd name="T1" fmla="*/ 1 h 1"/>
                    <ns1:gd name="T2" fmla="*/ 1 h 1"/>
                    <ns1:gd name="T3" fmla="*/ 0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0"/>
                      </ns1:move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1" name="Freeform 29"/>
                <ns0:cNvSpPr/>
                <ns0:nvPr/>
              </ns0:nvSpPr>
              <ns0:spPr bwMode="auto">
                <ns1:xfrm>
                  <ns1:off x="6492875" y="1554163"/>
                  <ns1:ext cx="47625" cy="60325"/>
                </ns1:xfrm>
                <ns1:custGeom>
                  <ns1:avLst/>
                  <ns1:gdLst>
                    <ns1:gd name="T0" fmla="*/ 10 w 13"/>
                    <ns1:gd name="T1" fmla="*/ 12 h 16"/>
                    <ns1:gd name="T2" fmla="*/ 6 w 13"/>
                    <ns1:gd name="T3" fmla="*/ 15 h 16"/>
                    <ns1:gd name="T4" fmla="*/ 0 w 13"/>
                    <ns1:gd name="T5" fmla="*/ 14 h 16"/>
                    <ns1:gd name="T6" fmla="*/ 4 w 13"/>
                    <ns1:gd name="T7" fmla="*/ 0 h 16"/>
                    <ns1:gd name="T8" fmla="*/ 13 w 13"/>
                    <ns1:gd name="T9" fmla="*/ 2 h 16"/>
                    <ns1:gd name="T10" fmla="*/ 11 w 13"/>
                    <ns1:gd name="T11" fmla="*/ 11 h 16"/>
                    <ns1:gd name="T12" fmla="*/ 9 w 13"/>
                    <ns1:gd name="T13" fmla="*/ 4 h 16"/>
                    <ns1:gd name="T14" fmla="*/ 4 w 13"/>
                    <ns1:gd name="T15" fmla="*/ 4 h 16"/>
                    <ns1:gd name="T16" fmla="*/ 4 w 13"/>
                    <ns1:gd name="T17" fmla="*/ 13 h 16"/>
                    <ns1:gd name="T18" fmla="*/ 10 w 13"/>
                    <ns1:gd name="T19" fmla="*/ 12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3" h="16">
                      <ns1:moveTo>
                        <ns1:pt x="10" y="12"/>
                      </ns1:moveTo>
                      <ns1:cubicBezTo>
                        <ns1:pt x="10" y="15"/>
                        <ns1:pt x="9" y="16"/>
                        <ns1:pt x="6" y="15"/>
                      </ns1:cubicBezTo>
                      <ns1:cubicBezTo>
                        <ns1:pt x="4" y="15"/>
                        <ns1:pt x="2" y="14"/>
                        <ns1:pt x="0" y="14"/>
                      </ns1:cubicBezTo>
                      <ns1:cubicBezTo>
                        <ns1:pt x="2" y="9"/>
                        <ns1:pt x="3" y="5"/>
                        <ns1:pt x="4" y="0"/>
                      </ns1:cubicBezTo>
                      <ns1:cubicBezTo>
                        <ns1:pt x="7" y="0"/>
                        <ns1:pt x="10" y="1"/>
                        <ns1:pt x="13" y="2"/>
                      </ns1:cubicBezTo>
                      <ns1:cubicBezTo>
                        <ns1:pt x="12" y="5"/>
                        <ns1:pt x="12" y="8"/>
                        <ns1:pt x="11" y="11"/>
                      </ns1:cubicBezTo>
                      <ns1:cubicBezTo>
                        <ns1:pt x="10" y="9"/>
                        <ns1:pt x="10" y="6"/>
                        <ns1:pt x="9" y="4"/>
                      </ns1:cubicBezTo>
                      <ns1:cubicBezTo>
                        <ns1:pt x="8" y="4"/>
                        <ns1:pt x="6" y="4"/>
                        <ns1:pt x="4" y="4"/>
                      </ns1:cubicBezTo>
                      <ns1:cubicBezTo>
                        <ns1:pt x="4" y="7"/>
                        <ns1:pt x="4" y="10"/>
                        <ns1:pt x="4" y="13"/>
                      </ns1:cubicBezTo>
                      <ns1:cubicBezTo>
                        <ns1:pt x="7" y="13"/>
                        <ns1:pt x="8" y="12"/>
                        <ns1:pt x="10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2" name="Freeform 31"/>
                <ns0:cNvSpPr/>
                <ns0:nvPr/>
              </ns0:nvSpPr>
              <ns0:spPr bwMode="auto">
                <ns1:xfrm>
                  <ns1:off x="7292975" y="2028825"/>
                  <ns1:ext cx="47625" cy="49213"/>
                </ns1:xfrm>
                <ns1:custGeom>
                  <ns1:avLst/>
                  <ns1:gdLst>
                    <ns1:gd name="T0" fmla="*/ 12 w 13"/>
                    <ns1:gd name="T1" fmla="*/ 0 h 13"/>
                    <ns1:gd name="T2" fmla="*/ 7 w 13"/>
                    <ns1:gd name="T3" fmla="*/ 12 h 13"/>
                    <ns1:gd name="T4" fmla="*/ 0 w 13"/>
                    <ns1:gd name="T5" fmla="*/ 12 h 13"/>
                    <ns1:gd name="T6" fmla="*/ 12 w 13"/>
                    <ns1:gd name="T7" fmla="*/ 0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3" h="13">
                      <ns1:moveTo>
                        <ns1:pt x="12" y="0"/>
                      </ns1:moveTo>
                      <ns1:cubicBezTo>
                        <ns1:pt x="13" y="4"/>
                        <ns1:pt x="11" y="9"/>
                        <ns1:pt x="7" y="12"/>
                      </ns1:cubicBezTo>
                      <ns1:cubicBezTo>
                        <ns1:pt x="5" y="13"/>
                        <ns1:pt x="3" y="12"/>
                        <ns1:pt x="0" y="12"/>
                      </ns1:cubicBezTo>
                      <ns1:cubicBezTo>
                        <ns1:pt x="5" y="7"/>
                        <ns1:pt x="9" y="4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3" name="Freeform 32"/>
                <ns0:cNvSpPr/>
                <ns0:nvPr/>
              </ns0:nvSpPr>
              <ns0:spPr bwMode="auto">
                <ns1:xfrm>
                  <ns1:off x="7345363" y="1976438"/>
                  <ns1:ext cx="49213" cy="41275"/>
                </ns1:xfrm>
                <ns1:custGeom>
                  <ns1:avLst/>
                  <ns1:gdLst>
                    <ns1:gd name="T0" fmla="*/ 0 w 13"/>
                    <ns1:gd name="T1" fmla="*/ 11 h 11"/>
                    <ns1:gd name="T2" fmla="*/ 10 w 13"/>
                    <ns1:gd name="T3" fmla="*/ 0 h 11"/>
                    <ns1:gd name="T4" fmla="*/ 13 w 13"/>
                    <ns1:gd name="T5" fmla="*/ 3 h 11"/>
                    <ns1:gd name="T6" fmla="*/ 1 w 13"/>
                    <ns1:gd name="T7" fmla="*/ 11 h 11"/>
                    <ns1:gd name="T8" fmla="*/ 0 w 13"/>
                    <ns1:gd name="T9" fmla="*/ 1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1">
                      <ns1:moveTo>
                        <ns1:pt x="0" y="11"/>
                      </ns1:moveTo>
                      <ns1:cubicBezTo>
                        <ns1:pt x="3" y="7"/>
                        <ns1:pt x="6" y="4"/>
                        <ns1:pt x="10" y="0"/>
                      </ns1:cubicBezTo>
                      <ns1:cubicBezTo>
                        <ns1:pt x="11" y="1"/>
                        <ns1:pt x="12" y="2"/>
                        <ns1:pt x="13" y="3"/>
                      </ns1:cubicBezTo>
                      <ns1:cubicBezTo>
                        <ns1:pt x="9" y="6"/>
                        <ns1:pt x="5" y="9"/>
                        <ns1:pt x="1" y="11"/>
                      </ns1:cubicBezTo>
                      <ns1:cubicBezTo>
                        <ns1:pt x="0" y="11"/>
                        <ns1:pt x="0" y="11"/>
                        <ns1:pt x="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4" name="Freeform 33"/>
                <ns0:cNvSpPr/>
                <ns0:nvPr/>
              </ns0:nvSpPr>
              <ns0:spPr bwMode="auto">
                <ns1:xfrm>
                  <ns1:off x="7273925" y="2085975"/>
                  <ns1:ext cx="6350" cy="7938"/>
                </ns1:xfrm>
                <ns1:custGeom>
                  <ns1:avLst/>
                  <ns1:gdLst>
                    <ns1:gd name="T0" fmla="*/ 0 w 2"/>
                    <ns1:gd name="T1" fmla="*/ 1 h 2"/>
                    <ns1:gd name="T2" fmla="*/ 2 w 2"/>
                    <ns1:gd name="T3" fmla="*/ 0 h 2"/>
                    <ns1:gd name="T4" fmla="*/ 2 w 2"/>
                    <ns1:gd name="T5" fmla="*/ 0 h 2"/>
                    <ns1:gd name="T6" fmla="*/ 1 w 2"/>
                    <ns1:gd name="T7" fmla="*/ 2 h 2"/>
                    <ns1:gd name="T8" fmla="*/ 0 w 2"/>
                    <ns1:gd name="T9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2">
                      <ns1:moveTo>
                        <ns1:pt x="0" y="1"/>
                      </ns1:moveTo>
                      <ns1:cubicBezTo>
                        <ns1:pt x="1" y="1"/>
                        <ns1:pt x="1" y="0"/>
                        <ns1:pt x="2" y="0"/>
                      </ns1:cubicBezTo>
                      <ns1:cubicBezTo>
                        <ns1:pt x="2" y="0"/>
                        <ns1:pt x="2" y="0"/>
                        <ns1:pt x="2" y="0"/>
                      </ns1:cubicBezTo>
                      <ns1:cubicBezTo>
                        <ns1:pt x="2" y="1"/>
                        <ns1:pt x="1" y="2"/>
                        <ns1:pt x="1" y="2"/>
                      </ns1:cubicBezTo>
                      <ns1:cubicBezTo>
                        <ns1:pt x="1" y="2"/>
                        <ns1:pt x="1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5" name="Freeform 34"/>
                <ns0:cNvSpPr/>
                <ns0:nvPr/>
              </ns0:nvSpPr>
              <ns0:spPr bwMode="auto">
                <ns1:xfrm>
                  <ns1:off x="7280275" y="208121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0" y="0"/>
                      </ns1:cubicBezTo>
                      <ns1:cubicBezTo>
                        <ns1:pt x="0" y="0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6" name="Freeform 35"/>
                <ns0:cNvSpPr/>
                <ns0:nvPr/>
              </ns0:nvSpPr>
              <ns0:spPr bwMode="auto">
                <ns1:xfrm>
                  <ns1:off x="7340600" y="2017713"/>
                  <ns1:ext cx="7938" cy="0"/>
                </ns1:xfrm>
                <ns1:custGeom>
                  <ns1:avLst/>
                  <ns1:gdLst>
                    <ns1:gd name="T0" fmla="*/ 2 w 2"/>
                    <ns1:gd name="T1" fmla="*/ 0 w 2"/>
                    <ns1:gd name="T2" fmla="*/ 1 w 2"/>
                    <ns1:gd name="T3" fmla="*/ 2 w 2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  <ns1:cxn ang="0">
                      <ns1:pos x="T3" y="0"/>
                    </ns1:cxn>
                  </ns1:cxnLst>
                  <ns1:rect l="0" t="0" r="r" b="b"/>
                  <ns1:pathLst>
                    <ns1:path w="2">
                      <ns1:moveTo>
                        <ns1:pt x="2" y="0"/>
                      </ns1:moveTo>
                      <ns1:cubicBezTo>
                        <ns1:pt x="1" y="0"/>
                        <ns1:pt x="1" y="0"/>
                        <ns1:pt x="0" y="0"/>
                      </ns1:cubicBezTo>
                      <ns1:cubicBezTo>
                        <ns1:pt x="1" y="0"/>
                        <ns1:pt x="1" y="0"/>
                        <ns1:pt x="1" y="0"/>
                      </ns1:cubicBezTo>
                      <ns1:cubicBezTo>
                        <ns1:pt x="1" y="0"/>
                        <ns1:pt x="1" y="0"/>
                        <ns1:pt x="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7" name="Freeform 36"/>
                <ns0:cNvSpPr>
                  <ns1:spLocks noEditPoints="1"/>
                </ns0:cNvSpPr>
                <ns0:nvPr/>
              </ns0:nvSpPr>
              <ns0:spPr bwMode="auto">
                <ns1:xfrm>
                  <ns1:off x="5854700" y="1519238"/>
                  <ns1:ext cx="38100" cy="57150"/>
                </ns1:xfrm>
                <ns1:custGeom>
                  <ns1:avLst/>
                  <ns1:gdLst>
                    <ns1:gd name="T0" fmla="*/ 10 w 10"/>
                    <ns1:gd name="T1" fmla="*/ 14 h 15"/>
                    <ns1:gd name="T2" fmla="*/ 1 w 10"/>
                    <ns1:gd name="T3" fmla="*/ 15 h 15"/>
                    <ns1:gd name="T4" fmla="*/ 0 w 10"/>
                    <ns1:gd name="T5" fmla="*/ 1 h 15"/>
                    <ns1:gd name="T6" fmla="*/ 9 w 10"/>
                    <ns1:gd name="T7" fmla="*/ 0 h 15"/>
                    <ns1:gd name="T8" fmla="*/ 10 w 10"/>
                    <ns1:gd name="T9" fmla="*/ 14 h 15"/>
                    <ns1:gd name="T10" fmla="*/ 10 w 10"/>
                    <ns1:gd name="T11" fmla="*/ 11 h 15"/>
                    <ns1:gd name="T12" fmla="*/ 7 w 10"/>
                    <ns1:gd name="T13" fmla="*/ 3 h 15"/>
                    <ns1:gd name="T14" fmla="*/ 1 w 10"/>
                    <ns1:gd name="T15" fmla="*/ 5 h 15"/>
                    <ns1:gd name="T16" fmla="*/ 5 w 10"/>
                    <ns1:gd name="T17" fmla="*/ 13 h 15"/>
                    <ns1:gd name="T18" fmla="*/ 10 w 10"/>
                    <ns1:gd name="T19" fmla="*/ 11 h 1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10" h="15">
                      <ns1:moveTo>
                        <ns1:pt x="10" y="14"/>
                      </ns1:moveTo>
                      <ns1:cubicBezTo>
                        <ns1:pt x="7" y="15"/>
                        <ns1:pt x="5" y="15"/>
                        <ns1:pt x="1" y="15"/>
                      </ns1:cubicBezTo>
                      <ns1:cubicBezTo>
                        <ns1:pt x="1" y="10"/>
                        <ns1:pt x="1" y="6"/>
                        <ns1:pt x="0" y="1"/>
                      </ns1:cubicBezTo>
                      <ns1:cubicBezTo>
                        <ns1:pt x="3" y="1"/>
                        <ns1:pt x="6" y="0"/>
                        <ns1:pt x="9" y="0"/>
                      </ns1:cubicBezTo>
                      <ns1:cubicBezTo>
                        <ns1:pt x="10" y="5"/>
                        <ns1:pt x="10" y="9"/>
                        <ns1:pt x="10" y="14"/>
                      </ns1:cubicBezTo>
                      <ns1:close/>
                      <ns1:moveTo>
                        <ns1:pt x="10" y="11"/>
                      </ns1:moveTo>
                      <ns1:cubicBezTo>
                        <ns1:pt x="9" y="8"/>
                        <ns1:pt x="8" y="5"/>
                        <ns1:pt x="7" y="3"/>
                      </ns1:cubicBezTo>
                      <ns1:cubicBezTo>
                        <ns1:pt x="5" y="3"/>
                        <ns1:pt x="3" y="4"/>
                        <ns1:pt x="1" y="5"/>
                      </ns1:cubicBezTo>
                      <ns1:cubicBezTo>
                        <ns1:pt x="3" y="8"/>
                        <ns1:pt x="4" y="10"/>
                        <ns1:pt x="5" y="13"/>
                      </ns1:cubicBezTo>
                      <ns1:cubicBezTo>
                        <ns1:pt x="6" y="12"/>
                        <ns1:pt x="8" y="12"/>
                        <ns1:pt x="10" y="1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8" name="Freeform 37"/>
                <ns0:cNvSpPr/>
                <ns0:nvPr/>
              </ns0:nvSpPr>
              <ns0:spPr bwMode="auto">
                <ns1:xfrm>
                  <ns1:off x="5632450" y="16478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0" y="0"/>
                        <ns1:pt x="1" y="0"/>
                      </ns1:cubicBezTo>
                      <ns1:cubicBezTo>
                        <ns1:pt x="1" y="1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99" name="Freeform 38"/>
                <ns0:cNvSpPr/>
                <ns0:nvPr/>
              </ns0:nvSpPr>
              <ns0:spPr bwMode="auto">
                <ns1:xfrm>
                  <ns1:off x="5564188" y="1579563"/>
                  <ns1:ext cx="3175" cy="4763"/>
                </ns1:xfrm>
                <ns1:custGeom>
                  <ns1:avLst/>
                  <ns1:gdLst>
                    <ns1:gd name="T0" fmla="*/ 1 w 1"/>
                    <ns1:gd name="T1" fmla="*/ 1 h 1"/>
                    <ns1:gd name="T2" fmla="*/ 0 w 1"/>
                    <ns1:gd name="T3" fmla="*/ 1 h 1"/>
                    <ns1:gd name="T4" fmla="*/ 0 w 1"/>
                    <ns1:gd name="T5" fmla="*/ 0 h 1"/>
                    <ns1:gd name="T6" fmla="*/ 1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1" y="1"/>
                      </ns1:moveTo>
                      <ns1:cubicBezTo>
                        <ns1:pt x="1" y="1"/>
                        <ns1:pt x="0" y="1"/>
                        <ns1:pt x="0" y="1"/>
                      </ns1:cubicBezTo>
                      <ns1:cubicBezTo>
                        <ns1:pt x="0" y="1"/>
                        <ns1:pt x="0" y="0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0" name="Freeform 39"/>
                <ns0:cNvSpPr/>
                <ns0:nvPr/>
              </ns0:nvSpPr>
              <ns0:spPr bwMode="auto">
                <ns1:xfrm>
                  <ns1:off x="6408738" y="5232400"/>
                  <ns1:ext cx="7938" cy="12700"/>
                </ns1:xfrm>
                <ns1:custGeom>
                  <ns1:avLst/>
                  <ns1:gdLst>
                    <ns1:gd name="T0" fmla="*/ 1 w 2"/>
                    <ns1:gd name="T1" fmla="*/ 3 h 3"/>
                    <ns1:gd name="T2" fmla="*/ 0 w 2"/>
                    <ns1:gd name="T3" fmla="*/ 1 h 3"/>
                    <ns1:gd name="T4" fmla="*/ 1 w 2"/>
                    <ns1:gd name="T5" fmla="*/ 0 h 3"/>
                    <ns1:gd name="T6" fmla="*/ 2 w 2"/>
                    <ns1:gd name="T7" fmla="*/ 2 h 3"/>
                    <ns1:gd name="T8" fmla="*/ 1 w 2"/>
                    <ns1:gd name="T9" fmla="*/ 3 h 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2" h="3">
                      <ns1:moveTo>
                        <ns1:pt x="1" y="3"/>
                      </ns1:moveTo>
                      <ns1:cubicBezTo>
                        <ns1:pt x="1" y="2"/>
                        <ns1:pt x="1" y="1"/>
                        <ns1:pt x="0" y="1"/>
                      </ns1:cubicBezTo>
                      <ns1:cubicBezTo>
                        <ns1:pt x="1" y="1"/>
                        <ns1:pt x="1" y="0"/>
                        <ns1:pt x="1" y="0"/>
                      </ns1:cubicBezTo>
                      <ns1:cubicBezTo>
                        <ns1:pt x="1" y="1"/>
                        <ns1:pt x="1" y="1"/>
                        <ns1:pt x="2" y="2"/>
                      </ns1:cubicBezTo>
                      <ns1:cubicBezTo>
                        <ns1:pt x="1" y="2"/>
                        <ns1:pt x="1" y="2"/>
                        <ns1:pt x="1" y="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1" name="Freeform 40"/>
                <ns0:cNvSpPr/>
                <ns0:nvPr/>
              </ns0:nvSpPr>
              <ns0:spPr bwMode="auto">
                <ns1:xfrm>
                  <ns1:off x="4605338" y="4505325"/>
                  <ns1:ext cx="3175" cy="3175"/>
                </ns1:xfrm>
                <ns1:custGeom>
                  <ns1:avLst/>
                  <ns1:gdLst>
                    <ns1:gd name="T0" fmla="*/ 0 w 1"/>
                    <ns1:gd name="T1" fmla="*/ 1 h 1"/>
                    <ns1:gd name="T2" fmla="*/ 1 w 1"/>
                    <ns1:gd name="T3" fmla="*/ 0 h 1"/>
                    <ns1:gd name="T4" fmla="*/ 0 w 1"/>
                    <ns1:gd name="T5" fmla="*/ 1 h 1"/>
                    <ns1:gd name="T6" fmla="*/ 0 w 1"/>
                    <ns1:gd name="T7" fmla="*/ 1 h 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1">
                      <ns1:moveTo>
                        <ns1:pt x="0" y="1"/>
                      </ns1:move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1" y="0"/>
                        <ns1:pt x="1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2" name="Freeform 41"/>
                <ns0:cNvSpPr/>
                <ns0:nvPr/>
              </ns0:nvSpPr>
              <ns0:spPr bwMode="auto">
                <ns1:xfrm>
                  <ns1:off x="4586288" y="4598988"/>
                  <ns1:ext cx="3175" cy="7938"/>
                </ns1:xfrm>
                <ns1:custGeom>
                  <ns1:avLst/>
                  <ns1:gdLst>
                    <ns1:gd name="T0" fmla="*/ 1 w 1"/>
                    <ns1:gd name="T1" fmla="*/ 1 h 2"/>
                    <ns1:gd name="T2" fmla="*/ 0 w 1"/>
                    <ns1:gd name="T3" fmla="*/ 2 h 2"/>
                    <ns1:gd name="T4" fmla="*/ 0 w 1"/>
                    <ns1:gd name="T5" fmla="*/ 0 h 2"/>
                    <ns1:gd name="T6" fmla="*/ 1 w 1"/>
                    <ns1:gd name="T7" fmla="*/ 1 h 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" h="2">
                      <ns1:moveTo>
                        <ns1:pt x="1" y="1"/>
                      </ns1:moveTo>
                      <ns1:cubicBezTo>
                        <ns1:pt x="1" y="1"/>
                        <ns1:pt x="0" y="2"/>
                        <ns1:pt x="0" y="2"/>
                      </ns1:cubicBez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1" y="0"/>
                        <ns1:pt x="1" y="1"/>
                        <ns1:pt x="1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3" name="Freeform 42"/>
                <ns0:cNvSpPr/>
                <ns0:nvPr/>
              </ns0:nvSpPr>
              <ns0:spPr bwMode="auto">
                <ns1:xfrm>
                  <ns1:off x="5545138" y="5180013"/>
                  <ns1:ext cx="71438" cy="114300"/>
                </ns1:xfrm>
                <ns1:custGeom>
                  <ns1:avLst/>
                  <ns1:gdLst>
                    <ns1:gd name="T0" fmla="*/ 7 w 19"/>
                    <ns1:gd name="T1" fmla="*/ 0 h 30"/>
                    <ns1:gd name="T2" fmla="*/ 18 w 19"/>
                    <ns1:gd name="T3" fmla="*/ 8 h 30"/>
                    <ns1:gd name="T4" fmla="*/ 13 w 19"/>
                    <ns1:gd name="T5" fmla="*/ 26 h 30"/>
                    <ns1:gd name="T6" fmla="*/ 0 w 19"/>
                    <ns1:gd name="T7" fmla="*/ 26 h 30"/>
                    <ns1:gd name="T8" fmla="*/ 7 w 19"/>
                    <ns1:gd name="T9" fmla="*/ 0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9" h="30">
                      <ns1:moveTo>
                        <ns1:pt x="7" y="0"/>
                      </ns1:moveTo>
                      <ns1:cubicBezTo>
                        <ns1:pt x="12" y="2"/>
                        <ns1:pt x="17" y="2"/>
                        <ns1:pt x="18" y="8"/>
                      </ns1:cubicBezTo>
                      <ns1:cubicBezTo>
                        <ns1:pt x="19" y="15"/>
                        <ns1:pt x="18" y="21"/>
                        <ns1:pt x="13" y="26"/>
                      </ns1:cubicBezTo>
                      <ns1:cubicBezTo>
                        <ns1:pt x="9" y="30"/>
                        <ns1:pt x="4" y="28"/>
                        <ns1:pt x="0" y="26"/>
                      </ns1:cubicBezTo>
                      <ns1:cubicBezTo>
                        <ns1:pt x="2" y="17"/>
                        <ns1:pt x="4" y="9"/>
                        <ns1:pt x="7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4" name="Freeform 43"/>
                <ns0:cNvSpPr/>
                <ns0:nvPr/>
              </ns0:nvSpPr>
              <ns0:spPr bwMode="auto">
                <ns1:xfrm>
                  <ns1:off x="7915275" y="3289300"/>
                  <ns1:ext cx="49213" cy="49213"/>
                </ns1:xfrm>
                <ns1:custGeom>
                  <ns1:avLst/>
                  <ns1:gdLst>
                    <ns1:gd name="T0" fmla="*/ 13 w 13"/>
                    <ns1:gd name="T1" fmla="*/ 12 h 13"/>
                    <ns1:gd name="T2" fmla="*/ 0 w 13"/>
                    <ns1:gd name="T3" fmla="*/ 13 h 13"/>
                    <ns1:gd name="T4" fmla="*/ 2 w 13"/>
                    <ns1:gd name="T5" fmla="*/ 2 h 13"/>
                    <ns1:gd name="T6" fmla="*/ 8 w 13"/>
                    <ns1:gd name="T7" fmla="*/ 1 h 13"/>
                    <ns1:gd name="T8" fmla="*/ 13 w 13"/>
                    <ns1:gd name="T9" fmla="*/ 12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3" h="13">
                      <ns1:moveTo>
                        <ns1:pt x="13" y="12"/>
                      </ns1:moveTo>
                      <ns1:cubicBezTo>
                        <ns1:pt x="8" y="12"/>
                        <ns1:pt x="4" y="13"/>
                        <ns1:pt x="0" y="13"/>
                      </ns1:cubicBezTo>
                      <ns1:cubicBezTo>
                        <ns1:pt x="0" y="9"/>
                        <ns1:pt x="0" y="5"/>
                        <ns1:pt x="2" y="2"/>
                      </ns1:cubicBezTo>
                      <ns1:cubicBezTo>
                        <ns1:pt x="2" y="1"/>
                        <ns1:pt x="7" y="0"/>
                        <ns1:pt x="8" y="1"/>
                      </ns1:cubicBezTo>
                      <ns1:cubicBezTo>
                        <ns1:pt x="10" y="4"/>
                        <ns1:pt x="11" y="8"/>
                        <ns1:pt x="13" y="12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5" name="Freeform 44"/>
                <ns0:cNvSpPr/>
                <ns0:nvPr/>
              </ns0:nvSpPr>
              <ns0:spPr bwMode="auto">
                <ns1:xfrm>
                  <ns1:off x="4432300" y="4262438"/>
                  <ns1:ext cx="52388" cy="53975"/>
                </ns1:xfrm>
                <ns1:custGeom>
                  <ns1:avLst/>
                  <ns1:gdLst>
                    <ns1:gd name="T0" fmla="*/ 0 w 14"/>
                    <ns1:gd name="T1" fmla="*/ 6 h 14"/>
                    <ns1:gd name="T2" fmla="*/ 11 w 14"/>
                    <ns1:gd name="T3" fmla="*/ 0 h 14"/>
                    <ns1:gd name="T4" fmla="*/ 14 w 14"/>
                    <ns1:gd name="T5" fmla="*/ 11 h 14"/>
                    <ns1:gd name="T6" fmla="*/ 9 w 14"/>
                    <ns1:gd name="T7" fmla="*/ 14 h 14"/>
                    <ns1:gd name="T8" fmla="*/ 0 w 14"/>
                    <ns1:gd name="T9" fmla="*/ 6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4" h="14">
                      <ns1:moveTo>
                        <ns1:pt x="0" y="6"/>
                      </ns1:moveTo>
                      <ns1:cubicBezTo>
                        <ns1:pt x="4" y="3"/>
                        <ns1:pt x="7" y="2"/>
                        <ns1:pt x="11" y="0"/>
                      </ns1:cubicBezTo>
                      <ns1:cubicBezTo>
                        <ns1:pt x="12" y="4"/>
                        <ns1:pt x="14" y="7"/>
                        <ns1:pt x="14" y="11"/>
                      </ns1:cubicBezTo>
                      <ns1:cubicBezTo>
                        <ns1:pt x="14" y="12"/>
                        <ns1:pt x="9" y="14"/>
                        <ns1:pt x="9" y="14"/>
                      </ns1:cubicBezTo>
                      <ns1:cubicBezTo>
                        <ns1:pt x="6" y="12"/>
                        <ns1:pt x="3" y="9"/>
                        <ns1:pt x="0" y="6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6" name="Freeform 45"/>
                <ns0:cNvSpPr/>
                <ns0:nvPr/>
              </ns0:nvSpPr>
              <ns0:spPr bwMode="auto">
                <ns1:xfrm>
                  <ns1:off x="6137275" y="5256213"/>
                  <ns1:ext cx="46038" cy="49213"/>
                </ns1:xfrm>
                <ns1:custGeom>
                  <ns1:avLst/>
                  <ns1:gdLst>
                    <ns1:gd name="T0" fmla="*/ 0 w 12"/>
                    <ns1:gd name="T1" fmla="*/ 13 h 13"/>
                    <ns1:gd name="T2" fmla="*/ 0 w 12"/>
                    <ns1:gd name="T3" fmla="*/ 0 h 13"/>
                    <ns1:gd name="T4" fmla="*/ 11 w 12"/>
                    <ns1:gd name="T5" fmla="*/ 2 h 13"/>
                    <ns1:gd name="T6" fmla="*/ 11 w 12"/>
                    <ns1:gd name="T7" fmla="*/ 8 h 13"/>
                    <ns1:gd name="T8" fmla="*/ 0 w 12"/>
                    <ns1:gd name="T9" fmla="*/ 13 h 1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3">
                      <ns1:moveTo>
                        <ns1:pt x="0" y="13"/>
                      </ns1:moveTo>
                      <ns1:cubicBezTo>
                        <ns1:pt x="0" y="7"/>
                        <ns1:pt x="0" y="4"/>
                        <ns1:pt x="0" y="0"/>
                      </ns1:cubicBezTo>
                      <ns1:cubicBezTo>
                        <ns1:pt x="4" y="0"/>
                        <ns1:pt x="7" y="1"/>
                        <ns1:pt x="11" y="2"/>
                      </ns1:cubicBezTo>
                      <ns1:cubicBezTo>
                        <ns1:pt x="11" y="2"/>
                        <ns1:pt x="12" y="8"/>
                        <ns1:pt x="11" y="8"/>
                      </ns1:cubicBezTo>
                      <ns1:cubicBezTo>
                        <ns1:pt x="8" y="10"/>
                        <ns1:pt x="4" y="11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7" name="Freeform 46"/>
                <ns0:cNvSpPr/>
                <ns0:nvPr/>
              </ns0:nvSpPr>
              <ns0:spPr bwMode="auto">
                <ns1:xfrm>
                  <ns1:off x="4454525" y="4384675"/>
                  <ns1:ext cx="104775" cy="90488"/>
                </ns1:xfrm>
                <ns1:custGeom>
                  <ns1:avLst/>
                  <ns1:gdLst>
                    <ns1:gd name="T0" fmla="*/ 21 w 28"/>
                    <ns1:gd name="T1" fmla="*/ 0 h 24"/>
                    <ns1:gd name="T2" fmla="*/ 27 w 28"/>
                    <ns1:gd name="T3" fmla="*/ 5 h 24"/>
                    <ns1:gd name="T4" fmla="*/ 26 w 28"/>
                    <ns1:gd name="T5" fmla="*/ 13 h 24"/>
                    <ns1:gd name="T6" fmla="*/ 10 w 28"/>
                    <ns1:gd name="T7" fmla="*/ 24 h 24"/>
                    <ns1:gd name="T8" fmla="*/ 2 w 28"/>
                    <ns1:gd name="T9" fmla="*/ 21 h 24"/>
                    <ns1:gd name="T10" fmla="*/ 1 w 28"/>
                    <ns1:gd name="T11" fmla="*/ 12 h 24"/>
                    <ns1:gd name="T12" fmla="*/ 21 w 28"/>
                    <ns1:gd name="T13" fmla="*/ 0 h 2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28" h="24">
                      <ns1:moveTo>
                        <ns1:pt x="21" y="0"/>
                      </ns1:moveTo>
                      <ns1:cubicBezTo>
                        <ns1:pt x="22" y="1"/>
                        <ns1:pt x="26" y="3"/>
                        <ns1:pt x="27" y="5"/>
                      </ns1:cubicBezTo>
                      <ns1:cubicBezTo>
                        <ns1:pt x="28" y="7"/>
                        <ns1:pt x="28" y="11"/>
                        <ns1:pt x="26" y="13"/>
                      </ns1:cubicBezTo>
                      <ns1:cubicBezTo>
                        <ns1:pt x="23" y="19"/>
                        <ns1:pt x="16" y="23"/>
                        <ns1:pt x="10" y="24"/>
                      </ns1:cubicBezTo>
                      <ns1:cubicBezTo>
                        <ns1:pt x="7" y="24"/>
                        <ns1:pt x="3" y="23"/>
                        <ns1:pt x="2" y="21"/>
                      </ns1:cubicBezTo>
                      <ns1:cubicBezTo>
                        <ns1:pt x="1" y="19"/>
                        <ns1:pt x="0" y="14"/>
                        <ns1:pt x="1" y="12"/>
                      </ns1:cubicBezTo>
                      <ns1:cubicBezTo>
                        <ns1:pt x="5" y="5"/>
                        <ns1:pt x="12" y="2"/>
                        <ns1:pt x="21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8" name="Freeform 47"/>
                <ns0:cNvSpPr/>
                <ns0:nvPr/>
              </ns0:nvSpPr>
              <ns0:spPr bwMode="auto">
                <ns1:xfrm>
                  <ns1:off x="4167188" y="3417888"/>
                  <ns1:ext cx="109538" cy="79375"/>
                </ns1:xfrm>
                <ns1:custGeom>
                  <ns1:avLst/>
                  <ns1:gdLst>
                    <ns1:gd name="T0" fmla="*/ 14 w 29"/>
                    <ns1:gd name="T1" fmla="*/ 0 h 21"/>
                    <ns1:gd name="T2" fmla="*/ 24 w 29"/>
                    <ns1:gd name="T3" fmla="*/ 3 h 21"/>
                    <ns1:gd name="T4" fmla="*/ 29 w 29"/>
                    <ns1:gd name="T5" fmla="*/ 10 h 21"/>
                    <ns1:gd name="T6" fmla="*/ 24 w 29"/>
                    <ns1:gd name="T7" fmla="*/ 17 h 21"/>
                    <ns1:gd name="T8" fmla="*/ 4 w 29"/>
                    <ns1:gd name="T9" fmla="*/ 18 h 21"/>
                    <ns1:gd name="T10" fmla="*/ 0 w 29"/>
                    <ns1:gd name="T11" fmla="*/ 11 h 21"/>
                    <ns1:gd name="T12" fmla="*/ 4 w 29"/>
                    <ns1:gd name="T13" fmla="*/ 3 h 21"/>
                    <ns1:gd name="T14" fmla="*/ 14 w 29"/>
                    <ns1:gd name="T15" fmla="*/ 0 h 2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9" h="21">
                      <ns1:moveTo>
                        <ns1:pt x="14" y="0"/>
                      </ns1:moveTo>
                      <ns1:cubicBezTo>
                        <ns1:pt x="18" y="1"/>
                        <ns1:pt x="22" y="1"/>
                        <ns1:pt x="24" y="3"/>
                      </ns1:cubicBezTo>
                      <ns1:cubicBezTo>
                        <ns1:pt x="26" y="4"/>
                        <ns1:pt x="29" y="8"/>
                        <ns1:pt x="29" y="10"/>
                      </ns1:cubicBezTo>
                      <ns1:cubicBezTo>
                        <ns1:pt x="29" y="13"/>
                        <ns1:pt x="27" y="16"/>
                        <ns1:pt x="24" y="17"/>
                      </ns1:cubicBezTo>
                      <ns1:cubicBezTo>
                        <ns1:pt x="18" y="21"/>
                        <ns1:pt x="11" y="21"/>
                        <ns1:pt x="4" y="18"/>
                      </ns1:cubicBezTo>
                      <ns1:cubicBezTo>
                        <ns1:pt x="2" y="17"/>
                        <ns1:pt x="0" y="13"/>
                        <ns1:pt x="0" y="11"/>
                      </ns1:cubicBezTo>
                      <ns1:cubicBezTo>
                        <ns1:pt x="0" y="8"/>
                        <ns1:pt x="2" y="4"/>
                        <ns1:pt x="4" y="3"/>
                      </ns1:cubicBezTo>
                      <ns1:cubicBezTo>
                        <ns1:pt x="7" y="1"/>
                        <ns1:pt x="11" y="1"/>
                        <ns1:pt x="14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09" name="Freeform 48"/>
                <ns0:cNvSpPr/>
                <ns0:nvPr/>
              </ns0:nvSpPr>
              <ns0:spPr bwMode="auto">
                <ns1:xfrm>
                  <ns1:off x="4194175" y="3735388"/>
                  <ns1:ext cx="115888" cy="74613"/>
                </ns1:xfrm>
                <ns1:custGeom>
                  <ns1:avLst/>
                  <ns1:gdLst>
                    <ns1:gd name="T0" fmla="*/ 11 w 31"/>
                    <ns1:gd name="T1" fmla="*/ 20 h 20"/>
                    <ns1:gd name="T2" fmla="*/ 0 w 31"/>
                    <ns1:gd name="T3" fmla="*/ 12 h 20"/>
                    <ns1:gd name="T4" fmla="*/ 8 w 31"/>
                    <ns1:gd name="T5" fmla="*/ 2 h 20"/>
                    <ns1:gd name="T6" fmla="*/ 24 w 31"/>
                    <ns1:gd name="T7" fmla="*/ 1 h 20"/>
                    <ns1:gd name="T8" fmla="*/ 30 w 31"/>
                    <ns1:gd name="T9" fmla="*/ 7 h 20"/>
                    <ns1:gd name="T10" fmla="*/ 26 w 31"/>
                    <ns1:gd name="T11" fmla="*/ 16 h 20"/>
                    <ns1:gd name="T12" fmla="*/ 11 w 31"/>
                    <ns1:gd name="T13" fmla="*/ 20 h 2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31" h="20">
                      <ns1:moveTo>
                        <ns1:pt x="11" y="20"/>
                      </ns1:moveTo>
                      <ns1:cubicBezTo>
                        <ns1:pt x="5" y="20"/>
                        <ns1:pt x="1" y="17"/>
                        <ns1:pt x="0" y="12"/>
                      </ns1:cubicBezTo>
                      <ns1:cubicBezTo>
                        <ns1:pt x="0" y="8"/>
                        <ns1:pt x="2" y="4"/>
                        <ns1:pt x="8" y="2"/>
                      </ns1:cubicBezTo>
                      <ns1:cubicBezTo>
                        <ns1:pt x="13" y="1"/>
                        <ns1:pt x="18" y="0"/>
                        <ns1:pt x="24" y="1"/>
                      </ns1:cubicBezTo>
                      <ns1:cubicBezTo>
                        <ns1:pt x="26" y="1"/>
                        <ns1:pt x="28" y="5"/>
                        <ns1:pt x="30" y="7"/>
                      </ns1:cubicBezTo>
                      <ns1:cubicBezTo>
                        <ns1:pt x="31" y="11"/>
                        <ns1:pt x="29" y="14"/>
                        <ns1:pt x="26" y="16"/>
                      </ns1:cubicBezTo>
                      <ns1:cubicBezTo>
                        <ns1:pt x="21" y="18"/>
                        <ns1:pt x="16" y="19"/>
                        <ns1:pt x="11" y="2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0" name="Freeform 49"/>
                <ns0:cNvSpPr/>
                <ns0:nvPr/>
              </ns0:nvSpPr>
              <ns0:spPr bwMode="auto">
                <ns1:xfrm>
                  <ns1:off x="6262688" y="5240338"/>
                  <ns1:ext cx="77788" cy="114300"/>
                </ns1:xfrm>
                <ns1:custGeom>
                  <ns1:avLst/>
                  <ns1:gdLst>
                    <ns1:gd name="T0" fmla="*/ 0 w 21"/>
                    <ns1:gd name="T1" fmla="*/ 13 h 30"/>
                    <ns1:gd name="T2" fmla="*/ 2 w 21"/>
                    <ns1:gd name="T3" fmla="*/ 5 h 30"/>
                    <ns1:gd name="T4" fmla="*/ 9 w 21"/>
                    <ns1:gd name="T5" fmla="*/ 0 h 30"/>
                    <ns1:gd name="T6" fmla="*/ 16 w 21"/>
                    <ns1:gd name="T7" fmla="*/ 4 h 30"/>
                    <ns1:gd name="T8" fmla="*/ 19 w 21"/>
                    <ns1:gd name="T9" fmla="*/ 25 h 30"/>
                    <ns1:gd name="T10" fmla="*/ 12 w 21"/>
                    <ns1:gd name="T11" fmla="*/ 30 h 30"/>
                    <ns1:gd name="T12" fmla="*/ 4 w 21"/>
                    <ns1:gd name="T13" fmla="*/ 26 h 30"/>
                    <ns1:gd name="T14" fmla="*/ 0 w 21"/>
                    <ns1:gd name="T15" fmla="*/ 13 h 3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21" h="30">
                      <ns1:moveTo>
                        <ns1:pt x="0" y="13"/>
                      </ns1:moveTo>
                      <ns1:cubicBezTo>
                        <ns1:pt x="1" y="10"/>
                        <ns1:pt x="1" y="7"/>
                        <ns1:pt x="2" y="5"/>
                      </ns1:cubicBezTo>
                      <ns1:cubicBezTo>
                        <ns1:pt x="4" y="3"/>
                        <ns1:pt x="6" y="1"/>
                        <ns1:pt x="9" y="0"/>
                      </ns1:cubicBezTo>
                      <ns1:cubicBezTo>
                        <ns1:pt x="11" y="0"/>
                        <ns1:pt x="15" y="2"/>
                        <ns1:pt x="16" y="4"/>
                      </ns1:cubicBezTo>
                      <ns1:cubicBezTo>
                        <ns1:pt x="20" y="10"/>
                        <ns1:pt x="21" y="18"/>
                        <ns1:pt x="19" y="25"/>
                      </ns1:cubicBezTo>
                      <ns1:cubicBezTo>
                        <ns1:pt x="18" y="27"/>
                        <ns1:pt x="14" y="29"/>
                        <ns1:pt x="12" y="30"/>
                      </ns1:cubicBezTo>
                      <ns1:cubicBezTo>
                        <ns1:pt x="9" y="30"/>
                        <ns1:pt x="5" y="28"/>
                        <ns1:pt x="4" y="26"/>
                      </ns1:cubicBezTo>
                      <ns1:cubicBezTo>
                        <ns1:pt x="2" y="22"/>
                        <ns1:pt x="1" y="17"/>
                        <ns1:pt x="0" y="13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1" name="Freeform 50"/>
                <ns0:cNvSpPr/>
                <ns0:nvPr/>
              </ns0:nvSpPr>
              <ns0:spPr bwMode="auto">
                <ns1:xfrm>
                  <ns1:off x="4167188" y="3270250"/>
                  <ns1:ext cx="112713" cy="68263"/>
                </ns1:xfrm>
                <ns1:custGeom>
                  <ns1:avLst/>
                  <ns1:gdLst>
                    <ns1:gd name="T0" fmla="*/ 16 w 30"/>
                    <ns1:gd name="T1" fmla="*/ 18 h 18"/>
                    <ns1:gd name="T2" fmla="*/ 6 w 30"/>
                    <ns1:gd name="T3" fmla="*/ 16 h 18"/>
                    <ns1:gd name="T4" fmla="*/ 0 w 30"/>
                    <ns1:gd name="T5" fmla="*/ 8 h 18"/>
                    <ns1:gd name="T6" fmla="*/ 7 w 30"/>
                    <ns1:gd name="T7" fmla="*/ 0 h 18"/>
                    <ns1:gd name="T8" fmla="*/ 23 w 30"/>
                    <ns1:gd name="T9" fmla="*/ 1 h 18"/>
                    <ns1:gd name="T10" fmla="*/ 30 w 30"/>
                    <ns1:gd name="T11" fmla="*/ 10 h 18"/>
                    <ns1:gd name="T12" fmla="*/ 23 w 30"/>
                    <ns1:gd name="T13" fmla="*/ 17 h 18"/>
                    <ns1:gd name="T14" fmla="*/ 16 w 30"/>
                    <ns1:gd name="T15" fmla="*/ 18 h 1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30" h="18">
                      <ns1:moveTo>
                        <ns1:pt x="16" y="18"/>
                      </ns1:moveTo>
                      <ns1:cubicBezTo>
                        <ns1:pt x="13" y="18"/>
                        <ns1:pt x="9" y="17"/>
                        <ns1:pt x="6" y="16"/>
                      </ns1:cubicBezTo>
                      <ns1:cubicBezTo>
                        <ns1:pt x="2" y="15"/>
                        <ns1:pt x="0" y="12"/>
                        <ns1:pt x="0" y="8"/>
                      </ns1:cubicBezTo>
                      <ns1:cubicBezTo>
                        <ns1:pt x="1" y="4"/>
                        <ns1:pt x="3" y="0"/>
                        <ns1:pt x="7" y="0"/>
                      </ns1:cubicBezTo>
                      <ns1:cubicBezTo>
                        <ns1:pt x="12" y="0"/>
                        <ns1:pt x="18" y="0"/>
                        <ns1:pt x="23" y="1"/>
                      </ns1:cubicBezTo>
                      <ns1:cubicBezTo>
                        <ns1:pt x="28" y="2"/>
                        <ns1:pt x="30" y="5"/>
                        <ns1:pt x="30" y="10"/>
                      </ns1:cubicBezTo>
                      <ns1:cubicBezTo>
                        <ns1:pt x="30" y="14"/>
                        <ns1:pt x="27" y="17"/>
                        <ns1:pt x="23" y="17"/>
                      </ns1:cubicBezTo>
                      <ns1:cubicBezTo>
                        <ns1:pt x="21" y="18"/>
                        <ns1:pt x="19" y="18"/>
                        <ns1:pt x="16" y="18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2" name="Freeform 51"/>
                <ns0:cNvSpPr/>
                <ns0:nvPr/>
              </ns0:nvSpPr>
              <ns0:spPr bwMode="auto">
                <ns1:xfrm>
                  <ns1:off x="7416800" y="2047875"/>
                  <ns1:ext cx="71438" cy="71438"/>
                </ns1:xfrm>
                <ns1:custGeom>
                  <ns1:avLst/>
                  <ns1:gdLst>
                    <ns1:gd name="T0" fmla="*/ 0 w 19"/>
                    <ns1:gd name="T1" fmla="*/ 4 h 19"/>
                    <ns1:gd name="T2" fmla="*/ 4 w 19"/>
                    <ns1:gd name="T3" fmla="*/ 0 h 19"/>
                    <ns1:gd name="T4" fmla="*/ 19 w 19"/>
                    <ns1:gd name="T5" fmla="*/ 16 h 19"/>
                    <ns1:gd name="T6" fmla="*/ 16 w 19"/>
                    <ns1:gd name="T7" fmla="*/ 19 h 19"/>
                    <ns1:gd name="T8" fmla="*/ 2 w 19"/>
                    <ns1:gd name="T9" fmla="*/ 3 h 19"/>
                    <ns1:gd name="T10" fmla="*/ 0 w 19"/>
                    <ns1:gd name="T11" fmla="*/ 4 h 1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9" h="19">
                      <ns1:moveTo>
                        <ns1:pt x="0" y="4"/>
                      </ns1:moveTo>
                      <ns1:cubicBezTo>
                        <ns1:pt x="2" y="3"/>
                        <ns1:pt x="3" y="2"/>
                        <ns1:pt x="4" y="0"/>
                      </ns1:cubicBezTo>
                      <ns1:cubicBezTo>
                        <ns1:pt x="9" y="6"/>
                        <ns1:pt x="14" y="11"/>
                        <ns1:pt x="19" y="16"/>
                      </ns1:cubicBezTo>
                      <ns1:cubicBezTo>
                        <ns1:pt x="18" y="17"/>
                        <ns1:pt x="17" y="18"/>
                        <ns1:pt x="16" y="19"/>
                      </ns1:cubicBezTo>
                      <ns1:cubicBezTo>
                        <ns1:pt x="11" y="14"/>
                        <ns1:pt x="6" y="9"/>
                        <ns1:pt x="2" y="3"/>
                      </ns1:cubicBezTo>
                      <ns1:cubicBezTo>
                        <ns1:pt x="1" y="4"/>
                        <ns1:pt x="1" y="4"/>
                        <ns1:pt x="0" y="4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3" name="Freeform 52"/>
                <ns0:cNvSpPr/>
                <ns0:nvPr/>
              </ns0:nvSpPr>
              <ns0:spPr bwMode="auto">
                <ns1:xfrm>
                  <ns1:off x="4306888" y="4056063"/>
                  <ns1:ext cx="68263" cy="41275"/>
                </ns1:xfrm>
                <ns1:custGeom>
                  <ns1:avLst/>
                  <ns1:gdLst>
                    <ns1:gd name="T0" fmla="*/ 0 w 18"/>
                    <ns1:gd name="T1" fmla="*/ 1 h 11"/>
                    <ns1:gd name="T2" fmla="*/ 17 w 18"/>
                    <ns1:gd name="T3" fmla="*/ 0 h 11"/>
                    <ns1:gd name="T4" fmla="*/ 18 w 18"/>
                    <ns1:gd name="T5" fmla="*/ 1 h 11"/>
                    <ns1:gd name="T6" fmla="*/ 4 w 18"/>
                    <ns1:gd name="T7" fmla="*/ 11 h 11"/>
                    <ns1:gd name="T8" fmla="*/ 0 w 18"/>
                    <ns1:gd name="T9" fmla="*/ 1 h 11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8" h="11">
                      <ns1:moveTo>
                        <ns1:pt x="0" y="1"/>
                      </ns1:moveTo>
                      <ns1:cubicBezTo>
                        <ns1:pt x="6" y="1"/>
                        <ns1:pt x="12" y="0"/>
                        <ns1:pt x="17" y="0"/>
                      </ns1:cubicBezTo>
                      <ns1:cubicBezTo>
                        <ns1:pt x="17" y="0"/>
                        <ns1:pt x="17" y="1"/>
                        <ns1:pt x="18" y="1"/>
                      </ns1:cubicBezTo>
                      <ns1:cubicBezTo>
                        <ns1:pt x="13" y="4"/>
                        <ns1:pt x="9" y="8"/>
                        <ns1:pt x="4" y="11"/>
                      </ns1:cubicBezTo>
                      <ns1:cubicBezTo>
                        <ns1:pt x="2" y="8"/>
                        <ns1:pt x="1" y="5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4" name="Freeform 53"/>
                <ns0:cNvSpPr/>
                <ns0:nvPr/>
              </ns0:nvSpPr>
              <ns0:spPr bwMode="auto">
                <ns1:xfrm>
                  <ns1:off x="4657725" y="4645025"/>
                  <ns1:ext cx="60325" cy="52388"/>
                </ns1:xfrm>
                <ns1:custGeom>
                  <ns1:avLst/>
                  <ns1:gdLst>
                    <ns1:gd name="T0" fmla="*/ 16 w 16"/>
                    <ns1:gd name="T1" fmla="*/ 0 h 14"/>
                    <ns1:gd name="T2" fmla="*/ 7 w 16"/>
                    <ns1:gd name="T3" fmla="*/ 14 h 14"/>
                    <ns1:gd name="T4" fmla="*/ 0 w 16"/>
                    <ns1:gd name="T5" fmla="*/ 6 h 14"/>
                    <ns1:gd name="T6" fmla="*/ 16 w 16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6" h="14">
                      <ns1:moveTo>
                        <ns1:pt x="16" y="0"/>
                      </ns1:moveTo>
                      <ns1:cubicBezTo>
                        <ns1:pt x="13" y="4"/>
                        <ns1:pt x="10" y="9"/>
                        <ns1:pt x="7" y="14"/>
                      </ns1:cubicBezTo>
                      <ns1:cubicBezTo>
                        <ns1:pt x="5" y="11"/>
                        <ns1:pt x="3" y="9"/>
                        <ns1:pt x="0" y="6"/>
                      </ns1:cubicBezTo>
                      <ns1:cubicBezTo>
                        <ns1:pt x="6" y="4"/>
                        <ns1:pt x="11" y="2"/>
                        <ns1:pt x="16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5" name="Freeform 54"/>
                <ns0:cNvSpPr/>
                <ns0:nvPr/>
              </ns0:nvSpPr>
              <ns0:spPr bwMode="auto">
                <ns1:xfrm>
                  <ns1:off x="4718050" y="4640263"/>
                  <ns1:ext cx="0" cy="4763"/>
                </ns1:xfrm>
                <ns1:custGeom>
                  <ns1:avLst/>
                  <ns1:gdLst>
                    <ns1:gd name="T0" fmla="*/ 1 h 1"/>
                    <ns1:gd name="T1" fmla="*/ 0 h 1"/>
                    <ns1:gd name="T2" fmla="*/ 1 h 1"/>
                    <ns1:gd name="T3" fmla="*/ 1 h 1"/>
                    <ns1:gd name="T4" fmla="*/ 1 h 1"/>
                  </ns1:gdLst>
                  <ns1:ahLst/>
                  <ns1:cxnLst>
                    <ns1:cxn ang="0">
                      <ns1:pos x="0" y="T0"/>
                    </ns1:cxn>
                    <ns1:cxn ang="0">
                      <ns1:pos x="0" y="T1"/>
                    </ns1:cxn>
                    <ns1:cxn ang="0">
                      <ns1:pos x="0" y="T2"/>
                    </ns1:cxn>
                    <ns1:cxn ang="0">
                      <ns1:pos x="0" y="T3"/>
                    </ns1:cxn>
                    <ns1:cxn ang="0">
                      <ns1:pos x="0" y="T4"/>
                    </ns1:cxn>
                  </ns1:cxnLst>
                  <ns1:rect l="0" t="0" r="r" b="b"/>
                  <ns1:pathLst>
                    <ns1:path h="1">
                      <ns1:moveTo>
                        <ns1:pt x="0" y="1"/>
                      </ns1:moveTo>
                      <ns1:cubicBezTo>
                        <ns1:pt x="0" y="1"/>
                        <ns1:pt x="0" y="1"/>
                        <ns1:pt x="0" y="0"/>
                      </ns1:cubicBezTo>
                      <ns1:cubicBezTo>
                        <ns1:pt x="0" y="0"/>
                        <ns1:pt x="0" y="0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ubicBezTo>
                        <ns1:pt x="0" y="1"/>
                        <ns1:pt x="0" y="1"/>
                        <ns1:pt x="0" y="1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6" name="Freeform 55"/>
                <ns0:cNvSpPr/>
                <ns0:nvPr/>
              </ns0:nvSpPr>
              <ns0:spPr bwMode="auto">
                <ns1:xfrm>
                  <ns1:off x="7669213" y="4357688"/>
                  <ns1:ext cx="68263" cy="52388"/>
                </ns1:xfrm>
                <ns1:custGeom>
                  <ns1:avLst/>
                  <ns1:gdLst>
                    <ns1:gd name="T0" fmla="*/ 0 w 18"/>
                    <ns1:gd name="T1" fmla="*/ 0 h 14"/>
                    <ns1:gd name="T2" fmla="*/ 18 w 18"/>
                    <ns1:gd name="T3" fmla="*/ 5 h 14"/>
                    <ns1:gd name="T4" fmla="*/ 13 w 18"/>
                    <ns1:gd name="T5" fmla="*/ 14 h 14"/>
                    <ns1:gd name="T6" fmla="*/ 0 w 18"/>
                    <ns1:gd name="T7" fmla="*/ 0 h 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</ns1:cxnLst>
                  <ns1:rect l="0" t="0" r="r" b="b"/>
                  <ns1:pathLst>
                    <ns1:path w="18" h="14">
                      <ns1:moveTo>
                        <ns1:pt x="0" y="0"/>
                      </ns1:moveTo>
                      <ns1:cubicBezTo>
                        <ns1:pt x="7" y="2"/>
                        <ns1:pt x="12" y="4"/>
                        <ns1:pt x="18" y="5"/>
                      </ns1:cubicBezTo>
                      <ns1:cubicBezTo>
                        <ns1:pt x="16" y="8"/>
                        <ns1:pt x="15" y="11"/>
                        <ns1:pt x="13" y="14"/>
                      </ns1:cubicBezTo>
                      <ns1:cubicBezTo>
                        <ns1:pt x="9" y="10"/>
                        <ns1:pt x="5" y="6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7" name="Freeform 56"/>
                <ns0:cNvSpPr/>
                <ns0:nvPr/>
              </ns0:nvSpPr>
              <ns0:spPr bwMode="auto">
                <ns1:xfrm>
                  <ns1:off x="6583363" y="5199063"/>
                  <ns1:ext cx="36513" cy="63500"/>
                </ns1:xfrm>
                <ns1:custGeom>
                  <ns1:avLst/>
                  <ns1:gdLst>
                    <ns1:gd name="T0" fmla="*/ 0 w 10"/>
                    <ns1:gd name="T1" fmla="*/ 17 h 17"/>
                    <ns1:gd name="T2" fmla="*/ 0 w 10"/>
                    <ns1:gd name="T3" fmla="*/ 1 h 17"/>
                    <ns1:gd name="T4" fmla="*/ 1 w 10"/>
                    <ns1:gd name="T5" fmla="*/ 0 h 17"/>
                    <ns1:gd name="T6" fmla="*/ 10 w 10"/>
                    <ns1:gd name="T7" fmla="*/ 14 h 17"/>
                    <ns1:gd name="T8" fmla="*/ 0 w 10"/>
                    <ns1:gd name="T9" fmla="*/ 17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7">
                      <ns1:moveTo>
                        <ns1:pt x="0" y="17"/>
                      </ns1:moveTo>
                      <ns1:cubicBezTo>
                        <ns1:pt x="0" y="11"/>
                        <ns1:pt x="0" y="6"/>
                        <ns1:pt x="0" y="1"/>
                      </ns1:cubicBezTo>
                      <ns1:cubicBezTo>
                        <ns1:pt x="0" y="0"/>
                        <ns1:pt x="1" y="0"/>
                        <ns1:pt x="1" y="0"/>
                      </ns1:cubicBezTo>
                      <ns1:cubicBezTo>
                        <ns1:pt x="4" y="5"/>
                        <ns1:pt x="7" y="9"/>
                        <ns1:pt x="10" y="14"/>
                      </ns1:cubicBezTo>
                      <ns1:cubicBezTo>
                        <ns1:pt x="6" y="15"/>
                        <ns1:pt x="3" y="16"/>
                        <ns1:pt x="0" y="17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8" name="Freeform 57"/>
                <ns0:cNvSpPr/>
                <ns0:nvPr/>
              </ns0:nvSpPr>
              <ns0:spPr bwMode="auto">
                <ns1:xfrm>
                  <ns1:off x="5753100" y="5240338"/>
                  <ns1:ext cx="36513" cy="60325"/>
                </ns1:xfrm>
                <ns1:custGeom>
                  <ns1:avLst/>
                  <ns1:gdLst>
                    <ns1:gd name="T0" fmla="*/ 8 w 10"/>
                    <ns1:gd name="T1" fmla="*/ 0 h 16"/>
                    <ns1:gd name="T2" fmla="*/ 10 w 10"/>
                    <ns1:gd name="T3" fmla="*/ 16 h 16"/>
                    <ns1:gd name="T4" fmla="*/ 0 w 10"/>
                    <ns1:gd name="T5" fmla="*/ 15 h 16"/>
                    <ns1:gd name="T6" fmla="*/ 7 w 10"/>
                    <ns1:gd name="T7" fmla="*/ 0 h 16"/>
                    <ns1:gd name="T8" fmla="*/ 8 w 10"/>
                    <ns1:gd name="T9" fmla="*/ 0 h 1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0" h="16">
                      <ns1:moveTo>
                        <ns1:pt x="8" y="0"/>
                      </ns1:moveTo>
                      <ns1:cubicBezTo>
                        <ns1:pt x="9" y="5"/>
                        <ns1:pt x="9" y="10"/>
                        <ns1:pt x="10" y="16"/>
                      </ns1:cubicBezTo>
                      <ns1:cubicBezTo>
                        <ns1:pt x="6" y="16"/>
                        <ns1:pt x="3" y="15"/>
                        <ns1:pt x="0" y="15"/>
                      </ns1:cubicBezTo>
                      <ns1:cubicBezTo>
                        <ns1:pt x="2" y="9"/>
                        <ns1:pt x="5" y="4"/>
                        <ns1:pt x="7" y="0"/>
                      </ns1:cubicBezTo>
                      <ns1:cubicBezTo>
                        <ns1:pt x="8" y="0"/>
                        <ns1:pt x="8" y="0"/>
                        <ns1:pt x="8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19" name="Freeform 58"/>
                <ns0:cNvSpPr/>
                <ns0:nvPr/>
              </ns0:nvSpPr>
              <ns0:spPr bwMode="auto">
                <ns1:xfrm>
                  <ns1:off x="5280025" y="5097463"/>
                  <ns1:ext cx="46038" cy="63500"/>
                </ns1:xfrm>
                <ns1:custGeom>
                  <ns1:avLst/>
                  <ns1:gdLst>
                    <ns1:gd name="T0" fmla="*/ 12 w 12"/>
                    <ns1:gd name="T1" fmla="*/ 0 h 17"/>
                    <ns1:gd name="T2" fmla="*/ 10 w 12"/>
                    <ns1:gd name="T3" fmla="*/ 17 h 17"/>
                    <ns1:gd name="T4" fmla="*/ 0 w 12"/>
                    <ns1:gd name="T5" fmla="*/ 12 h 17"/>
                    <ns1:gd name="T6" fmla="*/ 11 w 12"/>
                    <ns1:gd name="T7" fmla="*/ 0 h 17"/>
                    <ns1:gd name="T8" fmla="*/ 12 w 12"/>
                    <ns1:gd name="T9" fmla="*/ 0 h 1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</ns1:cxnLst>
                  <ns1:rect l="0" t="0" r="r" b="b"/>
                  <ns1:pathLst>
                    <ns1:path w="12" h="17">
                      <ns1:moveTo>
                        <ns1:pt x="12" y="0"/>
                      </ns1:moveTo>
                      <ns1:cubicBezTo>
                        <ns1:pt x="12" y="6"/>
                        <ns1:pt x="11" y="11"/>
                        <ns1:pt x="10" y="17"/>
                      </ns1:cubicBezTo>
                      <ns1:cubicBezTo>
                        <ns1:pt x="6" y="15"/>
                        <ns1:pt x="4" y="14"/>
                        <ns1:pt x="0" y="12"/>
                      </ns1:cubicBezTo>
                      <ns1:cubicBezTo>
                        <ns1:pt x="4" y="8"/>
                        <ns1:pt x="8" y="4"/>
                        <ns1:pt x="11" y="0"/>
                      </ns1:cubicBezTo>
                      <ns1:cubicBezTo>
                        <ns1:pt x="12" y="0"/>
                        <ns1:pt x="12" y="0"/>
                        <ns1:pt x="12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20" name="Freeform 59"/>
                <ns0:cNvSpPr/>
                <ns0:nvPr/>
              </ns0:nvSpPr>
              <ns0:spPr bwMode="auto">
                <ns1:xfrm>
                  <ns1:off x="6635750" y="1571625"/>
                  <ns1:ext cx="11113" cy="0"/>
                </ns1:xfrm>
                <ns1:custGeom>
                  <ns1:avLst/>
                  <ns1:gdLst>
                    <ns1:gd name="T0" fmla="*/ 0 w 3"/>
                    <ns1:gd name="T1" fmla="*/ 3 w 3"/>
                    <ns1:gd name="T2" fmla="*/ 0 w 3"/>
                  </ns1:gdLst>
                  <ns1:ahLst/>
                  <ns1:cxnLst>
                    <ns1:cxn ang="0">
                      <ns1:pos x="T0" y="0"/>
                    </ns1:cxn>
                    <ns1:cxn ang="0">
                      <ns1:pos x="T1" y="0"/>
                    </ns1:cxn>
                    <ns1:cxn ang="0">
                      <ns1:pos x="T2" y="0"/>
                    </ns1:cxn>
                  </ns1:cxnLst>
                  <ns1:rect l="0" t="0" r="r" b="b"/>
                  <ns1:pathLst>
                    <ns1:path w="3">
                      <ns1:moveTo>
                        <ns1:pt x="0" y="0"/>
                      </ns1:moveTo>
                      <ns1:cubicBezTo>
                        <ns1:pt x="1" y="0"/>
                        <ns1:pt x="2" y="0"/>
                        <ns1:pt x="3" y="0"/>
                      </ns1:cubicBezTo>
                      <ns1:cubicBezTo>
                        <ns1:pt x="2" y="0"/>
                        <ns1:pt x="1" y="0"/>
                        <ns1:pt x="0" y="0"/>
                      </ns1:cubicBezTo>
                      <ns1:close/>
                    </ns1:path>
                  </ns1:pathLst>
                </ns1:custGeom>
                <ns1:solidFill>
                  <ns1:srgbClr val="123A85"/>
                </ns1:solidFill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</ns0:grpSp>
      </ns0:grp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openxmlformats.org/officeDocument/2006/relationships" preserve="1" userDrawn="1">
  <ns0:cSld name="目录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sp>
        <ns0:nvSpPr>
          <ns0:cNvPr id="193" name="矩形 192"/>
          <ns0:cNvSpPr/>
          <ns0:nvPr userDrawn="1"/>
        </ns0:nvSpPr>
        <ns0:spPr>
          <ns1:xfrm>
            <ns1:off x="0" y="2"/>
            <ns1:ext cx="3895069" cy="6857998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194" name="矩形 193"/>
          <ns0:cNvSpPr/>
          <ns0:nvPr userDrawn="1"/>
        </ns0:nvSpPr>
        <ns0:spPr>
          <ns1:xfrm>
            <ns1:off x="1790969" y="1539061"/>
            <ns1:ext cx="3601352" cy="1828680"/>
          </ns1:xfrm>
          <ns1:prstGeom prst="rect">
            <ns1:avLst/>
          </ns1:prstGeom>
          <ns1:solidFill>
            <ns1:schemeClr val="bg1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195" name="矩形 194"/>
          <ns0:cNvSpPr/>
          <ns0:nvPr userDrawn="1"/>
        </ns0:nvSpPr>
        <ns0:spPr>
          <ns1:xfrm>
            <ns1:off x="1875535" y="1632365"/>
            <ns1:ext cx="3432219" cy="1642072"/>
          </ns1:xfrm>
          <ns1:prstGeom prst="rect">
            <ns1:avLst/>
          </ns1:prstGeom>
          <ns1:noFill/>
          <ns1:ln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sp>
        <ns0:nvSpPr>
          <ns0:cNvPr id="197" name="矩形 196"/>
          <ns0:cNvSpPr/>
          <ns0:nvPr/>
        </ns0:nvSpPr>
        <ns0:spPr>
          <ns1:xfrm>
            <ns1:off x="2803209" y="1970726"/>
            <ns1:ext cx="1646605" cy="923330"/>
          </ns1:xfrm>
          <ns1:prstGeom prst="rect">
            <ns1:avLst/>
          </ns1:prstGeom>
        </ns0:spPr>
        <ns0:txBody>
          <ns1:bodyPr wrap="none">
            <ns1:spAutoFit/>
          </ns1:bodyPr>
          <ns1:lstStyle/>
          <ns1:p>
            <ns1:pPr algn="ctr">
              <ns1:lnSpc>
                <ns1:spcPct val="100000"/>
              </ns1:lnSpc>
            </ns1:pPr>
            <ns1:r>
              <ns1:rPr lang="zh-CN" altLang="en-US" sz="5400" b="1" spc="30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en-US" altLang="zh-CN" sz="5400" b="1" spc="300" dirty="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grpSp>
        <ns0:nvGrpSpPr>
          <ns0:cNvPr id="200" name="组合 199"/>
          <ns0:cNvGrpSpPr>
            <ns1:grpSpLocks noChangeAspect="1"/>
          </ns0:cNvGrpSpPr>
          <ns0:nvPr userDrawn="1"/>
        </ns0:nvGrpSpPr>
        <ns0:grpSpPr>
          <ns1:xfrm>
            <ns1:off x="256508" y="3872753"/>
            <ns1:ext cx="3108648" cy="2421794"/>
            <ns1:chOff x="3374572" y="431805"/>
            <ns1:chExt cx="5169870" cy="4027587"/>
          </ns1:xfrm>
          <ns1:solidFill>
            <ns1:schemeClr val="bg1">
              <ns1:alpha val="10196"/>
            </ns1:schemeClr>
          </ns1:solidFill>
        </ns0:grpSpPr>
        <ns0:sp>
          <ns0:nvSpPr>
            <ns0:cNvPr id="201" name="Freeform 13"/>
            <ns0:cNvSpPr>
              <ns1:spLocks noEditPoints="1"/>
            </ns0:cNvSpPr>
            <ns0:nvPr/>
          </ns0:nvSpPr>
          <ns0:spPr bwMode="auto">
            <ns1:xfrm>
              <ns1:off x="3754467" y="1778917"/>
              <ns1:ext cx="4789975" cy="2680475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2" name="Freeform 14"/>
            <ns0:cNvSpPr/>
            <ns0:nvPr/>
          </ns0:nvSpPr>
          <ns0:spPr bwMode="auto">
            <ns1:xfrm>
              <ns1:off x="3374572" y="967899"/>
              <ns1:ext cx="3650292" cy="225709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3" name="Freeform 16"/>
            <ns0:cNvSpPr/>
            <ns0:nvPr/>
          </ns0:nvSpPr>
          <ns0:spPr bwMode="auto">
            <ns1:xfrm>
              <ns1:off x="6719297" y="863430"/>
              <ns1:ext cx="831364" cy="2347821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4" name="Freeform 17"/>
            <ns0:cNvSpPr/>
            <ns0:nvPr/>
          </ns0:nvSpPr>
          <ns0:spPr bwMode="auto">
            <ns1:xfrm>
              <ns1:off x="4723474" y="2081328"/>
              <ns1:ext cx="2086667" cy="1215149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5" name="Freeform 25"/>
            <ns0:cNvSpPr/>
            <ns0:nvPr/>
          </ns0:nvSpPr>
          <ns0:spPr bwMode="auto">
            <ns1:xfrm>
              <ns1:off x="5455734" y="4022267"/>
              <ns1:ext cx="470740" cy="233683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6" name="Freeform 26"/>
            <ns0:cNvSpPr/>
            <ns0:nvPr/>
          </ns0:nvSpPr>
          <ns0:spPr bwMode="auto">
            <ns1:xfrm>
              <ns1:off x="6980818" y="431805"/>
              <ns1:ext cx="399165" cy="346400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07" name="Freeform 27"/>
            <ns0:cNvSpPr/>
            <ns0:nvPr/>
          </ns0:nvSpPr>
          <ns0:spPr bwMode="auto">
            <ns1:xfrm>
              <ns1:off x="7737855" y="1806408"/>
              <ns1:ext cx="264274" cy="85226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41" name="组合 40"/>
          <ns0:cNvGrpSpPr/>
          <ns0:nvPr userDrawn="1"/>
        </ns0:nvGrpSpPr>
        <ns0:grpSpPr>
          <ns1:xfrm>
            <ns1:off x="8376195" y="0"/>
            <ns1:ext cx="216000" cy="6858000"/>
            <ns1:chOff x="8505291" y="0"/>
            <ns1:chExt cx="216000" cy="6858000"/>
          </ns1:xfrm>
        </ns0:grpSpPr>
        <ns0:cxnSp>
          <ns0:nvCxnSpPr>
            <ns0:cNvPr id="42" name="直接连接符 41"/>
            <ns0:cNvCxnSpPr/>
            <ns0:nvPr/>
          </ns0:nvCxnSpPr>
          <ns0:spPr>
            <ns1:xfrm>
              <ns1:off x="8613291" y="0"/>
              <ns1:ext cx="0" cy="6858000"/>
            </ns1:xfrm>
            <ns1:prstGeom prst="line">
              <ns1:avLst/>
            </ns1:prstGeom>
            <ns1:ln w="28575">
              <ns1:solidFill>
                <ns1:srgbClr val="123A85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43" name="组合 42"/>
            <ns0:cNvGrpSpPr/>
            <ns0:nvPr/>
          </ns0:nvGrpSpPr>
          <ns0:grpSpPr>
            <ns1:xfrm>
              <ns1:off x="8505291" y="915312"/>
              <ns1:ext cx="216000" cy="216000"/>
              <ns1:chOff x="5988000" y="983302"/>
              <ns1:chExt cx="216000" cy="216000"/>
            </ns1:xfrm>
          </ns0:grpSpPr>
          <ns0:sp>
            <ns0:nvSpPr>
              <ns0:cNvPr id="62" name="椭圆 61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63" name="椭圆 62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4" name="组合 43"/>
            <ns0:cNvGrpSpPr/>
            <ns0:nvPr/>
          </ns0:nvGrpSpPr>
          <ns0:grpSpPr>
            <ns1:xfrm>
              <ns1:off x="8505291" y="5716899"/>
              <ns1:ext cx="216000" cy="216000"/>
              <ns1:chOff x="5988000" y="983302"/>
              <ns1:chExt cx="216000" cy="216000"/>
            </ns1:xfrm>
          </ns0:grpSpPr>
          <ns0:sp>
            <ns0:nvSpPr>
              <ns0:cNvPr id="60" name="椭圆 59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61" name="椭圆 60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5" name="组合 44"/>
            <ns0:cNvGrpSpPr/>
            <ns0:nvPr/>
          </ns0:nvGrpSpPr>
          <ns0:grpSpPr>
            <ns1:xfrm>
              <ns1:off x="8505291" y="1715576"/>
              <ns1:ext cx="216000" cy="216000"/>
              <ns1:chOff x="5988000" y="983302"/>
              <ns1:chExt cx="216000" cy="216000"/>
            </ns1:xfrm>
          </ns0:grpSpPr>
          <ns0:sp>
            <ns0:nvSpPr>
              <ns0:cNvPr id="58" name="椭圆 57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9" name="椭圆 58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6" name="组合 45"/>
            <ns0:cNvGrpSpPr/>
            <ns0:nvPr/>
          </ns0:nvGrpSpPr>
          <ns0:grpSpPr>
            <ns1:xfrm>
              <ns1:off x="8505291" y="2515840"/>
              <ns1:ext cx="216000" cy="216000"/>
              <ns1:chOff x="5988000" y="983302"/>
              <ns1:chExt cx="216000" cy="216000"/>
            </ns1:xfrm>
          </ns0:grpSpPr>
          <ns0:sp>
            <ns0:nvSpPr>
              <ns0:cNvPr id="56" name="椭圆 55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7" name="椭圆 56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7" name="组合 46"/>
            <ns0:cNvGrpSpPr/>
            <ns0:nvPr/>
          </ns0:nvGrpSpPr>
          <ns0:grpSpPr>
            <ns1:xfrm>
              <ns1:off x="8505291" y="3316104"/>
              <ns1:ext cx="216000" cy="216000"/>
              <ns1:chOff x="5988000" y="983302"/>
              <ns1:chExt cx="216000" cy="216000"/>
            </ns1:xfrm>
          </ns0:grpSpPr>
          <ns0:sp>
            <ns0:nvSpPr>
              <ns0:cNvPr id="54" name="椭圆 53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5" name="椭圆 54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8" name="组合 47"/>
            <ns0:cNvGrpSpPr/>
            <ns0:nvPr/>
          </ns0:nvGrpSpPr>
          <ns0:grpSpPr>
            <ns1:xfrm>
              <ns1:off x="8505291" y="4116369"/>
              <ns1:ext cx="216000" cy="216000"/>
              <ns1:chOff x="5988000" y="983302"/>
              <ns1:chExt cx="216000" cy="216000"/>
            </ns1:xfrm>
          </ns0:grpSpPr>
          <ns0:sp>
            <ns0:nvSpPr>
              <ns0:cNvPr id="52" name="椭圆 51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3" name="椭圆 52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  <ns0:grpSp>
          <ns0:nvGrpSpPr>
            <ns0:cNvPr id="49" name="组合 48"/>
            <ns0:cNvGrpSpPr/>
            <ns0:nvPr/>
          </ns0:nvGrpSpPr>
          <ns0:grpSpPr>
            <ns1:xfrm>
              <ns1:off x="8505291" y="4916634"/>
              <ns1:ext cx="216000" cy="216000"/>
              <ns1:chOff x="5988000" y="983302"/>
              <ns1:chExt cx="216000" cy="216000"/>
            </ns1:xfrm>
          </ns0:grpSpPr>
          <ns0:sp>
            <ns0:nvSpPr>
              <ns0:cNvPr id="50" name="椭圆 49"/>
              <ns0:cNvSpPr/>
              <ns0:nvPr/>
            </ns0:nvSpPr>
            <ns0:spPr>
              <ns1:xfrm flipH="1">
                <ns1:off x="5988000" y="983302"/>
                <ns1:ext cx="216000" cy="216000"/>
              </ns1:xfrm>
              <ns1:prstGeom prst="ellipse">
                <ns1:avLst/>
              </ns1:prstGeom>
              <ns1:solidFill>
                <ns1:schemeClr val="bg1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51" name="椭圆 50"/>
              <ns0:cNvSpPr/>
              <ns0:nvPr/>
            </ns0:nvSpPr>
            <ns0:spPr>
              <ns1:xfrm flipH="1">
                <ns1:off x="6024000" y="1019302"/>
                <ns1:ext cx="144000" cy="144000"/>
              </ns1:xfrm>
              <ns1:prstGeom prst="ellipse">
                <ns1:avLst/>
              </ns1:prstGeom>
              <ns1:solidFill>
                <ns1:schemeClr val="bg1"/>
              </ns1:solidFill>
              <ns1:ln w="12700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</ns0:grpSp>
      </ns0:grp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openxmlformats.org/officeDocument/2006/relationships" preserve="1" userDrawn="1">
  <ns0:cSld name="目录2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grpSp>
        <ns0:nvGrpSpPr>
          <ns0:cNvPr id="5" name="组合 4"/>
          <ns0:cNvGrpSpPr/>
          <ns0:nvPr userDrawn="1"/>
        </ns0:nvGrpSpPr>
        <ns0:grpSpPr>
          <ns1:xfrm>
            <ns1:off x="1527244" y="1774679"/>
            <ns1:ext cx="3156266" cy="3308642"/>
            <ns1:chOff x="1972207" y="925102"/>
            <ns1:chExt cx="3156266" cy="3308642"/>
          </ns1:xfrm>
        </ns0:grpSpPr>
        <ns0:grpSp>
          <ns0:nvGrpSpPr>
            <ns0:cNvPr id="6" name="组合 5"/>
            <ns0:cNvGrpSpPr/>
            <ns0:nvPr/>
          </ns0:nvGrpSpPr>
          <ns0:grpSpPr>
            <ns1:xfrm>
              <ns1:off x="1972207" y="925102"/>
              <ns1:ext cx="3156266" cy="3308642"/>
              <ns1:chOff x="1972207" y="925102"/>
              <ns1:chExt cx="3156266" cy="3308642"/>
            </ns1:xfrm>
          </ns0:grpSpPr>
          <ns0:sp>
            <ns0:nvSpPr>
              <ns0:cNvPr id="15" name="矩形 14"/>
              <ns0:cNvSpPr/>
              <ns0:nvPr/>
            </ns0:nvSpPr>
            <ns0:spPr>
              <ns1:xfrm>
                <ns1:off x="1972207" y="1249344"/>
                <ns1:ext cx="2808000" cy="2984400"/>
              </ns1:xfrm>
              <ns1:prstGeom prst="rect">
                <ns1:avLst/>
              </ns1:prstGeom>
              <ns1:solidFill>
                <ns1:schemeClr val="bg1">
                  <ns1:lumMod val="85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16" name="矩形 15"/>
              <ns0:cNvSpPr/>
              <ns0:nvPr/>
            </ns0:nvSpPr>
            <ns0:spPr>
              <ns1:xfrm>
                <ns1:off x="2322319" y="925102"/>
                <ns1:ext cx="2806154" cy="3001057"/>
              </ns1:xfrm>
              <ns1:prstGeom prst="rect">
                <ns1:avLst/>
              </ns1:prstGeom>
              <ns1:solidFill>
                <ns1:srgbClr val="123A85"/>
              </ns1:solidFill>
              <ns1:ln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 dirty="0"/>
              </ns1:p>
            </ns0:txBody>
          </ns0:sp>
          <ns0:grpSp>
            <ns0:nvGrpSpPr>
              <ns0:cNvPr id="17" name="组合 16"/>
              <ns0:cNvGrpSpPr/>
              <ns0:nvPr/>
            </ns0:nvGrpSpPr>
            <ns0:grpSpPr>
              <ns1:xfrm>
                <ns1:off x="2598004" y="1540484"/>
                <ns1:ext cx="2254784" cy="1770293"/>
                <ns1:chOff x="2925678" y="658472"/>
                <ns1:chExt cx="2254784" cy="1770293"/>
              </ns1:xfrm>
            </ns0:grpSpPr>
            <ns0:sp>
              <ns0:nvSpPr>
                <ns0:cNvPr id="18" name="矩形 17"/>
                <ns0:cNvSpPr/>
                <ns0:nvPr/>
              </ns0:nvSpPr>
              <ns0:spPr>
                <ns1:xfrm>
                  <ns1:off x="3687746" y="937828"/>
                  <ns1:ext cx="1492716" cy="931345"/>
                </ns1:xfrm>
                <ns1:prstGeom prst="rect">
                  <ns1:avLst/>
                </ns1:prstGeom>
              </ns0:spPr>
              <ns0:txBody>
                <ns1:bodyPr wrap="none">
                  <ns1:spAutoFit/>
                </ns1:bodyPr>
                <ns1:lstStyle/>
                <ns1:p>
                  <ns1:pPr algn="ctr">
                    <ns1:lnSpc>
                      <ns1:spcPct val="125000"/>
                    </ns1:lnSpc>
                  </ns1:pPr>
                  <ns1:r>
                    <ns1:rPr lang="zh-CN" altLang="en-US" sz="4800" b="1" spc="300" dirty="0">
                      <ns1:solidFill>
                        <ns1:schemeClr val="bg1"/>
                      </ns1:solidFill>
                      <ns1:latin typeface="微软雅黑" panose="020B0503020204020204" pitchFamily="34" charset="-122"/>
                      <ns1:ea typeface="微软雅黑" panose="020B0503020204020204" pitchFamily="34" charset="-122"/>
                    </ns1:rPr>
                    <ns1:t>示例</ns1:t>
                  </ns1:r>
                  <ns1:endParaRPr lang="en-US" altLang="zh-CN" sz="4800" b="1" spc="300" dirty="0">
                    <ns1:solidFill>
                      <ns1:schemeClr val="bg1"/>
                    </ns1:solidFill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sp>
              <ns0:nvSpPr>
                <ns0:cNvPr id="19" name="矩形 18"/>
                <ns0:cNvSpPr/>
                <ns0:nvPr/>
              </ns0:nvSpPr>
              <ns0:spPr>
                <ns1:xfrm>
                  <ns1:off x="2925678" y="658472"/>
                  <ns1:ext cx="1047082" cy="1770293"/>
                </ns1:xfrm>
                <ns1:prstGeom prst="rect">
                  <ns1:avLst/>
                </ns1:prstGeom>
              </ns0:spPr>
              <ns0:txBody>
                <ns1:bodyPr wrap="none">
                  <ns1:spAutoFit/>
                </ns1:bodyPr>
                <ns1:lstStyle/>
                <ns1:p>
                  <ns1:pPr algn="ctr">
                    <ns1:lnSpc>
                      <ns1:spcPct val="125000"/>
                    </ns1:lnSpc>
                  </ns1:pPr>
                  <ns1:r>
                    <ns1:rPr lang="en-US" altLang="zh-CN" sz="9600" b="1" spc="300" dirty="0">
                      <ns1:solidFill>
                        <ns1:schemeClr val="bg1"/>
                      </ns1:solidFill>
                      <ns1:latin typeface="微软雅黑" panose="020B0503020204020204" pitchFamily="34" charset="-122"/>
                      <ns1:ea typeface="微软雅黑" panose="020B0503020204020204" pitchFamily="34" charset="-122"/>
                    </ns1:rPr>
                    <ns1:t>示</ns1:t>
                  </ns1:r>
                  <ns1:endParaRPr lang="en-US" altLang="zh-CN" sz="9600" b="1" spc="300" dirty="0">
                    <ns1:solidFill>
                      <ns1:schemeClr val="bg1"/>
                    </ns1:solidFill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sp>
              <ns0:nvSpPr>
                <ns0:cNvPr id="20" name="矩形 19"/>
                <ns0:cNvSpPr/>
                <ns0:nvPr/>
              </ns0:nvSpPr>
              <ns0:spPr>
                <ns1:xfrm>
                  <ns1:off x="3748232" y="1725330"/>
                  <ns1:ext cx="1393330" cy="441916"/>
                </ns1:xfrm>
                <ns1:prstGeom prst="rect">
                  <ns1:avLst/>
                </ns1:prstGeom>
              </ns0:spPr>
              <ns0:txBody>
                <ns1:bodyPr wrap="none">
                  <ns1:spAutoFit/>
                </ns1:bodyPr>
                <ns1:lstStyle/>
                <ns1:p>
                  <ns1:pPr algn="ctr">
                    <ns1:lnSpc>
                      <ns1:spcPct val="125000"/>
                    </ns1:lnSpc>
                  </ns1:pPr>
                  <ns1:r>
                    <ns1:rPr lang="en-US" altLang="zh-CN" sz="2000" dirty="0">
                      <ns1:solidFill>
                        <ns1:schemeClr val="bg1"/>
                      </ns1:solidFill>
                      <ns1:latin typeface="微软雅黑" panose="020B0503020204020204" pitchFamily="34" charset="-122"/>
                      <ns1:ea typeface="微软雅黑" panose="020B0503020204020204" pitchFamily="34" charset="-122"/>
                    </ns1:rPr>
                    <ns1:t>示例内容公开模</ns1:t>
                  </ns1:r>
                  <ns1:endParaRPr lang="en-US" altLang="zh-CN" dirty="0">
                    <ns1:solidFill>
                      <ns1:schemeClr val="bg1"/>
                    </ns1:solidFill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</ns0:grpSp>
        </ns0:grpSp>
        <ns0:grpSp>
          <ns0:nvGrpSpPr>
            <ns0:cNvPr id="7" name="组合 6"/>
            <ns0:cNvGrpSpPr>
              <ns1:grpSpLocks noChangeAspect="1"/>
            </ns0:cNvGrpSpPr>
            <ns0:nvPr/>
          </ns0:nvGrpSpPr>
          <ns0:grpSpPr>
            <ns1:xfrm>
              <ns1:off x="2713265" y="1610761"/>
              <ns1:ext cx="2061445" cy="1605970"/>
              <ns1:chOff x="3374572" y="431805"/>
              <ns1:chExt cx="5169870" cy="4027587"/>
            </ns1:xfrm>
            <ns1:solidFill>
              <ns1:srgbClr val="FFFFFF">
                <ns1:alpha val="20000"/>
              </ns1:srgbClr>
            </ns1:solidFill>
          </ns0:grpSpPr>
          <ns0:sp>
            <ns0:nvSpPr>
              <ns0:cNvPr id="8" name="Freeform 13"/>
              <ns0:cNvSpPr>
                <ns1:spLocks noEditPoints="1"/>
              </ns0:cNvSpPr>
              <ns0:nvPr/>
            </ns0:nvSpPr>
            <ns0:spPr bwMode="auto">
              <ns1:xfrm>
                <ns1:off x="3754467" y="1778917"/>
                <ns1:ext cx="4789975" cy="2680475"/>
              </ns1:xfrm>
              <ns1:custGeom>
                <ns1:avLst/>
                <ns1:gdLst>
                  <ns1:gd name="T0" fmla="*/ 571 w 732"/>
                  <ns1:gd name="T1" fmla="*/ 6 h 410"/>
                  <ns1:gd name="T2" fmla="*/ 701 w 732"/>
                  <ns1:gd name="T3" fmla="*/ 59 h 410"/>
                  <ns1:gd name="T4" fmla="*/ 696 w 732"/>
                  <ns1:gd name="T5" fmla="*/ 222 h 410"/>
                  <ns1:gd name="T6" fmla="*/ 426 w 732"/>
                  <ns1:gd name="T7" fmla="*/ 377 h 410"/>
                  <ns1:gd name="T8" fmla="*/ 271 w 732"/>
                  <ns1:gd name="T9" fmla="*/ 410 h 410"/>
                  <ns1:gd name="T10" fmla="*/ 267 w 732"/>
                  <ns1:gd name="T11" fmla="*/ 409 h 410"/>
                  <ns1:gd name="T12" fmla="*/ 410 w 732"/>
                  <ns1:gd name="T13" fmla="*/ 368 h 410"/>
                  <ns1:gd name="T14" fmla="*/ 249 w 732"/>
                  <ns1:gd name="T15" fmla="*/ 394 h 410"/>
                  <ns1:gd name="T16" fmla="*/ 308 w 732"/>
                  <ns1:gd name="T17" fmla="*/ 376 h 410"/>
                  <ns1:gd name="T18" fmla="*/ 305 w 732"/>
                  <ns1:gd name="T19" fmla="*/ 373 h 410"/>
                  <ns1:gd name="T20" fmla="*/ 378 w 732"/>
                  <ns1:gd name="T21" fmla="*/ 349 h 410"/>
                  <ns1:gd name="T22" fmla="*/ 334 w 732"/>
                  <ns1:gd name="T23" fmla="*/ 351 h 410"/>
                  <ns1:gd name="T24" fmla="*/ 340 w 732"/>
                  <ns1:gd name="T25" fmla="*/ 345 h 410"/>
                  <ns1:gd name="T26" fmla="*/ 427 w 732"/>
                  <ns1:gd name="T27" fmla="*/ 317 h 410"/>
                  <ns1:gd name="T28" fmla="*/ 405 w 732"/>
                  <ns1:gd name="T29" fmla="*/ 320 h 410"/>
                  <ns1:gd name="T30" fmla="*/ 268 w 732"/>
                  <ns1:gd name="T31" fmla="*/ 340 h 410"/>
                  <ns1:gd name="T32" fmla="*/ 322 w 732"/>
                  <ns1:gd name="T33" fmla="*/ 321 h 410"/>
                  <ns1:gd name="T34" fmla="*/ 329 w 732"/>
                  <ns1:gd name="T35" fmla="*/ 315 h 410"/>
                  <ns1:gd name="T36" fmla="*/ 214 w 732"/>
                  <ns1:gd name="T37" fmla="*/ 338 h 410"/>
                  <ns1:gd name="T38" fmla="*/ 186 w 732"/>
                  <ns1:gd name="T39" fmla="*/ 339 h 410"/>
                  <ns1:gd name="T40" fmla="*/ 189 w 732"/>
                  <ns1:gd name="T41" fmla="*/ 335 h 410"/>
                  <ns1:gd name="T42" fmla="*/ 141 w 732"/>
                  <ns1:gd name="T43" fmla="*/ 341 h 410"/>
                  <ns1:gd name="T44" fmla="*/ 122 w 732"/>
                  <ns1:gd name="T45" fmla="*/ 345 h 410"/>
                  <ns1:gd name="T46" fmla="*/ 29 w 732"/>
                  <ns1:gd name="T47" fmla="*/ 353 h 410"/>
                  <ns1:gd name="T48" fmla="*/ 30 w 732"/>
                  <ns1:gd name="T49" fmla="*/ 349 h 410"/>
                  <ns1:gd name="T50" fmla="*/ 0 w 732"/>
                  <ns1:gd name="T51" fmla="*/ 349 h 410"/>
                  <ns1:gd name="T52" fmla="*/ 17 w 732"/>
                  <ns1:gd name="T53" fmla="*/ 346 h 410"/>
                  <ns1:gd name="T54" fmla="*/ 462 w 732"/>
                  <ns1:gd name="T55" fmla="*/ 247 h 410"/>
                  <ns1:gd name="T56" fmla="*/ 638 w 732"/>
                  <ns1:gd name="T57" fmla="*/ 127 h 410"/>
                  <ns1:gd name="T58" fmla="*/ 633 w 732"/>
                  <ns1:gd name="T59" fmla="*/ 52 h 410"/>
                  <ns1:gd name="T60" fmla="*/ 522 w 732"/>
                  <ns1:gd name="T61" fmla="*/ 2 h 410"/>
                  <ns1:gd name="T62" fmla="*/ 521 w 732"/>
                  <ns1:gd name="T63" fmla="*/ 0 h 410"/>
                  <ns1:gd name="T64" fmla="*/ 419 w 732"/>
                  <ns1:gd name="T65" fmla="*/ 364 h 410"/>
                  <ns1:gd name="T66" fmla="*/ 417 w 732"/>
                  <ns1:gd name="T67" fmla="*/ 365 h 410"/>
                  <ns1:gd name="T68" fmla="*/ 430 w 732"/>
                  <ns1:gd name="T69" fmla="*/ 315 h 410"/>
                  <ns1:gd name="T70" fmla="*/ 429 w 732"/>
                  <ns1:gd name="T71" fmla="*/ 316 h 41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732" h="410">
                    <ns1:moveTo>
                      <ns1:pt x="521" y="0"/>
                    </ns1:moveTo>
                    <ns1:cubicBezTo>
                      <ns1:pt x="537" y="2"/>
                      <ns1:pt x="554" y="4"/>
                      <ns1:pt x="571" y="6"/>
                    </ns1:cubicBezTo>
                    <ns1:cubicBezTo>
                      <ns1:pt x="601" y="10"/>
                      <ns1:pt x="630" y="17"/>
                      <ns1:pt x="658" y="30"/>
                    </ns1:cubicBezTo>
                    <ns1:cubicBezTo>
                      <ns1:pt x="674" y="37"/>
                      <ns1:pt x="689" y="46"/>
                      <ns1:pt x="701" y="59"/>
                    </ns1:cubicBezTo>
                    <ns1:cubicBezTo>
                      <ns1:pt x="723" y="81"/>
                      <ns1:pt x="732" y="107"/>
                      <ns1:pt x="729" y="138"/>
                    </ns1:cubicBezTo>
                    <ns1:cubicBezTo>
                      <ns1:pt x="726" y="169"/>
                      <ns1:pt x="714" y="196"/>
                      <ns1:pt x="696" y="222"/>
                    </ns1:cubicBezTo>
                    <ns1:cubicBezTo>
                      <ns1:pt x="669" y="260"/>
                      <ns1:pt x="633" y="288"/>
                      <ns1:pt x="592" y="310"/>
                    </ns1:cubicBezTo>
                    <ns1:cubicBezTo>
                      <ns1:pt x="539" y="339"/>
                      <ns1:pt x="484" y="361"/>
                      <ns1:pt x="426" y="377"/>
                    </ns1:cubicBezTo>
                    <ns1:cubicBezTo>
                      <ns1:pt x="380" y="391"/>
                      <ns1:pt x="334" y="400"/>
                      <ns1:pt x="287" y="408"/>
                    </ns1:cubicBezTo>
                    <ns1:cubicBezTo>
                      <ns1:pt x="282" y="409"/>
                      <ns1:pt x="276" y="409"/>
                      <ns1:pt x="271" y="410"/>
                    </ns1:cubicBezTo>
                    <ns1:cubicBezTo>
                      <ns1:pt x="270" y="410"/>
                      <ns1:pt x="269" y="410"/>
                      <ns1:pt x="267" y="410"/>
                    </ns1:cubicBezTo>
                    <ns1:cubicBezTo>
                      <ns1:pt x="267" y="409"/>
                      <ns1:pt x="267" y="409"/>
                      <ns1:pt x="267" y="409"/>
                    </ns1:cubicBezTo>
                    <ns1:cubicBezTo>
                      <ns1:pt x="274" y="406"/>
                      <ns1:pt x="281" y="402"/>
                      <ns1:pt x="289" y="401"/>
                    </ns1:cubicBezTo>
                    <ns1:cubicBezTo>
                      <ns1:pt x="330" y="391"/>
                      <ns1:pt x="371" y="382"/>
                      <ns1:pt x="410" y="368"/>
                    </ns1:cubicBezTo>
                    <ns1:cubicBezTo>
                      <ns1:pt x="412" y="367"/>
                      <ns1:pt x="414" y="366"/>
                      <ns1:pt x="416" y="365"/>
                    </ns1:cubicBezTo>
                    <ns1:cubicBezTo>
                      <ns1:pt x="361" y="377"/>
                      <ns1:pt x="306" y="388"/>
                      <ns1:pt x="249" y="394"/>
                    </ns1:cubicBezTo>
                    <ns1:cubicBezTo>
                      <ns1:pt x="258" y="388"/>
                      <ns1:pt x="268" y="386"/>
                      <ns1:pt x="278" y="383"/>
                    </ns1:cubicBezTo>
                    <ns1:cubicBezTo>
                      <ns1:pt x="287" y="381"/>
                      <ns1:pt x="297" y="379"/>
                      <ns1:pt x="308" y="376"/>
                    </ns1:cubicBezTo>
                    <ns1:cubicBezTo>
                      <ns1:pt x="305" y="375"/>
                      <ns1:pt x="304" y="375"/>
                      <ns1:pt x="301" y="374"/>
                    </ns1:cubicBezTo>
                    <ns1:cubicBezTo>
                      <ns1:pt x="303" y="373"/>
                      <ns1:pt x="304" y="373"/>
                      <ns1:pt x="305" y="373"/>
                    </ns1:cubicBezTo>
                    <ns1:cubicBezTo>
                      <ns1:pt x="328" y="367"/>
                      <ns1:pt x="351" y="361"/>
                      <ns1:pt x="374" y="355"/>
                    </ns1:cubicBezTo>
                    <ns1:cubicBezTo>
                      <ns1:pt x="377" y="354"/>
                      <ns1:pt x="380" y="354"/>
                      <ns1:pt x="378" y="349"/>
                    </ns1:cubicBezTo>
                    <ns1:cubicBezTo>
                      <ns1:pt x="378" y="348"/>
                      <ns1:pt x="381" y="346"/>
                      <ns1:pt x="382" y="344"/>
                    </ns1:cubicBezTo>
                    <ns1:cubicBezTo>
                      <ns1:pt x="366" y="346"/>
                      <ns1:pt x="350" y="348"/>
                      <ns1:pt x="334" y="351"/>
                    </ns1:cubicBezTo>
                    <ns1:cubicBezTo>
                      <ns1:pt x="333" y="350"/>
                      <ns1:pt x="333" y="350"/>
                      <ns1:pt x="333" y="349"/>
                    </ns1:cubicBezTo>
                    <ns1:cubicBezTo>
                      <ns1:pt x="335" y="348"/>
                      <ns1:pt x="338" y="346"/>
                      <ns1:pt x="340" y="345"/>
                    </ns1:cubicBezTo>
                    <ns1:cubicBezTo>
                      <ns1:pt x="367" y="336"/>
                      <ns1:pt x="395" y="328"/>
                      <ns1:pt x="422" y="319"/>
                    </ns1:cubicBezTo>
                    <ns1:cubicBezTo>
                      <ns1:pt x="424" y="318"/>
                      <ns1:pt x="426" y="317"/>
                      <ns1:pt x="427" y="317"/>
                    </ns1:cubicBezTo>
                    <ns1:cubicBezTo>
                      <ns1:pt x="427" y="316"/>
                      <ns1:pt x="427" y="316"/>
                      <ns1:pt x="427" y="315"/>
                    </ns1:cubicBezTo>
                    <ns1:cubicBezTo>
                      <ns1:pt x="420" y="317"/>
                      <ns1:pt x="413" y="319"/>
                      <ns1:pt x="405" y="320"/>
                    </ns1:cubicBezTo>
                    <ns1:cubicBezTo>
                      <ns1:pt x="369" y="327"/>
                      <ns1:pt x="333" y="335"/>
                      <ns1:pt x="297" y="341"/>
                    </ns1:cubicBezTo>
                    <ns1:cubicBezTo>
                      <ns1:pt x="288" y="343"/>
                      <ns1:pt x="279" y="345"/>
                      <ns1:pt x="268" y="340"/>
                    </ns1:cubicBezTo>
                    <ns1:cubicBezTo>
                      <ns1:pt x="271" y="338"/>
                      <ns1:pt x="274" y="336"/>
                      <ns1:pt x="276" y="335"/>
                    </ns1:cubicBezTo>
                    <ns1:cubicBezTo>
                      <ns1:pt x="291" y="330"/>
                      <ns1:pt x="307" y="326"/>
                      <ns1:pt x="322" y="321"/>
                    </ns1:cubicBezTo>
                    <ns1:cubicBezTo>
                      <ns1:pt x="325" y="320"/>
                      <ns1:pt x="327" y="318"/>
                      <ns1:pt x="330" y="316"/>
                    </ns1:cubicBezTo>
                    <ns1:cubicBezTo>
                      <ns1:pt x="330" y="316"/>
                      <ns1:pt x="330" y="315"/>
                      <ns1:pt x="329" y="315"/>
                    </ns1:cubicBezTo>
                    <ns1:cubicBezTo>
                      <ns1:pt x="327" y="315"/>
                      <ns1:pt x="325" y="315"/>
                      <ns1:pt x="322" y="316"/>
                    </ns1:cubicBezTo>
                    <ns1:cubicBezTo>
                      <ns1:pt x="286" y="323"/>
                      <ns1:pt x="250" y="331"/>
                      <ns1:pt x="214" y="338"/>
                    </ns1:cubicBezTo>
                    <ns1:cubicBezTo>
                      <ns1:pt x="209" y="339"/>
                      <ns1:pt x="205" y="340"/>
                      <ns1:pt x="200" y="340"/>
                    </ns1:cubicBezTo>
                    <ns1:cubicBezTo>
                      <ns1:pt x="195" y="341"/>
                      <ns1:pt x="191" y="340"/>
                      <ns1:pt x="186" y="339"/>
                    </ns1:cubicBezTo>
                    <ns1:cubicBezTo>
                      <ns1:pt x="188" y="338"/>
                      <ns1:pt x="189" y="337"/>
                      <ns1:pt x="190" y="336"/>
                    </ns1:cubicBezTo>
                    <ns1:cubicBezTo>
                      <ns1:pt x="189" y="335"/>
                      <ns1:pt x="189" y="335"/>
                      <ns1:pt x="189" y="335"/>
                    </ns1:cubicBezTo>
                    <ns1:cubicBezTo>
                      <ns1:pt x="174" y="337"/>
                      <ns1:pt x="159" y="339"/>
                      <ns1:pt x="145" y="340"/>
                    </ns1:cubicBezTo>
                    <ns1:cubicBezTo>
                      <ns1:pt x="144" y="340"/>
                      <ns1:pt x="142" y="341"/>
                      <ns1:pt x="141" y="341"/>
                    </ns1:cubicBezTo>
                    <ns1:cubicBezTo>
                      <ns1:pt x="135" y="339"/>
                      <ns1:pt x="130" y="340"/>
                      <ns1:pt x="125" y="344"/>
                    </ns1:cubicBezTo>
                    <ns1:cubicBezTo>
                      <ns1:pt x="124" y="345"/>
                      <ns1:pt x="123" y="345"/>
                      <ns1:pt x="122" y="345"/>
                    </ns1:cubicBezTo>
                    <ns1:cubicBezTo>
                      <ns1:pt x="106" y="342"/>
                      <ns1:pt x="90" y="347"/>
                      <ns1:pt x="75" y="348"/>
                    </ns1:cubicBezTo>
                    <ns1:cubicBezTo>
                      <ns1:pt x="59" y="350"/>
                      <ns1:pt x="44" y="351"/>
                      <ns1:pt x="29" y="353"/>
                    </ns1:cubicBezTo>
                    <ns1:cubicBezTo>
                      <ns1:pt x="28" y="353"/>
                      <ns1:pt x="26" y="353"/>
                      <ns1:pt x="25" y="352"/>
                    </ns1:cubicBezTo>
                    <ns1:cubicBezTo>
                      <ns1:pt x="27" y="351"/>
                      <ns1:pt x="29" y="350"/>
                      <ns1:pt x="30" y="349"/>
                    </ns1:cubicBezTo>
                    <ns1:cubicBezTo>
                      <ns1:pt x="30" y="349"/>
                      <ns1:pt x="30" y="349"/>
                      <ns1:pt x="30" y="349"/>
                    </ns1:cubicBezTo>
                    <ns1:cubicBezTo>
                      <ns1:pt x="20" y="349"/>
                      <ns1:pt x="10" y="349"/>
                      <ns1:pt x="0" y="349"/>
                    </ns1:cubicBezTo>
                    <ns1:cubicBezTo>
                      <ns1:pt x="0" y="349"/>
                      <ns1:pt x="0" y="348"/>
                      <ns1:pt x="0" y="348"/>
                    </ns1:cubicBezTo>
                    <ns1:cubicBezTo>
                      <ns1:pt x="6" y="347"/>
                      <ns1:pt x="11" y="347"/>
                      <ns1:pt x="17" y="346"/>
                    </ns1:cubicBezTo>
                    <ns1:cubicBezTo>
                      <ns1:pt x="70" y="338"/>
                      <ns1:pt x="123" y="330"/>
                      <ns1:pt x="176" y="321"/>
                    </ns1:cubicBezTo>
                    <ns1:cubicBezTo>
                      <ns1:pt x="273" y="303"/>
                      <ns1:pt x="369" y="281"/>
                      <ns1:pt x="462" y="247"/>
                    </ns1:cubicBezTo>
                    <ns1:cubicBezTo>
                      <ns1:pt x="508" y="230"/>
                      <ns1:pt x="551" y="209"/>
                      <ns1:pt x="589" y="181"/>
                    </ns1:cubicBezTo>
                    <ns1:cubicBezTo>
                      <ns1:pt x="609" y="166"/>
                      <ns1:pt x="627" y="149"/>
                      <ns1:pt x="638" y="127"/>
                    </ns1:cubicBezTo>
                    <ns1:cubicBezTo>
                      <ns1:pt x="643" y="117"/>
                      <ns1:pt x="647" y="108"/>
                      <ns1:pt x="647" y="97"/>
                    </ns1:cubicBezTo>
                    <ns1:cubicBezTo>
                      <ns1:pt x="648" y="80"/>
                      <ns1:pt x="645" y="65"/>
                      <ns1:pt x="633" y="52"/>
                    </ns1:cubicBezTo>
                    <ns1:cubicBezTo>
                      <ns1:pt x="618" y="35"/>
                      <ns1:pt x="600" y="24"/>
                      <ns1:pt x="579" y="17"/>
                    </ns1:cubicBezTo>
                    <ns1:cubicBezTo>
                      <ns1:pt x="560" y="11"/>
                      <ns1:pt x="541" y="7"/>
                      <ns1:pt x="522" y="2"/>
                    </ns1:cubicBezTo>
                    <ns1:cubicBezTo>
                      <ns1:pt x="522" y="2"/>
                      <ns1:pt x="521" y="2"/>
                      <ns1:pt x="521" y="2"/>
                    </ns1:cubicBezTo>
                    <ns1:cubicBezTo>
                      <ns1:pt x="521" y="1"/>
                      <ns1:pt x="521" y="1"/>
                      <ns1:pt x="521" y="0"/>
                    </ns1:cubicBezTo>
                    <ns1:close/>
                    <ns1:moveTo>
                      <ns1:pt x="419" y="365"/>
                    </ns1:moveTo>
                    <ns1:cubicBezTo>
                      <ns1:pt x="419" y="365"/>
                      <ns1:pt x="419" y="364"/>
                      <ns1:pt x="419" y="364"/>
                    </ns1:cubicBezTo>
                    <ns1:cubicBezTo>
                      <ns1:pt x="418" y="364"/>
                      <ns1:pt x="418" y="364"/>
                      <ns1:pt x="417" y="364"/>
                    </ns1:cubicBezTo>
                    <ns1:cubicBezTo>
                      <ns1:pt x="417" y="365"/>
                      <ns1:pt x="417" y="365"/>
                      <ns1:pt x="417" y="365"/>
                    </ns1:cubicBezTo>
                    <ns1:cubicBezTo>
                      <ns1:pt x="418" y="365"/>
                      <ns1:pt x="418" y="365"/>
                      <ns1:pt x="419" y="365"/>
                    </ns1:cubicBezTo>
                    <ns1:close/>
                    <ns1:moveTo>
                      <ns1:pt x="430" y="315"/>
                    </ns1:moveTo>
                    <ns1:cubicBezTo>
                      <ns1:pt x="429" y="315"/>
                      <ns1:pt x="429" y="315"/>
                      <ns1:pt x="429" y="315"/>
                    </ns1:cubicBezTo>
                    <ns1:cubicBezTo>
                      <ns1:pt x="429" y="315"/>
                      <ns1:pt x="429" y="316"/>
                      <ns1:pt x="429" y="316"/>
                    </ns1:cubicBezTo>
                    <ns1:cubicBezTo>
                      <ns1:pt x="429" y="316"/>
                      <ns1:pt x="429" y="316"/>
                      <ns1:pt x="430" y="315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9" name="Freeform 14"/>
              <ns0:cNvSpPr/>
              <ns0:nvPr/>
            </ns0:nvSpPr>
            <ns0:spPr bwMode="auto">
              <ns1:xfrm>
                <ns1:off x="3374572" y="967899"/>
                <ns1:ext cx="3650292" cy="2257098"/>
              </ns1:xfrm>
              <ns1:custGeom>
                <ns1:avLst/>
                <ns1:gdLst>
                  <ns1:gd name="T0" fmla="*/ 558 w 558"/>
                  <ns1:gd name="T1" fmla="*/ 1 h 345"/>
                  <ns1:gd name="T2" fmla="*/ 557 w 558"/>
                  <ns1:gd name="T3" fmla="*/ 5 h 345"/>
                  <ns1:gd name="T4" fmla="*/ 450 w 558"/>
                  <ns1:gd name="T5" fmla="*/ 164 h 345"/>
                  <ns1:gd name="T6" fmla="*/ 275 w 558"/>
                  <ns1:gd name="T7" fmla="*/ 287 h 345"/>
                  <ns1:gd name="T8" fmla="*/ 135 w 558"/>
                  <ns1:gd name="T9" fmla="*/ 336 h 345"/>
                  <ns1:gd name="T10" fmla="*/ 54 w 558"/>
                  <ns1:gd name="T11" fmla="*/ 343 h 345"/>
                  <ns1:gd name="T12" fmla="*/ 26 w 558"/>
                  <ns1:gd name="T13" fmla="*/ 338 h 345"/>
                  <ns1:gd name="T14" fmla="*/ 7 w 558"/>
                  <ns1:gd name="T15" fmla="*/ 293 h 345"/>
                  <ns1:gd name="T16" fmla="*/ 43 w 558"/>
                  <ns1:gd name="T17" fmla="*/ 248 h 345"/>
                  <ns1:gd name="T18" fmla="*/ 146 w 558"/>
                  <ns1:gd name="T19" fmla="*/ 190 h 345"/>
                  <ns1:gd name="T20" fmla="*/ 318 w 558"/>
                  <ns1:gd name="T21" fmla="*/ 140 h 345"/>
                  <ns1:gd name="T22" fmla="*/ 406 w 558"/>
                  <ns1:gd name="T23" fmla="*/ 126 h 345"/>
                  <ns1:gd name="T24" fmla="*/ 413 w 558"/>
                  <ns1:gd name="T25" fmla="*/ 127 h 345"/>
                  <ns1:gd name="T26" fmla="*/ 385 w 558"/>
                  <ns1:gd name="T27" fmla="*/ 133 h 345"/>
                  <ns1:gd name="T28" fmla="*/ 225 w 558"/>
                  <ns1:gd name="T29" fmla="*/ 185 h 345"/>
                  <ns1:gd name="T30" fmla="*/ 153 w 558"/>
                  <ns1:gd name="T31" fmla="*/ 230 h 345"/>
                  <ns1:gd name="T32" fmla="*/ 141 w 558"/>
                  <ns1:gd name="T33" fmla="*/ 244 h 345"/>
                  <ns1:gd name="T34" fmla="*/ 148 w 558"/>
                  <ns1:gd name="T35" fmla="*/ 260 h 345"/>
                  <ns1:gd name="T36" fmla="*/ 185 w 558"/>
                  <ns1:gd name="T37" fmla="*/ 258 h 345"/>
                  <ns1:gd name="T38" fmla="*/ 294 w 558"/>
                  <ns1:gd name="T39" fmla="*/ 219 h 345"/>
                  <ns1:gd name="T40" fmla="*/ 529 w 558"/>
                  <ns1:gd name="T41" fmla="*/ 39 h 345"/>
                  <ns1:gd name="T42" fmla="*/ 555 w 558"/>
                  <ns1:gd name="T43" fmla="*/ 4 h 345"/>
                  <ns1:gd name="T44" fmla="*/ 557 w 558"/>
                  <ns1:gd name="T45" fmla="*/ 0 h 345"/>
                  <ns1:gd name="T46" fmla="*/ 558 w 558"/>
                  <ns1:gd name="T47" fmla="*/ 1 h 34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</ns1:cxnLst>
                <ns1:rect l="0" t="0" r="r" b="b"/>
                <ns1:pathLst>
                  <ns1:path w="558" h="345">
                    <ns1:moveTo>
                      <ns1:pt x="558" y="1"/>
                    </ns1:moveTo>
                    <ns1:cubicBezTo>
                      <ns1:pt x="558" y="2"/>
                      <ns1:pt x="557" y="4"/>
                      <ns1:pt x="557" y="5"/>
                    </ns1:cubicBezTo>
                    <ns1:cubicBezTo>
                      <ns1:pt x="531" y="64"/>
                      <ns1:pt x="495" y="118"/>
                      <ns1:pt x="450" y="164"/>
                    </ns1:cubicBezTo>
                    <ns1:cubicBezTo>
                      <ns1:pt x="399" y="216"/>
                      <ns1:pt x="341" y="257"/>
                      <ns1:pt x="275" y="287"/>
                    </ns1:cubicBezTo>
                    <ns1:cubicBezTo>
                      <ns1:pt x="230" y="309"/>
                      <ns1:pt x="184" y="326"/>
                      <ns1:pt x="135" y="336"/>
                    </ns1:cubicBezTo>
                    <ns1:cubicBezTo>
                      <ns1:pt x="108" y="341"/>
                      <ns1:pt x="82" y="345"/>
                      <ns1:pt x="54" y="343"/>
                    </ns1:cubicBezTo>
                    <ns1:cubicBezTo>
                      <ns1:pt x="45" y="342"/>
                      <ns1:pt x="35" y="341"/>
                      <ns1:pt x="26" y="338"/>
                    </ns1:cubicBezTo>
                    <ns1:cubicBezTo>
                      <ns1:pt x="0" y="330"/>
                      <ns1:pt x="0" y="309"/>
                      <ns1:pt x="7" y="293"/>
                    </ns1:cubicBezTo>
                    <ns1:cubicBezTo>
                      <ns1:pt x="14" y="275"/>
                      <ns1:pt x="28" y="261"/>
                      <ns1:pt x="43" y="248"/>
                    </ns1:cubicBezTo>
                    <ns1:cubicBezTo>
                      <ns1:pt x="74" y="223"/>
                      <ns1:pt x="109" y="205"/>
                      <ns1:pt x="146" y="190"/>
                    </ns1:cubicBezTo>
                    <ns1:cubicBezTo>
                      <ns1:pt x="202" y="167"/>
                      <ns1:pt x="259" y="151"/>
                      <ns1:pt x="318" y="140"/>
                    </ns1:cubicBezTo>
                    <ns1:cubicBezTo>
                      <ns1:pt x="347" y="134"/>
                      <ns1:pt x="377" y="131"/>
                      <ns1:pt x="406" y="126"/>
                    </ns1:cubicBezTo>
                    <ns1:cubicBezTo>
                      <ns1:pt x="408" y="126"/>
                      <ns1:pt x="410" y="126"/>
                      <ns1:pt x="413" y="127"/>
                    </ns1:cubicBezTo>
                    <ns1:cubicBezTo>
                      <ns1:pt x="404" y="129"/>
                      <ns1:pt x="394" y="131"/>
                      <ns1:pt x="385" y="133"/>
                    </ns1:cubicBezTo>
                    <ns1:cubicBezTo>
                      <ns1:pt x="330" y="145"/>
                      <ns1:pt x="276" y="161"/>
                      <ns1:pt x="225" y="185"/>
                    </ns1:cubicBezTo>
                    <ns1:cubicBezTo>
                      <ns1:pt x="199" y="197"/>
                      <ns1:pt x="174" y="211"/>
                      <ns1:pt x="153" y="230"/>
                    </ns1:cubicBezTo>
                    <ns1:cubicBezTo>
                      <ns1:pt x="148" y="234"/>
                      <ns1:pt x="144" y="239"/>
                      <ns1:pt x="141" y="244"/>
                    </ns1:cubicBezTo>
                    <ns1:cubicBezTo>
                      <ns1:pt x="136" y="252"/>
                      <ns1:pt x="139" y="258"/>
                      <ns1:pt x="148" y="260"/>
                    </ns1:cubicBezTo>
                    <ns1:cubicBezTo>
                      <ns1:pt x="160" y="262"/>
                      <ns1:pt x="173" y="261"/>
                      <ns1:pt x="185" y="258"/>
                    </ns1:cubicBezTo>
                    <ns1:cubicBezTo>
                      <ns1:pt x="223" y="250"/>
                      <ns1:pt x="259" y="235"/>
                      <ns1:pt x="294" y="219"/>
                    </ns1:cubicBezTo>
                    <ns1:cubicBezTo>
                      <ns1:pt x="386" y="177"/>
                      <ns1:pt x="464" y="117"/>
                      <ns1:pt x="529" y="39"/>
                    </ns1:cubicBezTo>
                    <ns1:cubicBezTo>
                      <ns1:pt x="538" y="28"/>
                      <ns1:pt x="546" y="16"/>
                      <ns1:pt x="555" y="4"/>
                    </ns1:cubicBezTo>
                    <ns1:cubicBezTo>
                      <ns1:pt x="556" y="3"/>
                      <ns1:pt x="557" y="2"/>
                      <ns1:pt x="557" y="0"/>
                    </ns1:cubicBezTo>
                    <ns1:cubicBezTo>
                      <ns1:pt x="558" y="1"/>
                      <ns1:pt x="558" y="1"/>
                      <ns1:pt x="558" y="1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0" name="Freeform 16"/>
              <ns0:cNvSpPr/>
              <ns0:nvPr/>
            </ns0:nvSpPr>
            <ns0:spPr bwMode="auto">
              <ns1:xfrm>
                <ns1:off x="6719297" y="863430"/>
                <ns1:ext cx="831364" cy="2347821"/>
              </ns1:xfrm>
              <ns1:custGeom>
                <ns1:avLst/>
                <ns1:gdLst>
                  <ns1:gd name="T0" fmla="*/ 32 w 127"/>
                  <ns1:gd name="T1" fmla="*/ 359 h 359"/>
                  <ns1:gd name="T2" fmla="*/ 13 w 127"/>
                  <ns1:gd name="T3" fmla="*/ 317 h 359"/>
                  <ns1:gd name="T4" fmla="*/ 3 w 127"/>
                  <ns1:gd name="T5" fmla="*/ 264 h 359"/>
                  <ns1:gd name="T6" fmla="*/ 9 w 127"/>
                  <ns1:gd name="T7" fmla="*/ 166 h 359"/>
                  <ns1:gd name="T8" fmla="*/ 68 w 127"/>
                  <ns1:gd name="T9" fmla="*/ 2 h 359"/>
                  <ns1:gd name="T10" fmla="*/ 69 w 127"/>
                  <ns1:gd name="T11" fmla="*/ 0 h 359"/>
                  <ns1:gd name="T12" fmla="*/ 61 w 127"/>
                  <ns1:gd name="T13" fmla="*/ 36 h 359"/>
                  <ns1:gd name="T14" fmla="*/ 64 w 127"/>
                  <ns1:gd name="T15" fmla="*/ 200 h 359"/>
                  <ns1:gd name="T16" fmla="*/ 83 w 127"/>
                  <ns1:gd name="T17" fmla="*/ 251 h 359"/>
                  <ns1:gd name="T18" fmla="*/ 117 w 127"/>
                  <ns1:gd name="T19" fmla="*/ 300 h 359"/>
                  <ns1:gd name="T20" fmla="*/ 127 w 127"/>
                  <ns1:gd name="T21" fmla="*/ 312 h 359"/>
                  <ns1:gd name="T22" fmla="*/ 32 w 127"/>
                  <ns1:gd name="T23" fmla="*/ 359 h 35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127" h="359">
                    <ns1:moveTo>
                      <ns1:pt x="32" y="359"/>
                    </ns1:moveTo>
                    <ns1:cubicBezTo>
                      <ns1:pt x="23" y="346"/>
                      <ns1:pt x="17" y="332"/>
                      <ns1:pt x="13" y="317"/>
                    </ns1:cubicBezTo>
                    <ns1:cubicBezTo>
                      <ns1:pt x="7" y="300"/>
                      <ns1:pt x="4" y="282"/>
                      <ns1:pt x="3" y="264"/>
                    </ns1:cubicBezTo>
                    <ns1:cubicBezTo>
                      <ns1:pt x="0" y="231"/>
                      <ns1:pt x="3" y="198"/>
                      <ns1:pt x="9" y="166"/>
                    </ns1:cubicBezTo>
                    <ns1:cubicBezTo>
                      <ns1:pt x="20" y="108"/>
                      <ns1:pt x="42" y="54"/>
                      <ns1:pt x="68" y="2"/>
                    </ns1:cubicBezTo>
                    <ns1:cubicBezTo>
                      <ns1:pt x="68" y="1"/>
                      <ns1:pt x="68" y="1"/>
                      <ns1:pt x="69" y="0"/>
                    </ns1:cubicBezTo>
                    <ns1:cubicBezTo>
                      <ns1:pt x="66" y="12"/>
                      <ns1:pt x="63" y="24"/>
                      <ns1:pt x="61" y="36"/>
                    </ns1:cubicBezTo>
                    <ns1:cubicBezTo>
                      <ns1:pt x="51" y="90"/>
                      <ns1:pt x="49" y="145"/>
                      <ns1:pt x="64" y="200"/>
                    </ns1:cubicBezTo>
                    <ns1:cubicBezTo>
                      <ns1:pt x="68" y="218"/>
                      <ns1:pt x="75" y="235"/>
                      <ns1:pt x="83" y="251"/>
                    </ns1:cubicBezTo>
                    <ns1:cubicBezTo>
                      <ns1:pt x="92" y="269"/>
                      <ns1:pt x="104" y="285"/>
                      <ns1:pt x="117" y="300"/>
                    </ns1:cubicBezTo>
                    <ns1:cubicBezTo>
                      <ns1:pt x="120" y="304"/>
                      <ns1:pt x="123" y="308"/>
                      <ns1:pt x="127" y="312"/>
                    </ns1:cubicBezTo>
                    <ns1:cubicBezTo>
                      <ns1:pt x="98" y="332"/>
                      <ns1:pt x="65" y="346"/>
                      <ns1:pt x="32" y="359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1" name="Freeform 17"/>
              <ns0:cNvSpPr/>
              <ns0:nvPr/>
            </ns0:nvSpPr>
            <ns0:spPr bwMode="auto">
              <ns1:xfrm>
                <ns1:off x="4723474" y="2081328"/>
                <ns1:ext cx="2086667" cy="1215149"/>
              </ns1:xfrm>
              <ns1:custGeom>
                <ns1:avLst/>
                <ns1:gdLst>
                  <ns1:gd name="T0" fmla="*/ 319 w 319"/>
                  <ns1:gd name="T1" fmla="*/ 175 h 186"/>
                  <ns1:gd name="T2" fmla="*/ 303 w 319"/>
                  <ns1:gd name="T3" fmla="*/ 169 h 186"/>
                  <ns1:gd name="T4" fmla="*/ 225 w 319"/>
                  <ns1:gd name="T5" fmla="*/ 157 h 186"/>
                  <ns1:gd name="T6" fmla="*/ 97 w 319"/>
                  <ns1:gd name="T7" fmla="*/ 167 h 186"/>
                  <ns1:gd name="T8" fmla="*/ 4 w 319"/>
                  <ns1:gd name="T9" fmla="*/ 186 h 186"/>
                  <ns1:gd name="T10" fmla="*/ 0 w 319"/>
                  <ns1:gd name="T11" fmla="*/ 186 h 186"/>
                  <ns1:gd name="T12" fmla="*/ 282 w 319"/>
                  <ns1:gd name="T13" fmla="*/ 0 h 186"/>
                  <ns1:gd name="T14" fmla="*/ 319 w 319"/>
                  <ns1:gd name="T15" fmla="*/ 175 h 18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319" h="186">
                    <ns1:moveTo>
                      <ns1:pt x="319" y="175"/>
                    </ns1:moveTo>
                    <ns1:cubicBezTo>
                      <ns1:pt x="313" y="173"/>
                      <ns1:pt x="308" y="171"/>
                      <ns1:pt x="303" y="169"/>
                    </ns1:cubicBezTo>
                    <ns1:cubicBezTo>
                      <ns1:pt x="277" y="161"/>
                      <ns1:pt x="251" y="158"/>
                      <ns1:pt x="225" y="157"/>
                    </ns1:cubicBezTo>
                    <ns1:cubicBezTo>
                      <ns1:pt x="182" y="156"/>
                      <ns1:pt x="139" y="159"/>
                      <ns1:pt x="97" y="167"/>
                    </ns1:cubicBezTo>
                    <ns1:cubicBezTo>
                      <ns1:pt x="66" y="172"/>
                      <ns1:pt x="35" y="180"/>
                      <ns1:pt x="4" y="186"/>
                    </ns1:cubicBezTo>
                    <ns1:cubicBezTo>
                      <ns1:pt x="2" y="186"/>
                      <ns1:pt x="1" y="186"/>
                      <ns1:pt x="0" y="186"/>
                    </ns1:cubicBezTo>
                    <ns1:cubicBezTo>
                      <ns1:pt x="109" y="147"/>
                      <ns1:pt x="207" y="93"/>
                      <ns1:pt x="282" y="0"/>
                    </ns1:cubicBezTo>
                    <ns1:cubicBezTo>
                      <ns1:pt x="269" y="64"/>
                      <ns1:pt x="279" y="122"/>
                      <ns1:pt x="319" y="175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2" name="Freeform 25"/>
              <ns0:cNvSpPr/>
              <ns0:nvPr/>
            </ns0:nvSpPr>
            <ns0:spPr bwMode="auto">
              <ns1:xfrm>
                <ns1:off x="5455734" y="4022267"/>
                <ns1:ext cx="470740" cy="233683"/>
              </ns1:xfrm>
              <ns1:custGeom>
                <ns1:avLst/>
                <ns1:gdLst>
                  <ns1:gd name="T0" fmla="*/ 69 w 72"/>
                  <ns1:gd name="T1" fmla="*/ 0 h 36"/>
                  <ns1:gd name="T2" fmla="*/ 72 w 72"/>
                  <ns1:gd name="T3" fmla="*/ 16 h 36"/>
                  <ns1:gd name="T4" fmla="*/ 55 w 72"/>
                  <ns1:gd name="T5" fmla="*/ 20 h 36"/>
                  <ns1:gd name="T6" fmla="*/ 40 w 72"/>
                  <ns1:gd name="T7" fmla="*/ 23 h 36"/>
                  <ns1:gd name="T8" fmla="*/ 37 w 72"/>
                  <ns1:gd name="T9" fmla="*/ 25 h 36"/>
                  <ns1:gd name="T10" fmla="*/ 29 w 72"/>
                  <ns1:gd name="T11" fmla="*/ 30 h 36"/>
                  <ns1:gd name="T12" fmla="*/ 14 w 72"/>
                  <ns1:gd name="T13" fmla="*/ 34 h 36"/>
                  <ns1:gd name="T14" fmla="*/ 6 w 72"/>
                  <ns1:gd name="T15" fmla="*/ 31 h 36"/>
                  <ns1:gd name="T16" fmla="*/ 0 w 72"/>
                  <ns1:gd name="T17" fmla="*/ 20 h 36"/>
                  <ns1:gd name="T18" fmla="*/ 6 w 72"/>
                  <ns1:gd name="T19" fmla="*/ 10 h 36"/>
                  <ns1:gd name="T20" fmla="*/ 14 w 72"/>
                  <ns1:gd name="T21" fmla="*/ 7 h 36"/>
                  <ns1:gd name="T22" fmla="*/ 32 w 72"/>
                  <ns1:gd name="T23" fmla="*/ 6 h 36"/>
                  <ns1:gd name="T24" fmla="*/ 69 w 72"/>
                  <ns1:gd name="T25" fmla="*/ 0 h 3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2" h="36">
                    <ns1:moveTo>
                      <ns1:pt x="69" y="0"/>
                    </ns1:moveTo>
                    <ns1:cubicBezTo>
                      <ns1:pt x="64" y="8"/>
                      <ns1:pt x="64" y="10"/>
                      <ns1:pt x="72" y="16"/>
                    </ns1:cubicBezTo>
                    <ns1:cubicBezTo>
                      <ns1:pt x="66" y="17"/>
                      <ns1:pt x="61" y="19"/>
                      <ns1:pt x="55" y="20"/>
                    </ns1:cubicBezTo>
                    <ns1:cubicBezTo>
                      <ns1:pt x="50" y="21"/>
                      <ns1:pt x="45" y="22"/>
                      <ns1:pt x="40" y="23"/>
                    </ns1:cubicBezTo>
                    <ns1:cubicBezTo>
                      <ns1:pt x="39" y="23"/>
                      <ns1:pt x="37" y="24"/>
                      <ns1:pt x="37" y="25"/>
                    </ns1:cubicBezTo>
                    <ns1:cubicBezTo>
                      <ns1:pt x="35" y="29"/>
                      <ns1:pt x="32" y="30"/>
                      <ns1:pt x="29" y="30"/>
                    </ns1:cubicBezTo>
                    <ns1:cubicBezTo>
                      <ns1:pt x="24" y="31"/>
                      <ns1:pt x="19" y="32"/>
                      <ns1:pt x="14" y="34"/>
                    </ns1:cubicBezTo>
                    <ns1:cubicBezTo>
                      <ns1:pt x="10" y="36"/>
                      <ns1:pt x="8" y="34"/>
                      <ns1:pt x="6" y="31"/>
                    </ns1:cubicBezTo>
                    <ns1:cubicBezTo>
                      <ns1:pt x="4" y="27"/>
                      <ns1:pt x="0" y="24"/>
                      <ns1:pt x="0" y="20"/>
                    </ns1:cubicBezTo>
                    <ns1:cubicBezTo>
                      <ns1:pt x="0" y="17"/>
                      <ns1:pt x="4" y="13"/>
                      <ns1:pt x="6" y="10"/>
                    </ns1:cubicBezTo>
                    <ns1:cubicBezTo>
                      <ns1:pt x="8" y="7"/>
                      <ns1:pt x="10" y="6"/>
                      <ns1:pt x="14" y="7"/>
                    </ns1:cubicBezTo>
                    <ns1:cubicBezTo>
                      <ns1:pt x="20" y="8"/>
                      <ns1:pt x="26" y="7"/>
                      <ns1:pt x="32" y="6"/>
                    </ns1:cubicBezTo>
                    <ns1:cubicBezTo>
                      <ns1:pt x="44" y="5"/>
                      <ns1:pt x="56" y="2"/>
                      <ns1:pt x="69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3" name="Freeform 26"/>
              <ns0:cNvSpPr/>
              <ns0:nvPr/>
            </ns0:nvSpPr>
            <ns0:spPr bwMode="auto">
              <ns1:xfrm>
                <ns1:off x="6980818" y="431805"/>
                <ns1:ext cx="399165" cy="346400"/>
              </ns1:xfrm>
              <ns1:custGeom>
                <ns1:avLst/>
                <ns1:gdLst>
                  <ns1:gd name="T0" fmla="*/ 61 w 61"/>
                  <ns1:gd name="T1" fmla="*/ 0 h 53"/>
                  <ns1:gd name="T2" fmla="*/ 54 w 61"/>
                  <ns1:gd name="T3" fmla="*/ 51 h 53"/>
                  <ns1:gd name="T4" fmla="*/ 53 w 61"/>
                  <ns1:gd name="T5" fmla="*/ 52 h 53"/>
                  <ns1:gd name="T6" fmla="*/ 44 w 61"/>
                  <ns1:gd name="T7" fmla="*/ 42 h 53"/>
                  <ns1:gd name="T8" fmla="*/ 38 w 61"/>
                  <ns1:gd name="T9" fmla="*/ 41 h 53"/>
                  <ns1:gd name="T10" fmla="*/ 0 w 61"/>
                  <ns1:gd name="T11" fmla="*/ 53 h 53"/>
                  <ns1:gd name="T12" fmla="*/ 61 w 61"/>
                  <ns1:gd name="T13" fmla="*/ 0 h 5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61" h="53">
                    <ns1:moveTo>
                      <ns1:pt x="61" y="0"/>
                    </ns1:moveTo>
                    <ns1:cubicBezTo>
                      <ns1:pt x="59" y="18"/>
                      <ns1:pt x="56" y="34"/>
                      <ns1:pt x="54" y="51"/>
                    </ns1:cubicBezTo>
                    <ns1:cubicBezTo>
                      <ns1:pt x="54" y="52"/>
                      <ns1:pt x="53" y="52"/>
                      <ns1:pt x="53" y="52"/>
                    </ns1:cubicBezTo>
                    <ns1:cubicBezTo>
                      <ns1:pt x="50" y="49"/>
                      <ns1:pt x="47" y="45"/>
                      <ns1:pt x="44" y="42"/>
                    </ns1:cubicBezTo>
                    <ns1:cubicBezTo>
                      <ns1:pt x="42" y="41"/>
                      <ns1:pt x="40" y="40"/>
                      <ns1:pt x="38" y="41"/>
                    </ns1:cubicBezTo>
                    <ns1:cubicBezTo>
                      <ns1:pt x="26" y="45"/>
                      <ns1:pt x="13" y="49"/>
                      <ns1:pt x="0" y="53"/>
                    </ns1:cubicBezTo>
                    <ns1:cubicBezTo>
                      <ns1:pt x="20" y="35"/>
                      <ns1:pt x="40" y="18"/>
                      <ns1:pt x="61" y="0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 dirty="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  <ns0:sp>
            <ns0:nvSpPr>
              <ns0:cNvPr id="14" name="Freeform 27"/>
              <ns0:cNvSpPr/>
              <ns0:nvPr/>
            </ns0:nvSpPr>
            <ns0:spPr bwMode="auto">
              <ns1:xfrm>
                <ns1:off x="7737855" y="1806408"/>
                <ns1:ext cx="264274" cy="85226"/>
              </ns1:xfrm>
              <ns1:custGeom>
                <ns1:avLst/>
                <ns1:gdLst>
                  <ns1:gd name="T0" fmla="*/ 38 w 40"/>
                  <ns1:gd name="T1" fmla="*/ 13 h 13"/>
                  <ns1:gd name="T2" fmla="*/ 0 w 40"/>
                  <ns1:gd name="T3" fmla="*/ 1 h 13"/>
                  <ns1:gd name="T4" fmla="*/ 0 w 40"/>
                  <ns1:gd name="T5" fmla="*/ 0 h 13"/>
                  <ns1:gd name="T6" fmla="*/ 30 w 40"/>
                  <ns1:gd name="T7" fmla="*/ 2 h 13"/>
                  <ns1:gd name="T8" fmla="*/ 38 w 40"/>
                  <ns1:gd name="T9" fmla="*/ 13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40" h="13">
                    <ns1:moveTo>
                      <ns1:pt x="38" y="13"/>
                    </ns1:moveTo>
                    <ns1:cubicBezTo>
                      <ns1:pt x="25" y="9"/>
                      <ns1:pt x="12" y="5"/>
                      <ns1:pt x="0" y="1"/>
                    </ns1:cubicBez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10" y="1"/>
                      <ns1:pt x="20" y="1"/>
                      <ns1:pt x="30" y="2"/>
                    </ns1:cubicBezTo>
                    <ns1:cubicBezTo>
                      <ns1:pt x="37" y="3"/>
                      <ns1:pt x="40" y="7"/>
                      <ns1:pt x="38" y="13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 sz="2800">
                  <ns1:latin typeface="微软雅黑" panose="020B0503020204020204" pitchFamily="34" charset="-122"/>
                  <ns1:ea typeface="微软雅黑" panose="020B0503020204020204" pitchFamily="34" charset="-122"/>
                </ns1:endParaRPr>
              </ns1:p>
            </ns0:txBody>
          </ns0:sp>
        </ns0:grpSp>
      </ns0:grpSp>
      <ns0:grpSp>
        <ns0:nvGrpSpPr>
          <ns0:cNvPr id="21" name="组合 20"/>
          <ns0:cNvGrpSpPr/>
          <ns0:nvPr userDrawn="1"/>
        </ns0:nvGrpSpPr>
        <ns0:grpSpPr>
          <ns1:xfrm>
            <ns1:off x="8022237" y="0"/>
            <ns1:ext cx="144000" cy="6858000"/>
            <ns1:chOff x="8420269" y="0"/>
            <ns1:chExt cx="144000" cy="6858000"/>
          </ns1:xfrm>
        </ns0:grpSpPr>
        <ns0:cxnSp>
          <ns0:nvCxnSpPr>
            <ns0:cNvPr id="22" name="直接连接符 21"/>
            <ns0:cNvCxnSpPr/>
            <ns0:nvPr/>
          </ns0:nvCxnSpPr>
          <ns0:spPr>
            <ns1:xfrm>
              <ns1:off x="8492269" y="0"/>
              <ns1:ext cx="0" cy="6858000"/>
            </ns1:xfrm>
            <ns1:prstGeom prst="line">
              <ns1:avLst/>
            </ns1:prstGeom>
            <ns1:ln w="28575">
              <ns1:solidFill>
                <ns1:srgbClr val="123A85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23" name="组合 22"/>
            <ns0:cNvGrpSpPr/>
            <ns0:nvPr/>
          </ns0:nvGrpSpPr>
          <ns0:grpSpPr>
            <ns1:xfrm>
              <ns1:off x="8420269" y="925102"/>
              <ns1:ext cx="144000" cy="5007797"/>
              <ns1:chOff x="8420269" y="1064953"/>
              <ns1:chExt cx="144000" cy="5007797"/>
            </ns1:xfrm>
          </ns0:grpSpPr>
          <ns0:sp>
            <ns0:nvSpPr>
              <ns0:cNvPr id="24" name="椭圆 23"/>
              <ns0:cNvSpPr/>
              <ns0:nvPr/>
            </ns0:nvSpPr>
            <ns0:spPr>
              <ns1:xfrm flipH="1">
                <ns1:off x="8420269" y="1064953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/>
              </ns1:p>
            </ns0:txBody>
          </ns0:sp>
          <ns0:sp>
            <ns0:nvSpPr>
              <ns0:cNvPr id="25" name="椭圆 24"/>
              <ns0:cNvSpPr/>
              <ns0:nvPr/>
            </ns0:nvSpPr>
            <ns0:spPr>
              <ns1:xfrm flipH="1">
                <ns1:off x="8420269" y="1875586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6" name="椭圆 25"/>
              <ns0:cNvSpPr/>
              <ns0:nvPr/>
            </ns0:nvSpPr>
            <ns0:spPr>
              <ns1:xfrm flipH="1">
                <ns1:off x="8420269" y="2686219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7" name="椭圆 26"/>
              <ns0:cNvSpPr/>
              <ns0:nvPr/>
            </ns0:nvSpPr>
            <ns0:spPr>
              <ns1:xfrm flipH="1">
                <ns1:off x="8420269" y="3496852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8" name="椭圆 27"/>
              <ns0:cNvSpPr/>
              <ns0:nvPr/>
            </ns0:nvSpPr>
            <ns0:spPr>
              <ns1:xfrm flipH="1">
                <ns1:off x="8420269" y="4307485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29" name="椭圆 28"/>
              <ns0:cNvSpPr/>
              <ns0:nvPr/>
            </ns0:nvSpPr>
            <ns0:spPr>
              <ns1:xfrm flipH="1">
                <ns1:off x="8420269" y="5118118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  <ns0:sp>
            <ns0:nvSpPr>
              <ns0:cNvPr id="30" name="椭圆 29"/>
              <ns0:cNvSpPr/>
              <ns0:nvPr/>
            </ns0:nvSpPr>
            <ns0:spPr>
              <ns1:xfrm flipH="1">
                <ns1:off x="8420269" y="5928750"/>
                <ns1:ext cx="144000" cy="144000"/>
              </ns1:xfrm>
              <ns1:prstGeom prst="ellipse">
                <ns1:avLst/>
              </ns1:prstGeom>
              <ns1:solidFill>
                <ns1:srgbClr val="123A85"/>
              </ns1:solidFill>
              <ns1:ln w="28575">
                <ns1:solidFill>
                  <ns1:srgbClr val="123A85"/>
                </ns1:solidFill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ot="0" spcFirstLastPara="0" vert="horz" wrap="square" lIns="91440" tIns="45720" rIns="91440" bIns="45720" numCol="1" spcCol="0" rtlCol="0" fromWordArt="0" anchor="ctr" anchorCtr="0" forceAA="0" compatLnSpc="1">
                <ns1:noAutofit/>
              </ns1:bodyPr>
              <ns1:lstStyle>
                <ns1:defPPr>
                  <ns1:defRPr lang="zh-CN"/>
                </ns1:defPPr>
                <ns1:lvl1pPr marL="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1pPr>
                <ns1:lvl2pPr marL="457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2pPr>
                <ns1:lvl3pPr marL="914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3pPr>
                <ns1:lvl4pPr marL="1371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4pPr>
                <ns1:lvl5pPr marL="18288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5pPr>
                <ns1:lvl6pPr marL="22860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6pPr>
                <ns1:lvl7pPr marL="27432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7pPr>
                <ns1:lvl8pPr marL="32004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8pPr>
                <ns1:lvl9pPr marL="3657600" algn="l" defTabSz="914400" rtl="0" eaLnBrk="1" latinLnBrk="0" hangingPunct="1">
                  <ns1:defRPr sz="1800" kern="1200">
                    <ns1:solidFill>
                      <ns1:schemeClr val="lt1"/>
                    </ns1:solidFill>
                    <ns1:latin typeface="+mn-lt"/>
                    <ns1:ea typeface="+mn-ea"/>
                    <ns1:cs typeface="+mn-cs"/>
                  </ns1:defRPr>
                </ns1:lvl9pPr>
              </ns1:lstStyle>
              <ns1:p>
                <ns1:pPr algn="ctr"/>
                <ns1:endParaRPr lang="zh-CN" altLang="en-US"/>
              </ns1:p>
            </ns0:txBody>
          </ns0:sp>
        </ns0:grpSp>
      </ns0:grp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preserve="1" userDrawn="1">
  <ns0:cSld name="3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5" name="直接连接符 4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06" name="矩形: 单圆角 205"/>
          <ns0:cNvSpPr/>
          <ns0:nvPr/>
        </ns0:nvSpPr>
        <ns0:spPr>
          <ns1:xfrm>
            <ns1:off x="1" y="146988"/>
            <ns1:ext cx="3124199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grpSp>
        <ns0:nvGrpSpPr>
          <ns0:cNvPr id="203" name="组合 202"/>
          <ns0:cNvGrpSpPr/>
          <ns0:nvPr userDrawn="1"/>
        </ns0:nvGrpSpPr>
        <ns0:grpSpPr>
          <ns1:xfrm>
            <ns1:off x="10464801" y="6410172"/>
            <ns1:ext cx="1480042" cy="331731"/>
            <ns1:chOff x="5189030" y="750296"/>
            <ns1:chExt cx="4652816" cy="1042863"/>
          </ns1:xfrm>
        </ns0:grpSpPr>
        <ns0:grpSp>
          <ns0:nvGrpSpPr>
            <ns0:cNvPr id="204" name="组合 203"/>
            <ns0:cNvGrpSpPr>
              <ns1:grpSpLocks noChangeAspect="1"/>
            </ns0:cNvGrpSpPr>
            <ns0:nvPr/>
          </ns0:nvGrpSpPr>
          <ns0:grpSpPr>
            <ns1:xfrm>
              <ns1:off x="5189030" y="750296"/>
              <ns1:ext cx="4651430" cy="1042863"/>
              <ns1:chOff x="3247290" y="1371036"/>
              <ns1:chExt cx="3126910" cy="701061"/>
            </ns1:xfrm>
            <ns1:solidFill>
              <ns1:schemeClr val="bg1"/>
            </ns1:solidFill>
          </ns0:grpSpPr>
          <ns0:grpSp>
            <ns0:nvGrpSpPr>
              <ns0:cNvPr id="215" name="组合 24"/>
              <ns0:cNvGrpSpPr>
                <ns1:grpSpLocks noChangeAspect="1"/>
              </ns0:cNvGrpSpPr>
              <ns0:nvPr/>
            </ns0:nvGrpSpPr>
            <ns0:grpSpPr>
              <ns1:xfrm>
                <ns1:off x="3247290" y="1371036"/>
                <ns1:ext cx="1344788" cy="335722"/>
                <ns1:chOff x="-4478338" y="-4232275"/>
                <ns1:chExt cx="6632576" cy="1838325"/>
              </ns1:xfrm>
              <ns1:grpFill/>
            </ns0:grpSpPr>
            <ns0:sp>
              <ns0:nvSpPr>
                <ns0:cNvPr id="331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2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3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4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5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6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7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8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39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40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41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42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216" name="组合 215"/>
              <ns0:cNvGrpSpPr>
                <ns1:grpSpLocks noChangeAspect="1"/>
              </ns0:cNvGrpSpPr>
              <ns0:nvPr/>
            </ns0:nvGrpSpPr>
            <ns0:grpSpPr>
              <ns1:xfrm>
                <ns1:off x="4633715" y="1400019"/>
                <ns1:ext cx="1740485" cy="271886"/>
                <ns1:chOff x="4755276" y="1404345"/>
                <ns1:chExt cx="1620593" cy="253157"/>
              </ns1:xfrm>
              <ns1:grpFill/>
            </ns0:grpSpPr>
            <ns0:sp>
              <ns0:nvSpPr>
                <ns0:cNvPr id="270" name="文本框 269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271" name="组合 270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329" name="文本框 328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30" name="文本框 329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2" name="组合 271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286" name="文本框 285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7" name="文本框 286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27" name="文本框 326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28" name="文本框 327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3" name="组合 272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282" name="文本框 281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3" name="文本框 282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4" name="文本框 283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5" name="文本框 284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4" name="组合 273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280" name="文本框 279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81" name="文本框 280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275" name="组合 274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276" name="文本框 275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77" name="文本框 276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78" name="文本框 277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279" name="文本框 278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  <ns0:grpSp>
            <ns0:nvGrpSpPr>
              <ns0:cNvPr id="217" name="组合 216"/>
              <ns0:cNvGrpSpPr>
                <ns1:grpSpLocks noChangeAspect="1"/>
              </ns0:cNvGrpSpPr>
              <ns0:nvPr/>
            </ns0:nvGrpSpPr>
            <ns0:grpSpPr>
              <ns1:xfrm>
                <ns1:off x="3269966" y="1808731"/>
                <ns1:ext cx="3055973" cy="263366"/>
                <ns1:chOff x="3341483" y="2044383"/>
                <ns1:chExt cx="3592904" cy="309637"/>
              </ns1:xfrm>
              <ns1:grpFill/>
            </ns0:grpSpPr>
            <ns0:sp>
              <ns0:nvSpPr>
                <ns0:cNvPr id="218" name="文本框 217"/>
                <ns0:cNvSpPr txBox="1"/>
                <ns0:nvPr/>
              </ns0:nvSpPr>
              <ns0:spPr>
                <ns1:xfrm>
                  <ns1:off x="3348255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19" name="文本框 218"/>
                <ns0:cNvSpPr txBox="1"/>
                <ns0:nvPr/>
              </ns0:nvSpPr>
              <ns0:spPr>
                <ns1:xfrm>
                  <ns1:off x="3431897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0" name="文本框 219"/>
                <ns0:cNvSpPr txBox="1"/>
                <ns0:nvPr/>
              </ns0:nvSpPr>
              <ns0:spPr>
                <ns1:xfrm>
                  <ns1:off x="3650972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1" name="文本框 220"/>
                <ns0:cNvSpPr txBox="1"/>
                <ns0:nvPr/>
              </ns0:nvSpPr>
              <ns0:spPr>
                <ns1:xfrm>
                  <ns1:off x="377479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2" name="文本框 221"/>
                <ns0:cNvSpPr txBox="1"/>
                <ns0:nvPr/>
              </ns0:nvSpPr>
              <ns0:spPr>
                <ns1:xfrm>
                  <ns1:off x="40224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3" name="文本框 222"/>
                <ns0:cNvSpPr txBox="1"/>
                <ns0:nvPr/>
              </ns0:nvSpPr>
              <ns0:spPr>
                <ns1:xfrm>
                  <ns1:off x="45558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8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4" name="文本框 223"/>
                <ns0:cNvSpPr txBox="1"/>
                <ns0:nvPr/>
              </ns0:nvSpPr>
              <ns0:spPr>
                <ns1:xfrm>
                  <ns1:off x="51559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8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5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5" name="文本框 224"/>
                <ns0:cNvSpPr txBox="1"/>
                <ns0:nvPr/>
              </ns0:nvSpPr>
              <ns0:spPr>
                <ns1:xfrm>
                  <ns1:off x="526278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6" name="文本框 225"/>
                <ns0:cNvSpPr txBox="1"/>
                <ns0:nvPr/>
              </ns0:nvSpPr>
              <ns0:spPr>
                <ns1:xfrm>
                  <ns1:off x="589143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7" name="文本框 226"/>
                <ns0:cNvSpPr txBox="1"/>
                <ns0:nvPr/>
              </ns0:nvSpPr>
              <ns0:spPr>
                <ns1:xfrm>
                  <ns1:off x="61560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5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8" name="文本框 227"/>
                <ns0:cNvSpPr txBox="1"/>
                <ns0:nvPr/>
              </ns0:nvSpPr>
              <ns0:spPr>
                <ns1:xfrm>
                  <ns1:off x="67561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6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5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29" name="文本框 228"/>
                <ns0:cNvSpPr txBox="1"/>
                <ns0:nvPr/>
              </ns0:nvSpPr>
              <ns0:spPr>
                <ns1:xfrm>
                  <ns1:off x="6863544" y="2044383"/>
                  <ns1:ext cx="70843" cy="119138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0" name="文本框 229"/>
                <ns0:cNvSpPr txBox="1"/>
                <ns0:nvPr/>
              </ns0:nvSpPr>
              <ns0:spPr>
                <ns1:xfrm>
                  <ns1:off x="3544113" y="20463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1" name="文本框 230"/>
                <ns0:cNvSpPr txBox="1"/>
                <ns0:nvPr/>
              </ns0:nvSpPr>
              <ns0:spPr>
                <ns1:xfrm>
                  <ns1:off x="3906063" y="2046318"/>
                  <ns1:ext cx="6079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079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02096"/>
                      </ns1:lnTo>
                      <ns1:lnTo>
                        <ns1:pt x="60796" y="102096"/>
                      </ns1:lnTo>
                      <ns1:lnTo>
                        <ns1:pt x="60796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2" name="文本框 231"/>
                <ns0:cNvSpPr txBox="1"/>
                <ns0:nvPr/>
              </ns0:nvSpPr>
              <ns0:spPr>
                <ns1:xfrm>
                  <ns1:off x="4153713" y="2046318"/>
                  <ns1:ext cx="5938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59382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1792"/>
                      </ns1:lnTo>
                      <ns1:lnTo>
                        <ns1:pt x="56108" y="51792"/>
                      </ns1:lnTo>
                      <ns1:lnTo>
                        <ns1:pt x="56108" y="64889"/>
                      </ns1:lnTo>
                      <ns1:lnTo>
                        <ns1:pt x="14883" y="6488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3" name="文本框 232"/>
                <ns0:cNvSpPr txBox="1"/>
                <ns0:nvPr/>
              </ns0:nvSpPr>
              <ns0:spPr>
                <ns1:xfrm>
                  <ns1:off x="42643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4" name="文本框 233"/>
                <ns0:cNvSpPr txBox="1"/>
                <ns0:nvPr/>
              </ns0:nvSpPr>
              <ns0:spPr>
                <ns1:xfrm>
                  <ns1:off x="4382313" y="20463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5" name="文本框 234"/>
                <ns0:cNvSpPr txBox="1"/>
                <ns0:nvPr/>
              </ns0:nvSpPr>
              <ns0:spPr>
                <ns1:xfrm>
                  <ns1:off x="44680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6" name="文本框 235"/>
                <ns0:cNvSpPr txBox="1"/>
                <ns0:nvPr/>
              </ns0:nvSpPr>
              <ns0:spPr>
                <ns1:xfrm>
                  <ns1:off x="46871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7" name="文本框 236"/>
                <ns0:cNvSpPr txBox="1"/>
                <ns0:nvPr/>
              </ns0:nvSpPr>
              <ns0:spPr>
                <ns1:xfrm>
                  <ns1:off x="47977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8" name="文本框 237"/>
                <ns0:cNvSpPr txBox="1"/>
                <ns0:nvPr/>
              </ns0:nvSpPr>
              <ns0:spPr>
                <ns1:xfrm>
                  <ns1:off x="49142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5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39" name="文本框 238"/>
                <ns0:cNvSpPr txBox="1"/>
                <ns0:nvPr/>
              </ns0:nvSpPr>
              <ns0:spPr>
                <ns1:xfrm>
                  <ns1:off x="50183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0" name="文本框 239"/>
                <ns0:cNvSpPr txBox="1"/>
                <ns0:nvPr/>
              </ns0:nvSpPr>
              <ns0:spPr>
                <ns1:xfrm>
                  <ns1:off x="51157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1" name="文本框 240"/>
                <ns0:cNvSpPr txBox="1"/>
                <ns0:nvPr/>
              </ns0:nvSpPr>
              <ns0:spPr>
                <ns1:xfrm>
                  <ns1:off x="538831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2" name="文本框 241"/>
                <ns0:cNvSpPr txBox="1"/>
                <ns0:nvPr/>
              </ns0:nvSpPr>
              <ns0:spPr>
                <ns1:xfrm>
                  <ns1:off x="550626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3" name="文本框 242"/>
                <ns0:cNvSpPr txBox="1"/>
                <ns0:nvPr/>
              </ns0:nvSpPr>
              <ns0:spPr>
                <ns1:xfrm>
                  <ns1:off x="5630088" y="2046318"/>
                  <ns1:ext cx="9383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3836" h="115267">
                      <ns1:moveTo>
                        <ns1:pt x="0" y="0"/>
                      </ns1:moveTo>
                      <ns1:lnTo>
                        <ns1:pt x="32891" y="0"/>
                      </ns1:lnTo>
                      <ns1:cubicBezTo>
                        <ns1:pt x="50353" y="0"/>
                        <ns1:pt x="64877" y="5085"/>
                        <ns1:pt x="76460" y="15255"/>
                      </ns1:cubicBezTo>
                      <ns1:cubicBezTo>
                        <ns1:pt x="88044" y="25424"/>
                        <ns1:pt x="93836" y="39067"/>
                        <ns1:pt x="93836" y="56182"/>
                      </ns1:cubicBezTo>
                      <ns1:cubicBezTo>
                        <ns1:pt x="93836" y="74042"/>
                        <ns1:pt x="88044" y="88354"/>
                        <ns1:pt x="76460" y="99119"/>
                      </ns1:cubicBezTo>
                      <ns1:cubicBezTo>
                        <ns1:pt x="64877" y="109885"/>
                        <ns1:pt x="49957" y="115267"/>
                        <ns1:pt x="31700" y="115267"/>
                      </ns1:cubicBez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245"/>
                      </ns1:moveTo>
                      <ns1:lnTo>
                        <ns1:pt x="14883" y="102096"/>
                      </ns1:lnTo>
                      <ns1:lnTo>
                        <ns1:pt x="31626" y="102096"/>
                      </ns1:lnTo>
                      <ns1:cubicBezTo>
                        <ns1:pt x="46261" y="102096"/>
                        <ns1:pt x="57683" y="98102"/>
                        <ns1:pt x="65894" y="90115"/>
                      </ns1:cubicBezTo>
                      <ns1:cubicBezTo>
                        <ns1:pt x="74104" y="82128"/>
                        <ns1:pt x="78209" y="70941"/>
                        <ns1:pt x="78209" y="56554"/>
                      </ns1:cubicBezTo>
                      <ns1:cubicBezTo>
                        <ns1:pt x="78209" y="42168"/>
                        <ns1:pt x="73992" y="31353"/>
                        <ns1:pt x="65559" y="24110"/>
                      </ns1:cubicBezTo>
                      <ns1:cubicBezTo>
                        <ns1:pt x="57125" y="16867"/>
                        <ns1:pt x="46037" y="13245"/>
                        <ns1:pt x="32296" y="13245"/>
                      </ns1:cubicBezTo>
                      <ns1:lnTo>
                        <ns1:pt x="14883" y="13245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4" name="文本框 243"/>
                <ns0:cNvSpPr txBox="1"/>
                <ns0:nvPr/>
              </ns0:nvSpPr>
              <ns0:spPr>
                <ns1:xfrm>
                  <ns1:off x="5778842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5" name="文本框 244"/>
                <ns0:cNvSpPr txBox="1"/>
                <ns0:nvPr/>
              </ns0:nvSpPr>
              <ns0:spPr>
                <ns1:xfrm>
                  <ns1:off x="59708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6" name="文本框 245"/>
                <ns0:cNvSpPr txBox="1"/>
                <ns0:nvPr/>
              </ns0:nvSpPr>
              <ns0:spPr>
                <ns1:xfrm>
                  <ns1:off x="60682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8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59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7" name="文本框 246"/>
                <ns0:cNvSpPr txBox="1"/>
                <ns0:nvPr/>
              </ns0:nvSpPr>
              <ns0:spPr>
                <ns1:xfrm>
                  <ns1:off x="62873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5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8" name="文本框 247"/>
                <ns0:cNvSpPr txBox="1"/>
                <ns0:nvPr/>
              </ns0:nvSpPr>
              <ns0:spPr>
                <ns1:xfrm>
                  <ns1:off x="63979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49" name="文本框 248"/>
                <ns0:cNvSpPr txBox="1"/>
                <ns0:nvPr/>
              </ns0:nvSpPr>
              <ns0:spPr>
                <ns1:xfrm>
                  <ns1:off x="65144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0" name="文本框 249"/>
                <ns0:cNvSpPr txBox="1"/>
                <ns0:nvPr/>
              </ns0:nvSpPr>
              <ns0:spPr>
                <ns1:xfrm>
                  <ns1:off x="66185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1" name="文本框 250"/>
                <ns0:cNvSpPr txBox="1"/>
                <ns0:nvPr/>
              </ns0:nvSpPr>
              <ns0:spPr>
                <ns1:xfrm>
                  <ns1:off x="67159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2" name="文本框 251"/>
                <ns0:cNvSpPr txBox="1"/>
                <ns0:nvPr/>
              </ns0:nvSpPr>
              <ns0:spPr>
                <ns1:xfrm>
                  <ns1:off x="3984347" y="2234883"/>
                  <ns1:ext cx="9458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580" h="119137">
                      <ns1:moveTo>
                        <ns1:pt x="60201" y="0"/>
                      </ns1:moveTo>
                      <ns1:cubicBezTo>
                        <ns1:pt x="72652" y="0"/>
                        <ns1:pt x="83194" y="1984"/>
                        <ns1:pt x="91827" y="5953"/>
                      </ns1:cubicBezTo>
                      <ns1:lnTo>
                        <ns1:pt x="91827" y="22027"/>
                      </ns1:lnTo>
                      <ns1:cubicBezTo>
                        <ns1:pt x="82599" y="16222"/>
                        <ns1:pt x="71611" y="13320"/>
                        <ns1:pt x="58861" y="13320"/>
                      </ns1:cubicBezTo>
                      <ns1:cubicBezTo>
                        <ns1:pt x="46310" y="13320"/>
                        <ns1:pt x="35966" y="17611"/>
                        <ns1:pt x="27830" y="26194"/>
                      </ns1:cubicBezTo>
                      <ns1:cubicBezTo>
                        <ns1:pt x="19694" y="34776"/>
                        <ns1:pt x="15627" y="46087"/>
                        <ns1:pt x="15627" y="60127"/>
                      </ns1:cubicBezTo>
                      <ns1:cubicBezTo>
                        <ns1:pt x="15627" y="74563"/>
                        <ns1:pt x="19372" y="85799"/>
                        <ns1:pt x="26863" y="93836"/>
                      </ns1:cubicBezTo>
                      <ns1:cubicBezTo>
                        <ns1:pt x="34354" y="101873"/>
                        <ns1:pt x="44474" y="105891"/>
                        <ns1:pt x="57224" y="105891"/>
                      </ns1:cubicBezTo>
                      <ns1:cubicBezTo>
                        <ns1:pt x="66005" y="105891"/>
                        <ns1:pt x="73471" y="104204"/>
                        <ns1:pt x="79623" y="100831"/>
                      </ns1:cubicBezTo>
                      <ns1:lnTo>
                        <ns1:pt x="79623" y="69652"/>
                      </ns1:lnTo>
                      <ns1:lnTo>
                        <ns1:pt x="54619" y="69652"/>
                      </ns1:lnTo>
                      <ns1:lnTo>
                        <ns1:pt x="54619" y="56480"/>
                      </ns1:lnTo>
                      <ns1:lnTo>
                        <ns1:pt x="94580" y="56480"/>
                      </ns1:lnTo>
                      <ns1:lnTo>
                        <ns1:pt x="94580" y="109314"/>
                      </ns1:lnTo>
                      <ns1:cubicBezTo>
                        <ns1:pt x="83070" y="115863"/>
                        <ns1:pt x="70073" y="119137"/>
                        <ns1:pt x="55587" y="119137"/>
                      </ns1:cubicBezTo>
                      <ns1:cubicBezTo>
                        <ns1:pt x="38918" y="119137"/>
                        <ns1:pt x="25486" y="113866"/>
                        <ns1:pt x="15292" y="103324"/>
                      </ns1:cubicBezTo>
                      <ns1:cubicBezTo>
                        <ns1:pt x="5097" y="92782"/>
                        <ns1:pt x="0" y="78705"/>
                        <ns1:pt x="0" y="61094"/>
                      </ns1:cubicBezTo>
                      <ns1:cubicBezTo>
                        <ns1:pt x="0" y="43284"/>
                        <ns1:pt x="5630" y="28649"/>
                        <ns1:pt x="16892" y="17190"/>
                      </ns1:cubicBezTo>
                      <ns1:cubicBezTo>
                        <ns1:pt x="28153" y="5730"/>
                        <ns1:pt x="42589" y="0"/>
                        <ns1:pt x="60201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3" name="文本框 252"/>
                <ns0:cNvSpPr txBox="1"/>
                <ns0:nvPr/>
              </ns0:nvSpPr>
              <ns0:spPr>
                <ns1:xfrm>
                  <ns1:off x="4719855" y="22348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3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4" name="文本框 253"/>
                <ns0:cNvSpPr txBox="1"/>
                <ns0:nvPr/>
              </ns0:nvSpPr>
              <ns0:spPr>
                <ns1:xfrm>
                  <ns1:off x="3341483" y="2236818"/>
                  <ns1:ext cx="8825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256" h="115267">
                      <ns1:moveTo>
                        <ns1:pt x="5209" y="0"/>
                      </ns1:moveTo>
                      <ns1:lnTo>
                        <ns1:pt x="88256" y="0"/>
                      </ns1:lnTo>
                      <ns1:lnTo>
                        <ns1:pt x="88256" y="4465"/>
                      </ns1:lnTo>
                      <ns1:lnTo>
                        <ns1:pt x="21804" y="102096"/>
                      </ns1:lnTo>
                      <ns1:lnTo>
                        <ns1:pt x="86767" y="102096"/>
                      </ns1:lnTo>
                      <ns1:lnTo>
                        <ns1:pt x="86767" y="115267"/>
                      </ns1:lnTo>
                      <ns1:lnTo>
                        <ns1:pt x="0" y="115267"/>
                      </ns1:lnTo>
                      <ns1:lnTo>
                        <ns1:pt x="0" y="110207"/>
                      </ns1:lnTo>
                      <ns1:lnTo>
                        <ns1:pt x="66006" y="13245"/>
                      </ns1:lnTo>
                      <ns1:lnTo>
                        <ns1:pt x="5209" y="13245"/>
                      </ns1:lnTo>
                      <ns1:lnTo>
                        <ns1:pt x="5209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5" name="文本框 254"/>
                <ns0:cNvSpPr txBox="1"/>
                <ns0:nvPr/>
              </ns0:nvSpPr>
              <ns0:spPr>
                <ns1:xfrm>
                  <ns1:off x="3448863" y="22368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6" name="文本框 255"/>
                <ns0:cNvSpPr txBox="1"/>
                <ns0:nvPr/>
              </ns0:nvSpPr>
              <ns0:spPr>
                <ns1:xfrm>
                  <ns1:off x="3563163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7" name="文本框 256"/>
                <ns0:cNvSpPr txBox="1"/>
                <ns0:nvPr/>
              </ns0:nvSpPr>
              <ns0:spPr>
                <ns1:xfrm>
                  <ns1:off x="3645316" y="2236818"/>
                  <ns1:ext cx="44649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44649" h="117202">
                      <ns1:moveTo>
                        <ns1:pt x="29766" y="0"/>
                      </ns1:moveTo>
                      <ns1:lnTo>
                        <ns1:pt x="44649" y="0"/>
                      </ns1:lnTo>
                      <ns1:lnTo>
                        <ns1:pt x="44649" y="73446"/>
                      </ns1:lnTo>
                      <ns1:cubicBezTo>
                        <ns1:pt x="44649" y="87387"/>
                        <ns1:pt x="41697" y="98164"/>
                        <ns1:pt x="35793" y="105779"/>
                      </ns1:cubicBezTo>
                      <ns1:cubicBezTo>
                        <ns1:pt x="29890" y="113394"/>
                        <ns1:pt x="21853" y="117202"/>
                        <ns1:pt x="11683" y="117202"/>
                      </ns1:cubicBezTo>
                      <ns1:cubicBezTo>
                        <ns1:pt x="6970" y="117202"/>
                        <ns1:pt x="3076" y="116507"/>
                        <ns1:pt x="0" y="115118"/>
                      </ns1:cubicBezTo>
                      <ns1:lnTo>
                        <ns1:pt x="0" y="100608"/>
                      </ns1:lnTo>
                      <ns1:cubicBezTo>
                        <ns1:pt x="3076" y="102840"/>
                        <ns1:pt x="6945" y="103956"/>
                        <ns1:pt x="11609" y="103956"/>
                      </ns1:cubicBezTo>
                      <ns1:cubicBezTo>
                        <ns1:pt x="23713" y="103956"/>
                        <ns1:pt x="29766" y="93786"/>
                        <ns1:pt x="29766" y="73446"/>
                      </ns1:cubicBezTo>
                      <ns1:lnTo>
                        <ns1:pt x="29766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8" name="文本框 257"/>
                <ns0:cNvSpPr txBox="1"/>
                <ns0:nvPr/>
              </ns0:nvSpPr>
              <ns0:spPr>
                <ns1:xfrm>
                  <ns1:off x="3715563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59" name="文本框 258"/>
                <ns0:cNvSpPr txBox="1"/>
                <ns0:nvPr/>
              </ns0:nvSpPr>
              <ns0:spPr>
                <ns1:xfrm>
                  <ns1:off x="3750017" y="22368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0" name="文本框 259"/>
                <ns0:cNvSpPr txBox="1"/>
                <ns0:nvPr/>
              </ns0:nvSpPr>
              <ns0:spPr>
                <ns1:xfrm>
                  <ns1:off x="386796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1" name="文本框 260"/>
                <ns0:cNvSpPr txBox="1"/>
                <ns0:nvPr/>
              </ns0:nvSpPr>
              <ns0:spPr>
                <ns1:xfrm>
                  <ns1:off x="4152299" y="22368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2" name="文本框 261"/>
                <ns0:cNvSpPr txBox="1"/>
                <ns0:nvPr/>
              </ns0:nvSpPr>
              <ns0:spPr>
                <ns1:xfrm>
                  <ns1:off x="426801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3" name="文本框 262"/>
                <ns0:cNvSpPr txBox="1"/>
                <ns0:nvPr/>
              </ns0:nvSpPr>
              <ns0:spPr>
                <ns1:xfrm>
                  <ns1:off x="43918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4" name="文本框 263"/>
                <ns0:cNvSpPr txBox="1"/>
                <ns0:nvPr/>
              </ns0:nvSpPr>
              <ns0:spPr>
                <ns1:xfrm>
                  <ns1:off x="4425920" y="2236818"/>
                  <ns1:ext cx="10038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0384" h="115267">
                      <ns1:moveTo>
                        <ns1:pt x="0" y="0"/>
                      </ns1:moveTo>
                      <ns1:lnTo>
                        <ns1:pt x="16520" y="0"/>
                      </ns1:lnTo>
                      <ns1:lnTo>
                        <ns1:pt x="47550" y="90115"/>
                      </ns1:lnTo>
                      <ns1:cubicBezTo>
                        <ns1:pt x="48592" y="93092"/>
                        <ns1:pt x="49361" y="96540"/>
                        <ns1:pt x="49857" y="100459"/>
                      </ns1:cubicBezTo>
                      <ns1:lnTo>
                        <ns1:pt x="50229" y="100459"/>
                      </ns1:lnTo>
                      <ns1:cubicBezTo>
                        <ns1:pt x="50626" y="97036"/>
                        <ns1:pt x="51494" y="93538"/>
                        <ns1:pt x="52834" y="89966"/>
                      </ns1:cubicBezTo>
                      <ns1:lnTo>
                        <ns1:pt x="84460" y="0"/>
                      </ns1:lnTo>
                      <ns1:lnTo>
                        <ns1:pt x="100384" y="0"/>
                      </ns1:lnTo>
                      <ns1:lnTo>
                        <ns1:pt x="58043" y="115267"/>
                      </ns1:lnTo>
                      <ns1:lnTo>
                        <ns1:pt x="41523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5" name="文本框 264"/>
                <ns0:cNvSpPr txBox="1"/>
                <ns0:nvPr/>
              </ns0:nvSpPr>
              <ns0:spPr>
                <ns1:xfrm>
                  <ns1:off x="4544238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6" name="文本框 265"/>
                <ns0:cNvSpPr txBox="1"/>
                <ns0:nvPr/>
              </ns0:nvSpPr>
              <ns0:spPr>
                <ns1:xfrm>
                  <ns1:off x="4629963" y="22368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7" name="文本框 266"/>
                <ns0:cNvSpPr txBox="1"/>
                <ns0:nvPr/>
              </ns0:nvSpPr>
              <ns0:spPr>
                <ns1:xfrm>
                  <ns1:off x="48109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8" name="文本框 267"/>
                <ns0:cNvSpPr txBox="1"/>
                <ns0:nvPr/>
              </ns0:nvSpPr>
              <ns0:spPr>
                <ns1:xfrm>
                  <ns1:off x="4846880" y="22368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69" name="文本框 268"/>
                <ns0:cNvSpPr txBox="1"/>
                <ns0:nvPr/>
              </ns0:nvSpPr>
              <ns0:spPr>
                <ns1:xfrm>
                  <ns1:off x="4930670" y="2236818"/>
                  <ns1:ext cx="8989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9892" h="115267">
                      <ns1:moveTo>
                        <ns1:pt x="0" y="0"/>
                      </ns1:moveTo>
                      <ns1:lnTo>
                        <ns1:pt x="17041" y="0"/>
                      </ns1:lnTo>
                      <ns1:lnTo>
                        <ns1:pt x="41970" y="51048"/>
                      </ns1:lnTo>
                      <ns1:cubicBezTo>
                        <ns1:pt x="42019" y="51097"/>
                        <ns1:pt x="42937" y="53553"/>
                        <ns1:pt x="44723" y="58415"/>
                      </ns1:cubicBezTo>
                      <ns1:lnTo>
                        <ns1:pt x="44946" y="58415"/>
                      </ns1:lnTo>
                      <ns1:cubicBezTo>
                        <ns1:pt x="45542" y="56331"/>
                        <ns1:pt x="46559" y="53900"/>
                        <ns1:pt x="47997" y="51122"/>
                      </ns1:cubicBezTo>
                      <ns1:lnTo>
                        <ns1:pt x="74042" y="0"/>
                      </ns1:lnTo>
                      <ns1:lnTo>
                        <ns1:pt x="89892" y="0"/>
                      </ns1:lnTo>
                      <ns1:lnTo>
                        <ns1:pt x="51941" y="72851"/>
                      </ns1:lnTo>
                      <ns1:lnTo>
                        <ns1:pt x="51941" y="115267"/>
                      </ns1:lnTo>
                      <ns1:lnTo>
                        <ns1:pt x="36984" y="115267"/>
                      </ns1:lnTo>
                      <ns1:lnTo>
                        <ns1:pt x="36984" y="73223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</ns0:grpSp>
        </ns0:grpSp>
        <ns0:cxnSp>
          <ns0:nvCxnSpPr>
            <ns0:cNvPr id="205" name="直接连接符 204"/>
            <ns0:cNvCxnSpPr/>
            <ns0:nvPr/>
          </ns0:nvCxnSpPr>
          <ns0:spPr>
            <ns1:xfrm flipV="1">
              <ns1:off x="5189030" y="1281128"/>
              <ns1:ext cx="465281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preserve="1" userDrawn="1">
  <ns0:cSld name="封底1-纯色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815926" y="-815926"/>
            <ns1:ext cx="1111347" cy="57677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3" name="矩形 2"/>
          <ns0:cNvSpPr/>
          <ns0:nvPr userDrawn="1"/>
        </ns0:nvSpPr>
        <ns0:spPr>
          <ns1:xfrm>
            <ns1:off x="2135943" y="-815926"/>
            <ns1:ext cx="1111347" cy="576776"/>
          </ns1:xfrm>
          <ns1:prstGeom prst="rect">
            <ns1:avLst/>
          </ns1:prstGeom>
          <ns1:solidFill>
            <ns1:srgbClr val="B01F24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190" name="矩形 189"/>
          <ns0:cNvSpPr/>
          <ns0:nvPr userDrawn="1"/>
        </ns0:nvSpPr>
        <ns0:spPr>
          <ns1:xfrm>
            <ns1:off x="0" y="0"/>
            <ns1:ext cx="12192000" cy="6858001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  <ns0:grpSp>
        <ns0:nvGrpSpPr>
          <ns0:cNvPr id="193" name="组合 192"/>
          <ns0:cNvGrpSpPr/>
          <ns0:nvPr/>
        </ns0:nvGrpSpPr>
        <ns0:grpSpPr>
          <ns1:xfrm>
            <ns1:off x="5168183" y="2399057"/>
            <ns1:ext cx="4990123" cy="1118466"/>
            <ns1:chOff x="5189030" y="750296"/>
            <ns1:chExt cx="4652816" cy="1042863"/>
          </ns1:xfrm>
        </ns0:grpSpPr>
        <ns0:grpSp>
          <ns0:nvGrpSpPr>
            <ns0:cNvPr id="284" name="组合 283"/>
            <ns0:cNvGrpSpPr>
              <ns1:grpSpLocks noChangeAspect="1"/>
            </ns0:cNvGrpSpPr>
            <ns0:nvPr/>
          </ns0:nvGrpSpPr>
          <ns0:grpSpPr>
            <ns1:xfrm>
              <ns1:off x="5189030" y="750296"/>
              <ns1:ext cx="4651430" cy="1042863"/>
              <ns1:chOff x="3247290" y="1371036"/>
              <ns1:chExt cx="3126910" cy="701061"/>
            </ns1:xfrm>
            <ns1:solidFill>
              <ns1:schemeClr val="bg1"/>
            </ns1:solidFill>
          </ns0:grpSpPr>
          <ns0:grpSp>
            <ns0:nvGrpSpPr>
              <ns0:cNvPr id="286" name="组合 24"/>
              <ns0:cNvGrpSpPr>
                <ns1:grpSpLocks noChangeAspect="1"/>
              </ns0:cNvGrpSpPr>
              <ns0:nvPr/>
            </ns0:nvGrpSpPr>
            <ns0:grpSpPr>
              <ns1:xfrm>
                <ns1:off x="3247290" y="1371036"/>
                <ns1:ext cx="1344788" cy="335722"/>
                <ns1:chOff x="-4478338" y="-4232275"/>
                <ns1:chExt cx="6632576" cy="1838325"/>
              </ns1:xfrm>
              <ns1:grpFill/>
            </ns0:grpSpPr>
            <ns0:sp>
              <ns0:nvSpPr>
                <ns0:cNvPr id="364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5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6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7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8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69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0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1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2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3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4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375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287" name="组合 286"/>
              <ns0:cNvGrpSpPr>
                <ns1:grpSpLocks noChangeAspect="1"/>
              </ns0:cNvGrpSpPr>
              <ns0:nvPr/>
            </ns0:nvGrpSpPr>
            <ns0:grpSpPr>
              <ns1:xfrm>
                <ns1:off x="4633715" y="1400019"/>
                <ns1:ext cx="1740485" cy="271886"/>
                <ns1:chOff x="4755276" y="1404345"/>
                <ns1:chExt cx="1620593" cy="253157"/>
              </ns1:xfrm>
              <ns1:grpFill/>
            </ns0:grpSpPr>
            <ns0:sp>
              <ns0:nvSpPr>
                <ns0:cNvPr id="342" name="文本框 341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343" name="组合 342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362" name="文本框 361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63" name="文本框 362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4" name="组合 343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358" name="文本框 357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9" name="文本框 358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60" name="文本框 359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61" name="文本框 360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5" name="组合 344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354" name="文本框 353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5" name="文本框 354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6" name="文本框 355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7" name="文本框 356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6" name="组合 345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352" name="文本框 351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3" name="文本框 352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347" name="组合 346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348" name="文本框 347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49" name="文本框 348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0" name="文本框 349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351" name="文本框 350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  <ns0:grpSp>
            <ns0:nvGrpSpPr>
              <ns0:cNvPr id="288" name="组合 287"/>
              <ns0:cNvGrpSpPr>
                <ns1:grpSpLocks noChangeAspect="1"/>
              </ns0:cNvGrpSpPr>
              <ns0:nvPr/>
            </ns0:nvGrpSpPr>
            <ns0:grpSpPr>
              <ns1:xfrm>
                <ns1:off x="3269966" y="1808731"/>
                <ns1:ext cx="3051912" cy="263366"/>
                <ns1:chOff x="3341483" y="2044383"/>
                <ns1:chExt cx="3588128" cy="309637"/>
              </ns1:xfrm>
              <ns1:grpFill/>
            </ns0:grpSpPr>
            <ns0:sp>
              <ns0:nvSpPr>
                <ns0:cNvPr id="289" name="文本框 288"/>
                <ns0:cNvSpPr txBox="1"/>
                <ns0:nvPr/>
              </ns0:nvSpPr>
              <ns0:spPr>
                <ns1:xfrm>
                  <ns1:off x="3348255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0" name="文本框 289"/>
                <ns0:cNvSpPr txBox="1"/>
                <ns0:nvPr/>
              </ns0:nvSpPr>
              <ns0:spPr>
                <ns1:xfrm>
                  <ns1:off x="3431897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1" name="文本框 290"/>
                <ns0:cNvSpPr txBox="1"/>
                <ns0:nvPr/>
              </ns0:nvSpPr>
              <ns0:spPr>
                <ns1:xfrm>
                  <ns1:off x="3650972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2" name="文本框 291"/>
                <ns0:cNvSpPr txBox="1"/>
                <ns0:nvPr/>
              </ns0:nvSpPr>
              <ns0:spPr>
                <ns1:xfrm>
                  <ns1:off x="377479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3" name="文本框 292"/>
                <ns0:cNvSpPr txBox="1"/>
                <ns0:nvPr/>
              </ns0:nvSpPr>
              <ns0:spPr>
                <ns1:xfrm>
                  <ns1:off x="40224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4" name="文本框 293"/>
                <ns0:cNvSpPr txBox="1"/>
                <ns0:nvPr/>
              </ns0:nvSpPr>
              <ns0:spPr>
                <ns1:xfrm>
                  <ns1:off x="45558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8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5" name="文本框 294"/>
                <ns0:cNvSpPr txBox="1"/>
                <ns0:nvPr/>
              </ns0:nvSpPr>
              <ns0:spPr>
                <ns1:xfrm>
                  <ns1:off x="51559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8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5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6" name="文本框 295"/>
                <ns0:cNvSpPr txBox="1"/>
                <ns0:nvPr/>
              </ns0:nvSpPr>
              <ns0:spPr>
                <ns1:xfrm>
                  <ns1:off x="526278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7" name="文本框 296"/>
                <ns0:cNvSpPr txBox="1"/>
                <ns0:nvPr/>
              </ns0:nvSpPr>
              <ns0:spPr>
                <ns1:xfrm>
                  <ns1:off x="589143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8" name="文本框 297"/>
                <ns0:cNvSpPr txBox="1"/>
                <ns0:nvPr/>
              </ns0:nvSpPr>
              <ns0:spPr>
                <ns1:xfrm>
                  <ns1:off x="61560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5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299" name="文本框 298"/>
                <ns0:cNvSpPr txBox="1"/>
                <ns0:nvPr/>
              </ns0:nvSpPr>
              <ns0:spPr>
                <ns1:xfrm>
                  <ns1:off x="67561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6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5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0" name="文本框 299"/>
                <ns0:cNvSpPr txBox="1"/>
                <ns0:nvPr/>
              </ns0:nvSpPr>
              <ns0:spPr>
                <ns1:xfrm>
                  <ns1:off x="6858769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1" name="文本框 300"/>
                <ns0:cNvSpPr txBox="1"/>
                <ns0:nvPr/>
              </ns0:nvSpPr>
              <ns0:spPr>
                <ns1:xfrm>
                  <ns1:off x="3544113" y="20463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2" name="文本框 301"/>
                <ns0:cNvSpPr txBox="1"/>
                <ns0:nvPr/>
              </ns0:nvSpPr>
              <ns0:spPr>
                <ns1:xfrm>
                  <ns1:off x="3906063" y="2046318"/>
                  <ns1:ext cx="6079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079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02096"/>
                      </ns1:lnTo>
                      <ns1:lnTo>
                        <ns1:pt x="60796" y="102096"/>
                      </ns1:lnTo>
                      <ns1:lnTo>
                        <ns1:pt x="60796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3" name="文本框 302"/>
                <ns0:cNvSpPr txBox="1"/>
                <ns0:nvPr/>
              </ns0:nvSpPr>
              <ns0:spPr>
                <ns1:xfrm>
                  <ns1:off x="4153713" y="2046318"/>
                  <ns1:ext cx="5938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59382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1792"/>
                      </ns1:lnTo>
                      <ns1:lnTo>
                        <ns1:pt x="56108" y="51792"/>
                      </ns1:lnTo>
                      <ns1:lnTo>
                        <ns1:pt x="56108" y="64889"/>
                      </ns1:lnTo>
                      <ns1:lnTo>
                        <ns1:pt x="14883" y="6488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4" name="文本框 303"/>
                <ns0:cNvSpPr txBox="1"/>
                <ns0:nvPr/>
              </ns0:nvSpPr>
              <ns0:spPr>
                <ns1:xfrm>
                  <ns1:off x="42643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5" name="文本框 304"/>
                <ns0:cNvSpPr txBox="1"/>
                <ns0:nvPr/>
              </ns0:nvSpPr>
              <ns0:spPr>
                <ns1:xfrm>
                  <ns1:off x="4382313" y="20463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6" name="文本框 305"/>
                <ns0:cNvSpPr txBox="1"/>
                <ns0:nvPr/>
              </ns0:nvSpPr>
              <ns0:spPr>
                <ns1:xfrm>
                  <ns1:off x="44680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7" name="文本框 306"/>
                <ns0:cNvSpPr txBox="1"/>
                <ns0:nvPr/>
              </ns0:nvSpPr>
              <ns0:spPr>
                <ns1:xfrm>
                  <ns1:off x="46871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8" name="文本框 307"/>
                <ns0:cNvSpPr txBox="1"/>
                <ns0:nvPr/>
              </ns0:nvSpPr>
              <ns0:spPr>
                <ns1:xfrm>
                  <ns1:off x="47977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09" name="文本框 308"/>
                <ns0:cNvSpPr txBox="1"/>
                <ns0:nvPr/>
              </ns0:nvSpPr>
              <ns0:spPr>
                <ns1:xfrm>
                  <ns1:off x="49142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5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0" name="文本框 309"/>
                <ns0:cNvSpPr txBox="1"/>
                <ns0:nvPr/>
              </ns0:nvSpPr>
              <ns0:spPr>
                <ns1:xfrm>
                  <ns1:off x="50183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1" name="文本框 310"/>
                <ns0:cNvSpPr txBox="1"/>
                <ns0:nvPr/>
              </ns0:nvSpPr>
              <ns0:spPr>
                <ns1:xfrm>
                  <ns1:off x="51157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2" name="文本框 311"/>
                <ns0:cNvSpPr txBox="1"/>
                <ns0:nvPr/>
              </ns0:nvSpPr>
              <ns0:spPr>
                <ns1:xfrm>
                  <ns1:off x="538831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3" name="文本框 312"/>
                <ns0:cNvSpPr txBox="1"/>
                <ns0:nvPr/>
              </ns0:nvSpPr>
              <ns0:spPr>
                <ns1:xfrm>
                  <ns1:off x="550626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4" name="文本框 313"/>
                <ns0:cNvSpPr txBox="1"/>
                <ns0:nvPr/>
              </ns0:nvSpPr>
              <ns0:spPr>
                <ns1:xfrm>
                  <ns1:off x="5630088" y="2046318"/>
                  <ns1:ext cx="9383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3836" h="115267">
                      <ns1:moveTo>
                        <ns1:pt x="0" y="0"/>
                      </ns1:moveTo>
                      <ns1:lnTo>
                        <ns1:pt x="32891" y="0"/>
                      </ns1:lnTo>
                      <ns1:cubicBezTo>
                        <ns1:pt x="50353" y="0"/>
                        <ns1:pt x="64877" y="5085"/>
                        <ns1:pt x="76460" y="15255"/>
                      </ns1:cubicBezTo>
                      <ns1:cubicBezTo>
                        <ns1:pt x="88044" y="25424"/>
                        <ns1:pt x="93836" y="39067"/>
                        <ns1:pt x="93836" y="56182"/>
                      </ns1:cubicBezTo>
                      <ns1:cubicBezTo>
                        <ns1:pt x="93836" y="74042"/>
                        <ns1:pt x="88044" y="88354"/>
                        <ns1:pt x="76460" y="99119"/>
                      </ns1:cubicBezTo>
                      <ns1:cubicBezTo>
                        <ns1:pt x="64877" y="109885"/>
                        <ns1:pt x="49957" y="115267"/>
                        <ns1:pt x="31700" y="115267"/>
                      </ns1:cubicBez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245"/>
                      </ns1:moveTo>
                      <ns1:lnTo>
                        <ns1:pt x="14883" y="102096"/>
                      </ns1:lnTo>
                      <ns1:lnTo>
                        <ns1:pt x="31626" y="102096"/>
                      </ns1:lnTo>
                      <ns1:cubicBezTo>
                        <ns1:pt x="46261" y="102096"/>
                        <ns1:pt x="57683" y="98102"/>
                        <ns1:pt x="65894" y="90115"/>
                      </ns1:cubicBezTo>
                      <ns1:cubicBezTo>
                        <ns1:pt x="74104" y="82128"/>
                        <ns1:pt x="78209" y="70941"/>
                        <ns1:pt x="78209" y="56554"/>
                      </ns1:cubicBezTo>
                      <ns1:cubicBezTo>
                        <ns1:pt x="78209" y="42168"/>
                        <ns1:pt x="73992" y="31353"/>
                        <ns1:pt x="65559" y="24110"/>
                      </ns1:cubicBezTo>
                      <ns1:cubicBezTo>
                        <ns1:pt x="57125" y="16867"/>
                        <ns1:pt x="46037" y="13245"/>
                        <ns1:pt x="32296" y="13245"/>
                      </ns1:cubicBezTo>
                      <ns1:lnTo>
                        <ns1:pt x="14883" y="13245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5" name="文本框 314"/>
                <ns0:cNvSpPr txBox="1"/>
                <ns0:nvPr/>
              </ns0:nvSpPr>
              <ns0:spPr>
                <ns1:xfrm>
                  <ns1:off x="5778842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6" name="文本框 315"/>
                <ns0:cNvSpPr txBox="1"/>
                <ns0:nvPr/>
              </ns0:nvSpPr>
              <ns0:spPr>
                <ns1:xfrm>
                  <ns1:off x="59708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7" name="文本框 316"/>
                <ns0:cNvSpPr txBox="1"/>
                <ns0:nvPr/>
              </ns0:nvSpPr>
              <ns0:spPr>
                <ns1:xfrm>
                  <ns1:off x="60682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8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59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8" name="文本框 317"/>
                <ns0:cNvSpPr txBox="1"/>
                <ns0:nvPr/>
              </ns0:nvSpPr>
              <ns0:spPr>
                <ns1:xfrm>
                  <ns1:off x="62873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5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19" name="文本框 318"/>
                <ns0:cNvSpPr txBox="1"/>
                <ns0:nvPr/>
              </ns0:nvSpPr>
              <ns0:spPr>
                <ns1:xfrm>
                  <ns1:off x="63979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0" name="文本框 319"/>
                <ns0:cNvSpPr txBox="1"/>
                <ns0:nvPr/>
              </ns0:nvSpPr>
              <ns0:spPr>
                <ns1:xfrm>
                  <ns1:off x="65144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1" name="文本框 320"/>
                <ns0:cNvSpPr txBox="1"/>
                <ns0:nvPr/>
              </ns0:nvSpPr>
              <ns0:spPr>
                <ns1:xfrm>
                  <ns1:off x="66185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2" name="文本框 321"/>
                <ns0:cNvSpPr txBox="1"/>
                <ns0:nvPr/>
              </ns0:nvSpPr>
              <ns0:spPr>
                <ns1:xfrm>
                  <ns1:off x="67159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4" name="文本框 323"/>
                <ns0:cNvSpPr txBox="1"/>
                <ns0:nvPr/>
              </ns0:nvSpPr>
              <ns0:spPr>
                <ns1:xfrm>
                  <ns1:off x="3984347" y="2234883"/>
                  <ns1:ext cx="9458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580" h="119137">
                      <ns1:moveTo>
                        <ns1:pt x="60201" y="0"/>
                      </ns1:moveTo>
                      <ns1:cubicBezTo>
                        <ns1:pt x="72652" y="0"/>
                        <ns1:pt x="83194" y="1984"/>
                        <ns1:pt x="91827" y="5953"/>
                      </ns1:cubicBezTo>
                      <ns1:lnTo>
                        <ns1:pt x="91827" y="22027"/>
                      </ns1:lnTo>
                      <ns1:cubicBezTo>
                        <ns1:pt x="82599" y="16222"/>
                        <ns1:pt x="71611" y="13320"/>
                        <ns1:pt x="58861" y="13320"/>
                      </ns1:cubicBezTo>
                      <ns1:cubicBezTo>
                        <ns1:pt x="46310" y="13320"/>
                        <ns1:pt x="35966" y="17611"/>
                        <ns1:pt x="27830" y="26194"/>
                      </ns1:cubicBezTo>
                      <ns1:cubicBezTo>
                        <ns1:pt x="19694" y="34776"/>
                        <ns1:pt x="15627" y="46087"/>
                        <ns1:pt x="15627" y="60127"/>
                      </ns1:cubicBezTo>
                      <ns1:cubicBezTo>
                        <ns1:pt x="15627" y="74563"/>
                        <ns1:pt x="19372" y="85799"/>
                        <ns1:pt x="26863" y="93836"/>
                      </ns1:cubicBezTo>
                      <ns1:cubicBezTo>
                        <ns1:pt x="34354" y="101873"/>
                        <ns1:pt x="44474" y="105891"/>
                        <ns1:pt x="57224" y="105891"/>
                      </ns1:cubicBezTo>
                      <ns1:cubicBezTo>
                        <ns1:pt x="66005" y="105891"/>
                        <ns1:pt x="73471" y="104204"/>
                        <ns1:pt x="79623" y="100831"/>
                      </ns1:cubicBezTo>
                      <ns1:lnTo>
                        <ns1:pt x="79623" y="69652"/>
                      </ns1:lnTo>
                      <ns1:lnTo>
                        <ns1:pt x="54619" y="69652"/>
                      </ns1:lnTo>
                      <ns1:lnTo>
                        <ns1:pt x="54619" y="56480"/>
                      </ns1:lnTo>
                      <ns1:lnTo>
                        <ns1:pt x="94580" y="56480"/>
                      </ns1:lnTo>
                      <ns1:lnTo>
                        <ns1:pt x="94580" y="109314"/>
                      </ns1:lnTo>
                      <ns1:cubicBezTo>
                        <ns1:pt x="83070" y="115863"/>
                        <ns1:pt x="70073" y="119137"/>
                        <ns1:pt x="55587" y="119137"/>
                      </ns1:cubicBezTo>
                      <ns1:cubicBezTo>
                        <ns1:pt x="38918" y="119137"/>
                        <ns1:pt x="25486" y="113866"/>
                        <ns1:pt x="15292" y="103324"/>
                      </ns1:cubicBezTo>
                      <ns1:cubicBezTo>
                        <ns1:pt x="5097" y="92782"/>
                        <ns1:pt x="0" y="78705"/>
                        <ns1:pt x="0" y="61094"/>
                      </ns1:cubicBezTo>
                      <ns1:cubicBezTo>
                        <ns1:pt x="0" y="43284"/>
                        <ns1:pt x="5630" y="28649"/>
                        <ns1:pt x="16892" y="17190"/>
                      </ns1:cubicBezTo>
                      <ns1:cubicBezTo>
                        <ns1:pt x="28153" y="5730"/>
                        <ns1:pt x="42589" y="0"/>
                        <ns1:pt x="60201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5" name="文本框 324"/>
                <ns0:cNvSpPr txBox="1"/>
                <ns0:nvPr/>
              </ns0:nvSpPr>
              <ns0:spPr>
                <ns1:xfrm>
                  <ns1:off x="4719855" y="22348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3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6" name="文本框 325"/>
                <ns0:cNvSpPr txBox="1"/>
                <ns0:nvPr/>
              </ns0:nvSpPr>
              <ns0:spPr>
                <ns1:xfrm>
                  <ns1:off x="3341483" y="2236818"/>
                  <ns1:ext cx="8825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256" h="115267">
                      <ns1:moveTo>
                        <ns1:pt x="5209" y="0"/>
                      </ns1:moveTo>
                      <ns1:lnTo>
                        <ns1:pt x="88256" y="0"/>
                      </ns1:lnTo>
                      <ns1:lnTo>
                        <ns1:pt x="88256" y="4465"/>
                      </ns1:lnTo>
                      <ns1:lnTo>
                        <ns1:pt x="21804" y="102096"/>
                      </ns1:lnTo>
                      <ns1:lnTo>
                        <ns1:pt x="86767" y="102096"/>
                      </ns1:lnTo>
                      <ns1:lnTo>
                        <ns1:pt x="86767" y="115267"/>
                      </ns1:lnTo>
                      <ns1:lnTo>
                        <ns1:pt x="0" y="115267"/>
                      </ns1:lnTo>
                      <ns1:lnTo>
                        <ns1:pt x="0" y="110207"/>
                      </ns1:lnTo>
                      <ns1:lnTo>
                        <ns1:pt x="66006" y="13245"/>
                      </ns1:lnTo>
                      <ns1:lnTo>
                        <ns1:pt x="5209" y="13245"/>
                      </ns1:lnTo>
                      <ns1:lnTo>
                        <ns1:pt x="5209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7" name="文本框 326"/>
                <ns0:cNvSpPr txBox="1"/>
                <ns0:nvPr/>
              </ns0:nvSpPr>
              <ns0:spPr>
                <ns1:xfrm>
                  <ns1:off x="3448863" y="22368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8" name="文本框 327"/>
                <ns0:cNvSpPr txBox="1"/>
                <ns0:nvPr/>
              </ns0:nvSpPr>
              <ns0:spPr>
                <ns1:xfrm>
                  <ns1:off x="3563163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29" name="文本框 328"/>
                <ns0:cNvSpPr txBox="1"/>
                <ns0:nvPr/>
              </ns0:nvSpPr>
              <ns0:spPr>
                <ns1:xfrm>
                  <ns1:off x="3645316" y="2236818"/>
                  <ns1:ext cx="44649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44649" h="117202">
                      <ns1:moveTo>
                        <ns1:pt x="29766" y="0"/>
                      </ns1:moveTo>
                      <ns1:lnTo>
                        <ns1:pt x="44649" y="0"/>
                      </ns1:lnTo>
                      <ns1:lnTo>
                        <ns1:pt x="44649" y="73446"/>
                      </ns1:lnTo>
                      <ns1:cubicBezTo>
                        <ns1:pt x="44649" y="87387"/>
                        <ns1:pt x="41697" y="98164"/>
                        <ns1:pt x="35793" y="105779"/>
                      </ns1:cubicBezTo>
                      <ns1:cubicBezTo>
                        <ns1:pt x="29890" y="113394"/>
                        <ns1:pt x="21853" y="117202"/>
                        <ns1:pt x="11683" y="117202"/>
                      </ns1:cubicBezTo>
                      <ns1:cubicBezTo>
                        <ns1:pt x="6970" y="117202"/>
                        <ns1:pt x="3076" y="116507"/>
                        <ns1:pt x="0" y="115118"/>
                      </ns1:cubicBezTo>
                      <ns1:lnTo>
                        <ns1:pt x="0" y="100608"/>
                      </ns1:lnTo>
                      <ns1:cubicBezTo>
                        <ns1:pt x="3076" y="102840"/>
                        <ns1:pt x="6945" y="103956"/>
                        <ns1:pt x="11609" y="103956"/>
                      </ns1:cubicBezTo>
                      <ns1:cubicBezTo>
                        <ns1:pt x="23713" y="103956"/>
                        <ns1:pt x="29766" y="93786"/>
                        <ns1:pt x="29766" y="73446"/>
                      </ns1:cubicBezTo>
                      <ns1:lnTo>
                        <ns1:pt x="29766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0" name="文本框 329"/>
                <ns0:cNvSpPr txBox="1"/>
                <ns0:nvPr/>
              </ns0:nvSpPr>
              <ns0:spPr>
                <ns1:xfrm>
                  <ns1:off x="3715563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1" name="文本框 330"/>
                <ns0:cNvSpPr txBox="1"/>
                <ns0:nvPr/>
              </ns0:nvSpPr>
              <ns0:spPr>
                <ns1:xfrm>
                  <ns1:off x="3750017" y="22368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2" name="文本框 331"/>
                <ns0:cNvSpPr txBox="1"/>
                <ns0:nvPr/>
              </ns0:nvSpPr>
              <ns0:spPr>
                <ns1:xfrm>
                  <ns1:off x="386796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3" name="文本框 332"/>
                <ns0:cNvSpPr txBox="1"/>
                <ns0:nvPr/>
              </ns0:nvSpPr>
              <ns0:spPr>
                <ns1:xfrm>
                  <ns1:off x="4152299" y="22368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4" name="文本框 333"/>
                <ns0:cNvSpPr txBox="1"/>
                <ns0:nvPr/>
              </ns0:nvSpPr>
              <ns0:spPr>
                <ns1:xfrm>
                  <ns1:off x="426801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5" name="文本框 334"/>
                <ns0:cNvSpPr txBox="1"/>
                <ns0:nvPr/>
              </ns0:nvSpPr>
              <ns0:spPr>
                <ns1:xfrm>
                  <ns1:off x="43918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6" name="文本框 335"/>
                <ns0:cNvSpPr txBox="1"/>
                <ns0:nvPr/>
              </ns0:nvSpPr>
              <ns0:spPr>
                <ns1:xfrm>
                  <ns1:off x="4425920" y="2236818"/>
                  <ns1:ext cx="10038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0384" h="115267">
                      <ns1:moveTo>
                        <ns1:pt x="0" y="0"/>
                      </ns1:moveTo>
                      <ns1:lnTo>
                        <ns1:pt x="16520" y="0"/>
                      </ns1:lnTo>
                      <ns1:lnTo>
                        <ns1:pt x="47550" y="90115"/>
                      </ns1:lnTo>
                      <ns1:cubicBezTo>
                        <ns1:pt x="48592" y="93092"/>
                        <ns1:pt x="49361" y="96540"/>
                        <ns1:pt x="49857" y="100459"/>
                      </ns1:cubicBezTo>
                      <ns1:lnTo>
                        <ns1:pt x="50229" y="100459"/>
                      </ns1:lnTo>
                      <ns1:cubicBezTo>
                        <ns1:pt x="50626" y="97036"/>
                        <ns1:pt x="51494" y="93538"/>
                        <ns1:pt x="52834" y="89966"/>
                      </ns1:cubicBezTo>
                      <ns1:lnTo>
                        <ns1:pt x="84460" y="0"/>
                      </ns1:lnTo>
                      <ns1:lnTo>
                        <ns1:pt x="100384" y="0"/>
                      </ns1:lnTo>
                      <ns1:lnTo>
                        <ns1:pt x="58043" y="115267"/>
                      </ns1:lnTo>
                      <ns1:lnTo>
                        <ns1:pt x="41523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7" name="文本框 336"/>
                <ns0:cNvSpPr txBox="1"/>
                <ns0:nvPr/>
              </ns0:nvSpPr>
              <ns0:spPr>
                <ns1:xfrm>
                  <ns1:off x="4544238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8" name="文本框 337"/>
                <ns0:cNvSpPr txBox="1"/>
                <ns0:nvPr/>
              </ns0:nvSpPr>
              <ns0:spPr>
                <ns1:xfrm>
                  <ns1:off x="4629963" y="22368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39" name="文本框 338"/>
                <ns0:cNvSpPr txBox="1"/>
                <ns0:nvPr/>
              </ns0:nvSpPr>
              <ns0:spPr>
                <ns1:xfrm>
                  <ns1:off x="48109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40" name="文本框 339"/>
                <ns0:cNvSpPr txBox="1"/>
                <ns0:nvPr/>
              </ns0:nvSpPr>
              <ns0:spPr>
                <ns1:xfrm>
                  <ns1:off x="4846880" y="22368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341" name="文本框 340"/>
                <ns0:cNvSpPr txBox="1"/>
                <ns0:nvPr/>
              </ns0:nvSpPr>
              <ns0:spPr>
                <ns1:xfrm>
                  <ns1:off x="4930670" y="2236818"/>
                  <ns1:ext cx="8989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9892" h="115267">
                      <ns1:moveTo>
                        <ns1:pt x="0" y="0"/>
                      </ns1:moveTo>
                      <ns1:lnTo>
                        <ns1:pt x="17041" y="0"/>
                      </ns1:lnTo>
                      <ns1:lnTo>
                        <ns1:pt x="41970" y="51048"/>
                      </ns1:lnTo>
                      <ns1:cubicBezTo>
                        <ns1:pt x="42019" y="51097"/>
                        <ns1:pt x="42937" y="53553"/>
                        <ns1:pt x="44723" y="58415"/>
                      </ns1:cubicBezTo>
                      <ns1:lnTo>
                        <ns1:pt x="44946" y="58415"/>
                      </ns1:lnTo>
                      <ns1:cubicBezTo>
                        <ns1:pt x="45542" y="56331"/>
                        <ns1:pt x="46559" y="53900"/>
                        <ns1:pt x="47997" y="51122"/>
                      </ns1:cubicBezTo>
                      <ns1:lnTo>
                        <ns1:pt x="74042" y="0"/>
                      </ns1:lnTo>
                      <ns1:lnTo>
                        <ns1:pt x="89892" y="0"/>
                      </ns1:lnTo>
                      <ns1:lnTo>
                        <ns1:pt x="51941" y="72851"/>
                      </ns1:lnTo>
                      <ns1:lnTo>
                        <ns1:pt x="51941" y="115267"/>
                      </ns1:lnTo>
                      <ns1:lnTo>
                        <ns1:pt x="36984" y="115267"/>
                      </ns1:lnTo>
                      <ns1:lnTo>
                        <ns1:pt x="36984" y="73223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</ns0:grpSp>
        </ns0:grpSp>
        <ns0:cxnSp>
          <ns0:nvCxnSpPr>
            <ns0:cNvPr id="285" name="直接连接符 284"/>
            <ns0:cNvCxnSpPr/>
            <ns0:nvPr/>
          </ns0:nvCxnSpPr>
          <ns0:spPr>
            <ns1:xfrm flipV="1">
              <ns1:off x="5189030" y="1281128"/>
              <ns1:ext cx="4652816" cy="0"/>
            </ns1:xfrm>
            <ns1:prstGeom prst="line">
              <ns1:avLst/>
            </ns1:prstGeom>
            <ns1:solidFill>
              <ns1:schemeClr val="bg1"/>
            </ns1:solidFill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grpSp>
        <ns0:nvGrpSpPr>
          <ns0:cNvPr id="195" name="组合 194"/>
          <ns0:cNvGrpSpPr>
            <ns1:grpSpLocks noChangeAspect="1"/>
          </ns0:cNvGrpSpPr>
          <ns0:nvPr/>
        </ns0:nvGrpSpPr>
        <ns0:grpSpPr>
          <ns1:xfrm>
            <ns1:off x="3614466" y="2302719"/>
            <ns1:ext cx="1340443" cy="1338168"/>
            <ns1:chOff x="3956050" y="1285875"/>
            <ns1:chExt cx="4287838" cy="4286250"/>
          </ns1:xfrm>
          <ns1:solidFill>
            <ns1:schemeClr val="bg1"/>
          </ns1:solidFill>
        </ns0:grpSpPr>
        <ns0:sp>
          <ns0:nvSpPr>
            <ns0:cNvPr id="196" name="Freeform 5"/>
            <ns0:cNvSpPr/>
            <ns0:nvPr/>
          </ns0:nvSpPr>
          <ns0:spPr bwMode="auto">
            <ns1:xfrm>
              <ns1:off x="6008688" y="5572125"/>
              <ns1:ext cx="174625" cy="0"/>
            </ns1:xfrm>
            <ns1:custGeom>
              <ns1:avLst/>
              <ns1:gdLst>
                <ns1:gd name="T0" fmla="*/ 0 w 46"/>
                <ns1:gd name="T1" fmla="*/ 0 w 46"/>
                <ns1:gd name="T2" fmla="*/ 46 w 46"/>
                <ns1:gd name="T3" fmla="*/ 46 w 46"/>
                <ns1:gd name="T4" fmla="*/ 0 w 46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  <ns1:cxn ang="0">
                  <ns1:pos x="T4" y="0"/>
                </ns1:cxn>
              </ns1:cxnLst>
              <ns1:rect l="0" t="0" r="r" b="b"/>
              <ns1:pathLst>
                <ns1:path w="46">
                  <ns1:moveTo>
                    <ns1:pt x="0" y="0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15" y="0"/>
                    <ns1:pt x="31" y="0"/>
                    <ns1:pt x="46" y="0"/>
                  </ns1:cubicBezTo>
                  <ns1:cubicBezTo>
                    <ns1:pt x="46" y="0"/>
                    <ns1:pt x="46" y="0"/>
                    <ns1:pt x="46" y="0"/>
                  </ns1:cubicBezTo>
                  <ns1:cubicBezTo>
                    <ns1:pt x="31" y="0"/>
                    <ns1:pt x="15" y="0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7" name="Freeform 6"/>
            <ns0:cNvSpPr/>
            <ns0:nvPr/>
          </ns0:nvSpPr>
          <ns0:spPr bwMode="auto">
            <ns1:xfrm>
              <ns1:off x="3956050" y="3354388"/>
              <ns1:ext cx="0" cy="157163"/>
            </ns1:xfrm>
            <ns1:custGeom>
              <ns1:avLst/>
              <ns1:gdLst>
                <ns1:gd name="T0" fmla="*/ 42 h 42"/>
                <ns1:gd name="T1" fmla="*/ 42 h 42"/>
                <ns1:gd name="T2" fmla="*/ 42 h 42"/>
                <ns1:gd name="T3" fmla="*/ 0 h 42"/>
                <ns1:gd name="T4" fmla="*/ 0 h 42"/>
                <ns1:gd name="T5" fmla="*/ 42 h 42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  <ns1:cxn ang="0">
                  <ns1:pos x="0" y="T5"/>
                </ns1:cxn>
              </ns1:cxnLst>
              <ns1:rect l="0" t="0" r="r" b="b"/>
              <ns1:pathLst>
                <ns1:path h="42">
                  <ns1:moveTo>
                    <ns1:pt x="0" y="42"/>
                  </ns1:moveTo>
                  <ns1:cubicBezTo>
                    <ns1:pt x="0" y="42"/>
                    <ns1:pt x="0" y="42"/>
                    <ns1:pt x="0" y="42"/>
                  </ns1:cubicBezTo>
                  <ns1:cubicBezTo>
                    <ns1:pt x="0" y="42"/>
                    <ns1:pt x="0" y="42"/>
                    <ns1:pt x="0" y="42"/>
                  </ns1:cubicBezTo>
                  <ns1:cubicBezTo>
                    <ns1:pt x="0" y="28"/>
                    <ns1:pt x="0" y="14"/>
                    <ns1:pt x="0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14"/>
                    <ns1:pt x="0" y="28"/>
                    <ns1:pt x="0" y="42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198" name="Freeform 7"/>
            <ns0:cNvSpPr>
              <ns1:spLocks noEditPoints="1"/>
            </ns0:cNvSpPr>
            <ns0:nvPr/>
          </ns0:nvSpPr>
          <ns0:spPr bwMode="auto">
            <ns1:xfrm>
              <ns1:off x="3956050" y="1285875"/>
              <ns1:ext cx="4287838" cy="4286250"/>
            </ns1:xfrm>
            <ns1:custGeom>
              <ns1:avLst/>
              <ns1:gdLst>
                <ns1:gd name="T0" fmla="*/ 534 w 1136"/>
                <ns1:gd name="T1" fmla="*/ 56 h 1136"/>
                <ns1:gd name="T2" fmla="*/ 696 w 1136"/>
                <ns1:gd name="T3" fmla="*/ 72 h 1136"/>
                <ns1:gd name="T4" fmla="*/ 195 w 1136"/>
                <ns1:gd name="T5" fmla="*/ 868 h 1136"/>
                <ns1:gd name="T6" fmla="*/ 651 w 1136"/>
                <ns1:gd name="T7" fmla="*/ 1049 h 1136"/>
                <ns1:gd name="T8" fmla="*/ 461 w 1136"/>
                <ns1:gd name="T9" fmla="*/ 58 h 1136"/>
                <ns1:gd name="T10" fmla="*/ 479 w 1136"/>
                <ns1:gd name="T11" fmla="*/ 103 h 1136"/>
                <ns1:gd name="T12" fmla="*/ 910 w 1136"/>
                <ns1:gd name="T13" fmla="*/ 228 h 1136"/>
                <ns1:gd name="T14" fmla="*/ 862 w 1136"/>
                <ns1:gd name="T15" fmla="*/ 218 h 1136"/>
                <ns1:gd name="T16" fmla="*/ 240 w 1136"/>
                <ns1:gd name="T17" fmla="*/ 182 h 1136"/>
                <ns1:gd name="T18" fmla="*/ 211 w 1136"/>
                <ns1:gd name="T19" fmla="*/ 203 h 1136"/>
                <ns1:gd name="T20" fmla="*/ 995 w 1136"/>
                <ns1:gd name="T21" fmla="*/ 570 h 1136"/>
                <ns1:gd name="T22" fmla="*/ 669 w 1136"/>
                <ns1:gd name="T23" fmla="*/ 123 h 1136"/>
                <ns1:gd name="T24" fmla="*/ 693 w 1136"/>
                <ns1:gd name="T25" fmla="*/ 104 h 1136"/>
                <ns1:gd name="T26" fmla="*/ 759 w 1136"/>
                <ns1:gd name="T27" fmla="*/ 84 h 1136"/>
                <ns1:gd name="T28" fmla="*/ 389 w 1136"/>
                <ns1:gd name="T29" fmla="*/ 103 h 1136"/>
                <ns1:gd name="T30" fmla="*/ 581 w 1136"/>
                <ns1:gd name="T31" fmla="*/ 78 h 1136"/>
                <ns1:gd name="T32" fmla="*/ 591 w 1136"/>
                <ns1:gd name="T33" fmla="*/ 82 h 1136"/>
                <ns1:gd name="T34" fmla="*/ 505 w 1136"/>
                <ns1:gd name="T35" fmla="*/ 84 h 1136"/>
                <ns1:gd name="T36" fmla="*/ 334 w 1136"/>
                <ns1:gd name="T37" fmla="*/ 168 h 1136"/>
                <ns1:gd name="T38" fmla="*/ 819 w 1136"/>
                <ns1:gd name="T39" fmla="*/ 177 h 1136"/>
                <ns1:gd name="T40" fmla="*/ 842 w 1136"/>
                <ns1:gd name="T41" fmla="*/ 140 h 1136"/>
                <ns1:gd name="T42" fmla="*/ 1033 w 1136"/>
                <ns1:gd name="T43" fmla="*/ 671 h 1136"/>
                <ns1:gd name="T44" fmla="*/ 400 w 1136"/>
                <ns1:gd name="T45" fmla="*/ 1048 h 1136"/>
                <ns1:gd name="T46" fmla="*/ 988 w 1136"/>
                <ns1:gd name="T47" fmla="*/ 793 h 1136"/>
                <ns1:gd name="T48" fmla="*/ 551 w 1136"/>
                <ns1:gd name="T49" fmla="*/ 85 h 1136"/>
                <ns1:gd name="T50" fmla="*/ 1032 w 1136"/>
                <ns1:gd name="T51" fmla="*/ 760 h 1136"/>
                <ns1:gd name="T52" fmla="*/ 1049 w 1136"/>
                <ns1:gd name="T53" fmla="*/ 524 h 1136"/>
                <ns1:gd name="T54" fmla="*/ 139 w 1136"/>
                <ns1:gd name="T55" fmla="*/ 779 h 1136"/>
                <ns1:gd name="T56" fmla="*/ 146 w 1136"/>
                <ns1:gd name="T57" fmla="*/ 815 h 1136"/>
                <ns1:gd name="T58" fmla="*/ 71 w 1136"/>
                <ns1:gd name="T59" fmla="*/ 676 h 1136"/>
                <ns1:gd name="T60" fmla="*/ 98 w 1136"/>
                <ns1:gd name="T61" fmla="*/ 484 h 1136"/>
                <ns1:gd name="T62" fmla="*/ 70 w 1136"/>
                <ns1:gd name="T63" fmla="*/ 517 h 1136"/>
                <ns1:gd name="T64" fmla="*/ 1053 w 1136"/>
                <ns1:gd name="T65" fmla="*/ 518 h 1136"/>
                <ns1:gd name="T66" fmla="*/ 300 w 1136"/>
                <ns1:gd name="T67" fmla="*/ 1013 h 1136"/>
                <ns1:gd name="T68" fmla="*/ 297 w 1136"/>
                <ns1:gd name="T69" fmla="*/ 996 h 1136"/>
                <ns1:gd name="T70" fmla="*/ 105 w 1136"/>
                <ns1:gd name="T71" fmla="*/ 429 h 1136"/>
                <ns1:gd name="T72" fmla="*/ 515 w 1136"/>
                <ns1:gd name="T73" fmla="*/ 1058 h 1136"/>
                <ns1:gd name="T74" fmla="*/ 826 w 1136"/>
                <ns1:gd name="T75" fmla="*/ 981 h 1136"/>
                <ns1:gd name="T76" fmla="*/ 1052 w 1136"/>
                <ns1:gd name="T77" fmla="*/ 707 h 1136"/>
                <ns1:gd name="T78" fmla="*/ 228 w 1136"/>
                <ns1:gd name="T79" fmla="*/ 905 h 1136"/>
                <ns1:gd name="T80" fmla="*/ 739 w 1136"/>
                <ns1:gd name="T81" fmla="*/ 1019 h 1136"/>
                <ns1:gd name="T82" fmla="*/ 606 w 1136"/>
                <ns1:gd name="T83" fmla="*/ 47 h 1136"/>
                <ns1:gd name="T84" fmla="*/ 88 w 1136"/>
                <ns1:gd name="T85" fmla="*/ 742 h 1136"/>
                <ns1:gd name="T86" fmla="*/ 1002 w 1136"/>
                <ns1:gd name="T87" fmla="*/ 833 h 1136"/>
                <ns1:gd name="T88" fmla="*/ 461 w 1136"/>
                <ns1:gd name="T89" fmla="*/ 1075 h 1136"/>
                <ns1:gd name="T90" fmla="*/ 98 w 1136"/>
                <ns1:gd name="T91" fmla="*/ 772 h 1136"/>
                <ns1:gd name="T92" fmla="*/ 959 w 1136"/>
                <ns1:gd name="T93" fmla="*/ 907 h 1136"/>
                <ns1:gd name="T94" fmla="*/ 923 w 1136"/>
                <ns1:gd name="T95" fmla="*/ 935 h 1136"/>
                <ns1:gd name="T96" fmla="*/ 1066 w 1136"/>
                <ns1:gd name="T97" fmla="*/ 575 h 1136"/>
                <ns1:gd name="T98" fmla="*/ 823 w 1136"/>
                <ns1:gd name="T99" fmla="*/ 1003 h 1136"/>
                <ns1:gd name="T100" fmla="*/ 284 w 1136"/>
                <ns1:gd name="T101" fmla="*/ 991 h 1136"/>
                <ns1:gd name="T102" fmla="*/ 1041 w 1136"/>
                <ns1:gd name="T103" fmla="*/ 621 h 1136"/>
                <ns1:gd name="T104" fmla="*/ 103 w 1136"/>
                <ns1:gd name="T105" fmla="*/ 677 h 1136"/>
                <ns1:gd name="T106" fmla="*/ 555 w 1136"/>
                <ns1:gd name="T107" fmla="*/ 1086 h 1136"/>
                <ns1:gd name="T108" fmla="*/ 751 w 1136"/>
                <ns1:gd name="T109" fmla="*/ 1016 h 1136"/>
                <ns1:gd name="T110" fmla="*/ 984 w 1136"/>
                <ns1:gd name="T111" fmla="*/ 876 h 1136"/>
                <ns1:gd name="T112" fmla="*/ 1075 w 1136"/>
                <ns1:gd name="T113" fmla="*/ 470 h 1136"/>
                <ns1:gd name="T114" fmla="*/ 786 w 1136"/>
                <ns1:gd name="T115" fmla="*/ 992 h 1136"/>
                <ns1:gd name="T116" fmla="*/ 274 w 1136"/>
                <ns1:gd name="T117" fmla="*/ 174 h 1136"/>
                <ns1:gd name="T118" fmla="*/ 428 w 1136"/>
                <ns1:gd name="T119" fmla="*/ 64 h 1136"/>
                <ns1:gd name="T120" fmla="*/ 676 w 1136"/>
                <ns1:gd name="T121" fmla="*/ 105 h 11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</ns1:cxnLst>
              <ns1:rect l="0" t="0" r="r" b="b"/>
              <ns1:pathLst>
                <ns1:path w="1136" h="1136">
                  <ns1:moveTo>
                    <ns1:pt x="0" y="590"/>
                  </ns1:moveTo>
                  <ns1:cubicBezTo>
                    <ns1:pt x="0" y="576"/>
                    <ns1:pt x="0" y="562"/>
                    <ns1:pt x="0" y="548"/>
                  </ns1:cubicBezTo>
                  <ns1:cubicBezTo>
                    <ns1:pt x="2" y="507"/>
                    <ns1:pt x="8" y="467"/>
                    <ns1:pt x="18" y="428"/>
                  </ns1:cubicBezTo>
                  <ns1:cubicBezTo>
                    <ns1:pt x="68" y="231"/>
                    <ns1:pt x="225" y="72"/>
                    <ns1:pt x="422" y="21"/>
                  </ns1:cubicBezTo>
                  <ns1:cubicBezTo>
                    <ns1:pt x="479" y="6"/>
                    <ns1:pt x="537" y="0"/>
                    <ns1:pt x="596" y="3"/>
                  </ns1:cubicBezTo>
                  <ns1:cubicBezTo>
                    <ns1:pt x="735" y="11"/>
                    <ns1:pt x="857" y="63"/>
                    <ns1:pt x="958" y="159"/>
                  </ns1:cubicBezTo>
                  <ns1:cubicBezTo>
                    <ns1:pt x="1044" y="241"/>
                    <ns1:pt x="1098" y="340"/>
                    <ns1:pt x="1122" y="456"/>
                  </ns1:cubicBezTo>
                  <ns1:cubicBezTo>
                    <ns1:pt x="1133" y="508"/>
                    <ns1:pt x="1136" y="561"/>
                    <ns1:pt x="1132" y="614"/>
                  </ns1:cubicBezTo>
                  <ns1:cubicBezTo>
                    <ns1:pt x="1114" y="856"/>
                    <ns1:pt x="940" y="1060"/>
                    <ns1:pt x="704" y="1119"/>
                  </ns1:cubicBezTo>
                  <ns1:cubicBezTo>
                    <ns1:pt x="667" y="1129"/>
                    <ns1:pt x="629" y="1134"/>
                    <ns1:pt x="590" y="1136"/>
                  </ns1:cubicBezTo>
                  <ns1:cubicBezTo>
                    <ns1:pt x="575" y="1136"/>
                    <ns1:pt x="559" y="1136"/>
                    <ns1:pt x="544" y="1136"/>
                  </ns1:cubicBezTo>
                  <ns1:cubicBezTo>
                    <ns1:pt x="503" y="1134"/>
                    <ns1:pt x="462" y="1128"/>
                    <ns1:pt x="422" y="1117"/>
                  </ns1:cubicBezTo>
                  <ns1:cubicBezTo>
                    <ns1:pt x="309" y="1087"/>
                    <ns1:pt x="214" y="1027"/>
                    <ns1:pt x="137" y="939"/>
                  </ns1:cubicBezTo>
                  <ns1:cubicBezTo>
                    <ns1:pt x="75" y="867"/>
                    <ns1:pt x="34" y="785"/>
                    <ns1:pt x="13" y="692"/>
                  </ns1:cubicBezTo>
                  <ns1:cubicBezTo>
                    <ns1:pt x="6" y="659"/>
                    <ns1:pt x="2" y="625"/>
                    <ns1:pt x="0" y="590"/>
                  </ns1:cubicBezTo>
                  <ns1:close/>
                  <ns1:moveTo>
                    <ns1:pt x="534" y="56"/>
                  </ns1:moveTo>
                  <ns1:cubicBezTo>
                    <ns1:pt x="530" y="56"/>
                    <ns1:pt x="527" y="57"/>
                    <ns1:pt x="523" y="57"/>
                  </ns1:cubicBezTo>
                  <ns1:cubicBezTo>
                    <ns1:pt x="523" y="60"/>
                    <ns1:pt x="523" y="62"/>
                    <ns1:pt x="523" y="64"/>
                  </ns1:cubicBezTo>
                  <ns1:cubicBezTo>
                    <ns1:pt x="535" y="63"/>
                    <ns1:pt x="546" y="63"/>
                    <ns1:pt x="557" y="62"/>
                  </ns1:cubicBezTo>
                  <ns1:cubicBezTo>
                    <ns1:pt x="557" y="59"/>
                    <ns1:pt x="556" y="57"/>
                    <ns1:pt x="556" y="54"/>
                  </ns1:cubicBezTo>
                  <ns1:cubicBezTo>
                    <ns1:pt x="549" y="55"/>
                    <ns1:pt x="543" y="55"/>
                    <ns1:pt x="537" y="56"/>
                  </ns1:cubicBezTo>
                  <ns1:cubicBezTo>
                    <ns1:pt x="539" y="55"/>
                    <ns1:pt x="541" y="54"/>
                    <ns1:pt x="544" y="53"/>
                  </ns1:cubicBezTo>
                  <ns1:cubicBezTo>
                    <ns1:pt x="543" y="50"/>
                    <ns1:pt x="542" y="47"/>
                    <ns1:pt x="541" y="44"/>
                  </ns1:cubicBezTo>
                  <ns1:cubicBezTo>
                    <ns1:pt x="538" y="45"/>
                    <ns1:pt x="535" y="45"/>
                    <ns1:pt x="532" y="46"/>
                  </ns1:cubicBezTo>
                  <ns1:cubicBezTo>
                    <ns1:pt x="532" y="48"/>
                    <ns1:pt x="533" y="50"/>
                    <ns1:pt x="533" y="51"/>
                  </ns1:cubicBezTo>
                  <ns1:cubicBezTo>
                    <ns1:pt x="534" y="53"/>
                    <ns1:pt x="534" y="55"/>
                    <ns1:pt x="534" y="56"/>
                  </ns1:cubicBezTo>
                  <ns1:close/>
                  <ns1:moveTo>
                    <ns1:pt x="713" y="76"/>
                  </ns1:moveTo>
                  <ns1:cubicBezTo>
                    <ns1:pt x="715" y="75"/>
                    <ns1:pt x="716" y="75"/>
                    <ns1:pt x="718" y="75"/>
                  </ns1:cubicBezTo>
                  <ns1:cubicBezTo>
                    <ns1:pt x="718" y="72"/>
                    <ns1:pt x="718" y="69"/>
                    <ns1:pt x="719" y="65"/>
                  </ns1:cubicBezTo>
                  <ns1:cubicBezTo>
                    <ns1:pt x="715" y="65"/>
                    <ns1:pt x="712" y="65"/>
                    <ns1:pt x="709" y="64"/>
                  </ns1:cubicBezTo>
                  <ns1:cubicBezTo>
                    <ns1:pt x="708" y="68"/>
                    <ns1:pt x="708" y="71"/>
                    <ns1:pt x="708" y="75"/>
                  </ns1:cubicBezTo>
                  <ns1:cubicBezTo>
                    <ns1:pt x="704" y="74"/>
                    <ns1:pt x="700" y="73"/>
                    <ns1:pt x="696" y="72"/>
                  </ns1:cubicBezTo>
                  <ns1:cubicBezTo>
                    <ns1:pt x="696" y="74"/>
                    <ns1:pt x="695" y="77"/>
                    <ns1:pt x="695" y="79"/>
                  </ns1:cubicBezTo>
                  <ns1:cubicBezTo>
                    <ns1:pt x="705" y="82"/>
                    <ns1:pt x="716" y="85"/>
                    <ns1:pt x="727" y="88"/>
                  </ns1:cubicBezTo>
                  <ns1:cubicBezTo>
                    <ns1:pt x="728" y="85"/>
                    <ns1:pt x="728" y="83"/>
                    <ns1:pt x="729" y="81"/>
                  </ns1:cubicBezTo>
                  <ns1:cubicBezTo>
                    <ns1:pt x="723" y="79"/>
                    <ns1:pt x="718" y="77"/>
                    <ns1:pt x="713" y="76"/>
                  </ns1:cubicBezTo>
                  <ns1:close/>
                  <ns1:moveTo>
                    <ns1:pt x="168" y="879"/>
                  </ns1:moveTo>
                  <ns1:cubicBezTo>
                    <ns1:pt x="168" y="879"/>
                    <ns1:pt x="168" y="878"/>
                    <ns1:pt x="167" y="878"/>
                  </ns1:cubicBezTo>
                  <ns1:cubicBezTo>
                    <ns1:pt x="172" y="870"/>
                    <ns1:pt x="176" y="862"/>
                    <ns1:pt x="181" y="854"/>
                  </ns1:cubicBezTo>
                  <ns1:cubicBezTo>
                    <ns1:pt x="182" y="851"/>
                    <ns1:pt x="182" y="850"/>
                    <ns1:pt x="180" y="848"/>
                  </ns1:cubicBezTo>
                  <ns1:cubicBezTo>
                    <ns1:pt x="179" y="846"/>
                    <ns1:pt x="177" y="844"/>
                    <ns1:pt x="175" y="841"/>
                  </ns1:cubicBezTo>
                  <ns1:cubicBezTo>
                    <ns1:pt x="164" y="850"/>
                    <ns1:pt x="154" y="858"/>
                    <ns1:pt x="143" y="866"/>
                  </ns1:cubicBezTo>
                  <ns1:cubicBezTo>
                    <ns1:pt x="144" y="868"/>
                    <ns1:pt x="146" y="870"/>
                    <ns1:pt x="147" y="872"/>
                  </ns1:cubicBezTo>
                  <ns1:cubicBezTo>
                    <ns1:pt x="156" y="865"/>
                    <ns1:pt x="164" y="859"/>
                    <ns1:pt x="172" y="854"/>
                  </ns1:cubicBezTo>
                  <ns1:cubicBezTo>
                    <ns1:pt x="172" y="854"/>
                    <ns1:pt x="172" y="854"/>
                    <ns1:pt x="172" y="854"/>
                  </ns1:cubicBezTo>
                  <ns1:cubicBezTo>
                    <ns1:pt x="167" y="864"/>
                    <ns1:pt x="162" y="874"/>
                    <ns1:pt x="156" y="884"/>
                  </ns1:cubicBezTo>
                  <ns1:cubicBezTo>
                    <ns1:pt x="158" y="886"/>
                    <ns1:pt x="160" y="889"/>
                    <ns1:pt x="163" y="893"/>
                  </ns1:cubicBezTo>
                  <ns1:cubicBezTo>
                    <ns1:pt x="174" y="884"/>
                    <ns1:pt x="184" y="876"/>
                    <ns1:pt x="195" y="868"/>
                  </ns1:cubicBezTo>
                  <ns1:cubicBezTo>
                    <ns1:pt x="194" y="866"/>
                    <ns1:pt x="193" y="864"/>
                    <ns1:pt x="191" y="862"/>
                  </ns1:cubicBezTo>
                  <ns1:cubicBezTo>
                    <ns1:pt x="183" y="868"/>
                    <ns1:pt x="176" y="873"/>
                    <ns1:pt x="168" y="879"/>
                  </ns1:cubicBezTo>
                  <ns1:close/>
                  <ns1:moveTo>
                    <ns1:pt x="652" y="1048"/>
                  </ns1:moveTo>
                  <ns1:cubicBezTo>
                    <ns1:pt x="657" y="1056"/>
                    <ns1:pt x="663" y="1065"/>
                    <ns1:pt x="669" y="1073"/>
                  </ns1:cubicBezTo>
                  <ns1:cubicBezTo>
                    <ns1:pt x="670" y="1074"/>
                    <ns1:pt x="671" y="1076"/>
                    <ns1:pt x="672" y="1076"/>
                  </ns1:cubicBezTo>
                  <ns1:cubicBezTo>
                    <ns1:pt x="676" y="1075"/>
                    <ns1:pt x="679" y="1074"/>
                    <ns1:pt x="682" y="1074"/>
                  </ns1:cubicBezTo>
                  <ns1:cubicBezTo>
                    <ns1:pt x="679" y="1060"/>
                    <ns1:pt x="677" y="1047"/>
                    <ns1:pt x="674" y="1034"/>
                  </ns1:cubicBezTo>
                  <ns1:cubicBezTo>
                    <ns1:pt x="672" y="1034"/>
                    <ns1:pt x="670" y="1035"/>
                    <ns1:pt x="667" y="1035"/>
                  </ns1:cubicBezTo>
                  <ns1:cubicBezTo>
                    <ns1:pt x="669" y="1045"/>
                    <ns1:pt x="671" y="1055"/>
                    <ns1:pt x="673" y="1065"/>
                  </ns1:cubicBezTo>
                  <ns1:cubicBezTo>
                    <ns1:pt x="672" y="1065"/>
                    <ns1:pt x="672" y="1065"/>
                    <ns1:pt x="671" y="1065"/>
                  </ns1:cubicBezTo>
                  <ns1:cubicBezTo>
                    <ns1:pt x="667" y="1058"/>
                    <ns1:pt x="663" y="1052"/>
                    <ns1:pt x="659" y="1046"/>
                  </ns1:cubicBezTo>
                  <ns1:cubicBezTo>
                    <ns1:pt x="653" y="1037"/>
                    <ns1:pt x="653" y="1037"/>
                    <ns1:pt x="643" y="1040"/>
                  </ns1:cubicBezTo>
                  <ns1:cubicBezTo>
                    <ns1:pt x="643" y="1040"/>
                    <ns1:pt x="642" y="1040"/>
                    <ns1:pt x="642" y="1040"/>
                  </ns1:cubicBezTo>
                  <ns1:cubicBezTo>
                    <ns1:pt x="644" y="1053"/>
                    <ns1:pt x="647" y="1067"/>
                    <ns1:pt x="649" y="1080"/>
                  </ns1:cubicBezTo>
                  <ns1:cubicBezTo>
                    <ns1:pt x="652" y="1080"/>
                    <ns1:pt x="654" y="1079"/>
                    <ns1:pt x="656" y="1079"/>
                  </ns1:cubicBezTo>
                  <ns1:cubicBezTo>
                    <ns1:pt x="655" y="1068"/>
                    <ns1:pt x="653" y="1058"/>
                    <ns1:pt x="651" y="1049"/>
                  </ns1:cubicBezTo>
                  <ns1:cubicBezTo>
                    <ns1:pt x="651" y="1048"/>
                    <ns1:pt x="651" y="1048"/>
                    <ns1:pt x="652" y="1048"/>
                  </ns1:cubicBezTo>
                  <ns1:close/>
                  <ns1:moveTo>
                    <ns1:pt x="427" y="79"/>
                  </ns1:moveTo>
                  <ns1:cubicBezTo>
                    <ns1:pt x="427" y="79"/>
                    <ns1:pt x="427" y="78"/>
                    <ns1:pt x="426" y="78"/>
                  </ns1:cubicBezTo>
                  <ns1:cubicBezTo>
                    <ns1:pt x="427" y="77"/>
                    <ns1:pt x="428" y="76"/>
                    <ns1:pt x="429" y="74"/>
                  </ns1:cubicBezTo>
                  <ns1:cubicBezTo>
                    <ns1:pt x="418" y="64"/>
                    <ns1:pt x="421" y="65"/>
                    <ns1:pt x="412" y="73"/>
                  </ns1:cubicBezTo>
                  <ns1:cubicBezTo>
                    <ns1:pt x="415" y="76"/>
                    <ns1:pt x="418" y="78"/>
                    <ns1:pt x="422" y="81"/>
                  </ns1:cubicBezTo>
                  <ns1:cubicBezTo>
                    <ns1:pt x="416" y="82"/>
                    <ns1:pt x="412" y="83"/>
                    <ns1:pt x="408" y="84"/>
                  </ns1:cubicBezTo>
                  <ns1:cubicBezTo>
                    <ns1:pt x="409" y="89"/>
                    <ns1:pt x="410" y="94"/>
                    <ns1:pt x="412" y="99"/>
                  </ns1:cubicBezTo>
                  <ns1:cubicBezTo>
                    <ns1:pt x="415" y="98"/>
                    <ns1:pt x="417" y="98"/>
                    <ns1:pt x="420" y="97"/>
                  </ns1:cubicBezTo>
                  <ns1:cubicBezTo>
                    <ns1:pt x="420" y="94"/>
                    <ns1:pt x="419" y="92"/>
                    <ns1:pt x="419" y="90"/>
                  </ns1:cubicBezTo>
                  <ns1:cubicBezTo>
                    <ns1:pt x="433" y="86"/>
                    <ns1:pt x="447" y="82"/>
                    <ns1:pt x="461" y="78"/>
                  </ns1:cubicBezTo>
                  <ns1:cubicBezTo>
                    <ns1:pt x="462" y="81"/>
                    <ns1:pt x="462" y="83"/>
                    <ns1:pt x="463" y="86"/>
                  </ns1:cubicBezTo>
                  <ns1:cubicBezTo>
                    <ns1:pt x="466" y="85"/>
                    <ns1:pt x="469" y="84"/>
                    <ns1:pt x="473" y="83"/>
                  </ns1:cubicBezTo>
                  <ns1:cubicBezTo>
                    <ns1:pt x="471" y="78"/>
                    <ns1:pt x="470" y="73"/>
                    <ns1:pt x="469" y="68"/>
                  </ns1:cubicBezTo>
                  <ns1:cubicBezTo>
                    <ns1:pt x="464" y="69"/>
                    <ns1:pt x="460" y="70"/>
                    <ns1:pt x="455" y="71"/>
                  </ns1:cubicBezTo>
                  <ns1:cubicBezTo>
                    <ns1:pt x="457" y="66"/>
                    <ns1:pt x="459" y="62"/>
                    <ns1:pt x="461" y="58"/>
                  </ns1:cubicBezTo>
                  <ns1:cubicBezTo>
                    <ns1:pt x="457" y="57"/>
                    <ns1:pt x="454" y="57"/>
                    <ns1:pt x="450" y="56"/>
                  </ns1:cubicBezTo>
                  <ns1:cubicBezTo>
                    <ns1:pt x="449" y="59"/>
                    <ns1:pt x="449" y="61"/>
                    <ns1:pt x="448" y="63"/>
                  </ns1:cubicBezTo>
                  <ns1:cubicBezTo>
                    <ns1:pt x="445" y="74"/>
                    <ns1:pt x="445" y="74"/>
                    <ns1:pt x="434" y="77"/>
                  </ns1:cubicBezTo>
                  <ns1:cubicBezTo>
                    <ns1:pt x="432" y="78"/>
                    <ns1:pt x="430" y="79"/>
                    <ns1:pt x="427" y="79"/>
                  </ns1:cubicBezTo>
                  <ns1:close/>
                  <ns1:moveTo>
                    <ns1:pt x="444" y="97"/>
                  </ns1:moveTo>
                  <ns1:cubicBezTo>
                    <ns1:pt x="444" y="97"/>
                    <ns1:pt x="444" y="97"/>
                    <ns1:pt x="444" y="97"/>
                  </ns1:cubicBezTo>
                  <ns1:cubicBezTo>
                    <ns1:pt x="443" y="99"/>
                    <ns1:pt x="442" y="102"/>
                    <ns1:pt x="440" y="104"/>
                  </ns1:cubicBezTo>
                  <ns1:cubicBezTo>
                    <ns1:pt x="432" y="107"/>
                    <ns1:pt x="423" y="109"/>
                    <ns1:pt x="414" y="111"/>
                  </ns1:cubicBezTo>
                  <ns1:cubicBezTo>
                    <ns1:pt x="415" y="114"/>
                    <ns1:pt x="416" y="116"/>
                    <ns1:pt x="416" y="119"/>
                  </ns1:cubicBezTo>
                  <ns1:cubicBezTo>
                    <ns1:pt x="426" y="117"/>
                    <ns1:pt x="435" y="114"/>
                    <ns1:pt x="443" y="112"/>
                  </ns1:cubicBezTo>
                  <ns1:cubicBezTo>
                    <ns1:pt x="447" y="119"/>
                    <ns1:pt x="440" y="119"/>
                    <ns1:pt x="438" y="122"/>
                  </ns1:cubicBezTo>
                  <ns1:cubicBezTo>
                    <ns1:pt x="439" y="124"/>
                    <ns1:pt x="441" y="127"/>
                    <ns1:pt x="443" y="130"/>
                  </ns1:cubicBezTo>
                  <ns1:cubicBezTo>
                    <ns1:pt x="446" y="128"/>
                    <ns1:pt x="449" y="127"/>
                    <ns1:pt x="453" y="126"/>
                  </ns1:cubicBezTo>
                  <ns1:cubicBezTo>
                    <ns1:pt x="456" y="125"/>
                    <ns1:pt x="458" y="122"/>
                    <ns1:pt x="456" y="118"/>
                  </ns1:cubicBezTo>
                  <ns1:cubicBezTo>
                    <ns1:pt x="455" y="116"/>
                    <ns1:pt x="454" y="113"/>
                    <ns1:pt x="453" y="109"/>
                  </ns1:cubicBezTo>
                  <ns1:cubicBezTo>
                    <ns1:pt x="462" y="107"/>
                    <ns1:pt x="470" y="105"/>
                    <ns1:pt x="479" y="103"/>
                  </ns1:cubicBezTo>
                  <ns1:cubicBezTo>
                    <ns1:pt x="478" y="100"/>
                    <ns1:pt x="477" y="97"/>
                    <ns1:pt x="476" y="95"/>
                  </ns1:cubicBezTo>
                  <ns1:cubicBezTo>
                    <ns1:pt x="468" y="97"/>
                    <ns1:pt x="460" y="99"/>
                    <ns1:pt x="452" y="101"/>
                  </ns1:cubicBezTo>
                  <ns1:cubicBezTo>
                    <ns1:pt x="455" y="95"/>
                    <ns1:pt x="458" y="90"/>
                    <ns1:pt x="461" y="85"/>
                  </ns1:cubicBezTo>
                  <ns1:cubicBezTo>
                    <ns1:pt x="461" y="85"/>
                    <ns1:pt x="460" y="84"/>
                    <ns1:pt x="460" y="84"/>
                  </ns1:cubicBezTo>
                  <ns1:cubicBezTo>
                    <ns1:pt x="447" y="87"/>
                    <ns1:pt x="435" y="90"/>
                    <ns1:pt x="422" y="94"/>
                  </ns1:cubicBezTo>
                  <ns1:cubicBezTo>
                    <ns1:pt x="423" y="97"/>
                    <ns1:pt x="423" y="99"/>
                    <ns1:pt x="424" y="101"/>
                  </ns1:cubicBezTo>
                  <ns1:cubicBezTo>
                    <ns1:pt x="431" y="100"/>
                    <ns1:pt x="437" y="98"/>
                    <ns1:pt x="444" y="97"/>
                  </ns1:cubicBezTo>
                  <ns1:close/>
                  <ns1:moveTo>
                    <ns1:pt x="879" y="213"/>
                  </ns1:moveTo>
                  <ns1:cubicBezTo>
                    <ns1:pt x="880" y="213"/>
                    <ns1:pt x="880" y="214"/>
                    <ns1:pt x="880" y="214"/>
                  </ns1:cubicBezTo>
                  <ns1:cubicBezTo>
                    <ns1:pt x="882" y="215"/>
                    <ns1:pt x="884" y="218"/>
                    <ns1:pt x="885" y="218"/>
                  </ns1:cubicBezTo>
                  <ns1:cubicBezTo>
                    <ns1:pt x="889" y="218"/>
                    <ns1:pt x="893" y="217"/>
                    <ns1:pt x="897" y="216"/>
                  </ns1:cubicBezTo>
                  <ns1:cubicBezTo>
                    <ns1:pt x="898" y="218"/>
                    <ns1:pt x="900" y="220"/>
                    <ns1:pt x="903" y="222"/>
                  </ns1:cubicBezTo>
                  <ns1:cubicBezTo>
                    <ns1:pt x="896" y="229"/>
                    <ns1:pt x="892" y="229"/>
                    <ns1:pt x="878" y="224"/>
                  </ns1:cubicBezTo>
                  <ns1:cubicBezTo>
                    <ns1:pt x="878" y="227"/>
                    <ns1:pt x="878" y="229"/>
                    <ns1:pt x="878" y="233"/>
                  </ns1:cubicBezTo>
                  <ns1:cubicBezTo>
                    <ns1:pt x="884" y="234"/>
                    <ns1:pt x="889" y="236"/>
                    <ns1:pt x="895" y="235"/>
                  </ns1:cubicBezTo>
                  <ns1:cubicBezTo>
                    <ns1:pt x="900" y="235"/>
                    <ns1:pt x="905" y="231"/>
                    <ns1:pt x="910" y="228"/>
                  </ns1:cubicBezTo>
                  <ns1:cubicBezTo>
                    <ns1:pt x="910" y="229"/>
                    <ns1:pt x="910" y="230"/>
                    <ns1:pt x="910" y="230"/>
                  </ns1:cubicBezTo>
                  <ns1:cubicBezTo>
                    <ns1:pt x="908" y="232"/>
                    <ns1:pt x="906" y="234"/>
                    <ns1:pt x="904" y="236"/>
                  </ns1:cubicBezTo>
                  <ns1:cubicBezTo>
                    <ns1:pt x="893" y="248"/>
                    <ns1:pt x="893" y="245"/>
                    <ns1:pt x="905" y="257"/>
                  </ns1:cubicBezTo>
                  <ns1:cubicBezTo>
                    <ns1:pt x="909" y="261"/>
                    <ns1:pt x="912" y="260"/>
                    <ns1:pt x="916" y="258"/>
                  </ns1:cubicBezTo>
                  <ns1:cubicBezTo>
                    <ns1:pt x="920" y="255"/>
                    <ns1:pt x="917" y="253"/>
                    <ns1:pt x="916" y="250"/>
                  </ns1:cubicBezTo>
                  <ns1:cubicBezTo>
                    <ns1:pt x="916" y="249"/>
                    <ns1:pt x="915" y="248"/>
                    <ns1:pt x="915" y="247"/>
                  </ns1:cubicBezTo>
                  <ns1:cubicBezTo>
                    <ns1:pt x="914" y="248"/>
                    <ns1:pt x="913" y="249"/>
                    <ns1:pt x="912" y="250"/>
                  </ns1:cubicBezTo>
                  <ns1:cubicBezTo>
                    <ns1:pt x="910" y="250"/>
                    <ns1:pt x="909" y="249"/>
                    <ns1:pt x="907" y="249"/>
                  </ns1:cubicBezTo>
                  <ns1:cubicBezTo>
                    <ns1:pt x="907" y="248"/>
                    <ns1:pt x="907" y="246"/>
                    <ns1:pt x="908" y="245"/>
                  </ns1:cubicBezTo>
                  <ns1:cubicBezTo>
                    <ns1:pt x="911" y="241"/>
                    <ns1:pt x="914" y="239"/>
                    <ns1:pt x="918" y="235"/>
                  </ns1:cubicBezTo>
                  <ns1:cubicBezTo>
                    <ns1:pt x="920" y="238"/>
                    <ns1:pt x="923" y="241"/>
                    <ns1:pt x="926" y="243"/>
                  </ns1:cubicBezTo>
                  <ns1:cubicBezTo>
                    <ns1:pt x="928" y="241"/>
                    <ns1:pt x="930" y="240"/>
                    <ns1:pt x="932" y="238"/>
                  </ns1:cubicBezTo>
                  <ns1:cubicBezTo>
                    <ns1:pt x="921" y="228"/>
                    <ns1:pt x="911" y="218"/>
                    <ns1:pt x="901" y="208"/>
                  </ns1:cubicBezTo>
                  <ns1:cubicBezTo>
                    <ns1:pt x="902" y="196"/>
                    <ns1:pt x="915" y="195"/>
                    <ns1:pt x="921" y="188"/>
                  </ns1:cubicBezTo>
                  <ns1:cubicBezTo>
                    <ns1:pt x="916" y="183"/>
                    <ns1:pt x="911" y="178"/>
                    <ns1:pt x="907" y="172"/>
                  </ns1:cubicBezTo>
                  <ns1:cubicBezTo>
                    <ns1:pt x="892" y="188"/>
                    <ns1:pt x="877" y="203"/>
                    <ns1:pt x="862" y="218"/>
                  </ns1:cubicBezTo>
                  <ns1:cubicBezTo>
                    <ns1:pt x="865" y="220"/>
                    <ns1:pt x="866" y="222"/>
                    <ns1:pt x="869" y="224"/>
                  </ns1:cubicBezTo>
                  <ns1:cubicBezTo>
                    <ns1:pt x="872" y="220"/>
                    <ns1:pt x="876" y="217"/>
                    <ns1:pt x="879" y="213"/>
                  </ns1:cubicBezTo>
                  <ns1:close/>
                  <ns1:moveTo>
                    <ns1:pt x="217" y="233"/>
                  </ns1:moveTo>
                  <ns1:cubicBezTo>
                    <ns1:pt x="219" y="233"/>
                    <ns1:pt x="221" y="234"/>
                    <ns1:pt x="223" y="234"/>
                  </ns1:cubicBezTo>
                  <ns1:cubicBezTo>
                    <ns1:pt x="224" y="233"/>
                    <ns1:pt x="224" y="231"/>
                    <ns1:pt x="225" y="230"/>
                  </ns1:cubicBezTo>
                  <ns1:cubicBezTo>
                    <ns1:pt x="235" y="238"/>
                    <ns1:pt x="235" y="239"/>
                    <ns1:pt x="230" y="246"/>
                  </ns1:cubicBezTo>
                  <ns1:cubicBezTo>
                    <ns1:pt x="233" y="248"/>
                    <ns1:pt x="235" y="249"/>
                    <ns1:pt x="238" y="250"/>
                  </ns1:cubicBezTo>
                  <ns1:cubicBezTo>
                    <ns1:pt x="241" y="246"/>
                    <ns1:pt x="247" y="244"/>
                    <ns1:pt x="244" y="236"/>
                  </ns1:cubicBezTo>
                  <ns1:cubicBezTo>
                    <ns1:pt x="247" y="236"/>
                    <ns1:pt x="249" y="235"/>
                    <ns1:pt x="252" y="235"/>
                  </ns1:cubicBezTo>
                  <ns1:cubicBezTo>
                    <ns1:pt x="250" y="221"/>
                    <ns1:pt x="242" y="211"/>
                    <ns1:pt x="233" y="202"/>
                  </ns1:cubicBezTo>
                  <ns1:cubicBezTo>
                    <ns1:pt x="235" y="201"/>
                    <ns1:pt x="236" y="200"/>
                    <ns1:pt x="236" y="200"/>
                  </ns1:cubicBezTo>
                  <ns1:cubicBezTo>
                    <ns1:pt x="246" y="209"/>
                    <ns1:pt x="255" y="217"/>
                    <ns1:pt x="263" y="225"/>
                  </ns1:cubicBezTo>
                  <ns1:cubicBezTo>
                    <ns1:pt x="265" y="224"/>
                    <ns1:pt x="267" y="222"/>
                    <ns1:pt x="269" y="221"/>
                  </ns1:cubicBezTo>
                  <ns1:cubicBezTo>
                    <ns1:pt x="260" y="211"/>
                    <ns1:pt x="251" y="202"/>
                    <ns1:pt x="243" y="193"/>
                  </ns1:cubicBezTo>
                  <ns1:cubicBezTo>
                    <ns1:pt x="244" y="191"/>
                    <ns1:pt x="245" y="190"/>
                    <ns1:pt x="246" y="189"/>
                  </ns1:cubicBezTo>
                  <ns1:cubicBezTo>
                    <ns1:pt x="244" y="187"/>
                    <ns1:pt x="243" y="185"/>
                    <ns1:pt x="240" y="182"/>
                  </ns1:cubicBezTo>
                  <ns1:cubicBezTo>
                    <ns1:pt x="236" y="187"/>
                    <ns1:pt x="232" y="192"/>
                    <ns1:pt x="228" y="197"/>
                  </ns1:cubicBezTo>
                  <ns1:cubicBezTo>
                    <ns1:pt x="225" y="194"/>
                    <ns1:pt x="223" y="192"/>
                    <ns1:pt x="221" y="189"/>
                  </ns1:cubicBezTo>
                  <ns1:cubicBezTo>
                    <ns1:pt x="225" y="184"/>
                    <ns1:pt x="228" y="180"/>
                    <ns1:pt x="232" y="174"/>
                  </ns1:cubicBezTo>
                  <ns1:cubicBezTo>
                    <ns1:pt x="228" y="174"/>
                    <ns1:pt x="225" y="173"/>
                    <ns1:pt x="222" y="173"/>
                  </ns1:cubicBezTo>
                  <ns1:cubicBezTo>
                    <ns1:pt x="218" y="179"/>
                    <ns1:pt x="215" y="185"/>
                    <ns1:pt x="212" y="192"/>
                  </ns1:cubicBezTo>
                  <ns1:cubicBezTo>
                    <ns1:pt x="213" y="193"/>
                    <ns1:pt x="214" y="194"/>
                    <ns1:pt x="215" y="195"/>
                  </ns1:cubicBezTo>
                  <ns1:cubicBezTo>
                    <ns1:pt x="221" y="201"/>
                    <ns1:pt x="227" y="207"/>
                    <ns1:pt x="232" y="213"/>
                  </ns1:cubicBezTo>
                  <ns1:cubicBezTo>
                    <ns1:pt x="237" y="219"/>
                    <ns1:pt x="241" y="225"/>
                    <ns1:pt x="242" y="233"/>
                  </ns1:cubicBezTo>
                  <ns1:cubicBezTo>
                    <ns1:pt x="238" y="229"/>
                    <ns1:pt x="233" y="225"/>
                    <ns1:pt x="229" y="222"/>
                  </ns1:cubicBezTo>
                  <ns1:cubicBezTo>
                    <ns1:pt x="229" y="221"/>
                    <ns1:pt x="229" y="219"/>
                    <ns1:pt x="229" y="219"/>
                  </ns1:cubicBezTo>
                  <ns1:cubicBezTo>
                    <ns1:pt x="232" y="213"/>
                    <ns1:pt x="228" y="212"/>
                    <ns1:pt x="225" y="210"/>
                  </ns1:cubicBezTo>
                  <ns1:cubicBezTo>
                    <ns1:pt x="224" y="211"/>
                    <ns1:pt x="223" y="213"/>
                    <ns1:pt x="222" y="214"/>
                  </ns1:cubicBezTo>
                  <ns1:cubicBezTo>
                    <ns1:pt x="220" y="212"/>
                    <ns1:pt x="219" y="210"/>
                    <ns1:pt x="217" y="209"/>
                  </ns1:cubicBezTo>
                  <ns1:cubicBezTo>
                    <ns1:pt x="218" y="207"/>
                    <ns1:pt x="219" y="206"/>
                    <ns1:pt x="221" y="205"/>
                  </ns1:cubicBezTo>
                  <ns1:cubicBezTo>
                    <ns1:pt x="219" y="203"/>
                    <ns1:pt x="218" y="201"/>
                    <ns1:pt x="216" y="199"/>
                  </ns1:cubicBezTo>
                  <ns1:cubicBezTo>
                    <ns1:pt x="214" y="201"/>
                    <ns1:pt x="213" y="202"/>
                    <ns1:pt x="211" y="203"/>
                  </ns1:cubicBezTo>
                  <ns1:cubicBezTo>
                    <ns1:pt x="208" y="200"/>
                    <ns1:pt x="205" y="196"/>
                    <ns1:pt x="202" y="193"/>
                  </ns1:cubicBezTo>
                  <ns1:cubicBezTo>
                    <ns1:pt x="200" y="195"/>
                    <ns1:pt x="198" y="197"/>
                    <ns1:pt x="195" y="199"/>
                  </ns1:cubicBezTo>
                  <ns1:cubicBezTo>
                    <ns1:pt x="197" y="201"/>
                    <ns1:pt x="199" y="203"/>
                    <ns1:pt x="200" y="204"/>
                  </ns1:cubicBezTo>
                  <ns1:cubicBezTo>
                    <ns1:pt x="202" y="206"/>
                    <ns1:pt x="203" y="208"/>
                    <ns1:pt x="205" y="209"/>
                  </ns1:cubicBezTo>
                  <ns1:cubicBezTo>
                    <ns1:pt x="203" y="211"/>
                    <ns1:pt x="201" y="213"/>
                    <ns1:pt x="200" y="215"/>
                  </ns1:cubicBezTo>
                  <ns1:cubicBezTo>
                    <ns1:pt x="202" y="217"/>
                    <ns1:pt x="203" y="218"/>
                    <ns1:pt x="205" y="220"/>
                  </ns1:cubicBezTo>
                  <ns1:cubicBezTo>
                    <ns1:pt x="207" y="218"/>
                    <ns1:pt x="209" y="217"/>
                    <ns1:pt x="211" y="215"/>
                  </ns1:cubicBezTo>
                  <ns1:cubicBezTo>
                    <ns1:pt x="218" y="221"/>
                    <ns1:pt x="218" y="221"/>
                    <ns1:pt x="214" y="231"/>
                  </ns1:cubicBezTo>
                  <ns1:cubicBezTo>
                    <ns1:pt x="215" y="232"/>
                    <ns1:pt x="216" y="232"/>
                    <ns1:pt x="218" y="233"/>
                  </ns1:cubicBezTo>
                  <ns1:cubicBezTo>
                    <ns1:pt x="215" y="234"/>
                    <ns1:pt x="212" y="234"/>
                    <ns1:pt x="209" y="235"/>
                  </ns1:cubicBezTo>
                  <ns1:cubicBezTo>
                    <ns1:pt x="213" y="243"/>
                    <ns1:pt x="216" y="250"/>
                    <ns1:pt x="220" y="258"/>
                  </ns1:cubicBezTo>
                  <ns1:cubicBezTo>
                    <ns1:pt x="223" y="257"/>
                    <ns1:pt x="227" y="256"/>
                    <ns1:pt x="230" y="255"/>
                  </ns1:cubicBezTo>
                  <ns1:cubicBezTo>
                    <ns1:pt x="229" y="253"/>
                    <ns1:pt x="228" y="252"/>
                    <ns1:pt x="227" y="250"/>
                  </ns1:cubicBezTo>
                  <ns1:cubicBezTo>
                    <ns1:pt x="224" y="245"/>
                    <ns1:pt x="221" y="239"/>
                    <ns1:pt x="217" y="233"/>
                  </ns1:cubicBezTo>
                  <ns1:close/>
                  <ns1:moveTo>
                    <ns1:pt x="567" y="998"/>
                  </ns1:moveTo>
                  <ns1:cubicBezTo>
                    <ns1:pt x="803" y="998"/>
                    <ns1:pt x="995" y="807"/>
                    <ns1:pt x="995" y="570"/>
                  </ns1:cubicBezTo>
                  <ns1:cubicBezTo>
                    <ns1:pt x="996" y="333"/>
                    <ns1:pt x="804" y="141"/>
                    <ns1:pt x="568" y="141"/>
                  </ns1:cubicBezTo>
                  <ns1:cubicBezTo>
                    <ns1:pt x="331" y="140"/>
                    <ns1:pt x="139" y="332"/>
                    <ns1:pt x="139" y="569"/>
                  </ns1:cubicBezTo>
                  <ns1:cubicBezTo>
                    <ns1:pt x="138" y="806"/>
                    <ns1:pt x="330" y="997"/>
                    <ns1:pt x="567" y="998"/>
                  </ns1:cubicBezTo>
                  <ns1:close/>
                  <ns1:moveTo>
                    <ns1:pt x="677" y="64"/>
                  </ns1:moveTo>
                  <ns1:cubicBezTo>
                    <ns1:pt x="675" y="63"/>
                    <ns1:pt x="673" y="63"/>
                    <ns1:pt x="670" y="62"/>
                  </ns1:cubicBezTo>
                  <ns1:cubicBezTo>
                    <ns1:pt x="668" y="69"/>
                    <ns1:pt x="667" y="76"/>
                    <ns1:pt x="665" y="82"/>
                  </ns1:cubicBezTo>
                  <ns1:cubicBezTo>
                    <ns1:pt x="663" y="82"/>
                    <ns1:pt x="661" y="82"/>
                    <ns1:pt x="660" y="81"/>
                  </ns1:cubicBezTo>
                  <ns1:cubicBezTo>
                    <ns1:pt x="659" y="84"/>
                    <ns1:pt x="659" y="86"/>
                    <ns1:pt x="658" y="88"/>
                  </ns1:cubicBezTo>
                  <ns1:cubicBezTo>
                    <ns1:pt x="660" y="89"/>
                    <ns1:pt x="661" y="89"/>
                    <ns1:pt x="664" y="90"/>
                  </ns1:cubicBezTo>
                  <ns1:cubicBezTo>
                    <ns1:pt x="660" y="98"/>
                    <ns1:pt x="656" y="106"/>
                    <ns1:pt x="652" y="114"/>
                  </ns1:cubicBezTo>
                  <ns1:cubicBezTo>
                    <ns1:pt x="653" y="115"/>
                    <ns1:pt x="655" y="117"/>
                    <ns1:pt x="657" y="119"/>
                  </ns1:cubicBezTo>
                  <ns1:cubicBezTo>
                    <ns1:pt x="665" y="112"/>
                    <ns1:pt x="667" y="101"/>
                    <ns1:pt x="671" y="91"/>
                  </ns1:cubicBezTo>
                  <ns1:cubicBezTo>
                    <ns1:pt x="674" y="92"/>
                    <ns1:pt x="677" y="93"/>
                    <ns1:pt x="679" y="94"/>
                  </ns1:cubicBezTo>
                  <ns1:cubicBezTo>
                    <ns1:pt x="678" y="99"/>
                    <ns1:pt x="677" y="103"/>
                    <ns1:pt x="676" y="108"/>
                  </ns1:cubicBezTo>
                  <ns1:cubicBezTo>
                    <ns1:pt x="675" y="113"/>
                    <ns1:pt x="674" y="116"/>
                    <ns1:pt x="668" y="113"/>
                  </ns1:cubicBezTo>
                  <ns1:cubicBezTo>
                    <ns1:pt x="668" y="116"/>
                    <ns1:pt x="669" y="119"/>
                    <ns1:pt x="669" y="123"/>
                  </ns1:cubicBezTo>
                  <ns1:cubicBezTo>
                    <ns1:pt x="673" y="122"/>
                    <ns1:pt x="678" y="122"/>
                    <ns1:pt x="682" y="121"/>
                  </ns1:cubicBezTo>
                  <ns1:cubicBezTo>
                    <ns1:pt x="682" y="121"/>
                    <ns1:pt x="682" y="120"/>
                    <ns1:pt x="682" y="120"/>
                  </ns1:cubicBezTo>
                  <ns1:cubicBezTo>
                    <ns1:pt x="684" y="122"/>
                    <ns1:pt x="686" y="124"/>
                    <ns1:pt x="689" y="128"/>
                  </ns1:cubicBezTo>
                  <ns1:cubicBezTo>
                    <ns1:pt x="692" y="122"/>
                    <ns1:pt x="696" y="117"/>
                    <ns1:pt x="698" y="112"/>
                  </ns1:cubicBezTo>
                  <ns1:cubicBezTo>
                    <ns1:pt x="701" y="107"/>
                    <ns1:pt x="702" y="101"/>
                    <ns1:pt x="704" y="95"/>
                  </ns1:cubicBezTo>
                  <ns1:cubicBezTo>
                    <ns1:pt x="707" y="94"/>
                    <ns1:pt x="708" y="96"/>
                    <ns1:pt x="707" y="99"/>
                  </ns1:cubicBezTo>
                  <ns1:cubicBezTo>
                    <ns1:pt x="705" y="105"/>
                    <ns1:pt x="704" y="111"/>
                    <ns1:pt x="702" y="117"/>
                  </ns1:cubicBezTo>
                  <ns1:cubicBezTo>
                    <ns1:pt x="698" y="130"/>
                    <ns1:pt x="699" y="130"/>
                    <ns1:pt x="711" y="132"/>
                  </ns1:cubicBezTo>
                  <ns1:cubicBezTo>
                    <ns1:pt x="713" y="133"/>
                    <ns1:pt x="715" y="132"/>
                    <ns1:pt x="717" y="131"/>
                  </ns1:cubicBezTo>
                  <ns1:cubicBezTo>
                    <ns1:pt x="718" y="128"/>
                    <ns1:pt x="719" y="126"/>
                    <ns1:pt x="720" y="123"/>
                  </ns1:cubicBezTo>
                  <ns1:cubicBezTo>
                    <ns1:pt x="717" y="121"/>
                    <ns1:pt x="715" y="120"/>
                    <ns1:pt x="713" y="119"/>
                  </ns1:cubicBezTo>
                  <ns1:cubicBezTo>
                    <ns1:pt x="712" y="121"/>
                    <ns1:pt x="712" y="122"/>
                    <ns1:pt x="711" y="124"/>
                  </ns1:cubicBezTo>
                  <ns1:cubicBezTo>
                    <ns1:pt x="710" y="123"/>
                    <ns1:pt x="710" y="123"/>
                    <ns1:pt x="709" y="123"/>
                  </ns1:cubicBezTo>
                  <ns1:cubicBezTo>
                    <ns1:pt x="712" y="112"/>
                    <ns1:pt x="715" y="102"/>
                    <ns1:pt x="717" y="91"/>
                  </ns1:cubicBezTo>
                  <ns1:cubicBezTo>
                    <ns1:pt x="711" y="89"/>
                    <ns1:pt x="704" y="87"/>
                    <ns1:pt x="698" y="86"/>
                  </ns1:cubicBezTo>
                  <ns1:cubicBezTo>
                    <ns1:pt x="696" y="92"/>
                    <ns1:pt x="694" y="98"/>
                    <ns1:pt x="693" y="104"/>
                  </ns1:cubicBezTo>
                  <ns1:cubicBezTo>
                    <ns1:pt x="691" y="110"/>
                    <ns1:pt x="688" y="115"/>
                    <ns1:pt x="681" y="120"/>
                  </ns1:cubicBezTo>
                  <ns1:cubicBezTo>
                    <ns1:pt x="686" y="102"/>
                    <ns1:pt x="690" y="86"/>
                    <ns1:pt x="695" y="69"/>
                  </ns1:cubicBezTo>
                  <ns1:cubicBezTo>
                    <ns1:pt x="692" y="68"/>
                    <ns1:pt x="689" y="67"/>
                    <ns1:pt x="686" y="66"/>
                  </ns1:cubicBezTo>
                  <ns1:cubicBezTo>
                    <ns1:pt x="688" y="64"/>
                    <ns1:pt x="688" y="62"/>
                    <ns1:pt x="690" y="60"/>
                  </ns1:cubicBezTo>
                  <ns1:cubicBezTo>
                    <ns1:pt x="687" y="59"/>
                    <ns1:pt x="684" y="58"/>
                    <ns1:pt x="681" y="56"/>
                  </ns1:cubicBezTo>
                  <ns1:cubicBezTo>
                    <ns1:pt x="680" y="59"/>
                    <ns1:pt x="679" y="61"/>
                    <ns1:pt x="677" y="64"/>
                  </ns1:cubicBezTo>
                  <ns1:close/>
                  <ns1:moveTo>
                    <ns1:pt x="791" y="157"/>
                  </ns1:moveTo>
                  <ns1:cubicBezTo>
                    <ns1:pt x="777" y="142"/>
                    <ns1:pt x="774" y="135"/>
                    <ns1:pt x="776" y="124"/>
                  </ns1:cubicBezTo>
                  <ns1:cubicBezTo>
                    <ns1:pt x="783" y="127"/>
                    <ns1:pt x="790" y="130"/>
                    <ns1:pt x="798" y="134"/>
                  </ns1:cubicBezTo>
                  <ns1:cubicBezTo>
                    <ns1:pt x="799" y="131"/>
                    <ns1:pt x="800" y="129"/>
                    <ns1:pt x="801" y="126"/>
                  </ns1:cubicBezTo>
                  <ns1:cubicBezTo>
                    <ns1:pt x="793" y="123"/>
                    <ns1:pt x="786" y="119"/>
                    <ns1:pt x="778" y="116"/>
                  </ns1:cubicBezTo>
                  <ns1:cubicBezTo>
                    <ns1:pt x="779" y="112"/>
                    <ns1:pt x="781" y="108"/>
                    <ns1:pt x="783" y="104"/>
                  </ns1:cubicBezTo>
                  <ns1:cubicBezTo>
                    <ns1:pt x="790" y="107"/>
                    <ns1:pt x="796" y="110"/>
                    <ns1:pt x="802" y="113"/>
                  </ns1:cubicBezTo>
                  <ns1:cubicBezTo>
                    <ns1:pt x="804" y="110"/>
                    <ns1:pt x="805" y="108"/>
                    <ns1:pt x="806" y="106"/>
                  </ns1:cubicBezTo>
                  <ns1:cubicBezTo>
                    <ns1:pt x="798" y="102"/>
                    <ns1:pt x="790" y="98"/>
                    <ns1:pt x="782" y="95"/>
                  </ns1:cubicBezTo>
                  <ns1:cubicBezTo>
                    <ns1:pt x="774" y="92"/>
                    <ns1:pt x="767" y="88"/>
                    <ns1:pt x="759" y="84"/>
                  </ns1:cubicBezTo>
                  <ns1:cubicBezTo>
                    <ns1:pt x="758" y="87"/>
                    <ns1:pt x="757" y="89"/>
                    <ns1:pt x="755" y="92"/>
                  </ns1:cubicBezTo>
                  <ns1:cubicBezTo>
                    <ns1:pt x="762" y="95"/>
                    <ns1:pt x="767" y="97"/>
                    <ns1:pt x="774" y="100"/>
                  </ns1:cubicBezTo>
                  <ns1:cubicBezTo>
                    <ns1:pt x="772" y="104"/>
                    <ns1:pt x="770" y="108"/>
                    <ns1:pt x="768" y="111"/>
                  </ns1:cubicBezTo>
                  <ns1:cubicBezTo>
                    <ns1:pt x="761" y="108"/>
                    <ns1:pt x="753" y="105"/>
                    <ns1:pt x="746" y="101"/>
                  </ns1:cubicBezTo>
                  <ns1:cubicBezTo>
                    <ns1:pt x="745" y="104"/>
                    <ns1:pt x="744" y="106"/>
                    <ns1:pt x="743" y="109"/>
                  </ns1:cubicBezTo>
                  <ns1:cubicBezTo>
                    <ns1:pt x="750" y="112"/>
                    <ns1:pt x="757" y="115"/>
                    <ns1:pt x="764" y="119"/>
                  </ns1:cubicBezTo>
                  <ns1:cubicBezTo>
                    <ns1:pt x="755" y="130"/>
                    <ns1:pt x="743" y="132"/>
                    <ns1:pt x="730" y="131"/>
                  </ns1:cubicBezTo>
                  <ns1:cubicBezTo>
                    <ns1:pt x="731" y="135"/>
                    <ns1:pt x="732" y="138"/>
                    <ns1:pt x="733" y="142"/>
                  </ns1:cubicBezTo>
                  <ns1:cubicBezTo>
                    <ns1:pt x="745" y="142"/>
                    <ns1:pt x="756" y="140"/>
                    <ns1:pt x="765" y="132"/>
                  </ns1:cubicBezTo>
                  <ns1:cubicBezTo>
                    <ns1:pt x="767" y="144"/>
                    <ns1:pt x="772" y="154"/>
                    <ns1:pt x="781" y="162"/>
                  </ns1:cubicBezTo>
                  <ns1:cubicBezTo>
                    <ns1:pt x="785" y="160"/>
                    <ns1:pt x="788" y="158"/>
                    <ns1:pt x="791" y="157"/>
                  </ns1:cubicBezTo>
                  <ns1:close/>
                  <ns1:moveTo>
                    <ns1:pt x="401" y="142"/>
                  </ns1:moveTo>
                  <ns1:cubicBezTo>
                    <ns1:pt x="402" y="137"/>
                    <ns1:pt x="403" y="133"/>
                    <ns1:pt x="403" y="130"/>
                  </ns1:cubicBezTo>
                  <ns1:cubicBezTo>
                    <ns1:pt x="396" y="129"/>
                    <ns1:pt x="389" y="129"/>
                    <ns1:pt x="382" y="127"/>
                  </ns1:cubicBezTo>
                  <ns1:cubicBezTo>
                    <ns1:pt x="375" y="125"/>
                    <ns1:pt x="370" y="120"/>
                    <ns1:pt x="366" y="114"/>
                  </ns1:cubicBezTo>
                  <ns1:cubicBezTo>
                    <ns1:pt x="374" y="110"/>
                    <ns1:pt x="382" y="107"/>
                    <ns1:pt x="389" y="103"/>
                  </ns1:cubicBezTo>
                  <ns1:cubicBezTo>
                    <ns1:pt x="388" y="100"/>
                    <ns1:pt x="387" y="98"/>
                    <ns1:pt x="386" y="95"/>
                  </ns1:cubicBezTo>
                  <ns1:cubicBezTo>
                    <ns1:pt x="378" y="99"/>
                    <ns1:pt x="370" y="102"/>
                    <ns1:pt x="362" y="106"/>
                  </ns1:cubicBezTo>
                  <ns1:cubicBezTo>
                    <ns1:pt x="360" y="100"/>
                    <ns1:pt x="357" y="95"/>
                    <ns1:pt x="355" y="89"/>
                  </ns1:cubicBezTo>
                  <ns1:cubicBezTo>
                    <ns1:pt x="351" y="90"/>
                    <ns1:pt x="348" y="92"/>
                    <ns1:pt x="344" y="93"/>
                  </ns1:cubicBezTo>
                  <ns1:cubicBezTo>
                    <ns1:pt x="347" y="99"/>
                    <ns1:pt x="349" y="105"/>
                    <ns1:pt x="352" y="111"/>
                  </ns1:cubicBezTo>
                  <ns1:cubicBezTo>
                    <ns1:pt x="343" y="114"/>
                    <ns1:pt x="336" y="118"/>
                    <ns1:pt x="328" y="122"/>
                  </ns1:cubicBezTo>
                  <ns1:cubicBezTo>
                    <ns1:pt x="329" y="125"/>
                    <ns1:pt x="330" y="127"/>
                    <ns1:pt x="331" y="130"/>
                  </ns1:cubicBezTo>
                  <ns1:cubicBezTo>
                    <ns1:pt x="339" y="126"/>
                    <ns1:pt x="347" y="123"/>
                    <ns1:pt x="355" y="119"/>
                  </ns1:cubicBezTo>
                  <ns1:cubicBezTo>
                    <ns1:pt x="360" y="135"/>
                    <ns1:pt x="354" y="148"/>
                    <ns1:pt x="343" y="159"/>
                  </ns1:cubicBezTo>
                  <ns1:cubicBezTo>
                    <ns1:pt x="347" y="161"/>
                    <ns1:pt x="350" y="162"/>
                    <ns1:pt x="353" y="164"/>
                  </ns1:cubicBezTo>
                  <ns1:cubicBezTo>
                    <ns1:pt x="361" y="154"/>
                    <ns1:pt x="367" y="144"/>
                    <ns1:pt x="368" y="130"/>
                  </ns1:cubicBezTo>
                  <ns1:cubicBezTo>
                    <ns1:pt x="377" y="139"/>
                    <ns1:pt x="389" y="142"/>
                    <ns1:pt x="401" y="142"/>
                  </ns1:cubicBezTo>
                  <ns1:close/>
                  <ns1:moveTo>
                    <ns1:pt x="609" y="70"/>
                  </ns1:moveTo>
                  <ns1:cubicBezTo>
                    <ns1:pt x="607" y="68"/>
                    <ns1:pt x="606" y="66"/>
                    <ns1:pt x="604" y="65"/>
                  </ns1:cubicBezTo>
                  <ns1:cubicBezTo>
                    <ns1:pt x="603" y="65"/>
                    <ns1:pt x="601" y="64"/>
                    <ns1:pt x="600" y="65"/>
                  </ns1:cubicBezTo>
                  <ns1:cubicBezTo>
                    <ns1:pt x="593" y="69"/>
                    <ns1:pt x="587" y="74"/>
                    <ns1:pt x="581" y="78"/>
                  </ns1:cubicBezTo>
                  <ns1:cubicBezTo>
                    <ns1:pt x="588" y="85"/>
                    <ns1:pt x="588" y="85"/>
                    <ns1:pt x="588" y="89"/>
                  </ns1:cubicBezTo>
                  <ns1:cubicBezTo>
                    <ns1:pt x="593" y="90"/>
                    <ns1:pt x="598" y="90"/>
                    <ns1:pt x="603" y="91"/>
                  </ns1:cubicBezTo>
                  <ns1:cubicBezTo>
                    <ns1:pt x="603" y="95"/>
                    <ns1:pt x="603" y="99"/>
                    <ns1:pt x="602" y="102"/>
                  </ns1:cubicBezTo>
                  <ns1:cubicBezTo>
                    <ns1:pt x="594" y="102"/>
                    <ns1:pt x="586" y="101"/>
                    <ns1:pt x="578" y="101"/>
                  </ns1:cubicBezTo>
                  <ns1:cubicBezTo>
                    <ns1:pt x="577" y="103"/>
                    <ns1:pt x="577" y="105"/>
                    <ns1:pt x="577" y="108"/>
                  </ns1:cubicBezTo>
                  <ns1:cubicBezTo>
                    <ns1:pt x="597" y="109"/>
                    <ns1:pt x="616" y="111"/>
                    <ns1:pt x="635" y="113"/>
                  </ns1:cubicBezTo>
                  <ns1:cubicBezTo>
                    <ns1:pt x="635" y="110"/>
                    <ns1:pt x="636" y="108"/>
                    <ns1:pt x="636" y="106"/>
                  </ns1:cubicBezTo>
                  <ns1:cubicBezTo>
                    <ns1:pt x="628" y="105"/>
                    <ns1:pt x="620" y="104"/>
                    <ns1:pt x="612" y="103"/>
                  </ns1:cubicBezTo>
                  <ns1:cubicBezTo>
                    <ns1:pt x="612" y="99"/>
                    <ns1:pt x="612" y="96"/>
                    <ns1:pt x="613" y="92"/>
                  </ns1:cubicBezTo>
                  <ns1:cubicBezTo>
                    <ns1:pt x="618" y="92"/>
                    <ns1:pt x="623" y="92"/>
                    <ns1:pt x="626" y="93"/>
                  </ns1:cubicBezTo>
                  <ns1:cubicBezTo>
                    <ns1:pt x="631" y="88"/>
                    <ns1:pt x="634" y="85"/>
                    <ns1:pt x="638" y="81"/>
                  </ns1:cubicBezTo>
                  <ns1:cubicBezTo>
                    <ns1:pt x="631" y="75"/>
                    <ns1:pt x="624" y="70"/>
                    <ns1:pt x="617" y="65"/>
                  </ns1:cubicBezTo>
                  <ns1:cubicBezTo>
                    <ns1:pt x="615" y="67"/>
                    <ns1:pt x="613" y="69"/>
                    <ns1:pt x="611" y="70"/>
                  </ns1:cubicBezTo>
                  <ns1:cubicBezTo>
                    <ns1:pt x="616" y="75"/>
                    <ns1:pt x="621" y="79"/>
                    <ns1:pt x="626" y="84"/>
                  </ns1:cubicBezTo>
                  <ns1:cubicBezTo>
                    <ns1:pt x="626" y="84"/>
                    <ns1:pt x="626" y="84"/>
                    <ns1:pt x="626" y="85"/>
                  </ns1:cubicBezTo>
                  <ns1:cubicBezTo>
                    <ns1:pt x="615" y="84"/>
                    <ns1:pt x="603" y="83"/>
                    <ns1:pt x="591" y="82"/>
                  </ns1:cubicBezTo>
                  <ns1:cubicBezTo>
                    <ns1:pt x="598" y="77"/>
                    <ns1:pt x="603" y="74"/>
                    <ns1:pt x="609" y="70"/>
                  </ns1:cubicBezTo>
                  <ns1:close/>
                  <ns1:moveTo>
                    <ns1:pt x="513" y="113"/>
                  </ns1:moveTo>
                  <ns1:cubicBezTo>
                    <ns1:pt x="523" y="113"/>
                    <ns1:pt x="525" y="110"/>
                    <ns1:pt x="524" y="101"/>
                  </ns1:cubicBezTo>
                  <ns1:cubicBezTo>
                    <ns1:pt x="524" y="95"/>
                    <ns1:pt x="523" y="89"/>
                    <ns1:pt x="523" y="84"/>
                  </ns1:cubicBezTo>
                  <ns1:cubicBezTo>
                    <ns1:pt x="522" y="74"/>
                    <ns1:pt x="521" y="65"/>
                    <ns1:pt x="520" y="55"/>
                  </ns1:cubicBezTo>
                  <ns1:cubicBezTo>
                    <ns1:pt x="517" y="55"/>
                    <ns1:pt x="514" y="55"/>
                    <ns1:pt x="511" y="55"/>
                  </ns1:cubicBezTo>
                  <ns1:cubicBezTo>
                    <ns1:pt x="512" y="53"/>
                    <ns1:pt x="512" y="50"/>
                    <ns1:pt x="512" y="48"/>
                  </ns1:cubicBezTo>
                  <ns1:cubicBezTo>
                    <ns1:pt x="509" y="48"/>
                    <ns1:pt x="506" y="48"/>
                    <ns1:pt x="502" y="48"/>
                  </ns1:cubicBezTo>
                  <ns1:cubicBezTo>
                    <ns1:pt x="504" y="54"/>
                    <ns1:pt x="502" y="58"/>
                    <ns1:pt x="495" y="57"/>
                  </ns1:cubicBezTo>
                  <ns1:cubicBezTo>
                    <ns1:pt x="495" y="64"/>
                    <ns1:pt x="496" y="71"/>
                    <ns1:pt x="496" y="77"/>
                  </ns1:cubicBezTo>
                  <ns1:cubicBezTo>
                    <ns1:pt x="494" y="78"/>
                    <ns1:pt x="493" y="78"/>
                    <ns1:pt x="491" y="79"/>
                  </ns1:cubicBezTo>
                  <ns1:cubicBezTo>
                    <ns1:pt x="492" y="81"/>
                    <ns1:pt x="492" y="83"/>
                    <ns1:pt x="492" y="85"/>
                  </ns1:cubicBezTo>
                  <ns1:cubicBezTo>
                    <ns1:pt x="494" y="85"/>
                    <ns1:pt x="495" y="85"/>
                    <ns1:pt x="497" y="85"/>
                  </ns1:cubicBezTo>
                  <ns1:cubicBezTo>
                    <ns1:pt x="498" y="94"/>
                    <ns1:pt x="497" y="103"/>
                    <ns1:pt x="494" y="111"/>
                  </ns1:cubicBezTo>
                  <ns1:cubicBezTo>
                    <ns1:pt x="497" y="113"/>
                    <ns1:pt x="499" y="114"/>
                    <ns1:pt x="502" y="115"/>
                  </ns1:cubicBezTo>
                  <ns1:cubicBezTo>
                    <ns1:pt x="507" y="105"/>
                    <ns1:pt x="505" y="95"/>
                    <ns1:pt x="505" y="84"/>
                  </ns1:cubicBezTo>
                  <ns1:cubicBezTo>
                    <ns1:pt x="508" y="84"/>
                    <ns1:pt x="511" y="84"/>
                    <ns1:pt x="514" y="83"/>
                  </ns1:cubicBezTo>
                  <ns1:cubicBezTo>
                    <ns1:pt x="515" y="88"/>
                    <ns1:pt x="515" y="93"/>
                    <ns1:pt x="515" y="97"/>
                  </ns1:cubicBezTo>
                  <ns1:cubicBezTo>
                    <ns1:pt x="516" y="102"/>
                    <ns1:pt x="516" y="106"/>
                    <ns1:pt x="510" y="106"/>
                  </ns1:cubicBezTo>
                  <ns1:cubicBezTo>
                    <ns1:pt x="511" y="108"/>
                    <ns1:pt x="512" y="111"/>
                    <ns1:pt x="513" y="113"/>
                  </ns1:cubicBezTo>
                  <ns1:close/>
                  <ns1:moveTo>
                    <ns1:pt x="301" y="125"/>
                  </ns1:moveTo>
                  <ns1:cubicBezTo>
                    <ns1:pt x="291" y="132"/>
                    <ns1:pt x="281" y="138"/>
                    <ns1:pt x="271" y="145"/>
                  </ns1:cubicBezTo>
                  <ns1:cubicBezTo>
                    <ns1:pt x="270" y="146"/>
                    <ns1:pt x="270" y="148"/>
                    <ns1:pt x="269" y="150"/>
                  </ns1:cubicBezTo>
                  <ns1:cubicBezTo>
                    <ns1:pt x="265" y="149"/>
                    <ns1:pt x="261" y="148"/>
                    <ns1:pt x="256" y="147"/>
                  </ns1:cubicBezTo>
                  <ns1:cubicBezTo>
                    <ns1:pt x="255" y="151"/>
                    <ns1:pt x="254" y="154"/>
                    <ns1:pt x="254" y="157"/>
                  </ns1:cubicBezTo>
                  <ns1:cubicBezTo>
                    <ns1:pt x="259" y="158"/>
                    <ns1:pt x="264" y="159"/>
                    <ns1:pt x="269" y="160"/>
                  </ns1:cubicBezTo>
                  <ns1:cubicBezTo>
                    <ns1:pt x="270" y="157"/>
                    <ns1:pt x="270" y="154"/>
                    <ns1:pt x="271" y="152"/>
                  </ns1:cubicBezTo>
                  <ns1:cubicBezTo>
                    <ns1:pt x="277" y="154"/>
                    <ns1:pt x="280" y="147"/>
                    <ns1:pt x="286" y="146"/>
                  </ns1:cubicBezTo>
                  <ns1:cubicBezTo>
                    <ns1:pt x="293" y="156"/>
                    <ns1:pt x="300" y="166"/>
                    <ns1:pt x="307" y="177"/>
                  </ns1:cubicBezTo>
                  <ns1:cubicBezTo>
                    <ns1:pt x="301" y="180"/>
                    <ns1:pt x="297" y="184"/>
                    <ns1:pt x="291" y="187"/>
                  </ns1:cubicBezTo>
                  <ns1:cubicBezTo>
                    <ns1:pt x="293" y="189"/>
                    <ns1:pt x="294" y="191"/>
                    <ns1:pt x="296" y="194"/>
                  </ns1:cubicBezTo>
                  <ns1:cubicBezTo>
                    <ns1:pt x="308" y="185"/>
                    <ns1:pt x="321" y="177"/>
                    <ns1:pt x="334" y="168"/>
                  </ns1:cubicBezTo>
                  <ns1:cubicBezTo>
                    <ns1:pt x="332" y="166"/>
                    <ns1:pt x="331" y="164"/>
                    <ns1:pt x="329" y="162"/>
                  </ns1:cubicBezTo>
                  <ns1:cubicBezTo>
                    <ns1:pt x="324" y="165"/>
                    <ns1:pt x="320" y="168"/>
                    <ns1:pt x="315" y="171"/>
                  </ns1:cubicBezTo>
                  <ns1:cubicBezTo>
                    <ns1:pt x="308" y="161"/>
                    <ns1:pt x="301" y="150"/>
                    <ns1:pt x="294" y="140"/>
                  </ns1:cubicBezTo>
                  <ns1:cubicBezTo>
                    <ns1:pt x="298" y="137"/>
                    <ns1:pt x="301" y="134"/>
                    <ns1:pt x="305" y="132"/>
                  </ns1:cubicBezTo>
                  <ns1:cubicBezTo>
                    <ns1:pt x="304" y="129"/>
                    <ns1:pt x="302" y="127"/>
                    <ns1:pt x="301" y="125"/>
                  </ns1:cubicBezTo>
                  <ns1:close/>
                  <ns1:moveTo>
                    <ns1:pt x="865" y="189"/>
                  </ns1:moveTo>
                  <ns1:cubicBezTo>
                    <ns1:pt x="858" y="184"/>
                    <ns1:pt x="851" y="180"/>
                    <ns1:pt x="843" y="174"/>
                  </ns1:cubicBezTo>
                  <ns1:cubicBezTo>
                    <ns1:pt x="851" y="174"/>
                    <ns1:pt x="857" y="174"/>
                    <ns1:pt x="862" y="169"/>
                  </ns1:cubicBezTo>
                  <ns1:cubicBezTo>
                    <ns1:pt x="851" y="162"/>
                    <ns1:pt x="841" y="155"/>
                    <ns1:pt x="830" y="147"/>
                  </ns1:cubicBezTo>
                  <ns1:cubicBezTo>
                    <ns1:pt x="828" y="150"/>
                    <ns1:pt x="827" y="152"/>
                    <ns1:pt x="825" y="154"/>
                  </ns1:cubicBezTo>
                  <ns1:cubicBezTo>
                    <ns1:pt x="832" y="158"/>
                    <ns1:pt x="837" y="162"/>
                    <ns1:pt x="843" y="166"/>
                  </ns1:cubicBezTo>
                  <ns1:cubicBezTo>
                    <ns1:pt x="840" y="167"/>
                    <ns1:pt x="837" y="167"/>
                    <ns1:pt x="833" y="168"/>
                  </ns1:cubicBezTo>
                  <ns1:cubicBezTo>
                    <ns1:pt x="827" y="163"/>
                    <ns1:pt x="819" y="158"/>
                    <ns1:pt x="811" y="153"/>
                  </ns1:cubicBezTo>
                  <ns1:cubicBezTo>
                    <ns1:pt x="810" y="155"/>
                    <ns1:pt x="808" y="157"/>
                    <ns1:pt x="807" y="160"/>
                  </ns1:cubicBezTo>
                  <ns1:cubicBezTo>
                    <ns1:pt x="815" y="165"/>
                    <ns1:pt x="823" y="170"/>
                    <ns1:pt x="830" y="175"/>
                  </ns1:cubicBezTo>
                  <ns1:cubicBezTo>
                    <ns1:pt x="827" y="183"/>
                    <ns1:pt x="823" y="178"/>
                    <ns1:pt x="819" y="177"/>
                  </ns1:cubicBezTo>
                  <ns1:cubicBezTo>
                    <ns1:pt x="818" y="180"/>
                    <ns1:pt x="817" y="183"/>
                    <ns1:pt x="816" y="186"/>
                  </ns1:cubicBezTo>
                  <ns1:cubicBezTo>
                    <ns1:pt x="820" y="188"/>
                    <ns1:pt x="822" y="190"/>
                    <ns1:pt x="826" y="192"/>
                  </ns1:cubicBezTo>
                  <ns1:cubicBezTo>
                    <ns1:pt x="829" y="193"/>
                    <ns1:pt x="832" y="193"/>
                    <ns1:pt x="834" y="189"/>
                  </ns1:cubicBezTo>
                  <ns1:cubicBezTo>
                    <ns1:pt x="835" y="186"/>
                    <ns1:pt x="837" y="184"/>
                    <ns1:pt x="839" y="181"/>
                  </ns1:cubicBezTo>
                  <ns1:cubicBezTo>
                    <ns1:pt x="846" y="186"/>
                    <ns1:pt x="853" y="191"/>
                    <ns1:pt x="860" y="196"/>
                  </ns1:cubicBezTo>
                  <ns1:cubicBezTo>
                    <ns1:pt x="862" y="193"/>
                    <ns1:pt x="863" y="191"/>
                    <ns1:pt x="865" y="189"/>
                  </ns1:cubicBezTo>
                  <ns1:close/>
                  <ns1:moveTo>
                    <ns1:pt x="867" y="167"/>
                  </ns1:moveTo>
                  <ns1:cubicBezTo>
                    <ns1:pt x="865" y="169"/>
                    <ns1:pt x="864" y="171"/>
                    <ns1:pt x="863" y="173"/>
                  </ns1:cubicBezTo>
                  <ns1:cubicBezTo>
                    <ns1:pt x="866" y="175"/>
                    <ns1:pt x="868" y="177"/>
                    <ns1:pt x="871" y="178"/>
                  </ns1:cubicBezTo>
                  <ns1:cubicBezTo>
                    <ns1:pt x="874" y="174"/>
                    <ns1:pt x="877" y="170"/>
                    <ns1:pt x="880" y="165"/>
                  </ns1:cubicBezTo>
                  <ns1:cubicBezTo>
                    <ns1:pt x="876" y="163"/>
                    <ns1:pt x="872" y="160"/>
                    <ns1:pt x="868" y="157"/>
                  </ns1:cubicBezTo>
                  <ns1:cubicBezTo>
                    <ns1:pt x="873" y="156"/>
                    <ns1:pt x="878" y="155"/>
                    <ns1:pt x="883" y="153"/>
                  </ns1:cubicBezTo>
                  <ns1:cubicBezTo>
                    <ns1:pt x="880" y="150"/>
                    <ns1:pt x="878" y="147"/>
                    <ns1:pt x="876" y="144"/>
                  </ns1:cubicBezTo>
                  <ns1:cubicBezTo>
                    <ns1:pt x="871" y="146"/>
                    <ns1:pt x="867" y="148"/>
                    <ns1:pt x="862" y="151"/>
                  </ns1:cubicBezTo>
                  <ns1:cubicBezTo>
                    <ns1:pt x="861" y="151"/>
                    <ns1:pt x="859" y="152"/>
                    <ns1:pt x="858" y="151"/>
                  </ns1:cubicBezTo>
                  <ns1:cubicBezTo>
                    <ns1:pt x="853" y="148"/>
                    <ns1:pt x="848" y="144"/>
                    <ns1:pt x="842" y="140"/>
                  </ns1:cubicBezTo>
                  <ns1:cubicBezTo>
                    <ns1:pt x="845" y="140"/>
                    <ns1:pt x="847" y="140"/>
                    <ns1:pt x="849" y="140"/>
                  </ns1:cubicBezTo>
                  <ns1:cubicBezTo>
                    <ns1:pt x="849" y="136"/>
                    <ns1:pt x="849" y="132"/>
                    <ns1:pt x="849" y="128"/>
                  </ns1:cubicBezTo>
                  <ns1:cubicBezTo>
                    <ns1:pt x="845" y="127"/>
                    <ns1:pt x="842" y="127"/>
                    <ns1:pt x="839" y="126"/>
                  </ns1:cubicBezTo>
                  <ns1:cubicBezTo>
                    <ns1:pt x="839" y="130"/>
                    <ns1:pt x="839" y="134"/>
                    <ns1:pt x="839" y="138"/>
                  </ns1:cubicBezTo>
                  <ns1:cubicBezTo>
                    <ns1:pt x="835" y="135"/>
                    <ns1:pt x="831" y="133"/>
                    <ns1:pt x="827" y="130"/>
                  </ns1:cubicBezTo>
                  <ns1:cubicBezTo>
                    <ns1:pt x="824" y="135"/>
                    <ns1:pt x="822" y="139"/>
                    <ns1:pt x="819" y="143"/>
                  </ns1:cubicBezTo>
                  <ns1:cubicBezTo>
                    <ns1:pt x="821" y="145"/>
                    <ns1:pt x="824" y="146"/>
                    <ns1:pt x="826" y="148"/>
                  </ns1:cubicBezTo>
                  <ns1:cubicBezTo>
                    <ns1:pt x="828" y="146"/>
                    <ns1:pt x="829" y="144"/>
                    <ns1:pt x="831" y="142"/>
                  </ns1:cubicBezTo>
                  <ns1:cubicBezTo>
                    <ns1:pt x="843" y="150"/>
                    <ns1:pt x="855" y="158"/>
                    <ns1:pt x="867" y="167"/>
                  </ns1:cubicBezTo>
                  <ns1:close/>
                  <ns1:moveTo>
                    <ns1:pt x="1079" y="645"/>
                  </ns1:moveTo>
                  <ns1:cubicBezTo>
                    <ns1:pt x="1065" y="643"/>
                    <ns1:pt x="1052" y="640"/>
                    <ns1:pt x="1039" y="638"/>
                  </ns1:cubicBezTo>
                  <ns1:cubicBezTo>
                    <ns1:pt x="1038" y="640"/>
                    <ns1:pt x="1038" y="642"/>
                    <ns1:pt x="1037" y="645"/>
                  </ns1:cubicBezTo>
                  <ns1:cubicBezTo>
                    <ns1:pt x="1047" y="647"/>
                    <ns1:pt x="1057" y="649"/>
                    <ns1:pt x="1067" y="650"/>
                  </ns1:cubicBezTo>
                  <ns1:cubicBezTo>
                    <ns1:pt x="1057" y="654"/>
                    <ns1:pt x="1048" y="656"/>
                    <ns1:pt x="1038" y="658"/>
                  </ns1:cubicBezTo>
                  <ns1:cubicBezTo>
                    <ns1:pt x="1037" y="659"/>
                    <ns1:pt x="1035" y="660"/>
                    <ns1:pt x="1035" y="661"/>
                  </ns1:cubicBezTo>
                  <ns1:cubicBezTo>
                    <ns1:pt x="1034" y="664"/>
                    <ns1:pt x="1033" y="667"/>
                    <ns1:pt x="1033" y="671"/>
                  </ns1:cubicBezTo>
                  <ns1:cubicBezTo>
                    <ns1:pt x="1046" y="673"/>
                    <ns1:pt x="1060" y="675"/>
                    <ns1:pt x="1073" y="678"/>
                  </ns1:cubicBezTo>
                  <ns1:cubicBezTo>
                    <ns1:pt x="1073" y="675"/>
                    <ns1:pt x="1074" y="673"/>
                    <ns1:pt x="1074" y="671"/>
                  </ns1:cubicBezTo>
                  <ns1:cubicBezTo>
                    <ns1:pt x="1063" y="669"/>
                    <ns1:pt x="1053" y="667"/>
                    <ns1:pt x="1041" y="665"/>
                  </ns1:cubicBezTo>
                  <ns1:cubicBezTo>
                    <ns1:pt x="1044" y="664"/>
                    <ns1:pt x="1045" y="663"/>
                    <ns1:pt x="1046" y="663"/>
                  </ns1:cubicBezTo>
                  <ns1:cubicBezTo>
                    <ns1:pt x="1055" y="661"/>
                    <ns1:pt x="1064" y="659"/>
                    <ns1:pt x="1073" y="657"/>
                  </ns1:cubicBezTo>
                  <ns1:cubicBezTo>
                    <ns1:pt x="1075" y="657"/>
                    <ns1:pt x="1077" y="656"/>
                    <ns1:pt x="1077" y="654"/>
                  </ns1:cubicBezTo>
                  <ns1:cubicBezTo>
                    <ns1:pt x="1078" y="652"/>
                    <ns1:pt x="1078" y="648"/>
                    <ns1:pt x="1079" y="645"/>
                  </ns1:cubicBezTo>
                  <ns1:close/>
                  <ns1:moveTo>
                    <ns1:pt x="390" y="1021"/>
                  </ns1:moveTo>
                  <ns1:cubicBezTo>
                    <ns1:pt x="390" y="1022"/>
                    <ns1:pt x="390" y="1022"/>
                    <ns1:pt x="390" y="1022"/>
                  </ns1:cubicBezTo>
                  <ns1:cubicBezTo>
                    <ns1:pt x="391" y="1023"/>
                    <ns1:pt x="391" y="1025"/>
                    <ns1:pt x="391" y="1027"/>
                  </ns1:cubicBezTo>
                  <ns1:cubicBezTo>
                    <ns1:pt x="391" y="1035"/>
                    <ns1:pt x="392" y="1044"/>
                    <ns1:pt x="392" y="1053"/>
                  </ns1:cubicBezTo>
                  <ns1:cubicBezTo>
                    <ns1:pt x="392" y="1054"/>
                    <ns1:pt x="393" y="1056"/>
                    <ns1:pt x="394" y="1057"/>
                  </ns1:cubicBezTo>
                  <ns1:cubicBezTo>
                    <ns1:pt x="397" y="1058"/>
                    <ns1:pt x="400" y="1059"/>
                    <ns1:pt x="403" y="1060"/>
                  </ns1:cubicBezTo>
                  <ns1:cubicBezTo>
                    <ns1:pt x="408" y="1047"/>
                    <ns1:pt x="412" y="1035"/>
                    <ns1:pt x="417" y="1022"/>
                  </ns1:cubicBezTo>
                  <ns1:cubicBezTo>
                    <ns1:pt x="415" y="1021"/>
                    <ns1:pt x="412" y="1020"/>
                    <ns1:pt x="410" y="1019"/>
                  </ns1:cubicBezTo>
                  <ns1:cubicBezTo>
                    <ns1:pt x="406" y="1029"/>
                    <ns1:pt x="403" y="1038"/>
                    <ns1:pt x="400" y="1048"/>
                  </ns1:cubicBezTo>
                  <ns1:cubicBezTo>
                    <ns1:pt x="398" y="1038"/>
                    <ns1:pt x="398" y="1028"/>
                    <ns1:pt x="397" y="1018"/>
                  </ns1:cubicBezTo>
                  <ns1:cubicBezTo>
                    <ns1:pt x="397" y="1016"/>
                    <ns1:pt x="396" y="1014"/>
                    <ns1:pt x="395" y="1014"/>
                  </ns1:cubicBezTo>
                  <ns1:cubicBezTo>
                    <ns1:pt x="392" y="1012"/>
                    <ns1:pt x="389" y="1011"/>
                    <ns1:pt x="386" y="1010"/>
                  </ns1:cubicBezTo>
                  <ns1:cubicBezTo>
                    <ns1:pt x="381" y="1023"/>
                    <ns1:pt x="376" y="1036"/>
                    <ns1:pt x="372" y="1049"/>
                  </ns1:cubicBezTo>
                  <ns1:cubicBezTo>
                    <ns1:pt x="374" y="1050"/>
                    <ns1:pt x="376" y="1050"/>
                    <ns1:pt x="378" y="1051"/>
                  </ns1:cubicBezTo>
                  <ns1:cubicBezTo>
                    <ns1:pt x="382" y="1041"/>
                    <ns1:pt x="386" y="1031"/>
                    <ns1:pt x="390" y="1021"/>
                  </ns1:cubicBezTo>
                  <ns1:close/>
                  <ns1:moveTo>
                    <ns1:pt x="999" y="790"/>
                  </ns1:moveTo>
                  <ns1:cubicBezTo>
                    <ns1:pt x="999" y="790"/>
                    <ns1:pt x="999" y="789"/>
                    <ns1:pt x="999" y="789"/>
                  </ns1:cubicBezTo>
                  <ns1:cubicBezTo>
                    <ns1:pt x="1008" y="789"/>
                    <ns1:pt x="1016" y="790"/>
                    <ns1:pt x="1025" y="790"/>
                  </ns1:cubicBezTo>
                  <ns1:cubicBezTo>
                    <ns1:pt x="1035" y="791"/>
                    <ns1:pt x="1035" y="791"/>
                    <ns1:pt x="1039" y="780"/>
                  </ns1:cubicBezTo>
                  <ns1:cubicBezTo>
                    <ns1:pt x="1027" y="775"/>
                    <ns1:pt x="1015" y="769"/>
                    <ns1:pt x="1003" y="763"/>
                  </ns1:cubicBezTo>
                  <ns1:cubicBezTo>
                    <ns1:pt x="1001" y="765"/>
                    <ns1:pt x="1001" y="767"/>
                    <ns1:pt x="999" y="769"/>
                  </ns1:cubicBezTo>
                  <ns1:cubicBezTo>
                    <ns1:pt x="1009" y="774"/>
                    <ns1:pt x="1018" y="778"/>
                    <ns1:pt x="1026" y="782"/>
                  </ns1:cubicBezTo>
                  <ns1:cubicBezTo>
                    <ns1:pt x="1016" y="782"/>
                    <ns1:pt x="1006" y="782"/>
                    <ns1:pt x="997" y="782"/>
                  </ns1:cubicBezTo>
                  <ns1:cubicBezTo>
                    <ns1:pt x="995" y="782"/>
                    <ns1:pt x="993" y="783"/>
                    <ns1:pt x="992" y="784"/>
                  </ns1:cubicBezTo>
                  <ns1:cubicBezTo>
                    <ns1:pt x="991" y="787"/>
                    <ns1:pt x="990" y="790"/>
                    <ns1:pt x="988" y="793"/>
                  </ns1:cubicBezTo>
                  <ns1:cubicBezTo>
                    <ns1:pt x="1001" y="799"/>
                    <ns1:pt x="1013" y="804"/>
                    <ns1:pt x="1025" y="811"/>
                  </ns1:cubicBezTo>
                  <ns1:cubicBezTo>
                    <ns1:pt x="1026" y="808"/>
                    <ns1:pt x="1027" y="806"/>
                    <ns1:pt x="1028" y="804"/>
                  </ns1:cubicBezTo>
                  <ns1:cubicBezTo>
                    <ns1:pt x="1018" y="799"/>
                    <ns1:pt x="1009" y="794"/>
                    <ns1:pt x="999" y="790"/>
                  </ns1:cubicBezTo>
                  <ns1:close/>
                  <ns1:moveTo>
                    <ns1:pt x="529" y="70"/>
                  </ns1:moveTo>
                  <ns1:cubicBezTo>
                    <ns1:pt x="529" y="82"/>
                    <ns1:pt x="532" y="95"/>
                    <ns1:pt x="526" y="107"/>
                  </ns1:cubicBezTo>
                  <ns1:cubicBezTo>
                    <ns1:pt x="528" y="109"/>
                    <ns1:pt x="531" y="110"/>
                    <ns1:pt x="533" y="112"/>
                  </ns1:cubicBezTo>
                  <ns1:cubicBezTo>
                    <ns1:pt x="540" y="100"/>
                    <ns1:pt x="538" y="88"/>
                    <ns1:pt x="537" y="76"/>
                  </ns1:cubicBezTo>
                  <ns1:cubicBezTo>
                    <ns1:pt x="540" y="75"/>
                    <ns1:pt x="541" y="76"/>
                    <ns1:pt x="541" y="79"/>
                  </ns1:cubicBezTo>
                  <ns1:cubicBezTo>
                    <ns1:pt x="542" y="85"/>
                    <ns1:pt x="543" y="92"/>
                    <ns1:pt x="543" y="99"/>
                  </ns1:cubicBezTo>
                  <ns1:cubicBezTo>
                    <ns1:pt x="544" y="111"/>
                    <ns1:pt x="544" y="111"/>
                    <ns1:pt x="556" y="110"/>
                  </ns1:cubicBezTo>
                  <ns1:cubicBezTo>
                    <ns1:pt x="560" y="109"/>
                    <ns1:pt x="561" y="107"/>
                    <ns1:pt x="562" y="104"/>
                  </ns1:cubicBezTo>
                  <ns1:cubicBezTo>
                    <ns1:pt x="562" y="102"/>
                    <ns1:pt x="562" y="100"/>
                    <ns1:pt x="562" y="97"/>
                  </ns1:cubicBezTo>
                  <ns1:cubicBezTo>
                    <ns1:pt x="559" y="97"/>
                    <ns1:pt x="557" y="96"/>
                    <ns1:pt x="555" y="96"/>
                  </ns1:cubicBezTo>
                  <ns1:cubicBezTo>
                    <ns1:pt x="554" y="98"/>
                    <ns1:pt x="554" y="99"/>
                    <ns1:pt x="553" y="101"/>
                  </ns1:cubicBezTo>
                  <ns1:cubicBezTo>
                    <ns1:pt x="553" y="101"/>
                    <ns1:pt x="552" y="101"/>
                    <ns1:pt x="552" y="101"/>
                  </ns1:cubicBezTo>
                  <ns1:cubicBezTo>
                    <ns1:pt x="551" y="96"/>
                    <ns1:pt x="551" y="90"/>
                    <ns1:pt x="551" y="85"/>
                  </ns1:cubicBezTo>
                  <ns1:cubicBezTo>
                    <ns1:pt x="550" y="79"/>
                    <ns1:pt x="549" y="74"/>
                    <ns1:pt x="549" y="68"/>
                  </ns1:cubicBezTo>
                  <ns1:cubicBezTo>
                    <ns1:pt x="544" y="68"/>
                    <ns1:pt x="538" y="69"/>
                    <ns1:pt x="533" y="69"/>
                  </ns1:cubicBezTo>
                  <ns1:cubicBezTo>
                    <ns1:pt x="532" y="69"/>
                    <ns1:pt x="530" y="70"/>
                    <ns1:pt x="529" y="70"/>
                  </ns1:cubicBezTo>
                  <ns1:close/>
                  <ns1:moveTo>
                    <ns1:pt x="1028" y="732"/>
                  </ns1:moveTo>
                  <ns1:cubicBezTo>
                    <ns1:pt x="1022" y="729"/>
                    <ns1:pt x="1018" y="730"/>
                    <ns1:pt x="1015" y="734"/>
                  </ns1:cubicBezTo>
                  <ns1:cubicBezTo>
                    <ns1:pt x="1005" y="744"/>
                    <ns1:pt x="1007" y="758"/>
                    <ns1:pt x="1020" y="765"/>
                  </ns1:cubicBezTo>
                  <ns1:cubicBezTo>
                    <ns1:pt x="1023" y="766"/>
                    <ns1:pt x="1027" y="767"/>
                    <ns1:pt x="1030" y="768"/>
                  </ns1:cubicBezTo>
                  <ns1:cubicBezTo>
                    <ns1:pt x="1038" y="770"/>
                    <ns1:pt x="1045" y="767"/>
                    <ns1:pt x="1048" y="759"/>
                  </ns1:cubicBezTo>
                  <ns1:cubicBezTo>
                    <ns1:pt x="1051" y="755"/>
                    <ns1:pt x="1052" y="750"/>
                    <ns1:pt x="1053" y="745"/>
                  </ns1:cubicBezTo>
                  <ns1:cubicBezTo>
                    <ns1:pt x="1053" y="744"/>
                    <ns1:pt x="1053" y="741"/>
                    <ns1:pt x="1052" y="741"/>
                  </ns1:cubicBezTo>
                  <ns1:cubicBezTo>
                    <ns1:pt x="1046" y="739"/>
                    <ns1:pt x="1040" y="737"/>
                    <ns1:pt x="1034" y="734"/>
                  </ns1:cubicBezTo>
                  <ns1:cubicBezTo>
                    <ns1:pt x="1032" y="739"/>
                    <ns1:pt x="1031" y="744"/>
                    <ns1:pt x="1029" y="748"/>
                  </ns1:cubicBezTo>
                  <ns1:cubicBezTo>
                    <ns1:pt x="1032" y="749"/>
                    <ns1:pt x="1033" y="750"/>
                    <ns1:pt x="1035" y="751"/>
                  </ns1:cubicBezTo>
                  <ns1:cubicBezTo>
                    <ns1:pt x="1036" y="748"/>
                    <ns1:pt x="1037" y="746"/>
                    <ns1:pt x="1038" y="744"/>
                  </ns1:cubicBezTo>
                  <ns1:cubicBezTo>
                    <ns1:pt x="1041" y="745"/>
                    <ns1:pt x="1043" y="746"/>
                    <ns1:pt x="1046" y="747"/>
                  </ns1:cubicBezTo>
                  <ns1:cubicBezTo>
                    <ns1:pt x="1044" y="758"/>
                    <ns1:pt x="1040" y="762"/>
                    <ns1:pt x="1032" y="760"/>
                  </ns1:cubicBezTo>
                  <ns1:cubicBezTo>
                    <ns1:pt x="1028" y="759"/>
                    <ns1:pt x="1024" y="757"/>
                    <ns1:pt x="1020" y="755"/>
                  </ns1:cubicBezTo>
                  <ns1:cubicBezTo>
                    <ns1:pt x="1016" y="752"/>
                    <ns1:pt x="1015" y="748"/>
                    <ns1:pt x="1016" y="743"/>
                  </ns1:cubicBezTo>
                  <ns1:cubicBezTo>
                    <ns1:pt x="1018" y="739"/>
                    <ns1:pt x="1021" y="738"/>
                    <ns1:pt x="1025" y="739"/>
                  </ns1:cubicBezTo>
                  <ns1:cubicBezTo>
                    <ns1:pt x="1026" y="736"/>
                    <ns1:pt x="1027" y="734"/>
                    <ns1:pt x="1028" y="732"/>
                  </ns1:cubicBezTo>
                  <ns1:close/>
                  <ns1:moveTo>
                    <ns1:pt x="411" y="1063"/>
                  </ns1:moveTo>
                  <ns1:cubicBezTo>
                    <ns1:pt x="421" y="1065"/>
                    <ns1:pt x="431" y="1072"/>
                    <ns1:pt x="441" y="1063"/>
                  </ns1:cubicBezTo>
                  <ns1:cubicBezTo>
                    <ns1:pt x="447" y="1057"/>
                    <ns1:pt x="450" y="1043"/>
                    <ns1:pt x="447" y="1036"/>
                  </ns1:cubicBezTo>
                  <ns1:cubicBezTo>
                    <ns1:pt x="442" y="1026"/>
                    <ns1:pt x="431" y="1026"/>
                    <ns1:pt x="422" y="1024"/>
                  </ns1:cubicBezTo>
                  <ns1:cubicBezTo>
                    <ns1:pt x="419" y="1037"/>
                    <ns1:pt x="415" y="1050"/>
                    <ns1:pt x="411" y="1063"/>
                  </ns1:cubicBezTo>
                  <ns1:close/>
                  <ns1:moveTo>
                    <ns1:pt x="1067" y="542"/>
                  </ns1:moveTo>
                  <ns1:cubicBezTo>
                    <ns1:pt x="1067" y="541"/>
                    <ns1:pt x="1067" y="540"/>
                    <ns1:pt x="1067" y="539"/>
                  </ns1:cubicBezTo>
                  <ns1:cubicBezTo>
                    <ns1:pt x="1067" y="532"/>
                    <ns1:pt x="1067" y="532"/>
                    <ns1:pt x="1074" y="530"/>
                  </ns1:cubicBezTo>
                  <ns1:cubicBezTo>
                    <ns1:pt x="1077" y="530"/>
                    <ns1:pt x="1080" y="529"/>
                    <ns1:pt x="1082" y="529"/>
                  </ns1:cubicBezTo>
                  <ns1:cubicBezTo>
                    <ns1:pt x="1082" y="526"/>
                    <ns1:pt x="1082" y="523"/>
                    <ns1:pt x="1082" y="520"/>
                  </ns1:cubicBezTo>
                  <ns1:cubicBezTo>
                    <ns1:pt x="1075" y="523"/>
                    <ns1:pt x="1067" y="521"/>
                    <ns1:pt x="1062" y="529"/>
                  </ns1:cubicBezTo>
                  <ns1:cubicBezTo>
                    <ns1:pt x="1058" y="523"/>
                    <ns1:pt x="1054" y="522"/>
                    <ns1:pt x="1049" y="524"/>
                  </ns1:cubicBezTo>
                  <ns1:cubicBezTo>
                    <ns1:pt x="1044" y="525"/>
                    <ns1:pt x="1042" y="529"/>
                    <ns1:pt x="1042" y="535"/>
                  </ns1:cubicBezTo>
                  <ns1:cubicBezTo>
                    <ns1:pt x="1042" y="541"/>
                    <ns1:pt x="1043" y="546"/>
                    <ns1:pt x="1043" y="552"/>
                  </ns1:cubicBezTo>
                  <ns1:cubicBezTo>
                    <ns1:pt x="1057" y="551"/>
                    <ns1:pt x="1070" y="551"/>
                    <ns1:pt x="1084" y="550"/>
                  </ns1:cubicBezTo>
                  <ns1:cubicBezTo>
                    <ns1:pt x="1084" y="547"/>
                    <ns1:pt x="1084" y="544"/>
                    <ns1:pt x="1083" y="542"/>
                  </ns1:cubicBezTo>
                  <ns1:cubicBezTo>
                    <ns1:pt x="1078" y="542"/>
                    <ns1:pt x="1073" y="542"/>
                    <ns1:pt x="1067" y="542"/>
                  </ns1:cubicBezTo>
                  <ns1:close/>
                  <ns1:moveTo>
                    <ns1:pt x="106" y="805"/>
                  </ns1:moveTo>
                  <ns1:cubicBezTo>
                    <ns1:pt x="111" y="802"/>
                    <ns1:pt x="116" y="800"/>
                    <ns1:pt x="121" y="797"/>
                  </ns1:cubicBezTo>
                  <ns1:cubicBezTo>
                    <ns1:pt x="121" y="799"/>
                    <ns1:pt x="122" y="800"/>
                    <ns1:pt x="123" y="801"/>
                  </ns1:cubicBezTo>
                  <ns1:cubicBezTo>
                    <ns1:pt x="126" y="807"/>
                    <ns1:pt x="126" y="808"/>
                    <ns1:pt x="120" y="811"/>
                  </ns1:cubicBezTo>
                  <ns1:cubicBezTo>
                    <ns1:pt x="118" y="813"/>
                    <ns1:pt x="115" y="815"/>
                    <ns1:pt x="112" y="817"/>
                  </ns1:cubicBezTo>
                  <ns1:cubicBezTo>
                    <ns1:pt x="114" y="819"/>
                    <ns1:pt x="115" y="821"/>
                    <ns1:pt x="116" y="824"/>
                  </ns1:cubicBezTo>
                  <ns1:cubicBezTo>
                    <ns1:pt x="121" y="818"/>
                    <ns1:pt x="130" y="817"/>
                    <ns1:pt x="131" y="808"/>
                  </ns1:cubicBezTo>
                  <ns1:cubicBezTo>
                    <ns1:pt x="132" y="809"/>
                    <ns1:pt x="133" y="809"/>
                    <ns1:pt x="134" y="810"/>
                  </ns1:cubicBezTo>
                  <ns1:cubicBezTo>
                    <ns1:pt x="138" y="811"/>
                    <ns1:pt x="142" y="810"/>
                    <ns1:pt x="145" y="808"/>
                  </ns1:cubicBezTo>
                  <ns1:cubicBezTo>
                    <ns1:pt x="148" y="805"/>
                    <ns1:pt x="149" y="802"/>
                    <ns1:pt x="148" y="798"/>
                  </ns1:cubicBezTo>
                  <ns1:cubicBezTo>
                    <ns1:pt x="145" y="792"/>
                    <ns1:pt x="142" y="785"/>
                    <ns1:pt x="139" y="779"/>
                  </ns1:cubicBezTo>
                  <ns1:cubicBezTo>
                    <ns1:pt x="126" y="785"/>
                    <ns1:pt x="115" y="792"/>
                    <ns1:pt x="103" y="798"/>
                  </ns1:cubicBezTo>
                  <ns1:cubicBezTo>
                    <ns1:pt x="104" y="800"/>
                    <ns1:pt x="105" y="803"/>
                    <ns1:pt x="106" y="805"/>
                  </ns1:cubicBezTo>
                  <ns1:close/>
                  <ns1:moveTo>
                    <ns1:pt x="592" y="1066"/>
                  </ns1:moveTo>
                  <ns1:cubicBezTo>
                    <ns1:pt x="598" y="1061"/>
                    <ns1:pt x="599" y="1058"/>
                    <ns1:pt x="598" y="1053"/>
                  </ns1:cubicBezTo>
                  <ns1:cubicBezTo>
                    <ns1:pt x="597" y="1049"/>
                    <ns1:pt x="594" y="1046"/>
                    <ns1:pt x="590" y="1046"/>
                  </ns1:cubicBezTo>
                  <ns1:cubicBezTo>
                    <ns1:pt x="583" y="1045"/>
                    <ns1:pt x="576" y="1046"/>
                    <ns1:pt x="570" y="1046"/>
                  </ns1:cubicBezTo>
                  <ns1:cubicBezTo>
                    <ns1:pt x="570" y="1060"/>
                    <ns1:pt x="570" y="1073"/>
                    <ns1:pt x="570" y="1086"/>
                  </ns1:cubicBezTo>
                  <ns1:cubicBezTo>
                    <ns1:pt x="574" y="1086"/>
                    <ns1:pt x="576" y="1086"/>
                    <ns1:pt x="578" y="1086"/>
                  </ns1:cubicBezTo>
                  <ns1:cubicBezTo>
                    <ns1:pt x="578" y="1081"/>
                    <ns1:pt x="578" y="1076"/>
                    <ns1:pt x="578" y="1070"/>
                  </ns1:cubicBezTo>
                  <ns1:cubicBezTo>
                    <ns1:pt x="580" y="1070"/>
                    <ns1:pt x="581" y="1070"/>
                    <ns1:pt x="582" y="1070"/>
                  </ns1:cubicBezTo>
                  <ns1:cubicBezTo>
                    <ns1:pt x="589" y="1070"/>
                    <ns1:pt x="589" y="1070"/>
                    <ns1:pt x="590" y="1077"/>
                  </ns1:cubicBezTo>
                  <ns1:cubicBezTo>
                    <ns1:pt x="590" y="1080"/>
                    <ns1:pt x="591" y="1083"/>
                    <ns1:pt x="592" y="1086"/>
                  </ns1:cubicBezTo>
                  <ns1:cubicBezTo>
                    <ns1:pt x="595" y="1086"/>
                    <ns1:pt x="597" y="1086"/>
                    <ns1:pt x="600" y="1086"/>
                  </ns1:cubicBezTo>
                  <ns1:cubicBezTo>
                    <ns1:pt x="597" y="1069"/>
                    <ns1:pt x="597" y="1069"/>
                    <ns1:pt x="592" y="1066"/>
                  </ns1:cubicBezTo>
                  <ns1:close/>
                  <ns1:moveTo>
                    <ns1:pt x="167" y="833"/>
                  </ns1:moveTo>
                  <ns1:cubicBezTo>
                    <ns1:pt x="167" y="820"/>
                    <ns1:pt x="156" y="811"/>
                    <ns1:pt x="146" y="815"/>
                  </ns1:cubicBezTo>
                  <ns1:cubicBezTo>
                    <ns1:pt x="140" y="817"/>
                    <ns1:pt x="135" y="820"/>
                    <ns1:pt x="131" y="824"/>
                  </ns1:cubicBezTo>
                  <ns1:cubicBezTo>
                    <ns1:pt x="124" y="829"/>
                    <ns1:pt x="124" y="837"/>
                    <ns1:pt x="128" y="844"/>
                  </ns1:cubicBezTo>
                  <ns1:cubicBezTo>
                    <ns1:pt x="133" y="852"/>
                    <ns1:pt x="140" y="855"/>
                    <ns1:pt x="148" y="852"/>
                  </ns1:cubicBezTo>
                  <ns1:cubicBezTo>
                    <ns1:pt x="153" y="849"/>
                    <ns1:pt x="158" y="846"/>
                    <ns1:pt x="163" y="842"/>
                  </ns1:cubicBezTo>
                  <ns1:cubicBezTo>
                    <ns1:pt x="165" y="839"/>
                    <ns1:pt x="166" y="835"/>
                    <ns1:pt x="167" y="833"/>
                  </ns1:cubicBezTo>
                  <ns1:close/>
                  <ns1:moveTo>
                    <ns1:pt x="70" y="557"/>
                  </ns1:moveTo>
                  <ns1:cubicBezTo>
                    <ns1:pt x="67" y="558"/>
                    <ns1:pt x="63" y="558"/>
                    <ns1:pt x="60" y="559"/>
                  </ns1:cubicBezTo>
                  <ns1:cubicBezTo>
                    <ns1:pt x="53" y="562"/>
                    <ns1:pt x="49" y="567"/>
                    <ns1:pt x="49" y="575"/>
                  </ns1:cubicBezTo>
                  <ns1:cubicBezTo>
                    <ns1:pt x="49" y="584"/>
                    <ns1:pt x="53" y="589"/>
                    <ns1:pt x="60" y="591"/>
                  </ns1:cubicBezTo>
                  <ns1:cubicBezTo>
                    <ns1:pt x="67" y="594"/>
                    <ns1:pt x="74" y="593"/>
                    <ns1:pt x="81" y="591"/>
                  </ns1:cubicBezTo>
                  <ns1:cubicBezTo>
                    <ns1:pt x="89" y="588"/>
                    <ns1:pt x="93" y="581"/>
                    <ns1:pt x="91" y="573"/>
                  </ns1:cubicBezTo>
                  <ns1:cubicBezTo>
                    <ns1:pt x="90" y="563"/>
                    <ns1:pt x="82" y="558"/>
                    <ns1:pt x="70" y="557"/>
                  </ns1:cubicBezTo>
                  <ns1:close/>
                  <ns1:moveTo>
                    <ns1:pt x="80" y="640"/>
                  </ns1:moveTo>
                  <ns1:cubicBezTo>
                    <ns1:pt x="76" y="642"/>
                    <ns1:pt x="71" y="642"/>
                    <ns1:pt x="66" y="644"/>
                  </ns1:cubicBezTo>
                  <ns1:cubicBezTo>
                    <ns1:pt x="59" y="647"/>
                    <ns1:pt x="56" y="654"/>
                    <ns1:pt x="57" y="661"/>
                  </ns1:cubicBezTo>
                  <ns1:cubicBezTo>
                    <ns1:pt x="58" y="669"/>
                    <ns1:pt x="63" y="675"/>
                    <ns1:pt x="71" y="676"/>
                  </ns1:cubicBezTo>
                  <ns1:cubicBezTo>
                    <ns1:pt x="79" y="678"/>
                    <ns1:pt x="86" y="676"/>
                    <ns1:pt x="93" y="671"/>
                  </ns1:cubicBezTo>
                  <ns1:cubicBezTo>
                    <ns1:pt x="97" y="668"/>
                    <ns1:pt x="99" y="665"/>
                    <ns1:pt x="99" y="660"/>
                  </ns1:cubicBezTo>
                  <ns1:cubicBezTo>
                    <ns1:pt x="100" y="648"/>
                    <ns1:pt x="93" y="641"/>
                    <ns1:pt x="80" y="640"/>
                  </ns1:cubicBezTo>
                  <ns1:close/>
                  <ns1:moveTo>
                    <ns1:pt x="98" y="484"/>
                  </ns1:moveTo>
                  <ns1:cubicBezTo>
                    <ns1:pt x="84" y="482"/>
                    <ns1:pt x="71" y="480"/>
                    <ns1:pt x="57" y="478"/>
                  </ns1:cubicBezTo>
                  <ns1:cubicBezTo>
                    <ns1:pt x="57" y="481"/>
                    <ns1:pt x="57" y="483"/>
                    <ns1:pt x="56" y="486"/>
                  </ns1:cubicBezTo>
                  <ns1:cubicBezTo>
                    <ns1:pt x="62" y="487"/>
                    <ns1:pt x="68" y="488"/>
                    <ns1:pt x="74" y="489"/>
                  </ns1:cubicBezTo>
                  <ns1:cubicBezTo>
                    <ns1:pt x="73" y="493"/>
                    <ns1:pt x="72" y="498"/>
                    <ns1:pt x="72" y="502"/>
                  </ns1:cubicBezTo>
                  <ns1:cubicBezTo>
                    <ns1:pt x="66" y="502"/>
                    <ns1:pt x="60" y="501"/>
                    <ns1:pt x="54" y="500"/>
                  </ns1:cubicBezTo>
                  <ns1:cubicBezTo>
                    <ns1:pt x="54" y="503"/>
                    <ns1:pt x="53" y="505"/>
                    <ns1:pt x="53" y="508"/>
                  </ns1:cubicBezTo>
                  <ns1:cubicBezTo>
                    <ns1:pt x="67" y="510"/>
                    <ns1:pt x="80" y="512"/>
                    <ns1:pt x="93" y="514"/>
                  </ns1:cubicBezTo>
                  <ns1:cubicBezTo>
                    <ns1:pt x="94" y="511"/>
                    <ns1:pt x="94" y="508"/>
                    <ns1:pt x="95" y="506"/>
                  </ns1:cubicBezTo>
                  <ns1:cubicBezTo>
                    <ns1:pt x="89" y="505"/>
                    <ns1:pt x="84" y="504"/>
                    <ns1:pt x="79" y="503"/>
                  </ns1:cubicBezTo>
                  <ns1:cubicBezTo>
                    <ns1:pt x="79" y="499"/>
                    <ns1:pt x="80" y="494"/>
                    <ns1:pt x="81" y="490"/>
                  </ns1:cubicBezTo>
                  <ns1:cubicBezTo>
                    <ns1:pt x="86" y="490"/>
                    <ns1:pt x="91" y="491"/>
                    <ns1:pt x="97" y="492"/>
                  </ns1:cubicBezTo>
                  <ns1:cubicBezTo>
                    <ns1:pt x="97" y="489"/>
                    <ns1:pt x="97" y="487"/>
                    <ns1:pt x="98" y="484"/>
                  </ns1:cubicBezTo>
                  <ns1:close/>
                  <ns1:moveTo>
                    <ns1:pt x="640" y="1065"/>
                  </ns1:moveTo>
                  <ns1:cubicBezTo>
                    <ns1:pt x="639" y="1060"/>
                    <ns1:pt x="638" y="1055"/>
                    <ns1:pt x="636" y="1051"/>
                  </ns1:cubicBezTo>
                  <ns1:cubicBezTo>
                    <ns1:pt x="633" y="1044"/>
                    <ns1:pt x="627" y="1041"/>
                    <ns1:pt x="620" y="1042"/>
                  </ns1:cubicBezTo>
                  <ns1:cubicBezTo>
                    <ns1:pt x="612" y="1042"/>
                    <ns1:pt x="607" y="1047"/>
                    <ns1:pt x="605" y="1054"/>
                  </ns1:cubicBezTo>
                  <ns1:cubicBezTo>
                    <ns1:pt x="603" y="1061"/>
                    <ns1:pt x="603" y="1068"/>
                    <ns1:pt x="607" y="1075"/>
                  </ns1:cubicBezTo>
                  <ns1:cubicBezTo>
                    <ns1:pt x="609" y="1080"/>
                    <ns1:pt x="613" y="1083"/>
                    <ns1:pt x="619" y="1084"/>
                  </ns1:cubicBezTo>
                  <ns1:cubicBezTo>
                    <ns1:pt x="632" y="1085"/>
                    <ns1:pt x="639" y="1078"/>
                    <ns1:pt x="640" y="1065"/>
                  </ns1:cubicBezTo>
                  <ns1:close/>
                  <ns1:moveTo>
                    <ns1:pt x="70" y="517"/>
                  </ns1:moveTo>
                  <ns1:cubicBezTo>
                    <ns1:pt x="70" y="517"/>
                    <ns1:pt x="70" y="517"/>
                    <ns1:pt x="70" y="517"/>
                  </ns1:cubicBezTo>
                  <ns1:cubicBezTo>
                    <ns1:pt x="70" y="517"/>
                    <ns1:pt x="69" y="517"/>
                    <ns1:pt x="68" y="517"/>
                  </ns1:cubicBezTo>
                  <ns1:cubicBezTo>
                    <ns1:pt x="58" y="518"/>
                    <ns1:pt x="52" y="523"/>
                    <ns1:pt x="50" y="532"/>
                  </ns1:cubicBezTo>
                  <ns1:cubicBezTo>
                    <ns1:pt x="49" y="542"/>
                    <ns1:pt x="54" y="549"/>
                    <ns1:pt x="64" y="551"/>
                  </ns1:cubicBezTo>
                  <ns1:cubicBezTo>
                    <ns1:pt x="68" y="552"/>
                    <ns1:pt x="73" y="552"/>
                    <ns1:pt x="77" y="552"/>
                  </ns1:cubicBezTo>
                  <ns1:cubicBezTo>
                    <ns1:pt x="86" y="551"/>
                    <ns1:pt x="92" y="545"/>
                    <ns1:pt x="93" y="537"/>
                  </ns1:cubicBezTo>
                  <ns1:cubicBezTo>
                    <ns1:pt x="94" y="529"/>
                    <ns1:pt x="90" y="522"/>
                    <ns1:pt x="81" y="519"/>
                  </ns1:cubicBezTo>
                  <ns1:cubicBezTo>
                    <ns1:pt x="78" y="518"/>
                    <ns1:pt x="74" y="517"/>
                    <ns1:pt x="70" y="517"/>
                  </ns1:cubicBezTo>
                  <ns1:close/>
                  <ns1:moveTo>
                    <ns1:pt x="903" y="907"/>
                  </ns1:moveTo>
                  <ns1:cubicBezTo>
                    <ns1:pt x="913" y="917"/>
                    <ns1:pt x="923" y="926"/>
                    <ns1:pt x="933" y="935"/>
                  </ns1:cubicBezTo>
                  <ns1:cubicBezTo>
                    <ns1:pt x="935" y="933"/>
                    <ns1:pt x="936" y="932"/>
                    <ns1:pt x="938" y="930"/>
                  </ns1:cubicBezTo>
                  <ns1:cubicBezTo>
                    <ns1:pt x="934" y="925"/>
                    <ns1:pt x="930" y="921"/>
                    <ns1:pt x="925" y="917"/>
                  </ns1:cubicBezTo>
                  <ns1:cubicBezTo>
                    <ns1:pt x="928" y="914"/>
                    <ns1:pt x="932" y="910"/>
                    <ns1:pt x="935" y="907"/>
                  </ns1:cubicBezTo>
                  <ns1:cubicBezTo>
                    <ns1:pt x="939" y="911"/>
                    <ns1:pt x="943" y="915"/>
                    <ns1:pt x="948" y="919"/>
                  </ns1:cubicBezTo>
                  <ns1:cubicBezTo>
                    <ns1:pt x="950" y="917"/>
                    <ns1:pt x="951" y="916"/>
                    <ns1:pt x="953" y="914"/>
                  </ns1:cubicBezTo>
                  <ns1:cubicBezTo>
                    <ns1:pt x="943" y="904"/>
                    <ns1:pt x="933" y="895"/>
                    <ns1:pt x="923" y="886"/>
                  </ns1:cubicBezTo>
                  <ns1:cubicBezTo>
                    <ns1:pt x="921" y="888"/>
                    <ns1:pt x="920" y="889"/>
                    <ns1:pt x="918" y="891"/>
                  </ns1:cubicBezTo>
                  <ns1:cubicBezTo>
                    <ns1:pt x="922" y="895"/>
                    <ns1:pt x="926" y="899"/>
                    <ns1:pt x="930" y="903"/>
                  </ns1:cubicBezTo>
                  <ns1:cubicBezTo>
                    <ns1:pt x="926" y="906"/>
                    <ns1:pt x="923" y="909"/>
                    <ns1:pt x="920" y="913"/>
                  </ns1:cubicBezTo>
                  <ns1:cubicBezTo>
                    <ns1:pt x="916" y="909"/>
                    <ns1:pt x="912" y="905"/>
                    <ns1:pt x="908" y="902"/>
                  </ns1:cubicBezTo>
                  <ns1:cubicBezTo>
                    <ns1:pt x="906" y="904"/>
                    <ns1:pt x="905" y="905"/>
                    <ns1:pt x="903" y="907"/>
                  </ns1:cubicBezTo>
                  <ns1:close/>
                  <ns1:moveTo>
                    <ns1:pt x="1049" y="490"/>
                  </ns1:moveTo>
                  <ns1:cubicBezTo>
                    <ns1:pt x="1038" y="492"/>
                    <ns1:pt x="1035" y="501"/>
                    <ns1:pt x="1040" y="511"/>
                  </ns1:cubicBezTo>
                  <ns1:cubicBezTo>
                    <ns1:pt x="1043" y="516"/>
                    <ns1:pt x="1047" y="518"/>
                    <ns1:pt x="1053" y="518"/>
                  </ns1:cubicBezTo>
                  <ns1:cubicBezTo>
                    <ns1:pt x="1059" y="517"/>
                    <ns1:pt x="1061" y="513"/>
                    <ns1:pt x="1062" y="508"/>
                  </ns1:cubicBezTo>
                  <ns1:cubicBezTo>
                    <ns1:pt x="1063" y="505"/>
                    <ns1:pt x="1063" y="502"/>
                    <ns1:pt x="1064" y="500"/>
                  </ns1:cubicBezTo>
                  <ns1:cubicBezTo>
                    <ns1:pt x="1065" y="498"/>
                    <ns1:pt x="1067" y="495"/>
                    <ns1:pt x="1069" y="495"/>
                  </ns1:cubicBezTo>
                  <ns1:cubicBezTo>
                    <ns1:pt x="1071" y="496"/>
                    <ns1:pt x="1073" y="498"/>
                    <ns1:pt x="1074" y="500"/>
                  </ns1:cubicBezTo>
                  <ns1:cubicBezTo>
                    <ns1:pt x="1076" y="505"/>
                    <ns1:pt x="1072" y="508"/>
                    <ns1:pt x="1068" y="509"/>
                  </ns1:cubicBezTo>
                  <ns1:cubicBezTo>
                    <ns1:pt x="1068" y="512"/>
                    <ns1:pt x="1068" y="514"/>
                    <ns1:pt x="1069" y="516"/>
                  </ns1:cubicBezTo>
                  <ns1:cubicBezTo>
                    <ns1:pt x="1079" y="515"/>
                    <ns1:pt x="1082" y="509"/>
                    <ns1:pt x="1080" y="499"/>
                  </ns1:cubicBezTo>
                  <ns1:cubicBezTo>
                    <ns1:pt x="1078" y="490"/>
                    <ns1:pt x="1073" y="486"/>
                    <ns1:pt x="1066" y="487"/>
                  </ns1:cubicBezTo>
                  <ns1:cubicBezTo>
                    <ns1:pt x="1060" y="487"/>
                    <ns1:pt x="1056" y="492"/>
                    <ns1:pt x="1055" y="500"/>
                  </ns1:cubicBezTo>
                  <ns1:cubicBezTo>
                    <ns1:pt x="1055" y="502"/>
                    <ns1:pt x="1055" y="504"/>
                    <ns1:pt x="1054" y="506"/>
                  </ns1:cubicBezTo>
                  <ns1:cubicBezTo>
                    <ns1:pt x="1053" y="508"/>
                    <ns1:pt x="1051" y="509"/>
                    <ns1:pt x="1050" y="509"/>
                  </ns1:cubicBezTo>
                  <ns1:cubicBezTo>
                    <ns1:pt x="1048" y="509"/>
                    <ns1:pt x="1046" y="507"/>
                    <ns1:pt x="1045" y="506"/>
                  </ns1:cubicBezTo>
                  <ns1:cubicBezTo>
                    <ns1:pt x="1043" y="501"/>
                    <ns1:pt x="1046" y="499"/>
                    <ns1:pt x="1050" y="497"/>
                  </ns1:cubicBezTo>
                  <ns1:cubicBezTo>
                    <ns1:pt x="1049" y="495"/>
                    <ns1:pt x="1049" y="492"/>
                    <ns1:pt x="1049" y="490"/>
                  </ns1:cubicBezTo>
                  <ns1:close/>
                  <ns1:moveTo>
                    <ns1:pt x="297" y="996"/>
                  </ns1:moveTo>
                  <ns1:cubicBezTo>
                    <ns1:pt x="292" y="1003"/>
                    <ns1:pt x="293" y="1008"/>
                    <ns1:pt x="300" y="1013"/>
                  </ns1:cubicBezTo>
                  <ns1:cubicBezTo>
                    <ns1:pt x="303" y="1015"/>
                    <ns1:pt x="305" y="1016"/>
                    <ns1:pt x="308" y="1017"/>
                  </ns1:cubicBezTo>
                  <ns1:cubicBezTo>
                    <ns1:pt x="314" y="1018"/>
                    <ns1:pt x="318" y="1017"/>
                    <ns1:pt x="322" y="1012"/>
                  </ns1:cubicBezTo>
                  <ns1:cubicBezTo>
                    <ns1:pt x="325" y="1007"/>
                    <ns1:pt x="324" y="1003"/>
                    <ns1:pt x="320" y="998"/>
                  </ns1:cubicBezTo>
                  <ns1:cubicBezTo>
                    <ns1:pt x="318" y="996"/>
                    <ns1:pt x="316" y="994"/>
                    <ns1:pt x="314" y="991"/>
                  </ns1:cubicBezTo>
                  <ns1:cubicBezTo>
                    <ns1:pt x="313" y="990"/>
                    <ns1:pt x="313" y="987"/>
                    <ns1:pt x="314" y="985"/>
                  </ns1:cubicBezTo>
                  <ns1:cubicBezTo>
                    <ns1:pt x="315" y="984"/>
                    <ns1:pt x="318" y="983"/>
                    <ns1:pt x="319" y="983"/>
                  </ns1:cubicBezTo>
                  <ns1:cubicBezTo>
                    <ns1:pt x="321" y="984"/>
                    <ns1:pt x="324" y="987"/>
                    <ns1:pt x="324" y="988"/>
                  </ns1:cubicBezTo>
                  <ns1:cubicBezTo>
                    <ns1:pt x="323" y="994"/>
                    <ns1:pt x="327" y="994"/>
                    <ns1:pt x="329" y="996"/>
                  </ns1:cubicBezTo>
                  <ns1:cubicBezTo>
                    <ns1:pt x="335" y="988"/>
                    <ns1:pt x="329" y="979"/>
                    <ns1:pt x="320" y="977"/>
                  </ns1:cubicBezTo>
                  <ns1:cubicBezTo>
                    <ns1:pt x="314" y="975"/>
                    <ns1:pt x="309" y="977"/>
                    <ns1:pt x="306" y="982"/>
                  </ns1:cubicBezTo>
                  <ns1:cubicBezTo>
                    <ns1:pt x="303" y="986"/>
                    <ns1:pt x="303" y="990"/>
                    <ns1:pt x="307" y="996"/>
                  </ns1:cubicBezTo>
                  <ns1:cubicBezTo>
                    <ns1:pt x="309" y="998"/>
                    <ns1:pt x="311" y="999"/>
                    <ns1:pt x="313" y="1002"/>
                  </ns1:cubicBezTo>
                  <ns1:cubicBezTo>
                    <ns1:pt x="314" y="1004"/>
                    <ns1:pt x="314" y="1007"/>
                    <ns1:pt x="313" y="1009"/>
                  </ns1:cubicBezTo>
                  <ns1:cubicBezTo>
                    <ns1:pt x="312" y="1012"/>
                    <ns1:pt x="309" y="1011"/>
                    <ns1:pt x="306" y="1010"/>
                  </ns1:cubicBezTo>
                  <ns1:cubicBezTo>
                    <ns1:pt x="301" y="1007"/>
                    <ns1:pt x="301" y="1004"/>
                    <ns1:pt x="303" y="999"/>
                  </ns1:cubicBezTo>
                  <ns1:cubicBezTo>
                    <ns1:pt x="301" y="998"/>
                    <ns1:pt x="299" y="997"/>
                    <ns1:pt x="297" y="996"/>
                  </ns1:cubicBezTo>
                  <ns1:close/>
                  <ns1:moveTo>
                    <ns1:pt x="95" y="442"/>
                  </ns1:moveTo>
                  <ns1:cubicBezTo>
                    <ns1:pt x="105" y="445"/>
                    <ns1:pt x="112" y="439"/>
                    <ns1:pt x="112" y="428"/>
                  </ns1:cubicBezTo>
                  <ns1:cubicBezTo>
                    <ns1:pt x="112" y="422"/>
                    <ns1:pt x="108" y="418"/>
                    <ns1:pt x="103" y="416"/>
                  </ns1:cubicBezTo>
                  <ns1:cubicBezTo>
                    <ns1:pt x="98" y="414"/>
                    <ns1:pt x="94" y="416"/>
                    <ns1:pt x="90" y="421"/>
                  </ns1:cubicBezTo>
                  <ns1:cubicBezTo>
                    <ns1:pt x="88" y="423"/>
                    <ns1:pt x="87" y="426"/>
                    <ns1:pt x="85" y="429"/>
                  </ns1:cubicBezTo>
                  <ns1:cubicBezTo>
                    <ns1:pt x="83" y="430"/>
                    <ns1:pt x="81" y="430"/>
                    <ns1:pt x="79" y="430"/>
                  </ns1:cubicBezTo>
                  <ns1:cubicBezTo>
                    <ns1:pt x="78" y="429"/>
                    <ns1:pt x="77" y="427"/>
                    <ns1:pt x="76" y="425"/>
                  </ns1:cubicBezTo>
                  <ns1:cubicBezTo>
                    <ns1:pt x="76" y="420"/>
                    <ns1:pt x="79" y="418"/>
                    <ns1:pt x="86" y="417"/>
                  </ns1:cubicBezTo>
                  <ns1:cubicBezTo>
                    <ns1:pt x="86" y="415"/>
                    <ns1:pt x="87" y="413"/>
                    <ns1:pt x="88" y="410"/>
                  </ns1:cubicBezTo>
                  <ns1:cubicBezTo>
                    <ns1:pt x="80" y="409"/>
                    <ns1:pt x="76" y="410"/>
                    <ns1:pt x="73" y="415"/>
                  </ns1:cubicBezTo>
                  <ns1:cubicBezTo>
                    <ns1:pt x="72" y="419"/>
                    <ns1:pt x="70" y="423"/>
                    <ns1:pt x="70" y="427"/>
                  </ns1:cubicBezTo>
                  <ns1:cubicBezTo>
                    <ns1:pt x="70" y="433"/>
                    <ns1:pt x="73" y="437"/>
                    <ns1:pt x="79" y="439"/>
                  </ns1:cubicBezTo>
                  <ns1:cubicBezTo>
                    <ns1:pt x="84" y="441"/>
                    <ns1:pt x="88" y="438"/>
                    <ns1:pt x="91" y="434"/>
                  </ns1:cubicBezTo>
                  <ns1:cubicBezTo>
                    <ns1:pt x="93" y="432"/>
                    <ns1:pt x="94" y="429"/>
                    <ns1:pt x="96" y="427"/>
                  </ns1:cubicBezTo>
                  <ns1:cubicBezTo>
                    <ns1:pt x="97" y="425"/>
                    <ns1:pt x="100" y="424"/>
                    <ns1:pt x="102" y="425"/>
                  </ns1:cubicBezTo>
                  <ns1:cubicBezTo>
                    <ns1:pt x="103" y="425"/>
                    <ns1:pt x="105" y="428"/>
                    <ns1:pt x="105" y="429"/>
                  </ns1:cubicBezTo>
                  <ns1:cubicBezTo>
                    <ns1:pt x="105" y="431"/>
                    <ns1:pt x="103" y="435"/>
                    <ns1:pt x="101" y="435"/>
                  </ns1:cubicBezTo>
                  <ns1:cubicBezTo>
                    <ns1:pt x="96" y="435"/>
                    <ns1:pt x="96" y="439"/>
                    <ns1:pt x="95" y="442"/>
                  </ns1:cubicBezTo>
                  <ns1:close/>
                  <ns1:moveTo>
                    <ns1:pt x="532" y="1056"/>
                  </ns1:moveTo>
                  <ns1:cubicBezTo>
                    <ns1:pt x="532" y="1048"/>
                    <ns1:pt x="529" y="1045"/>
                    <ns1:pt x="523" y="1043"/>
                  </ns1:cubicBezTo>
                  <ns1:cubicBezTo>
                    <ns1:pt x="515" y="1041"/>
                    <ns1:pt x="507" y="1044"/>
                    <ns1:pt x="505" y="1051"/>
                  </ns1:cubicBezTo>
                  <ns1:cubicBezTo>
                    <ns1:pt x="503" y="1058"/>
                    <ns1:pt x="505" y="1063"/>
                    <ns1:pt x="514" y="1066"/>
                  </ns1:cubicBezTo>
                  <ns1:cubicBezTo>
                    <ns1:pt x="516" y="1067"/>
                    <ns1:pt x="519" y="1068"/>
                    <ns1:pt x="520" y="1069"/>
                  </ns1:cubicBezTo>
                  <ns1:cubicBezTo>
                    <ns1:pt x="522" y="1070"/>
                    <ns1:pt x="523" y="1073"/>
                    <ns1:pt x="522" y="1075"/>
                  </ns1:cubicBezTo>
                  <ns1:cubicBezTo>
                    <ns1:pt x="522" y="1076"/>
                    <ns1:pt x="520" y="1078"/>
                    <ns1:pt x="518" y="1078"/>
                  </ns1:cubicBezTo>
                  <ns1:cubicBezTo>
                    <ns1:pt x="513" y="1079"/>
                    <ns1:pt x="510" y="1077"/>
                    <ns1:pt x="509" y="1070"/>
                  </ns1:cubicBezTo>
                  <ns1:cubicBezTo>
                    <ns1:pt x="507" y="1070"/>
                    <ns1:pt x="504" y="1070"/>
                    <ns1:pt x="502" y="1069"/>
                  </ns1:cubicBezTo>
                  <ns1:cubicBezTo>
                    <ns1:pt x="501" y="1077"/>
                    <ns1:pt x="503" y="1081"/>
                    <ns1:pt x="509" y="1083"/>
                  </ns1:cubicBezTo>
                  <ns1:cubicBezTo>
                    <ns1:pt x="513" y="1084"/>
                    <ns1:pt x="516" y="1084"/>
                    <ns1:pt x="520" y="1084"/>
                  </ns1:cubicBezTo>
                  <ns1:cubicBezTo>
                    <ns1:pt x="527" y="1083"/>
                    <ns1:pt x="531" y="1079"/>
                    <ns1:pt x="531" y="1073"/>
                  </ns1:cubicBezTo>
                  <ns1:cubicBezTo>
                    <ns1:pt x="532" y="1068"/>
                    <ns1:pt x="529" y="1064"/>
                    <ns1:pt x="523" y="1061"/>
                  </ns1:cubicBezTo>
                  <ns1:cubicBezTo>
                    <ns1:pt x="520" y="1060"/>
                    <ns1:pt x="517" y="1059"/>
                    <ns1:pt x="515" y="1058"/>
                  </ns1:cubicBezTo>
                  <ns1:cubicBezTo>
                    <ns1:pt x="514" y="1057"/>
                    <ns1:pt x="513" y="1054"/>
                    <ns1:pt x="513" y="1053"/>
                  </ns1:cubicBezTo>
                  <ns1:cubicBezTo>
                    <ns1:pt x="514" y="1051"/>
                    <ns1:pt x="516" y="1049"/>
                    <ns1:pt x="517" y="1049"/>
                  </ns1:cubicBezTo>
                  <ns1:cubicBezTo>
                    <ns1:pt x="522" y="1048"/>
                    <ns1:pt x="524" y="1051"/>
                    <ns1:pt x="525" y="1056"/>
                  </ns1:cubicBezTo>
                  <ns1:cubicBezTo>
                    <ns1:pt x="527" y="1056"/>
                    <ns1:pt x="529" y="1056"/>
                    <ns1:pt x="532" y="1056"/>
                  </ns1:cubicBezTo>
                  <ns1:close/>
                  <ns1:moveTo>
                    <ns1:pt x="834" y="997"/>
                  </ns1:moveTo>
                  <ns1:cubicBezTo>
                    <ns1:pt x="838" y="1001"/>
                    <ns1:pt x="841" y="1004"/>
                    <ns1:pt x="846" y="1004"/>
                  </ns1:cubicBezTo>
                  <ns1:cubicBezTo>
                    <ns1:pt x="852" y="1002"/>
                    <ns1:pt x="857" y="999"/>
                    <ns1:pt x="861" y="993"/>
                  </ns1:cubicBezTo>
                  <ns1:cubicBezTo>
                    <ns1:pt x="863" y="988"/>
                    <ns1:pt x="862" y="984"/>
                    <ns1:pt x="859" y="980"/>
                  </ns1:cubicBezTo>
                  <ns1:cubicBezTo>
                    <ns1:pt x="856" y="976"/>
                    <ns1:pt x="852" y="976"/>
                    <ns1:pt x="848" y="977"/>
                  </ns1:cubicBezTo>
                  <ns1:cubicBezTo>
                    <ns1:pt x="845" y="977"/>
                    <ns1:pt x="842" y="979"/>
                    <ns1:pt x="838" y="979"/>
                  </ns1:cubicBezTo>
                  <ns1:cubicBezTo>
                    <ns1:pt x="836" y="980"/>
                    <ns1:pt x="833" y="978"/>
                    <ns1:pt x="833" y="977"/>
                  </ns1:cubicBezTo>
                  <ns1:cubicBezTo>
                    <ns1:pt x="832" y="975"/>
                    <ns1:pt x="833" y="972"/>
                    <ns1:pt x="834" y="971"/>
                  </ns1:cubicBezTo>
                  <ns1:cubicBezTo>
                    <ns1:pt x="837" y="967"/>
                    <ns1:pt x="841" y="969"/>
                    <ns1:pt x="844" y="971"/>
                  </ns1:cubicBezTo>
                  <ns1:cubicBezTo>
                    <ns1:pt x="846" y="970"/>
                    <ns1:pt x="847" y="969"/>
                    <ns1:pt x="849" y="967"/>
                  </ns1:cubicBezTo>
                  <ns1:cubicBezTo>
                    <ns1:pt x="844" y="961"/>
                    <ns1:pt x="838" y="960"/>
                    <ns1:pt x="832" y="964"/>
                  </ns1:cubicBezTo>
                  <ns1:cubicBezTo>
                    <ns1:pt x="825" y="968"/>
                    <ns1:pt x="823" y="975"/>
                    <ns1:pt x="826" y="981"/>
                  </ns1:cubicBezTo>
                  <ns1:cubicBezTo>
                    <ns1:pt x="828" y="988"/>
                    <ns1:pt x="833" y="989"/>
                    <ns1:pt x="841" y="987"/>
                  </ns1:cubicBezTo>
                  <ns1:cubicBezTo>
                    <ns1:pt x="843" y="986"/>
                    <ns1:pt x="845" y="985"/>
                    <ns1:pt x="847" y="985"/>
                  </ns1:cubicBezTo>
                  <ns1:cubicBezTo>
                    <ns1:pt x="849" y="985"/>
                    <ns1:pt x="853" y="986"/>
                    <ns1:pt x="853" y="987"/>
                  </ns1:cubicBezTo>
                  <ns1:cubicBezTo>
                    <ns1:pt x="854" y="989"/>
                    <ns1:pt x="853" y="992"/>
                    <ns1:pt x="852" y="994"/>
                  </ns1:cubicBezTo>
                  <ns1:cubicBezTo>
                    <ns1:pt x="849" y="998"/>
                    <ns1:pt x="846" y="997"/>
                    <ns1:pt x="841" y="993"/>
                  </ns1:cubicBezTo>
                  <ns1:cubicBezTo>
                    <ns1:pt x="839" y="994"/>
                    <ns1:pt x="837" y="996"/>
                    <ns1:pt x="834" y="997"/>
                  </ns1:cubicBezTo>
                  <ns1:close/>
                  <ns1:moveTo>
                    <ns1:pt x="1023" y="708"/>
                  </ns1:moveTo>
                  <ns1:cubicBezTo>
                    <ns1:pt x="1032" y="710"/>
                    <ns1:pt x="1041" y="713"/>
                    <ns1:pt x="1049" y="715"/>
                  </ns1:cubicBezTo>
                  <ns1:cubicBezTo>
                    <ns1:pt x="1058" y="717"/>
                    <ns1:pt x="1064" y="712"/>
                    <ns1:pt x="1067" y="704"/>
                  </ns1:cubicBezTo>
                  <ns1:cubicBezTo>
                    <ns1:pt x="1070" y="694"/>
                    <ns1:pt x="1067" y="687"/>
                    <ns1:pt x="1058" y="684"/>
                  </ns1:cubicBezTo>
                  <ns1:cubicBezTo>
                    <ns1:pt x="1050" y="681"/>
                    <ns1:pt x="1041" y="679"/>
                    <ns1:pt x="1031" y="677"/>
                  </ns1:cubicBezTo>
                  <ns1:cubicBezTo>
                    <ns1:pt x="1031" y="679"/>
                    <ns1:pt x="1030" y="682"/>
                    <ns1:pt x="1029" y="684"/>
                  </ns1:cubicBezTo>
                  <ns1:cubicBezTo>
                    <ns1:pt x="1032" y="685"/>
                    <ns1:pt x="1034" y="686"/>
                    <ns1:pt x="1036" y="686"/>
                  </ns1:cubicBezTo>
                  <ns1:cubicBezTo>
                    <ns1:pt x="1043" y="688"/>
                    <ns1:pt x="1050" y="690"/>
                    <ns1:pt x="1057" y="692"/>
                  </ns1:cubicBezTo>
                  <ns1:cubicBezTo>
                    <ns1:pt x="1061" y="694"/>
                    <ns1:pt x="1063" y="697"/>
                    <ns1:pt x="1061" y="702"/>
                  </ns1:cubicBezTo>
                  <ns1:cubicBezTo>
                    <ns1:pt x="1060" y="706"/>
                    <ns1:pt x="1057" y="708"/>
                    <ns1:pt x="1052" y="707"/>
                  </ns1:cubicBezTo>
                  <ns1:cubicBezTo>
                    <ns1:pt x="1050" y="707"/>
                    <ns1:pt x="1048" y="706"/>
                    <ns1:pt x="1047" y="706"/>
                  </ns1:cubicBezTo>
                  <ns1:cubicBezTo>
                    <ns1:pt x="1040" y="704"/>
                    <ns1:pt x="1032" y="702"/>
                    <ns1:pt x="1025" y="700"/>
                  </ns1:cubicBezTo>
                  <ns1:cubicBezTo>
                    <ns1:pt x="1024" y="703"/>
                    <ns1:pt x="1024" y="705"/>
                    <ns1:pt x="1023" y="708"/>
                  </ns1:cubicBezTo>
                  <ns1:close/>
                  <ns1:moveTo>
                    <ns1:pt x="223" y="899"/>
                  </ns1:moveTo>
                  <ns1:cubicBezTo>
                    <ns1:pt x="224" y="900"/>
                    <ns1:pt x="224" y="900"/>
                    <ns1:pt x="224" y="901"/>
                  </ns1:cubicBezTo>
                  <ns1:cubicBezTo>
                    <ns1:pt x="217" y="907"/>
                    <ns1:pt x="210" y="912"/>
                    <ns1:pt x="204" y="919"/>
                  </ns1:cubicBezTo>
                  <ns1:cubicBezTo>
                    <ns1:pt x="198" y="925"/>
                    <ns1:pt x="199" y="933"/>
                    <ns1:pt x="205" y="940"/>
                  </ns1:cubicBezTo>
                  <ns1:cubicBezTo>
                    <ns1:pt x="212" y="947"/>
                    <ns1:pt x="220" y="947"/>
                    <ns1:pt x="227" y="941"/>
                  </ns1:cubicBezTo>
                  <ns1:cubicBezTo>
                    <ns1:pt x="233" y="935"/>
                    <ns1:pt x="240" y="929"/>
                    <ns1:pt x="246" y="923"/>
                  </ns1:cubicBezTo>
                  <ns1:cubicBezTo>
                    <ns1:pt x="244" y="920"/>
                    <ns1:pt x="242" y="918"/>
                    <ns1:pt x="240" y="916"/>
                  </ns1:cubicBezTo>
                  <ns1:cubicBezTo>
                    <ns1:pt x="239" y="917"/>
                    <ns1:pt x="238" y="919"/>
                    <ns1:pt x="237" y="920"/>
                  </ns1:cubicBezTo>
                  <ns1:cubicBezTo>
                    <ns1:pt x="232" y="925"/>
                    <ns1:pt x="227" y="930"/>
                    <ns1:pt x="222" y="934"/>
                  </ns1:cubicBezTo>
                  <ns1:cubicBezTo>
                    <ns1:pt x="217" y="939"/>
                    <ns1:pt x="213" y="939"/>
                    <ns1:pt x="210" y="936"/>
                  </ns1:cubicBezTo>
                  <ns1:cubicBezTo>
                    <ns1:pt x="206" y="932"/>
                    <ns1:pt x="206" y="928"/>
                    <ns1:pt x="211" y="923"/>
                  </ns1:cubicBezTo>
                  <ns1:cubicBezTo>
                    <ns1:pt x="212" y="922"/>
                    <ns1:pt x="214" y="920"/>
                    <ns1:pt x="215" y="918"/>
                  </ns1:cubicBezTo>
                  <ns1:cubicBezTo>
                    <ns1:pt x="220" y="914"/>
                    <ns1:pt x="224" y="909"/>
                    <ns1:pt x="228" y="905"/>
                  </ns1:cubicBezTo>
                  <ns1:cubicBezTo>
                    <ns1:pt x="226" y="903"/>
                    <ns1:pt x="225" y="901"/>
                    <ns1:pt x="223" y="899"/>
                  </ns1:cubicBezTo>
                  <ns1:close/>
                  <ns1:moveTo>
                    <ns1:pt x="938" y="209"/>
                  </ns1:moveTo>
                  <ns1:cubicBezTo>
                    <ns1:pt x="940" y="206"/>
                    <ns1:pt x="941" y="204"/>
                    <ns1:pt x="942" y="201"/>
                  </ns1:cubicBezTo>
                  <ns1:cubicBezTo>
                    <ns1:pt x="940" y="199"/>
                    <ns1:pt x="937" y="197"/>
                    <ns1:pt x="935" y="195"/>
                  </ns1:cubicBezTo>
                  <ns1:cubicBezTo>
                    <ns1:pt x="934" y="198"/>
                    <ns1:pt x="933" y="200"/>
                    <ns1:pt x="931" y="202"/>
                  </ns1:cubicBezTo>
                  <ns1:cubicBezTo>
                    <ns1:pt x="927" y="198"/>
                    <ns1:pt x="924" y="195"/>
                    <ns1:pt x="920" y="191"/>
                  </ns1:cubicBezTo>
                  <ns1:cubicBezTo>
                    <ns1:pt x="916" y="195"/>
                    <ns1:pt x="913" y="198"/>
                    <ns1:pt x="910" y="201"/>
                  </ns1:cubicBezTo>
                  <ns1:cubicBezTo>
                    <ns1:pt x="911" y="203"/>
                    <ns1:pt x="912" y="204"/>
                    <ns1:pt x="913" y="205"/>
                  </ns1:cubicBezTo>
                  <ns1:cubicBezTo>
                    <ns1:pt x="911" y="206"/>
                    <ns1:pt x="910" y="207"/>
                    <ns1:pt x="910" y="208"/>
                  </ns1:cubicBezTo>
                  <ns1:cubicBezTo>
                    <ns1:pt x="917" y="215"/>
                    <ns1:pt x="924" y="223"/>
                    <ns1:pt x="931" y="230"/>
                  </ns1:cubicBezTo>
                  <ns1:cubicBezTo>
                    <ns1:pt x="933" y="229"/>
                    <ns1:pt x="934" y="228"/>
                    <ns1:pt x="935" y="226"/>
                  </ns1:cubicBezTo>
                  <ns1:cubicBezTo>
                    <ns1:pt x="936" y="227"/>
                    <ns1:pt x="938" y="228"/>
                    <ns1:pt x="939" y="229"/>
                  </ns1:cubicBezTo>
                  <ns1:cubicBezTo>
                    <ns1:pt x="942" y="226"/>
                    <ns1:pt x="945" y="222"/>
                    <ns1:pt x="949" y="219"/>
                  </ns1:cubicBezTo>
                  <ns1:cubicBezTo>
                    <ns1:pt x="945" y="215"/>
                    <ns1:pt x="941" y="212"/>
                    <ns1:pt x="938" y="209"/>
                  </ns1:cubicBezTo>
                  <ns1:close/>
                  <ns1:moveTo>
                    <ns1:pt x="738" y="1014"/>
                  </ns1:moveTo>
                  <ns1:cubicBezTo>
                    <ns1:pt x="738" y="1016"/>
                    <ns1:pt x="739" y="1017"/>
                    <ns1:pt x="739" y="1019"/>
                  </ns1:cubicBezTo>
                  <ns1:cubicBezTo>
                    <ns1:pt x="742" y="1026"/>
                    <ns1:pt x="744" y="1033"/>
                    <ns1:pt x="747" y="1040"/>
                  </ns1:cubicBezTo>
                  <ns1:cubicBezTo>
                    <ns1:pt x="748" y="1045"/>
                    <ns1:pt x="747" y="1048"/>
                    <ns1:pt x="742" y="1050"/>
                  </ns1:cubicBezTo>
                  <ns1:cubicBezTo>
                    <ns1:pt x="737" y="1052"/>
                    <ns1:pt x="734" y="1051"/>
                    <ns1:pt x="732" y="1045"/>
                  </ns1:cubicBezTo>
                  <ns1:cubicBezTo>
                    <ns1:pt x="731" y="1044"/>
                    <ns1:pt x="731" y="1042"/>
                    <ns1:pt x="730" y="1040"/>
                  </ns1:cubicBezTo>
                  <ns1:cubicBezTo>
                    <ns1:pt x="727" y="1034"/>
                    <ns1:pt x="725" y="1027"/>
                    <ns1:pt x="722" y="1020"/>
                  </ns1:cubicBezTo>
                  <ns1:cubicBezTo>
                    <ns1:pt x="719" y="1021"/>
                    <ns1:pt x="717" y="1022"/>
                    <ns1:pt x="715" y="1023"/>
                  </ns1:cubicBezTo>
                  <ns1:cubicBezTo>
                    <ns1:pt x="718" y="1031"/>
                    <ns1:pt x="721" y="1040"/>
                    <ns1:pt x="725" y="1049"/>
                  </ns1:cubicBezTo>
                  <ns1:cubicBezTo>
                    <ns1:pt x="728" y="1056"/>
                    <ns1:pt x="735" y="1059"/>
                    <ns1:pt x="743" y="1056"/>
                  </ns1:cubicBezTo>
                  <ns1:cubicBezTo>
                    <ns1:pt x="751" y="1054"/>
                    <ns1:pt x="757" y="1048"/>
                    <ns1:pt x="755" y="1040"/>
                  </ns1:cubicBezTo>
                  <ns1:cubicBezTo>
                    <ns1:pt x="752" y="1031"/>
                    <ns1:pt x="749" y="1021"/>
                    <ns1:pt x="745" y="1011"/>
                  </ns1:cubicBezTo>
                  <ns1:cubicBezTo>
                    <ns1:pt x="742" y="1012"/>
                    <ns1:pt x="740" y="1013"/>
                    <ns1:pt x="738" y="1014"/>
                  </ns1:cubicBezTo>
                  <ns1:close/>
                  <ns1:moveTo>
                    <ns1:pt x="639" y="72"/>
                  </ns1:moveTo>
                  <ns1:cubicBezTo>
                    <ns1:pt x="639" y="67"/>
                    <ns1:pt x="640" y="62"/>
                    <ns1:pt x="640" y="57"/>
                  </ns1:cubicBezTo>
                  <ns1:cubicBezTo>
                    <ns1:pt x="633" y="56"/>
                    <ns1:pt x="625" y="55"/>
                    <ns1:pt x="618" y="55"/>
                  </ns1:cubicBezTo>
                  <ns1:cubicBezTo>
                    <ns1:pt x="618" y="52"/>
                    <ns1:pt x="617" y="50"/>
                    <ns1:pt x="617" y="47"/>
                  </ns1:cubicBezTo>
                  <ns1:cubicBezTo>
                    <ns1:pt x="613" y="47"/>
                    <ns1:pt x="610" y="47"/>
                    <ns1:pt x="606" y="47"/>
                  </ns1:cubicBezTo>
                  <ns1:cubicBezTo>
                    <ns1:pt x="606" y="49"/>
                    <ns1:pt x="607" y="51"/>
                    <ns1:pt x="607" y="54"/>
                  </ns1:cubicBezTo>
                  <ns1:cubicBezTo>
                    <ns1:pt x="598" y="53"/>
                    <ns1:pt x="591" y="53"/>
                    <ns1:pt x="582" y="52"/>
                  </ns1:cubicBezTo>
                  <ns1:cubicBezTo>
                    <ns1:pt x="582" y="57"/>
                    <ns1:pt x="581" y="62"/>
                    <ns1:pt x="581" y="68"/>
                  </ns1:cubicBezTo>
                  <ns1:cubicBezTo>
                    <ns1:pt x="584" y="68"/>
                    <ns1:pt x="587" y="68"/>
                    <ns1:pt x="590" y="68"/>
                  </ns1:cubicBezTo>
                  <ns1:cubicBezTo>
                    <ns1:pt x="590" y="65"/>
                    <ns1:pt x="590" y="63"/>
                    <ns1:pt x="591" y="60"/>
                  </ns1:cubicBezTo>
                  <ns1:cubicBezTo>
                    <ns1:pt x="604" y="62"/>
                    <ns1:pt x="617" y="63"/>
                    <ns1:pt x="630" y="64"/>
                  </ns1:cubicBezTo>
                  <ns1:cubicBezTo>
                    <ns1:pt x="630" y="67"/>
                    <ns1:pt x="630" y="69"/>
                    <ns1:pt x="630" y="72"/>
                  </ns1:cubicBezTo>
                  <ns1:cubicBezTo>
                    <ns1:pt x="633" y="72"/>
                    <ns1:pt x="636" y="72"/>
                    <ns1:pt x="639" y="72"/>
                  </ns1:cubicBezTo>
                  <ns1:close/>
                  <ns1:moveTo>
                    <ns1:pt x="87" y="762"/>
                  </ns1:moveTo>
                  <ns1:cubicBezTo>
                    <ns1:pt x="96" y="755"/>
                    <ns1:pt x="105" y="748"/>
                    <ns1:pt x="114" y="741"/>
                  </ns1:cubicBezTo>
                  <ns1:cubicBezTo>
                    <ns1:pt x="121" y="736"/>
                    <ns1:pt x="121" y="736"/>
                    <ns1:pt x="118" y="728"/>
                  </ns1:cubicBezTo>
                  <ns1:cubicBezTo>
                    <ns1:pt x="117" y="728"/>
                    <ns1:pt x="117" y="728"/>
                    <ns1:pt x="118" y="728"/>
                  </ns1:cubicBezTo>
                  <ns1:cubicBezTo>
                    <ns1:pt x="103" y="728"/>
                    <ns1:pt x="89" y="728"/>
                    <ns1:pt x="75" y="728"/>
                  </ns1:cubicBezTo>
                  <ns1:cubicBezTo>
                    <ns1:pt x="75" y="729"/>
                    <ns1:pt x="74" y="729"/>
                    <ns1:pt x="74" y="729"/>
                  </ns1:cubicBezTo>
                  <ns1:cubicBezTo>
                    <ns1:pt x="77" y="731"/>
                    <ns1:pt x="74" y="736"/>
                    <ns1:pt x="79" y="736"/>
                  </ns1:cubicBezTo>
                  <ns1:cubicBezTo>
                    <ns1:pt x="85" y="735"/>
                    <ns1:pt x="87" y="737"/>
                    <ns1:pt x="88" y="742"/>
                  </ns1:cubicBezTo>
                  <ns1:cubicBezTo>
                    <ns1:pt x="89" y="745"/>
                    <ns1:pt x="90" y="747"/>
                    <ns1:pt x="91" y="749"/>
                  </ns1:cubicBezTo>
                  <ns1:cubicBezTo>
                    <ns1:pt x="84" y="755"/>
                    <ns1:pt x="84" y="755"/>
                    <ns1:pt x="87" y="762"/>
                  </ns1:cubicBezTo>
                  <ns1:close/>
                  <ns1:moveTo>
                    <ns1:pt x="179" y="899"/>
                  </ns1:moveTo>
                  <ns1:cubicBezTo>
                    <ns1:pt x="189" y="909"/>
                    <ns1:pt x="189" y="909"/>
                    <ns1:pt x="185" y="918"/>
                  </ns1:cubicBezTo>
                  <ns1:cubicBezTo>
                    <ns1:pt x="186" y="920"/>
                    <ns1:pt x="188" y="922"/>
                    <ns1:pt x="190" y="924"/>
                  </ns1:cubicBezTo>
                  <ns1:cubicBezTo>
                    <ns1:pt x="197" y="912"/>
                    <ns1:pt x="204" y="901"/>
                    <ns1:pt x="211" y="889"/>
                  </ns1:cubicBezTo>
                  <ns1:cubicBezTo>
                    <ns1:pt x="211" y="888"/>
                    <ns1:pt x="211" y="886"/>
                    <ns1:pt x="210" y="885"/>
                  </ns1:cubicBezTo>
                  <ns1:cubicBezTo>
                    <ns1:pt x="208" y="883"/>
                    <ns1:pt x="208" y="879"/>
                    <ns1:pt x="204" y="881"/>
                  </ns1:cubicBezTo>
                  <ns1:cubicBezTo>
                    <ns1:pt x="192" y="886"/>
                    <ns1:pt x="179" y="892"/>
                    <ns1:pt x="167" y="897"/>
                  </ns1:cubicBezTo>
                  <ns1:cubicBezTo>
                    <ns1:pt x="171" y="903"/>
                    <ns1:pt x="171" y="903"/>
                    <ns1:pt x="179" y="899"/>
                  </ns1:cubicBezTo>
                  <ns1:close/>
                  <ns1:moveTo>
                    <ns1:pt x="980" y="806"/>
                  </ns1:moveTo>
                  <ns1:cubicBezTo>
                    <ns1:pt x="979" y="808"/>
                    <ns1:pt x="978" y="810"/>
                    <ns1:pt x="977" y="812"/>
                  </ns1:cubicBezTo>
                  <ns1:cubicBezTo>
                    <ns1:pt x="976" y="813"/>
                    <ns1:pt x="976" y="815"/>
                    <ns1:pt x="977" y="816"/>
                  </ns1:cubicBezTo>
                  <ns1:cubicBezTo>
                    <ns1:pt x="986" y="826"/>
                    <ns1:pt x="995" y="836"/>
                    <ns1:pt x="1004" y="847"/>
                  </ns1:cubicBezTo>
                  <ns1:cubicBezTo>
                    <ns1:pt x="1005" y="844"/>
                    <ns1:pt x="1008" y="842"/>
                    <ns1:pt x="1007" y="841"/>
                  </ns1:cubicBezTo>
                  <ns1:cubicBezTo>
                    <ns1:pt x="1006" y="838"/>
                    <ns1:pt x="1004" y="836"/>
                    <ns1:pt x="1002" y="833"/>
                  </ns1:cubicBezTo>
                  <ns1:cubicBezTo>
                    <ns1:pt x="1004" y="830"/>
                    <ns1:pt x="1006" y="826"/>
                    <ns1:pt x="1008" y="823"/>
                  </ns1:cubicBezTo>
                  <ns1:cubicBezTo>
                    <ns1:pt x="1009" y="822"/>
                    <ns1:pt x="1011" y="821"/>
                    <ns1:pt x="1012" y="822"/>
                  </ns1:cubicBezTo>
                  <ns1:cubicBezTo>
                    <ns1:pt x="1018" y="824"/>
                    <ns1:pt x="1020" y="821"/>
                    <ns1:pt x="1022" y="816"/>
                  </ns1:cubicBezTo>
                  <ns1:cubicBezTo>
                    <ns1:pt x="1008" y="813"/>
                    <ns1:pt x="994" y="810"/>
                    <ns1:pt x="980" y="806"/>
                  </ns1:cubicBezTo>
                  <ns1:close/>
                  <ns1:moveTo>
                    <ns1:pt x="722" y="1063"/>
                  </ns1:moveTo>
                  <ns1:cubicBezTo>
                    <ns1:pt x="715" y="1051"/>
                    <ns1:pt x="707" y="1039"/>
                    <ns1:pt x="699" y="1027"/>
                  </ns1:cubicBezTo>
                  <ns1:cubicBezTo>
                    <ns1:pt x="698" y="1027"/>
                    <ns1:pt x="697" y="1028"/>
                    <ns1:pt x="696" y="1028"/>
                  </ns1:cubicBezTo>
                  <ns1:cubicBezTo>
                    <ns1:pt x="691" y="1028"/>
                    <ns1:pt x="690" y="1031"/>
                    <ns1:pt x="690" y="1035"/>
                  </ns1:cubicBezTo>
                  <ns1:cubicBezTo>
                    <ns1:pt x="690" y="1046"/>
                    <ns1:pt x="689" y="1056"/>
                    <ns1:pt x="688" y="1066"/>
                  </ns1:cubicBezTo>
                  <ns1:cubicBezTo>
                    <ns1:pt x="688" y="1068"/>
                    <ns1:pt x="688" y="1070"/>
                    <ns1:pt x="688" y="1073"/>
                  </ns1:cubicBezTo>
                  <ns1:cubicBezTo>
                    <ns1:pt x="691" y="1071"/>
                    <ns1:pt x="696" y="1073"/>
                    <ns1:pt x="695" y="1068"/>
                  </ns1:cubicBezTo>
                  <ns1:cubicBezTo>
                    <ns1:pt x="695" y="1062"/>
                    <ns1:pt x="697" y="1060"/>
                    <ns1:pt x="702" y="1060"/>
                  </ns1:cubicBezTo>
                  <ns1:cubicBezTo>
                    <ns1:pt x="705" y="1059"/>
                    <ns1:pt x="707" y="1058"/>
                    <ns1:pt x="710" y="1058"/>
                  </ns1:cubicBezTo>
                  <ns1:cubicBezTo>
                    <ns1:pt x="715" y="1065"/>
                    <ns1:pt x="715" y="1065"/>
                    <ns1:pt x="722" y="1063"/>
                  </ns1:cubicBezTo>
                  <ns1:close/>
                  <ns1:moveTo>
                    <ns1:pt x="481" y="1038"/>
                  </ns1:moveTo>
                  <ns1:cubicBezTo>
                    <ns1:pt x="474" y="1051"/>
                    <ns1:pt x="468" y="1063"/>
                    <ns1:pt x="461" y="1075"/>
                  </ns1:cubicBezTo>
                  <ns1:cubicBezTo>
                    <ns1:pt x="468" y="1078"/>
                    <ns1:pt x="468" y="1078"/>
                    <ns1:pt x="471" y="1072"/>
                  </ns1:cubicBezTo>
                  <ns1:cubicBezTo>
                    <ns1:pt x="472" y="1070"/>
                    <ns1:pt x="473" y="1069"/>
                    <ns1:pt x="476" y="1070"/>
                  </ns1:cubicBezTo>
                  <ns1:cubicBezTo>
                    <ns1:pt x="482" y="1071"/>
                    <ns1:pt x="490" y="1070"/>
                    <ns1:pt x="488" y="1081"/>
                  </ns1:cubicBezTo>
                  <ns1:cubicBezTo>
                    <ns1:pt x="491" y="1081"/>
                    <ns1:pt x="493" y="1081"/>
                    <ns1:pt x="496" y="1082"/>
                  </ns1:cubicBezTo>
                  <ns1:cubicBezTo>
                    <ns1:pt x="494" y="1070"/>
                    <ns1:pt x="493" y="1059"/>
                    <ns1:pt x="491" y="1048"/>
                  </ns1:cubicBezTo>
                  <ns1:cubicBezTo>
                    <ns1:pt x="490" y="1039"/>
                    <ns1:pt x="490" y="1039"/>
                    <ns1:pt x="481" y="1038"/>
                  </ns1:cubicBezTo>
                  <ns1:close/>
                  <ns1:moveTo>
                    <ns1:pt x="121" y="779"/>
                  </ns1:moveTo>
                  <ns1:cubicBezTo>
                    <ns1:pt x="119" y="774"/>
                    <ns1:pt x="117" y="770"/>
                    <ns1:pt x="115" y="765"/>
                  </ns1:cubicBezTo>
                  <ns1:cubicBezTo>
                    <ns1:pt x="118" y="763"/>
                    <ns1:pt x="120" y="762"/>
                    <ns1:pt x="123" y="761"/>
                  </ns1:cubicBezTo>
                  <ns1:cubicBezTo>
                    <ns1:pt x="126" y="766"/>
                    <ns1:pt x="128" y="771"/>
                    <ns1:pt x="130" y="776"/>
                  </ns1:cubicBezTo>
                  <ns1:cubicBezTo>
                    <ns1:pt x="132" y="775"/>
                    <ns1:pt x="134" y="774"/>
                    <ns1:pt x="136" y="773"/>
                  </ns1:cubicBezTo>
                  <ns1:cubicBezTo>
                    <ns1:pt x="133" y="766"/>
                    <ns1:pt x="130" y="759"/>
                    <ns1:pt x="126" y="751"/>
                  </ns1:cubicBezTo>
                  <ns1:cubicBezTo>
                    <ns1:pt x="113" y="757"/>
                    <ns1:pt x="101" y="762"/>
                    <ns1:pt x="89" y="768"/>
                  </ns1:cubicBezTo>
                  <ns1:cubicBezTo>
                    <ns1:pt x="92" y="776"/>
                    <ns1:pt x="96" y="783"/>
                    <ns1:pt x="99" y="791"/>
                  </ns1:cubicBezTo>
                  <ns1:cubicBezTo>
                    <ns1:pt x="101" y="790"/>
                    <ns1:pt x="103" y="789"/>
                    <ns1:pt x="105" y="788"/>
                  </ns1:cubicBezTo>
                  <ns1:cubicBezTo>
                    <ns1:pt x="103" y="782"/>
                    <ns1:pt x="101" y="777"/>
                    <ns1:pt x="98" y="772"/>
                  </ns1:cubicBezTo>
                  <ns1:cubicBezTo>
                    <ns1:pt x="102" y="771"/>
                    <ns1:pt x="105" y="769"/>
                    <ns1:pt x="108" y="768"/>
                  </ns1:cubicBezTo>
                  <ns1:cubicBezTo>
                    <ns1:pt x="110" y="773"/>
                    <ns1:pt x="112" y="777"/>
                    <ns1:pt x="115" y="782"/>
                  </ns1:cubicBezTo>
                  <ns1:cubicBezTo>
                    <ns1:pt x="117" y="781"/>
                    <ns1:pt x="119" y="780"/>
                    <ns1:pt x="121" y="779"/>
                  </ns1:cubicBezTo>
                  <ns1:close/>
                  <ns1:moveTo>
                    <ns1:pt x="366" y="1046"/>
                  </ns1:moveTo>
                  <ns1:cubicBezTo>
                    <ns1:pt x="368" y="1033"/>
                    <ns1:pt x="369" y="1020"/>
                    <ns1:pt x="371" y="1007"/>
                  </ns1:cubicBezTo>
                  <ns1:cubicBezTo>
                    <ns1:pt x="372" y="1002"/>
                    <ns1:pt x="368" y="1003"/>
                    <ns1:pt x="366" y="1001"/>
                  </ns1:cubicBezTo>
                  <ns1:cubicBezTo>
                    <ns1:pt x="364" y="1000"/>
                    <ns1:pt x="362" y="1000"/>
                    <ns1:pt x="360" y="1002"/>
                  </ns1:cubicBezTo>
                  <ns1:cubicBezTo>
                    <ns1:pt x="355" y="1008"/>
                    <ns1:pt x="349" y="1015"/>
                    <ns1:pt x="343" y="1021"/>
                  </ns1:cubicBezTo>
                  <ns1:cubicBezTo>
                    <ns1:pt x="340" y="1024"/>
                    <ns1:pt x="337" y="1028"/>
                    <ns1:pt x="334" y="1031"/>
                  </ns1:cubicBezTo>
                  <ns1:cubicBezTo>
                    <ns1:pt x="340" y="1038"/>
                    <ns1:pt x="343" y="1031"/>
                    <ns1:pt x="347" y="1028"/>
                  </ns1:cubicBezTo>
                  <ns1:cubicBezTo>
                    <ns1:pt x="350" y="1030"/>
                    <ns1:pt x="354" y="1031"/>
                    <ns1:pt x="357" y="1033"/>
                  </ns1:cubicBezTo>
                  <ns1:cubicBezTo>
                    <ns1:pt x="358" y="1034"/>
                    <ns1:pt x="359" y="1036"/>
                    <ns1:pt x="359" y="1037"/>
                  </ns1:cubicBezTo>
                  <ns1:cubicBezTo>
                    <ns1:pt x="359" y="1044"/>
                    <ns1:pt x="359" y="1044"/>
                    <ns1:pt x="366" y="1046"/>
                  </ns1:cubicBezTo>
                  <ns1:close/>
                  <ns1:moveTo>
                    <ns1:pt x="943" y="862"/>
                  </ns1:moveTo>
                  <ns1:cubicBezTo>
                    <ns1:pt x="937" y="869"/>
                    <ns1:pt x="932" y="875"/>
                    <ns1:pt x="927" y="881"/>
                  </ns1:cubicBezTo>
                  <ns1:cubicBezTo>
                    <ns1:pt x="938" y="890"/>
                    <ns1:pt x="948" y="899"/>
                    <ns1:pt x="959" y="907"/>
                  </ns1:cubicBezTo>
                  <ns1:cubicBezTo>
                    <ns1:pt x="964" y="901"/>
                    <ns1:pt x="969" y="894"/>
                    <ns1:pt x="975" y="888"/>
                  </ns1:cubicBezTo>
                  <ns1:cubicBezTo>
                    <ns1:pt x="973" y="886"/>
                    <ns1:pt x="971" y="885"/>
                    <ns1:pt x="969" y="884"/>
                  </ns1:cubicBezTo>
                  <ns1:cubicBezTo>
                    <ns1:pt x="966" y="888"/>
                    <ns1:pt x="962" y="892"/>
                    <ns1:pt x="958" y="897"/>
                  </ns1:cubicBezTo>
                  <ns1:cubicBezTo>
                    <ns1:pt x="955" y="895"/>
                    <ns1:pt x="953" y="892"/>
                    <ns1:pt x="950" y="890"/>
                  </ns1:cubicBezTo>
                  <ns1:cubicBezTo>
                    <ns1:pt x="953" y="886"/>
                    <ns1:pt x="957" y="882"/>
                    <ns1:pt x="960" y="878"/>
                  </ns1:cubicBezTo>
                  <ns1:cubicBezTo>
                    <ns1:pt x="958" y="876"/>
                    <ns1:pt x="956" y="875"/>
                    <ns1:pt x="955" y="874"/>
                  </ns1:cubicBezTo>
                  <ns1:cubicBezTo>
                    <ns1:pt x="951" y="878"/>
                    <ns1:pt x="948" y="882"/>
                    <ns1:pt x="945" y="886"/>
                  </ns1:cubicBezTo>
                  <ns1:cubicBezTo>
                    <ns1:pt x="942" y="883"/>
                    <ns1:pt x="940" y="882"/>
                    <ns1:pt x="937" y="880"/>
                  </ns1:cubicBezTo>
                  <ns1:cubicBezTo>
                    <ns1:pt x="941" y="875"/>
                    <ns1:pt x="944" y="871"/>
                    <ns1:pt x="948" y="867"/>
                  </ns1:cubicBezTo>
                  <ns1:cubicBezTo>
                    <ns1:pt x="946" y="865"/>
                    <ns1:pt x="945" y="864"/>
                    <ns1:pt x="943" y="862"/>
                  </ns1:cubicBezTo>
                  <ns1:close/>
                  <ns1:moveTo>
                    <ns1:pt x="885" y="933"/>
                  </ns1:moveTo>
                  <ns1:cubicBezTo>
                    <ns1:pt x="889" y="929"/>
                    <ns1:pt x="893" y="926"/>
                    <ns1:pt x="897" y="922"/>
                  </ns1:cubicBezTo>
                  <ns1:cubicBezTo>
                    <ns1:pt x="899" y="932"/>
                    <ns1:pt x="900" y="941"/>
                    <ns1:pt x="902" y="950"/>
                  </ns1:cubicBezTo>
                  <ns1:cubicBezTo>
                    <ns1:pt x="902" y="953"/>
                    <ns1:pt x="905" y="956"/>
                    <ns1:pt x="906" y="960"/>
                  </ns1:cubicBezTo>
                  <ns1:cubicBezTo>
                    <ns1:pt x="914" y="953"/>
                    <ns1:pt x="921" y="947"/>
                    <ns1:pt x="928" y="940"/>
                  </ns1:cubicBezTo>
                  <ns1:cubicBezTo>
                    <ns1:pt x="926" y="938"/>
                    <ns1:pt x="925" y="937"/>
                    <ns1:pt x="923" y="935"/>
                  </ns1:cubicBezTo>
                  <ns1:cubicBezTo>
                    <ns1:pt x="919" y="939"/>
                    <ns1:pt x="914" y="943"/>
                    <ns1:pt x="910" y="948"/>
                  </ns1:cubicBezTo>
                  <ns1:cubicBezTo>
                    <ns1:pt x="908" y="938"/>
                    <ns1:pt x="907" y="929"/>
                    <ns1:pt x="905" y="920"/>
                  </ns1:cubicBezTo>
                  <ns1:cubicBezTo>
                    <ns1:pt x="904" y="916"/>
                    <ns1:pt x="902" y="913"/>
                    <ns1:pt x="900" y="910"/>
                  </ns1:cubicBezTo>
                  <ns1:cubicBezTo>
                    <ns1:pt x="893" y="916"/>
                    <ns1:pt x="887" y="922"/>
                    <ns1:pt x="880" y="928"/>
                  </ns1:cubicBezTo>
                  <ns1:cubicBezTo>
                    <ns1:pt x="882" y="930"/>
                    <ns1:pt x="883" y="932"/>
                    <ns1:pt x="885" y="933"/>
                  </ns1:cubicBezTo>
                  <ns1:close/>
                  <ns1:moveTo>
                    <ns1:pt x="1059" y="560"/>
                  </ns1:moveTo>
                  <ns1:cubicBezTo>
                    <ns1:pt x="1059" y="565"/>
                    <ns1:pt x="1059" y="570"/>
                    <ns1:pt x="1059" y="575"/>
                  </ns1:cubicBezTo>
                  <ns1:cubicBezTo>
                    <ns1:pt x="1056" y="575"/>
                    <ns1:pt x="1053" y="575"/>
                    <ns1:pt x="1050" y="575"/>
                  </ns1:cubicBezTo>
                  <ns1:cubicBezTo>
                    <ns1:pt x="1050" y="569"/>
                    <ns1:pt x="1050" y="564"/>
                    <ns1:pt x="1050" y="558"/>
                  </ns1:cubicBezTo>
                  <ns1:cubicBezTo>
                    <ns1:pt x="1047" y="558"/>
                    <ns1:pt x="1045" y="558"/>
                    <ns1:pt x="1043" y="558"/>
                  </ns1:cubicBezTo>
                  <ns1:cubicBezTo>
                    <ns1:pt x="1043" y="567"/>
                    <ns1:pt x="1043" y="575"/>
                    <ns1:pt x="1043" y="583"/>
                  </ns1:cubicBezTo>
                  <ns1:cubicBezTo>
                    <ns1:pt x="1057" y="583"/>
                    <ns1:pt x="1071" y="583"/>
                    <ns1:pt x="1084" y="583"/>
                  </ns1:cubicBezTo>
                  <ns1:cubicBezTo>
                    <ns1:pt x="1084" y="574"/>
                    <ns1:pt x="1084" y="566"/>
                    <ns1:pt x="1084" y="558"/>
                  </ns1:cubicBezTo>
                  <ns1:cubicBezTo>
                    <ns1:pt x="1082" y="558"/>
                    <ns1:pt x="1080" y="558"/>
                    <ns1:pt x="1077" y="558"/>
                  </ns1:cubicBezTo>
                  <ns1:cubicBezTo>
                    <ns1:pt x="1077" y="564"/>
                    <ns1:pt x="1077" y="569"/>
                    <ns1:pt x="1077" y="575"/>
                  </ns1:cubicBezTo>
                  <ns1:cubicBezTo>
                    <ns1:pt x="1074" y="575"/>
                    <ns1:pt x="1070" y="575"/>
                    <ns1:pt x="1066" y="575"/>
                  </ns1:cubicBezTo>
                  <ns1:cubicBezTo>
                    <ns1:pt x="1066" y="569"/>
                    <ns1:pt x="1066" y="565"/>
                    <ns1:pt x="1066" y="560"/>
                  </ns1:cubicBezTo>
                  <ns1:cubicBezTo>
                    <ns1:pt x="1064" y="560"/>
                    <ns1:pt x="1062" y="560"/>
                    <ns1:pt x="1059" y="560"/>
                  </ns1:cubicBezTo>
                  <ns1:close/>
                  <ns1:moveTo>
                    <ns1:pt x="823" y="1003"/>
                  </ns1:moveTo>
                  <ns1:cubicBezTo>
                    <ns1:pt x="825" y="1007"/>
                    <ns1:pt x="825" y="1011"/>
                    <ns1:pt x="821" y="1013"/>
                  </ns1:cubicBezTo>
                  <ns1:cubicBezTo>
                    <ns1:pt x="820" y="1014"/>
                    <ns1:pt x="816" y="1014"/>
                    <ns1:pt x="815" y="1013"/>
                  </ns1:cubicBezTo>
                  <ns1:cubicBezTo>
                    <ns1:pt x="808" y="1008"/>
                    <ns1:pt x="805" y="1001"/>
                    <ns1:pt x="804" y="994"/>
                  </ns1:cubicBezTo>
                  <ns1:cubicBezTo>
                    <ns1:pt x="804" y="992"/>
                    <ns1:pt x="805" y="988"/>
                    <ns1:pt x="807" y="988"/>
                  </ns1:cubicBezTo>
                  <ns1:cubicBezTo>
                    <ns1:pt x="809" y="987"/>
                    <ns1:pt x="811" y="988"/>
                    <ns1:pt x="814" y="988"/>
                  </ns1:cubicBezTo>
                  <ns1:cubicBezTo>
                    <ns1:pt x="815" y="989"/>
                    <ns1:pt x="815" y="990"/>
                    <ns1:pt x="816" y="991"/>
                  </ns1:cubicBezTo>
                  <ns1:cubicBezTo>
                    <ns1:pt x="819" y="989"/>
                    <ns1:pt x="821" y="988"/>
                    <ns1:pt x="823" y="987"/>
                  </ns1:cubicBezTo>
                  <ns1:cubicBezTo>
                    <ns1:pt x="818" y="979"/>
                    <ns1:pt x="812" y="978"/>
                    <ns1:pt x="805" y="981"/>
                  </ns1:cubicBezTo>
                  <ns1:cubicBezTo>
                    <ns1:pt x="798" y="984"/>
                    <ns1:pt x="794" y="990"/>
                    <ns1:pt x="796" y="998"/>
                  </ns1:cubicBezTo>
                  <ns1:cubicBezTo>
                    <ns1:pt x="798" y="1004"/>
                    <ns1:pt x="801" y="1010"/>
                    <ns1:pt x="805" y="1015"/>
                  </ns1:cubicBezTo>
                  <ns1:cubicBezTo>
                    <ns1:pt x="812" y="1024"/>
                    <ns1:pt x="824" y="1022"/>
                    <ns1:pt x="830" y="1013"/>
                  </ns1:cubicBezTo>
                  <ns1:cubicBezTo>
                    <ns1:pt x="833" y="1009"/>
                    <ns1:pt x="833" y="1005"/>
                    <ns1:pt x="830" y="1000"/>
                  </ns1:cubicBezTo>
                  <ns1:cubicBezTo>
                    <ns1:pt x="828" y="1001"/>
                    <ns1:pt x="826" y="1002"/>
                    <ns1:pt x="823" y="1003"/>
                  </ns1:cubicBezTo>
                  <ns1:close/>
                  <ns1:moveTo>
                    <ns1:pt x="73" y="466"/>
                  </ns1:moveTo>
                  <ns1:cubicBezTo>
                    <ns1:pt x="69" y="465"/>
                    <ns1:pt x="66" y="462"/>
                    <ns1:pt x="68" y="458"/>
                  </ns1:cubicBezTo>
                  <ns1:cubicBezTo>
                    <ns1:pt x="68" y="456"/>
                    <ns1:pt x="71" y="454"/>
                    <ns1:pt x="73" y="453"/>
                  </ns1:cubicBezTo>
                  <ns1:cubicBezTo>
                    <ns1:pt x="80" y="452"/>
                    <ns1:pt x="88" y="454"/>
                    <ns1:pt x="94" y="458"/>
                  </ns1:cubicBezTo>
                  <ns1:cubicBezTo>
                    <ns1:pt x="95" y="459"/>
                    <ns1:pt x="97" y="463"/>
                    <ns1:pt x="96" y="465"/>
                  </ns1:cubicBezTo>
                  <ns1:cubicBezTo>
                    <ns1:pt x="95" y="467"/>
                    <ns1:pt x="93" y="468"/>
                    <ns1:pt x="91" y="469"/>
                  </ns1:cubicBezTo>
                  <ns1:cubicBezTo>
                    <ns1:pt x="90" y="470"/>
                    <ns1:pt x="89" y="469"/>
                    <ns1:pt x="87" y="470"/>
                  </ns1:cubicBezTo>
                  <ns1:cubicBezTo>
                    <ns1:pt x="87" y="472"/>
                    <ns1:pt x="86" y="475"/>
                    <ns1:pt x="86" y="477"/>
                  </ns1:cubicBezTo>
                  <ns1:cubicBezTo>
                    <ns1:pt x="94" y="478"/>
                    <ns1:pt x="99" y="476"/>
                    <ns1:pt x="101" y="469"/>
                  </ns1:cubicBezTo>
                  <ns1:cubicBezTo>
                    <ns1:pt x="105" y="462"/>
                    <ns1:pt x="104" y="456"/>
                    <ns1:pt x="98" y="451"/>
                  </ns1:cubicBezTo>
                  <ns1:cubicBezTo>
                    <ns1:pt x="90" y="446"/>
                    <ns1:pt x="82" y="444"/>
                    <ns1:pt x="72" y="445"/>
                  </ns1:cubicBezTo>
                  <ns1:cubicBezTo>
                    <ns1:pt x="66" y="446"/>
                    <ns1:pt x="61" y="452"/>
                    <ns1:pt x="61" y="460"/>
                  </ns1:cubicBezTo>
                  <ns1:cubicBezTo>
                    <ns1:pt x="61" y="467"/>
                    <ns1:pt x="64" y="471"/>
                    <ns1:pt x="71" y="474"/>
                  </ns1:cubicBezTo>
                  <ns1:cubicBezTo>
                    <ns1:pt x="72" y="472"/>
                    <ns1:pt x="73" y="469"/>
                    <ns1:pt x="73" y="466"/>
                  </ns1:cubicBezTo>
                  <ns1:close/>
                  <ns1:moveTo>
                    <ns1:pt x="287" y="988"/>
                  </ns1:moveTo>
                  <ns1:cubicBezTo>
                    <ns1:pt x="286" y="989"/>
                    <ns1:pt x="285" y="990"/>
                    <ns1:pt x="284" y="991"/>
                  </ns1:cubicBezTo>
                  <ns1:cubicBezTo>
                    <ns1:pt x="282" y="991"/>
                    <ns1:pt x="279" y="992"/>
                    <ns1:pt x="277" y="991"/>
                  </ns1:cubicBezTo>
                  <ns1:cubicBezTo>
                    <ns1:pt x="275" y="989"/>
                    <ns1:pt x="274" y="986"/>
                    <ns1:pt x="274" y="984"/>
                  </ns1:cubicBezTo>
                  <ns1:cubicBezTo>
                    <ns1:pt x="276" y="977"/>
                    <ns1:pt x="280" y="971"/>
                    <ns1:pt x="287" y="967"/>
                  </ns1:cubicBezTo>
                  <ns1:cubicBezTo>
                    <ns1:pt x="288" y="965"/>
                    <ns1:pt x="292" y="966"/>
                    <ns1:pt x="294" y="967"/>
                  </ns1:cubicBezTo>
                  <ns1:cubicBezTo>
                    <ns1:pt x="295" y="968"/>
                    <ns1:pt x="295" y="971"/>
                    <ns1:pt x="296" y="973"/>
                  </ns1:cubicBezTo>
                  <ns1:cubicBezTo>
                    <ns1:pt x="296" y="974"/>
                    <ns1:pt x="295" y="975"/>
                    <ns1:pt x="295" y="977"/>
                  </ns1:cubicBezTo>
                  <ns1:cubicBezTo>
                    <ns1:pt x="297" y="978"/>
                    <ns1:pt x="299" y="979"/>
                    <ns1:pt x="301" y="981"/>
                  </ns1:cubicBezTo>
                  <ns1:cubicBezTo>
                    <ns1:pt x="306" y="974"/>
                    <ns1:pt x="305" y="968"/>
                    <ns1:pt x="300" y="963"/>
                  </ns1:cubicBezTo>
                  <ns1:cubicBezTo>
                    <ns1:pt x="294" y="958"/>
                    <ns1:pt x="288" y="956"/>
                    <ns1:pt x="281" y="960"/>
                  </ns1:cubicBezTo>
                  <ns1:cubicBezTo>
                    <ns1:pt x="274" y="965"/>
                    <ns1:pt x="269" y="972"/>
                    <ns1:pt x="267" y="981"/>
                  </ns1:cubicBezTo>
                  <ns1:cubicBezTo>
                    <ns1:pt x="265" y="988"/>
                    <ns1:pt x="269" y="994"/>
                    <ns1:pt x="277" y="998"/>
                  </ns1:cubicBezTo>
                  <ns1:cubicBezTo>
                    <ns1:pt x="283" y="1001"/>
                    <ns1:pt x="288" y="999"/>
                    <ns1:pt x="293" y="993"/>
                  </ns1:cubicBezTo>
                  <ns1:cubicBezTo>
                    <ns1:pt x="291" y="991"/>
                    <ns1:pt x="289" y="990"/>
                    <ns1:pt x="287" y="988"/>
                  </ns1:cubicBezTo>
                  <ns1:close/>
                  <ns1:moveTo>
                    <ns1:pt x="1075" y="605"/>
                  </ns1:moveTo>
                  <ns1:cubicBezTo>
                    <ns1:pt x="1063" y="608"/>
                    <ns1:pt x="1052" y="610"/>
                    <ns1:pt x="1041" y="613"/>
                  </ns1:cubicBezTo>
                  <ns1:cubicBezTo>
                    <ns1:pt x="1041" y="616"/>
                    <ns1:pt x="1041" y="618"/>
                    <ns1:pt x="1041" y="621"/>
                  </ns1:cubicBezTo>
                  <ns1:cubicBezTo>
                    <ns1:pt x="1053" y="618"/>
                    <ns1:pt x="1064" y="615"/>
                    <ns1:pt x="1075" y="612"/>
                  </ns1:cubicBezTo>
                  <ns1:cubicBezTo>
                    <ns1:pt x="1083" y="610"/>
                    <ns1:pt x="1083" y="610"/>
                    <ns1:pt x="1083" y="602"/>
                  </ns1:cubicBezTo>
                  <ns1:cubicBezTo>
                    <ns1:pt x="1070" y="597"/>
                    <ns1:pt x="1057" y="591"/>
                    <ns1:pt x="1043" y="586"/>
                  </ns1:cubicBezTo>
                  <ns1:cubicBezTo>
                    <ns1:pt x="1043" y="593"/>
                    <ns1:pt x="1042" y="593"/>
                    <ns1:pt x="1049" y="596"/>
                  </ns1:cubicBezTo>
                  <ns1:cubicBezTo>
                    <ns1:pt x="1057" y="599"/>
                    <ns1:pt x="1065" y="602"/>
                    <ns1:pt x="1075" y="605"/>
                  </ns1:cubicBezTo>
                  <ns1:close/>
                  <ns1:moveTo>
                    <ns1:pt x="103" y="677"/>
                  </ns1:moveTo>
                  <ns1:cubicBezTo>
                    <ns1:pt x="89" y="681"/>
                    <ns1:pt x="76" y="684"/>
                    <ns1:pt x="63" y="688"/>
                  </ns1:cubicBezTo>
                  <ns1:cubicBezTo>
                    <ns1:pt x="64" y="690"/>
                    <ns1:pt x="64" y="693"/>
                    <ns1:pt x="65" y="695"/>
                  </ns1:cubicBezTo>
                  <ns1:cubicBezTo>
                    <ns1:pt x="71" y="694"/>
                    <ns1:pt x="76" y="692"/>
                    <ns1:pt x="82" y="691"/>
                  </ns1:cubicBezTo>
                  <ns1:cubicBezTo>
                    <ns1:pt x="83" y="696"/>
                    <ns1:pt x="84" y="700"/>
                    <ns1:pt x="86" y="705"/>
                  </ns1:cubicBezTo>
                  <ns1:cubicBezTo>
                    <ns1:pt x="88" y="705"/>
                    <ns1:pt x="90" y="704"/>
                    <ns1:pt x="92" y="704"/>
                  </ns1:cubicBezTo>
                  <ns1:cubicBezTo>
                    <ns1:pt x="91" y="699"/>
                    <ns1:pt x="90" y="694"/>
                    <ns1:pt x="89" y="689"/>
                  </ns1:cubicBezTo>
                  <ns1:cubicBezTo>
                    <ns1:pt x="92" y="688"/>
                    <ns1:pt x="95" y="688"/>
                    <ns1:pt x="98" y="687"/>
                  </ns1:cubicBezTo>
                  <ns1:cubicBezTo>
                    <ns1:pt x="99" y="692"/>
                    <ns1:pt x="101" y="697"/>
                    <ns1:pt x="102" y="702"/>
                  </ns1:cubicBezTo>
                  <ns1:cubicBezTo>
                    <ns1:pt x="105" y="701"/>
                    <ns1:pt x="106" y="701"/>
                    <ns1:pt x="109" y="700"/>
                  </ns1:cubicBezTo>
                  <ns1:cubicBezTo>
                    <ns1:pt x="107" y="693"/>
                    <ns1:pt x="105" y="685"/>
                    <ns1:pt x="103" y="677"/>
                  </ns1:cubicBezTo>
                  <ns1:close/>
                  <ns1:moveTo>
                    <ns1:pt x="1027" y="444"/>
                  </ns1:moveTo>
                  <ns1:cubicBezTo>
                    <ns1:pt x="1039" y="437"/>
                    <ns1:pt x="1047" y="423"/>
                    <ns1:pt x="1063" y="421"/>
                  </ns1:cubicBezTo>
                  <ns1:cubicBezTo>
                    <ns1:pt x="1062" y="418"/>
                    <ns1:pt x="1061" y="416"/>
                    <ns1:pt x="1060" y="413"/>
                  </ns1:cubicBezTo>
                  <ns1:cubicBezTo>
                    <ns1:pt x="1046" y="421"/>
                    <ns1:pt x="1032" y="414"/>
                    <ns1:pt x="1018" y="414"/>
                  </ns1:cubicBezTo>
                  <ns1:cubicBezTo>
                    <ns1:pt x="1019" y="421"/>
                    <ns1:pt x="1019" y="421"/>
                    <ns1:pt x="1025" y="422"/>
                  </ns1:cubicBezTo>
                  <ns1:cubicBezTo>
                    <ns1:pt x="1030" y="422"/>
                    <ns1:pt x="1034" y="423"/>
                    <ns1:pt x="1040" y="423"/>
                  </ns1:cubicBezTo>
                  <ns1:cubicBezTo>
                    <ns1:pt x="1036" y="426"/>
                    <ns1:pt x="1034" y="429"/>
                    <ns1:pt x="1031" y="431"/>
                  </ns1:cubicBezTo>
                  <ns1:cubicBezTo>
                    <ns1:pt x="1024" y="436"/>
                    <ns1:pt x="1024" y="436"/>
                    <ns1:pt x="1027" y="444"/>
                  </ns1:cubicBezTo>
                  <ns1:close/>
                  <ns1:moveTo>
                    <ns1:pt x="555" y="1052"/>
                  </ns1:moveTo>
                  <ns1:cubicBezTo>
                    <ns1:pt x="559" y="1052"/>
                    <ns1:pt x="562" y="1052"/>
                    <ns1:pt x="566" y="1052"/>
                  </ns1:cubicBezTo>
                  <ns1:cubicBezTo>
                    <ns1:pt x="566" y="1050"/>
                    <ns1:pt x="566" y="1048"/>
                    <ns1:pt x="566" y="1045"/>
                  </ns1:cubicBezTo>
                  <ns1:cubicBezTo>
                    <ns1:pt x="556" y="1045"/>
                    <ns1:pt x="546" y="1045"/>
                    <ns1:pt x="536" y="1045"/>
                  </ns1:cubicBezTo>
                  <ns1:cubicBezTo>
                    <ns1:pt x="536" y="1047"/>
                    <ns1:pt x="536" y="1049"/>
                    <ns1:pt x="536" y="1052"/>
                  </ns1:cubicBezTo>
                  <ns1:cubicBezTo>
                    <ns1:pt x="540" y="1052"/>
                    <ns1:pt x="543" y="1052"/>
                    <ns1:pt x="546" y="1052"/>
                  </ns1:cubicBezTo>
                  <ns1:cubicBezTo>
                    <ns1:pt x="546" y="1064"/>
                    <ns1:pt x="546" y="1075"/>
                    <ns1:pt x="546" y="1086"/>
                  </ns1:cubicBezTo>
                  <ns1:cubicBezTo>
                    <ns1:pt x="549" y="1086"/>
                    <ns1:pt x="551" y="1086"/>
                    <ns1:pt x="555" y="1086"/>
                  </ns1:cubicBezTo>
                  <ns1:cubicBezTo>
                    <ns1:pt x="555" y="1075"/>
                    <ns1:pt x="555" y="1064"/>
                    <ns1:pt x="555" y="1052"/>
                  </ns1:cubicBezTo>
                  <ns1:close/>
                  <ns1:moveTo>
                    <ns1:pt x="1038" y="463"/>
                  </ns1:moveTo>
                  <ns1:cubicBezTo>
                    <ns1:pt x="1050" y="460"/>
                    <ns1:pt x="1061" y="457"/>
                    <ns1:pt x="1072" y="455"/>
                  </ns1:cubicBezTo>
                  <ns1:cubicBezTo>
                    <ns1:pt x="1071" y="452"/>
                    <ns1:pt x="1070" y="450"/>
                    <ns1:pt x="1070" y="447"/>
                  </ns1:cubicBezTo>
                  <ns1:cubicBezTo>
                    <ns1:pt x="1058" y="450"/>
                    <ns1:pt x="1048" y="452"/>
                    <ns1:pt x="1037" y="455"/>
                  </ns1:cubicBezTo>
                  <ns1:cubicBezTo>
                    <ns1:pt x="1036" y="451"/>
                    <ns1:pt x="1035" y="448"/>
                    <ns1:pt x="1034" y="444"/>
                  </ns1:cubicBezTo>
                  <ns1:cubicBezTo>
                    <ns1:pt x="1032" y="445"/>
                    <ns1:pt x="1030" y="445"/>
                    <ns1:pt x="1027" y="446"/>
                  </ns1:cubicBezTo>
                  <ns1:cubicBezTo>
                    <ns1:pt x="1030" y="456"/>
                    <ns1:pt x="1032" y="465"/>
                    <ns1:pt x="1034" y="475"/>
                  </ns1:cubicBezTo>
                  <ns1:cubicBezTo>
                    <ns1:pt x="1037" y="474"/>
                    <ns1:pt x="1038" y="474"/>
                    <ns1:pt x="1041" y="473"/>
                  </ns1:cubicBezTo>
                  <ns1:cubicBezTo>
                    <ns1:pt x="1040" y="470"/>
                    <ns1:pt x="1039" y="466"/>
                    <ns1:pt x="1038" y="463"/>
                  </ns1:cubicBezTo>
                  <ns1:close/>
                  <ns1:moveTo>
                    <ns1:pt x="783" y="1040"/>
                  </ns1:moveTo>
                  <ns1:cubicBezTo>
                    <ns1:pt x="778" y="1029"/>
                    <ns1:pt x="773" y="1019"/>
                    <ns1:pt x="769" y="1009"/>
                  </ns1:cubicBezTo>
                  <ns1:cubicBezTo>
                    <ns1:pt x="772" y="1007"/>
                    <ns1:pt x="775" y="1005"/>
                    <ns1:pt x="779" y="1004"/>
                  </ns1:cubicBezTo>
                  <ns1:cubicBezTo>
                    <ns1:pt x="778" y="1002"/>
                    <ns1:pt x="777" y="1000"/>
                    <ns1:pt x="776" y="998"/>
                  </ns1:cubicBezTo>
                  <ns1:cubicBezTo>
                    <ns1:pt x="766" y="1002"/>
                    <ns1:pt x="758" y="1006"/>
                    <ns1:pt x="749" y="1010"/>
                  </ns1:cubicBezTo>
                  <ns1:cubicBezTo>
                    <ns1:pt x="750" y="1012"/>
                    <ns1:pt x="750" y="1014"/>
                    <ns1:pt x="751" y="1016"/>
                  </ns1:cubicBezTo>
                  <ns1:cubicBezTo>
                    <ns1:pt x="755" y="1015"/>
                    <ns1:pt x="758" y="1013"/>
                    <ns1:pt x="761" y="1012"/>
                  </ns1:cubicBezTo>
                  <ns1:cubicBezTo>
                    <ns1:pt x="766" y="1022"/>
                    <ns1:pt x="771" y="1032"/>
                    <ns1:pt x="775" y="1043"/>
                  </ns1:cubicBezTo>
                  <ns1:cubicBezTo>
                    <ns1:pt x="778" y="1042"/>
                    <ns1:pt x="780" y="1041"/>
                    <ns1:pt x="783" y="1040"/>
                  </ns1:cubicBezTo>
                  <ns1:close/>
                  <ns1:moveTo>
                    <ns1:pt x="271" y="943"/>
                  </ns1:moveTo>
                  <ns1:cubicBezTo>
                    <ns1:pt x="264" y="937"/>
                    <ns1:pt x="256" y="930"/>
                    <ns1:pt x="249" y="924"/>
                  </ns1:cubicBezTo>
                  <ns1:cubicBezTo>
                    <ns1:pt x="247" y="926"/>
                    <ns1:pt x="246" y="927"/>
                    <ns1:pt x="244" y="929"/>
                  </ns1:cubicBezTo>
                  <ns1:cubicBezTo>
                    <ns1:pt x="247" y="932"/>
                    <ns1:pt x="250" y="934"/>
                    <ns1:pt x="252" y="936"/>
                  </ns1:cubicBezTo>
                  <ns1:cubicBezTo>
                    <ns1:pt x="249" y="941"/>
                    <ns1:pt x="245" y="945"/>
                    <ns1:pt x="242" y="949"/>
                  </ns1:cubicBezTo>
                  <ns1:cubicBezTo>
                    <ns1:pt x="238" y="954"/>
                    <ns1:pt x="234" y="958"/>
                    <ns1:pt x="231" y="962"/>
                  </ns1:cubicBezTo>
                  <ns1:cubicBezTo>
                    <ns1:pt x="233" y="964"/>
                    <ns1:pt x="234" y="966"/>
                    <ns1:pt x="237" y="967"/>
                  </ns1:cubicBezTo>
                  <ns1:cubicBezTo>
                    <ns1:pt x="240" y="963"/>
                    <ns1:pt x="244" y="959"/>
                    <ns1:pt x="248" y="954"/>
                  </ns1:cubicBezTo>
                  <ns1:cubicBezTo>
                    <ns1:pt x="251" y="950"/>
                    <ns1:pt x="255" y="946"/>
                    <ns1:pt x="259" y="941"/>
                  </ns1:cubicBezTo>
                  <ns1:cubicBezTo>
                    <ns1:pt x="262" y="944"/>
                    <ns1:pt x="264" y="946"/>
                    <ns1:pt x="267" y="948"/>
                  </ns1:cubicBezTo>
                  <ns1:cubicBezTo>
                    <ns1:pt x="268" y="947"/>
                    <ns1:pt x="270" y="945"/>
                    <ns1:pt x="271" y="943"/>
                  </ns1:cubicBezTo>
                  <ns1:close/>
                  <ns1:moveTo>
                    <ns1:pt x="968" y="876"/>
                  </ns1:moveTo>
                  <ns1:cubicBezTo>
                    <ns1:pt x="974" y="881"/>
                    <ns1:pt x="980" y="881"/>
                    <ns1:pt x="984" y="876"/>
                  </ns1:cubicBezTo>
                  <ns1:cubicBezTo>
                    <ns1:pt x="990" y="870"/>
                    <ns1:pt x="990" y="863"/>
                    <ns1:pt x="984" y="858"/>
                  </ns1:cubicBezTo>
                  <ns1:cubicBezTo>
                    <ns1:pt x="976" y="852"/>
                    <ns1:pt x="968" y="846"/>
                    <ns1:pt x="959" y="840"/>
                  </ns1:cubicBezTo>
                  <ns1:cubicBezTo>
                    <ns1:pt x="958" y="842"/>
                    <ns1:pt x="956" y="844"/>
                    <ns1:pt x="955" y="846"/>
                  </ns1:cubicBezTo>
                  <ns1:cubicBezTo>
                    <ns1:pt x="962" y="852"/>
                    <ns1:pt x="969" y="857"/>
                    <ns1:pt x="977" y="862"/>
                  </ns1:cubicBezTo>
                  <ns1:cubicBezTo>
                    <ns1:pt x="979" y="864"/>
                    <ns1:pt x="983" y="867"/>
                    <ns1:pt x="980" y="871"/>
                  </ns1:cubicBezTo>
                  <ns1:cubicBezTo>
                    <ns1:pt x="978" y="874"/>
                    <ns1:pt x="975" y="871"/>
                    <ns1:pt x="972" y="870"/>
                  </ns1:cubicBezTo>
                  <ns1:cubicBezTo>
                    <ns1:pt x="972" y="870"/>
                    <ns1:pt x="972" y="870"/>
                    <ns1:pt x="971" y="871"/>
                  </ns1:cubicBezTo>
                  <ns1:cubicBezTo>
                    <ns1:pt x="970" y="872"/>
                    <ns1:pt x="969" y="874"/>
                    <ns1:pt x="968" y="876"/>
                  </ns1:cubicBezTo>
                  <ns1:close/>
                  <ns1:moveTo>
                    <ns1:pt x="58" y="608"/>
                  </ns1:moveTo>
                  <ns1:cubicBezTo>
                    <ns1:pt x="69" y="607"/>
                    <ns1:pt x="80" y="606"/>
                    <ns1:pt x="92" y="605"/>
                  </ns1:cubicBezTo>
                  <ns1:cubicBezTo>
                    <ns1:pt x="92" y="603"/>
                    <ns1:pt x="91" y="600"/>
                    <ns1:pt x="91" y="598"/>
                  </ns1:cubicBezTo>
                  <ns1:cubicBezTo>
                    <ns1:pt x="77" y="599"/>
                    <ns1:pt x="64" y="600"/>
                    <ns1:pt x="50" y="601"/>
                  </ns1:cubicBezTo>
                  <ns1:cubicBezTo>
                    <ns1:pt x="51" y="609"/>
                    <ns1:pt x="52" y="617"/>
                    <ns1:pt x="52" y="625"/>
                  </ns1:cubicBezTo>
                  <ns1:cubicBezTo>
                    <ns1:pt x="55" y="625"/>
                    <ns1:pt x="57" y="624"/>
                    <ns1:pt x="59" y="624"/>
                  </ns1:cubicBezTo>
                  <ns1:cubicBezTo>
                    <ns1:pt x="59" y="619"/>
                    <ns1:pt x="58" y="614"/>
                    <ns1:pt x="58" y="608"/>
                  </ns1:cubicBezTo>
                  <ns1:close/>
                  <ns1:moveTo>
                    <ns1:pt x="1075" y="470"/>
                  </ns1:moveTo>
                  <ns1:cubicBezTo>
                    <ns1:pt x="1061" y="473"/>
                    <ns1:pt x="1048" y="476"/>
                    <ns1:pt x="1034" y="478"/>
                  </ns1:cubicBezTo>
                  <ns1:cubicBezTo>
                    <ns1:pt x="1035" y="481"/>
                    <ns1:pt x="1036" y="483"/>
                    <ns1:pt x="1036" y="486"/>
                  </ns1:cubicBezTo>
                  <ns1:cubicBezTo>
                    <ns1:pt x="1050" y="483"/>
                    <ns1:pt x="1063" y="481"/>
                    <ns1:pt x="1076" y="478"/>
                  </ns1:cubicBezTo>
                  <ns1:cubicBezTo>
                    <ns1:pt x="1076" y="476"/>
                    <ns1:pt x="1075" y="473"/>
                    <ns1:pt x="1075" y="470"/>
                  </ns1:cubicBezTo>
                  <ns1:close/>
                  <ns1:moveTo>
                    <ns1:pt x="1040" y="624"/>
                  </ns1:moveTo>
                  <ns1:cubicBezTo>
                    <ns1:pt x="1040" y="627"/>
                    <ns1:pt x="1040" y="630"/>
                    <ns1:pt x="1039" y="632"/>
                  </ns1:cubicBezTo>
                  <ns1:cubicBezTo>
                    <ns1:pt x="1053" y="634"/>
                    <ns1:pt x="1066" y="635"/>
                    <ns1:pt x="1080" y="637"/>
                  </ns1:cubicBezTo>
                  <ns1:cubicBezTo>
                    <ns1:pt x="1080" y="634"/>
                    <ns1:pt x="1080" y="632"/>
                    <ns1:pt x="1081" y="629"/>
                  </ns1:cubicBezTo>
                  <ns1:cubicBezTo>
                    <ns1:pt x="1067" y="628"/>
                    <ns1:pt x="1054" y="626"/>
                    <ns1:pt x="1040" y="624"/>
                  </ns1:cubicBezTo>
                  <ns1:close/>
                  <ns1:moveTo>
                    <ns1:pt x="962" y="835"/>
                  </ns1:moveTo>
                  <ns1:cubicBezTo>
                    <ns1:pt x="974" y="843"/>
                    <ns1:pt x="985" y="850"/>
                    <ns1:pt x="997" y="858"/>
                  </ns1:cubicBezTo>
                  <ns1:cubicBezTo>
                    <ns1:pt x="998" y="855"/>
                    <ns1:pt x="999" y="853"/>
                    <ns1:pt x="1001" y="851"/>
                  </ns1:cubicBezTo>
                  <ns1:cubicBezTo>
                    <ns1:pt x="989" y="843"/>
                    <ns1:pt x="978" y="836"/>
                    <ns1:pt x="967" y="828"/>
                  </ns1:cubicBezTo>
                  <ns1:cubicBezTo>
                    <ns1:pt x="965" y="831"/>
                    <ns1:pt x="964" y="833"/>
                    <ns1:pt x="962" y="835"/>
                  </ns1:cubicBezTo>
                  <ns1:close/>
                  <ns1:moveTo>
                    <ns1:pt x="804" y="1029"/>
                  </ns1:moveTo>
                  <ns1:cubicBezTo>
                    <ns1:pt x="798" y="1016"/>
                    <ns1:pt x="792" y="1005"/>
                    <ns1:pt x="786" y="992"/>
                  </ns1:cubicBezTo>
                  <ns1:cubicBezTo>
                    <ns1:pt x="783" y="994"/>
                    <ns1:pt x="781" y="995"/>
                    <ns1:pt x="779" y="996"/>
                  </ns1:cubicBezTo>
                  <ns1:cubicBezTo>
                    <ns1:pt x="785" y="1008"/>
                    <ns1:pt x="791" y="1020"/>
                    <ns1:pt x="797" y="1032"/>
                  </ns1:cubicBezTo>
                  <ns1:cubicBezTo>
                    <ns1:pt x="800" y="1031"/>
                    <ns1:pt x="802" y="1030"/>
                    <ns1:pt x="804" y="1029"/>
                  </ns1:cubicBezTo>
                  <ns1:close/>
                  <ns1:moveTo>
                    <ns1:pt x="274" y="945"/>
                  </ns1:moveTo>
                  <ns1:cubicBezTo>
                    <ns1:pt x="266" y="956"/>
                    <ns1:pt x="257" y="967"/>
                    <ns1:pt x="249" y="978"/>
                  </ns1:cubicBezTo>
                  <ns1:cubicBezTo>
                    <ns1:pt x="251" y="979"/>
                    <ns1:pt x="253" y="981"/>
                    <ns1:pt x="255" y="982"/>
                  </ns1:cubicBezTo>
                  <ns1:cubicBezTo>
                    <ns1:pt x="264" y="971"/>
                    <ns1:pt x="272" y="961"/>
                    <ns1:pt x="280" y="950"/>
                  </ns1:cubicBezTo>
                  <ns1:cubicBezTo>
                    <ns1:pt x="278" y="948"/>
                    <ns1:pt x="276" y="947"/>
                    <ns1:pt x="274" y="945"/>
                  </ns1:cubicBezTo>
                  <ns1:close/>
                  <ns1:moveTo>
                    <ns1:pt x="275" y="177"/>
                  </ns1:moveTo>
                  <ns1:cubicBezTo>
                    <ns1:pt x="277" y="186"/>
                    <ns1:pt x="278" y="194"/>
                    <ns1:pt x="280" y="202"/>
                  </ns1:cubicBezTo>
                  <ns1:cubicBezTo>
                    <ns1:pt x="283" y="202"/>
                    <ns1:pt x="287" y="202"/>
                    <ns1:pt x="290" y="202"/>
                  </ns1:cubicBezTo>
                  <ns1:cubicBezTo>
                    <ns1:pt x="288" y="193"/>
                    <ns1:pt x="286" y="185"/>
                    <ns1:pt x="284" y="176"/>
                  </ns1:cubicBezTo>
                  <ns1:cubicBezTo>
                    <ns1:pt x="281" y="177"/>
                    <ns1:pt x="278" y="177"/>
                    <ns1:pt x="275" y="177"/>
                  </ns1:cubicBezTo>
                  <ns1:close/>
                  <ns1:moveTo>
                    <ns1:pt x="258" y="165"/>
                  </ns1:moveTo>
                  <ns1:cubicBezTo>
                    <ns1:pt x="258" y="169"/>
                    <ns1:pt x="259" y="172"/>
                    <ns1:pt x="259" y="175"/>
                  </ns1:cubicBezTo>
                  <ns1:cubicBezTo>
                    <ns1:pt x="264" y="175"/>
                    <ns1:pt x="269" y="174"/>
                    <ns1:pt x="274" y="174"/>
                  </ns1:cubicBezTo>
                  <ns1:cubicBezTo>
                    <ns1:pt x="274" y="171"/>
                    <ns1:pt x="274" y="168"/>
                    <ns1:pt x="274" y="164"/>
                  </ns1:cubicBezTo>
                  <ns1:cubicBezTo>
                    <ns1:pt x="269" y="164"/>
                    <ns1:pt x="264" y="165"/>
                    <ns1:pt x="258" y="165"/>
                  </ns1:cubicBezTo>
                  <ns1:close/>
                  <ns1:moveTo>
                    <ns1:pt x="185" y="208"/>
                  </ns1:moveTo>
                  <ns1:cubicBezTo>
                    <ns1:pt x="185" y="212"/>
                    <ns1:pt x="185" y="215"/>
                    <ns1:pt x="185" y="218"/>
                  </ns1:cubicBezTo>
                  <ns1:cubicBezTo>
                    <ns1:pt x="190" y="218"/>
                    <ns1:pt x="194" y="218"/>
                    <ns1:pt x="199" y="218"/>
                  </ns1:cubicBezTo>
                  <ns1:cubicBezTo>
                    <ns1:pt x="199" y="214"/>
                    <ns1:pt x="199" y="211"/>
                    <ns1:pt x="199" y="208"/>
                  </ns1:cubicBezTo>
                  <ns1:cubicBezTo>
                    <ns1:pt x="194" y="208"/>
                    <ns1:pt x="190" y="208"/>
                    <ns1:pt x="185" y="208"/>
                  </ns1:cubicBezTo>
                  <ns1:close/>
                  <ns1:moveTo>
                    <ns1:pt x="208" y="233"/>
                  </ns1:moveTo>
                  <ns1:cubicBezTo>
                    <ns1:pt x="208" y="230"/>
                    <ns1:pt x="208" y="227"/>
                    <ns1:pt x="208" y="224"/>
                  </ns1:cubicBezTo>
                  <ns1:cubicBezTo>
                    <ns1:pt x="203" y="224"/>
                    <ns1:pt x="199" y="224"/>
                    <ns1:pt x="194" y="224"/>
                  </ns1:cubicBezTo>
                  <ns1:cubicBezTo>
                    <ns1:pt x="194" y="227"/>
                    <ns1:pt x="194" y="230"/>
                    <ns1:pt x="194" y="233"/>
                  </ns1:cubicBezTo>
                  <ns1:cubicBezTo>
                    <ns1:pt x="199" y="233"/>
                    <ns1:pt x="203" y="233"/>
                    <ns1:pt x="208" y="233"/>
                  </ns1:cubicBezTo>
                  <ns1:close/>
                  <ns1:moveTo>
                    <ns1:pt x="434" y="75"/>
                  </ns1:moveTo>
                  <ns1:cubicBezTo>
                    <ns1:pt x="437" y="73"/>
                    <ns1:pt x="440" y="72"/>
                    <ns1:pt x="443" y="71"/>
                  </ns1:cubicBezTo>
                  <ns1:cubicBezTo>
                    <ns1:pt x="441" y="67"/>
                    <ns1:pt x="440" y="64"/>
                    <ns1:pt x="438" y="60"/>
                  </ns1:cubicBezTo>
                  <ns1:cubicBezTo>
                    <ns1:pt x="434" y="62"/>
                    <ns1:pt x="431" y="63"/>
                    <ns1:pt x="428" y="64"/>
                  </ns1:cubicBezTo>
                  <ns1:cubicBezTo>
                    <ns1:pt x="430" y="68"/>
                    <ns1:pt x="432" y="71"/>
                    <ns1:pt x="434" y="75"/>
                  </ns1:cubicBezTo>
                  <ns1:close/>
                  <ns1:moveTo>
                    <ns1:pt x="856" y="132"/>
                  </ns1:moveTo>
                  <ns1:cubicBezTo>
                    <ns1:pt x="855" y="137"/>
                    <ns1:pt x="853" y="140"/>
                    <ns1:pt x="852" y="144"/>
                  </ns1:cubicBezTo>
                  <ns1:cubicBezTo>
                    <ns1:pt x="855" y="145"/>
                    <ns1:pt x="858" y="147"/>
                    <ns1:pt x="861" y="148"/>
                  </ns1:cubicBezTo>
                  <ns1:cubicBezTo>
                    <ns1:pt x="863" y="144"/>
                    <ns1:pt x="864" y="141"/>
                    <ns1:pt x="866" y="137"/>
                  </ns1:cubicBezTo>
                  <ns1:cubicBezTo>
                    <ns1:pt x="862" y="135"/>
                    <ns1:pt x="859" y="134"/>
                    <ns1:pt x="856" y="132"/>
                  </ns1:cubicBezTo>
                  <ns1:close/>
                  <ns1:moveTo>
                    <ns1:pt x="872" y="976"/>
                  </ns1:moveTo>
                  <ns1:cubicBezTo>
                    <ns1:pt x="875" y="978"/>
                    <ns1:pt x="875" y="984"/>
                    <ns1:pt x="880" y="982"/>
                  </ns1:cubicBezTo>
                  <ns1:cubicBezTo>
                    <ns1:pt x="881" y="984"/>
                    <ns1:pt x="882" y="986"/>
                    <ns1:pt x="882" y="989"/>
                  </ns1:cubicBezTo>
                  <ns1:cubicBezTo>
                    <ns1:pt x="887" y="983"/>
                    <ns1:pt x="885" y="977"/>
                    <ns1:pt x="877" y="972"/>
                  </ns1:cubicBezTo>
                  <ns1:cubicBezTo>
                    <ns1:pt x="875" y="973"/>
                    <ns1:pt x="874" y="974"/>
                    <ns1:pt x="872" y="976"/>
                  </ns1:cubicBezTo>
                  <ns1:close/>
                  <ns1:moveTo>
                    <ns1:pt x="509" y="97"/>
                  </ns1:moveTo>
                  <ns1:cubicBezTo>
                    <ns1:pt x="515" y="96"/>
                    <ns1:pt x="516" y="93"/>
                    <ns1:pt x="511" y="86"/>
                  </ns1:cubicBezTo>
                  <ns1:cubicBezTo>
                    <ns1:pt x="509" y="87"/>
                    <ns1:pt x="508" y="87"/>
                    <ns1:pt x="506" y="88"/>
                  </ns1:cubicBezTo>
                  <ns1:cubicBezTo>
                    <ns1:pt x="507" y="91"/>
                    <ns1:pt x="508" y="94"/>
                    <ns1:pt x="509" y="97"/>
                  </ns1:cubicBezTo>
                  <ns1:close/>
                  <ns1:moveTo>
                    <ns1:pt x="676" y="105"/>
                  </ns1:moveTo>
                  <ns1:cubicBezTo>
                    <ns1:pt x="676" y="102"/>
                    <ns1:pt x="676" y="99"/>
                    <ns1:pt x="676" y="95"/>
                  </ns1:cubicBezTo>
                  <ns1:cubicBezTo>
                    <ns1:pt x="674" y="95"/>
                    <ns1:pt x="673" y="95"/>
                    <ns1:pt x="671" y="95"/>
                  </ns1:cubicBezTo>
                  <ns1:cubicBezTo>
                    <ns1:pt x="670" y="99"/>
                    <ns1:pt x="670" y="102"/>
                    <ns1:pt x="670" y="105"/>
                  </ns1:cubicBezTo>
                  <ns1:cubicBezTo>
                    <ns1:pt x="672" y="105"/>
                    <ns1:pt x="673" y="105"/>
                    <ns1:pt x="676" y="10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199" name="Freeform 9"/>
            <ns0:cNvSpPr/>
            <ns0:nvPr/>
          </ns0:nvSpPr>
          <ns0:spPr bwMode="auto">
            <ns1:xfrm>
              <ns1:off x="7246938" y="4954588"/>
              <ns1:ext cx="57150" cy="63500"/>
            </ns1:xfrm>
            <ns1:custGeom>
              <ns1:avLst/>
              <ns1:gdLst>
                <ns1:gd name="T0" fmla="*/ 0 w 15"/>
                <ns1:gd name="T1" fmla="*/ 4 h 17"/>
                <ns1:gd name="T2" fmla="*/ 5 w 15"/>
                <ns1:gd name="T3" fmla="*/ 0 h 17"/>
                <ns1:gd name="T4" fmla="*/ 10 w 15"/>
                <ns1:gd name="T5" fmla="*/ 17 h 17"/>
                <ns1:gd name="T6" fmla="*/ 8 w 15"/>
                <ns1:gd name="T7" fmla="*/ 10 h 17"/>
                <ns1:gd name="T8" fmla="*/ 0 w 15"/>
                <ns1:gd name="T9" fmla="*/ 4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5" h="17">
                  <ns1:moveTo>
                    <ns1:pt x="0" y="4"/>
                  </ns1:moveTo>
                  <ns1:cubicBezTo>
                    <ns1:pt x="2" y="2"/>
                    <ns1:pt x="3" y="1"/>
                    <ns1:pt x="5" y="0"/>
                  </ns1:cubicBezTo>
                  <ns1:cubicBezTo>
                    <ns1:pt x="13" y="5"/>
                    <ns1:pt x="15" y="11"/>
                    <ns1:pt x="10" y="17"/>
                  </ns1:cubicBezTo>
                  <ns1:cubicBezTo>
                    <ns1:pt x="10" y="14"/>
                    <ns1:pt x="9" y="12"/>
                    <ns1:pt x="8" y="10"/>
                  </ns1:cubicBezTo>
                  <ns1:cubicBezTo>
                    <ns1:pt x="3" y="12"/>
                    <ns1:pt x="3" y="6"/>
                    <ns1:pt x="0" y="4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0" name="Freeform 13"/>
            <ns0:cNvSpPr>
              <ns1:spLocks noEditPoints="1"/>
            </ns0:cNvSpPr>
            <ns0:nvPr/>
          </ns0:nvSpPr>
          <ns0:spPr bwMode="auto">
            <ns1:xfrm>
              <ns1:off x="4813300" y="2979738"/>
              <ns1:ext cx="2762250" cy="1547813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1" name="Freeform 14"/>
            <ns0:cNvSpPr/>
            <ns0:nvPr/>
          </ns0:nvSpPr>
          <ns0:spPr bwMode="auto">
            <ns1:xfrm>
              <ns1:off x="4594225" y="2511425"/>
              <ns1:ext cx="2105025" cy="130333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2" name="Freeform 15"/>
            <ns0:cNvSpPr/>
            <ns0:nvPr/>
          </ns0:nvSpPr>
          <ns0:spPr bwMode="auto">
            <ns1:xfrm>
              <ns1:off x="4706938" y="2587625"/>
              <ns1:ext cx="1762125" cy="627063"/>
            </ns1:xfrm>
            <ns1:custGeom>
              <ns1:avLst/>
              <ns1:gdLst>
                <ns1:gd name="T0" fmla="*/ 300 w 467"/>
                <ns1:gd name="T1" fmla="*/ 99 h 166"/>
                <ns1:gd name="T2" fmla="*/ 318 w 467"/>
                <ns1:gd name="T3" fmla="*/ 44 h 166"/>
                <ns1:gd name="T4" fmla="*/ 366 w 467"/>
                <ns1:gd name="T5" fmla="*/ 2 h 166"/>
                <ns1:gd name="T6" fmla="*/ 425 w 467"/>
                <ns1:gd name="T7" fmla="*/ 10 h 166"/>
                <ns1:gd name="T8" fmla="*/ 454 w 467"/>
                <ns1:gd name="T9" fmla="*/ 23 h 166"/>
                <ns1:gd name="T10" fmla="*/ 467 w 467"/>
                <ns1:gd name="T11" fmla="*/ 34 h 166"/>
                <ns1:gd name="T12" fmla="*/ 459 w 467"/>
                <ns1:gd name="T13" fmla="*/ 38 h 166"/>
                <ns1:gd name="T14" fmla="*/ 419 w 467"/>
                <ns1:gd name="T15" fmla="*/ 57 h 166"/>
                <ns1:gd name="T16" fmla="*/ 417 w 467"/>
                <ns1:gd name="T17" fmla="*/ 62 h 166"/>
                <ns1:gd name="T18" fmla="*/ 424 w 467"/>
                <ns1:gd name="T19" fmla="*/ 80 h 166"/>
                <ns1:gd name="T20" fmla="*/ 422 w 467"/>
                <ns1:gd name="T21" fmla="*/ 88 h 166"/>
                <ns1:gd name="T22" fmla="*/ 413 w 467"/>
                <ns1:gd name="T23" fmla="*/ 96 h 166"/>
                <ns1:gd name="T24" fmla="*/ 408 w 467"/>
                <ns1:gd name="T25" fmla="*/ 97 h 166"/>
                <ns1:gd name="T26" fmla="*/ 352 w 467"/>
                <ns1:gd name="T27" fmla="*/ 102 h 166"/>
                <ns1:gd name="T28" fmla="*/ 243 w 467"/>
                <ns1:gd name="T29" fmla="*/ 122 h 166"/>
                <ns1:gd name="T30" fmla="*/ 176 w 467"/>
                <ns1:gd name="T31" fmla="*/ 141 h 166"/>
                <ns1:gd name="T32" fmla="*/ 110 w 467"/>
                <ns1:gd name="T33" fmla="*/ 164 h 166"/>
                <ns1:gd name="T34" fmla="*/ 97 w 467"/>
                <ns1:gd name="T35" fmla="*/ 161 h 166"/>
                <ns1:gd name="T36" fmla="*/ 66 w 467"/>
                <ns1:gd name="T37" fmla="*/ 127 h 166"/>
                <ns1:gd name="T38" fmla="*/ 64 w 467"/>
                <ns1:gd name="T39" fmla="*/ 115 h 166"/>
                <ns1:gd name="T40" fmla="*/ 78 w 467"/>
                <ns1:gd name="T41" fmla="*/ 109 h 166"/>
                <ns1:gd name="T42" fmla="*/ 130 w 467"/>
                <ns1:gd name="T43" fmla="*/ 109 h 166"/>
                <ns1:gd name="T44" fmla="*/ 139 w 467"/>
                <ns1:gd name="T45" fmla="*/ 109 h 166"/>
                <ns1:gd name="T46" fmla="*/ 146 w 467"/>
                <ns1:gd name="T47" fmla="*/ 100 h 166"/>
                <ns1:gd name="T48" fmla="*/ 125 w 467"/>
                <ns1:gd name="T49" fmla="*/ 81 h 166"/>
                <ns1:gd name="T50" fmla="*/ 68 w 467"/>
                <ns1:gd name="T51" fmla="*/ 81 h 166"/>
                <ns1:gd name="T52" fmla="*/ 41 w 467"/>
                <ns1:gd name="T53" fmla="*/ 73 h 166"/>
                <ns1:gd name="T54" fmla="*/ 32 w 467"/>
                <ns1:gd name="T55" fmla="*/ 65 h 166"/>
                <ns1:gd name="T56" fmla="*/ 4 w 467"/>
                <ns1:gd name="T57" fmla="*/ 34 h 166"/>
                <ns1:gd name="T58" fmla="*/ 2 w 467"/>
                <ns1:gd name="T59" fmla="*/ 25 h 166"/>
                <ns1:gd name="T60" fmla="*/ 9 w 467"/>
                <ns1:gd name="T61" fmla="*/ 20 h 166"/>
                <ns1:gd name="T62" fmla="*/ 13 w 467"/>
                <ns1:gd name="T63" fmla="*/ 20 h 166"/>
                <ns1:gd name="T64" fmla="*/ 219 w 467"/>
                <ns1:gd name="T65" fmla="*/ 20 h 166"/>
                <ns1:gd name="T66" fmla="*/ 265 w 467"/>
                <ns1:gd name="T67" fmla="*/ 45 h 166"/>
                <ns1:gd name="T68" fmla="*/ 298 w 467"/>
                <ns1:gd name="T69" fmla="*/ 96 h 166"/>
                <ns1:gd name="T70" fmla="*/ 300 w 467"/>
                <ns1:gd name="T71" fmla="*/ 99 h 1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467" h="166">
                  <ns1:moveTo>
                    <ns1:pt x="300" y="99"/>
                  </ns1:moveTo>
                  <ns1:cubicBezTo>
                    <ns1:pt x="306" y="80"/>
                    <ns1:pt x="312" y="62"/>
                    <ns1:pt x="318" y="44"/>
                  </ns1:cubicBezTo>
                  <ns1:cubicBezTo>
                    <ns1:pt x="325" y="21"/>
                    <ns1:pt x="339" y="5"/>
                    <ns1:pt x="366" y="2"/>
                  </ns1:cubicBezTo>
                  <ns1:cubicBezTo>
                    <ns1:pt x="386" y="0"/>
                    <ns1:pt x="406" y="3"/>
                    <ns1:pt x="425" y="10"/>
                  </ns1:cubicBezTo>
                  <ns1:cubicBezTo>
                    <ns1:pt x="435" y="13"/>
                    <ns1:pt x="445" y="18"/>
                    <ns1:pt x="454" y="23"/>
                  </ns1:cubicBezTo>
                  <ns1:cubicBezTo>
                    <ns1:pt x="459" y="26"/>
                    <ns1:pt x="462" y="30"/>
                    <ns1:pt x="467" y="34"/>
                  </ns1:cubicBezTo>
                  <ns1:cubicBezTo>
                    <ns1:pt x="463" y="36"/>
                    <ns1:pt x="461" y="37"/>
                    <ns1:pt x="459" y="38"/>
                  </ns1:cubicBezTo>
                  <ns1:cubicBezTo>
                    <ns1:pt x="446" y="45"/>
                    <ns1:pt x="432" y="51"/>
                    <ns1:pt x="419" y="57"/>
                  </ns1:cubicBezTo>
                  <ns1:cubicBezTo>
                    <ns1:pt x="416" y="58"/>
                    <ns1:pt x="416" y="60"/>
                    <ns1:pt x="417" y="62"/>
                  </ns1:cubicBezTo>
                  <ns1:cubicBezTo>
                    <ns1:pt x="419" y="68"/>
                    <ns1:pt x="421" y="74"/>
                    <ns1:pt x="424" y="80"/>
                  </ns1:cubicBezTo>
                  <ns1:cubicBezTo>
                    <ns1:pt x="425" y="83"/>
                    <ns1:pt x="425" y="86"/>
                    <ns1:pt x="422" y="88"/>
                  </ns1:cubicBezTo>
                  <ns1:cubicBezTo>
                    <ns1:pt x="419" y="91"/>
                    <ns1:pt x="416" y="94"/>
                    <ns1:pt x="413" y="96"/>
                  </ns1:cubicBezTo>
                  <ns1:cubicBezTo>
                    <ns1:pt x="412" y="97"/>
                    <ns1:pt x="410" y="97"/>
                    <ns1:pt x="408" y="97"/>
                  </ns1:cubicBezTo>
                  <ns1:cubicBezTo>
                    <ns1:pt x="389" y="99"/>
                    <ns1:pt x="371" y="100"/>
                    <ns1:pt x="352" y="102"/>
                  </ns1:cubicBezTo>
                  <ns1:cubicBezTo>
                    <ns1:pt x="315" y="106"/>
                    <ns1:pt x="279" y="113"/>
                    <ns1:pt x="243" y="122"/>
                  </ns1:cubicBezTo>
                  <ns1:cubicBezTo>
                    <ns1:pt x="221" y="127"/>
                    <ns1:pt x="198" y="133"/>
                    <ns1:pt x="176" y="141"/>
                  </ns1:cubicBezTo>
                  <ns1:cubicBezTo>
                    <ns1:pt x="154" y="148"/>
                    <ns1:pt x="132" y="156"/>
                    <ns1:pt x="110" y="164"/>
                  </ns1:cubicBezTo>
                  <ns1:cubicBezTo>
                    <ns1:pt x="105" y="166"/>
                    <ns1:pt x="101" y="165"/>
                    <ns1:pt x="97" y="161"/>
                  </ns1:cubicBezTo>
                  <ns1:cubicBezTo>
                    <ns1:pt x="87" y="150"/>
                    <ns1:pt x="76" y="139"/>
                    <ns1:pt x="66" y="127"/>
                  </ns1:cubicBezTo>
                  <ns1:cubicBezTo>
                    <ns1:pt x="63" y="124"/>
                    <ns1:pt x="62" y="119"/>
                    <ns1:pt x="64" y="115"/>
                  </ns1:cubicBezTo>
                  <ns1:cubicBezTo>
                    <ns1:pt x="67" y="109"/>
                    <ns1:pt x="73" y="109"/>
                    <ns1:pt x="78" y="109"/>
                  </ns1:cubicBezTo>
                  <ns1:cubicBezTo>
                    <ns1:pt x="95" y="109"/>
                    <ns1:pt x="113" y="109"/>
                    <ns1:pt x="130" y="109"/>
                  </ns1:cubicBezTo>
                  <ns1:cubicBezTo>
                    <ns1:pt x="133" y="109"/>
                    <ns1:pt x="136" y="109"/>
                    <ns1:pt x="139" y="109"/>
                  </ns1:cubicBezTo>
                  <ns1:cubicBezTo>
                    <ns1:pt x="145" y="109"/>
                    <ns1:pt x="146" y="107"/>
                    <ns1:pt x="146" y="100"/>
                  </ns1:cubicBezTo>
                  <ns1:cubicBezTo>
                    <ns1:pt x="146" y="90"/>
                    <ns1:pt x="135" y="81"/>
                    <ns1:pt x="125" y="81"/>
                  </ns1:cubicBezTo>
                  <ns1:cubicBezTo>
                    <ns1:pt x="106" y="81"/>
                    <ns1:pt x="87" y="81"/>
                    <ns1:pt x="68" y="81"/>
                  </ns1:cubicBezTo>
                  <ns1:cubicBezTo>
                    <ns1:pt x="58" y="81"/>
                    <ns1:pt x="49" y="79"/>
                    <ns1:pt x="41" y="73"/>
                  </ns1:cubicBezTo>
                  <ns1:cubicBezTo>
                    <ns1:pt x="38" y="71"/>
                    <ns1:pt x="35" y="68"/>
                    <ns1:pt x="32" y="65"/>
                  </ns1:cubicBezTo>
                  <ns1:cubicBezTo>
                    <ns1:pt x="23" y="55"/>
                    <ns1:pt x="14" y="44"/>
                    <ns1:pt x="4" y="34"/>
                  </ns1:cubicBezTo>
                  <ns1:cubicBezTo>
                    <ns1:pt x="2" y="31"/>
                    <ns1:pt x="0" y="28"/>
                    <ns1:pt x="2" y="25"/>
                  </ns1:cubicBezTo>
                  <ns1:cubicBezTo>
                    <ns1:pt x="3" y="23"/>
                    <ns1:pt x="6" y="21"/>
                    <ns1:pt x="9" y="20"/>
                  </ns1:cubicBezTo>
                  <ns1:cubicBezTo>
                    <ns1:pt x="10" y="19"/>
                    <ns1:pt x="12" y="20"/>
                    <ns1:pt x="13" y="20"/>
                  </ns1:cubicBezTo>
                  <ns1:cubicBezTo>
                    <ns1:pt x="82" y="20"/>
                    <ns1:pt x="150" y="19"/>
                    <ns1:pt x="219" y="20"/>
                  </ns1:cubicBezTo>
                  <ns1:cubicBezTo>
                    <ns1:pt x="238" y="20"/>
                    <ns1:pt x="254" y="28"/>
                    <ns1:pt x="265" y="45"/>
                  </ns1:cubicBezTo>
                  <ns1:cubicBezTo>
                    <ns1:pt x="275" y="62"/>
                    <ns1:pt x="287" y="79"/>
                    <ns1:pt x="298" y="96"/>
                  </ns1:cubicBezTo>
                  <ns1:cubicBezTo>
                    <ns1:pt x="298" y="97"/>
                    <ns1:pt x="299" y="98"/>
                    <ns1:pt x="300" y="99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3" name="Freeform 16"/>
            <ns0:cNvSpPr/>
            <ns0:nvPr/>
          </ns0:nvSpPr>
          <ns0:spPr bwMode="auto">
            <ns1:xfrm>
              <ns1:off x="6523038" y="2451100"/>
              <ns1:ext cx="479425" cy="1355725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solidFill>
              <ns1:srgbClr val="FFFFFF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204" name="Freeform 17"/>
            <ns0:cNvSpPr/>
            <ns0:nvPr/>
          </ns0:nvSpPr>
          <ns0:spPr bwMode="auto">
            <ns1:xfrm>
              <ns1:off x="5372100" y="3154363"/>
              <ns1:ext cx="1203325" cy="701675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5" name="Freeform 18"/>
            <ns0:cNvSpPr/>
            <ns0:nvPr/>
          </ns0:nvSpPr>
          <ns0:spPr bwMode="auto">
            <ns1:xfrm>
              <ns1:off x="5522913" y="3768725"/>
              <ns1:ext cx="1066800" cy="355600"/>
            </ns1:xfrm>
            <ns1:custGeom>
              <ns1:avLst/>
              <ns1:gdLst>
                <ns1:gd name="T0" fmla="*/ 0 w 283"/>
                <ns1:gd name="T1" fmla="*/ 22 h 94"/>
                <ns1:gd name="T2" fmla="*/ 35 w 283"/>
                <ns1:gd name="T3" fmla="*/ 15 h 94"/>
                <ns1:gd name="T4" fmla="*/ 104 w 283"/>
                <ns1:gd name="T5" fmla="*/ 4 h 94"/>
                <ns1:gd name="T6" fmla="*/ 133 w 283"/>
                <ns1:gd name="T7" fmla="*/ 2 h 94"/>
                <ns1:gd name="T8" fmla="*/ 174 w 283"/>
                <ns1:gd name="T9" fmla="*/ 1 h 94"/>
                <ns1:gd name="T10" fmla="*/ 263 w 283"/>
                <ns1:gd name="T11" fmla="*/ 14 h 94"/>
                <ns1:gd name="T12" fmla="*/ 283 w 283"/>
                <ns1:gd name="T13" fmla="*/ 22 h 94"/>
                <ns1:gd name="T14" fmla="*/ 283 w 283"/>
                <ns1:gd name="T15" fmla="*/ 24 h 94"/>
                <ns1:gd name="T16" fmla="*/ 277 w 283"/>
                <ns1:gd name="T17" fmla="*/ 24 h 94"/>
                <ns1:gd name="T18" fmla="*/ 268 w 283"/>
                <ns1:gd name="T19" fmla="*/ 29 h 94"/>
                <ns1:gd name="T20" fmla="*/ 259 w 283"/>
                <ns1:gd name="T21" fmla="*/ 36 h 94"/>
                <ns1:gd name="T22" fmla="*/ 146 w 283"/>
                <ns1:gd name="T23" fmla="*/ 69 h 94"/>
                <ns1:gd name="T24" fmla="*/ 42 w 283"/>
                <ns1:gd name="T25" fmla="*/ 94 h 94"/>
                <ns1:gd name="T26" fmla="*/ 37 w 283"/>
                <ns1:gd name="T27" fmla="*/ 93 h 94"/>
                <ns1:gd name="T28" fmla="*/ 11 w 283"/>
                <ns1:gd name="T29" fmla="*/ 63 h 94"/>
                <ns1:gd name="T30" fmla="*/ 19 w 283"/>
                <ns1:gd name="T31" fmla="*/ 49 h 94"/>
                <ns1:gd name="T32" fmla="*/ 34 w 283"/>
                <ns1:gd name="T33" fmla="*/ 48 h 94"/>
                <ns1:gd name="T34" fmla="*/ 43 w 283"/>
                <ns1:gd name="T35" fmla="*/ 37 h 94"/>
                <ns1:gd name="T36" fmla="*/ 26 w 283"/>
                <ns1:gd name="T37" fmla="*/ 24 h 94"/>
                <ns1:gd name="T38" fmla="*/ 0 w 283"/>
                <ns1:gd name="T39" fmla="*/ 24 h 94"/>
                <ns1:gd name="T40" fmla="*/ 0 w 283"/>
                <ns1:gd name="T41" fmla="*/ 22 h 9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283" h="94">
                  <ns1:moveTo>
                    <ns1:pt x="0" y="22"/>
                  </ns1:moveTo>
                  <ns1:cubicBezTo>
                    <ns1:pt x="11" y="19"/>
                    <ns1:pt x="23" y="17"/>
                    <ns1:pt x="35" y="15"/>
                  </ns1:cubicBezTo>
                  <ns1:cubicBezTo>
                    <ns1:pt x="58" y="11"/>
                    <ns1:pt x="81" y="8"/>
                    <ns1:pt x="104" y="4"/>
                  </ns1:cubicBezTo>
                  <ns1:cubicBezTo>
                    <ns1:pt x="113" y="3"/>
                    <ns1:pt x="123" y="3"/>
                    <ns1:pt x="133" y="2"/>
                  </ns1:cubicBezTo>
                  <ns1:cubicBezTo>
                    <ns1:pt x="147" y="2"/>
                    <ns1:pt x="161" y="0"/>
                    <ns1:pt x="174" y="1"/>
                  </ns1:cubicBezTo>
                  <ns1:cubicBezTo>
                    <ns1:pt x="204" y="1"/>
                    <ns1:pt x="234" y="4"/>
                    <ns1:pt x="263" y="14"/>
                  </ns1:cubicBezTo>
                  <ns1:cubicBezTo>
                    <ns1:pt x="270" y="16"/>
                    <ns1:pt x="276" y="19"/>
                    <ns1:pt x="283" y="22"/>
                  </ns1:cubicBezTo>
                  <ns1:cubicBezTo>
                    <ns1:pt x="283" y="23"/>
                    <ns1:pt x="283" y="23"/>
                    <ns1:pt x="283" y="24"/>
                  </ns1:cubicBezTo>
                  <ns1:cubicBezTo>
                    <ns1:pt x="281" y="24"/>
                    <ns1:pt x="279" y="24"/>
                    <ns1:pt x="277" y="24"/>
                  </ns1:cubicBezTo>
                  <ns1:cubicBezTo>
                    <ns1:pt x="273" y="24"/>
                    <ns1:pt x="270" y="26"/>
                    <ns1:pt x="268" y="29"/>
                  </ns1:cubicBezTo>
                  <ns1:cubicBezTo>
                    <ns1:pt x="266" y="33"/>
                    <ns1:pt x="262" y="35"/>
                    <ns1:pt x="259" y="36"/>
                  </ns1:cubicBezTo>
                  <ns1:cubicBezTo>
                    <ns1:pt x="221" y="47"/>
                    <ns1:pt x="184" y="59"/>
                    <ns1:pt x="146" y="69"/>
                  </ns1:cubicBezTo>
                  <ns1:cubicBezTo>
                    <ns1:pt x="112" y="79"/>
                    <ns1:pt x="77" y="86"/>
                    <ns1:pt x="42" y="94"/>
                  </ns1:cubicBezTo>
                  <ns1:cubicBezTo>
                    <ns1:pt x="40" y="94"/>
                    <ns1:pt x="37" y="94"/>
                    <ns1:pt x="37" y="93"/>
                  </ns1:cubicBezTo>
                  <ns1:cubicBezTo>
                    <ns1:pt x="28" y="83"/>
                    <ns1:pt x="19" y="73"/>
                    <ns1:pt x="11" y="63"/>
                  </ns1:cubicBezTo>
                  <ns1:cubicBezTo>
                    <ns1:pt x="6" y="57"/>
                    <ns1:pt x="10" y="50"/>
                    <ns1:pt x="19" y="49"/>
                  </ns1:cubicBezTo>
                  <ns1:cubicBezTo>
                    <ns1:pt x="24" y="49"/>
                    <ns1:pt x="29" y="49"/>
                    <ns1:pt x="34" y="48"/>
                  </ns1:cubicBezTo>
                  <ns1:cubicBezTo>
                    <ns1:pt x="42" y="48"/>
                    <ns1:pt x="45" y="44"/>
                    <ns1:pt x="43" y="37"/>
                  </ns1:cubicBezTo>
                  <ns1:cubicBezTo>
                    <ns1:pt x="40" y="28"/>
                    <ns1:pt x="38" y="24"/>
                    <ns1:pt x="26" y="24"/>
                  </ns1:cubicBezTo>
                  <ns1:cubicBezTo>
                    <ns1:pt x="18" y="25"/>
                    <ns1:pt x="9" y="24"/>
                    <ns1:pt x="0" y="24"/>
                  </ns1:cubicBezTo>
                  <ns1:cubicBezTo>
                    <ns1:pt x="0" y="23"/>
                    <ns1:pt x="0" y="23"/>
                    <ns1:pt x="0" y="22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6" name="Freeform 19"/>
            <ns0:cNvSpPr/>
            <ns0:nvPr/>
          </ns0:nvSpPr>
          <ns0:spPr bwMode="auto">
            <ns1:xfrm>
              <ns1:off x="6753225" y="2659063"/>
              <ns1:ext cx="742950" cy="309563"/>
            </ns1:xfrm>
            <ns1:custGeom>
              <ns1:avLst/>
              <ns1:gdLst>
                <ns1:gd name="T0" fmla="*/ 98 w 197"/>
                <ns1:gd name="T1" fmla="*/ 1 h 82"/>
                <ns1:gd name="T2" fmla="*/ 184 w 197"/>
                <ns1:gd name="T3" fmla="*/ 1 h 82"/>
                <ns1:gd name="T4" fmla="*/ 188 w 197"/>
                <ns1:gd name="T5" fmla="*/ 1 h 82"/>
                <ns1:gd name="T6" fmla="*/ 196 w 197"/>
                <ns1:gd name="T7" fmla="*/ 6 h 82"/>
                <ns1:gd name="T8" fmla="*/ 193 w 197"/>
                <ns1:gd name="T9" fmla="*/ 15 h 82"/>
                <ns1:gd name="T10" fmla="*/ 162 w 197"/>
                <ns1:gd name="T11" fmla="*/ 49 h 82"/>
                <ns1:gd name="T12" fmla="*/ 138 w 197"/>
                <ns1:gd name="T13" fmla="*/ 61 h 82"/>
                <ns1:gd name="T14" fmla="*/ 75 w 197"/>
                <ns1:gd name="T15" fmla="*/ 62 h 82"/>
                <ns1:gd name="T16" fmla="*/ 52 w 197"/>
                <ns1:gd name="T17" fmla="*/ 79 h 82"/>
                <ns1:gd name="T18" fmla="*/ 47 w 197"/>
                <ns1:gd name="T19" fmla="*/ 82 h 82"/>
                <ns1:gd name="T20" fmla="*/ 10 w 197"/>
                <ns1:gd name="T21" fmla="*/ 78 h 82"/>
                <ns1:gd name="T22" fmla="*/ 8 w 197"/>
                <ns1:gd name="T23" fmla="*/ 78 h 82"/>
                <ns1:gd name="T24" fmla="*/ 0 w 197"/>
                <ns1:gd name="T25" fmla="*/ 70 h 82"/>
                <ns1:gd name="T26" fmla="*/ 1 w 197"/>
                <ns1:gd name="T27" fmla="*/ 28 h 82"/>
                <ns1:gd name="T28" fmla="*/ 4 w 197"/>
                <ns1:gd name="T29" fmla="*/ 4 h 82"/>
                <ns1:gd name="T30" fmla="*/ 7 w 197"/>
                <ns1:gd name="T31" fmla="*/ 1 h 82"/>
                <ns1:gd name="T32" fmla="*/ 11 w 197"/>
                <ns1:gd name="T33" fmla="*/ 1 h 82"/>
                <ns1:gd name="T34" fmla="*/ 98 w 197"/>
                <ns1:gd name="T35" fmla="*/ 1 h 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97" h="82">
                  <ns1:moveTo>
                    <ns1:pt x="98" y="1"/>
                  </ns1:moveTo>
                  <ns1:cubicBezTo>
                    <ns1:pt x="126" y="1"/>
                    <ns1:pt x="155" y="1"/>
                    <ns1:pt x="184" y="1"/>
                  </ns1:cubicBezTo>
                  <ns1:cubicBezTo>
                    <ns1:pt x="185" y="1"/>
                    <ns1:pt x="187" y="0"/>
                    <ns1:pt x="188" y="1"/>
                  </ns1:cubicBezTo>
                  <ns1:cubicBezTo>
                    <ns1:pt x="191" y="2"/>
                    <ns1:pt x="195" y="4"/>
                    <ns1:pt x="196" y="6"/>
                  </ns1:cubicBezTo>
                  <ns1:cubicBezTo>
                    <ns1:pt x="197" y="9"/>
                    <ns1:pt x="195" y="13"/>
                    <ns1:pt x="193" y="15"/>
                  </ns1:cubicBezTo>
                  <ns1:cubicBezTo>
                    <ns1:pt x="183" y="27"/>
                    <ns1:pt x="172" y="38"/>
                    <ns1:pt x="162" y="49"/>
                  </ns1:cubicBezTo>
                  <ns1:cubicBezTo>
                    <ns1:pt x="155" y="56"/>
                    <ns1:pt x="148" y="61"/>
                    <ns1:pt x="138" y="61"/>
                  </ns1:cubicBezTo>
                  <ns1:cubicBezTo>
                    <ns1:pt x="117" y="62"/>
                    <ns1:pt x="96" y="62"/>
                    <ns1:pt x="75" y="62"/>
                  </ns1:cubicBezTo>
                  <ns1:cubicBezTo>
                    <ns1:pt x="63" y="62"/>
                    <ns1:pt x="55" y="68"/>
                    <ns1:pt x="52" y="79"/>
                  </ns1:cubicBezTo>
                  <ns1:cubicBezTo>
                    <ns1:pt x="51" y="82"/>
                    <ns1:pt x="49" y="82"/>
                    <ns1:pt x="47" y="82"/>
                  </ns1:cubicBezTo>
                  <ns1:cubicBezTo>
                    <ns1:pt x="34" y="81"/>
                    <ns1:pt x="22" y="80"/>
                    <ns1:pt x="10" y="78"/>
                  </ns1:cubicBezTo>
                  <ns1:cubicBezTo>
                    <ns1:pt x="9" y="78"/>
                    <ns1:pt x="9" y="78"/>
                    <ns1:pt x="8" y="78"/>
                  </ns1:cubicBezTo>
                  <ns1:cubicBezTo>
                    <ns1:pt x="0" y="78"/>
                    <ns1:pt x="0" y="78"/>
                    <ns1:pt x="0" y="70"/>
                  </ns1:cubicBezTo>
                  <ns1:cubicBezTo>
                    <ns1:pt x="0" y="56"/>
                    <ns1:pt x="0" y="42"/>
                    <ns1:pt x="1" y="28"/>
                  </ns1:cubicBezTo>
                  <ns1:cubicBezTo>
                    <ns1:pt x="1" y="20"/>
                    <ns1:pt x="2" y="12"/>
                    <ns1:pt x="4" y="4"/>
                  </ns1:cubicBezTo>
                  <ns1:cubicBezTo>
                    <ns1:pt x="4" y="3"/>
                    <ns1:pt x="6" y="1"/>
                    <ns1:pt x="7" y="1"/>
                  </ns1:cubicBezTo>
                  <ns1:cubicBezTo>
                    <ns1:pt x="8" y="0"/>
                    <ns1:pt x="9" y="1"/>
                    <ns1:pt x="11" y="1"/>
                  </ns1:cubicBezTo>
                  <ns1:cubicBezTo>
                    <ns1:pt x="40" y="1"/>
                    <ns1:pt x="69" y="1"/>
                    <ns1:pt x="98" y="1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7" name="Freeform 20"/>
            <ns0:cNvSpPr/>
            <ns0:nvPr/>
          </ns0:nvSpPr>
          <ns0:spPr bwMode="auto">
            <ns1:xfrm>
              <ns1:off x="5386388" y="2757488"/>
              <ns1:ext cx="1230313" cy="1038225"/>
            </ns1:xfrm>
            <ns1:custGeom>
              <ns1:avLst/>
              <ns1:gdLst>
                <ns1:gd name="T0" fmla="*/ 321 w 326"/>
                <ns1:gd name="T1" fmla="*/ 275 h 275"/>
                <ns1:gd name="T2" fmla="*/ 315 w 326"/>
                <ns1:gd name="T3" fmla="*/ 268 h 275"/>
                <ns1:gd name="T4" fmla="*/ 282 w 326"/>
                <ns1:gd name="T5" fmla="*/ 186 h 275"/>
                <ns1:gd name="T6" fmla="*/ 284 w 326"/>
                <ns1:gd name="T7" fmla="*/ 118 h 275"/>
                <ns1:gd name="T8" fmla="*/ 295 w 326"/>
                <ns1:gd name="T9" fmla="*/ 70 h 275"/>
                <ns1:gd name="T10" fmla="*/ 294 w 326"/>
                <ns1:gd name="T11" fmla="*/ 66 h 275"/>
                <ns1:gd name="T12" fmla="*/ 284 w 326"/>
                <ns1:gd name="T13" fmla="*/ 82 h 275"/>
                <ns1:gd name="T14" fmla="*/ 253 w 326"/>
                <ns1:gd name="T15" fmla="*/ 123 h 275"/>
                <ns1:gd name="T16" fmla="*/ 229 w 326"/>
                <ns1:gd name="T17" fmla="*/ 148 h 275"/>
                <ns1:gd name="T18" fmla="*/ 173 w 326"/>
                <ns1:gd name="T19" fmla="*/ 194 h 275"/>
                <ns1:gd name="T20" fmla="*/ 70 w 326"/>
                <ns1:gd name="T21" fmla="*/ 253 h 275"/>
                <ns1:gd name="T22" fmla="*/ 18 w 326"/>
                <ns1:gd name="T23" fmla="*/ 275 h 275"/>
                <ns1:gd name="T24" fmla="*/ 14 w 326"/>
                <ns1:gd name="T25" fmla="*/ 274 h 275"/>
                <ns1:gd name="T26" fmla="*/ 0 w 326"/>
                <ns1:gd name="T27" fmla="*/ 257 h 275"/>
                <ns1:gd name="T28" fmla="*/ 19 w 326"/>
                <ns1:gd name="T29" fmla="*/ 250 h 275"/>
                <ns1:gd name="T30" fmla="*/ 85 w 326"/>
                <ns1:gd name="T31" fmla="*/ 221 h 275"/>
                <ns1:gd name="T32" fmla="*/ 183 w 326"/>
                <ns1:gd name="T33" fmla="*/ 159 h 275"/>
                <ns1:gd name="T34" fmla="*/ 222 w 326"/>
                <ns1:gd name="T35" fmla="*/ 127 h 275"/>
                <ns1:gd name="T36" fmla="*/ 250 w 326"/>
                <ns1:gd name="T37" fmla="*/ 99 h 275"/>
                <ns1:gd name="T38" fmla="*/ 299 w 326"/>
                <ns1:gd name="T39" fmla="*/ 40 h 275"/>
                <ns1:gd name="T40" fmla="*/ 324 w 326"/>
                <ns1:gd name="T41" fmla="*/ 2 h 275"/>
                <ns1:gd name="T42" fmla="*/ 326 w 326"/>
                <ns1:gd name="T43" fmla="*/ 0 h 275"/>
                <ns1:gd name="T44" fmla="*/ 324 w 326"/>
                <ns1:gd name="T45" fmla="*/ 6 h 275"/>
                <ns1:gd name="T46" fmla="*/ 301 w 326"/>
                <ns1:gd name="T47" fmla="*/ 95 h 275"/>
                <ns1:gd name="T48" fmla="*/ 296 w 326"/>
                <ns1:gd name="T49" fmla="*/ 142 h 275"/>
                <ns1:gd name="T50" fmla="*/ 295 w 326"/>
                <ns1:gd name="T51" fmla="*/ 162 h 275"/>
                <ns1:gd name="T52" fmla="*/ 317 w 326"/>
                <ns1:gd name="T53" fmla="*/ 265 h 275"/>
                <ns1:gd name="T54" fmla="*/ 322 w 326"/>
                <ns1:gd name="T55" fmla="*/ 274 h 275"/>
                <ns1:gd name="T56" fmla="*/ 321 w 326"/>
                <ns1:gd name="T57" fmla="*/ 275 h 27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326" h="275">
                  <ns1:moveTo>
                    <ns1:pt x="321" y="275"/>
                  </ns1:moveTo>
                  <ns1:cubicBezTo>
                    <ns1:pt x="319" y="273"/>
                    <ns1:pt x="317" y="270"/>
                    <ns1:pt x="315" y="268"/>
                  </ns1:cubicBezTo>
                  <ns1:cubicBezTo>
                    <ns1:pt x="297" y="243"/>
                    <ns1:pt x="287" y="216"/>
                    <ns1:pt x="282" y="186"/>
                  </ns1:cubicBezTo>
                  <ns1:cubicBezTo>
                    <ns1:pt x="279" y="164"/>
                    <ns1:pt x="279" y="141"/>
                    <ns1:pt x="284" y="118"/>
                  </ns1:cubicBezTo>
                  <ns1:cubicBezTo>
                    <ns1:pt x="287" y="102"/>
                    <ns1:pt x="291" y="86"/>
                    <ns1:pt x="295" y="70"/>
                  </ns1:cubicBezTo>
                  <ns1:cubicBezTo>
                    <ns1:pt x="295" y="69"/>
                    <ns1:pt x="295" y="68"/>
                    <ns1:pt x="294" y="66"/>
                  </ns1:cubicBezTo>
                  <ns1:cubicBezTo>
                    <ns1:pt x="291" y="72"/>
                    <ns1:pt x="288" y="77"/>
                    <ns1:pt x="284" y="82"/>
                  </ns1:cubicBezTo>
                  <ns1:cubicBezTo>
                    <ns1:pt x="274" y="96"/>
                    <ns1:pt x="264" y="110"/>
                    <ns1:pt x="253" y="123"/>
                  </ns1:cubicBezTo>
                  <ns1:cubicBezTo>
                    <ns1:pt x="246" y="132"/>
                    <ns1:pt x="238" y="140"/>
                    <ns1:pt x="229" y="148"/>
                  </ns1:cubicBezTo>
                  <ns1:cubicBezTo>
                    <ns1:pt x="211" y="164"/>
                    <ns1:pt x="192" y="179"/>
                    <ns1:pt x="173" y="194"/>
                  </ns1:cubicBezTo>
                  <ns1:cubicBezTo>
                    <ns1:pt x="141" y="218"/>
                    <ns1:pt x="106" y="236"/>
                    <ns1:pt x="70" y="253"/>
                  </ns1:cubicBezTo>
                  <ns1:cubicBezTo>
                    <ns1:pt x="53" y="261"/>
                    <ns1:pt x="35" y="268"/>
                    <ns1:pt x="18" y="275"/>
                  </ns1:cubicBezTo>
                  <ns1:cubicBezTo>
                    <ns1:pt x="17" y="275"/>
                    <ns1:pt x="15" y="275"/>
                    <ns1:pt x="14" y="274"/>
                  </ns1:cubicBezTo>
                  <ns1:cubicBezTo>
                    <ns1:pt x="10" y="269"/>
                    <ns1:pt x="5" y="264"/>
                    <ns1:pt x="0" y="257"/>
                  </ns1:cubicBezTo>
                  <ns1:cubicBezTo>
                    <ns1:pt x="7" y="255"/>
                    <ns1:pt x="13" y="253"/>
                    <ns1:pt x="19" y="250"/>
                  </ns1:cubicBezTo>
                  <ns1:cubicBezTo>
                    <ns1:pt x="41" y="241"/>
                    <ns1:pt x="63" y="232"/>
                    <ns1:pt x="85" y="221"/>
                  </ns1:cubicBezTo>
                  <ns1:cubicBezTo>
                    <ns1:pt x="119" y="204"/>
                    <ns1:pt x="152" y="183"/>
                    <ns1:pt x="183" y="159"/>
                  </ns1:cubicBezTo>
                  <ns1:cubicBezTo>
                    <ns1:pt x="196" y="149"/>
                    <ns1:pt x="209" y="138"/>
                    <ns1:pt x="222" y="127"/>
                  </ns1:cubicBezTo>
                  <ns1:cubicBezTo>
                    <ns1:pt x="231" y="118"/>
                    <ns1:pt x="241" y="108"/>
                    <ns1:pt x="250" y="99"/>
                  </ns1:cubicBezTo>
                  <ns1:cubicBezTo>
                    <ns1:pt x="268" y="81"/>
                    <ns1:pt x="284" y="61"/>
                    <ns1:pt x="299" y="40"/>
                  </ns1:cubicBezTo>
                  <ns1:cubicBezTo>
                    <ns1:pt x="307" y="27"/>
                    <ns1:pt x="315" y="14"/>
                    <ns1:pt x="324" y="2"/>
                  </ns1:cubicBezTo>
                  <ns1:cubicBezTo>
                    <ns1:pt x="324" y="1"/>
                    <ns1:pt x="325" y="0"/>
                    <ns1:pt x="326" y="0"/>
                  </ns1:cubicBezTo>
                  <ns1:cubicBezTo>
                    <ns1:pt x="325" y="2"/>
                    <ns1:pt x="325" y="4"/>
                    <ns1:pt x="324" y="6"/>
                  </ns1:cubicBezTo>
                  <ns1:cubicBezTo>
                    <ns1:pt x="314" y="35"/>
                    <ns1:pt x="306" y="65"/>
                    <ns1:pt x="301" y="95"/>
                  </ns1:cubicBezTo>
                  <ns1:cubicBezTo>
                    <ns1:pt x="299" y="111"/>
                    <ns1:pt x="298" y="126"/>
                    <ns1:pt x="296" y="142"/>
                  </ns1:cubicBezTo>
                  <ns1:cubicBezTo>
                    <ns1:pt x="296" y="149"/>
                    <ns1:pt x="295" y="155"/>
                    <ns1:pt x="295" y="162"/>
                  </ns1:cubicBezTo>
                  <ns1:cubicBezTo>
                    <ns1:pt x="297" y="198"/>
                    <ns1:pt x="302" y="232"/>
                    <ns1:pt x="317" y="265"/>
                  </ns1:cubicBezTo>
                  <ns1:cubicBezTo>
                    <ns1:pt x="319" y="268"/>
                    <ns1:pt x="321" y="271"/>
                    <ns1:pt x="322" y="274"/>
                  </ns1:cubicBezTo>
                  <ns1:cubicBezTo>
                    <ns1:pt x="322" y="275"/>
                    <ns1:pt x="321" y="275"/>
                    <ns1:pt x="321" y="275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dirty="0"/>
            </ns1:p>
          </ns0:txBody>
        </ns0:sp>
        <ns0:sp>
          <ns0:nvSpPr>
            <ns0:cNvPr id="208" name="Freeform 21"/>
            <ns0:cNvSpPr/>
            <ns0:nvPr/>
          </ns0:nvSpPr>
          <ns0:spPr bwMode="auto">
            <ns1:xfrm>
              <ns1:off x="5183188" y="3014663"/>
              <ns1:ext cx="1000125" cy="452438"/>
            </ns1:xfrm>
            <ns1:custGeom>
              <ns1:avLst/>
              <ns1:gdLst>
                <ns1:gd name="T0" fmla="*/ 265 w 265"/>
                <ns1:gd name="T1" fmla="*/ 1 h 120"/>
                <ns1:gd name="T2" fmla="*/ 250 w 265"/>
                <ns1:gd name="T3" fmla="*/ 12 h 120"/>
                <ns1:gd name="T4" fmla="*/ 165 w 265"/>
                <ns1:gd name="T5" fmla="*/ 65 h 120"/>
                <ns1:gd name="T6" fmla="*/ 69 w 265"/>
                <ns1:gd name="T7" fmla="*/ 106 h 120"/>
                <ns1:gd name="T8" fmla="*/ 20 w 265"/>
                <ns1:gd name="T9" fmla="*/ 119 h 120"/>
                <ns1:gd name="T10" fmla="*/ 12 w 265"/>
                <ns1:gd name="T11" fmla="*/ 120 h 120"/>
                <ns1:gd name="T12" fmla="*/ 9 w 265"/>
                <ns1:gd name="T13" fmla="*/ 118 h 120"/>
                <ns1:gd name="T14" fmla="*/ 1 w 265"/>
                <ns1:gd name="T15" fmla="*/ 107 h 120"/>
                <ns1:gd name="T16" fmla="*/ 2 w 265"/>
                <ns1:gd name="T17" fmla="*/ 102 h 120"/>
                <ns1:gd name="T18" fmla="*/ 26 w 265"/>
                <ns1:gd name="T19" fmla="*/ 84 h 120"/>
                <ns1:gd name="T20" fmla="*/ 32 w 265"/>
                <ns1:gd name="T21" fmla="*/ 82 h 120"/>
                <ns1:gd name="T22" fmla="*/ 48 w 265"/>
                <ns1:gd name="T23" fmla="*/ 82 h 120"/>
                <ns1:gd name="T24" fmla="*/ 56 w 265"/>
                <ns1:gd name="T25" fmla="*/ 69 h 120"/>
                <ns1:gd name="T26" fmla="*/ 58 w 265"/>
                <ns1:gd name="T27" fmla="*/ 65 h 120"/>
                <ns1:gd name="T28" fmla="*/ 106 w 265"/>
                <ns1:gd name="T29" fmla="*/ 44 h 120"/>
                <ns1:gd name="T30" fmla="*/ 221 w 265"/>
                <ns1:gd name="T31" fmla="*/ 9 h 120"/>
                <ns1:gd name="T32" fmla="*/ 264 w 265"/>
                <ns1:gd name="T33" fmla="*/ 0 h 120"/>
                <ns1:gd name="T34" fmla="*/ 265 w 265"/>
                <ns1:gd name="T35" fmla="*/ 1 h 1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265" h="120">
                  <ns1:moveTo>
                    <ns1:pt x="265" y="1"/>
                  </ns1:moveTo>
                  <ns1:cubicBezTo>
                    <ns1:pt x="260" y="4"/>
                    <ns1:pt x="255" y="8"/>
                    <ns1:pt x="250" y="12"/>
                  </ns1:cubicBezTo>
                  <ns1:cubicBezTo>
                    <ns1:pt x="223" y="31"/>
                    <ns1:pt x="195" y="49"/>
                    <ns1:pt x="165" y="65"/>
                  </ns1:cubicBezTo>
                  <ns1:cubicBezTo>
                    <ns1:pt x="134" y="81"/>
                    <ns1:pt x="102" y="95"/>
                    <ns1:pt x="69" y="106"/>
                  </ns1:cubicBezTo>
                  <ns1:cubicBezTo>
                    <ns1:pt x="53" y="111"/>
                    <ns1:pt x="36" y="115"/>
                    <ns1:pt x="20" y="119"/>
                  </ns1:cubicBezTo>
                  <ns1:cubicBezTo>
                    <ns1:pt x="17" y="120"/>
                    <ns1:pt x="15" y="120"/>
                    <ns1:pt x="12" y="120"/>
                  </ns1:cubicBezTo>
                  <ns1:cubicBezTo>
                    <ns1:pt x="11" y="120"/>
                    <ns1:pt x="10" y="119"/>
                    <ns1:pt x="9" y="118"/>
                  </ns1:cubicBezTo>
                  <ns1:cubicBezTo>
                    <ns1:pt x="6" y="115"/>
                    <ns1:pt x="4" y="111"/>
                    <ns1:pt x="1" y="107"/>
                  </ns1:cubicBezTo>
                  <ns1:cubicBezTo>
                    <ns1:pt x="0" y="105"/>
                    <ns1:pt x="0" y="103"/>
                    <ns1:pt x="2" y="102"/>
                  </ns1:cubicBezTo>
                  <ns1:cubicBezTo>
                    <ns1:pt x="10" y="96"/>
                    <ns1:pt x="18" y="89"/>
                    <ns1:pt x="26" y="84"/>
                  </ns1:cubicBezTo>
                  <ns1:cubicBezTo>
                    <ns1:pt x="28" y="83"/>
                    <ns1:pt x="30" y="82"/>
                    <ns1:pt x="32" y="82"/>
                  </ns1:cubicBezTo>
                  <ns1:cubicBezTo>
                    <ns1:pt x="37" y="82"/>
                    <ns1:pt x="42" y="82"/>
                    <ns1:pt x="48" y="82"/>
                  </ns1:cubicBezTo>
                  <ns1:cubicBezTo>
                    <ns1:pt x="57" y="82"/>
                    <ns1:pt x="60" y="78"/>
                    <ns1:pt x="56" y="69"/>
                  </ns1:cubicBezTo>
                  <ns1:cubicBezTo>
                    <ns1:pt x="55" y="67"/>
                    <ns1:pt x="56" y="66"/>
                    <ns1:pt x="58" y="65"/>
                  </ns1:cubicBezTo>
                  <ns1:cubicBezTo>
                    <ns1:pt x="74" y="58"/>
                    <ns1:pt x="90" y="50"/>
                    <ns1:pt x="106" y="44"/>
                  </ns1:cubicBezTo>
                  <ns1:cubicBezTo>
                    <ns1:pt x="143" y="29"/>
                    <ns1:pt x="182" y="18"/>
                    <ns1:pt x="221" y="9"/>
                  </ns1:cubicBezTo>
                  <ns1:cubicBezTo>
                    <ns1:pt x="236" y="6"/>
                    <ns1:pt x="250" y="3"/>
                    <ns1:pt x="264" y="0"/>
                  </ns1:cubicBezTo>
                  <ns1:cubicBezTo>
                    <ns1:pt x="264" y="0"/>
                    <ns1:pt x="264" y="0"/>
                    <ns1:pt x="265" y="1"/>
                  </ns1:cubicBezTo>
                  <ns1:close/>
                </ns1:path>
              </ns1:pathLst>
            </ns1:custGeom>
            <ns1:solidFill>
              <ns1:srgbClr val="355797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09" name="Freeform 22"/>
            <ns0:cNvSpPr/>
            <ns0:nvPr/>
          </ns0:nvSpPr>
          <ns0:spPr bwMode="auto">
            <ns1:xfrm>
              <ns1:off x="5918200" y="4459288"/>
              <ns1:ext cx="427038" cy="377825"/>
            </ns1:xfrm>
            <ns1:custGeom>
              <ns1:avLst/>
              <ns1:gdLst>
                <ns1:gd name="T0" fmla="*/ 0 w 113"/>
                <ns1:gd name="T1" fmla="*/ 23 h 100"/>
                <ns1:gd name="T2" fmla="*/ 113 w 113"/>
                <ns1:gd name="T3" fmla="*/ 0 h 100"/>
                <ns1:gd name="T4" fmla="*/ 49 w 113"/>
                <ns1:gd name="T5" fmla="*/ 100 h 100"/>
                <ns1:gd name="T6" fmla="*/ 0 w 113"/>
                <ns1:gd name="T7" fmla="*/ 23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13" h="100">
                  <ns1:moveTo>
                    <ns1:pt x="0" y="23"/>
                  </ns1:moveTo>
                  <ns1:cubicBezTo>
                    <ns1:pt x="38" y="15"/>
                    <ns1:pt x="75" y="8"/>
                    <ns1:pt x="113" y="0"/>
                  </ns1:cubicBezTo>
                  <ns1:cubicBezTo>
                    <ns1:pt x="92" y="33"/>
                    <ns1:pt x="71" y="66"/>
                    <ns1:pt x="49" y="100"/>
                  </ns1:cubicBezTo>
                  <ns1:cubicBezTo>
                    <ns1:pt x="32" y="74"/>
                    <ns1:pt x="16" y="48"/>
                    <ns1:pt x="0" y="23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0" name="Freeform 23"/>
            <ns0:cNvSpPr/>
            <ns0:nvPr/>
          </ns0:nvSpPr>
          <ns0:spPr bwMode="auto">
            <ns1:xfrm>
              <ns1:off x="6756400" y="3014663"/>
              <ns1:ext cx="400050" cy="255588"/>
            </ns1:xfrm>
            <ns1:custGeom>
              <ns1:avLst/>
              <ns1:gdLst>
                <ns1:gd name="T0" fmla="*/ 14 w 106"/>
                <ns1:gd name="T1" fmla="*/ 68 h 68"/>
                <ns1:gd name="T2" fmla="*/ 0 w 106"/>
                <ns1:gd name="T3" fmla="*/ 0 h 68"/>
                <ns1:gd name="T4" fmla="*/ 10 w 106"/>
                <ns1:gd name="T5" fmla="*/ 1 h 68"/>
                <ns1:gd name="T6" fmla="*/ 76 w 106"/>
                <ns1:gd name="T7" fmla="*/ 21 h 68"/>
                <ns1:gd name="T8" fmla="*/ 102 w 106"/>
                <ns1:gd name="T9" fmla="*/ 38 h 68"/>
                <ns1:gd name="T10" fmla="*/ 103 w 106"/>
                <ns1:gd name="T11" fmla="*/ 45 h 68"/>
                <ns1:gd name="T12" fmla="*/ 74 w 106"/>
                <ns1:gd name="T13" fmla="*/ 56 h 68"/>
                <ns1:gd name="T14" fmla="*/ 34 w 106"/>
                <ns1:gd name="T15" fmla="*/ 56 h 68"/>
                <ns1:gd name="T16" fmla="*/ 14 w 106"/>
                <ns1:gd name="T17" fmla="*/ 68 h 6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06" h="68">
                  <ns1:moveTo>
                    <ns1:pt x="14" y="68"/>
                  </ns1:moveTo>
                  <ns1:cubicBezTo>
                    <ns1:pt x="7" y="45"/>
                    <ns1:pt x="2" y="23"/>
                    <ns1:pt x="0" y="0"/>
                  </ns1:cubicBezTo>
                  <ns1:cubicBezTo>
                    <ns1:pt x="4" y="0"/>
                    <ns1:pt x="7" y="0"/>
                    <ns1:pt x="10" y="1"/>
                  </ns1:cubicBezTo>
                  <ns1:cubicBezTo>
                    <ns1:pt x="33" y="5"/>
                    <ns1:pt x="55" y="11"/>
                    <ns1:pt x="76" y="21"/>
                  </ns1:cubicBezTo>
                  <ns1:cubicBezTo>
                    <ns1:pt x="85" y="26"/>
                    <ns1:pt x="94" y="32"/>
                    <ns1:pt x="102" y="38"/>
                  </ns1:cubicBezTo>
                  <ns1:cubicBezTo>
                    <ns1:pt x="106" y="40"/>
                    <ns1:pt x="106" y="42"/>
                    <ns1:pt x="103" y="45"/>
                  </ns1:cubicBezTo>
                  <ns1:cubicBezTo>
                    <ns1:pt x="95" y="54"/>
                    <ns1:pt x="84" y="56"/>
                    <ns1:pt x="74" y="56"/>
                  </ns1:cubicBezTo>
                  <ns1:cubicBezTo>
                    <ns1:pt x="60" y="57"/>
                    <ns1:pt x="47" y="57"/>
                    <ns1:pt x="34" y="56"/>
                  </ns1:cubicBezTo>
                  <ns1:cubicBezTo>
                    <ns1:pt x="25" y="56"/>
                    <ns1:pt x="18" y="58"/>
                    <ns1:pt x="14" y="68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1" name="Freeform 24"/>
            <ns0:cNvSpPr/>
            <ns0:nvPr/>
          </ns0:nvSpPr>
          <ns0:spPr bwMode="auto">
            <ns1:xfrm>
              <ns1:off x="6832600" y="3327400"/>
              <ns1:ext cx="217488" cy="188913"/>
            </ns1:xfrm>
            <ns1:custGeom>
              <ns1:avLst/>
              <ns1:gdLst>
                <ns1:gd name="T0" fmla="*/ 0 w 58"/>
                <ns1:gd name="T1" fmla="*/ 0 h 50"/>
                <ns1:gd name="T2" fmla="*/ 45 w 58"/>
                <ns1:gd name="T3" fmla="*/ 0 h 50"/>
                <ns1:gd name="T4" fmla="*/ 54 w 58"/>
                <ns1:gd name="T5" fmla="*/ 15 h 50"/>
                <ns1:gd name="T6" fmla="*/ 32 w 58"/>
                <ns1:gd name="T7" fmla="*/ 48 h 50"/>
                <ns1:gd name="T8" fmla="*/ 29 w 58"/>
                <ns1:gd name="T9" fmla="*/ 50 h 50"/>
                <ns1:gd name="T10" fmla="*/ 0 w 58"/>
                <ns1:gd name="T11" fmla="*/ 0 h 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58" h="50">
                  <ns1:moveTo>
                    <ns1:pt x="0" y="0"/>
                  </ns1:moveTo>
                  <ns1:cubicBezTo>
                    <ns1:pt x="15" y="0"/>
                    <ns1:pt x="30" y="0"/>
                    <ns1:pt x="45" y="0"/>
                  </ns1:cubicBezTo>
                  <ns1:cubicBezTo>
                    <ns1:pt x="54" y="1"/>
                    <ns1:pt x="58" y="8"/>
                    <ns1:pt x="54" y="15"/>
                  </ns1:cubicBezTo>
                  <ns1:cubicBezTo>
                    <ns1:pt x="47" y="26"/>
                    <ns1:pt x="40" y="37"/>
                    <ns1:pt x="32" y="48"/>
                  </ns1:cubicBezTo>
                  <ns1:cubicBezTo>
                    <ns1:pt x="32" y="49"/>
                    <ns1:pt x="31" y="49"/>
                    <ns1:pt x="29" y="50"/>
                  </ns1:cubicBezTo>
                  <ns1:cubicBezTo>
                    <ns1:pt x="17" y="35"/>
                    <ns1:pt x="8" y="18"/>
                    <ns1:pt x="0" y="0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2" name="Freeform 25"/>
            <ns0:cNvSpPr/>
            <ns0:nvPr/>
          </ns0:nvSpPr>
          <ns0:spPr bwMode="auto">
            <ns1:xfrm>
              <ns1:off x="5794375" y="4275138"/>
              <ns1:ext cx="271463" cy="134938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solidFill>
              <ns1:srgbClr val="FFFFFF">
                <ns1:alpha val="14902"/>
              </ns1:srgb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3" name="Freeform 26"/>
            <ns0:cNvSpPr/>
            <ns0:nvPr/>
          </ns0:nvSpPr>
          <ns0:spPr bwMode="auto">
            <ns1:xfrm>
              <ns1:off x="6673850" y="2201863"/>
              <ns1:ext cx="230188" cy="200025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solidFill>
              <ns1:srgbClr val="FFFFFF"/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4" name="Freeform 27"/>
            <ns0:cNvSpPr/>
            <ns0:nvPr/>
          </ns0:nvSpPr>
          <ns0:spPr bwMode="auto">
            <ns1:xfrm>
              <ns1:off x="7110413" y="2995613"/>
              <ns1:ext cx="152400" cy="49213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5" name="Freeform 28"/>
            <ns0:cNvSpPr/>
            <ns0:nvPr/>
          </ns0:nvSpPr>
          <ns0:spPr bwMode="auto">
            <ns1:xfrm>
              <ns1:off x="6619875" y="2746375"/>
              <ns1:ext cx="0" cy="3175"/>
            </ns1:xfrm>
            <ns1:custGeom>
              <ns1:avLst/>
              <ns1:gdLst>
                <ns1:gd name="T0" fmla="*/ 0 h 1"/>
                <ns1:gd name="T1" fmla="*/ 1 h 1"/>
                <ns1:gd name="T2" fmla="*/ 1 h 1"/>
                <ns1:gd name="T3" fmla="*/ 0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0"/>
                  </ns1:move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6" name="Freeform 29"/>
            <ns0:cNvSpPr/>
            <ns0:nvPr/>
          </ns0:nvSpPr>
          <ns0:spPr bwMode="auto">
            <ns1:xfrm>
              <ns1:off x="6492875" y="1554163"/>
              <ns1:ext cx="47625" cy="60325"/>
            </ns1:xfrm>
            <ns1:custGeom>
              <ns1:avLst/>
              <ns1:gdLst>
                <ns1:gd name="T0" fmla="*/ 10 w 13"/>
                <ns1:gd name="T1" fmla="*/ 12 h 16"/>
                <ns1:gd name="T2" fmla="*/ 6 w 13"/>
                <ns1:gd name="T3" fmla="*/ 15 h 16"/>
                <ns1:gd name="T4" fmla="*/ 0 w 13"/>
                <ns1:gd name="T5" fmla="*/ 14 h 16"/>
                <ns1:gd name="T6" fmla="*/ 4 w 13"/>
                <ns1:gd name="T7" fmla="*/ 0 h 16"/>
                <ns1:gd name="T8" fmla="*/ 13 w 13"/>
                <ns1:gd name="T9" fmla="*/ 2 h 16"/>
                <ns1:gd name="T10" fmla="*/ 11 w 13"/>
                <ns1:gd name="T11" fmla="*/ 11 h 16"/>
                <ns1:gd name="T12" fmla="*/ 9 w 13"/>
                <ns1:gd name="T13" fmla="*/ 4 h 16"/>
                <ns1:gd name="T14" fmla="*/ 4 w 13"/>
                <ns1:gd name="T15" fmla="*/ 4 h 16"/>
                <ns1:gd name="T16" fmla="*/ 4 w 13"/>
                <ns1:gd name="T17" fmla="*/ 13 h 16"/>
                <ns1:gd name="T18" fmla="*/ 10 w 13"/>
                <ns1:gd name="T19" fmla="*/ 12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3" h="16">
                  <ns1:moveTo>
                    <ns1:pt x="10" y="12"/>
                  </ns1:moveTo>
                  <ns1:cubicBezTo>
                    <ns1:pt x="10" y="15"/>
                    <ns1:pt x="9" y="16"/>
                    <ns1:pt x="6" y="15"/>
                  </ns1:cubicBezTo>
                  <ns1:cubicBezTo>
                    <ns1:pt x="4" y="15"/>
                    <ns1:pt x="2" y="14"/>
                    <ns1:pt x="0" y="14"/>
                  </ns1:cubicBezTo>
                  <ns1:cubicBezTo>
                    <ns1:pt x="2" y="9"/>
                    <ns1:pt x="3" y="5"/>
                    <ns1:pt x="4" y="0"/>
                  </ns1:cubicBezTo>
                  <ns1:cubicBezTo>
                    <ns1:pt x="7" y="0"/>
                    <ns1:pt x="10" y="1"/>
                    <ns1:pt x="13" y="2"/>
                  </ns1:cubicBezTo>
                  <ns1:cubicBezTo>
                    <ns1:pt x="12" y="5"/>
                    <ns1:pt x="12" y="8"/>
                    <ns1:pt x="11" y="11"/>
                  </ns1:cubicBezTo>
                  <ns1:cubicBezTo>
                    <ns1:pt x="10" y="9"/>
                    <ns1:pt x="10" y="6"/>
                    <ns1:pt x="9" y="4"/>
                  </ns1:cubicBezTo>
                  <ns1:cubicBezTo>
                    <ns1:pt x="8" y="4"/>
                    <ns1:pt x="6" y="4"/>
                    <ns1:pt x="4" y="4"/>
                  </ns1:cubicBezTo>
                  <ns1:cubicBezTo>
                    <ns1:pt x="4" y="7"/>
                    <ns1:pt x="4" y="10"/>
                    <ns1:pt x="4" y="13"/>
                  </ns1:cubicBezTo>
                  <ns1:cubicBezTo>
                    <ns1:pt x="7" y="13"/>
                    <ns1:pt x="8" y="12"/>
                    <ns1:pt x="10" y="12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7" name="Freeform 31"/>
            <ns0:cNvSpPr/>
            <ns0:nvPr/>
          </ns0:nvSpPr>
          <ns0:spPr bwMode="auto">
            <ns1:xfrm>
              <ns1:off x="7292975" y="2028825"/>
              <ns1:ext cx="47625" cy="49213"/>
            </ns1:xfrm>
            <ns1:custGeom>
              <ns1:avLst/>
              <ns1:gdLst>
                <ns1:gd name="T0" fmla="*/ 12 w 13"/>
                <ns1:gd name="T1" fmla="*/ 0 h 13"/>
                <ns1:gd name="T2" fmla="*/ 7 w 13"/>
                <ns1:gd name="T3" fmla="*/ 12 h 13"/>
                <ns1:gd name="T4" fmla="*/ 0 w 13"/>
                <ns1:gd name="T5" fmla="*/ 12 h 13"/>
                <ns1:gd name="T6" fmla="*/ 12 w 13"/>
                <ns1:gd name="T7" fmla="*/ 0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3" h="13">
                  <ns1:moveTo>
                    <ns1:pt x="12" y="0"/>
                  </ns1:moveTo>
                  <ns1:cubicBezTo>
                    <ns1:pt x="13" y="4"/>
                    <ns1:pt x="11" y="9"/>
                    <ns1:pt x="7" y="12"/>
                  </ns1:cubicBezTo>
                  <ns1:cubicBezTo>
                    <ns1:pt x="5" y="13"/>
                    <ns1:pt x="3" y="12"/>
                    <ns1:pt x="0" y="12"/>
                  </ns1:cubicBezTo>
                  <ns1:cubicBezTo>
                    <ns1:pt x="5" y="7"/>
                    <ns1:pt x="9" y="4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8" name="Freeform 32"/>
            <ns0:cNvSpPr/>
            <ns0:nvPr/>
          </ns0:nvSpPr>
          <ns0:spPr bwMode="auto">
            <ns1:xfrm>
              <ns1:off x="7345363" y="1976438"/>
              <ns1:ext cx="49213" cy="41275"/>
            </ns1:xfrm>
            <ns1:custGeom>
              <ns1:avLst/>
              <ns1:gdLst>
                <ns1:gd name="T0" fmla="*/ 0 w 13"/>
                <ns1:gd name="T1" fmla="*/ 11 h 11"/>
                <ns1:gd name="T2" fmla="*/ 10 w 13"/>
                <ns1:gd name="T3" fmla="*/ 0 h 11"/>
                <ns1:gd name="T4" fmla="*/ 13 w 13"/>
                <ns1:gd name="T5" fmla="*/ 3 h 11"/>
                <ns1:gd name="T6" fmla="*/ 1 w 13"/>
                <ns1:gd name="T7" fmla="*/ 11 h 11"/>
                <ns1:gd name="T8" fmla="*/ 0 w 13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1">
                  <ns1:moveTo>
                    <ns1:pt x="0" y="11"/>
                  </ns1:moveTo>
                  <ns1:cubicBezTo>
                    <ns1:pt x="3" y="7"/>
                    <ns1:pt x="6" y="4"/>
                    <ns1:pt x="10" y="0"/>
                  </ns1:cubicBezTo>
                  <ns1:cubicBezTo>
                    <ns1:pt x="11" y="1"/>
                    <ns1:pt x="12" y="2"/>
                    <ns1:pt x="13" y="3"/>
                  </ns1:cubicBezTo>
                  <ns1:cubicBezTo>
                    <ns1:pt x="9" y="6"/>
                    <ns1:pt x="5" y="9"/>
                    <ns1:pt x="1" y="11"/>
                  </ns1:cubicBezTo>
                  <ns1:cubicBezTo>
                    <ns1:pt x="0" y="11"/>
                    <ns1:pt x="0" y="11"/>
                    <ns1:pt x="0" y="1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19" name="Freeform 33"/>
            <ns0:cNvSpPr/>
            <ns0:nvPr/>
          </ns0:nvSpPr>
          <ns0:spPr bwMode="auto">
            <ns1:xfrm>
              <ns1:off x="7273925" y="2085975"/>
              <ns1:ext cx="6350" cy="7938"/>
            </ns1:xfrm>
            <ns1:custGeom>
              <ns1:avLst/>
              <ns1:gdLst>
                <ns1:gd name="T0" fmla="*/ 0 w 2"/>
                <ns1:gd name="T1" fmla="*/ 1 h 2"/>
                <ns1:gd name="T2" fmla="*/ 2 w 2"/>
                <ns1:gd name="T3" fmla="*/ 0 h 2"/>
                <ns1:gd name="T4" fmla="*/ 2 w 2"/>
                <ns1:gd name="T5" fmla="*/ 0 h 2"/>
                <ns1:gd name="T6" fmla="*/ 1 w 2"/>
                <ns1:gd name="T7" fmla="*/ 2 h 2"/>
                <ns1:gd name="T8" fmla="*/ 0 w 2"/>
                <ns1:gd name="T9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2">
                  <ns1:moveTo>
                    <ns1:pt x="0" y="1"/>
                  </ns1:moveTo>
                  <ns1:cubicBezTo>
                    <ns1:pt x="1" y="1"/>
                    <ns1:pt x="1" y="0"/>
                    <ns1:pt x="2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2" y="1"/>
                    <ns1:pt x="1" y="2"/>
                    <ns1:pt x="1" y="2"/>
                  </ns1:cubicBezTo>
                  <ns1:cubicBezTo>
                    <ns1:pt x="1" y="2"/>
                    <ns1:pt x="1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0" name="Freeform 34"/>
            <ns0:cNvSpPr/>
            <ns0:nvPr/>
          </ns0:nvSpPr>
          <ns0:spPr bwMode="auto">
            <ns1:xfrm>
              <ns1:off x="7280275" y="208121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0" y="0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1" name="Freeform 35"/>
            <ns0:cNvSpPr/>
            <ns0:nvPr/>
          </ns0:nvSpPr>
          <ns0:spPr bwMode="auto">
            <ns1:xfrm>
              <ns1:off x="7340600" y="2017713"/>
              <ns1:ext cx="7938" cy="0"/>
            </ns1:xfrm>
            <ns1:custGeom>
              <ns1:avLst/>
              <ns1:gdLst>
                <ns1:gd name="T0" fmla="*/ 2 w 2"/>
                <ns1:gd name="T1" fmla="*/ 0 w 2"/>
                <ns1:gd name="T2" fmla="*/ 1 w 2"/>
                <ns1:gd name="T3" fmla="*/ 2 w 2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  <ns1:cxn ang="0">
                  <ns1:pos x="T3" y="0"/>
                </ns1:cxn>
              </ns1:cxnLst>
              <ns1:rect l="0" t="0" r="r" b="b"/>
              <ns1:pathLst>
                <ns1:path w="2">
                  <ns1:moveTo>
                    <ns1:pt x="2" y="0"/>
                  </ns1:moveTo>
                  <ns1:cubicBezTo>
                    <ns1:pt x="1" y="0"/>
                    <ns1:pt x="1" y="0"/>
                    <ns1:pt x="0" y="0"/>
                  </ns1:cubicBezTo>
                  <ns1:cubicBezTo>
                    <ns1:pt x="1" y="0"/>
                    <ns1:pt x="1" y="0"/>
                    <ns1:pt x="1" y="0"/>
                  </ns1:cubicBezTo>
                  <ns1:cubicBezTo>
                    <ns1:pt x="1" y="0"/>
                    <ns1:pt x="1" y="0"/>
                    <ns1:pt x="2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2" name="Freeform 36"/>
            <ns0:cNvSpPr>
              <ns1:spLocks noEditPoints="1"/>
            </ns0:cNvSpPr>
            <ns0:nvPr/>
          </ns0:nvSpPr>
          <ns0:spPr bwMode="auto">
            <ns1:xfrm>
              <ns1:off x="5854700" y="1519238"/>
              <ns1:ext cx="38100" cy="57150"/>
            </ns1:xfrm>
            <ns1:custGeom>
              <ns1:avLst/>
              <ns1:gdLst>
                <ns1:gd name="T0" fmla="*/ 10 w 10"/>
                <ns1:gd name="T1" fmla="*/ 14 h 15"/>
                <ns1:gd name="T2" fmla="*/ 1 w 10"/>
                <ns1:gd name="T3" fmla="*/ 15 h 15"/>
                <ns1:gd name="T4" fmla="*/ 0 w 10"/>
                <ns1:gd name="T5" fmla="*/ 1 h 15"/>
                <ns1:gd name="T6" fmla="*/ 9 w 10"/>
                <ns1:gd name="T7" fmla="*/ 0 h 15"/>
                <ns1:gd name="T8" fmla="*/ 10 w 10"/>
                <ns1:gd name="T9" fmla="*/ 14 h 15"/>
                <ns1:gd name="T10" fmla="*/ 10 w 10"/>
                <ns1:gd name="T11" fmla="*/ 11 h 15"/>
                <ns1:gd name="T12" fmla="*/ 7 w 10"/>
                <ns1:gd name="T13" fmla="*/ 3 h 15"/>
                <ns1:gd name="T14" fmla="*/ 1 w 10"/>
                <ns1:gd name="T15" fmla="*/ 5 h 15"/>
                <ns1:gd name="T16" fmla="*/ 5 w 10"/>
                <ns1:gd name="T17" fmla="*/ 13 h 15"/>
                <ns1:gd name="T18" fmla="*/ 10 w 10"/>
                <ns1:gd name="T19" fmla="*/ 11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0" h="15">
                  <ns1:moveTo>
                    <ns1:pt x="10" y="14"/>
                  </ns1:moveTo>
                  <ns1:cubicBezTo>
                    <ns1:pt x="7" y="15"/>
                    <ns1:pt x="5" y="15"/>
                    <ns1:pt x="1" y="15"/>
                  </ns1:cubicBezTo>
                  <ns1:cubicBezTo>
                    <ns1:pt x="1" y="10"/>
                    <ns1:pt x="1" y="6"/>
                    <ns1:pt x="0" y="1"/>
                  </ns1:cubicBezTo>
                  <ns1:cubicBezTo>
                    <ns1:pt x="3" y="1"/>
                    <ns1:pt x="6" y="0"/>
                    <ns1:pt x="9" y="0"/>
                  </ns1:cubicBezTo>
                  <ns1:cubicBezTo>
                    <ns1:pt x="10" y="5"/>
                    <ns1:pt x="10" y="9"/>
                    <ns1:pt x="10" y="14"/>
                  </ns1:cubicBezTo>
                  <ns1:close/>
                  <ns1:moveTo>
                    <ns1:pt x="10" y="11"/>
                  </ns1:moveTo>
                  <ns1:cubicBezTo>
                    <ns1:pt x="9" y="8"/>
                    <ns1:pt x="8" y="5"/>
                    <ns1:pt x="7" y="3"/>
                  </ns1:cubicBezTo>
                  <ns1:cubicBezTo>
                    <ns1:pt x="5" y="3"/>
                    <ns1:pt x="3" y="4"/>
                    <ns1:pt x="1" y="5"/>
                  </ns1:cubicBezTo>
                  <ns1:cubicBezTo>
                    <ns1:pt x="3" y="8"/>
                    <ns1:pt x="4" y="10"/>
                    <ns1:pt x="5" y="13"/>
                  </ns1:cubicBezTo>
                  <ns1:cubicBezTo>
                    <ns1:pt x="6" y="12"/>
                    <ns1:pt x="8" y="12"/>
                    <ns1:pt x="10" y="1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3" name="Freeform 37"/>
            <ns0:cNvSpPr/>
            <ns0:nvPr/>
          </ns0:nvSpPr>
          <ns0:spPr bwMode="auto">
            <ns1:xfrm>
              <ns1:off x="5632450" y="16478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0" y="0"/>
                    <ns1:pt x="1" y="0"/>
                  </ns1:cubicBezTo>
                  <ns1:cubicBezTo>
                    <ns1:pt x="1" y="1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4" name="Freeform 38"/>
            <ns0:cNvSpPr/>
            <ns0:nvPr/>
          </ns0:nvSpPr>
          <ns0:spPr bwMode="auto">
            <ns1:xfrm>
              <ns1:off x="5564188" y="1579563"/>
              <ns1:ext cx="3175" cy="4763"/>
            </ns1:xfrm>
            <ns1:custGeom>
              <ns1:avLst/>
              <ns1:gdLst>
                <ns1:gd name="T0" fmla="*/ 1 w 1"/>
                <ns1:gd name="T1" fmla="*/ 1 h 1"/>
                <ns1:gd name="T2" fmla="*/ 0 w 1"/>
                <ns1:gd name="T3" fmla="*/ 1 h 1"/>
                <ns1:gd name="T4" fmla="*/ 0 w 1"/>
                <ns1:gd name="T5" fmla="*/ 0 h 1"/>
                <ns1:gd name="T6" fmla="*/ 1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1" y="1"/>
                  </ns1:moveTo>
                  <ns1:cubicBezTo>
                    <ns1:pt x="1" y="1"/>
                    <ns1:pt x="0" y="1"/>
                    <ns1:pt x="0" y="1"/>
                  </ns1:cubicBezTo>
                  <ns1:cubicBezTo>
                    <ns1:pt x="0" y="1"/>
                    <ns1:pt x="0" y="0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5" name="Freeform 39"/>
            <ns0:cNvSpPr/>
            <ns0:nvPr/>
          </ns0:nvSpPr>
          <ns0:spPr bwMode="auto">
            <ns1:xfrm>
              <ns1:off x="6408738" y="5232400"/>
              <ns1:ext cx="7938" cy="12700"/>
            </ns1:xfrm>
            <ns1:custGeom>
              <ns1:avLst/>
              <ns1:gdLst>
                <ns1:gd name="T0" fmla="*/ 1 w 2"/>
                <ns1:gd name="T1" fmla="*/ 3 h 3"/>
                <ns1:gd name="T2" fmla="*/ 0 w 2"/>
                <ns1:gd name="T3" fmla="*/ 1 h 3"/>
                <ns1:gd name="T4" fmla="*/ 1 w 2"/>
                <ns1:gd name="T5" fmla="*/ 0 h 3"/>
                <ns1:gd name="T6" fmla="*/ 2 w 2"/>
                <ns1:gd name="T7" fmla="*/ 2 h 3"/>
                <ns1:gd name="T8" fmla="*/ 1 w 2"/>
                <ns1:gd name="T9" fmla="*/ 3 h 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" h="3">
                  <ns1:moveTo>
                    <ns1:pt x="1" y="3"/>
                  </ns1:moveTo>
                  <ns1:cubicBezTo>
                    <ns1:pt x="1" y="2"/>
                    <ns1:pt x="1" y="1"/>
                    <ns1:pt x="0" y="1"/>
                  </ns1:cubicBezTo>
                  <ns1:cubicBezTo>
                    <ns1:pt x="1" y="1"/>
                    <ns1:pt x="1" y="0"/>
                    <ns1:pt x="1" y="0"/>
                  </ns1:cubicBezTo>
                  <ns1:cubicBezTo>
                    <ns1:pt x="1" y="1"/>
                    <ns1:pt x="1" y="1"/>
                    <ns1:pt x="2" y="2"/>
                  </ns1:cubicBezTo>
                  <ns1:cubicBezTo>
                    <ns1:pt x="1" y="2"/>
                    <ns1:pt x="1" y="2"/>
                    <ns1:pt x="1" y="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6" name="Freeform 40"/>
            <ns0:cNvSpPr/>
            <ns0:nvPr/>
          </ns0:nvSpPr>
          <ns0:spPr bwMode="auto">
            <ns1:xfrm>
              <ns1:off x="4605338" y="4505325"/>
              <ns1:ext cx="3175" cy="3175"/>
            </ns1:xfrm>
            <ns1:custGeom>
              <ns1:avLst/>
              <ns1:gdLst>
                <ns1:gd name="T0" fmla="*/ 0 w 1"/>
                <ns1:gd name="T1" fmla="*/ 1 h 1"/>
                <ns1:gd name="T2" fmla="*/ 1 w 1"/>
                <ns1:gd name="T3" fmla="*/ 0 h 1"/>
                <ns1:gd name="T4" fmla="*/ 0 w 1"/>
                <ns1:gd name="T5" fmla="*/ 1 h 1"/>
                <ns1:gd name="T6" fmla="*/ 0 w 1"/>
                <ns1:gd name="T7" fmla="*/ 1 h 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1">
                  <ns1:moveTo>
                    <ns1:pt x="0" y="1"/>
                  </ns1:moveTo>
                  <ns1:cubicBezTo>
                    <ns1:pt x="0" y="0"/>
                    <ns1:pt x="1" y="0"/>
                    <ns1:pt x="1" y="0"/>
                  </ns1:cubicBezTo>
                  <ns1:cubicBezTo>
                    <ns1:pt x="1" y="0"/>
                    <ns1:pt x="1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7" name="Freeform 41"/>
            <ns0:cNvSpPr/>
            <ns0:nvPr/>
          </ns0:nvSpPr>
          <ns0:spPr bwMode="auto">
            <ns1:xfrm>
              <ns1:off x="4586288" y="4598988"/>
              <ns1:ext cx="3175" cy="7938"/>
            </ns1:xfrm>
            <ns1:custGeom>
              <ns1:avLst/>
              <ns1:gdLst>
                <ns1:gd name="T0" fmla="*/ 1 w 1"/>
                <ns1:gd name="T1" fmla="*/ 1 h 2"/>
                <ns1:gd name="T2" fmla="*/ 0 w 1"/>
                <ns1:gd name="T3" fmla="*/ 2 h 2"/>
                <ns1:gd name="T4" fmla="*/ 0 w 1"/>
                <ns1:gd name="T5" fmla="*/ 0 h 2"/>
                <ns1:gd name="T6" fmla="*/ 1 w 1"/>
                <ns1:gd name="T7" fmla="*/ 1 h 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" h="2">
                  <ns1:moveTo>
                    <ns1:pt x="1" y="1"/>
                  </ns1:moveTo>
                  <ns1:cubicBezTo>
                    <ns1:pt x="1" y="1"/>
                    <ns1:pt x="0" y="2"/>
                    <ns1:pt x="0" y="2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" y="0"/>
                    <ns1:pt x="1" y="1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8" name="Freeform 42"/>
            <ns0:cNvSpPr/>
            <ns0:nvPr/>
          </ns0:nvSpPr>
          <ns0:spPr bwMode="auto">
            <ns1:xfrm>
              <ns1:off x="5545138" y="5180013"/>
              <ns1:ext cx="71438" cy="114300"/>
            </ns1:xfrm>
            <ns1:custGeom>
              <ns1:avLst/>
              <ns1:gdLst>
                <ns1:gd name="T0" fmla="*/ 7 w 19"/>
                <ns1:gd name="T1" fmla="*/ 0 h 30"/>
                <ns1:gd name="T2" fmla="*/ 18 w 19"/>
                <ns1:gd name="T3" fmla="*/ 8 h 30"/>
                <ns1:gd name="T4" fmla="*/ 13 w 19"/>
                <ns1:gd name="T5" fmla="*/ 26 h 30"/>
                <ns1:gd name="T6" fmla="*/ 0 w 19"/>
                <ns1:gd name="T7" fmla="*/ 26 h 30"/>
                <ns1:gd name="T8" fmla="*/ 7 w 19"/>
                <ns1:gd name="T9" fmla="*/ 0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9" h="30">
                  <ns1:moveTo>
                    <ns1:pt x="7" y="0"/>
                  </ns1:moveTo>
                  <ns1:cubicBezTo>
                    <ns1:pt x="12" y="2"/>
                    <ns1:pt x="17" y="2"/>
                    <ns1:pt x="18" y="8"/>
                  </ns1:cubicBezTo>
                  <ns1:cubicBezTo>
                    <ns1:pt x="19" y="15"/>
                    <ns1:pt x="18" y="21"/>
                    <ns1:pt x="13" y="26"/>
                  </ns1:cubicBezTo>
                  <ns1:cubicBezTo>
                    <ns1:pt x="9" y="30"/>
                    <ns1:pt x="4" y="28"/>
                    <ns1:pt x="0" y="26"/>
                  </ns1:cubicBezTo>
                  <ns1:cubicBezTo>
                    <ns1:pt x="2" y="17"/>
                    <ns1:pt x="4" y="9"/>
                    <ns1:pt x="7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29" name="Freeform 43"/>
            <ns0:cNvSpPr/>
            <ns0:nvPr/>
          </ns0:nvSpPr>
          <ns0:spPr bwMode="auto">
            <ns1:xfrm>
              <ns1:off x="7915275" y="3289300"/>
              <ns1:ext cx="49213" cy="49213"/>
            </ns1:xfrm>
            <ns1:custGeom>
              <ns1:avLst/>
              <ns1:gdLst>
                <ns1:gd name="T0" fmla="*/ 13 w 13"/>
                <ns1:gd name="T1" fmla="*/ 12 h 13"/>
                <ns1:gd name="T2" fmla="*/ 0 w 13"/>
                <ns1:gd name="T3" fmla="*/ 13 h 13"/>
                <ns1:gd name="T4" fmla="*/ 2 w 13"/>
                <ns1:gd name="T5" fmla="*/ 2 h 13"/>
                <ns1:gd name="T6" fmla="*/ 8 w 13"/>
                <ns1:gd name="T7" fmla="*/ 1 h 13"/>
                <ns1:gd name="T8" fmla="*/ 13 w 13"/>
                <ns1:gd name="T9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3" h="13">
                  <ns1:moveTo>
                    <ns1:pt x="13" y="12"/>
                  </ns1:moveTo>
                  <ns1:cubicBezTo>
                    <ns1:pt x="8" y="12"/>
                    <ns1:pt x="4" y="13"/>
                    <ns1:pt x="0" y="13"/>
                  </ns1:cubicBezTo>
                  <ns1:cubicBezTo>
                    <ns1:pt x="0" y="9"/>
                    <ns1:pt x="0" y="5"/>
                    <ns1:pt x="2" y="2"/>
                  </ns1:cubicBezTo>
                  <ns1:cubicBezTo>
                    <ns1:pt x="2" y="1"/>
                    <ns1:pt x="7" y="0"/>
                    <ns1:pt x="8" y="1"/>
                  </ns1:cubicBezTo>
                  <ns1:cubicBezTo>
                    <ns1:pt x="10" y="4"/>
                    <ns1:pt x="11" y="8"/>
                    <ns1:pt x="13" y="12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0" name="Freeform 44"/>
            <ns0:cNvSpPr/>
            <ns0:nvPr/>
          </ns0:nvSpPr>
          <ns0:spPr bwMode="auto">
            <ns1:xfrm>
              <ns1:off x="4432300" y="4262438"/>
              <ns1:ext cx="52388" cy="53975"/>
            </ns1:xfrm>
            <ns1:custGeom>
              <ns1:avLst/>
              <ns1:gdLst>
                <ns1:gd name="T0" fmla="*/ 0 w 14"/>
                <ns1:gd name="T1" fmla="*/ 6 h 14"/>
                <ns1:gd name="T2" fmla="*/ 11 w 14"/>
                <ns1:gd name="T3" fmla="*/ 0 h 14"/>
                <ns1:gd name="T4" fmla="*/ 14 w 14"/>
                <ns1:gd name="T5" fmla="*/ 11 h 14"/>
                <ns1:gd name="T6" fmla="*/ 9 w 14"/>
                <ns1:gd name="T7" fmla="*/ 14 h 14"/>
                <ns1:gd name="T8" fmla="*/ 0 w 14"/>
                <ns1:gd name="T9" fmla="*/ 6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14">
                  <ns1:moveTo>
                    <ns1:pt x="0" y="6"/>
                  </ns1:moveTo>
                  <ns1:cubicBezTo>
                    <ns1:pt x="4" y="3"/>
                    <ns1:pt x="7" y="2"/>
                    <ns1:pt x="11" y="0"/>
                  </ns1:cubicBezTo>
                  <ns1:cubicBezTo>
                    <ns1:pt x="12" y="4"/>
                    <ns1:pt x="14" y="7"/>
                    <ns1:pt x="14" y="11"/>
                  </ns1:cubicBezTo>
                  <ns1:cubicBezTo>
                    <ns1:pt x="14" y="12"/>
                    <ns1:pt x="9" y="14"/>
                    <ns1:pt x="9" y="14"/>
                  </ns1:cubicBezTo>
                  <ns1:cubicBezTo>
                    <ns1:pt x="6" y="12"/>
                    <ns1:pt x="3" y="9"/>
                    <ns1:pt x="0" y="6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1" name="Freeform 45"/>
            <ns0:cNvSpPr/>
            <ns0:nvPr/>
          </ns0:nvSpPr>
          <ns0:spPr bwMode="auto">
            <ns1:xfrm>
              <ns1:off x="6137275" y="5256213"/>
              <ns1:ext cx="46038" cy="49213"/>
            </ns1:xfrm>
            <ns1:custGeom>
              <ns1:avLst/>
              <ns1:gdLst>
                <ns1:gd name="T0" fmla="*/ 0 w 12"/>
                <ns1:gd name="T1" fmla="*/ 13 h 13"/>
                <ns1:gd name="T2" fmla="*/ 0 w 12"/>
                <ns1:gd name="T3" fmla="*/ 0 h 13"/>
                <ns1:gd name="T4" fmla="*/ 11 w 12"/>
                <ns1:gd name="T5" fmla="*/ 2 h 13"/>
                <ns1:gd name="T6" fmla="*/ 11 w 12"/>
                <ns1:gd name="T7" fmla="*/ 8 h 13"/>
                <ns1:gd name="T8" fmla="*/ 0 w 12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3">
                  <ns1:moveTo>
                    <ns1:pt x="0" y="13"/>
                  </ns1:moveTo>
                  <ns1:cubicBezTo>
                    <ns1:pt x="0" y="7"/>
                    <ns1:pt x="0" y="4"/>
                    <ns1:pt x="0" y="0"/>
                  </ns1:cubicBezTo>
                  <ns1:cubicBezTo>
                    <ns1:pt x="4" y="0"/>
                    <ns1:pt x="7" y="1"/>
                    <ns1:pt x="11" y="2"/>
                  </ns1:cubicBezTo>
                  <ns1:cubicBezTo>
                    <ns1:pt x="11" y="2"/>
                    <ns1:pt x="12" y="8"/>
                    <ns1:pt x="11" y="8"/>
                  </ns1:cubicBezTo>
                  <ns1:cubicBezTo>
                    <ns1:pt x="8" y="10"/>
                    <ns1:pt x="4" y="11"/>
                    <ns1:pt x="0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2" name="Freeform 46"/>
            <ns0:cNvSpPr/>
            <ns0:nvPr/>
          </ns0:nvSpPr>
          <ns0:spPr bwMode="auto">
            <ns1:xfrm>
              <ns1:off x="4454525" y="4384675"/>
              <ns1:ext cx="104775" cy="90488"/>
            </ns1:xfrm>
            <ns1:custGeom>
              <ns1:avLst/>
              <ns1:gdLst>
                <ns1:gd name="T0" fmla="*/ 21 w 28"/>
                <ns1:gd name="T1" fmla="*/ 0 h 24"/>
                <ns1:gd name="T2" fmla="*/ 27 w 28"/>
                <ns1:gd name="T3" fmla="*/ 5 h 24"/>
                <ns1:gd name="T4" fmla="*/ 26 w 28"/>
                <ns1:gd name="T5" fmla="*/ 13 h 24"/>
                <ns1:gd name="T6" fmla="*/ 10 w 28"/>
                <ns1:gd name="T7" fmla="*/ 24 h 24"/>
                <ns1:gd name="T8" fmla="*/ 2 w 28"/>
                <ns1:gd name="T9" fmla="*/ 21 h 24"/>
                <ns1:gd name="T10" fmla="*/ 1 w 28"/>
                <ns1:gd name="T11" fmla="*/ 12 h 24"/>
                <ns1:gd name="T12" fmla="*/ 21 w 28"/>
                <ns1:gd name="T13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" h="24">
                  <ns1:moveTo>
                    <ns1:pt x="21" y="0"/>
                  </ns1:moveTo>
                  <ns1:cubicBezTo>
                    <ns1:pt x="22" y="1"/>
                    <ns1:pt x="26" y="3"/>
                    <ns1:pt x="27" y="5"/>
                  </ns1:cubicBezTo>
                  <ns1:cubicBezTo>
                    <ns1:pt x="28" y="7"/>
                    <ns1:pt x="28" y="11"/>
                    <ns1:pt x="26" y="13"/>
                  </ns1:cubicBezTo>
                  <ns1:cubicBezTo>
                    <ns1:pt x="23" y="19"/>
                    <ns1:pt x="16" y="23"/>
                    <ns1:pt x="10" y="24"/>
                  </ns1:cubicBezTo>
                  <ns1:cubicBezTo>
                    <ns1:pt x="7" y="24"/>
                    <ns1:pt x="3" y="23"/>
                    <ns1:pt x="2" y="21"/>
                  </ns1:cubicBezTo>
                  <ns1:cubicBezTo>
                    <ns1:pt x="1" y="19"/>
                    <ns1:pt x="0" y="14"/>
                    <ns1:pt x="1" y="12"/>
                  </ns1:cubicBezTo>
                  <ns1:cubicBezTo>
                    <ns1:pt x="5" y="5"/>
                    <ns1:pt x="12" y="2"/>
                    <ns1:pt x="21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3" name="Freeform 47"/>
            <ns0:cNvSpPr/>
            <ns0:nvPr/>
          </ns0:nvSpPr>
          <ns0:spPr bwMode="auto">
            <ns1:xfrm>
              <ns1:off x="4167188" y="3417888"/>
              <ns1:ext cx="109538" cy="79375"/>
            </ns1:xfrm>
            <ns1:custGeom>
              <ns1:avLst/>
              <ns1:gdLst>
                <ns1:gd name="T0" fmla="*/ 14 w 29"/>
                <ns1:gd name="T1" fmla="*/ 0 h 21"/>
                <ns1:gd name="T2" fmla="*/ 24 w 29"/>
                <ns1:gd name="T3" fmla="*/ 3 h 21"/>
                <ns1:gd name="T4" fmla="*/ 29 w 29"/>
                <ns1:gd name="T5" fmla="*/ 10 h 21"/>
                <ns1:gd name="T6" fmla="*/ 24 w 29"/>
                <ns1:gd name="T7" fmla="*/ 17 h 21"/>
                <ns1:gd name="T8" fmla="*/ 4 w 29"/>
                <ns1:gd name="T9" fmla="*/ 18 h 21"/>
                <ns1:gd name="T10" fmla="*/ 0 w 29"/>
                <ns1:gd name="T11" fmla="*/ 11 h 21"/>
                <ns1:gd name="T12" fmla="*/ 4 w 29"/>
                <ns1:gd name="T13" fmla="*/ 3 h 21"/>
                <ns1:gd name="T14" fmla="*/ 14 w 29"/>
                <ns1:gd name="T15" fmla="*/ 0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9" h="21">
                  <ns1:moveTo>
                    <ns1:pt x="14" y="0"/>
                  </ns1:moveTo>
                  <ns1:cubicBezTo>
                    <ns1:pt x="18" y="1"/>
                    <ns1:pt x="22" y="1"/>
                    <ns1:pt x="24" y="3"/>
                  </ns1:cubicBezTo>
                  <ns1:cubicBezTo>
                    <ns1:pt x="26" y="4"/>
                    <ns1:pt x="29" y="8"/>
                    <ns1:pt x="29" y="10"/>
                  </ns1:cubicBezTo>
                  <ns1:cubicBezTo>
                    <ns1:pt x="29" y="13"/>
                    <ns1:pt x="27" y="16"/>
                    <ns1:pt x="24" y="17"/>
                  </ns1:cubicBezTo>
                  <ns1:cubicBezTo>
                    <ns1:pt x="18" y="21"/>
                    <ns1:pt x="11" y="21"/>
                    <ns1:pt x="4" y="18"/>
                  </ns1:cubicBezTo>
                  <ns1:cubicBezTo>
                    <ns1:pt x="2" y="17"/>
                    <ns1:pt x="0" y="13"/>
                    <ns1:pt x="0" y="11"/>
                  </ns1:cubicBezTo>
                  <ns1:cubicBezTo>
                    <ns1:pt x="0" y="8"/>
                    <ns1:pt x="2" y="4"/>
                    <ns1:pt x="4" y="3"/>
                  </ns1:cubicBezTo>
                  <ns1:cubicBezTo>
                    <ns1:pt x="7" y="1"/>
                    <ns1:pt x="11" y="1"/>
                    <ns1:pt x="14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4" name="Freeform 48"/>
            <ns0:cNvSpPr/>
            <ns0:nvPr/>
          </ns0:nvSpPr>
          <ns0:spPr bwMode="auto">
            <ns1:xfrm>
              <ns1:off x="4194175" y="3735388"/>
              <ns1:ext cx="115888" cy="74613"/>
            </ns1:xfrm>
            <ns1:custGeom>
              <ns1:avLst/>
              <ns1:gdLst>
                <ns1:gd name="T0" fmla="*/ 11 w 31"/>
                <ns1:gd name="T1" fmla="*/ 20 h 20"/>
                <ns1:gd name="T2" fmla="*/ 0 w 31"/>
                <ns1:gd name="T3" fmla="*/ 12 h 20"/>
                <ns1:gd name="T4" fmla="*/ 8 w 31"/>
                <ns1:gd name="T5" fmla="*/ 2 h 20"/>
                <ns1:gd name="T6" fmla="*/ 24 w 31"/>
                <ns1:gd name="T7" fmla="*/ 1 h 20"/>
                <ns1:gd name="T8" fmla="*/ 30 w 31"/>
                <ns1:gd name="T9" fmla="*/ 7 h 20"/>
                <ns1:gd name="T10" fmla="*/ 26 w 31"/>
                <ns1:gd name="T11" fmla="*/ 16 h 20"/>
                <ns1:gd name="T12" fmla="*/ 11 w 31"/>
                <ns1:gd name="T13" fmla="*/ 2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1" h="20">
                  <ns1:moveTo>
                    <ns1:pt x="11" y="20"/>
                  </ns1:moveTo>
                  <ns1:cubicBezTo>
                    <ns1:pt x="5" y="20"/>
                    <ns1:pt x="1" y="17"/>
                    <ns1:pt x="0" y="12"/>
                  </ns1:cubicBezTo>
                  <ns1:cubicBezTo>
                    <ns1:pt x="0" y="8"/>
                    <ns1:pt x="2" y="4"/>
                    <ns1:pt x="8" y="2"/>
                  </ns1:cubicBezTo>
                  <ns1:cubicBezTo>
                    <ns1:pt x="13" y="1"/>
                    <ns1:pt x="18" y="0"/>
                    <ns1:pt x="24" y="1"/>
                  </ns1:cubicBezTo>
                  <ns1:cubicBezTo>
                    <ns1:pt x="26" y="1"/>
                    <ns1:pt x="28" y="5"/>
                    <ns1:pt x="30" y="7"/>
                  </ns1:cubicBezTo>
                  <ns1:cubicBezTo>
                    <ns1:pt x="31" y="11"/>
                    <ns1:pt x="29" y="14"/>
                    <ns1:pt x="26" y="16"/>
                  </ns1:cubicBezTo>
                  <ns1:cubicBezTo>
                    <ns1:pt x="21" y="18"/>
                    <ns1:pt x="16" y="19"/>
                    <ns1:pt x="11" y="2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5" name="Freeform 49"/>
            <ns0:cNvSpPr/>
            <ns0:nvPr/>
          </ns0:nvSpPr>
          <ns0:spPr bwMode="auto">
            <ns1:xfrm>
              <ns1:off x="6262688" y="5240338"/>
              <ns1:ext cx="77788" cy="114300"/>
            </ns1:xfrm>
            <ns1:custGeom>
              <ns1:avLst/>
              <ns1:gdLst>
                <ns1:gd name="T0" fmla="*/ 0 w 21"/>
                <ns1:gd name="T1" fmla="*/ 13 h 30"/>
                <ns1:gd name="T2" fmla="*/ 2 w 21"/>
                <ns1:gd name="T3" fmla="*/ 5 h 30"/>
                <ns1:gd name="T4" fmla="*/ 9 w 21"/>
                <ns1:gd name="T5" fmla="*/ 0 h 30"/>
                <ns1:gd name="T6" fmla="*/ 16 w 21"/>
                <ns1:gd name="T7" fmla="*/ 4 h 30"/>
                <ns1:gd name="T8" fmla="*/ 19 w 21"/>
                <ns1:gd name="T9" fmla="*/ 25 h 30"/>
                <ns1:gd name="T10" fmla="*/ 12 w 21"/>
                <ns1:gd name="T11" fmla="*/ 30 h 30"/>
                <ns1:gd name="T12" fmla="*/ 4 w 21"/>
                <ns1:gd name="T13" fmla="*/ 26 h 30"/>
                <ns1:gd name="T14" fmla="*/ 0 w 21"/>
                <ns1:gd name="T15" fmla="*/ 13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1" h="30">
                  <ns1:moveTo>
                    <ns1:pt x="0" y="13"/>
                  </ns1:moveTo>
                  <ns1:cubicBezTo>
                    <ns1:pt x="1" y="10"/>
                    <ns1:pt x="1" y="7"/>
                    <ns1:pt x="2" y="5"/>
                  </ns1:cubicBezTo>
                  <ns1:cubicBezTo>
                    <ns1:pt x="4" y="3"/>
                    <ns1:pt x="6" y="1"/>
                    <ns1:pt x="9" y="0"/>
                  </ns1:cubicBezTo>
                  <ns1:cubicBezTo>
                    <ns1:pt x="11" y="0"/>
                    <ns1:pt x="15" y="2"/>
                    <ns1:pt x="16" y="4"/>
                  </ns1:cubicBezTo>
                  <ns1:cubicBezTo>
                    <ns1:pt x="20" y="10"/>
                    <ns1:pt x="21" y="18"/>
                    <ns1:pt x="19" y="25"/>
                  </ns1:cubicBezTo>
                  <ns1:cubicBezTo>
                    <ns1:pt x="18" y="27"/>
                    <ns1:pt x="14" y="29"/>
                    <ns1:pt x="12" y="30"/>
                  </ns1:cubicBezTo>
                  <ns1:cubicBezTo>
                    <ns1:pt x="9" y="30"/>
                    <ns1:pt x="5" y="28"/>
                    <ns1:pt x="4" y="26"/>
                  </ns1:cubicBezTo>
                  <ns1:cubicBezTo>
                    <ns1:pt x="2" y="22"/>
                    <ns1:pt x="1" y="17"/>
                    <ns1:pt x="0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6" name="Freeform 50"/>
            <ns0:cNvSpPr/>
            <ns0:nvPr/>
          </ns0:nvSpPr>
          <ns0:spPr bwMode="auto">
            <ns1:xfrm>
              <ns1:off x="4167188" y="3270250"/>
              <ns1:ext cx="112713" cy="68263"/>
            </ns1:xfrm>
            <ns1:custGeom>
              <ns1:avLst/>
              <ns1:gdLst>
                <ns1:gd name="T0" fmla="*/ 16 w 30"/>
                <ns1:gd name="T1" fmla="*/ 18 h 18"/>
                <ns1:gd name="T2" fmla="*/ 6 w 30"/>
                <ns1:gd name="T3" fmla="*/ 16 h 18"/>
                <ns1:gd name="T4" fmla="*/ 0 w 30"/>
                <ns1:gd name="T5" fmla="*/ 8 h 18"/>
                <ns1:gd name="T6" fmla="*/ 7 w 30"/>
                <ns1:gd name="T7" fmla="*/ 0 h 18"/>
                <ns1:gd name="T8" fmla="*/ 23 w 30"/>
                <ns1:gd name="T9" fmla="*/ 1 h 18"/>
                <ns1:gd name="T10" fmla="*/ 30 w 30"/>
                <ns1:gd name="T11" fmla="*/ 10 h 18"/>
                <ns1:gd name="T12" fmla="*/ 23 w 30"/>
                <ns1:gd name="T13" fmla="*/ 17 h 18"/>
                <ns1:gd name="T14" fmla="*/ 16 w 30"/>
                <ns1:gd name="T15" fmla="*/ 18 h 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0" h="18">
                  <ns1:moveTo>
                    <ns1:pt x="16" y="18"/>
                  </ns1:moveTo>
                  <ns1:cubicBezTo>
                    <ns1:pt x="13" y="18"/>
                    <ns1:pt x="9" y="17"/>
                    <ns1:pt x="6" y="16"/>
                  </ns1:cubicBezTo>
                  <ns1:cubicBezTo>
                    <ns1:pt x="2" y="15"/>
                    <ns1:pt x="0" y="12"/>
                    <ns1:pt x="0" y="8"/>
                  </ns1:cubicBezTo>
                  <ns1:cubicBezTo>
                    <ns1:pt x="1" y="4"/>
                    <ns1:pt x="3" y="0"/>
                    <ns1:pt x="7" y="0"/>
                  </ns1:cubicBezTo>
                  <ns1:cubicBezTo>
                    <ns1:pt x="12" y="0"/>
                    <ns1:pt x="18" y="0"/>
                    <ns1:pt x="23" y="1"/>
                  </ns1:cubicBezTo>
                  <ns1:cubicBezTo>
                    <ns1:pt x="28" y="2"/>
                    <ns1:pt x="30" y="5"/>
                    <ns1:pt x="30" y="10"/>
                  </ns1:cubicBezTo>
                  <ns1:cubicBezTo>
                    <ns1:pt x="30" y="14"/>
                    <ns1:pt x="27" y="17"/>
                    <ns1:pt x="23" y="17"/>
                  </ns1:cubicBezTo>
                  <ns1:cubicBezTo>
                    <ns1:pt x="21" y="18"/>
                    <ns1:pt x="19" y="18"/>
                    <ns1:pt x="16" y="18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7" name="Freeform 51"/>
            <ns0:cNvSpPr/>
            <ns0:nvPr/>
          </ns0:nvSpPr>
          <ns0:spPr bwMode="auto">
            <ns1:xfrm>
              <ns1:off x="7416800" y="2047875"/>
              <ns1:ext cx="71438" cy="71438"/>
            </ns1:xfrm>
            <ns1:custGeom>
              <ns1:avLst/>
              <ns1:gdLst>
                <ns1:gd name="T0" fmla="*/ 0 w 19"/>
                <ns1:gd name="T1" fmla="*/ 4 h 19"/>
                <ns1:gd name="T2" fmla="*/ 4 w 19"/>
                <ns1:gd name="T3" fmla="*/ 0 h 19"/>
                <ns1:gd name="T4" fmla="*/ 19 w 19"/>
                <ns1:gd name="T5" fmla="*/ 16 h 19"/>
                <ns1:gd name="T6" fmla="*/ 16 w 19"/>
                <ns1:gd name="T7" fmla="*/ 19 h 19"/>
                <ns1:gd name="T8" fmla="*/ 2 w 19"/>
                <ns1:gd name="T9" fmla="*/ 3 h 19"/>
                <ns1:gd name="T10" fmla="*/ 0 w 19"/>
                <ns1:gd name="T11" fmla="*/ 4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9" h="19">
                  <ns1:moveTo>
                    <ns1:pt x="0" y="4"/>
                  </ns1:moveTo>
                  <ns1:cubicBezTo>
                    <ns1:pt x="2" y="3"/>
                    <ns1:pt x="3" y="2"/>
                    <ns1:pt x="4" y="0"/>
                  </ns1:cubicBezTo>
                  <ns1:cubicBezTo>
                    <ns1:pt x="9" y="6"/>
                    <ns1:pt x="14" y="11"/>
                    <ns1:pt x="19" y="16"/>
                  </ns1:cubicBezTo>
                  <ns1:cubicBezTo>
                    <ns1:pt x="18" y="17"/>
                    <ns1:pt x="17" y="18"/>
                    <ns1:pt x="16" y="19"/>
                  </ns1:cubicBezTo>
                  <ns1:cubicBezTo>
                    <ns1:pt x="11" y="14"/>
                    <ns1:pt x="6" y="9"/>
                    <ns1:pt x="2" y="3"/>
                  </ns1:cubicBezTo>
                  <ns1:cubicBezTo>
                    <ns1:pt x="1" y="4"/>
                    <ns1:pt x="1" y="4"/>
                    <ns1:pt x="0" y="4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8" name="Freeform 52"/>
            <ns0:cNvSpPr/>
            <ns0:nvPr/>
          </ns0:nvSpPr>
          <ns0:spPr bwMode="auto">
            <ns1:xfrm>
              <ns1:off x="4306888" y="4056063"/>
              <ns1:ext cx="68263" cy="41275"/>
            </ns1:xfrm>
            <ns1:custGeom>
              <ns1:avLst/>
              <ns1:gdLst>
                <ns1:gd name="T0" fmla="*/ 0 w 18"/>
                <ns1:gd name="T1" fmla="*/ 1 h 11"/>
                <ns1:gd name="T2" fmla="*/ 17 w 18"/>
                <ns1:gd name="T3" fmla="*/ 0 h 11"/>
                <ns1:gd name="T4" fmla="*/ 18 w 18"/>
                <ns1:gd name="T5" fmla="*/ 1 h 11"/>
                <ns1:gd name="T6" fmla="*/ 4 w 18"/>
                <ns1:gd name="T7" fmla="*/ 11 h 11"/>
                <ns1:gd name="T8" fmla="*/ 0 w 18"/>
                <ns1:gd name="T9" fmla="*/ 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8" h="11">
                  <ns1:moveTo>
                    <ns1:pt x="0" y="1"/>
                  </ns1:moveTo>
                  <ns1:cubicBezTo>
                    <ns1:pt x="6" y="1"/>
                    <ns1:pt x="12" y="0"/>
                    <ns1:pt x="17" y="0"/>
                  </ns1:cubicBezTo>
                  <ns1:cubicBezTo>
                    <ns1:pt x="17" y="0"/>
                    <ns1:pt x="17" y="1"/>
                    <ns1:pt x="18" y="1"/>
                  </ns1:cubicBezTo>
                  <ns1:cubicBezTo>
                    <ns1:pt x="13" y="4"/>
                    <ns1:pt x="9" y="8"/>
                    <ns1:pt x="4" y="11"/>
                  </ns1:cubicBezTo>
                  <ns1:cubicBezTo>
                    <ns1:pt x="2" y="8"/>
                    <ns1:pt x="1" y="5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39" name="Freeform 53"/>
            <ns0:cNvSpPr/>
            <ns0:nvPr/>
          </ns0:nvSpPr>
          <ns0:spPr bwMode="auto">
            <ns1:xfrm>
              <ns1:off x="4657725" y="4645025"/>
              <ns1:ext cx="60325" cy="52388"/>
            </ns1:xfrm>
            <ns1:custGeom>
              <ns1:avLst/>
              <ns1:gdLst>
                <ns1:gd name="T0" fmla="*/ 16 w 16"/>
                <ns1:gd name="T1" fmla="*/ 0 h 14"/>
                <ns1:gd name="T2" fmla="*/ 7 w 16"/>
                <ns1:gd name="T3" fmla="*/ 14 h 14"/>
                <ns1:gd name="T4" fmla="*/ 0 w 16"/>
                <ns1:gd name="T5" fmla="*/ 6 h 14"/>
                <ns1:gd name="T6" fmla="*/ 16 w 16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6" h="14">
                  <ns1:moveTo>
                    <ns1:pt x="16" y="0"/>
                  </ns1:moveTo>
                  <ns1:cubicBezTo>
                    <ns1:pt x="13" y="4"/>
                    <ns1:pt x="10" y="9"/>
                    <ns1:pt x="7" y="14"/>
                  </ns1:cubicBezTo>
                  <ns1:cubicBezTo>
                    <ns1:pt x="5" y="11"/>
                    <ns1:pt x="3" y="9"/>
                    <ns1:pt x="0" y="6"/>
                  </ns1:cubicBezTo>
                  <ns1:cubicBezTo>
                    <ns1:pt x="6" y="4"/>
                    <ns1:pt x="11" y="2"/>
                    <ns1:pt x="16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0" name="Freeform 54"/>
            <ns0:cNvSpPr/>
            <ns0:nvPr/>
          </ns0:nvSpPr>
          <ns0:spPr bwMode="auto">
            <ns1:xfrm>
              <ns1:off x="4718050" y="4640263"/>
              <ns1:ext cx="0" cy="4763"/>
            </ns1:xfrm>
            <ns1:custGeom>
              <ns1:avLst/>
              <ns1:gdLst>
                <ns1:gd name="T0" fmla="*/ 1 h 1"/>
                <ns1:gd name="T1" fmla="*/ 0 h 1"/>
                <ns1:gd name="T2" fmla="*/ 1 h 1"/>
                <ns1:gd name="T3" fmla="*/ 1 h 1"/>
                <ns1:gd name="T4" fmla="*/ 1 h 1"/>
              </ns1:gdLst>
              <ns1:ahLst/>
              <ns1:cxnLst>
                <ns1:cxn ang="0">
                  <ns1:pos x="0" y="T0"/>
                </ns1:cxn>
                <ns1:cxn ang="0">
                  <ns1:pos x="0" y="T1"/>
                </ns1:cxn>
                <ns1:cxn ang="0">
                  <ns1:pos x="0" y="T2"/>
                </ns1:cxn>
                <ns1:cxn ang="0">
                  <ns1:pos x="0" y="T3"/>
                </ns1:cxn>
                <ns1:cxn ang="0">
                  <ns1:pos x="0" y="T4"/>
                </ns1:cxn>
              </ns1:cxnLst>
              <ns1:rect l="0" t="0" r="r" b="b"/>
              <ns1:pathLst>
                <ns1:path h="1">
                  <ns1:moveTo>
                    <ns1:pt x="0" y="1"/>
                  </ns1:moveTo>
                  <ns1:cubicBezTo>
                    <ns1:pt x="0" y="1"/>
                    <ns1:pt x="0" y="1"/>
                    <ns1:pt x="0" y="0"/>
                  </ns1:cubicBezTo>
                  <ns1:cubicBezTo>
                    <ns1:pt x="0" y="0"/>
                    <ns1:pt x="0" y="0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ubicBezTo>
                    <ns1:pt x="0" y="1"/>
                    <ns1:pt x="0" y="1"/>
                    <ns1:pt x="0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1" name="Freeform 55"/>
            <ns0:cNvSpPr/>
            <ns0:nvPr/>
          </ns0:nvSpPr>
          <ns0:spPr bwMode="auto">
            <ns1:xfrm>
              <ns1:off x="7669213" y="4357688"/>
              <ns1:ext cx="68263" cy="52388"/>
            </ns1:xfrm>
            <ns1:custGeom>
              <ns1:avLst/>
              <ns1:gdLst>
                <ns1:gd name="T0" fmla="*/ 0 w 18"/>
                <ns1:gd name="T1" fmla="*/ 0 h 14"/>
                <ns1:gd name="T2" fmla="*/ 18 w 18"/>
                <ns1:gd name="T3" fmla="*/ 5 h 14"/>
                <ns1:gd name="T4" fmla="*/ 13 w 18"/>
                <ns1:gd name="T5" fmla="*/ 14 h 14"/>
                <ns1:gd name="T6" fmla="*/ 0 w 18"/>
                <ns1:gd name="T7" fmla="*/ 0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</ns1:cxnLst>
              <ns1:rect l="0" t="0" r="r" b="b"/>
              <ns1:pathLst>
                <ns1:path w="18" h="14">
                  <ns1:moveTo>
                    <ns1:pt x="0" y="0"/>
                  </ns1:moveTo>
                  <ns1:cubicBezTo>
                    <ns1:pt x="7" y="2"/>
                    <ns1:pt x="12" y="4"/>
                    <ns1:pt x="18" y="5"/>
                  </ns1:cubicBezTo>
                  <ns1:cubicBezTo>
                    <ns1:pt x="16" y="8"/>
                    <ns1:pt x="15" y="11"/>
                    <ns1:pt x="13" y="14"/>
                  </ns1:cubicBezTo>
                  <ns1:cubicBezTo>
                    <ns1:pt x="9" y="10"/>
                    <ns1:pt x="5" y="6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2" name="Freeform 56"/>
            <ns0:cNvSpPr/>
            <ns0:nvPr/>
          </ns0:nvSpPr>
          <ns0:spPr bwMode="auto">
            <ns1:xfrm>
              <ns1:off x="6583363" y="5199063"/>
              <ns1:ext cx="36513" cy="63500"/>
            </ns1:xfrm>
            <ns1:custGeom>
              <ns1:avLst/>
              <ns1:gdLst>
                <ns1:gd name="T0" fmla="*/ 0 w 10"/>
                <ns1:gd name="T1" fmla="*/ 17 h 17"/>
                <ns1:gd name="T2" fmla="*/ 0 w 10"/>
                <ns1:gd name="T3" fmla="*/ 1 h 17"/>
                <ns1:gd name="T4" fmla="*/ 1 w 10"/>
                <ns1:gd name="T5" fmla="*/ 0 h 17"/>
                <ns1:gd name="T6" fmla="*/ 10 w 10"/>
                <ns1:gd name="T7" fmla="*/ 14 h 17"/>
                <ns1:gd name="T8" fmla="*/ 0 w 10"/>
                <ns1:gd name="T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7">
                  <ns1:moveTo>
                    <ns1:pt x="0" y="17"/>
                  </ns1:moveTo>
                  <ns1:cubicBezTo>
                    <ns1:pt x="0" y="11"/>
                    <ns1:pt x="0" y="6"/>
                    <ns1:pt x="0" y="1"/>
                  </ns1:cubicBezTo>
                  <ns1:cubicBezTo>
                    <ns1:pt x="0" y="0"/>
                    <ns1:pt x="1" y="0"/>
                    <ns1:pt x="1" y="0"/>
                  </ns1:cubicBezTo>
                  <ns1:cubicBezTo>
                    <ns1:pt x="4" y="5"/>
                    <ns1:pt x="7" y="9"/>
                    <ns1:pt x="10" y="14"/>
                  </ns1:cubicBezTo>
                  <ns1:cubicBezTo>
                    <ns1:pt x="6" y="15"/>
                    <ns1:pt x="3" y="16"/>
                    <ns1:pt x="0" y="1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3" name="Freeform 57"/>
            <ns0:cNvSpPr/>
            <ns0:nvPr/>
          </ns0:nvSpPr>
          <ns0:spPr bwMode="auto">
            <ns1:xfrm>
              <ns1:off x="5753100" y="5240338"/>
              <ns1:ext cx="36513" cy="60325"/>
            </ns1:xfrm>
            <ns1:custGeom>
              <ns1:avLst/>
              <ns1:gdLst>
                <ns1:gd name="T0" fmla="*/ 8 w 10"/>
                <ns1:gd name="T1" fmla="*/ 0 h 16"/>
                <ns1:gd name="T2" fmla="*/ 10 w 10"/>
                <ns1:gd name="T3" fmla="*/ 16 h 16"/>
                <ns1:gd name="T4" fmla="*/ 0 w 10"/>
                <ns1:gd name="T5" fmla="*/ 15 h 16"/>
                <ns1:gd name="T6" fmla="*/ 7 w 10"/>
                <ns1:gd name="T7" fmla="*/ 0 h 16"/>
                <ns1:gd name="T8" fmla="*/ 8 w 10"/>
                <ns1:gd name="T9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6">
                  <ns1:moveTo>
                    <ns1:pt x="8" y="0"/>
                  </ns1:moveTo>
                  <ns1:cubicBezTo>
                    <ns1:pt x="9" y="5"/>
                    <ns1:pt x="9" y="10"/>
                    <ns1:pt x="10" y="16"/>
                  </ns1:cubicBezTo>
                  <ns1:cubicBezTo>
                    <ns1:pt x="6" y="16"/>
                    <ns1:pt x="3" y="15"/>
                    <ns1:pt x="0" y="15"/>
                  </ns1:cubicBezTo>
                  <ns1:cubicBezTo>
                    <ns1:pt x="2" y="9"/>
                    <ns1:pt x="5" y="4"/>
                    <ns1:pt x="7" y="0"/>
                  </ns1:cubicBezTo>
                  <ns1:cubicBezTo>
                    <ns1:pt x="8" y="0"/>
                    <ns1:pt x="8" y="0"/>
                    <ns1:pt x="8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4" name="Freeform 58"/>
            <ns0:cNvSpPr/>
            <ns0:nvPr/>
          </ns0:nvSpPr>
          <ns0:spPr bwMode="auto">
            <ns1:xfrm>
              <ns1:off x="5280025" y="5097463"/>
              <ns1:ext cx="46038" cy="63500"/>
            </ns1:xfrm>
            <ns1:custGeom>
              <ns1:avLst/>
              <ns1:gdLst>
                <ns1:gd name="T0" fmla="*/ 12 w 12"/>
                <ns1:gd name="T1" fmla="*/ 0 h 17"/>
                <ns1:gd name="T2" fmla="*/ 10 w 12"/>
                <ns1:gd name="T3" fmla="*/ 17 h 17"/>
                <ns1:gd name="T4" fmla="*/ 0 w 12"/>
                <ns1:gd name="T5" fmla="*/ 12 h 17"/>
                <ns1:gd name="T6" fmla="*/ 11 w 12"/>
                <ns1:gd name="T7" fmla="*/ 0 h 17"/>
                <ns1:gd name="T8" fmla="*/ 12 w 12"/>
                <ns1:gd name="T9" fmla="*/ 0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2" h="17">
                  <ns1:moveTo>
                    <ns1:pt x="12" y="0"/>
                  </ns1:moveTo>
                  <ns1:cubicBezTo>
                    <ns1:pt x="12" y="6"/>
                    <ns1:pt x="11" y="11"/>
                    <ns1:pt x="10" y="17"/>
                  </ns1:cubicBezTo>
                  <ns1:cubicBezTo>
                    <ns1:pt x="6" y="15"/>
                    <ns1:pt x="4" y="14"/>
                    <ns1:pt x="0" y="12"/>
                  </ns1:cubicBezTo>
                  <ns1:cubicBezTo>
                    <ns1:pt x="4" y="8"/>
                    <ns1:pt x="8" y="4"/>
                    <ns1:pt x="11" y="0"/>
                  </ns1:cubicBezTo>
                  <ns1:cubicBezTo>
                    <ns1:pt x="12" y="0"/>
                    <ns1:pt x="12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  <ns0:sp>
          <ns0:nvSpPr>
            <ns0:cNvPr id="245" name="Freeform 59"/>
            <ns0:cNvSpPr/>
            <ns0:nvPr/>
          </ns0:nvSpPr>
          <ns0:spPr bwMode="auto">
            <ns1:xfrm>
              <ns1:off x="6635750" y="1571625"/>
              <ns1:ext cx="11113" cy="0"/>
            </ns1:xfrm>
            <ns1:custGeom>
              <ns1:avLst/>
              <ns1:gdLst>
                <ns1:gd name="T0" fmla="*/ 0 w 3"/>
                <ns1:gd name="T1" fmla="*/ 3 w 3"/>
                <ns1:gd name="T2" fmla="*/ 0 w 3"/>
              </ns1:gdLst>
              <ns1:ahLst/>
              <ns1:cxnLst>
                <ns1:cxn ang="0">
                  <ns1:pos x="T0" y="0"/>
                </ns1:cxn>
                <ns1:cxn ang="0">
                  <ns1:pos x="T1" y="0"/>
                </ns1:cxn>
                <ns1:cxn ang="0">
                  <ns1:pos x="T2" y="0"/>
                </ns1:cxn>
              </ns1:cxnLst>
              <ns1:rect l="0" t="0" r="r" b="b"/>
              <ns1:pathLst>
                <ns1:path w="3">
                  <ns1:moveTo>
                    <ns1:pt x="0" y="0"/>
                  </ns1:moveTo>
                  <ns1:cubicBezTo>
                    <ns1:pt x="1" y="0"/>
                    <ns1:pt x="2" y="0"/>
                    <ns1:pt x="3" y="0"/>
                  </ns1:cubicBezTo>
                  <ns1:cubicBezTo>
                    <ns1:pt x="2" y="0"/>
                    <ns1:pt x="1" y="0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/>
            </ns1:p>
          </ns0:txBody>
        </ns0:sp>
      </ns0:grpSp>
      <ns0:grpSp>
        <ns0:nvGrpSpPr>
          <ns0:cNvPr id="376" name="组合 375"/>
          <ns0:cNvGrpSpPr>
            <ns1:grpSpLocks noChangeAspect="1"/>
          </ns0:cNvGrpSpPr>
          <ns0:nvPr userDrawn="1"/>
        </ns0:nvGrpSpPr>
        <ns0:grpSpPr>
          <ns1:xfrm>
            <ns1:off x="5287414" y="2302471"/>
            <ns1:ext cx="8482616" cy="6608387"/>
            <ns1:chOff x="3374572" y="431805"/>
            <ns1:chExt cx="5169870" cy="4027587"/>
          </ns1:xfrm>
          <ns1:solidFill>
            <ns1:schemeClr val="bg1">
              <ns1:alpha val="10196"/>
            </ns1:schemeClr>
          </ns1:solidFill>
          <ns1:effectLst>
            <ns1:outerShdw blurRad="63500" sx="102000" sy="102000" algn="ctr" rotWithShape="0">
              <ns1:prstClr val="black">
                <ns1:alpha val="40000"/>
              </ns1:prstClr>
            </ns1:outerShdw>
          </ns1:effectLst>
        </ns0:grpSpPr>
        <ns0:sp>
          <ns0:nvSpPr>
            <ns0:cNvPr id="377" name="Freeform 13"/>
            <ns0:cNvSpPr>
              <ns1:spLocks noEditPoints="1"/>
            </ns0:cNvSpPr>
            <ns0:nvPr/>
          </ns0:nvSpPr>
          <ns0:spPr bwMode="auto">
            <ns1:xfrm>
              <ns1:off x="3754467" y="1778917"/>
              <ns1:ext cx="4789975" cy="2680475"/>
            </ns1:xfrm>
            <ns1:custGeom>
              <ns1:avLst/>
              <ns1:gdLst>
                <ns1:gd name="T0" fmla="*/ 571 w 732"/>
                <ns1:gd name="T1" fmla="*/ 6 h 410"/>
                <ns1:gd name="T2" fmla="*/ 701 w 732"/>
                <ns1:gd name="T3" fmla="*/ 59 h 410"/>
                <ns1:gd name="T4" fmla="*/ 696 w 732"/>
                <ns1:gd name="T5" fmla="*/ 222 h 410"/>
                <ns1:gd name="T6" fmla="*/ 426 w 732"/>
                <ns1:gd name="T7" fmla="*/ 377 h 410"/>
                <ns1:gd name="T8" fmla="*/ 271 w 732"/>
                <ns1:gd name="T9" fmla="*/ 410 h 410"/>
                <ns1:gd name="T10" fmla="*/ 267 w 732"/>
                <ns1:gd name="T11" fmla="*/ 409 h 410"/>
                <ns1:gd name="T12" fmla="*/ 410 w 732"/>
                <ns1:gd name="T13" fmla="*/ 368 h 410"/>
                <ns1:gd name="T14" fmla="*/ 249 w 732"/>
                <ns1:gd name="T15" fmla="*/ 394 h 410"/>
                <ns1:gd name="T16" fmla="*/ 308 w 732"/>
                <ns1:gd name="T17" fmla="*/ 376 h 410"/>
                <ns1:gd name="T18" fmla="*/ 305 w 732"/>
                <ns1:gd name="T19" fmla="*/ 373 h 410"/>
                <ns1:gd name="T20" fmla="*/ 378 w 732"/>
                <ns1:gd name="T21" fmla="*/ 349 h 410"/>
                <ns1:gd name="T22" fmla="*/ 334 w 732"/>
                <ns1:gd name="T23" fmla="*/ 351 h 410"/>
                <ns1:gd name="T24" fmla="*/ 340 w 732"/>
                <ns1:gd name="T25" fmla="*/ 345 h 410"/>
                <ns1:gd name="T26" fmla="*/ 427 w 732"/>
                <ns1:gd name="T27" fmla="*/ 317 h 410"/>
                <ns1:gd name="T28" fmla="*/ 405 w 732"/>
                <ns1:gd name="T29" fmla="*/ 320 h 410"/>
                <ns1:gd name="T30" fmla="*/ 268 w 732"/>
                <ns1:gd name="T31" fmla="*/ 340 h 410"/>
                <ns1:gd name="T32" fmla="*/ 322 w 732"/>
                <ns1:gd name="T33" fmla="*/ 321 h 410"/>
                <ns1:gd name="T34" fmla="*/ 329 w 732"/>
                <ns1:gd name="T35" fmla="*/ 315 h 410"/>
                <ns1:gd name="T36" fmla="*/ 214 w 732"/>
                <ns1:gd name="T37" fmla="*/ 338 h 410"/>
                <ns1:gd name="T38" fmla="*/ 186 w 732"/>
                <ns1:gd name="T39" fmla="*/ 339 h 410"/>
                <ns1:gd name="T40" fmla="*/ 189 w 732"/>
                <ns1:gd name="T41" fmla="*/ 335 h 410"/>
                <ns1:gd name="T42" fmla="*/ 141 w 732"/>
                <ns1:gd name="T43" fmla="*/ 341 h 410"/>
                <ns1:gd name="T44" fmla="*/ 122 w 732"/>
                <ns1:gd name="T45" fmla="*/ 345 h 410"/>
                <ns1:gd name="T46" fmla="*/ 29 w 732"/>
                <ns1:gd name="T47" fmla="*/ 353 h 410"/>
                <ns1:gd name="T48" fmla="*/ 30 w 732"/>
                <ns1:gd name="T49" fmla="*/ 349 h 410"/>
                <ns1:gd name="T50" fmla="*/ 0 w 732"/>
                <ns1:gd name="T51" fmla="*/ 349 h 410"/>
                <ns1:gd name="T52" fmla="*/ 17 w 732"/>
                <ns1:gd name="T53" fmla="*/ 346 h 410"/>
                <ns1:gd name="T54" fmla="*/ 462 w 732"/>
                <ns1:gd name="T55" fmla="*/ 247 h 410"/>
                <ns1:gd name="T56" fmla="*/ 638 w 732"/>
                <ns1:gd name="T57" fmla="*/ 127 h 410"/>
                <ns1:gd name="T58" fmla="*/ 633 w 732"/>
                <ns1:gd name="T59" fmla="*/ 52 h 410"/>
                <ns1:gd name="T60" fmla="*/ 522 w 732"/>
                <ns1:gd name="T61" fmla="*/ 2 h 410"/>
                <ns1:gd name="T62" fmla="*/ 521 w 732"/>
                <ns1:gd name="T63" fmla="*/ 0 h 410"/>
                <ns1:gd name="T64" fmla="*/ 419 w 732"/>
                <ns1:gd name="T65" fmla="*/ 364 h 410"/>
                <ns1:gd name="T66" fmla="*/ 417 w 732"/>
                <ns1:gd name="T67" fmla="*/ 365 h 410"/>
                <ns1:gd name="T68" fmla="*/ 430 w 732"/>
                <ns1:gd name="T69" fmla="*/ 315 h 410"/>
                <ns1:gd name="T70" fmla="*/ 429 w 732"/>
                <ns1:gd name="T71" fmla="*/ 316 h 4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732" h="410">
                  <ns1:moveTo>
                    <ns1:pt x="521" y="0"/>
                  </ns1:moveTo>
                  <ns1:cubicBezTo>
                    <ns1:pt x="537" y="2"/>
                    <ns1:pt x="554" y="4"/>
                    <ns1:pt x="571" y="6"/>
                  </ns1:cubicBezTo>
                  <ns1:cubicBezTo>
                    <ns1:pt x="601" y="10"/>
                    <ns1:pt x="630" y="17"/>
                    <ns1:pt x="658" y="30"/>
                  </ns1:cubicBezTo>
                  <ns1:cubicBezTo>
                    <ns1:pt x="674" y="37"/>
                    <ns1:pt x="689" y="46"/>
                    <ns1:pt x="701" y="59"/>
                  </ns1:cubicBezTo>
                  <ns1:cubicBezTo>
                    <ns1:pt x="723" y="81"/>
                    <ns1:pt x="732" y="107"/>
                    <ns1:pt x="729" y="138"/>
                  </ns1:cubicBezTo>
                  <ns1:cubicBezTo>
                    <ns1:pt x="726" y="169"/>
                    <ns1:pt x="714" y="196"/>
                    <ns1:pt x="696" y="222"/>
                  </ns1:cubicBezTo>
                  <ns1:cubicBezTo>
                    <ns1:pt x="669" y="260"/>
                    <ns1:pt x="633" y="288"/>
                    <ns1:pt x="592" y="310"/>
                  </ns1:cubicBezTo>
                  <ns1:cubicBezTo>
                    <ns1:pt x="539" y="339"/>
                    <ns1:pt x="484" y="361"/>
                    <ns1:pt x="426" y="377"/>
                  </ns1:cubicBezTo>
                  <ns1:cubicBezTo>
                    <ns1:pt x="380" y="391"/>
                    <ns1:pt x="334" y="400"/>
                    <ns1:pt x="287" y="408"/>
                  </ns1:cubicBezTo>
                  <ns1:cubicBezTo>
                    <ns1:pt x="282" y="409"/>
                    <ns1:pt x="276" y="409"/>
                    <ns1:pt x="271" y="410"/>
                  </ns1:cubicBezTo>
                  <ns1:cubicBezTo>
                    <ns1:pt x="270" y="410"/>
                    <ns1:pt x="269" y="410"/>
                    <ns1:pt x="267" y="410"/>
                  </ns1:cubicBezTo>
                  <ns1:cubicBezTo>
                    <ns1:pt x="267" y="409"/>
                    <ns1:pt x="267" y="409"/>
                    <ns1:pt x="267" y="409"/>
                  </ns1:cubicBezTo>
                  <ns1:cubicBezTo>
                    <ns1:pt x="274" y="406"/>
                    <ns1:pt x="281" y="402"/>
                    <ns1:pt x="289" y="401"/>
                  </ns1:cubicBezTo>
                  <ns1:cubicBezTo>
                    <ns1:pt x="330" y="391"/>
                    <ns1:pt x="371" y="382"/>
                    <ns1:pt x="410" y="368"/>
                  </ns1:cubicBezTo>
                  <ns1:cubicBezTo>
                    <ns1:pt x="412" y="367"/>
                    <ns1:pt x="414" y="366"/>
                    <ns1:pt x="416" y="365"/>
                  </ns1:cubicBezTo>
                  <ns1:cubicBezTo>
                    <ns1:pt x="361" y="377"/>
                    <ns1:pt x="306" y="388"/>
                    <ns1:pt x="249" y="394"/>
                  </ns1:cubicBezTo>
                  <ns1:cubicBezTo>
                    <ns1:pt x="258" y="388"/>
                    <ns1:pt x="268" y="386"/>
                    <ns1:pt x="278" y="383"/>
                  </ns1:cubicBezTo>
                  <ns1:cubicBezTo>
                    <ns1:pt x="287" y="381"/>
                    <ns1:pt x="297" y="379"/>
                    <ns1:pt x="308" y="376"/>
                  </ns1:cubicBezTo>
                  <ns1:cubicBezTo>
                    <ns1:pt x="305" y="375"/>
                    <ns1:pt x="304" y="375"/>
                    <ns1:pt x="301" y="374"/>
                  </ns1:cubicBezTo>
                  <ns1:cubicBezTo>
                    <ns1:pt x="303" y="373"/>
                    <ns1:pt x="304" y="373"/>
                    <ns1:pt x="305" y="373"/>
                  </ns1:cubicBezTo>
                  <ns1:cubicBezTo>
                    <ns1:pt x="328" y="367"/>
                    <ns1:pt x="351" y="361"/>
                    <ns1:pt x="374" y="355"/>
                  </ns1:cubicBezTo>
                  <ns1:cubicBezTo>
                    <ns1:pt x="377" y="354"/>
                    <ns1:pt x="380" y="354"/>
                    <ns1:pt x="378" y="349"/>
                  </ns1:cubicBezTo>
                  <ns1:cubicBezTo>
                    <ns1:pt x="378" y="348"/>
                    <ns1:pt x="381" y="346"/>
                    <ns1:pt x="382" y="344"/>
                  </ns1:cubicBezTo>
                  <ns1:cubicBezTo>
                    <ns1:pt x="366" y="346"/>
                    <ns1:pt x="350" y="348"/>
                    <ns1:pt x="334" y="351"/>
                  </ns1:cubicBezTo>
                  <ns1:cubicBezTo>
                    <ns1:pt x="333" y="350"/>
                    <ns1:pt x="333" y="350"/>
                    <ns1:pt x="333" y="349"/>
                  </ns1:cubicBezTo>
                  <ns1:cubicBezTo>
                    <ns1:pt x="335" y="348"/>
                    <ns1:pt x="338" y="346"/>
                    <ns1:pt x="340" y="345"/>
                  </ns1:cubicBezTo>
                  <ns1:cubicBezTo>
                    <ns1:pt x="367" y="336"/>
                    <ns1:pt x="395" y="328"/>
                    <ns1:pt x="422" y="319"/>
                  </ns1:cubicBezTo>
                  <ns1:cubicBezTo>
                    <ns1:pt x="424" y="318"/>
                    <ns1:pt x="426" y="317"/>
                    <ns1:pt x="427" y="317"/>
                  </ns1:cubicBezTo>
                  <ns1:cubicBezTo>
                    <ns1:pt x="427" y="316"/>
                    <ns1:pt x="427" y="316"/>
                    <ns1:pt x="427" y="315"/>
                  </ns1:cubicBezTo>
                  <ns1:cubicBezTo>
                    <ns1:pt x="420" y="317"/>
                    <ns1:pt x="413" y="319"/>
                    <ns1:pt x="405" y="320"/>
                  </ns1:cubicBezTo>
                  <ns1:cubicBezTo>
                    <ns1:pt x="369" y="327"/>
                    <ns1:pt x="333" y="335"/>
                    <ns1:pt x="297" y="341"/>
                  </ns1:cubicBezTo>
                  <ns1:cubicBezTo>
                    <ns1:pt x="288" y="343"/>
                    <ns1:pt x="279" y="345"/>
                    <ns1:pt x="268" y="340"/>
                  </ns1:cubicBezTo>
                  <ns1:cubicBezTo>
                    <ns1:pt x="271" y="338"/>
                    <ns1:pt x="274" y="336"/>
                    <ns1:pt x="276" y="335"/>
                  </ns1:cubicBezTo>
                  <ns1:cubicBezTo>
                    <ns1:pt x="291" y="330"/>
                    <ns1:pt x="307" y="326"/>
                    <ns1:pt x="322" y="321"/>
                  </ns1:cubicBezTo>
                  <ns1:cubicBezTo>
                    <ns1:pt x="325" y="320"/>
                    <ns1:pt x="327" y="318"/>
                    <ns1:pt x="330" y="316"/>
                  </ns1:cubicBezTo>
                  <ns1:cubicBezTo>
                    <ns1:pt x="330" y="316"/>
                    <ns1:pt x="330" y="315"/>
                    <ns1:pt x="329" y="315"/>
                  </ns1:cubicBezTo>
                  <ns1:cubicBezTo>
                    <ns1:pt x="327" y="315"/>
                    <ns1:pt x="325" y="315"/>
                    <ns1:pt x="322" y="316"/>
                  </ns1:cubicBezTo>
                  <ns1:cubicBezTo>
                    <ns1:pt x="286" y="323"/>
                    <ns1:pt x="250" y="331"/>
                    <ns1:pt x="214" y="338"/>
                  </ns1:cubicBezTo>
                  <ns1:cubicBezTo>
                    <ns1:pt x="209" y="339"/>
                    <ns1:pt x="205" y="340"/>
                    <ns1:pt x="200" y="340"/>
                  </ns1:cubicBezTo>
                  <ns1:cubicBezTo>
                    <ns1:pt x="195" y="341"/>
                    <ns1:pt x="191" y="340"/>
                    <ns1:pt x="186" y="339"/>
                  </ns1:cubicBezTo>
                  <ns1:cubicBezTo>
                    <ns1:pt x="188" y="338"/>
                    <ns1:pt x="189" y="337"/>
                    <ns1:pt x="190" y="336"/>
                  </ns1:cubicBezTo>
                  <ns1:cubicBezTo>
                    <ns1:pt x="189" y="335"/>
                    <ns1:pt x="189" y="335"/>
                    <ns1:pt x="189" y="335"/>
                  </ns1:cubicBezTo>
                  <ns1:cubicBezTo>
                    <ns1:pt x="174" y="337"/>
                    <ns1:pt x="159" y="339"/>
                    <ns1:pt x="145" y="340"/>
                  </ns1:cubicBezTo>
                  <ns1:cubicBezTo>
                    <ns1:pt x="144" y="340"/>
                    <ns1:pt x="142" y="341"/>
                    <ns1:pt x="141" y="341"/>
                  </ns1:cubicBezTo>
                  <ns1:cubicBezTo>
                    <ns1:pt x="135" y="339"/>
                    <ns1:pt x="130" y="340"/>
                    <ns1:pt x="125" y="344"/>
                  </ns1:cubicBezTo>
                  <ns1:cubicBezTo>
                    <ns1:pt x="124" y="345"/>
                    <ns1:pt x="123" y="345"/>
                    <ns1:pt x="122" y="345"/>
                  </ns1:cubicBezTo>
                  <ns1:cubicBezTo>
                    <ns1:pt x="106" y="342"/>
                    <ns1:pt x="90" y="347"/>
                    <ns1:pt x="75" y="348"/>
                  </ns1:cubicBezTo>
                  <ns1:cubicBezTo>
                    <ns1:pt x="59" y="350"/>
                    <ns1:pt x="44" y="351"/>
                    <ns1:pt x="29" y="353"/>
                  </ns1:cubicBezTo>
                  <ns1:cubicBezTo>
                    <ns1:pt x="28" y="353"/>
                    <ns1:pt x="26" y="353"/>
                    <ns1:pt x="25" y="352"/>
                  </ns1:cubicBezTo>
                  <ns1:cubicBezTo>
                    <ns1:pt x="27" y="351"/>
                    <ns1:pt x="29" y="350"/>
                    <ns1:pt x="30" y="349"/>
                  </ns1:cubicBezTo>
                  <ns1:cubicBezTo>
                    <ns1:pt x="30" y="349"/>
                    <ns1:pt x="30" y="349"/>
                    <ns1:pt x="30" y="349"/>
                  </ns1:cubicBezTo>
                  <ns1:cubicBezTo>
                    <ns1:pt x="20" y="349"/>
                    <ns1:pt x="10" y="349"/>
                    <ns1:pt x="0" y="349"/>
                  </ns1:cubicBezTo>
                  <ns1:cubicBezTo>
                    <ns1:pt x="0" y="349"/>
                    <ns1:pt x="0" y="348"/>
                    <ns1:pt x="0" y="348"/>
                  </ns1:cubicBezTo>
                  <ns1:cubicBezTo>
                    <ns1:pt x="6" y="347"/>
                    <ns1:pt x="11" y="347"/>
                    <ns1:pt x="17" y="346"/>
                  </ns1:cubicBezTo>
                  <ns1:cubicBezTo>
                    <ns1:pt x="70" y="338"/>
                    <ns1:pt x="123" y="330"/>
                    <ns1:pt x="176" y="321"/>
                  </ns1:cubicBezTo>
                  <ns1:cubicBezTo>
                    <ns1:pt x="273" y="303"/>
                    <ns1:pt x="369" y="281"/>
                    <ns1:pt x="462" y="247"/>
                  </ns1:cubicBezTo>
                  <ns1:cubicBezTo>
                    <ns1:pt x="508" y="230"/>
                    <ns1:pt x="551" y="209"/>
                    <ns1:pt x="589" y="181"/>
                  </ns1:cubicBezTo>
                  <ns1:cubicBezTo>
                    <ns1:pt x="609" y="166"/>
                    <ns1:pt x="627" y="149"/>
                    <ns1:pt x="638" y="127"/>
                  </ns1:cubicBezTo>
                  <ns1:cubicBezTo>
                    <ns1:pt x="643" y="117"/>
                    <ns1:pt x="647" y="108"/>
                    <ns1:pt x="647" y="97"/>
                  </ns1:cubicBezTo>
                  <ns1:cubicBezTo>
                    <ns1:pt x="648" y="80"/>
                    <ns1:pt x="645" y="65"/>
                    <ns1:pt x="633" y="52"/>
                  </ns1:cubicBezTo>
                  <ns1:cubicBezTo>
                    <ns1:pt x="618" y="35"/>
                    <ns1:pt x="600" y="24"/>
                    <ns1:pt x="579" y="17"/>
                  </ns1:cubicBezTo>
                  <ns1:cubicBezTo>
                    <ns1:pt x="560" y="11"/>
                    <ns1:pt x="541" y="7"/>
                    <ns1:pt x="522" y="2"/>
                  </ns1:cubicBezTo>
                  <ns1:cubicBezTo>
                    <ns1:pt x="522" y="2"/>
                    <ns1:pt x="521" y="2"/>
                    <ns1:pt x="521" y="2"/>
                  </ns1:cubicBezTo>
                  <ns1:cubicBezTo>
                    <ns1:pt x="521" y="1"/>
                    <ns1:pt x="521" y="1"/>
                    <ns1:pt x="521" y="0"/>
                  </ns1:cubicBezTo>
                  <ns1:close/>
                  <ns1:moveTo>
                    <ns1:pt x="419" y="365"/>
                  </ns1:moveTo>
                  <ns1:cubicBezTo>
                    <ns1:pt x="419" y="365"/>
                    <ns1:pt x="419" y="364"/>
                    <ns1:pt x="419" y="364"/>
                  </ns1:cubicBezTo>
                  <ns1:cubicBezTo>
                    <ns1:pt x="418" y="364"/>
                    <ns1:pt x="418" y="364"/>
                    <ns1:pt x="417" y="364"/>
                  </ns1:cubicBezTo>
                  <ns1:cubicBezTo>
                    <ns1:pt x="417" y="365"/>
                    <ns1:pt x="417" y="365"/>
                    <ns1:pt x="417" y="365"/>
                  </ns1:cubicBezTo>
                  <ns1:cubicBezTo>
                    <ns1:pt x="418" y="365"/>
                    <ns1:pt x="418" y="365"/>
                    <ns1:pt x="419" y="365"/>
                  </ns1:cubicBezTo>
                  <ns1:close/>
                  <ns1:moveTo>
                    <ns1:pt x="430" y="315"/>
                  </ns1:moveTo>
                  <ns1:cubicBezTo>
                    <ns1:pt x="429" y="315"/>
                    <ns1:pt x="429" y="315"/>
                    <ns1:pt x="429" y="315"/>
                  </ns1:cubicBezTo>
                  <ns1:cubicBezTo>
                    <ns1:pt x="429" y="315"/>
                    <ns1:pt x="429" y="316"/>
                    <ns1:pt x="429" y="316"/>
                  </ns1:cubicBezTo>
                  <ns1:cubicBezTo>
                    <ns1:pt x="429" y="316"/>
                    <ns1:pt x="429" y="316"/>
                    <ns1:pt x="430" y="3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78" name="Freeform 14"/>
            <ns0:cNvSpPr/>
            <ns0:nvPr/>
          </ns0:nvSpPr>
          <ns0:spPr bwMode="auto">
            <ns1:xfrm>
              <ns1:off x="3374572" y="967899"/>
              <ns1:ext cx="3650292" cy="2257098"/>
            </ns1:xfrm>
            <ns1:custGeom>
              <ns1:avLst/>
              <ns1:gdLst>
                <ns1:gd name="T0" fmla="*/ 558 w 558"/>
                <ns1:gd name="T1" fmla="*/ 1 h 345"/>
                <ns1:gd name="T2" fmla="*/ 557 w 558"/>
                <ns1:gd name="T3" fmla="*/ 5 h 345"/>
                <ns1:gd name="T4" fmla="*/ 450 w 558"/>
                <ns1:gd name="T5" fmla="*/ 164 h 345"/>
                <ns1:gd name="T6" fmla="*/ 275 w 558"/>
                <ns1:gd name="T7" fmla="*/ 287 h 345"/>
                <ns1:gd name="T8" fmla="*/ 135 w 558"/>
                <ns1:gd name="T9" fmla="*/ 336 h 345"/>
                <ns1:gd name="T10" fmla="*/ 54 w 558"/>
                <ns1:gd name="T11" fmla="*/ 343 h 345"/>
                <ns1:gd name="T12" fmla="*/ 26 w 558"/>
                <ns1:gd name="T13" fmla="*/ 338 h 345"/>
                <ns1:gd name="T14" fmla="*/ 7 w 558"/>
                <ns1:gd name="T15" fmla="*/ 293 h 345"/>
                <ns1:gd name="T16" fmla="*/ 43 w 558"/>
                <ns1:gd name="T17" fmla="*/ 248 h 345"/>
                <ns1:gd name="T18" fmla="*/ 146 w 558"/>
                <ns1:gd name="T19" fmla="*/ 190 h 345"/>
                <ns1:gd name="T20" fmla="*/ 318 w 558"/>
                <ns1:gd name="T21" fmla="*/ 140 h 345"/>
                <ns1:gd name="T22" fmla="*/ 406 w 558"/>
                <ns1:gd name="T23" fmla="*/ 126 h 345"/>
                <ns1:gd name="T24" fmla="*/ 413 w 558"/>
                <ns1:gd name="T25" fmla="*/ 127 h 345"/>
                <ns1:gd name="T26" fmla="*/ 385 w 558"/>
                <ns1:gd name="T27" fmla="*/ 133 h 345"/>
                <ns1:gd name="T28" fmla="*/ 225 w 558"/>
                <ns1:gd name="T29" fmla="*/ 185 h 345"/>
                <ns1:gd name="T30" fmla="*/ 153 w 558"/>
                <ns1:gd name="T31" fmla="*/ 230 h 345"/>
                <ns1:gd name="T32" fmla="*/ 141 w 558"/>
                <ns1:gd name="T33" fmla="*/ 244 h 345"/>
                <ns1:gd name="T34" fmla="*/ 148 w 558"/>
                <ns1:gd name="T35" fmla="*/ 260 h 345"/>
                <ns1:gd name="T36" fmla="*/ 185 w 558"/>
                <ns1:gd name="T37" fmla="*/ 258 h 345"/>
                <ns1:gd name="T38" fmla="*/ 294 w 558"/>
                <ns1:gd name="T39" fmla="*/ 219 h 345"/>
                <ns1:gd name="T40" fmla="*/ 529 w 558"/>
                <ns1:gd name="T41" fmla="*/ 39 h 345"/>
                <ns1:gd name="T42" fmla="*/ 555 w 558"/>
                <ns1:gd name="T43" fmla="*/ 4 h 345"/>
                <ns1:gd name="T44" fmla="*/ 557 w 558"/>
                <ns1:gd name="T45" fmla="*/ 0 h 345"/>
                <ns1:gd name="T46" fmla="*/ 558 w 558"/>
                <ns1:gd name="T47" fmla="*/ 1 h 3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558" h="345">
                  <ns1:moveTo>
                    <ns1:pt x="558" y="1"/>
                  </ns1:moveTo>
                  <ns1:cubicBezTo>
                    <ns1:pt x="558" y="2"/>
                    <ns1:pt x="557" y="4"/>
                    <ns1:pt x="557" y="5"/>
                  </ns1:cubicBezTo>
                  <ns1:cubicBezTo>
                    <ns1:pt x="531" y="64"/>
                    <ns1:pt x="495" y="118"/>
                    <ns1:pt x="450" y="164"/>
                  </ns1:cubicBezTo>
                  <ns1:cubicBezTo>
                    <ns1:pt x="399" y="216"/>
                    <ns1:pt x="341" y="257"/>
                    <ns1:pt x="275" y="287"/>
                  </ns1:cubicBezTo>
                  <ns1:cubicBezTo>
                    <ns1:pt x="230" y="309"/>
                    <ns1:pt x="184" y="326"/>
                    <ns1:pt x="135" y="336"/>
                  </ns1:cubicBezTo>
                  <ns1:cubicBezTo>
                    <ns1:pt x="108" y="341"/>
                    <ns1:pt x="82" y="345"/>
                    <ns1:pt x="54" y="343"/>
                  </ns1:cubicBezTo>
                  <ns1:cubicBezTo>
                    <ns1:pt x="45" y="342"/>
                    <ns1:pt x="35" y="341"/>
                    <ns1:pt x="26" y="338"/>
                  </ns1:cubicBezTo>
                  <ns1:cubicBezTo>
                    <ns1:pt x="0" y="330"/>
                    <ns1:pt x="0" y="309"/>
                    <ns1:pt x="7" y="293"/>
                  </ns1:cubicBezTo>
                  <ns1:cubicBezTo>
                    <ns1:pt x="14" y="275"/>
                    <ns1:pt x="28" y="261"/>
                    <ns1:pt x="43" y="248"/>
                  </ns1:cubicBezTo>
                  <ns1:cubicBezTo>
                    <ns1:pt x="74" y="223"/>
                    <ns1:pt x="109" y="205"/>
                    <ns1:pt x="146" y="190"/>
                  </ns1:cubicBezTo>
                  <ns1:cubicBezTo>
                    <ns1:pt x="202" y="167"/>
                    <ns1:pt x="259" y="151"/>
                    <ns1:pt x="318" y="140"/>
                  </ns1:cubicBezTo>
                  <ns1:cubicBezTo>
                    <ns1:pt x="347" y="134"/>
                    <ns1:pt x="377" y="131"/>
                    <ns1:pt x="406" y="126"/>
                  </ns1:cubicBezTo>
                  <ns1:cubicBezTo>
                    <ns1:pt x="408" y="126"/>
                    <ns1:pt x="410" y="126"/>
                    <ns1:pt x="413" y="127"/>
                  </ns1:cubicBezTo>
                  <ns1:cubicBezTo>
                    <ns1:pt x="404" y="129"/>
                    <ns1:pt x="394" y="131"/>
                    <ns1:pt x="385" y="133"/>
                  </ns1:cubicBezTo>
                  <ns1:cubicBezTo>
                    <ns1:pt x="330" y="145"/>
                    <ns1:pt x="276" y="161"/>
                    <ns1:pt x="225" y="185"/>
                  </ns1:cubicBezTo>
                  <ns1:cubicBezTo>
                    <ns1:pt x="199" y="197"/>
                    <ns1:pt x="174" y="211"/>
                    <ns1:pt x="153" y="230"/>
                  </ns1:cubicBezTo>
                  <ns1:cubicBezTo>
                    <ns1:pt x="148" y="234"/>
                    <ns1:pt x="144" y="239"/>
                    <ns1:pt x="141" y="244"/>
                  </ns1:cubicBezTo>
                  <ns1:cubicBezTo>
                    <ns1:pt x="136" y="252"/>
                    <ns1:pt x="139" y="258"/>
                    <ns1:pt x="148" y="260"/>
                  </ns1:cubicBezTo>
                  <ns1:cubicBezTo>
                    <ns1:pt x="160" y="262"/>
                    <ns1:pt x="173" y="261"/>
                    <ns1:pt x="185" y="258"/>
                  </ns1:cubicBezTo>
                  <ns1:cubicBezTo>
                    <ns1:pt x="223" y="250"/>
                    <ns1:pt x="259" y="235"/>
                    <ns1:pt x="294" y="219"/>
                  </ns1:cubicBezTo>
                  <ns1:cubicBezTo>
                    <ns1:pt x="386" y="177"/>
                    <ns1:pt x="464" y="117"/>
                    <ns1:pt x="529" y="39"/>
                  </ns1:cubicBezTo>
                  <ns1:cubicBezTo>
                    <ns1:pt x="538" y="28"/>
                    <ns1:pt x="546" y="16"/>
                    <ns1:pt x="555" y="4"/>
                  </ns1:cubicBezTo>
                  <ns1:cubicBezTo>
                    <ns1:pt x="556" y="3"/>
                    <ns1:pt x="557" y="2"/>
                    <ns1:pt x="557" y="0"/>
                  </ns1:cubicBezTo>
                  <ns1:cubicBezTo>
                    <ns1:pt x="558" y="1"/>
                    <ns1:pt x="558" y="1"/>
                    <ns1:pt x="558" y="1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79" name="Freeform 16"/>
            <ns0:cNvSpPr/>
            <ns0:nvPr/>
          </ns0:nvSpPr>
          <ns0:spPr bwMode="auto">
            <ns1:xfrm>
              <ns1:off x="6719297" y="863430"/>
              <ns1:ext cx="831364" cy="2347821"/>
            </ns1:xfrm>
            <ns1:custGeom>
              <ns1:avLst/>
              <ns1:gdLst>
                <ns1:gd name="T0" fmla="*/ 32 w 127"/>
                <ns1:gd name="T1" fmla="*/ 359 h 359"/>
                <ns1:gd name="T2" fmla="*/ 13 w 127"/>
                <ns1:gd name="T3" fmla="*/ 317 h 359"/>
                <ns1:gd name="T4" fmla="*/ 3 w 127"/>
                <ns1:gd name="T5" fmla="*/ 264 h 359"/>
                <ns1:gd name="T6" fmla="*/ 9 w 127"/>
                <ns1:gd name="T7" fmla="*/ 166 h 359"/>
                <ns1:gd name="T8" fmla="*/ 68 w 127"/>
                <ns1:gd name="T9" fmla="*/ 2 h 359"/>
                <ns1:gd name="T10" fmla="*/ 69 w 127"/>
                <ns1:gd name="T11" fmla="*/ 0 h 359"/>
                <ns1:gd name="T12" fmla="*/ 61 w 127"/>
                <ns1:gd name="T13" fmla="*/ 36 h 359"/>
                <ns1:gd name="T14" fmla="*/ 64 w 127"/>
                <ns1:gd name="T15" fmla="*/ 200 h 359"/>
                <ns1:gd name="T16" fmla="*/ 83 w 127"/>
                <ns1:gd name="T17" fmla="*/ 251 h 359"/>
                <ns1:gd name="T18" fmla="*/ 117 w 127"/>
                <ns1:gd name="T19" fmla="*/ 300 h 359"/>
                <ns1:gd name="T20" fmla="*/ 127 w 127"/>
                <ns1:gd name="T21" fmla="*/ 312 h 359"/>
                <ns1:gd name="T22" fmla="*/ 32 w 127"/>
                <ns1:gd name="T23" fmla="*/ 359 h 3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7" h="359">
                  <ns1:moveTo>
                    <ns1:pt x="32" y="359"/>
                  </ns1:moveTo>
                  <ns1:cubicBezTo>
                    <ns1:pt x="23" y="346"/>
                    <ns1:pt x="17" y="332"/>
                    <ns1:pt x="13" y="317"/>
                  </ns1:cubicBezTo>
                  <ns1:cubicBezTo>
                    <ns1:pt x="7" y="300"/>
                    <ns1:pt x="4" y="282"/>
                    <ns1:pt x="3" y="264"/>
                  </ns1:cubicBezTo>
                  <ns1:cubicBezTo>
                    <ns1:pt x="0" y="231"/>
                    <ns1:pt x="3" y="198"/>
                    <ns1:pt x="9" y="166"/>
                  </ns1:cubicBezTo>
                  <ns1:cubicBezTo>
                    <ns1:pt x="20" y="108"/>
                    <ns1:pt x="42" y="54"/>
                    <ns1:pt x="68" y="2"/>
                  </ns1:cubicBezTo>
                  <ns1:cubicBezTo>
                    <ns1:pt x="68" y="1"/>
                    <ns1:pt x="68" y="1"/>
                    <ns1:pt x="69" y="0"/>
                  </ns1:cubicBezTo>
                  <ns1:cubicBezTo>
                    <ns1:pt x="66" y="12"/>
                    <ns1:pt x="63" y="24"/>
                    <ns1:pt x="61" y="36"/>
                  </ns1:cubicBezTo>
                  <ns1:cubicBezTo>
                    <ns1:pt x="51" y="90"/>
                    <ns1:pt x="49" y="145"/>
                    <ns1:pt x="64" y="200"/>
                  </ns1:cubicBezTo>
                  <ns1:cubicBezTo>
                    <ns1:pt x="68" y="218"/>
                    <ns1:pt x="75" y="235"/>
                    <ns1:pt x="83" y="251"/>
                  </ns1:cubicBezTo>
                  <ns1:cubicBezTo>
                    <ns1:pt x="92" y="269"/>
                    <ns1:pt x="104" y="285"/>
                    <ns1:pt x="117" y="300"/>
                  </ns1:cubicBezTo>
                  <ns1:cubicBezTo>
                    <ns1:pt x="120" y="304"/>
                    <ns1:pt x="123" y="308"/>
                    <ns1:pt x="127" y="312"/>
                  </ns1:cubicBezTo>
                  <ns1:cubicBezTo>
                    <ns1:pt x="98" y="332"/>
                    <ns1:pt x="65" y="346"/>
                    <ns1:pt x="32" y="359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0" name="Freeform 17"/>
            <ns0:cNvSpPr/>
            <ns0:nvPr/>
          </ns0:nvSpPr>
          <ns0:spPr bwMode="auto">
            <ns1:xfrm>
              <ns1:off x="4723474" y="2081328"/>
              <ns1:ext cx="2086667" cy="1215149"/>
            </ns1:xfrm>
            <ns1:custGeom>
              <ns1:avLst/>
              <ns1:gdLst>
                <ns1:gd name="T0" fmla="*/ 319 w 319"/>
                <ns1:gd name="T1" fmla="*/ 175 h 186"/>
                <ns1:gd name="T2" fmla="*/ 303 w 319"/>
                <ns1:gd name="T3" fmla="*/ 169 h 186"/>
                <ns1:gd name="T4" fmla="*/ 225 w 319"/>
                <ns1:gd name="T5" fmla="*/ 157 h 186"/>
                <ns1:gd name="T6" fmla="*/ 97 w 319"/>
                <ns1:gd name="T7" fmla="*/ 167 h 186"/>
                <ns1:gd name="T8" fmla="*/ 4 w 319"/>
                <ns1:gd name="T9" fmla="*/ 186 h 186"/>
                <ns1:gd name="T10" fmla="*/ 0 w 319"/>
                <ns1:gd name="T11" fmla="*/ 186 h 186"/>
                <ns1:gd name="T12" fmla="*/ 282 w 319"/>
                <ns1:gd name="T13" fmla="*/ 0 h 186"/>
                <ns1:gd name="T14" fmla="*/ 319 w 319"/>
                <ns1:gd name="T15" fmla="*/ 17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9" h="186">
                  <ns1:moveTo>
                    <ns1:pt x="319" y="175"/>
                  </ns1:moveTo>
                  <ns1:cubicBezTo>
                    <ns1:pt x="313" y="173"/>
                    <ns1:pt x="308" y="171"/>
                    <ns1:pt x="303" y="169"/>
                  </ns1:cubicBezTo>
                  <ns1:cubicBezTo>
                    <ns1:pt x="277" y="161"/>
                    <ns1:pt x="251" y="158"/>
                    <ns1:pt x="225" y="157"/>
                  </ns1:cubicBezTo>
                  <ns1:cubicBezTo>
                    <ns1:pt x="182" y="156"/>
                    <ns1:pt x="139" y="159"/>
                    <ns1:pt x="97" y="167"/>
                  </ns1:cubicBezTo>
                  <ns1:cubicBezTo>
                    <ns1:pt x="66" y="172"/>
                    <ns1:pt x="35" y="180"/>
                    <ns1:pt x="4" y="186"/>
                  </ns1:cubicBezTo>
                  <ns1:cubicBezTo>
                    <ns1:pt x="2" y="186"/>
                    <ns1:pt x="1" y="186"/>
                    <ns1:pt x="0" y="186"/>
                  </ns1:cubicBezTo>
                  <ns1:cubicBezTo>
                    <ns1:pt x="109" y="147"/>
                    <ns1:pt x="207" y="93"/>
                    <ns1:pt x="282" y="0"/>
                  </ns1:cubicBezTo>
                  <ns1:cubicBezTo>
                    <ns1:pt x="269" y="64"/>
                    <ns1:pt x="279" y="122"/>
                    <ns1:pt x="319" y="17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1" name="Freeform 25"/>
            <ns0:cNvSpPr/>
            <ns0:nvPr/>
          </ns0:nvSpPr>
          <ns0:spPr bwMode="auto">
            <ns1:xfrm>
              <ns1:off x="5455734" y="4022267"/>
              <ns1:ext cx="470740" cy="233683"/>
            </ns1:xfrm>
            <ns1:custGeom>
              <ns1:avLst/>
              <ns1:gdLst>
                <ns1:gd name="T0" fmla="*/ 69 w 72"/>
                <ns1:gd name="T1" fmla="*/ 0 h 36"/>
                <ns1:gd name="T2" fmla="*/ 72 w 72"/>
                <ns1:gd name="T3" fmla="*/ 16 h 36"/>
                <ns1:gd name="T4" fmla="*/ 55 w 72"/>
                <ns1:gd name="T5" fmla="*/ 20 h 36"/>
                <ns1:gd name="T6" fmla="*/ 40 w 72"/>
                <ns1:gd name="T7" fmla="*/ 23 h 36"/>
                <ns1:gd name="T8" fmla="*/ 37 w 72"/>
                <ns1:gd name="T9" fmla="*/ 25 h 36"/>
                <ns1:gd name="T10" fmla="*/ 29 w 72"/>
                <ns1:gd name="T11" fmla="*/ 30 h 36"/>
                <ns1:gd name="T12" fmla="*/ 14 w 72"/>
                <ns1:gd name="T13" fmla="*/ 34 h 36"/>
                <ns1:gd name="T14" fmla="*/ 6 w 72"/>
                <ns1:gd name="T15" fmla="*/ 31 h 36"/>
                <ns1:gd name="T16" fmla="*/ 0 w 72"/>
                <ns1:gd name="T17" fmla="*/ 20 h 36"/>
                <ns1:gd name="T18" fmla="*/ 6 w 72"/>
                <ns1:gd name="T19" fmla="*/ 10 h 36"/>
                <ns1:gd name="T20" fmla="*/ 14 w 72"/>
                <ns1:gd name="T21" fmla="*/ 7 h 36"/>
                <ns1:gd name="T22" fmla="*/ 32 w 72"/>
                <ns1:gd name="T23" fmla="*/ 6 h 36"/>
                <ns1:gd name="T24" fmla="*/ 69 w 72"/>
                <ns1:gd name="T25" fmla="*/ 0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72" h="36">
                  <ns1:moveTo>
                    <ns1:pt x="69" y="0"/>
                  </ns1:moveTo>
                  <ns1:cubicBezTo>
                    <ns1:pt x="64" y="8"/>
                    <ns1:pt x="64" y="10"/>
                    <ns1:pt x="72" y="16"/>
                  </ns1:cubicBezTo>
                  <ns1:cubicBezTo>
                    <ns1:pt x="66" y="17"/>
                    <ns1:pt x="61" y="19"/>
                    <ns1:pt x="55" y="20"/>
                  </ns1:cubicBezTo>
                  <ns1:cubicBezTo>
                    <ns1:pt x="50" y="21"/>
                    <ns1:pt x="45" y="22"/>
                    <ns1:pt x="40" y="23"/>
                  </ns1:cubicBezTo>
                  <ns1:cubicBezTo>
                    <ns1:pt x="39" y="23"/>
                    <ns1:pt x="37" y="24"/>
                    <ns1:pt x="37" y="25"/>
                  </ns1:cubicBezTo>
                  <ns1:cubicBezTo>
                    <ns1:pt x="35" y="29"/>
                    <ns1:pt x="32" y="30"/>
                    <ns1:pt x="29" y="30"/>
                  </ns1:cubicBezTo>
                  <ns1:cubicBezTo>
                    <ns1:pt x="24" y="31"/>
                    <ns1:pt x="19" y="32"/>
                    <ns1:pt x="14" y="34"/>
                  </ns1:cubicBezTo>
                  <ns1:cubicBezTo>
                    <ns1:pt x="10" y="36"/>
                    <ns1:pt x="8" y="34"/>
                    <ns1:pt x="6" y="31"/>
                  </ns1:cubicBezTo>
                  <ns1:cubicBezTo>
                    <ns1:pt x="4" y="27"/>
                    <ns1:pt x="0" y="24"/>
                    <ns1:pt x="0" y="20"/>
                  </ns1:cubicBezTo>
                  <ns1:cubicBezTo>
                    <ns1:pt x="0" y="17"/>
                    <ns1:pt x="4" y="13"/>
                    <ns1:pt x="6" y="10"/>
                  </ns1:cubicBezTo>
                  <ns1:cubicBezTo>
                    <ns1:pt x="8" y="7"/>
                    <ns1:pt x="10" y="6"/>
                    <ns1:pt x="14" y="7"/>
                  </ns1:cubicBezTo>
                  <ns1:cubicBezTo>
                    <ns1:pt x="20" y="8"/>
                    <ns1:pt x="26" y="7"/>
                    <ns1:pt x="32" y="6"/>
                  </ns1:cubicBezTo>
                  <ns1:cubicBezTo>
                    <ns1:pt x="44" y="5"/>
                    <ns1:pt x="56" y="2"/>
                    <ns1:pt x="69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2" name="Freeform 26"/>
            <ns0:cNvSpPr/>
            <ns0:nvPr/>
          </ns0:nvSpPr>
          <ns0:spPr bwMode="auto">
            <ns1:xfrm>
              <ns1:off x="6980818" y="431805"/>
              <ns1:ext cx="399165" cy="346400"/>
            </ns1:xfrm>
            <ns1:custGeom>
              <ns1:avLst/>
              <ns1:gdLst>
                <ns1:gd name="T0" fmla="*/ 61 w 61"/>
                <ns1:gd name="T1" fmla="*/ 0 h 53"/>
                <ns1:gd name="T2" fmla="*/ 54 w 61"/>
                <ns1:gd name="T3" fmla="*/ 51 h 53"/>
                <ns1:gd name="T4" fmla="*/ 53 w 61"/>
                <ns1:gd name="T5" fmla="*/ 52 h 53"/>
                <ns1:gd name="T6" fmla="*/ 44 w 61"/>
                <ns1:gd name="T7" fmla="*/ 42 h 53"/>
                <ns1:gd name="T8" fmla="*/ 38 w 61"/>
                <ns1:gd name="T9" fmla="*/ 41 h 53"/>
                <ns1:gd name="T10" fmla="*/ 0 w 61"/>
                <ns1:gd name="T11" fmla="*/ 53 h 53"/>
                <ns1:gd name="T12" fmla="*/ 61 w 61"/>
                <ns1:gd name="T13" fmla="*/ 0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1" h="53">
                  <ns1:moveTo>
                    <ns1:pt x="61" y="0"/>
                  </ns1:moveTo>
                  <ns1:cubicBezTo>
                    <ns1:pt x="59" y="18"/>
                    <ns1:pt x="56" y="34"/>
                    <ns1:pt x="54" y="51"/>
                  </ns1:cubicBezTo>
                  <ns1:cubicBezTo>
                    <ns1:pt x="54" y="52"/>
                    <ns1:pt x="53" y="52"/>
                    <ns1:pt x="53" y="52"/>
                  </ns1:cubicBezTo>
                  <ns1:cubicBezTo>
                    <ns1:pt x="50" y="49"/>
                    <ns1:pt x="47" y="45"/>
                    <ns1:pt x="44" y="42"/>
                  </ns1:cubicBezTo>
                  <ns1:cubicBezTo>
                    <ns1:pt x="42" y="41"/>
                    <ns1:pt x="40" y="40"/>
                    <ns1:pt x="38" y="41"/>
                  </ns1:cubicBezTo>
                  <ns1:cubicBezTo>
                    <ns1:pt x="26" y="45"/>
                    <ns1:pt x="13" y="49"/>
                    <ns1:pt x="0" y="53"/>
                  </ns1:cubicBezTo>
                  <ns1:cubicBezTo>
                    <ns1:pt x="20" y="35"/>
                    <ns1:pt x="40" y="18"/>
                    <ns1:pt x="61" y="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 dirty="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383" name="Freeform 27"/>
            <ns0:cNvSpPr/>
            <ns0:nvPr/>
          </ns0:nvSpPr>
          <ns0:spPr bwMode="auto">
            <ns1:xfrm>
              <ns1:off x="7737855" y="1806408"/>
              <ns1:ext cx="264274" cy="85226"/>
            </ns1:xfrm>
            <ns1:custGeom>
              <ns1:avLst/>
              <ns1:gdLst>
                <ns1:gd name="T0" fmla="*/ 38 w 40"/>
                <ns1:gd name="T1" fmla="*/ 13 h 13"/>
                <ns1:gd name="T2" fmla="*/ 0 w 40"/>
                <ns1:gd name="T3" fmla="*/ 1 h 13"/>
                <ns1:gd name="T4" fmla="*/ 0 w 40"/>
                <ns1:gd name="T5" fmla="*/ 0 h 13"/>
                <ns1:gd name="T6" fmla="*/ 30 w 40"/>
                <ns1:gd name="T7" fmla="*/ 2 h 13"/>
                <ns1:gd name="T8" fmla="*/ 38 w 40"/>
                <ns1:gd name="T9" fmla="*/ 13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0" h="13">
                  <ns1:moveTo>
                    <ns1:pt x="38" y="13"/>
                  </ns1:moveTo>
                  <ns1:cubicBezTo>
                    <ns1:pt x="25" y="9"/>
                    <ns1:pt x="12" y="5"/>
                    <ns1:pt x="0" y="1"/>
                  </ns1:cubicBezTo>
                  <ns1:cubicBezTo>
                    <ns1:pt x="0" y="1"/>
                    <ns1:pt x="0" y="1"/>
                    <ns1:pt x="0" y="0"/>
                  </ns1:cubicBezTo>
                  <ns1:cubicBezTo>
                    <ns1:pt x="10" y="1"/>
                    <ns1:pt x="20" y="1"/>
                    <ns1:pt x="30" y="2"/>
                  </ns1:cubicBezTo>
                  <ns1:cubicBezTo>
                    <ns1:pt x="37" y="3"/>
                    <ns1:pt x="40" y="7"/>
                    <ns1:pt x="38" y="1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endParaRPr lang="zh-CN" altLang="en-US" sz="2800"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422" name="组合 421"/>
          <ns0:cNvGrpSpPr/>
          <ns0:nvPr userDrawn="1"/>
        </ns0:nvGrpSpPr>
        <ns0:grpSpPr>
          <ns1:xfrm>
            <ns1:off x="2033936" y="2301934"/>
            <ns1:ext cx="1339200" cy="1339200"/>
            <ns1:chOff x="4038600" y="2259880"/>
            <ns1:chExt cx="2647060" cy="2669747"/>
          </ns1:xfrm>
          <ns1:solidFill>
            <ns1:schemeClr val="bg1"/>
          </ns1:solidFill>
        </ns0:grpSpPr>
        <ns0:sp>
          <ns0:nvSpPr>
            <ns0:cNvPr id="423" name="Freeform 105"/>
            <ns0:cNvSpPr>
              <ns1:spLocks noEditPoints="1"/>
            </ns0:cNvSpPr>
            <ns0:nvPr userDrawn="1"/>
          </ns0:nvSpPr>
          <ns0:spPr bwMode="auto">
            <ns1:xfrm>
              <ns1:off x="4038600" y="2259880"/>
              <ns1:ext cx="2647060" cy="2669747"/>
            </ns1:xfrm>
            <ns1:custGeom>
              <ns1:avLst/>
              <ns1:gdLst>
                <ns1:gd name="T0" fmla="*/ 142 w 283"/>
                <ns1:gd name="T1" fmla="*/ 0 h 283"/>
                <ns1:gd name="T2" fmla="*/ 283 w 283"/>
                <ns1:gd name="T3" fmla="*/ 142 h 283"/>
                <ns1:gd name="T4" fmla="*/ 142 w 283"/>
                <ns1:gd name="T5" fmla="*/ 283 h 283"/>
                <ns1:gd name="T6" fmla="*/ 0 w 283"/>
                <ns1:gd name="T7" fmla="*/ 142 h 283"/>
                <ns1:gd name="T8" fmla="*/ 142 w 283"/>
                <ns1:gd name="T9" fmla="*/ 0 h 283"/>
                <ns1:gd name="T10" fmla="*/ 142 w 283"/>
                <ns1:gd name="T11" fmla="*/ 6 h 283"/>
                <ns1:gd name="T12" fmla="*/ 6 w 283"/>
                <ns1:gd name="T13" fmla="*/ 142 h 283"/>
                <ns1:gd name="T14" fmla="*/ 142 w 283"/>
                <ns1:gd name="T15" fmla="*/ 277 h 283"/>
                <ns1:gd name="T16" fmla="*/ 278 w 283"/>
                <ns1:gd name="T17" fmla="*/ 142 h 283"/>
                <ns1:gd name="T18" fmla="*/ 142 w 283"/>
                <ns1:gd name="T19" fmla="*/ 6 h 28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83" h="283">
                  <ns1:moveTo>
                    <ns1:pt x="142" y="0"/>
                  </ns1:moveTo>
                  <ns1:cubicBezTo>
                    <ns1:pt x="220" y="0"/>
                    <ns1:pt x="283" y="64"/>
                    <ns1:pt x="283" y="142"/>
                  </ns1:cubicBezTo>
                  <ns1:cubicBezTo>
                    <ns1:pt x="283" y="219"/>
                    <ns1:pt x="220" y="283"/>
                    <ns1:pt x="142" y="283"/>
                  </ns1:cubicBezTo>
                  <ns1:cubicBezTo>
                    <ns1:pt x="64" y="283"/>
                    <ns1:pt x="0" y="219"/>
                    <ns1:pt x="0" y="142"/>
                  </ns1:cubicBezTo>
                  <ns1:cubicBezTo>
                    <ns1:pt x="0" y="64"/>
                    <ns1:pt x="64" y="0"/>
                    <ns1:pt x="142" y="0"/>
                  </ns1:cubicBezTo>
                  <ns1:moveTo>
                    <ns1:pt x="142" y="6"/>
                  </ns1:moveTo>
                  <ns1:cubicBezTo>
                    <ns1:pt x="67" y="6"/>
                    <ns1:pt x="6" y="67"/>
                    <ns1:pt x="6" y="142"/>
                  </ns1:cubicBezTo>
                  <ns1:cubicBezTo>
                    <ns1:pt x="6" y="216"/>
                    <ns1:pt x="67" y="277"/>
                    <ns1:pt x="142" y="277"/>
                  </ns1:cubicBezTo>
                  <ns1:cubicBezTo>
                    <ns1:pt x="217" y="277"/>
                    <ns1:pt x="278" y="216"/>
                    <ns1:pt x="278" y="142"/>
                  </ns1:cubicBezTo>
                  <ns1:cubicBezTo>
                    <ns1:pt x="278" y="67"/>
                    <ns1:pt x="217" y="6"/>
                    <ns1:pt x="14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4" name="Freeform 106"/>
            <ns0:cNvSpPr/>
            <ns0:nvPr userDrawn="1"/>
          </ns0:nvSpPr>
          <ns0:spPr bwMode="auto">
            <ns1:xfrm>
              <ns1:off x="4636079" y="2857359"/>
              <ns1:ext cx="1459664" cy="1308403"/>
            </ns1:xfrm>
            <ns1:custGeom>
              <ns1:avLst/>
              <ns1:gdLst>
                <ns1:gd name="T0" fmla="*/ 28 w 156"/>
                <ns1:gd name="T1" fmla="*/ 139 h 139"/>
                <ns1:gd name="T2" fmla="*/ 7 w 156"/>
                <ns1:gd name="T3" fmla="*/ 112 h 139"/>
                <ns1:gd name="T4" fmla="*/ 0 w 156"/>
                <ns1:gd name="T5" fmla="*/ 79 h 139"/>
                <ns1:gd name="T6" fmla="*/ 78 w 156"/>
                <ns1:gd name="T7" fmla="*/ 0 h 139"/>
                <ns1:gd name="T8" fmla="*/ 156 w 156"/>
                <ns1:gd name="T9" fmla="*/ 79 h 139"/>
                <ns1:gd name="T10" fmla="*/ 149 w 156"/>
                <ns1:gd name="T11" fmla="*/ 112 h 139"/>
                <ns1:gd name="T12" fmla="*/ 128 w 156"/>
                <ns1:gd name="T13" fmla="*/ 139 h 139"/>
                <ns1:gd name="T14" fmla="*/ 126 w 156"/>
                <ns1:gd name="T15" fmla="*/ 137 h 139"/>
                <ns1:gd name="T16" fmla="*/ 146 w 156"/>
                <ns1:gd name="T17" fmla="*/ 111 h 139"/>
                <ns1:gd name="T18" fmla="*/ 153 w 156"/>
                <ns1:gd name="T19" fmla="*/ 79 h 139"/>
                <ns1:gd name="T20" fmla="*/ 78 w 156"/>
                <ns1:gd name="T21" fmla="*/ 3 h 139"/>
                <ns1:gd name="T22" fmla="*/ 3 w 156"/>
                <ns1:gd name="T23" fmla="*/ 79 h 139"/>
                <ns1:gd name="T24" fmla="*/ 10 w 156"/>
                <ns1:gd name="T25" fmla="*/ 111 h 139"/>
                <ns1:gd name="T26" fmla="*/ 30 w 156"/>
                <ns1:gd name="T27" fmla="*/ 137 h 139"/>
                <ns1:gd name="T28" fmla="*/ 28 w 156"/>
                <ns1:gd name="T29" fmla="*/ 139 h 1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6" h="139">
                  <ns1:moveTo>
                    <ns1:pt x="28" y="139"/>
                  </ns1:moveTo>
                  <ns1:cubicBezTo>
                    <ns1:pt x="19" y="132"/>
                    <ns1:pt x="12" y="122"/>
                    <ns1:pt x="7" y="112"/>
                  </ns1:cubicBezTo>
                  <ns1:cubicBezTo>
                    <ns1:pt x="2" y="102"/>
                    <ns1:pt x="0" y="90"/>
                    <ns1:pt x="0" y="79"/>
                  </ns1:cubicBezTo>
                  <ns1:cubicBezTo>
                    <ns1:pt x="0" y="36"/>
                    <ns1:pt x="35" y="0"/>
                    <ns1:pt x="78" y="0"/>
                  </ns1:cubicBezTo>
                  <ns1:cubicBezTo>
                    <ns1:pt x="121" y="0"/>
                    <ns1:pt x="156" y="36"/>
                    <ns1:pt x="156" y="79"/>
                  </ns1:cubicBezTo>
                  <ns1:cubicBezTo>
                    <ns1:pt x="156" y="90"/>
                    <ns1:pt x="153" y="102"/>
                    <ns1:pt x="149" y="112"/>
                  </ns1:cubicBezTo>
                  <ns1:cubicBezTo>
                    <ns1:pt x="144" y="122"/>
                    <ns1:pt x="136" y="132"/>
                    <ns1:pt x="128" y="139"/>
                  </ns1:cubicBezTo>
                  <ns1:cubicBezTo>
                    <ns1:pt x="126" y="137"/>
                    <ns1:pt x="126" y="137"/>
                    <ns1:pt x="126" y="137"/>
                  </ns1:cubicBezTo>
                  <ns1:cubicBezTo>
                    <ns1:pt x="134" y="130"/>
                    <ns1:pt x="141" y="121"/>
                    <ns1:pt x="146" y="111"/>
                  </ns1:cubicBezTo>
                  <ns1:cubicBezTo>
                    <ns1:pt x="151" y="101"/>
                    <ns1:pt x="153" y="90"/>
                    <ns1:pt x="153" y="79"/>
                  </ns1:cubicBezTo>
                  <ns1:cubicBezTo>
                    <ns1:pt x="153" y="37"/>
                    <ns1:pt x="119" y="3"/>
                    <ns1:pt x="78" y="3"/>
                  </ns1:cubicBezTo>
                  <ns1:cubicBezTo>
                    <ns1:pt x="36" y="3"/>
                    <ns1:pt x="3" y="37"/>
                    <ns1:pt x="3" y="79"/>
                  </ns1:cubicBezTo>
                  <ns1:cubicBezTo>
                    <ns1:pt x="3" y="90"/>
                    <ns1:pt x="5" y="101"/>
                    <ns1:pt x="10" y="111"/>
                  </ns1:cubicBezTo>
                  <ns1:cubicBezTo>
                    <ns1:pt x="14" y="121"/>
                    <ns1:pt x="21" y="130"/>
                    <ns1:pt x="30" y="137"/>
                  </ns1:cubicBezTo>
                  <ns1:lnTo>
                    <ns1:pt x="28" y="1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5" name="Freeform 107"/>
            <ns0:cNvSpPr/>
            <ns0:nvPr userDrawn="1"/>
          </ns0:nvSpPr>
          <ns0:spPr bwMode="auto">
            <ns1:xfrm>
              <ns1:off x="4174734" y="3825426"/>
              <ns1:ext cx="302521" cy="219328"/>
            </ns1:xfrm>
            <ns1:custGeom>
              <ns1:avLst/>
              <ns1:gdLst>
                <ns1:gd name="T0" fmla="*/ 8 w 40"/>
                <ns1:gd name="T1" fmla="*/ 29 h 29"/>
                <ns1:gd name="T2" fmla="*/ 0 w 40"/>
                <ns1:gd name="T3" fmla="*/ 10 h 29"/>
                <ns1:gd name="T4" fmla="*/ 4 w 40"/>
                <ns1:gd name="T5" fmla="*/ 9 h 29"/>
                <ns1:gd name="T6" fmla="*/ 35 w 40"/>
                <ns1:gd name="T7" fmla="*/ 14 h 29"/>
                <ns1:gd name="T8" fmla="*/ 30 w 40"/>
                <ns1:gd name="T9" fmla="*/ 1 h 29"/>
                <ns1:gd name="T10" fmla="*/ 34 w 40"/>
                <ns1:gd name="T11" fmla="*/ 0 h 29"/>
                <ns1:gd name="T12" fmla="*/ 40 w 40"/>
                <ns1:gd name="T13" fmla="*/ 16 h 29"/>
                <ns1:gd name="T14" fmla="*/ 36 w 40"/>
                <ns1:gd name="T15" fmla="*/ 17 h 29"/>
                <ns1:gd name="T16" fmla="*/ 7 w 40"/>
                <ns1:gd name="T17" fmla="*/ 14 h 29"/>
                <ns1:gd name="T18" fmla="*/ 12 w 40"/>
                <ns1:gd name="T19" fmla="*/ 27 h 29"/>
                <ns1:gd name="T20" fmla="*/ 8 w 40"/>
                <ns1:gd name="T21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40" h="29">
                  <ns1:moveTo>
                    <ns1:pt x="8" y="29"/>
                  </ns1:moveTo>
                  <ns1:lnTo>
                    <ns1:pt x="0" y="10"/>
                  </ns1:lnTo>
                  <ns1:lnTo>
                    <ns1:pt x="4" y="9"/>
                  </ns1:lnTo>
                  <ns1:lnTo>
                    <ns1:pt x="35" y="14"/>
                  </ns1:lnTo>
                  <ns1:lnTo>
                    <ns1:pt x="30" y="1"/>
                  </ns1:lnTo>
                  <ns1:lnTo>
                    <ns1:pt x="34" y="0"/>
                  </ns1:lnTo>
                  <ns1:lnTo>
                    <ns1:pt x="40" y="16"/>
                  </ns1:lnTo>
                  <ns1:lnTo>
                    <ns1:pt x="36" y="17"/>
                  </ns1:lnTo>
                  <ns1:lnTo>
                    <ns1:pt x="7" y="14"/>
                  </ns1:lnTo>
                  <ns1:lnTo>
                    <ns1:pt x="12" y="27"/>
                  </ns1:lnTo>
                  <ns1:lnTo>
                    <ns1:pt x="8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6" name="Freeform 108"/>
            <ns0:cNvSpPr/>
            <ns0:nvPr userDrawn="1"/>
          </ns0:nvSpPr>
          <ns0:spPr bwMode="auto">
            <ns1:xfrm>
              <ns1:off x="4265491" y="3984249"/>
              <ns1:ext cx="287395" cy="234454"/>
            </ns1:xfrm>
            <ns1:custGeom>
              <ns1:avLst/>
              <ns1:gdLst>
                <ns1:gd name="T0" fmla="*/ 7 w 38"/>
                <ns1:gd name="T1" fmla="*/ 31 h 31"/>
                <ns1:gd name="T2" fmla="*/ 6 w 38"/>
                <ns1:gd name="T3" fmla="*/ 28 h 31"/>
                <ns1:gd name="T4" fmla="*/ 19 w 38"/>
                <ns1:gd name="T5" fmla="*/ 21 h 31"/>
                <ns1:gd name="T6" fmla="*/ 14 w 38"/>
                <ns1:gd name="T7" fmla="*/ 11 h 31"/>
                <ns1:gd name="T8" fmla="*/ 1 w 38"/>
                <ns1:gd name="T9" fmla="*/ 19 h 31"/>
                <ns1:gd name="T10" fmla="*/ 0 w 38"/>
                <ns1:gd name="T11" fmla="*/ 15 h 31"/>
                <ns1:gd name="T12" fmla="*/ 29 w 38"/>
                <ns1:gd name="T13" fmla="*/ 0 h 31"/>
                <ns1:gd name="T14" fmla="*/ 32 w 38"/>
                <ns1:gd name="T15" fmla="*/ 4 h 31"/>
                <ns1:gd name="T16" fmla="*/ 18 w 38"/>
                <ns1:gd name="T17" fmla="*/ 10 h 31"/>
                <ns1:gd name="T18" fmla="*/ 23 w 38"/>
                <ns1:gd name="T19" fmla="*/ 19 h 31"/>
                <ns1:gd name="T20" fmla="*/ 35 w 38"/>
                <ns1:gd name="T21" fmla="*/ 13 h 31"/>
                <ns1:gd name="T22" fmla="*/ 38 w 38"/>
                <ns1:gd name="T23" fmla="*/ 16 h 31"/>
                <ns1:gd name="T24" fmla="*/ 7 w 38"/>
                <ns1:gd name="T25" fmla="*/ 31 h 3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1">
                  <ns1:moveTo>
                    <ns1:pt x="7" y="31"/>
                  </ns1:moveTo>
                  <ns1:lnTo>
                    <ns1:pt x="6" y="28"/>
                  </ns1:lnTo>
                  <ns1:lnTo>
                    <ns1:pt x="19" y="21"/>
                  </ns1:lnTo>
                  <ns1:lnTo>
                    <ns1:pt x="14" y="11"/>
                  </ns1:lnTo>
                  <ns1:lnTo>
                    <ns1:pt x="1" y="19"/>
                  </ns1:lnTo>
                  <ns1:lnTo>
                    <ns1:pt x="0" y="15"/>
                  </ns1:lnTo>
                  <ns1:lnTo>
                    <ns1:pt x="29" y="0"/>
                  </ns1:lnTo>
                  <ns1:lnTo>
                    <ns1:pt x="32" y="4"/>
                  </ns1:lnTo>
                  <ns1:lnTo>
                    <ns1:pt x="18" y="10"/>
                  </ns1:lnTo>
                  <ns1:lnTo>
                    <ns1:pt x="23" y="19"/>
                  </ns1:lnTo>
                  <ns1:lnTo>
                    <ns1:pt x="35" y="13"/>
                  </ns1:lnTo>
                  <ns1:lnTo>
                    <ns1:pt x="38" y="16"/>
                  </ns1:lnTo>
                  <ns1:lnTo>
                    <ns1:pt x="7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7" name="Freeform 109"/>
            <ns0:cNvSpPr/>
            <ns0:nvPr userDrawn="1"/>
          </ns0:nvSpPr>
          <ns0:spPr bwMode="auto">
            <ns1:xfrm>
              <ns1:off x="4348684" y="4120384"/>
              <ns1:ext cx="287395" cy="249580"/>
            </ns1:xfrm>
            <ns1:custGeom>
              <ns1:avLst/>
              <ns1:gdLst>
                <ns1:gd name="T0" fmla="*/ 11 w 38"/>
                <ns1:gd name="T1" fmla="*/ 33 h 33"/>
                <ns1:gd name="T2" fmla="*/ 0 w 38"/>
                <ns1:gd name="T3" fmla="*/ 18 h 33"/>
                <ns1:gd name="T4" fmla="*/ 28 w 38"/>
                <ns1:gd name="T5" fmla="*/ 0 h 33"/>
                <ns1:gd name="T6" fmla="*/ 38 w 38"/>
                <ns1:gd name="T7" fmla="*/ 15 h 33"/>
                <ns1:gd name="T8" fmla="*/ 36 w 38"/>
                <ns1:gd name="T9" fmla="*/ 17 h 33"/>
                <ns1:gd name="T10" fmla="*/ 27 w 38"/>
                <ns1:gd name="T11" fmla="*/ 6 h 33"/>
                <ns1:gd name="T12" fmla="*/ 18 w 38"/>
                <ns1:gd name="T13" fmla="*/ 11 h 33"/>
                <ns1:gd name="T14" fmla="*/ 26 w 38"/>
                <ns1:gd name="T15" fmla="*/ 21 h 33"/>
                <ns1:gd name="T16" fmla="*/ 23 w 38"/>
                <ns1:gd name="T17" fmla="*/ 23 h 33"/>
                <ns1:gd name="T18" fmla="*/ 16 w 38"/>
                <ns1:gd name="T19" fmla="*/ 13 h 33"/>
                <ns1:gd name="T20" fmla="*/ 6 w 38"/>
                <ns1:gd name="T21" fmla="*/ 20 h 33"/>
                <ns1:gd name="T22" fmla="*/ 13 w 38"/>
                <ns1:gd name="T23" fmla="*/ 31 h 33"/>
                <ns1:gd name="T24" fmla="*/ 11 w 38"/>
                <ns1:gd name="T25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8" h="33">
                  <ns1:moveTo>
                    <ns1:pt x="11" y="33"/>
                  </ns1:moveTo>
                  <ns1:lnTo>
                    <ns1:pt x="0" y="18"/>
                  </ns1:lnTo>
                  <ns1:lnTo>
                    <ns1:pt x="28" y="0"/>
                  </ns1:lnTo>
                  <ns1:lnTo>
                    <ns1:pt x="38" y="15"/>
                  </ns1:lnTo>
                  <ns1:lnTo>
                    <ns1:pt x="36" y="17"/>
                  </ns1:lnTo>
                  <ns1:lnTo>
                    <ns1:pt x="27" y="6"/>
                  </ns1:lnTo>
                  <ns1:lnTo>
                    <ns1:pt x="18" y="11"/>
                  </ns1:lnTo>
                  <ns1:lnTo>
                    <ns1:pt x="26" y="21"/>
                  </ns1:lnTo>
                  <ns1:lnTo>
                    <ns1:pt x="23" y="23"/>
                  </ns1:lnTo>
                  <ns1:lnTo>
                    <ns1:pt x="16" y="13"/>
                  </ns1:lnTo>
                  <ns1:lnTo>
                    <ns1:pt x="6" y="20"/>
                  </ns1:lnTo>
                  <ns1:lnTo>
                    <ns1:pt x="13" y="31"/>
                  </ns1:lnTo>
                  <ns1:lnTo>
                    <ns1:pt x="1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8" name="Freeform 110"/>
            <ns0:cNvSpPr/>
            <ns0:nvPr userDrawn="1"/>
          </ns0:nvSpPr>
          <ns0:spPr bwMode="auto">
            <ns1:xfrm>
              <ns1:off x="4583138" y="4332148"/>
              <ns1:ext cx="181513" cy="219328"/>
            </ns1:xfrm>
            <ns1:custGeom>
              <ns1:avLst/>
              <ns1:gdLst>
                <ns1:gd name="T0" fmla="*/ 3 w 24"/>
                <ns1:gd name="T1" fmla="*/ 29 h 29"/>
                <ns1:gd name="T2" fmla="*/ 0 w 24"/>
                <ns1:gd name="T3" fmla="*/ 26 h 29"/>
                <ns1:gd name="T4" fmla="*/ 21 w 24"/>
                <ns1:gd name="T5" fmla="*/ 0 h 29"/>
                <ns1:gd name="T6" fmla="*/ 24 w 24"/>
                <ns1:gd name="T7" fmla="*/ 3 h 29"/>
                <ns1:gd name="T8" fmla="*/ 3 w 24"/>
                <ns1:gd name="T9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4" h="29">
                  <ns1:moveTo>
                    <ns1:pt x="3" y="29"/>
                  </ns1:moveTo>
                  <ns1:lnTo>
                    <ns1:pt x="0" y="26"/>
                  </ns1:lnTo>
                  <ns1:lnTo>
                    <ns1:pt x="21" y="0"/>
                  </ns1:lnTo>
                  <ns1:lnTo>
                    <ns1:pt x="24" y="3"/>
                  </ns1:lnTo>
                  <ns1:lnTo>
                    <ns1:pt x="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29" name="Freeform 111"/>
            <ns0:cNvSpPr>
              <ns1:spLocks noEditPoints="1"/>
            </ns0:cNvSpPr>
            <ns0:nvPr userDrawn="1"/>
          </ns0:nvSpPr>
          <ns0:spPr bwMode="auto">
            <ns1:xfrm>
              <ns1:off x="4643642" y="4392652"/>
              <ns1:ext cx="219328" cy="264706"/>
            </ns1:xfrm>
            <ns1:custGeom>
              <ns1:avLst/>
              <ns1:gdLst>
                <ns1:gd name="T0" fmla="*/ 11 w 29"/>
                <ns1:gd name="T1" fmla="*/ 32 h 35"/>
                <ns1:gd name="T2" fmla="*/ 16 w 29"/>
                <ns1:gd name="T3" fmla="*/ 23 h 35"/>
                <ns1:gd name="T4" fmla="*/ 11 w 29"/>
                <ns1:gd name="T5" fmla="*/ 20 h 35"/>
                <ns1:gd name="T6" fmla="*/ 3 w 29"/>
                <ns1:gd name="T7" fmla="*/ 27 h 35"/>
                <ns1:gd name="T8" fmla="*/ 0 w 29"/>
                <ns1:gd name="T9" fmla="*/ 25 h 35"/>
                <ns1:gd name="T10" fmla="*/ 24 w 29"/>
                <ns1:gd name="T11" fmla="*/ 0 h 35"/>
                <ns1:gd name="T12" fmla="*/ 29 w 29"/>
                <ns1:gd name="T13" fmla="*/ 2 h 35"/>
                <ns1:gd name="T14" fmla="*/ 16 w 29"/>
                <ns1:gd name="T15" fmla="*/ 35 h 35"/>
                <ns1:gd name="T16" fmla="*/ 11 w 29"/>
                <ns1:gd name="T17" fmla="*/ 32 h 35"/>
                <ns1:gd name="T18" fmla="*/ 19 w 29"/>
                <ns1:gd name="T19" fmla="*/ 18 h 35"/>
                <ns1:gd name="T20" fmla="*/ 24 w 29"/>
                <ns1:gd name="T21" fmla="*/ 7 h 35"/>
                <ns1:gd name="T22" fmla="*/ 23 w 29"/>
                <ns1:gd name="T23" fmla="*/ 6 h 35"/>
                <ns1:gd name="T24" fmla="*/ 14 w 29"/>
                <ns1:gd name="T25" fmla="*/ 16 h 35"/>
                <ns1:gd name="T26" fmla="*/ 19 w 29"/>
                <ns1:gd name="T27" fmla="*/ 18 h 3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29" h="35">
                  <ns1:moveTo>
                    <ns1:pt x="11" y="32"/>
                  </ns1:moveTo>
                  <ns1:lnTo>
                    <ns1:pt x="16" y="23"/>
                  </ns1:lnTo>
                  <ns1:lnTo>
                    <ns1:pt x="11" y="20"/>
                  </ns1:lnTo>
                  <ns1:lnTo>
                    <ns1:pt x="3" y="27"/>
                  </ns1:lnTo>
                  <ns1:lnTo>
                    <ns1:pt x="0" y="25"/>
                  </ns1:lnTo>
                  <ns1:lnTo>
                    <ns1:pt x="24" y="0"/>
                  </ns1:lnTo>
                  <ns1:lnTo>
                    <ns1:pt x="29" y="2"/>
                  </ns1:lnTo>
                  <ns1:lnTo>
                    <ns1:pt x="16" y="35"/>
                  </ns1:lnTo>
                  <ns1:lnTo>
                    <ns1:pt x="11" y="32"/>
                  </ns1:lnTo>
                  <ns1:close/>
                  <ns1:moveTo>
                    <ns1:pt x="19" y="18"/>
                  </ns1:moveTo>
                  <ns1:lnTo>
                    <ns1:pt x="24" y="7"/>
                  </ns1:lnTo>
                  <ns1:lnTo>
                    <ns1:pt x="23" y="6"/>
                  </ns1:lnTo>
                  <ns1:lnTo>
                    <ns1:pt x="14" y="16"/>
                  </ns1:lnTo>
                  <ns1:lnTo>
                    <ns1:pt x="19" y="18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0" name="Freeform 112"/>
            <ns0:cNvSpPr/>
            <ns0:nvPr userDrawn="1"/>
          </ns0:nvSpPr>
          <ns0:spPr bwMode="auto">
            <ns1:xfrm>
              <ns1:off x="4794903" y="4438031"/>
              <ns1:ext cx="242017" cy="294958"/>
            </ns1:xfrm>
            <ns1:custGeom>
              <ns1:avLst/>
              <ns1:gdLst>
                <ns1:gd name="T0" fmla="*/ 16 w 32"/>
                <ns1:gd name="T1" fmla="*/ 39 h 39"/>
                <ns1:gd name="T2" fmla="*/ 13 w 32"/>
                <ns1:gd name="T3" fmla="*/ 36 h 39"/>
                <ns1:gd name="T4" fmla="*/ 15 w 32"/>
                <ns1:gd name="T5" fmla="*/ 12 h 39"/>
                <ns1:gd name="T6" fmla="*/ 5 w 32"/>
                <ns1:gd name="T7" fmla="*/ 32 h 39"/>
                <ns1:gd name="T8" fmla="*/ 0 w 32"/>
                <ns1:gd name="T9" fmla="*/ 30 h 39"/>
                <ns1:gd name="T10" fmla="*/ 16 w 32"/>
                <ns1:gd name="T11" fmla="*/ 0 h 39"/>
                <ns1:gd name="T12" fmla="*/ 20 w 32"/>
                <ns1:gd name="T13" fmla="*/ 1 h 39"/>
                <ns1:gd name="T14" fmla="*/ 19 w 32"/>
                <ns1:gd name="T15" fmla="*/ 25 h 39"/>
                <ns1:gd name="T16" fmla="*/ 29 w 32"/>
                <ns1:gd name="T17" fmla="*/ 5 h 39"/>
                <ns1:gd name="T18" fmla="*/ 32 w 32"/>
                <ns1:gd name="T19" fmla="*/ 7 h 39"/>
                <ns1:gd name="T20" fmla="*/ 16 w 32"/>
                <ns1:gd name="T21" fmla="*/ 39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32" h="39">
                  <ns1:moveTo>
                    <ns1:pt x="16" y="39"/>
                  </ns1:moveTo>
                  <ns1:lnTo>
                    <ns1:pt x="13" y="36"/>
                  </ns1:lnTo>
                  <ns1:lnTo>
                    <ns1:pt x="15" y="12"/>
                  </ns1:lnTo>
                  <ns1:lnTo>
                    <ns1:pt x="5" y="32"/>
                  </ns1:lnTo>
                  <ns1:lnTo>
                    <ns1:pt x="0" y="30"/>
                  </ns1:lnTo>
                  <ns1:lnTo>
                    <ns1:pt x="16" y="0"/>
                  </ns1:lnTo>
                  <ns1:lnTo>
                    <ns1:pt x="20" y="1"/>
                  </ns1:lnTo>
                  <ns1:lnTo>
                    <ns1:pt x="19" y="25"/>
                  </ns1:lnTo>
                  <ns1:lnTo>
                    <ns1:pt x="29" y="5"/>
                  </ns1:lnTo>
                  <ns1:lnTo>
                    <ns1:pt x="32" y="7"/>
                  </ns1:lnTo>
                  <ns1:lnTo>
                    <ns1:pt x="16" y="3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1" name="Freeform 113"/>
            <ns0:cNvSpPr/>
            <ns0:nvPr userDrawn="1"/>
          </ns0:nvSpPr>
          <ns0:spPr bwMode="auto">
            <ns1:xfrm>
              <ns1:off x="4983978" y="4506098"/>
              <ns1:ext cx="173950" cy="272269"/>
            </ns1:xfrm>
            <ns1:custGeom>
              <ns1:avLst/>
              <ns1:gdLst>
                <ns1:gd name="T0" fmla="*/ 12 w 19"/>
                <ns1:gd name="T1" fmla="*/ 29 h 29"/>
                <ns1:gd name="T2" fmla="*/ 10 w 19"/>
                <ns1:gd name="T3" fmla="*/ 29 h 29"/>
                <ns1:gd name="T4" fmla="*/ 10 w 19"/>
                <ns1:gd name="T5" fmla="*/ 26 h 29"/>
                <ns1:gd name="T6" fmla="*/ 8 w 19"/>
                <ns1:gd name="T7" fmla="*/ 27 h 29"/>
                <ns1:gd name="T8" fmla="*/ 5 w 19"/>
                <ns1:gd name="T9" fmla="*/ 27 h 29"/>
                <ns1:gd name="T10" fmla="*/ 1 w 19"/>
                <ns1:gd name="T11" fmla="*/ 23 h 29"/>
                <ns1:gd name="T12" fmla="*/ 1 w 19"/>
                <ns1:gd name="T13" fmla="*/ 13 h 29"/>
                <ns1:gd name="T14" fmla="*/ 6 w 19"/>
                <ns1:gd name="T15" fmla="*/ 3 h 29"/>
                <ns1:gd name="T16" fmla="*/ 14 w 19"/>
                <ns1:gd name="T17" fmla="*/ 1 h 29"/>
                <ns1:gd name="T18" fmla="*/ 18 w 19"/>
                <ns1:gd name="T19" fmla="*/ 11 h 29"/>
                <ns1:gd name="T20" fmla="*/ 15 w 19"/>
                <ns1:gd name="T21" fmla="*/ 11 h 29"/>
                <ns1:gd name="T22" fmla="*/ 13 w 19"/>
                <ns1:gd name="T23" fmla="*/ 4 h 29"/>
                <ns1:gd name="T24" fmla="*/ 8 w 19"/>
                <ns1:gd name="T25" fmla="*/ 6 h 29"/>
                <ns1:gd name="T26" fmla="*/ 5 w 19"/>
                <ns1:gd name="T27" fmla="*/ 14 h 29"/>
                <ns1:gd name="T28" fmla="*/ 4 w 19"/>
                <ns1:gd name="T29" fmla="*/ 21 h 29"/>
                <ns1:gd name="T30" fmla="*/ 6 w 19"/>
                <ns1:gd name="T31" fmla="*/ 24 h 29"/>
                <ns1:gd name="T32" fmla="*/ 9 w 19"/>
                <ns1:gd name="T33" fmla="*/ 24 h 29"/>
                <ns1:gd name="T34" fmla="*/ 12 w 19"/>
                <ns1:gd name="T35" fmla="*/ 20 h 29"/>
                <ns1:gd name="T36" fmla="*/ 12 w 19"/>
                <ns1:gd name="T37" fmla="*/ 18 h 29"/>
                <ns1:gd name="T38" fmla="*/ 8 w 19"/>
                <ns1:gd name="T39" fmla="*/ 17 h 29"/>
                <ns1:gd name="T40" fmla="*/ 9 w 19"/>
                <ns1:gd name="T41" fmla="*/ 14 h 29"/>
                <ns1:gd name="T42" fmla="*/ 16 w 19"/>
                <ns1:gd name="T43" fmla="*/ 17 h 29"/>
                <ns1:gd name="T44" fmla="*/ 12 w 19"/>
                <ns1:gd name="T45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</ns1:cxnLst>
              <ns1:rect l="0" t="0" r="r" b="b"/>
              <ns1:pathLst>
                <ns1:path w="19" h="29">
                  <ns1:moveTo>
                    <ns1:pt x="12" y="29"/>
                  </ns1:moveTo>
                  <ns1:cubicBezTo>
                    <ns1:pt x="10" y="29"/>
                    <ns1:pt x="10" y="29"/>
                    <ns1:pt x="10" y="29"/>
                  </ns1:cubicBezTo>
                  <ns1:cubicBezTo>
                    <ns1:pt x="10" y="26"/>
                    <ns1:pt x="10" y="26"/>
                    <ns1:pt x="10" y="26"/>
                  </ns1:cubicBezTo>
                  <ns1:cubicBezTo>
                    <ns1:pt x="9" y="27"/>
                    <ns1:pt x="9" y="27"/>
                    <ns1:pt x="8" y="27"/>
                  </ns1:cubicBezTo>
                  <ns1:cubicBezTo>
                    <ns1:pt x="7" y="27"/>
                    <ns1:pt x="6" y="27"/>
                    <ns1:pt x="5" y="27"/>
                  </ns1:cubicBezTo>
                  <ns1:cubicBezTo>
                    <ns1:pt x="3" y="26"/>
                    <ns1:pt x="2" y="25"/>
                    <ns1:pt x="1" y="23"/>
                  </ns1:cubicBezTo>
                  <ns1:cubicBezTo>
                    <ns1:pt x="0" y="20"/>
                    <ns1:pt x="0" y="17"/>
                    <ns1:pt x="1" y="13"/>
                  </ns1:cubicBezTo>
                  <ns1:cubicBezTo>
                    <ns1:pt x="3" y="8"/>
                    <ns1:pt x="4" y="5"/>
                    <ns1:pt x="6" y="3"/>
                  </ns1:cubicBezTo>
                  <ns1:cubicBezTo>
                    <ns1:pt x="9" y="1"/>
                    <ns1:pt x="12" y="0"/>
                    <ns1:pt x="14" y="1"/>
                  </ns1:cubicBezTo>
                  <ns1:cubicBezTo>
                    <ns1:pt x="17" y="2"/>
                    <ns1:pt x="19" y="6"/>
                    <ns1:pt x="18" y="11"/>
                  </ns1:cubicBezTo>
                  <ns1:cubicBezTo>
                    <ns1:pt x="15" y="11"/>
                    <ns1:pt x="15" y="11"/>
                    <ns1:pt x="15" y="11"/>
                  </ns1:cubicBezTo>
                  <ns1:cubicBezTo>
                    <ns1:pt x="16" y="9"/>
                    <ns1:pt x="15" y="5"/>
                    <ns1:pt x="13" y="4"/>
                  </ns1:cubicBezTo>
                  <ns1:cubicBezTo>
                    <ns1:pt x="11" y="4"/>
                    <ns1:pt x="9" y="4"/>
                    <ns1:pt x="8" y="6"/>
                  </ns1:cubicBezTo>
                  <ns1:cubicBezTo>
                    <ns1:pt x="7" y="7"/>
                    <ns1:pt x="6" y="10"/>
                    <ns1:pt x="5" y="14"/>
                  </ns1:cubicBezTo>
                  <ns1:cubicBezTo>
                    <ns1:pt x="4" y="17"/>
                    <ns1:pt x="3" y="20"/>
                    <ns1:pt x="4" y="21"/>
                  </ns1:cubicBezTo>
                  <ns1:cubicBezTo>
                    <ns1:pt x="4" y="23"/>
                    <ns1:pt x="5" y="24"/>
                    <ns1:pt x="6" y="24"/>
                  </ns1:cubicBezTo>
                  <ns1:cubicBezTo>
                    <ns1:pt x="7" y="25"/>
                    <ns1:pt x="9" y="25"/>
                    <ns1:pt x="9" y="24"/>
                  </ns1:cubicBezTo>
                  <ns1:cubicBezTo>
                    <ns1:pt x="10" y="23"/>
                    <ns1:pt x="11" y="22"/>
                    <ns1:pt x="12" y="20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8" y="17"/>
                    <ns1:pt x="8" y="17"/>
                    <ns1:pt x="8" y="17"/>
                  </ns1:cubicBezTo>
                  <ns1:cubicBezTo>
                    <ns1:pt x="9" y="14"/>
                    <ns1:pt x="9" y="14"/>
                    <ns1:pt x="9" y="14"/>
                  </ns1:cubicBezTo>
                  <ns1:cubicBezTo>
                    <ns1:pt x="16" y="17"/>
                    <ns1:pt x="16" y="17"/>
                    <ns1:pt x="16" y="17"/>
                  </ns1:cubicBezTo>
                  <ns1:lnTo>
                    <ns1:pt x="12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2" name="Freeform 114"/>
            <ns0:cNvSpPr/>
            <ns0:nvPr userDrawn="1"/>
          </ns0:nvSpPr>
          <ns0:spPr bwMode="auto">
            <ns1:xfrm>
              <ns1:off x="5301626" y="4543913"/>
              <ns1:ext cx="143698" cy="249580"/>
            </ns1:xfrm>
            <ns1:custGeom>
              <ns1:avLst/>
              <ns1:gdLst>
                <ns1:gd name="T0" fmla="*/ 15 w 15"/>
                <ns1:gd name="T1" fmla="*/ 19 h 27"/>
                <ns1:gd name="T2" fmla="*/ 13 w 15"/>
                <ns1:gd name="T3" fmla="*/ 25 h 27"/>
                <ns1:gd name="T4" fmla="*/ 7 w 15"/>
                <ns1:gd name="T5" fmla="*/ 27 h 27"/>
                <ns1:gd name="T6" fmla="*/ 1 w 15"/>
                <ns1:gd name="T7" fmla="*/ 25 h 27"/>
                <ns1:gd name="T8" fmla="*/ 0 w 15"/>
                <ns1:gd name="T9" fmla="*/ 19 h 27"/>
                <ns1:gd name="T10" fmla="*/ 0 w 15"/>
                <ns1:gd name="T11" fmla="*/ 0 h 27"/>
                <ns1:gd name="T12" fmla="*/ 4 w 15"/>
                <ns1:gd name="T13" fmla="*/ 0 h 27"/>
                <ns1:gd name="T14" fmla="*/ 3 w 15"/>
                <ns1:gd name="T15" fmla="*/ 19 h 27"/>
                <ns1:gd name="T16" fmla="*/ 4 w 15"/>
                <ns1:gd name="T17" fmla="*/ 23 h 27"/>
                <ns1:gd name="T18" fmla="*/ 7 w 15"/>
                <ns1:gd name="T19" fmla="*/ 24 h 27"/>
                <ns1:gd name="T20" fmla="*/ 10 w 15"/>
                <ns1:gd name="T21" fmla="*/ 23 h 27"/>
                <ns1:gd name="T22" fmla="*/ 11 w 15"/>
                <ns1:gd name="T23" fmla="*/ 19 h 27"/>
                <ns1:gd name="T24" fmla="*/ 12 w 15"/>
                <ns1:gd name="T25" fmla="*/ 0 h 27"/>
                <ns1:gd name="T26" fmla="*/ 15 w 15"/>
                <ns1:gd name="T27" fmla="*/ 0 h 27"/>
                <ns1:gd name="T28" fmla="*/ 15 w 15"/>
                <ns1:gd name="T29" fmla="*/ 19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15" h="27">
                  <ns1:moveTo>
                    <ns1:pt x="15" y="19"/>
                  </ns1:moveTo>
                  <ns1:cubicBezTo>
                    <ns1:pt x="15" y="22"/>
                    <ns1:pt x="14" y="24"/>
                    <ns1:pt x="13" y="25"/>
                  </ns1:cubicBezTo>
                  <ns1:cubicBezTo>
                    <ns1:pt x="11" y="27"/>
                    <ns1:pt x="10" y="27"/>
                    <ns1:pt x="7" y="27"/>
                  </ns1:cubicBezTo>
                  <ns1:cubicBezTo>
                    <ns1:pt x="4" y="27"/>
                    <ns1:pt x="2" y="26"/>
                    <ns1:pt x="1" y="25"/>
                  </ns1:cubicBezTo>
                  <ns1:cubicBezTo>
                    <ns1:pt x="0" y="23"/>
                    <ns1:pt x="0" y="21"/>
                    <ns1:pt x="0" y="19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3" y="19"/>
                    <ns1:pt x="3" y="19"/>
                    <ns1:pt x="3" y="19"/>
                  </ns1:cubicBezTo>
                  <ns1:cubicBezTo>
                    <ns1:pt x="3" y="21"/>
                    <ns1:pt x="3" y="22"/>
                    <ns1:pt x="4" y="23"/>
                  </ns1:cubicBezTo>
                  <ns1:cubicBezTo>
                    <ns1:pt x="5" y="24"/>
                    <ns1:pt x="6" y="24"/>
                    <ns1:pt x="7" y="24"/>
                  </ns1:cubicBezTo>
                  <ns1:cubicBezTo>
                    <ns1:pt x="8" y="24"/>
                    <ns1:pt x="9" y="24"/>
                    <ns1:pt x="10" y="23"/>
                  </ns1:cubicBezTo>
                  <ns1:cubicBezTo>
                    <ns1:pt x="11" y="22"/>
                    <ns1:pt x="11" y="21"/>
                    <ns1:pt x="11" y="19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15" y="0"/>
                    <ns1:pt x="15" y="0"/>
                    <ns1:pt x="15" y="0"/>
                  </ns1:cubicBezTo>
                  <ns1:lnTo>
                    <ns1:pt x="15" y="1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3" name="Freeform 115"/>
            <ns0:cNvSpPr/>
            <ns0:nvPr userDrawn="1"/>
          </ns0:nvSpPr>
          <ns0:spPr bwMode="auto">
            <ns1:xfrm>
              <ns1:off x="5460449" y="4521224"/>
              <ns1:ext cx="158824" cy="272269"/>
            </ns1:xfrm>
            <ns1:custGeom>
              <ns1:avLst/>
              <ns1:gdLst>
                <ns1:gd name="T0" fmla="*/ 21 w 21"/>
                <ns1:gd name="T1" fmla="*/ 33 h 36"/>
                <ns1:gd name="T2" fmla="*/ 17 w 21"/>
                <ns1:gd name="T3" fmla="*/ 34 h 36"/>
                <ns1:gd name="T4" fmla="*/ 5 w 21"/>
                <ns1:gd name="T5" fmla="*/ 11 h 36"/>
                <ns1:gd name="T6" fmla="*/ 8 w 21"/>
                <ns1:gd name="T7" fmla="*/ 35 h 36"/>
                <ns1:gd name="T8" fmla="*/ 3 w 21"/>
                <ns1:gd name="T9" fmla="*/ 36 h 36"/>
                <ns1:gd name="T10" fmla="*/ 0 w 21"/>
                <ns1:gd name="T11" fmla="*/ 3 h 36"/>
                <ns1:gd name="T12" fmla="*/ 5 w 21"/>
                <ns1:gd name="T13" fmla="*/ 1 h 36"/>
                <ns1:gd name="T14" fmla="*/ 15 w 21"/>
                <ns1:gd name="T15" fmla="*/ 18 h 36"/>
                <ns1:gd name="T16" fmla="*/ 12 w 21"/>
                <ns1:gd name="T17" fmla="*/ 0 h 36"/>
                <ns1:gd name="T18" fmla="*/ 16 w 21"/>
                <ns1:gd name="T19" fmla="*/ 0 h 36"/>
                <ns1:gd name="T20" fmla="*/ 21 w 21"/>
                <ns1:gd name="T21" fmla="*/ 33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21" h="36">
                  <ns1:moveTo>
                    <ns1:pt x="21" y="33"/>
                  </ns1:moveTo>
                  <ns1:lnTo>
                    <ns1:pt x="17" y="34"/>
                  </ns1:lnTo>
                  <ns1:lnTo>
                    <ns1:pt x="5" y="11"/>
                  </ns1:lnTo>
                  <ns1:lnTo>
                    <ns1:pt x="8" y="35"/>
                  </ns1:lnTo>
                  <ns1:lnTo>
                    <ns1:pt x="3" y="36"/>
                  </ns1:lnTo>
                  <ns1:lnTo>
                    <ns1:pt x="0" y="3"/>
                  </ns1:lnTo>
                  <ns1:lnTo>
                    <ns1:pt x="5" y="1"/>
                  </ns1:lnTo>
                  <ns1:lnTo>
                    <ns1:pt x="15" y="18"/>
                  </ns1:lnTo>
                  <ns1:lnTo>
                    <ns1:pt x="12" y="0"/>
                  </ns1:lnTo>
                  <ns1:lnTo>
                    <ns1:pt x="16" y="0"/>
                  </ns1:lnTo>
                  <ns1:lnTo>
                    <ns1:pt x="21" y="3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4" name="Freeform 116"/>
            <ns0:cNvSpPr/>
            <ns0:nvPr userDrawn="1"/>
          </ns0:nvSpPr>
          <ns0:spPr bwMode="auto">
            <ns1:xfrm>
              <ns1:off x="5611710" y="4506098"/>
              <ns1:ext cx="105882" cy="249580"/>
            </ns1:xfrm>
            <ns1:custGeom>
              <ns1:avLst/>
              <ns1:gdLst>
                <ns1:gd name="T0" fmla="*/ 14 w 14"/>
                <ns1:gd name="T1" fmla="*/ 31 h 33"/>
                <ns1:gd name="T2" fmla="*/ 9 w 14"/>
                <ns1:gd name="T3" fmla="*/ 33 h 33"/>
                <ns1:gd name="T4" fmla="*/ 0 w 14"/>
                <ns1:gd name="T5" fmla="*/ 1 h 33"/>
                <ns1:gd name="T6" fmla="*/ 4 w 14"/>
                <ns1:gd name="T7" fmla="*/ 0 h 33"/>
                <ns1:gd name="T8" fmla="*/ 14 w 14"/>
                <ns1:gd name="T9" fmla="*/ 31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4" h="33">
                  <ns1:moveTo>
                    <ns1:pt x="14" y="31"/>
                  </ns1:moveTo>
                  <ns1:lnTo>
                    <ns1:pt x="9" y="33"/>
                  </ns1:lnTo>
                  <ns1:lnTo>
                    <ns1:pt x="0" y="1"/>
                  </ns1:lnTo>
                  <ns1:lnTo>
                    <ns1:pt x="4" y="0"/>
                  </ns1:lnTo>
                  <ns1:lnTo>
                    <ns1:pt x="14" y="3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5" name="Freeform 117"/>
            <ns0:cNvSpPr/>
            <ns0:nvPr userDrawn="1"/>
          </ns0:nvSpPr>
          <ns0:spPr bwMode="auto">
            <ns1:xfrm>
              <ns1:off x="5664651" y="4438031"/>
              <ns1:ext cx="173950" cy="279832"/>
            </ns1:xfrm>
            <ns1:custGeom>
              <ns1:avLst/>
              <ns1:gdLst>
                <ns1:gd name="T0" fmla="*/ 18 w 23"/>
                <ns1:gd name="T1" fmla="*/ 0 h 37"/>
                <ns1:gd name="T2" fmla="*/ 23 w 23"/>
                <ns1:gd name="T3" fmla="*/ 35 h 37"/>
                <ns1:gd name="T4" fmla="*/ 19 w 23"/>
                <ns1:gd name="T5" fmla="*/ 37 h 37"/>
                <ns1:gd name="T6" fmla="*/ 0 w 23"/>
                <ns1:gd name="T7" fmla="*/ 7 h 37"/>
                <ns1:gd name="T8" fmla="*/ 4 w 23"/>
                <ns1:gd name="T9" fmla="*/ 6 h 37"/>
                <ns1:gd name="T10" fmla="*/ 18 w 23"/>
                <ns1:gd name="T11" fmla="*/ 26 h 37"/>
                <ns1:gd name="T12" fmla="*/ 14 w 23"/>
                <ns1:gd name="T13" fmla="*/ 1 h 37"/>
                <ns1:gd name="T14" fmla="*/ 18 w 23"/>
                <ns1:gd name="T15" fmla="*/ 0 h 3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3" h="37">
                  <ns1:moveTo>
                    <ns1:pt x="18" y="0"/>
                  </ns1:moveTo>
                  <ns1:lnTo>
                    <ns1:pt x="23" y="35"/>
                  </ns1:lnTo>
                  <ns1:lnTo>
                    <ns1:pt x="19" y="37"/>
                  </ns1:lnTo>
                  <ns1:lnTo>
                    <ns1:pt x="0" y="7"/>
                  </ns1:lnTo>
                  <ns1:lnTo>
                    <ns1:pt x="4" y="6"/>
                  </ns1:lnTo>
                  <ns1:lnTo>
                    <ns1:pt x="18" y="26"/>
                  </ns1:lnTo>
                  <ns1:lnTo>
                    <ns1:pt x="14" y="1"/>
                  </ns1:lnTo>
                  <ns1:lnTo>
                    <ns1:pt x="1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6" name="Freeform 118"/>
            <ns0:cNvSpPr/>
            <ns0:nvPr userDrawn="1"/>
          </ns0:nvSpPr>
          <ns0:spPr bwMode="auto">
            <ns1:xfrm>
              <ns1:off x="5808348" y="4369963"/>
              <ns1:ext cx="249580" cy="287395"/>
            </ns1:xfrm>
            <ns1:custGeom>
              <ns1:avLst/>
              <ns1:gdLst>
                <ns1:gd name="T0" fmla="*/ 33 w 33"/>
                <ns1:gd name="T1" fmla="*/ 29 h 38"/>
                <ns1:gd name="T2" fmla="*/ 17 w 33"/>
                <ns1:gd name="T3" fmla="*/ 38 h 38"/>
                <ns1:gd name="T4" fmla="*/ 0 w 33"/>
                <ns1:gd name="T5" fmla="*/ 8 h 38"/>
                <ns1:gd name="T6" fmla="*/ 15 w 33"/>
                <ns1:gd name="T7" fmla="*/ 0 h 38"/>
                <ns1:gd name="T8" fmla="*/ 17 w 33"/>
                <ns1:gd name="T9" fmla="*/ 3 h 38"/>
                <ns1:gd name="T10" fmla="*/ 6 w 33"/>
                <ns1:gd name="T11" fmla="*/ 9 h 38"/>
                <ns1:gd name="T12" fmla="*/ 11 w 33"/>
                <ns1:gd name="T13" fmla="*/ 19 h 38"/>
                <ns1:gd name="T14" fmla="*/ 22 w 33"/>
                <ns1:gd name="T15" fmla="*/ 13 h 38"/>
                <ns1:gd name="T16" fmla="*/ 23 w 33"/>
                <ns1:gd name="T17" fmla="*/ 16 h 38"/>
                <ns1:gd name="T18" fmla="*/ 14 w 33"/>
                <ns1:gd name="T19" fmla="*/ 21 h 38"/>
                <ns1:gd name="T20" fmla="*/ 20 w 33"/>
                <ns1:gd name="T21" fmla="*/ 33 h 38"/>
                <ns1:gd name="T22" fmla="*/ 31 w 33"/>
                <ns1:gd name="T23" fmla="*/ 25 h 38"/>
                <ns1:gd name="T24" fmla="*/ 33 w 33"/>
                <ns1:gd name="T25" fmla="*/ 29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3" h="38">
                  <ns1:moveTo>
                    <ns1:pt x="33" y="29"/>
                  </ns1:moveTo>
                  <ns1:lnTo>
                    <ns1:pt x="17" y="38"/>
                  </ns1:lnTo>
                  <ns1:lnTo>
                    <ns1:pt x="0" y="8"/>
                  </ns1:lnTo>
                  <ns1:lnTo>
                    <ns1:pt x="15" y="0"/>
                  </ns1:lnTo>
                  <ns1:lnTo>
                    <ns1:pt x="17" y="3"/>
                  </ns1:lnTo>
                  <ns1:lnTo>
                    <ns1:pt x="6" y="9"/>
                  </ns1:lnTo>
                  <ns1:lnTo>
                    <ns1:pt x="11" y="19"/>
                  </ns1:lnTo>
                  <ns1:lnTo>
                    <ns1:pt x="22" y="13"/>
                  </ns1:lnTo>
                  <ns1:lnTo>
                    <ns1:pt x="23" y="16"/>
                  </ns1:lnTo>
                  <ns1:lnTo>
                    <ns1:pt x="14" y="21"/>
                  </ns1:lnTo>
                  <ns1:lnTo>
                    <ns1:pt x="20" y="33"/>
                  </ns1:lnTo>
                  <ns1:lnTo>
                    <ns1:pt x="31" y="25"/>
                  </ns1:lnTo>
                  <ns1:lnTo>
                    <ns1:pt x="33" y="29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7" name="Freeform 119"/>
            <ns0:cNvSpPr>
              <ns1:spLocks noEditPoints="1"/>
            </ns0:cNvSpPr>
            <ns0:nvPr userDrawn="1"/>
          </ns0:nvSpPr>
          <ns0:spPr bwMode="auto">
            <ns1:xfrm>
              <ns1:off x="5936920" y="4309459"/>
              <ns1:ext cx="257143" cy="257143"/>
            </ns1:xfrm>
            <ns1:custGeom>
              <ns1:avLst/>
              <ns1:gdLst>
                <ns1:gd name="T0" fmla="*/ 27 w 27"/>
                <ns1:gd name="T1" fmla="*/ 20 h 28"/>
                <ns1:gd name="T2" fmla="*/ 24 w 27"/>
                <ns1:gd name="T3" fmla="*/ 22 h 28"/>
                <ns1:gd name="T4" fmla="*/ 15 w 27"/>
                <ns1:gd name="T5" fmla="*/ 14 h 28"/>
                <ns1:gd name="T6" fmla="*/ 12 w 27"/>
                <ns1:gd name="T7" fmla="*/ 17 h 28"/>
                <ns1:gd name="T8" fmla="*/ 19 w 27"/>
                <ns1:gd name="T9" fmla="*/ 26 h 28"/>
                <ns1:gd name="T10" fmla="*/ 16 w 27"/>
                <ns1:gd name="T11" fmla="*/ 28 h 28"/>
                <ns1:gd name="T12" fmla="*/ 0 w 27"/>
                <ns1:gd name="T13" fmla="*/ 6 h 28"/>
                <ns1:gd name="T14" fmla="*/ 5 w 27"/>
                <ns1:gd name="T15" fmla="*/ 2 h 28"/>
                <ns1:gd name="T16" fmla="*/ 11 w 27"/>
                <ns1:gd name="T17" fmla="*/ 0 h 28"/>
                <ns1:gd name="T18" fmla="*/ 18 w 27"/>
                <ns1:gd name="T19" fmla="*/ 8 h 28"/>
                <ns1:gd name="T20" fmla="*/ 17 w 27"/>
                <ns1:gd name="T21" fmla="*/ 12 h 28"/>
                <ns1:gd name="T22" fmla="*/ 27 w 27"/>
                <ns1:gd name="T23" fmla="*/ 20 h 28"/>
                <ns1:gd name="T24" fmla="*/ 10 w 27"/>
                <ns1:gd name="T25" fmla="*/ 4 h 28"/>
                <ns1:gd name="T26" fmla="*/ 5 w 27"/>
                <ns1:gd name="T27" fmla="*/ 6 h 28"/>
                <ns1:gd name="T28" fmla="*/ 10 w 27"/>
                <ns1:gd name="T29" fmla="*/ 13 h 28"/>
                <ns1:gd name="T30" fmla="*/ 14 w 27"/>
                <ns1:gd name="T31" fmla="*/ 10 h 28"/>
                <ns1:gd name="T32" fmla="*/ 10 w 27"/>
                <ns1:gd name="T33" fmla="*/ 4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7" h="28">
                  <ns1:moveTo>
                    <ns1:pt x="27" y="20"/>
                  </ns1:moveTo>
                  <ns1:cubicBezTo>
                    <ns1:pt x="24" y="22"/>
                    <ns1:pt x="24" y="22"/>
                    <ns1:pt x="24" y="22"/>
                  </ns1:cubicBezTo>
                  <ns1:cubicBezTo>
                    <ns1:pt x="15" y="14"/>
                    <ns1:pt x="15" y="14"/>
                    <ns1:pt x="15" y="14"/>
                  </ns1:cubicBezTo>
                  <ns1:cubicBezTo>
                    <ns1:pt x="12" y="17"/>
                    <ns1:pt x="12" y="17"/>
                    <ns1:pt x="12" y="17"/>
                  </ns1:cubicBezTo>
                  <ns1:cubicBezTo>
                    <ns1:pt x="19" y="26"/>
                    <ns1:pt x="19" y="26"/>
                    <ns1:pt x="19" y="26"/>
                  </ns1:cubicBezTo>
                  <ns1:cubicBezTo>
                    <ns1:pt x="16" y="28"/>
                    <ns1:pt x="16" y="28"/>
                    <ns1:pt x="16" y="2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5" y="2"/>
                    <ns1:pt x="5" y="2"/>
                    <ns1:pt x="5" y="2"/>
                  </ns1:cubicBezTo>
                  <ns1:cubicBezTo>
                    <ns1:pt x="7" y="1"/>
                    <ns1:pt x="9" y="0"/>
                    <ns1:pt x="11" y="0"/>
                  </ns1:cubicBezTo>
                  <ns1:cubicBezTo>
                    <ns1:pt x="16" y="1"/>
                    <ns1:pt x="18" y="4"/>
                    <ns1:pt x="18" y="8"/>
                  </ns1:cubicBezTo>
                  <ns1:cubicBezTo>
                    <ns1:pt x="18" y="9"/>
                    <ns1:pt x="18" y="11"/>
                    <ns1:pt x="17" y="12"/>
                  </ns1:cubicBezTo>
                  <ns1:lnTo>
                    <ns1:pt x="27" y="20"/>
                  </ns1:lnTo>
                  <ns1:close/>
                  <ns1:moveTo>
                    <ns1:pt x="10" y="4"/>
                  </ns1:moveTo>
                  <ns1:cubicBezTo>
                    <ns1:pt x="8" y="3"/>
                    <ns1:pt x="6" y="5"/>
                    <ns1:pt x="5" y="6"/>
                  </ns1:cubicBezTo>
                  <ns1:cubicBezTo>
                    <ns1:pt x="10" y="13"/>
                    <ns1:pt x="10" y="13"/>
                    <ns1:pt x="10" y="13"/>
                  </ns1:cubicBezTo>
                  <ns1:cubicBezTo>
                    <ns1:pt x="12" y="12"/>
                    <ns1:pt x="12" y="12"/>
                    <ns1:pt x="14" y="10"/>
                  </ns1:cubicBezTo>
                  <ns1:cubicBezTo>
                    <ns1:pt x="14" y="7"/>
                    <ns1:pt x="13" y="5"/>
                    <ns1:pt x="10" y="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8" name="Freeform 120"/>
            <ns0:cNvSpPr/>
            <ns0:nvPr userDrawn="1"/>
          </ns0:nvSpPr>
          <ns0:spPr bwMode="auto">
            <ns1:xfrm>
              <ns1:off x="6073054" y="4196014"/>
              <ns1:ext cx="257143" cy="219328"/>
            </ns1:xfrm>
            <ns1:custGeom>
              <ns1:avLst/>
              <ns1:gdLst>
                <ns1:gd name="T0" fmla="*/ 22 w 28"/>
                <ns1:gd name="T1" fmla="*/ 10 h 24"/>
                <ns1:gd name="T2" fmla="*/ 19 w 28"/>
                <ns1:gd name="T3" fmla="*/ 24 h 24"/>
                <ns1:gd name="T4" fmla="*/ 14 w 28"/>
                <ns1:gd name="T5" fmla="*/ 23 h 24"/>
                <ns1:gd name="T6" fmla="*/ 15 w 28"/>
                <ns1:gd name="T7" fmla="*/ 20 h 24"/>
                <ns1:gd name="T8" fmla="*/ 18 w 28"/>
                <ns1:gd name="T9" fmla="*/ 21 h 24"/>
                <ns1:gd name="T10" fmla="*/ 20 w 28"/>
                <ns1:gd name="T11" fmla="*/ 13 h 24"/>
                <ns1:gd name="T12" fmla="*/ 17 w 28"/>
                <ns1:gd name="T13" fmla="*/ 12 h 24"/>
                <ns1:gd name="T14" fmla="*/ 8 w 28"/>
                <ns1:gd name="T15" fmla="*/ 15 h 24"/>
                <ns1:gd name="T16" fmla="*/ 0 w 28"/>
                <ns1:gd name="T17" fmla="*/ 9 h 24"/>
                <ns1:gd name="T18" fmla="*/ 2 w 28"/>
                <ns1:gd name="T19" fmla="*/ 4 h 24"/>
                <ns1:gd name="T20" fmla="*/ 11 w 28"/>
                <ns1:gd name="T21" fmla="*/ 2 h 24"/>
                <ns1:gd name="T22" fmla="*/ 10 w 28"/>
                <ns1:gd name="T23" fmla="*/ 5 h 24"/>
                <ns1:gd name="T24" fmla="*/ 4 w 28"/>
                <ns1:gd name="T25" fmla="*/ 6 h 24"/>
                <ns1:gd name="T26" fmla="*/ 3 w 28"/>
                <ns1:gd name="T27" fmla="*/ 9 h 24"/>
                <ns1:gd name="T28" fmla="*/ 7 w 28"/>
                <ns1:gd name="T29" fmla="*/ 12 h 24"/>
                <ns1:gd name="T30" fmla="*/ 17 w 28"/>
                <ns1:gd name="T31" fmla="*/ 9 h 24"/>
                <ns1:gd name="T32" fmla="*/ 22 w 28"/>
                <ns1:gd name="T33" fmla="*/ 1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8" h="24">
                  <ns1:moveTo>
                    <ns1:pt x="22" y="10"/>
                  </ns1:moveTo>
                  <ns1:cubicBezTo>
                    <ns1:pt x="28" y="13"/>
                    <ns1:pt x="26" y="23"/>
                    <ns1:pt x="19" y="24"/>
                  </ns1:cubicBezTo>
                  <ns1:cubicBezTo>
                    <ns1:pt x="17" y="24"/>
                    <ns1:pt x="15" y="24"/>
                    <ns1:pt x="14" y="23"/>
                  </ns1:cubicBezTo>
                  <ns1:cubicBezTo>
                    <ns1:pt x="15" y="20"/>
                    <ns1:pt x="15" y="20"/>
                    <ns1:pt x="15" y="20"/>
                  </ns1:cubicBezTo>
                  <ns1:cubicBezTo>
                    <ns1:pt x="16" y="21"/>
                    <ns1:pt x="17" y="21"/>
                    <ns1:pt x="18" y="21"/>
                  </ns1:cubicBezTo>
                  <ns1:cubicBezTo>
                    <ns1:pt x="23" y="20"/>
                    <ns1:pt x="23" y="15"/>
                    <ns1:pt x="20" y="13"/>
                  </ns1:cubicBezTo>
                  <ns1:cubicBezTo>
                    <ns1:pt x="19" y="12"/>
                    <ns1:pt x="18" y="12"/>
                    <ns1:pt x="17" y="12"/>
                  </ns1:cubicBezTo>
                  <ns1:cubicBezTo>
                    <ns1:pt x="13" y="13"/>
                    <ns1:pt x="11" y="15"/>
                    <ns1:pt x="8" y="15"/>
                  </ns1:cubicBezTo>
                  <ns1:cubicBezTo>
                    <ns1:pt x="4" y="15"/>
                    <ns1:pt x="1" y="13"/>
                    <ns1:pt x="0" y="9"/>
                  </ns1:cubicBezTo>
                  <ns1:cubicBezTo>
                    <ns1:pt x="0" y="7"/>
                    <ns1:pt x="1" y="5"/>
                    <ns1:pt x="2" y="4"/>
                  </ns1:cubicBezTo>
                  <ns1:cubicBezTo>
                    <ns1:pt x="4" y="0"/>
                    <ns1:pt x="8" y="0"/>
                    <ns1:pt x="11" y="2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8" y="4"/>
                    <ns1:pt x="5" y="4"/>
                    <ns1:pt x="4" y="6"/>
                  </ns1:cubicBezTo>
                  <ns1:cubicBezTo>
                    <ns1:pt x="3" y="7"/>
                    <ns1:pt x="3" y="8"/>
                    <ns1:pt x="3" y="9"/>
                  </ns1:cubicBezTo>
                  <ns1:cubicBezTo>
                    <ns1:pt x="4" y="11"/>
                    <ns1:pt x="5" y="12"/>
                    <ns1:pt x="7" y="12"/>
                  </ns1:cubicBezTo>
                  <ns1:cubicBezTo>
                    <ns1:pt x="11" y="11"/>
                    <ns1:pt x="13" y="8"/>
                    <ns1:pt x="17" y="9"/>
                  </ns1:cubicBezTo>
                  <ns1:cubicBezTo>
                    <ns1:pt x="18" y="9"/>
                    <ns1:pt x="20" y="9"/>
                    <ns1:pt x="22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39" name="Freeform 121"/>
            <ns0:cNvSpPr/>
            <ns0:nvPr userDrawn="1"/>
          </ns0:nvSpPr>
          <ns0:spPr bwMode="auto">
            <ns1:xfrm>
              <ns1:off x="6156248" y="4120384"/>
              <ns1:ext cx="234454" cy="158823"/>
            </ns1:xfrm>
            <ns1:custGeom>
              <ns1:avLst/>
              <ns1:gdLst>
                <ns1:gd name="T0" fmla="*/ 31 w 31"/>
                <ns1:gd name="T1" fmla="*/ 17 h 21"/>
                <ns1:gd name="T2" fmla="*/ 28 w 31"/>
                <ns1:gd name="T3" fmla="*/ 21 h 21"/>
                <ns1:gd name="T4" fmla="*/ 0 w 31"/>
                <ns1:gd name="T5" fmla="*/ 2 h 21"/>
                <ns1:gd name="T6" fmla="*/ 2 w 31"/>
                <ns1:gd name="T7" fmla="*/ 0 h 21"/>
                <ns1:gd name="T8" fmla="*/ 31 w 31"/>
                <ns1:gd name="T9" fmla="*/ 17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31" h="21">
                  <ns1:moveTo>
                    <ns1:pt x="31" y="17"/>
                  </ns1:moveTo>
                  <ns1:lnTo>
                    <ns1:pt x="28" y="21"/>
                  </ns1:lnTo>
                  <ns1:lnTo>
                    <ns1:pt x="0" y="2"/>
                  </ns1:lnTo>
                  <ns1:lnTo>
                    <ns1:pt x="2" y="0"/>
                  </ns1:lnTo>
                  <ns1:lnTo>
                    <ns1:pt x="31" y="17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0" name="Freeform 122"/>
            <ns0:cNvSpPr/>
            <ns0:nvPr userDrawn="1"/>
          </ns0:nvSpPr>
          <ns0:spPr bwMode="auto">
            <ns1:xfrm>
              <ns1:off x="6194063" y="3953997"/>
              <ns1:ext cx="272269" cy="211765"/>
            </ns1:xfrm>
            <ns1:custGeom>
              <ns1:avLst/>
              <ns1:gdLst>
                <ns1:gd name="T0" fmla="*/ 11 w 36"/>
                <ns1:gd name="T1" fmla="*/ 3 h 28"/>
                <ns1:gd name="T2" fmla="*/ 8 w 36"/>
                <ns1:gd name="T3" fmla="*/ 9 h 28"/>
                <ns1:gd name="T4" fmla="*/ 36 w 36"/>
                <ns1:gd name="T5" fmla="*/ 25 h 28"/>
                <ns1:gd name="T6" fmla="*/ 33 w 36"/>
                <ns1:gd name="T7" fmla="*/ 28 h 28"/>
                <ns1:gd name="T8" fmla="*/ 6 w 36"/>
                <ns1:gd name="T9" fmla="*/ 13 h 28"/>
                <ns1:gd name="T10" fmla="*/ 3 w 36"/>
                <ns1:gd name="T11" fmla="*/ 18 h 28"/>
                <ns1:gd name="T12" fmla="*/ 0 w 36"/>
                <ns1:gd name="T13" fmla="*/ 17 h 28"/>
                <ns1:gd name="T14" fmla="*/ 7 w 36"/>
                <ns1:gd name="T15" fmla="*/ 0 h 28"/>
                <ns1:gd name="T16" fmla="*/ 11 w 36"/>
                <ns1:gd name="T17" fmla="*/ 3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36" h="28">
                  <ns1:moveTo>
                    <ns1:pt x="11" y="3"/>
                  </ns1:moveTo>
                  <ns1:lnTo>
                    <ns1:pt x="8" y="9"/>
                  </ns1:lnTo>
                  <ns1:lnTo>
                    <ns1:pt x="36" y="25"/>
                  </ns1:lnTo>
                  <ns1:lnTo>
                    <ns1:pt x="33" y="28"/>
                  </ns1:lnTo>
                  <ns1:lnTo>
                    <ns1:pt x="6" y="13"/>
                  </ns1:lnTo>
                  <ns1:lnTo>
                    <ns1:pt x="3" y="18"/>
                  </ns1:lnTo>
                  <ns1:lnTo>
                    <ns1:pt x="0" y="17"/>
                  </ns1:lnTo>
                  <ns1:lnTo>
                    <ns1:pt x="7" y="0"/>
                  </ns1:lnTo>
                  <ns1:lnTo>
                    <ns1:pt x="11" y="3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1" name="Freeform 123"/>
            <ns0:cNvSpPr/>
            <ns0:nvPr userDrawn="1"/>
          </ns0:nvSpPr>
          <ns0:spPr bwMode="auto">
            <ns1:xfrm>
              <ns1:off x="6254567" y="3810300"/>
              <ns1:ext cx="272269" cy="173950"/>
            </ns1:xfrm>
            <ns1:custGeom>
              <ns1:avLst/>
              <ns1:gdLst>
                <ns1:gd name="T0" fmla="*/ 8 w 36"/>
                <ns1:gd name="T1" fmla="*/ 0 h 23"/>
                <ns1:gd name="T2" fmla="*/ 25 w 36"/>
                <ns1:gd name="T3" fmla="*/ 14 h 23"/>
                <ns1:gd name="T4" fmla="*/ 36 w 36"/>
                <ns1:gd name="T5" fmla="*/ 19 h 23"/>
                <ns1:gd name="T6" fmla="*/ 34 w 36"/>
                <ns1:gd name="T7" fmla="*/ 23 h 23"/>
                <ns1:gd name="T8" fmla="*/ 24 w 36"/>
                <ns1:gd name="T9" fmla="*/ 18 h 23"/>
                <ns1:gd name="T10" fmla="*/ 0 w 36"/>
                <ns1:gd name="T11" fmla="*/ 18 h 23"/>
                <ns1:gd name="T12" fmla="*/ 2 w 36"/>
                <ns1:gd name="T13" fmla="*/ 14 h 23"/>
                <ns1:gd name="T14" fmla="*/ 18 w 36"/>
                <ns1:gd name="T15" fmla="*/ 14 h 23"/>
                <ns1:gd name="T16" fmla="*/ 7 w 36"/>
                <ns1:gd name="T17" fmla="*/ 5 h 23"/>
                <ns1:gd name="T18" fmla="*/ 8 w 36"/>
                <ns1:gd name="T19" fmla="*/ 0 h 2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36" h="23">
                  <ns1:moveTo>
                    <ns1:pt x="8" y="0"/>
                  </ns1:moveTo>
                  <ns1:lnTo>
                    <ns1:pt x="25" y="14"/>
                  </ns1:lnTo>
                  <ns1:lnTo>
                    <ns1:pt x="36" y="19"/>
                  </ns1:lnTo>
                  <ns1:lnTo>
                    <ns1:pt x="34" y="23"/>
                  </ns1:lnTo>
                  <ns1:lnTo>
                    <ns1:pt x="24" y="18"/>
                  </ns1:lnTo>
                  <ns1:lnTo>
                    <ns1:pt x="0" y="18"/>
                  </ns1:lnTo>
                  <ns1:lnTo>
                    <ns1:pt x="2" y="14"/>
                  </ns1:lnTo>
                  <ns1:lnTo>
                    <ns1:pt x="18" y="14"/>
                  </ns1:lnTo>
                  <ns1:lnTo>
                    <ns1:pt x="7" y="5"/>
                  </ns1:lnTo>
                  <ns1:lnTo>
                    <ns1:pt x="8" y="0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2" name="Freeform 124"/>
            <ns0:cNvSpPr/>
            <ns0:nvPr userDrawn="1"/>
          </ns0:nvSpPr>
          <ns0:spPr bwMode="auto">
            <ns1:xfrm>
              <ns1:off x="4462130" y="4286770"/>
              <ns1:ext cx="257143" cy="189076"/>
            </ns1:xfrm>
            <ns1:custGeom>
              <ns1:avLst/>
              <ns1:gdLst>
                <ns1:gd name="T0" fmla="*/ 14 w 28"/>
                <ns1:gd name="T1" fmla="*/ 16 h 20"/>
                <ns1:gd name="T2" fmla="*/ 8 w 28"/>
                <ns1:gd name="T3" fmla="*/ 20 h 20"/>
                <ns1:gd name="T4" fmla="*/ 2 w 28"/>
                <ns1:gd name="T5" fmla="*/ 17 h 20"/>
                <ns1:gd name="T6" fmla="*/ 0 w 28"/>
                <ns1:gd name="T7" fmla="*/ 12 h 20"/>
                <ns1:gd name="T8" fmla="*/ 1 w 28"/>
                <ns1:gd name="T9" fmla="*/ 9 h 20"/>
                <ns1:gd name="T10" fmla="*/ 4 w 28"/>
                <ns1:gd name="T11" fmla="*/ 10 h 20"/>
                <ns1:gd name="T12" fmla="*/ 3 w 28"/>
                <ns1:gd name="T13" fmla="*/ 12 h 20"/>
                <ns1:gd name="T14" fmla="*/ 4 w 28"/>
                <ns1:gd name="T15" fmla="*/ 15 h 20"/>
                <ns1:gd name="T16" fmla="*/ 8 w 28"/>
                <ns1:gd name="T17" fmla="*/ 16 h 20"/>
                <ns1:gd name="T18" fmla="*/ 12 w 28"/>
                <ns1:gd name="T19" fmla="*/ 14 h 20"/>
                <ns1:gd name="T20" fmla="*/ 25 w 28"/>
                <ns1:gd name="T21" fmla="*/ 0 h 20"/>
                <ns1:gd name="T22" fmla="*/ 28 w 28"/>
                <ns1:gd name="T23" fmla="*/ 3 h 20"/>
                <ns1:gd name="T24" fmla="*/ 14 w 28"/>
                <ns1:gd name="T25" fmla="*/ 16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28" h="20">
                  <ns1:moveTo>
                    <ns1:pt x="14" y="16"/>
                  </ns1:moveTo>
                  <ns1:cubicBezTo>
                    <ns1:pt x="12" y="18"/>
                    <ns1:pt x="10" y="20"/>
                    <ns1:pt x="8" y="20"/>
                  </ns1:cubicBezTo>
                  <ns1:cubicBezTo>
                    <ns1:pt x="6" y="20"/>
                    <ns1:pt x="4" y="19"/>
                    <ns1:pt x="2" y="17"/>
                  </ns1:cubicBezTo>
                  <ns1:cubicBezTo>
                    <ns1:pt x="1" y="16"/>
                    <ns1:pt x="0" y="14"/>
                    <ns1:pt x="0" y="12"/>
                  </ns1:cubicBezTo>
                  <ns1:cubicBezTo>
                    <ns1:pt x="0" y="11"/>
                    <ns1:pt x="0" y="10"/>
                    <ns1:pt x="1" y="9"/>
                  </ns1:cubicBezTo>
                  <ns1:cubicBezTo>
                    <ns1:pt x="4" y="10"/>
                    <ns1:pt x="4" y="10"/>
                    <ns1:pt x="4" y="10"/>
                  </ns1:cubicBezTo>
                  <ns1:cubicBezTo>
                    <ns1:pt x="3" y="11"/>
                    <ns1:pt x="3" y="11"/>
                    <ns1:pt x="3" y="12"/>
                  </ns1:cubicBezTo>
                  <ns1:cubicBezTo>
                    <ns1:pt x="3" y="13"/>
                    <ns1:pt x="4" y="14"/>
                    <ns1:pt x="4" y="15"/>
                  </ns1:cubicBezTo>
                  <ns1:cubicBezTo>
                    <ns1:pt x="5" y="16"/>
                    <ns1:pt x="6" y="16"/>
                    <ns1:pt x="8" y="16"/>
                  </ns1:cubicBezTo>
                  <ns1:cubicBezTo>
                    <ns1:pt x="9" y="16"/>
                    <ns1:pt x="10" y="15"/>
                    <ns1:pt x="12" y="14"/>
                  </ns1:cubicBezTo>
                  <ns1:cubicBezTo>
                    <ns1:pt x="25" y="0"/>
                    <ns1:pt x="25" y="0"/>
                    <ns1:pt x="25" y="0"/>
                  </ns1:cubicBezTo>
                  <ns1:cubicBezTo>
                    <ns1:pt x="28" y="3"/>
                    <ns1:pt x="28" y="3"/>
                    <ns1:pt x="28" y="3"/>
                  </ns1:cubicBezTo>
                  <ns1:lnTo>
                    <ns1:pt x="14" y="16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3" name="Freeform 125"/>
            <ns0:cNvSpPr>
              <ns1:spLocks noEditPoints="1"/>
            </ns0:cNvSpPr>
            <ns0:nvPr userDrawn="1"/>
          </ns0:nvSpPr>
          <ns0:spPr bwMode="auto">
            <ns1:xfrm>
              <ns1:off x="4938600" y="4203577"/>
              <ns1:ext cx="801681" cy="249580"/>
            </ns1:xfrm>
            <ns1:custGeom>
              <ns1:avLst/>
              <ns1:gdLst>
                <ns1:gd name="T0" fmla="*/ 0 w 86"/>
                <ns1:gd name="T1" fmla="*/ 15 h 27"/>
                <ns1:gd name="T2" fmla="*/ 4 w 86"/>
                <ns1:gd name="T3" fmla="*/ 15 h 27"/>
                <ns1:gd name="T4" fmla="*/ 6 w 86"/>
                <ns1:gd name="T5" fmla="*/ 3 h 27"/>
                <ns1:gd name="T6" fmla="*/ 10 w 86"/>
                <ns1:gd name="T7" fmla="*/ 3 h 27"/>
                <ns1:gd name="T8" fmla="*/ 14 w 86"/>
                <ns1:gd name="T9" fmla="*/ 4 h 27"/>
                <ns1:gd name="T10" fmla="*/ 10 w 86"/>
                <ns1:gd name="T11" fmla="*/ 19 h 27"/>
                <ns1:gd name="T12" fmla="*/ 37 w 86"/>
                <ns1:gd name="T13" fmla="*/ 14 h 27"/>
                <ns1:gd name="T14" fmla="*/ 33 w 86"/>
                <ns1:gd name="T15" fmla="*/ 11 h 27"/>
                <ns1:gd name="T16" fmla="*/ 28 w 86"/>
                <ns1:gd name="T17" fmla="*/ 13 h 27"/>
                <ns1:gd name="T18" fmla="*/ 30 w 86"/>
                <ns1:gd name="T19" fmla="*/ 16 h 27"/>
                <ns1:gd name="T20" fmla="*/ 34 w 86"/>
                <ns1:gd name="T21" fmla="*/ 17 h 27"/>
                <ns1:gd name="T22" fmla="*/ 37 w 86"/>
                <ns1:gd name="T23" fmla="*/ 14 h 27"/>
                <ns1:gd name="T24" fmla="*/ 36 w 86"/>
                <ns1:gd name="T25" fmla="*/ 21 h 27"/>
                <ns1:gd name="T26" fmla="*/ 32 w 86"/>
                <ns1:gd name="T27" fmla="*/ 19 h 27"/>
                <ns1:gd name="T28" fmla="*/ 27 w 86"/>
                <ns1:gd name="T29" fmla="*/ 19 h 27"/>
                <ns1:gd name="T30" fmla="*/ 27 w 86"/>
                <ns1:gd name="T31" fmla="*/ 24 h 27"/>
                <ns1:gd name="T32" fmla="*/ 34 w 86"/>
                <ns1:gd name="T33" fmla="*/ 25 h 27"/>
                <ns1:gd name="T34" fmla="*/ 30 w 86"/>
                <ns1:gd name="T35" fmla="*/ 27 h 27"/>
                <ns1:gd name="T36" fmla="*/ 24 w 86"/>
                <ns1:gd name="T37" fmla="*/ 25 h 27"/>
                <ns1:gd name="T38" fmla="*/ 23 w 86"/>
                <ns1:gd name="T39" fmla="*/ 21 h 27"/>
                <ns1:gd name="T40" fmla="*/ 28 w 86"/>
                <ns1:gd name="T41" fmla="*/ 17 h 27"/>
                <ns1:gd name="T42" fmla="*/ 25 w 86"/>
                <ns1:gd name="T43" fmla="*/ 15 h 27"/>
                <ns1:gd name="T44" fmla="*/ 28 w 86"/>
                <ns1:gd name="T45" fmla="*/ 10 h 27"/>
                <ns1:gd name="T46" fmla="*/ 39 w 86"/>
                <ns1:gd name="T47" fmla="*/ 11 h 27"/>
                <ns1:gd name="T48" fmla="*/ 39 w 86"/>
                <ns1:gd name="T49" fmla="*/ 17 h 27"/>
                <ns1:gd name="T50" fmla="*/ 36 w 86"/>
                <ns1:gd name="T51" fmla="*/ 18 h 27"/>
                <ns1:gd name="T52" fmla="*/ 39 w 86"/>
                <ns1:gd name="T53" fmla="*/ 23 h 27"/>
                <ns1:gd name="T54" fmla="*/ 30 w 86"/>
                <ns1:gd name="T55" fmla="*/ 27 h 27"/>
                <ns1:gd name="T56" fmla="*/ 62 w 86"/>
                <ns1:gd name="T57" fmla="*/ 14 h 27"/>
                <ns1:gd name="T58" fmla="*/ 59 w 86"/>
                <ns1:gd name="T59" fmla="*/ 11 h 27"/>
                <ns1:gd name="T60" fmla="*/ 54 w 86"/>
                <ns1:gd name="T61" fmla="*/ 12 h 27"/>
                <ns1:gd name="T62" fmla="*/ 53 w 86"/>
                <ns1:gd name="T63" fmla="*/ 17 h 27"/>
                <ns1:gd name="T64" fmla="*/ 56 w 86"/>
                <ns1:gd name="T65" fmla="*/ 19 h 27"/>
                <ns1:gd name="T66" fmla="*/ 60 w 86"/>
                <ns1:gd name="T67" fmla="*/ 18 h 27"/>
                <ns1:gd name="T68" fmla="*/ 63 w 86"/>
                <ns1:gd name="T69" fmla="*/ 17 h 27"/>
                <ns1:gd name="T70" fmla="*/ 50 w 86"/>
                <ns1:gd name="T71" fmla="*/ 15 h 27"/>
                <ns1:gd name="T72" fmla="*/ 52 w 86"/>
                <ns1:gd name="T73" fmla="*/ 11 h 27"/>
                <ns1:gd name="T74" fmla="*/ 58 w 86"/>
                <ns1:gd name="T75" fmla="*/ 9 h 27"/>
                <ns1:gd name="T76" fmla="*/ 63 w 86"/>
                <ns1:gd name="T77" fmla="*/ 11 h 27"/>
                <ns1:gd name="T78" fmla="*/ 66 w 86"/>
                <ns1:gd name="T79" fmla="*/ 17 h 27"/>
                <ns1:gd name="T80" fmla="*/ 63 w 86"/>
                <ns1:gd name="T81" fmla="*/ 24 h 27"/>
                <ns1:gd name="T82" fmla="*/ 55 w 86"/>
                <ns1:gd name="T83" fmla="*/ 27 h 27"/>
                <ns1:gd name="T84" fmla="*/ 52 w 86"/>
                <ns1:gd name="T85" fmla="*/ 27 h 27"/>
                <ns1:gd name="T86" fmla="*/ 52 w 86"/>
                <ns1:gd name="T87" fmla="*/ 25 h 27"/>
                <ns1:gd name="T88" fmla="*/ 55 w 86"/>
                <ns1:gd name="T89" fmla="*/ 25 h 27"/>
                <ns1:gd name="T90" fmla="*/ 62 w 86"/>
                <ns1:gd name="T91" fmla="*/ 19 h 27"/>
                <ns1:gd name="T92" fmla="*/ 57 w 86"/>
                <ns1:gd name="T93" fmla="*/ 21 h 27"/>
                <ns1:gd name="T94" fmla="*/ 52 w 86"/>
                <ns1:gd name="T95" fmla="*/ 20 h 27"/>
                <ns1:gd name="T96" fmla="*/ 50 w 86"/>
                <ns1:gd name="T97" fmla="*/ 15 h 27"/>
                <ns1:gd name="T98" fmla="*/ 86 w 86"/>
                <ns1:gd name="T99" fmla="*/ 18 h 27"/>
                <ns1:gd name="T100" fmla="*/ 83 w 86"/>
                <ns1:gd name="T101" fmla="*/ 3 h 27"/>
                <ns1:gd name="T102" fmla="*/ 72 w 86"/>
                <ns1:gd name="T103" fmla="*/ 6 h 27"/>
                <ns1:gd name="T104" fmla="*/ 86 w 86"/>
                <ns1:gd name="T105" fmla="*/ 1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</ns1:cxnLst>
              <ns1:rect l="0" t="0" r="r" b="b"/>
              <ns1:pathLst>
                <ns1:path w="86" h="27">
                  <ns1:moveTo>
                    <ns1:pt x="9" y="20"/>
                  </ns1:moveTo>
                  <ns1:cubicBezTo>
                    <ns1:pt x="0" y="15"/>
                    <ns1:pt x="0" y="15"/>
                    <ns1:pt x="0" y="15"/>
                  </ns1:cubicBezTo>
                  <ns1:cubicBezTo>
                    <ns1:pt x="0" y="13"/>
                    <ns1:pt x="0" y="13"/>
                    <ns1:pt x="0" y="13"/>
                  </ns1:cubicBezTo>
                  <ns1:cubicBezTo>
                    <ns1:pt x="4" y="15"/>
                    <ns1:pt x="4" y="15"/>
                    <ns1:pt x="4" y="15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7" y="2"/>
                    <ns1:pt x="7" y="2"/>
                    <ns1:pt x="7" y="2"/>
                  </ns1:cubicBezTo>
                  <ns1:cubicBezTo>
                    <ns1:pt x="8" y="3"/>
                    <ns1:pt x="9" y="3"/>
                    <ns1:pt x="10" y="3"/>
                  </ns1:cubicBezTo>
                  <ns1:cubicBezTo>
                    <ns1:pt x="11" y="3"/>
                    <ns1:pt x="11" y="3"/>
                    <ns1:pt x="12" y="2"/>
                  </ns1:cubicBezTo>
                  <ns1:cubicBezTo>
                    <ns1:pt x="14" y="4"/>
                    <ns1:pt x="14" y="4"/>
                    <ns1:pt x="14" y="4"/>
                  </ns1:cubicBezTo>
                  <ns1:cubicBezTo>
                    <ns1:pt x="6" y="17"/>
                    <ns1:pt x="6" y="17"/>
                    <ns1:pt x="6" y="17"/>
                  </ns1:cubicBezTo>
                  <ns1:cubicBezTo>
                    <ns1:pt x="10" y="19"/>
                    <ns1:pt x="10" y="19"/>
                    <ns1:pt x="10" y="19"/>
                  </ns1:cubicBezTo>
                  <ns1:lnTo>
                    <ns1:pt x="9" y="20"/>
                  </ns1:lnTo>
                  <ns1:close/>
                  <ns1:moveTo>
                    <ns1:pt x="37" y="14"/>
                  </ns1:moveTo>
                  <ns1:cubicBezTo>
                    <ns1:pt x="37" y="14"/>
                    <ns1:pt x="37" y="13"/>
                    <ns1:pt x="36" y="12"/>
                  </ns1:cubicBezTo>
                  <ns1:cubicBezTo>
                    <ns1:pt x="36" y="12"/>
                    <ns1:pt x="35" y="11"/>
                    <ns1:pt x="33" y="11"/>
                  </ns1:cubicBezTo>
                  <ns1:cubicBezTo>
                    <ns1:pt x="32" y="11"/>
                    <ns1:pt x="31" y="11"/>
                    <ns1:pt x="30" y="11"/>
                  </ns1:cubicBezTo>
                  <ns1:cubicBezTo>
                    <ns1:pt x="29" y="12"/>
                    <ns1:pt x="29" y="12"/>
                    <ns1:pt x="28" y="13"/>
                  </ns1:cubicBezTo>
                  <ns1:cubicBezTo>
                    <ns1:pt x="28" y="14"/>
                    <ns1:pt x="28" y="14"/>
                    <ns1:pt x="29" y="15"/>
                  </ns1:cubicBezTo>
                  <ns1:cubicBezTo>
                    <ns1:pt x="29" y="15"/>
                    <ns1:pt x="30" y="15"/>
                    <ns1:pt x="30" y="16"/>
                  </ns1:cubicBezTo>
                  <ns1:cubicBezTo>
                    <ns1:pt x="31" y="16"/>
                    <ns1:pt x="31" y="16"/>
                    <ns1:pt x="32" y="17"/>
                  </ns1:cubicBezTo>
                  <ns1:cubicBezTo>
                    <ns1:pt x="33" y="17"/>
                    <ns1:pt x="33" y="17"/>
                    <ns1:pt x="34" y="17"/>
                  </ns1:cubicBezTo>
                  <ns1:cubicBezTo>
                    <ns1:pt x="35" y="17"/>
                    <ns1:pt x="36" y="17"/>
                    <ns1:pt x="36" y="16"/>
                  </ns1:cubicBezTo>
                  <ns1:cubicBezTo>
                    <ns1:pt x="37" y="16"/>
                    <ns1:pt x="37" y="15"/>
                    <ns1:pt x="37" y="14"/>
                  </ns1:cubicBezTo>
                  <ns1:moveTo>
                    <ns1:pt x="36" y="23"/>
                  </ns1:moveTo>
                  <ns1:cubicBezTo>
                    <ns1:pt x="36" y="22"/>
                    <ns1:pt x="36" y="22"/>
                    <ns1:pt x="36" y="21"/>
                  </ns1:cubicBezTo>
                  <ns1:cubicBezTo>
                    <ns1:pt x="35" y="21"/>
                    <ns1:pt x="34" y="20"/>
                    <ns1:pt x="33" y="20"/>
                  </ns1:cubicBezTo>
                  <ns1:cubicBezTo>
                    <ns1:pt x="33" y="19"/>
                    <ns1:pt x="33" y="19"/>
                    <ns1:pt x="32" y="19"/>
                  </ns1:cubicBezTo>
                  <ns1:cubicBezTo>
                    <ns1:pt x="31" y="19"/>
                    <ns1:pt x="31" y="18"/>
                    <ns1:pt x="30" y="18"/>
                  </ns1:cubicBezTo>
                  <ns1:cubicBezTo>
                    <ns1:pt x="29" y="18"/>
                    <ns1:pt x="28" y="19"/>
                    <ns1:pt x="27" y="19"/>
                  </ns1:cubicBezTo>
                  <ns1:cubicBezTo>
                    <ns1:pt x="27" y="20"/>
                    <ns1:pt x="26" y="20"/>
                    <ns1:pt x="26" y="21"/>
                  </ns1:cubicBezTo>
                  <ns1:cubicBezTo>
                    <ns1:pt x="26" y="22"/>
                    <ns1:pt x="26" y="23"/>
                    <ns1:pt x="27" y="24"/>
                  </ns1:cubicBezTo>
                  <ns1:cubicBezTo>
                    <ns1:pt x="28" y="25"/>
                    <ns1:pt x="29" y="25"/>
                    <ns1:pt x="30" y="25"/>
                  </ns1:cubicBezTo>
                  <ns1:cubicBezTo>
                    <ns1:pt x="32" y="26"/>
                    <ns1:pt x="33" y="25"/>
                    <ns1:pt x="34" y="25"/>
                  </ns1:cubicBezTo>
                  <ns1:cubicBezTo>
                    <ns1:pt x="35" y="24"/>
                    <ns1:pt x="36" y="24"/>
                    <ns1:pt x="36" y="23"/>
                  </ns1:cubicBezTo>
                  <ns1:moveTo>
                    <ns1:pt x="30" y="27"/>
                  </ns1:moveTo>
                  <ns1:cubicBezTo>
                    <ns1:pt x="29" y="27"/>
                    <ns1:pt x="28" y="27"/>
                    <ns1:pt x="27" y="26"/>
                  </ns1:cubicBezTo>
                  <ns1:cubicBezTo>
                    <ns1:pt x="26" y="26"/>
                    <ns1:pt x="25" y="25"/>
                    <ns1:pt x="24" y="25"/>
                  </ns1:cubicBezTo>
                  <ns1:cubicBezTo>
                    <ns1:pt x="23" y="24"/>
                    <ns1:pt x="23" y="24"/>
                    <ns1:pt x="23" y="23"/>
                  </ns1:cubicBezTo>
                  <ns1:cubicBezTo>
                    <ns1:pt x="23" y="22"/>
                    <ns1:pt x="22" y="21"/>
                    <ns1:pt x="23" y="21"/>
                  </ns1:cubicBezTo>
                  <ns1:cubicBezTo>
                    <ns1:pt x="23" y="20"/>
                    <ns1:pt x="23" y="19"/>
                    <ns1:pt x="24" y="18"/>
                  </ns1:cubicBezTo>
                  <ns1:cubicBezTo>
                    <ns1:pt x="25" y="18"/>
                    <ns1:pt x="26" y="17"/>
                    <ns1:pt x="28" y="17"/>
                  </ns1:cubicBezTo>
                  <ns1:cubicBezTo>
                    <ns1:pt x="28" y="17"/>
                    <ns1:pt x="28" y="17"/>
                    <ns1:pt x="28" y="17"/>
                  </ns1:cubicBezTo>
                  <ns1:cubicBezTo>
                    <ns1:pt x="27" y="16"/>
                    <ns1:pt x="26" y="16"/>
                    <ns1:pt x="25" y="15"/>
                  </ns1:cubicBezTo>
                  <ns1:cubicBezTo>
                    <ns1:pt x="25" y="14"/>
                    <ns1:pt x="25" y="14"/>
                    <ns1:pt x="25" y="13"/>
                  </ns1:cubicBezTo>
                  <ns1:cubicBezTo>
                    <ns1:pt x="25" y="12"/>
                    <ns1:pt x="26" y="11"/>
                    <ns1:pt x="28" y="10"/>
                  </ns1:cubicBezTo>
                  <ns1:cubicBezTo>
                    <ns1:pt x="29" y="9"/>
                    <ns1:pt x="31" y="9"/>
                    <ns1:pt x="34" y="10"/>
                  </ns1:cubicBezTo>
                  <ns1:cubicBezTo>
                    <ns1:pt x="36" y="10"/>
                    <ns1:pt x="38" y="10"/>
                    <ns1:pt x="39" y="11"/>
                  </ns1:cubicBezTo>
                  <ns1:cubicBezTo>
                    <ns1:pt x="40" y="12"/>
                    <ns1:pt x="41" y="14"/>
                    <ns1:pt x="40" y="15"/>
                  </ns1:cubicBezTo>
                  <ns1:cubicBezTo>
                    <ns1:pt x="40" y="16"/>
                    <ns1:pt x="40" y="16"/>
                    <ns1:pt x="39" y="17"/>
                  </ns1:cubicBezTo>
                  <ns1:cubicBezTo>
                    <ns1:pt x="38" y="18"/>
                    <ns1:pt x="37" y="18"/>
                    <ns1:pt x="36" y="18"/>
                  </ns1:cubicBezTo>
                  <ns1:cubicBezTo>
                    <ns1:pt x="36" y="18"/>
                    <ns1:pt x="36" y="18"/>
                    <ns1:pt x="36" y="18"/>
                  </ns1:cubicBezTo>
                  <ns1:cubicBezTo>
                    <ns1:pt x="37" y="19"/>
                    <ns1:pt x="38" y="20"/>
                    <ns1:pt x="39" y="20"/>
                  </ns1:cubicBezTo>
                  <ns1:cubicBezTo>
                    <ns1:pt x="39" y="21"/>
                    <ns1:pt x="40" y="22"/>
                    <ns1:pt x="39" y="23"/>
                  </ns1:cubicBezTo>
                  <ns1:cubicBezTo>
                    <ns1:pt x="39" y="25"/>
                    <ns1:pt x="38" y="26"/>
                    <ns1:pt x="36" y="26"/>
                  </ns1:cubicBezTo>
                  <ns1:cubicBezTo>
                    <ns1:pt x="34" y="27"/>
                    <ns1:pt x="32" y="27"/>
                    <ns1:pt x="30" y="27"/>
                  </ns1:cubicBezTo>
                  <ns1:moveTo>
                    <ns1:pt x="63" y="17"/>
                  </ns1:moveTo>
                  <ns1:cubicBezTo>
                    <ns1:pt x="63" y="15"/>
                    <ns1:pt x="62" y="15"/>
                    <ns1:pt x="62" y="14"/>
                  </ns1:cubicBezTo>
                  <ns1:cubicBezTo>
                    <ns1:pt x="62" y="13"/>
                    <ns1:pt x="61" y="13"/>
                    <ns1:pt x="61" y="12"/>
                  </ns1:cubicBezTo>
                  <ns1:cubicBezTo>
                    <ns1:pt x="60" y="12"/>
                    <ns1:pt x="60" y="12"/>
                    <ns1:pt x="59" y="11"/>
                  </ns1:cubicBezTo>
                  <ns1:cubicBezTo>
                    <ns1:pt x="59" y="11"/>
                    <ns1:pt x="58" y="11"/>
                    <ns1:pt x="58" y="11"/>
                  </ns1:cubicBezTo>
                  <ns1:cubicBezTo>
                    <ns1:pt x="56" y="11"/>
                    <ns1:pt x="55" y="12"/>
                    <ns1:pt x="54" y="12"/>
                  </ns1:cubicBezTo>
                  <ns1:cubicBezTo>
                    <ns1:pt x="53" y="13"/>
                    <ns1:pt x="53" y="14"/>
                    <ns1:pt x="53" y="15"/>
                  </ns1:cubicBezTo>
                  <ns1:cubicBezTo>
                    <ns1:pt x="53" y="16"/>
                    <ns1:pt x="53" y="16"/>
                    <ns1:pt x="53" y="17"/>
                  </ns1:cubicBezTo>
                  <ns1:cubicBezTo>
                    <ns1:pt x="54" y="17"/>
                    <ns1:pt x="54" y="18"/>
                    <ns1:pt x="55" y="18"/>
                  </ns1:cubicBezTo>
                  <ns1:cubicBezTo>
                    <ns1:pt x="55" y="18"/>
                    <ns1:pt x="56" y="18"/>
                    <ns1:pt x="56" y="19"/>
                  </ns1:cubicBezTo>
                  <ns1:cubicBezTo>
                    <ns1:pt x="57" y="19"/>
                    <ns1:pt x="57" y="19"/>
                    <ns1:pt x="58" y="19"/>
                  </ns1:cubicBezTo>
                  <ns1:cubicBezTo>
                    <ns1:pt x="59" y="19"/>
                    <ns1:pt x="59" y="19"/>
                    <ns1:pt x="60" y="18"/>
                  </ns1:cubicBezTo>
                  <ns1:cubicBezTo>
                    <ns1:pt x="61" y="18"/>
                    <ns1:pt x="62" y="18"/>
                    <ns1:pt x="62" y="18"/>
                  </ns1:cubicBezTo>
                  <ns1:cubicBezTo>
                    <ns1:pt x="63" y="18"/>
                    <ns1:pt x="63" y="17"/>
                    <ns1:pt x="63" y="17"/>
                  </ns1:cubicBezTo>
                  <ns1:cubicBezTo>
                    <ns1:pt x="63" y="17"/>
                    <ns1:pt x="63" y="17"/>
                    <ns1:pt x="63" y="17"/>
                  </ns1:cubicBezTo>
                  <ns1:moveTo>
                    <ns1:pt x="50" y="15"/>
                  </ns1:moveTo>
                  <ns1:cubicBezTo>
                    <ns1:pt x="50" y="14"/>
                    <ns1:pt x="50" y="14"/>
                    <ns1:pt x="50" y="13"/>
                  </ns1:cubicBezTo>
                  <ns1:cubicBezTo>
                    <ns1:pt x="51" y="12"/>
                    <ns1:pt x="51" y="11"/>
                    <ns1:pt x="52" y="11"/>
                  </ns1:cubicBezTo>
                  <ns1:cubicBezTo>
                    <ns1:pt x="53" y="10"/>
                    <ns1:pt x="53" y="10"/>
                    <ns1:pt x="55" y="10"/>
                  </ns1:cubicBezTo>
                  <ns1:cubicBezTo>
                    <ns1:pt x="56" y="9"/>
                    <ns1:pt x="57" y="9"/>
                    <ns1:pt x="58" y="9"/>
                  </ns1:cubicBezTo>
                  <ns1:cubicBezTo>
                    <ns1:pt x="59" y="9"/>
                    <ns1:pt x="60" y="9"/>
                    <ns1:pt x="61" y="10"/>
                  </ns1:cubicBezTo>
                  <ns1:cubicBezTo>
                    <ns1:pt x="62" y="10"/>
                    <ns1:pt x="63" y="10"/>
                    <ns1:pt x="63" y="11"/>
                  </ns1:cubicBezTo>
                  <ns1:cubicBezTo>
                    <ns1:pt x="64" y="11"/>
                    <ns1:pt x="65" y="12"/>
                    <ns1:pt x="65" y="13"/>
                  </ns1:cubicBezTo>
                  <ns1:cubicBezTo>
                    <ns1:pt x="66" y="14"/>
                    <ns1:pt x="66" y="16"/>
                    <ns1:pt x="66" y="17"/>
                  </ns1:cubicBezTo>
                  <ns1:cubicBezTo>
                    <ns1:pt x="66" y="19"/>
                    <ns1:pt x="66" y="20"/>
                    <ns1:pt x="65" y="21"/>
                  </ns1:cubicBezTo>
                  <ns1:cubicBezTo>
                    <ns1:pt x="65" y="22"/>
                    <ns1:pt x="64" y="23"/>
                    <ns1:pt x="63" y="24"/>
                  </ns1:cubicBezTo>
                  <ns1:cubicBezTo>
                    <ns1:pt x="62" y="25"/>
                    <ns1:pt x="61" y="26"/>
                    <ns1:pt x="60" y="26"/>
                  </ns1:cubicBezTo>
                  <ns1:cubicBezTo>
                    <ns1:pt x="58" y="27"/>
                    <ns1:pt x="57" y="27"/>
                    <ns1:pt x="55" y="27"/>
                  </ns1:cubicBezTo>
                  <ns1:cubicBezTo>
                    <ns1:pt x="54" y="27"/>
                    <ns1:pt x="54" y="27"/>
                    <ns1:pt x="53" y="27"/>
                  </ns1:cubicBezTo>
                  <ns1:cubicBezTo>
                    <ns1:pt x="53" y="27"/>
                    <ns1:pt x="52" y="27"/>
                    <ns1:pt x="52" y="27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2" y="25"/>
                    <ns1:pt x="52" y="25"/>
                  </ns1:cubicBezTo>
                  <ns1:cubicBezTo>
                    <ns1:pt x="52" y="25"/>
                    <ns1:pt x="53" y="25"/>
                    <ns1:pt x="53" y="25"/>
                  </ns1:cubicBezTo>
                  <ns1:cubicBezTo>
                    <ns1:pt x="54" y="25"/>
                    <ns1:pt x="54" y="25"/>
                    <ns1:pt x="55" y="25"/>
                  </ns1:cubicBezTo>
                  <ns1:cubicBezTo>
                    <ns1:pt x="57" y="25"/>
                    <ns1:pt x="59" y="25"/>
                    <ns1:pt x="60" y="24"/>
                  </ns1:cubicBezTo>
                  <ns1:cubicBezTo>
                    <ns1:pt x="62" y="23"/>
                    <ns1:pt x="62" y="21"/>
                    <ns1:pt x="62" y="19"/>
                  </ns1:cubicBezTo>
                  <ns1:cubicBezTo>
                    <ns1:pt x="62" y="20"/>
                    <ns1:pt x="61" y="20"/>
                    <ns1:pt x="60" y="20"/>
                  </ns1:cubicBezTo>
                  <ns1:cubicBezTo>
                    <ns1:pt x="59" y="20"/>
                    <ns1:pt x="58" y="21"/>
                    <ns1:pt x="57" y="21"/>
                  </ns1:cubicBezTo>
                  <ns1:cubicBezTo>
                    <ns1:pt x="56" y="21"/>
                    <ns1:pt x="55" y="20"/>
                    <ns1:pt x="55" y="20"/>
                  </ns1:cubicBezTo>
                  <ns1:cubicBezTo>
                    <ns1:pt x="54" y="20"/>
                    <ns1:pt x="53" y="20"/>
                    <ns1:pt x="52" y="20"/>
                  </ns1:cubicBezTo>
                  <ns1:cubicBezTo>
                    <ns1:pt x="51" y="19"/>
                    <ns1:pt x="51" y="18"/>
                    <ns1:pt x="50" y="18"/>
                  </ns1:cubicBezTo>
                  <ns1:cubicBezTo>
                    <ns1:pt x="50" y="17"/>
                    <ns1:pt x="50" y="16"/>
                    <ns1:pt x="50" y="15"/>
                  </ns1:cubicBezTo>
                  <ns1:moveTo>
                    <ns1:pt x="86" y="1"/>
                  </ns1:moveTo>
                  <ns1:cubicBezTo>
                    <ns1:pt x="86" y="18"/>
                    <ns1:pt x="86" y="18"/>
                    <ns1:pt x="86" y="18"/>
                  </ns1:cubicBezTo>
                  <ns1:cubicBezTo>
                    <ns1:pt x="83" y="20"/>
                    <ns1:pt x="83" y="20"/>
                    <ns1:pt x="83" y="20"/>
                  </ns1:cubicBezTo>
                  <ns1:cubicBezTo>
                    <ns1:pt x="83" y="3"/>
                    <ns1:pt x="83" y="3"/>
                    <ns1:pt x="83" y="3"/>
                  </ns1:cubicBezTo>
                  <ns1:cubicBezTo>
                    <ns1:pt x="73" y="8"/>
                    <ns1:pt x="73" y="8"/>
                    <ns1:pt x="73" y="8"/>
                  </ns1:cubicBezTo>
                  <ns1:cubicBezTo>
                    <ns1:pt x="72" y="6"/>
                    <ns1:pt x="72" y="6"/>
                    <ns1:pt x="72" y="6"/>
                  </ns1:cubicBezTo>
                  <ns1:cubicBezTo>
                    <ns1:pt x="85" y="0"/>
                    <ns1:pt x="85" y="0"/>
                    <ns1:pt x="85" y="0"/>
                  </ns1:cubicBezTo>
                  <ns1:lnTo>
                    <ns1:pt x="86" y="1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4" name="Freeform 126"/>
            <ns0:cNvSpPr/>
            <ns0:nvPr userDrawn="1"/>
          </ns0:nvSpPr>
          <ns0:spPr bwMode="auto">
            <ns1:xfrm>
              <ns1:off x="5778096" y="2774166"/>
              <ns1:ext cx="105882" cy="105882"/>
            </ns1:xfrm>
            <ns1:custGeom>
              <ns1:avLst/>
              <ns1:gdLst>
                <ns1:gd name="T0" fmla="*/ 2 w 11"/>
                <ns1:gd name="T1" fmla="*/ 12 h 12"/>
                <ns1:gd name="T2" fmla="*/ 2 w 11"/>
                <ns1:gd name="T3" fmla="*/ 8 h 12"/>
                <ns1:gd name="T4" fmla="*/ 1 w 11"/>
                <ns1:gd name="T5" fmla="*/ 3 h 12"/>
                <ns1:gd name="T6" fmla="*/ 8 w 11"/>
                <ns1:gd name="T7" fmla="*/ 3 h 12"/>
                <ns1:gd name="T8" fmla="*/ 9 w 11"/>
                <ns1:gd name="T9" fmla="*/ 5 h 12"/>
                <ns1:gd name="T10" fmla="*/ 8 w 11"/>
                <ns1:gd name="T11" fmla="*/ 11 h 12"/>
                <ns1:gd name="T12" fmla="*/ 2 w 11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2">
                  <ns1:moveTo>
                    <ns1:pt x="2" y="12"/>
                  </ns1:moveTo>
                  <ns1:cubicBezTo>
                    <ns1:pt x="0" y="11"/>
                    <ns1:pt x="1" y="10"/>
                    <ns1:pt x="2" y="8"/>
                  </ns1:cubicBezTo>
                  <ns1:cubicBezTo>
                    <ns1:pt x="2" y="7"/>
                    <ns1:pt x="1" y="5"/>
                    <ns1:pt x="1" y="3"/>
                  </ns1:cubicBezTo>
                  <ns1:cubicBezTo>
                    <ns1:pt x="2" y="0"/>
                    <ns1:pt x="6" y="2"/>
                    <ns1:pt x="8" y="3"/>
                  </ns1:cubicBezTo>
                  <ns1:cubicBezTo>
                    <ns1:pt x="8" y="3"/>
                    <ns1:pt x="9" y="4"/>
                    <ns1:pt x="9" y="5"/>
                  </ns1:cubicBezTo>
                  <ns1:cubicBezTo>
                    <ns1:pt x="10" y="7"/>
                    <ns1:pt x="11" y="10"/>
                    <ns1:pt x="8" y="11"/>
                  </ns1:cubicBezTo>
                  <ns1:cubicBezTo>
                    <ns1:pt x="6" y="12"/>
                    <ns1:pt x="4" y="12"/>
                    <ns1:pt x="2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5" name="Freeform 127"/>
            <ns0:cNvSpPr/>
            <ns0:nvPr userDrawn="1"/>
          </ns0:nvSpPr>
          <ns0:spPr bwMode="auto">
            <ns1:xfrm>
              <ns1:off x="5505827" y="2456519"/>
              <ns1:ext cx="385714" cy="340336"/>
            </ns1:xfrm>
            <ns1:custGeom>
              <ns1:avLst/>
              <ns1:gdLst>
                <ns1:gd name="T0" fmla="*/ 7 w 41"/>
                <ns1:gd name="T1" fmla="*/ 35 h 36"/>
                <ns1:gd name="T2" fmla="*/ 7 w 41"/>
                <ns1:gd name="T3" fmla="*/ 35 h 36"/>
                <ns1:gd name="T4" fmla="*/ 7 w 41"/>
                <ns1:gd name="T5" fmla="*/ 34 h 36"/>
                <ns1:gd name="T6" fmla="*/ 15 w 41"/>
                <ns1:gd name="T7" fmla="*/ 32 h 36"/>
                <ns1:gd name="T8" fmla="*/ 20 w 41"/>
                <ns1:gd name="T9" fmla="*/ 28 h 36"/>
                <ns1:gd name="T10" fmla="*/ 6 w 41"/>
                <ns1:gd name="T11" fmla="*/ 29 h 36"/>
                <ns1:gd name="T12" fmla="*/ 2 w 41"/>
                <ns1:gd name="T13" fmla="*/ 26 h 36"/>
                <ns1:gd name="T14" fmla="*/ 2 w 41"/>
                <ns1:gd name="T15" fmla="*/ 26 h 36"/>
                <ns1:gd name="T16" fmla="*/ 3 w 41"/>
                <ns1:gd name="T17" fmla="*/ 21 h 36"/>
                <ns1:gd name="T18" fmla="*/ 19 w 41"/>
                <ns1:gd name="T19" fmla="*/ 21 h 36"/>
                <ns1:gd name="T20" fmla="*/ 24 w 41"/>
                <ns1:gd name="T21" fmla="*/ 20 h 36"/>
                <ns1:gd name="T22" fmla="*/ 29 w 41"/>
                <ns1:gd name="T23" fmla="*/ 3 h 36"/>
                <ns1:gd name="T24" fmla="*/ 35 w 41"/>
                <ns1:gd name="T25" fmla="*/ 6 h 36"/>
                <ns1:gd name="T26" fmla="*/ 36 w 41"/>
                <ns1:gd name="T27" fmla="*/ 7 h 36"/>
                <ns1:gd name="T28" fmla="*/ 36 w 41"/>
                <ns1:gd name="T29" fmla="*/ 7 h 36"/>
                <ns1:gd name="T30" fmla="*/ 35 w 41"/>
                <ns1:gd name="T31" fmla="*/ 11 h 36"/>
                <ns1:gd name="T32" fmla="*/ 31 w 41"/>
                <ns1:gd name="T33" fmla="*/ 20 h 36"/>
                <ns1:gd name="T34" fmla="*/ 40 w 41"/>
                <ns1:gd name="T35" fmla="*/ 19 h 36"/>
                <ns1:gd name="T36" fmla="*/ 38 w 41"/>
                <ns1:gd name="T37" fmla="*/ 23 h 36"/>
                <ns1:gd name="T38" fmla="*/ 29 w 41"/>
                <ns1:gd name="T39" fmla="*/ 24 h 36"/>
                <ns1:gd name="T40" fmla="*/ 23 w 41"/>
                <ns1:gd name="T41" fmla="*/ 32 h 36"/>
                <ns1:gd name="T42" fmla="*/ 21 w 41"/>
                <ns1:gd name="T43" fmla="*/ 34 h 36"/>
                <ns1:gd name="T44" fmla="*/ 14 w 41"/>
                <ns1:gd name="T45" fmla="*/ 35 h 36"/>
                <ns1:gd name="T46" fmla="*/ 7 w 41"/>
                <ns1:gd name="T47" fmla="*/ 35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41" h="36">
                  <ns1:moveTo>
                    <ns1:pt x="7" y="35"/>
                  </ns1:moveTo>
                  <ns1:cubicBezTo>
                    <ns1:pt x="7" y="35"/>
                    <ns1:pt x="7" y="35"/>
                    <ns1:pt x="7" y="35"/>
                  </ns1:cubicBezTo>
                  <ns1:cubicBezTo>
                    <ns1:pt x="7" y="35"/>
                    <ns1:pt x="7" y="35"/>
                    <ns1:pt x="7" y="34"/>
                  </ns1:cubicBezTo>
                  <ns1:cubicBezTo>
                    <ns1:pt x="8" y="34"/>
                    <ns1:pt x="15" y="32"/>
                    <ns1:pt x="15" y="32"/>
                  </ns1:cubicBezTo>
                  <ns1:cubicBezTo>
                    <ns1:pt x="17" y="31"/>
                    <ns1:pt x="19" y="30"/>
                    <ns1:pt x="20" y="28"/>
                  </ns1:cubicBezTo>
                  <ns1:cubicBezTo>
                    <ns1:pt x="15" y="28"/>
                    <ns1:pt x="11" y="30"/>
                    <ns1:pt x="6" y="29"/>
                  </ns1:cubicBezTo>
                  <ns1:cubicBezTo>
                    <ns1:pt x="4" y="28"/>
                    <ns1:pt x="3" y="27"/>
                    <ns1:pt x="2" y="26"/>
                  </ns1:cubicBezTo>
                  <ns1:cubicBezTo>
                    <ns1:pt x="2" y="26"/>
                    <ns1:pt x="2" y="26"/>
                    <ns1:pt x="2" y="26"/>
                  </ns1:cubicBezTo>
                  <ns1:cubicBezTo>
                    <ns1:pt x="0" y="24"/>
                    <ns1:pt x="0" y="22"/>
                    <ns1:pt x="3" y="21"/>
                  </ns1:cubicBezTo>
                  <ns1:cubicBezTo>
                    <ns1:pt x="7" y="23"/>
                    <ns1:pt x="15" y="22"/>
                    <ns1:pt x="19" y="21"/>
                  </ns1:cubicBezTo>
                  <ns1:cubicBezTo>
                    <ns1:pt x="20" y="21"/>
                    <ns1:pt x="23" y="21"/>
                    <ns1:pt x="24" y="20"/>
                  </ns1:cubicBezTo>
                  <ns1:cubicBezTo>
                    <ns1:pt x="26" y="15"/>
                    <ns1:pt x="27" y="9"/>
                    <ns1:pt x="29" y="3"/>
                  </ns1:cubicBezTo>
                  <ns1:cubicBezTo>
                    <ns1:pt x="31" y="0"/>
                    <ns1:pt x="33" y="3"/>
                    <ns1:pt x="35" y="6"/>
                  </ns1:cubicBezTo>
                  <ns1:cubicBezTo>
                    <ns1:pt x="35" y="6"/>
                    <ns1:pt x="36" y="6"/>
                    <ns1:pt x="36" y="7"/>
                  </ns1:cubicBezTo>
                  <ns1:cubicBezTo>
                    <ns1:pt x="36" y="7"/>
                    <ns1:pt x="36" y="7"/>
                    <ns1:pt x="36" y="7"/>
                  </ns1:cubicBezTo>
                  <ns1:cubicBezTo>
                    <ns1:pt x="37" y="9"/>
                    <ns1:pt x="37" y="10"/>
                    <ns1:pt x="35" y="11"/>
                  </ns1:cubicBezTo>
                  <ns1:cubicBezTo>
                    <ns1:pt x="33" y="14"/>
                    <ns1:pt x="32" y="17"/>
                    <ns1:pt x="31" y="20"/>
                  </ns1:cubicBezTo>
                  <ns1:cubicBezTo>
                    <ns1:pt x="34" y="20"/>
                    <ns1:pt x="37" y="18"/>
                    <ns1:pt x="40" y="19"/>
                  </ns1:cubicBezTo>
                  <ns1:cubicBezTo>
                    <ns1:pt x="41" y="21"/>
                    <ns1:pt x="40" y="22"/>
                    <ns1:pt x="38" y="23"/>
                  </ns1:cubicBezTo>
                  <ns1:cubicBezTo>
                    <ns1:pt x="36" y="23"/>
                    <ns1:pt x="33" y="24"/>
                    <ns1:pt x="29" y="24"/>
                  </ns1:cubicBezTo>
                  <ns1:cubicBezTo>
                    <ns1:pt x="28" y="27"/>
                    <ns1:pt x="26" y="30"/>
                    <ns1:pt x="23" y="32"/>
                  </ns1:cubicBezTo>
                  <ns1:cubicBezTo>
                    <ns1:pt x="23" y="33"/>
                    <ns1:pt x="21" y="34"/>
                    <ns1:pt x="21" y="34"/>
                  </ns1:cubicBezTo>
                  <ns1:cubicBezTo>
                    <ns1:pt x="19" y="34"/>
                    <ns1:pt x="17" y="35"/>
                    <ns1:pt x="14" y="35"/>
                  </ns1:cubicBezTo>
                  <ns1:cubicBezTo>
                    <ns1:pt x="8" y="36"/>
                    <ns1:pt x="8" y="35"/>
                    <ns1:pt x="7" y="3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6" name="Freeform 128"/>
            <ns0:cNvSpPr/>
            <ns0:nvPr userDrawn="1"/>
          </ns0:nvSpPr>
          <ns0:spPr bwMode="auto">
            <ns1:xfrm>
              <ns1:off x="4862970" y="2668283"/>
              <ns1:ext cx="151261" cy="310084"/>
            </ns1:xfrm>
            <ns1:custGeom>
              <ns1:avLst/>
              <ns1:gdLst>
                <ns1:gd name="T0" fmla="*/ 7 w 16"/>
                <ns1:gd name="T1" fmla="*/ 33 h 33"/>
                <ns1:gd name="T2" fmla="*/ 0 w 16"/>
                <ns1:gd name="T3" fmla="*/ 30 h 33"/>
                <ns1:gd name="T4" fmla="*/ 0 w 16"/>
                <ns1:gd name="T5" fmla="*/ 28 h 33"/>
                <ns1:gd name="T6" fmla="*/ 10 w 16"/>
                <ns1:gd name="T7" fmla="*/ 11 h 33"/>
                <ns1:gd name="T8" fmla="*/ 12 w 16"/>
                <ns1:gd name="T9" fmla="*/ 3 h 33"/>
                <ns1:gd name="T10" fmla="*/ 12 w 16"/>
                <ns1:gd name="T11" fmla="*/ 2 h 33"/>
                <ns1:gd name="T12" fmla="*/ 12 w 16"/>
                <ns1:gd name="T13" fmla="*/ 2 h 33"/>
                <ns1:gd name="T14" fmla="*/ 15 w 16"/>
                <ns1:gd name="T15" fmla="*/ 2 h 33"/>
                <ns1:gd name="T16" fmla="*/ 14 w 16"/>
                <ns1:gd name="T17" fmla="*/ 7 h 33"/>
                <ns1:gd name="T18" fmla="*/ 13 w 16"/>
                <ns1:gd name="T19" fmla="*/ 16 h 33"/>
                <ns1:gd name="T20" fmla="*/ 13 w 16"/>
                <ns1:gd name="T21" fmla="*/ 19 h 33"/>
                <ns1:gd name="T22" fmla="*/ 11 w 16"/>
                <ns1:gd name="T23" fmla="*/ 26 h 33"/>
                <ns1:gd name="T24" fmla="*/ 9 w 16"/>
                <ns1:gd name="T25" fmla="*/ 33 h 33"/>
                <ns1:gd name="T26" fmla="*/ 7 w 16"/>
                <ns1:gd name="T27" fmla="*/ 33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16" h="33">
                  <ns1:moveTo>
                    <ns1:pt x="7" y="33"/>
                  </ns1:moveTo>
                  <ns1:cubicBezTo>
                    <ns1:pt x="5" y="33"/>
                    <ns1:pt x="2" y="31"/>
                    <ns1:pt x="0" y="30"/>
                  </ns1:cubicBezTo>
                  <ns1:cubicBezTo>
                    <ns1:pt x="0" y="30"/>
                    <ns1:pt x="0" y="29"/>
                    <ns1:pt x="0" y="28"/>
                  </ns1:cubicBezTo>
                  <ns1:cubicBezTo>
                    <ns1:pt x="4" y="23"/>
                    <ns1:pt x="7" y="17"/>
                    <ns1:pt x="10" y="11"/>
                  </ns1:cubicBezTo>
                  <ns1:cubicBezTo>
                    <ns1:pt x="11" y="8"/>
                    <ns1:pt x="11" y="5"/>
                    <ns1:pt x="12" y="3"/>
                  </ns1:cubicBezTo>
                  <ns1:cubicBezTo>
                    <ns1:pt x="12" y="3"/>
                    <ns1:pt x="12" y="3"/>
                    <ns1:pt x="12" y="2"/>
                  </ns1:cubicBezTo>
                  <ns1:cubicBezTo>
                    <ns1:pt x="12" y="2"/>
                    <ns1:pt x="12" y="2"/>
                    <ns1:pt x="12" y="2"/>
                  </ns1:cubicBezTo>
                  <ns1:cubicBezTo>
                    <ns1:pt x="13" y="1"/>
                    <ns1:pt x="14" y="0"/>
                    <ns1:pt x="15" y="2"/>
                  </ns1:cubicBezTo>
                  <ns1:cubicBezTo>
                    <ns1:pt x="16" y="3"/>
                    <ns1:pt x="14" y="5"/>
                    <ns1:pt x="14" y="7"/>
                  </ns1:cubicBezTo>
                  <ns1:cubicBezTo>
                    <ns1:pt x="14" y="10"/>
                    <ns1:pt x="14" y="13"/>
                    <ns1:pt x="13" y="16"/>
                  </ns1:cubicBezTo>
                  <ns1:cubicBezTo>
                    <ns1:pt x="13" y="16"/>
                    <ns1:pt x="13" y="16"/>
                    <ns1:pt x="13" y="19"/>
                  </ns1:cubicBezTo>
                  <ns1:cubicBezTo>
                    <ns1:pt x="12" y="21"/>
                    <ns1:pt x="11" y="24"/>
                    <ns1:pt x="11" y="26"/>
                  </ns1:cubicBezTo>
                  <ns1:cubicBezTo>
                    <ns1:pt x="10" y="28"/>
                    <ns1:pt x="10" y="31"/>
                    <ns1:pt x="9" y="33"/>
                  </ns1:cubicBezTo>
                  <ns1:cubicBezTo>
                    <ns1:pt x="8" y="33"/>
                    <ns1:pt x="8" y="33"/>
                    <ns1:pt x="7" y="33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7" name="Freeform 129"/>
            <ns0:cNvSpPr/>
            <ns0:nvPr userDrawn="1"/>
          </ns0:nvSpPr>
          <ns0:spPr bwMode="auto">
            <ns1:xfrm>
              <ns1:off x="5067172" y="2592653"/>
              <ns1:ext cx="121008" cy="121008"/>
            </ns1:xfrm>
            <ns1:custGeom>
              <ns1:avLst/>
              <ns1:gdLst>
                <ns1:gd name="T0" fmla="*/ 8 w 13"/>
                <ns1:gd name="T1" fmla="*/ 12 h 13"/>
                <ns1:gd name="T2" fmla="*/ 1 w 13"/>
                <ns1:gd name="T3" fmla="*/ 10 h 13"/>
                <ns1:gd name="T4" fmla="*/ 1 w 13"/>
                <ns1:gd name="T5" fmla="*/ 8 h 13"/>
                <ns1:gd name="T6" fmla="*/ 2 w 13"/>
                <ns1:gd name="T7" fmla="*/ 7 h 13"/>
                <ns1:gd name="T8" fmla="*/ 5 w 13"/>
                <ns1:gd name="T9" fmla="*/ 6 h 13"/>
                <ns1:gd name="T10" fmla="*/ 12 w 13"/>
                <ns1:gd name="T11" fmla="*/ 1 h 13"/>
                <ns1:gd name="T12" fmla="*/ 8 w 13"/>
                <ns1:gd name="T13" fmla="*/ 1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3" h="13">
                  <ns1:moveTo>
                    <ns1:pt x="8" y="12"/>
                  </ns1:moveTo>
                  <ns1:cubicBezTo>
                    <ns1:pt x="5" y="13"/>
                    <ns1:pt x="3" y="12"/>
                    <ns1:pt x="1" y="10"/>
                  </ns1:cubicBezTo>
                  <ns1:cubicBezTo>
                    <ns1:pt x="0" y="10"/>
                    <ns1:pt x="1" y="9"/>
                    <ns1:pt x="1" y="8"/>
                  </ns1:cubicBezTo>
                  <ns1:cubicBezTo>
                    <ns1:pt x="1" y="8"/>
                    <ns1:pt x="1" y="8"/>
                    <ns1:pt x="2" y="7"/>
                  </ns1:cubicBezTo>
                  <ns1:cubicBezTo>
                    <ns1:pt x="3" y="7"/>
                    <ns1:pt x="3" y="7"/>
                    <ns1:pt x="5" y="6"/>
                  </ns1:cubicBezTo>
                  <ns1:cubicBezTo>
                    <ns1:pt x="6" y="5"/>
                    <ns1:pt x="10" y="0"/>
                    <ns1:pt x="12" y="1"/>
                  </ns1:cubicBezTo>
                  <ns1:cubicBezTo>
                    <ns1:pt x="13" y="4"/>
                    <ns1:pt x="11" y="10"/>
                    <ns1:pt x="8" y="12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8" name="Freeform 130"/>
            <ns0:cNvSpPr/>
            <ns0:nvPr userDrawn="1"/>
          </ns0:nvSpPr>
          <ns0:spPr bwMode="auto">
            <ns1:xfrm>
              <ns1:off x="4855407" y="2638031"/>
              <ns1:ext cx="90756" cy="105882"/>
            </ns1:xfrm>
            <ns1:custGeom>
              <ns1:avLst/>
              <ns1:gdLst>
                <ns1:gd name="T0" fmla="*/ 5 w 10"/>
                <ns1:gd name="T1" fmla="*/ 11 h 11"/>
                <ns1:gd name="T2" fmla="*/ 1 w 10"/>
                <ns1:gd name="T3" fmla="*/ 4 h 11"/>
                <ns1:gd name="T4" fmla="*/ 6 w 10"/>
                <ns1:gd name="T5" fmla="*/ 1 h 11"/>
                <ns1:gd name="T6" fmla="*/ 10 w 10"/>
                <ns1:gd name="T7" fmla="*/ 6 h 11"/>
                <ns1:gd name="T8" fmla="*/ 5 w 10"/>
                <ns1:gd name="T9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0" h="11">
                  <ns1:moveTo>
                    <ns1:pt x="5" y="11"/>
                  </ns1:moveTo>
                  <ns1:cubicBezTo>
                    <ns1:pt x="3" y="10"/>
                    <ns1:pt x="1" y="5"/>
                    <ns1:pt x="1" y="4"/>
                  </ns1:cubicBezTo>
                  <ns1:cubicBezTo>
                    <ns1:pt x="0" y="1"/>
                    <ns1:pt x="3" y="0"/>
                    <ns1:pt x="6" y="1"/>
                  </ns1:cubicBezTo>
                  <ns1:cubicBezTo>
                    <ns1:pt x="9" y="2"/>
                    <ns1:pt x="10" y="3"/>
                    <ns1:pt x="10" y="6"/>
                  </ns1:cubicBezTo>
                  <ns1:cubicBezTo>
                    <ns1:pt x="8" y="9"/>
                    <ns1:pt x="7" y="9"/>
                    <ns1:pt x="5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49" name="Freeform 131"/>
            <ns0:cNvSpPr/>
            <ns0:nvPr userDrawn="1"/>
          </ns0:nvSpPr>
          <ns0:spPr bwMode="auto">
            <ns1:xfrm>
              <ns1:off x="5029357" y="2471645"/>
              <ns1:ext cx="143698" cy="158823"/>
            </ns1:xfrm>
            <ns1:custGeom>
              <ns1:avLst/>
              <ns1:gdLst>
                <ns1:gd name="T0" fmla="*/ 8 w 15"/>
                <ns1:gd name="T1" fmla="*/ 17 h 17"/>
                <ns1:gd name="T2" fmla="*/ 7 w 15"/>
                <ns1:gd name="T3" fmla="*/ 12 h 17"/>
                <ns1:gd name="T4" fmla="*/ 5 w 15"/>
                <ns1:gd name="T5" fmla="*/ 13 h 17"/>
                <ns1:gd name="T6" fmla="*/ 0 w 15"/>
                <ns1:gd name="T7" fmla="*/ 9 h 17"/>
                <ns1:gd name="T8" fmla="*/ 2 w 15"/>
                <ns1:gd name="T9" fmla="*/ 7 h 17"/>
                <ns1:gd name="T10" fmla="*/ 7 w 15"/>
                <ns1:gd name="T11" fmla="*/ 2 h 17"/>
                <ns1:gd name="T12" fmla="*/ 14 w 15"/>
                <ns1:gd name="T13" fmla="*/ 4 h 17"/>
                <ns1:gd name="T14" fmla="*/ 13 w 15"/>
                <ns1:gd name="T15" fmla="*/ 11 h 17"/>
                <ns1:gd name="T16" fmla="*/ 9 w 15"/>
                <ns1:gd name="T17" fmla="*/ 16 h 17"/>
                <ns1:gd name="T18" fmla="*/ 8 w 15"/>
                <ns1:gd name="T19" fmla="*/ 17 h 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" h="17">
                  <ns1:moveTo>
                    <ns1:pt x="8" y="17"/>
                  </ns1:moveTo>
                  <ns1:cubicBezTo>
                    <ns1:pt x="7" y="16"/>
                    <ns1:pt x="8" y="12"/>
                    <ns1:pt x="7" y="12"/>
                  </ns1:cubicBezTo>
                  <ns1:cubicBezTo>
                    <ns1:pt x="6" y="12"/>
                    <ns1:pt x="6" y="13"/>
                    <ns1:pt x="5" y="13"/>
                  </ns1:cubicBezTo>
                  <ns1:cubicBezTo>
                    <ns1:pt x="3" y="13"/>
                    <ns1:pt x="0" y="11"/>
                    <ns1:pt x="0" y="9"/>
                  </ns1:cubicBezTo>
                  <ns1:cubicBezTo>
                    <ns1:pt x="1" y="7"/>
                    <ns1:pt x="0" y="8"/>
                    <ns1:pt x="2" y="7"/>
                  </ns1:cubicBezTo>
                  <ns1:cubicBezTo>
                    <ns1:pt x="4" y="5"/>
                    <ns1:pt x="6" y="3"/>
                    <ns1:pt x="7" y="2"/>
                  </ns1:cubicBezTo>
                  <ns1:cubicBezTo>
                    <ns1:pt x="11" y="0"/>
                    <ns1:pt x="13" y="1"/>
                    <ns1:pt x="14" y="4"/>
                  </ns1:cubicBezTo>
                  <ns1:cubicBezTo>
                    <ns1:pt x="15" y="7"/>
                    <ns1:pt x="14" y="9"/>
                    <ns1:pt x="13" y="11"/>
                  </ns1:cubicBezTo>
                  <ns1:cubicBezTo>
                    <ns1:pt x="12" y="13"/>
                    <ns1:pt x="10" y="15"/>
                    <ns1:pt x="9" y="16"/>
                  </ns1:cubicBezTo>
                  <ns1:cubicBezTo>
                    <ns1:pt x="9" y="17"/>
                    <ns1:pt x="8" y="17"/>
                    <ns1:pt x="8" y="1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0" name="Freeform 132"/>
            <ns0:cNvSpPr/>
            <ns0:nvPr userDrawn="1"/>
          </ns0:nvSpPr>
          <ns0:spPr bwMode="auto">
            <ns1:xfrm>
              <ns1:off x="4855407" y="2509460"/>
              <ns1:ext cx="90756" cy="98319"/>
            </ns1:xfrm>
            <ns1:custGeom>
              <ns1:avLst/>
              <ns1:gdLst>
                <ns1:gd name="T0" fmla="*/ 4 w 10"/>
                <ns1:gd name="T1" fmla="*/ 11 h 11"/>
                <ns1:gd name="T2" fmla="*/ 3 w 10"/>
                <ns1:gd name="T3" fmla="*/ 9 h 11"/>
                <ns1:gd name="T4" fmla="*/ 1 w 10"/>
                <ns1:gd name="T5" fmla="*/ 6 h 11"/>
                <ns1:gd name="T6" fmla="*/ 1 w 10"/>
                <ns1:gd name="T7" fmla="*/ 0 h 11"/>
                <ns1:gd name="T8" fmla="*/ 10 w 10"/>
                <ns1:gd name="T9" fmla="*/ 5 h 11"/>
                <ns1:gd name="T10" fmla="*/ 4 w 10"/>
                <ns1:gd name="T11" fmla="*/ 11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0" h="11">
                  <ns1:moveTo>
                    <ns1:pt x="4" y="11"/>
                  </ns1:moveTo>
                  <ns1:cubicBezTo>
                    <ns1:pt x="3" y="11"/>
                    <ns1:pt x="3" y="10"/>
                    <ns1:pt x="3" y="9"/>
                  </ns1:cubicBezTo>
                  <ns1:cubicBezTo>
                    <ns1:pt x="3" y="8"/>
                    <ns1:pt x="2" y="7"/>
                    <ns1:pt x="1" y="6"/>
                  </ns1:cubicBezTo>
                  <ns1:cubicBezTo>
                    <ns1:pt x="0" y="3"/>
                    <ns1:pt x="0" y="2"/>
                    <ns1:pt x="1" y="0"/>
                  </ns1:cubicBezTo>
                  <ns1:cubicBezTo>
                    <ns1:pt x="3" y="0"/>
                    <ns1:pt x="10" y="1"/>
                    <ns1:pt x="10" y="5"/>
                  </ns1:cubicBezTo>
                  <ns1:cubicBezTo>
                    <ns1:pt x="9" y="7"/>
                    <ns1:pt x="6" y="10"/>
                    <ns1:pt x="4" y="11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1" name="Freeform 133"/>
            <ns0:cNvSpPr/>
            <ns0:nvPr userDrawn="1"/>
          </ns0:nvSpPr>
          <ns0:spPr bwMode="auto">
            <ns1:xfrm>
              <ns1:off x="4356247" y="2880048"/>
              <ns1:ext cx="355462" cy="627731"/>
            </ns1:xfrm>
            <ns1:custGeom>
              <ns1:avLst/>
              <ns1:gdLst>
                <ns1:gd name="T0" fmla="*/ 22 w 38"/>
                <ns1:gd name="T1" fmla="*/ 64 h 66"/>
                <ns1:gd name="T2" fmla="*/ 13 w 38"/>
                <ns1:gd name="T3" fmla="*/ 61 h 66"/>
                <ns1:gd name="T4" fmla="*/ 13 w 38"/>
                <ns1:gd name="T5" fmla="*/ 59 h 66"/>
                <ns1:gd name="T6" fmla="*/ 13 w 38"/>
                <ns1:gd name="T7" fmla="*/ 59 h 66"/>
                <ns1:gd name="T8" fmla="*/ 8 w 38"/>
                <ns1:gd name="T9" fmla="*/ 46 h 66"/>
                <ns1:gd name="T10" fmla="*/ 7 w 38"/>
                <ns1:gd name="T11" fmla="*/ 42 h 66"/>
                <ns1:gd name="T12" fmla="*/ 10 w 38"/>
                <ns1:gd name="T13" fmla="*/ 44 h 66"/>
                <ns1:gd name="T14" fmla="*/ 11 w 38"/>
                <ns1:gd name="T15" fmla="*/ 42 h 66"/>
                <ns1:gd name="T16" fmla="*/ 11 w 38"/>
                <ns1:gd name="T17" fmla="*/ 33 h 66"/>
                <ns1:gd name="T18" fmla="*/ 8 w 38"/>
                <ns1:gd name="T19" fmla="*/ 31 h 66"/>
                <ns1:gd name="T20" fmla="*/ 4 w 38"/>
                <ns1:gd name="T21" fmla="*/ 34 h 66"/>
                <ns1:gd name="T22" fmla="*/ 4 w 38"/>
                <ns1:gd name="T23" fmla="*/ 27 h 66"/>
                <ns1:gd name="T24" fmla="*/ 0 w 38"/>
                <ns1:gd name="T25" fmla="*/ 23 h 66"/>
                <ns1:gd name="T26" fmla="*/ 6 w 38"/>
                <ns1:gd name="T27" fmla="*/ 21 h 66"/>
                <ns1:gd name="T28" fmla="*/ 10 w 38"/>
                <ns1:gd name="T29" fmla="*/ 23 h 66"/>
                <ns1:gd name="T30" fmla="*/ 11 w 38"/>
                <ns1:gd name="T31" fmla="*/ 25 h 66"/>
                <ns1:gd name="T32" fmla="*/ 12 w 38"/>
                <ns1:gd name="T33" fmla="*/ 24 h 66"/>
                <ns1:gd name="T34" fmla="*/ 12 w 38"/>
                <ns1:gd name="T35" fmla="*/ 17 h 66"/>
                <ns1:gd name="T36" fmla="*/ 7 w 38"/>
                <ns1:gd name="T37" fmla="*/ 10 h 66"/>
                <ns1:gd name="T38" fmla="*/ 12 w 38"/>
                <ns1:gd name="T39" fmla="*/ 6 h 66"/>
                <ns1:gd name="T40" fmla="*/ 13 w 38"/>
                <ns1:gd name="T41" fmla="*/ 1 h 66"/>
                <ns1:gd name="T42" fmla="*/ 14 w 38"/>
                <ns1:gd name="T43" fmla="*/ 0 h 66"/>
                <ns1:gd name="T44" fmla="*/ 16 w 38"/>
                <ns1:gd name="T45" fmla="*/ 1 h 66"/>
                <ns1:gd name="T46" fmla="*/ 18 w 38"/>
                <ns1:gd name="T47" fmla="*/ 12 h 66"/>
                <ns1:gd name="T48" fmla="*/ 17 w 38"/>
                <ns1:gd name="T49" fmla="*/ 8 h 66"/>
                <ns1:gd name="T50" fmla="*/ 22 w 38"/>
                <ns1:gd name="T51" fmla="*/ 3 h 66"/>
                <ns1:gd name="T52" fmla="*/ 25 w 38"/>
                <ns1:gd name="T53" fmla="*/ 7 h 66"/>
                <ns1:gd name="T54" fmla="*/ 26 w 38"/>
                <ns1:gd name="T55" fmla="*/ 8 h 66"/>
                <ns1:gd name="T56" fmla="*/ 35 w 38"/>
                <ns1:gd name="T57" fmla="*/ 15 h 66"/>
                <ns1:gd name="T58" fmla="*/ 37 w 38"/>
                <ns1:gd name="T59" fmla="*/ 19 h 66"/>
                <ns1:gd name="T60" fmla="*/ 37 w 38"/>
                <ns1:gd name="T61" fmla="*/ 20 h 66"/>
                <ns1:gd name="T62" fmla="*/ 37 w 38"/>
                <ns1:gd name="T63" fmla="*/ 20 h 66"/>
                <ns1:gd name="T64" fmla="*/ 36 w 38"/>
                <ns1:gd name="T65" fmla="*/ 24 h 66"/>
                <ns1:gd name="T66" fmla="*/ 23 w 38"/>
                <ns1:gd name="T67" fmla="*/ 15 h 66"/>
                <ns1:gd name="T68" fmla="*/ 23 w 38"/>
                <ns1:gd name="T69" fmla="*/ 15 h 66"/>
                <ns1:gd name="T70" fmla="*/ 27 w 38"/>
                <ns1:gd name="T71" fmla="*/ 25 h 66"/>
                <ns1:gd name="T72" fmla="*/ 22 w 38"/>
                <ns1:gd name="T73" fmla="*/ 27 h 66"/>
                <ns1:gd name="T74" fmla="*/ 22 w 38"/>
                <ns1:gd name="T75" fmla="*/ 25 h 66"/>
                <ns1:gd name="T76" fmla="*/ 15 w 38"/>
                <ns1:gd name="T77" fmla="*/ 19 h 66"/>
                <ns1:gd name="T78" fmla="*/ 16 w 38"/>
                <ns1:gd name="T79" fmla="*/ 27 h 66"/>
                <ns1:gd name="T80" fmla="*/ 17 w 38"/>
                <ns1:gd name="T81" fmla="*/ 31 h 66"/>
                <ns1:gd name="T82" fmla="*/ 21 w 38"/>
                <ns1:gd name="T83" fmla="*/ 35 h 66"/>
                <ns1:gd name="T84" fmla="*/ 22 w 38"/>
                <ns1:gd name="T85" fmla="*/ 38 h 66"/>
                <ns1:gd name="T86" fmla="*/ 22 w 38"/>
                <ns1:gd name="T87" fmla="*/ 39 h 66"/>
                <ns1:gd name="T88" fmla="*/ 22 w 38"/>
                <ns1:gd name="T89" fmla="*/ 44 h 66"/>
                <ns1:gd name="T90" fmla="*/ 21 w 38"/>
                <ns1:gd name="T91" fmla="*/ 44 h 66"/>
                <ns1:gd name="T92" fmla="*/ 17 w 38"/>
                <ns1:gd name="T93" fmla="*/ 38 h 66"/>
                <ns1:gd name="T94" fmla="*/ 16 w 38"/>
                <ns1:gd name="T95" fmla="*/ 44 h 66"/>
                <ns1:gd name="T96" fmla="*/ 13 w 38"/>
                <ns1:gd name="T97" fmla="*/ 46 h 66"/>
                <ns1:gd name="T98" fmla="*/ 13 w 38"/>
                <ns1:gd name="T99" fmla="*/ 46 h 66"/>
                <ns1:gd name="T100" fmla="*/ 12 w 38"/>
                <ns1:gd name="T101" fmla="*/ 47 h 66"/>
                <ns1:gd name="T102" fmla="*/ 14 w 38"/>
                <ns1:gd name="T103" fmla="*/ 50 h 66"/>
                <ns1:gd name="T104" fmla="*/ 23 w 38"/>
                <ns1:gd name="T105" fmla="*/ 62 h 66"/>
                <ns1:gd name="T106" fmla="*/ 22 w 38"/>
                <ns1:gd name="T107" fmla="*/ 64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</ns1:cxnLst>
              <ns1:rect l="0" t="0" r="r" b="b"/>
              <ns1:pathLst>
                <ns1:path w="38" h="66">
                  <ns1:moveTo>
                    <ns1:pt x="22" y="64"/>
                  </ns1:moveTo>
                  <ns1:cubicBezTo>
                    <ns1:pt x="19" y="66"/>
                    <ns1:pt x="12" y="65"/>
                    <ns1:pt x="13" y="61"/>
                  </ns1:cubicBezTo>
                  <ns1:cubicBezTo>
                    <ns1:pt x="13" y="60"/>
                    <ns1:pt x="13" y="59"/>
                    <ns1:pt x="13" y="59"/>
                  </ns1:cubicBezTo>
                  <ns1:cubicBezTo>
                    <ns1:pt x="13" y="59"/>
                    <ns1:pt x="13" y="59"/>
                    <ns1:pt x="13" y="59"/>
                  </ns1:cubicBezTo>
                  <ns1:cubicBezTo>
                    <ns1:pt x="12" y="54"/>
                    <ns1:pt x="9" y="50"/>
                    <ns1:pt x="8" y="46"/>
                  </ns1:cubicBezTo>
                  <ns1:cubicBezTo>
                    <ns1:pt x="7" y="45"/>
                    <ns1:pt x="7" y="44"/>
                    <ns1:pt x="7" y="42"/>
                  </ns1:cubicBezTo>
                  <ns1:cubicBezTo>
                    <ns1:pt x="8" y="42"/>
                    <ns1:pt x="9" y="43"/>
                    <ns1:pt x="10" y="44"/>
                  </ns1:cubicBezTo>
                  <ns1:cubicBezTo>
                    <ns1:pt x="11" y="44"/>
                    <ns1:pt x="11" y="43"/>
                    <ns1:pt x="11" y="42"/>
                  </ns1:cubicBezTo>
                  <ns1:cubicBezTo>
                    <ns1:pt x="11" y="39"/>
                    <ns1:pt x="11" y="36"/>
                    <ns1:pt x="11" y="33"/>
                  </ns1:cubicBezTo>
                  <ns1:cubicBezTo>
                    <ns1:pt x="10" y="32"/>
                    <ns1:pt x="9" y="31"/>
                    <ns1:pt x="8" y="31"/>
                  </ns1:cubicBezTo>
                  <ns1:cubicBezTo>
                    <ns1:pt x="8" y="32"/>
                    <ns1:pt x="6" y="37"/>
                    <ns1:pt x="4" y="34"/>
                  </ns1:cubicBezTo>
                  <ns1:cubicBezTo>
                    <ns1:pt x="5" y="32"/>
                    <ns1:pt x="5" y="29"/>
                    <ns1:pt x="4" y="27"/>
                  </ns1:cubicBezTo>
                  <ns1:cubicBezTo>
                    <ns1:pt x="2" y="25"/>
                    <ns1:pt x="0" y="24"/>
                    <ns1:pt x="0" y="23"/>
                  </ns1:cubicBezTo>
                  <ns1:cubicBezTo>
                    <ns1:pt x="0" y="20"/>
                    <ns1:pt x="4" y="20"/>
                    <ns1:pt x="6" y="21"/>
                  </ns1:cubicBezTo>
                  <ns1:cubicBezTo>
                    <ns1:pt x="8" y="21"/>
                    <ns1:pt x="8" y="17"/>
                    <ns1:pt x="10" y="23"/>
                  </ns1:cubicBezTo>
                  <ns1:cubicBezTo>
                    <ns1:pt x="10" y="24"/>
                    <ns1:pt x="11" y="24"/>
                    <ns1:pt x="11" y="25"/>
                  </ns1:cubicBezTo>
                  <ns1:cubicBezTo>
                    <ns1:pt x="12" y="25"/>
                    <ns1:pt x="12" y="24"/>
                    <ns1:pt x="12" y="24"/>
                  </ns1:cubicBezTo>
                  <ns1:cubicBezTo>
                    <ns1:pt x="12" y="22"/>
                    <ns1:pt x="12" y="19"/>
                    <ns1:pt x="12" y="17"/>
                  </ns1:cubicBezTo>
                  <ns1:cubicBezTo>
                    <ns1:pt x="10" y="15"/>
                    <ns1:pt x="8" y="13"/>
                    <ns1:pt x="7" y="10"/>
                  </ns1:cubicBezTo>
                  <ns1:cubicBezTo>
                    <ns1:pt x="7" y="8"/>
                    <ns1:pt x="10" y="6"/>
                    <ns1:pt x="12" y="6"/>
                  </ns1:cubicBezTo>
                  <ns1:cubicBezTo>
                    <ns1:pt x="13" y="4"/>
                    <ns1:pt x="13" y="3"/>
                    <ns1:pt x="13" y="1"/>
                  </ns1:cubicBezTo>
                  <ns1:cubicBezTo>
                    <ns1:pt x="13" y="1"/>
                    <ns1:pt x="13" y="1"/>
                    <ns1:pt x="14" y="0"/>
                  </ns1:cubicBezTo>
                  <ns1:cubicBezTo>
                    <ns1:pt x="15" y="0"/>
                    <ns1:pt x="15" y="0"/>
                    <ns1:pt x="16" y="1"/>
                  </ns1:cubicBezTo>
                  <ns1:cubicBezTo>
                    <ns1:pt x="18" y="3"/>
                    <ns1:pt x="14" y="11"/>
                    <ns1:pt x="18" y="12"/>
                  </ns1:cubicBezTo>
                  <ns1:cubicBezTo>
                    <ns1:pt x="19" y="11"/>
                    <ns1:pt x="18" y="9"/>
                    <ns1:pt x="17" y="8"/>
                  </ns1:cubicBezTo>
                  <ns1:cubicBezTo>
                    <ns1:pt x="17" y="6"/>
                    <ns1:pt x="20" y="4"/>
                    <ns1:pt x="22" y="3"/>
                  </ns1:cubicBezTo>
                  <ns1:cubicBezTo>
                    <ns1:pt x="26" y="3"/>
                    <ns1:pt x="25" y="4"/>
                    <ns1:pt x="25" y="7"/>
                  </ns1:cubicBezTo>
                  <ns1:cubicBezTo>
                    <ns1:pt x="26" y="7"/>
                    <ns1:pt x="26" y="8"/>
                    <ns1:pt x="26" y="8"/>
                  </ns1:cubicBezTo>
                  <ns1:cubicBezTo>
                    <ns1:pt x="30" y="11"/>
                    <ns1:pt x="30" y="11"/>
                    <ns1:pt x="35" y="15"/>
                  </ns1:cubicBezTo>
                  <ns1:cubicBezTo>
                    <ns1:pt x="36" y="16"/>
                    <ns1:pt x="37" y="17"/>
                    <ns1:pt x="37" y="19"/>
                  </ns1:cubicBezTo>
                  <ns1:cubicBezTo>
                    <ns1:pt x="37" y="19"/>
                    <ns1:pt x="37" y="19"/>
                    <ns1:pt x="37" y="20"/>
                  </ns1:cubicBezTo>
                  <ns1:cubicBezTo>
                    <ns1:pt x="37" y="20"/>
                    <ns1:pt x="37" y="20"/>
                    <ns1:pt x="37" y="20"/>
                  </ns1:cubicBezTo>
                  <ns1:cubicBezTo>
                    <ns1:pt x="38" y="21"/>
                    <ns1:pt x="38" y="24"/>
                    <ns1:pt x="36" y="24"/>
                  </ns1:cubicBezTo>
                  <ns1:cubicBezTo>
                    <ns1:pt x="32" y="21"/>
                    <ns1:pt x="27" y="18"/>
                    <ns1:pt x="23" y="15"/>
                  </ns1:cubicBezTo>
                  <ns1:cubicBezTo>
                    <ns1:pt x="23" y="15"/>
                    <ns1:pt x="23" y="15"/>
                    <ns1:pt x="23" y="15"/>
                  </ns1:cubicBezTo>
                  <ns1:cubicBezTo>
                    <ns1:pt x="25" y="17"/>
                    <ns1:pt x="27" y="22"/>
                    <ns1:pt x="27" y="25"/>
                  </ns1:cubicBezTo>
                  <ns1:cubicBezTo>
                    <ns1:pt x="26" y="26"/>
                    <ns1:pt x="24" y="27"/>
                    <ns1:pt x="22" y="27"/>
                  </ns1:cubicBezTo>
                  <ns1:cubicBezTo>
                    <ns1:pt x="22" y="26"/>
                    <ns1:pt x="22" y="26"/>
                    <ns1:pt x="22" y="25"/>
                  </ns1:cubicBezTo>
                  <ns1:cubicBezTo>
                    <ns1:pt x="21" y="23"/>
                    <ns1:pt x="17" y="21"/>
                    <ns1:pt x="15" y="19"/>
                  </ns1:cubicBezTo>
                  <ns1:cubicBezTo>
                    <ns1:pt x="14" y="21"/>
                    <ns1:pt x="16" y="25"/>
                    <ns1:pt x="16" y="27"/>
                  </ns1:cubicBezTo>
                  <ns1:cubicBezTo>
                    <ns1:pt x="16" y="28"/>
                    <ns1:pt x="16" y="30"/>
                    <ns1:pt x="17" y="31"/>
                  </ns1:cubicBezTo>
                  <ns1:cubicBezTo>
                    <ns1:pt x="18" y="32"/>
                    <ns1:pt x="19" y="34"/>
                    <ns1:pt x="21" y="35"/>
                  </ns1:cubicBezTo>
                  <ns1:cubicBezTo>
                    <ns1:pt x="21" y="36"/>
                    <ns1:pt x="22" y="37"/>
                    <ns1:pt x="22" y="38"/>
                  </ns1:cubicBezTo>
                  <ns1:cubicBezTo>
                    <ns1:pt x="22" y="38"/>
                    <ns1:pt x="22" y="38"/>
                    <ns1:pt x="22" y="39"/>
                  </ns1:cubicBezTo>
                  <ns1:cubicBezTo>
                    <ns1:pt x="23" y="40"/>
                    <ns1:pt x="24" y="44"/>
                    <ns1:pt x="22" y="44"/>
                  </ns1:cubicBezTo>
                  <ns1:cubicBezTo>
                    <ns1:pt x="21" y="44"/>
                    <ns1:pt x="21" y="44"/>
                    <ns1:pt x="21" y="44"/>
                  </ns1:cubicBezTo>
                  <ns1:cubicBezTo>
                    <ns1:pt x="20" y="41"/>
                    <ns1:pt x="18" y="39"/>
                    <ns1:pt x="17" y="38"/>
                  </ns1:cubicBezTo>
                  <ns1:cubicBezTo>
                    <ns1:pt x="16" y="40"/>
                    <ns1:pt x="17" y="42"/>
                    <ns1:pt x="16" y="44"/>
                  </ns1:cubicBezTo>
                  <ns1:cubicBezTo>
                    <ns1:pt x="15" y="45"/>
                    <ns1:pt x="14" y="46"/>
                    <ns1:pt x="13" y="46"/>
                  </ns1:cubicBezTo>
                  <ns1:cubicBezTo>
                    <ns1:pt x="13" y="46"/>
                    <ns1:pt x="13" y="46"/>
                    <ns1:pt x="13" y="46"/>
                  </ns1:cubicBezTo>
                  <ns1:cubicBezTo>
                    <ns1:pt x="12" y="46"/>
                    <ns1:pt x="12" y="46"/>
                    <ns1:pt x="12" y="47"/>
                  </ns1:cubicBezTo>
                  <ns1:cubicBezTo>
                    <ns1:pt x="12" y="48"/>
                    <ns1:pt x="13" y="49"/>
                    <ns1:pt x="14" y="50"/>
                  </ns1:cubicBezTo>
                  <ns1:cubicBezTo>
                    <ns1:pt x="16" y="54"/>
                    <ns1:pt x="19" y="58"/>
                    <ns1:pt x="23" y="62"/>
                  </ns1:cubicBezTo>
                  <ns1:cubicBezTo>
                    <ns1:pt x="23" y="63"/>
                    <ns1:pt x="23" y="63"/>
                    <ns1:pt x="22" y="64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2" name="Freeform 134"/>
            <ns0:cNvSpPr/>
            <ns0:nvPr userDrawn="1"/>
          </ns0:nvSpPr>
          <ns0:spPr bwMode="auto">
            <ns1:xfrm>
              <ns1:off x="4303306" y="3235510"/>
              <ns1:ext cx="98319" cy="83193"/>
            </ns1:xfrm>
            <ns1:custGeom>
              <ns1:avLst/>
              <ns1:gdLst>
                <ns1:gd name="T0" fmla="*/ 9 w 11"/>
                <ns1:gd name="T1" fmla="*/ 9 h 9"/>
                <ns1:gd name="T2" fmla="*/ 7 w 11"/>
                <ns1:gd name="T3" fmla="*/ 7 h 9"/>
                <ns1:gd name="T4" fmla="*/ 0 w 11"/>
                <ns1:gd name="T5" fmla="*/ 2 h 9"/>
                <ns1:gd name="T6" fmla="*/ 0 w 11"/>
                <ns1:gd name="T7" fmla="*/ 1 h 9"/>
                <ns1:gd name="T8" fmla="*/ 7 w 11"/>
                <ns1:gd name="T9" fmla="*/ 0 h 9"/>
                <ns1:gd name="T10" fmla="*/ 9 w 11"/>
                <ns1:gd name="T11" fmla="*/ 9 h 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1" h="9">
                  <ns1:moveTo>
                    <ns1:pt x="9" y="9"/>
                  </ns1:moveTo>
                  <ns1:cubicBezTo>
                    <ns1:pt x="8" y="9"/>
                    <ns1:pt x="7" y="8"/>
                    <ns1:pt x="7" y="7"/>
                  </ns1:cubicBezTo>
                  <ns1:cubicBezTo>
                    <ns1:pt x="3" y="6"/>
                    <ns1:pt x="1" y="5"/>
                    <ns1:pt x="0" y="2"/>
                  </ns1:cubicBezTo>
                  <ns1:cubicBezTo>
                    <ns1:pt x="0" y="2"/>
                    <ns1:pt x="0" y="2"/>
                    <ns1:pt x="0" y="1"/>
                  </ns1:cubicBezTo>
                  <ns1:cubicBezTo>
                    <ns1:pt x="2" y="1"/>
                    <ns1:pt x="5" y="0"/>
                    <ns1:pt x="7" y="0"/>
                  </ns1:cubicBezTo>
                  <ns1:cubicBezTo>
                    <ns1:pt x="11" y="1"/>
                    <ns1:pt x="10" y="6"/>
                    <ns1:pt x="9" y="9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3" name="Freeform 135"/>
            <ns0:cNvSpPr/>
            <ns0:nvPr userDrawn="1"/>
          </ns0:nvSpPr>
          <ns0:spPr bwMode="auto">
            <ns1:xfrm>
              <ns1:off x="4212550" y="3137191"/>
              <ns1:ext cx="105882" cy="98319"/>
            </ns1:xfrm>
            <ns1:custGeom>
              <ns1:avLst/>
              <ns1:gdLst>
                <ns1:gd name="T0" fmla="*/ 10 w 11"/>
                <ns1:gd name="T1" fmla="*/ 10 h 10"/>
                <ns1:gd name="T2" fmla="*/ 9 w 11"/>
                <ns1:gd name="T3" fmla="*/ 10 h 10"/>
                <ns1:gd name="T4" fmla="*/ 8 w 11"/>
                <ns1:gd name="T5" fmla="*/ 8 h 10"/>
                <ns1:gd name="T6" fmla="*/ 1 w 11"/>
                <ns1:gd name="T7" fmla="*/ 2 h 10"/>
                <ns1:gd name="T8" fmla="*/ 4 w 11"/>
                <ns1:gd name="T9" fmla="*/ 2 h 10"/>
                <ns1:gd name="T10" fmla="*/ 11 w 11"/>
                <ns1:gd name="T11" fmla="*/ 5 h 10"/>
                <ns1:gd name="T12" fmla="*/ 10 w 11"/>
                <ns1:gd name="T13" fmla="*/ 10 h 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0">
                  <ns1:moveTo>
                    <ns1:pt x="10" y="10"/>
                  </ns1:moveTo>
                  <ns1:cubicBezTo>
                    <ns1:pt x="9" y="10"/>
                    <ns1:pt x="9" y="10"/>
                    <ns1:pt x="9" y="10"/>
                  </ns1:cubicBezTo>
                  <ns1:cubicBezTo>
                    <ns1:pt x="8" y="9"/>
                    <ns1:pt x="8" y="9"/>
                    <ns1:pt x="8" y="8"/>
                  </ns1:cubicBezTo>
                  <ns1:cubicBezTo>
                    <ns1:pt x="4" y="8"/>
                    <ns1:pt x="0" y="6"/>
                    <ns1:pt x="1" y="2"/>
                  </ns1:cubicBezTo>
                  <ns1:cubicBezTo>
                    <ns1:pt x="2" y="1"/>
                    <ns1:pt x="2" y="2"/>
                    <ns1:pt x="4" y="2"/>
                  </ns1:cubicBezTo>
                  <ns1:cubicBezTo>
                    <ns1:pt x="7" y="2"/>
                    <ns1:pt x="11" y="0"/>
                    <ns1:pt x="11" y="5"/>
                  </ns1:cubicBezTo>
                  <ns1:cubicBezTo>
                    <ns1:pt x="11" y="6"/>
                    <ns1:pt x="10" y="8"/>
                    <ns1:pt x="10" y="10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4" name="Freeform 136"/>
            <ns0:cNvSpPr/>
            <ns0:nvPr userDrawn="1"/>
          </ns0:nvSpPr>
          <ns0:spPr bwMode="auto">
            <ns1:xfrm>
              <ns1:off x="4749525" y="3212821"/>
              <ns1:ext cx="1232773" cy="1066386"/>
            </ns1:xfrm>
            <ns1:custGeom>
              <ns1:avLst/>
              <ns1:gdLst>
                <ns1:gd name="T0" fmla="*/ 132 w 132"/>
                <ns1:gd name="T1" fmla="*/ 6 h 113"/>
                <ns1:gd name="T2" fmla="*/ 98 w 132"/>
                <ns1:gd name="T3" fmla="*/ 6 h 113"/>
                <ns1:gd name="T4" fmla="*/ 79 w 132"/>
                <ns1:gd name="T5" fmla="*/ 25 h 113"/>
                <ns1:gd name="T6" fmla="*/ 73 w 132"/>
                <ns1:gd name="T7" fmla="*/ 12 h 113"/>
                <ns1:gd name="T8" fmla="*/ 83 w 132"/>
                <ns1:gd name="T9" fmla="*/ 8 h 113"/>
                <ns1:gd name="T10" fmla="*/ 57 w 132"/>
                <ns1:gd name="T11" fmla="*/ 8 h 113"/>
                <ns1:gd name="T12" fmla="*/ 53 w 132"/>
                <ns1:gd name="T13" fmla="*/ 25 h 113"/>
                <ns1:gd name="T14" fmla="*/ 34 w 132"/>
                <ns1:gd name="T15" fmla="*/ 6 h 113"/>
                <ns1:gd name="T16" fmla="*/ 0 w 132"/>
                <ns1:gd name="T17" fmla="*/ 6 h 113"/>
                <ns1:gd name="T18" fmla="*/ 24 w 132"/>
                <ns1:gd name="T19" fmla="*/ 16 h 113"/>
                <ns1:gd name="T20" fmla="*/ 27 w 132"/>
                <ns1:gd name="T21" fmla="*/ 22 h 113"/>
                <ns1:gd name="T22" fmla="*/ 9 w 132"/>
                <ns1:gd name="T23" fmla="*/ 22 h 113"/>
                <ns1:gd name="T24" fmla="*/ 31 w 132"/>
                <ns1:gd name="T25" fmla="*/ 32 h 113"/>
                <ns1:gd name="T26" fmla="*/ 34 w 132"/>
                <ns1:gd name="T27" fmla="*/ 38 h 113"/>
                <ns1:gd name="T28" fmla="*/ 20 w 132"/>
                <ns1:gd name="T29" fmla="*/ 39 h 113"/>
                <ns1:gd name="T30" fmla="*/ 38 w 132"/>
                <ns1:gd name="T31" fmla="*/ 48 h 113"/>
                <ns1:gd name="T32" fmla="*/ 41 w 132"/>
                <ns1:gd name="T33" fmla="*/ 54 h 113"/>
                <ns1:gd name="T34" fmla="*/ 30 w 132"/>
                <ns1:gd name="T35" fmla="*/ 54 h 113"/>
                <ns1:gd name="T36" fmla="*/ 45 w 132"/>
                <ns1:gd name="T37" fmla="*/ 63 h 113"/>
                <ns1:gd name="T38" fmla="*/ 47 w 132"/>
                <ns1:gd name="T39" fmla="*/ 69 h 113"/>
                <ns1:gd name="T40" fmla="*/ 39 w 132"/>
                <ns1:gd name="T41" fmla="*/ 69 h 113"/>
                <ns1:gd name="T42" fmla="*/ 51 w 132"/>
                <ns1:gd name="T43" fmla="*/ 78 h 113"/>
                <ns1:gd name="T44" fmla="*/ 51 w 132"/>
                <ns1:gd name="T45" fmla="*/ 89 h 113"/>
                <ns1:gd name="T46" fmla="*/ 66 w 132"/>
                <ns1:gd name="T47" fmla="*/ 113 h 113"/>
                <ns1:gd name="T48" fmla="*/ 81 w 132"/>
                <ns1:gd name="T49" fmla="*/ 89 h 113"/>
                <ns1:gd name="T50" fmla="*/ 81 w 132"/>
                <ns1:gd name="T51" fmla="*/ 78 h 113"/>
                <ns1:gd name="T52" fmla="*/ 92 w 132"/>
                <ns1:gd name="T53" fmla="*/ 69 h 113"/>
                <ns1:gd name="T54" fmla="*/ 85 w 132"/>
                <ns1:gd name="T55" fmla="*/ 69 h 113"/>
                <ns1:gd name="T56" fmla="*/ 87 w 132"/>
                <ns1:gd name="T57" fmla="*/ 63 h 113"/>
                <ns1:gd name="T58" fmla="*/ 102 w 132"/>
                <ns1:gd name="T59" fmla="*/ 54 h 113"/>
                <ns1:gd name="T60" fmla="*/ 91 w 132"/>
                <ns1:gd name="T61" fmla="*/ 54 h 113"/>
                <ns1:gd name="T62" fmla="*/ 93 w 132"/>
                <ns1:gd name="T63" fmla="*/ 48 h 113"/>
                <ns1:gd name="T64" fmla="*/ 111 w 132"/>
                <ns1:gd name="T65" fmla="*/ 39 h 113"/>
                <ns1:gd name="T66" fmla="*/ 97 w 132"/>
                <ns1:gd name="T67" fmla="*/ 38 h 113"/>
                <ns1:gd name="T68" fmla="*/ 100 w 132"/>
                <ns1:gd name="T69" fmla="*/ 32 h 113"/>
                <ns1:gd name="T70" fmla="*/ 123 w 132"/>
                <ns1:gd name="T71" fmla="*/ 22 h 113"/>
                <ns1:gd name="T72" fmla="*/ 105 w 132"/>
                <ns1:gd name="T73" fmla="*/ 22 h 113"/>
                <ns1:gd name="T74" fmla="*/ 107 w 132"/>
                <ns1:gd name="T75" fmla="*/ 16 h 113"/>
                <ns1:gd name="T76" fmla="*/ 132 w 132"/>
                <ns1:gd name="T77" fmla="*/ 6 h 1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</ns1:cxnLst>
              <ns1:rect l="0" t="0" r="r" b="b"/>
              <ns1:pathLst>
                <ns1:path w="132" h="113">
                  <ns1:moveTo>
                    <ns1:pt x="132" y="6"/>
                  </ns1:moveTo>
                  <ns1:cubicBezTo>
                    <ns1:pt x="98" y="6"/>
                    <ns1:pt x="98" y="6"/>
                    <ns1:pt x="98" y="6"/>
                  </ns1:cubicBezTo>
                  <ns1:cubicBezTo>
                    <ns1:pt x="88" y="6"/>
                    <ns1:pt x="83" y="16"/>
                    <ns1:pt x="79" y="25"/>
                  </ns1:cubicBezTo>
                  <ns1:cubicBezTo>
                    <ns1:pt x="73" y="12"/>
                    <ns1:pt x="73" y="12"/>
                    <ns1:pt x="73" y="12"/>
                  </ns1:cubicBezTo>
                  <ns1:cubicBezTo>
                    <ns1:pt x="83" y="8"/>
                    <ns1:pt x="83" y="8"/>
                    <ns1:pt x="83" y="8"/>
                  </ns1:cubicBezTo>
                  <ns1:cubicBezTo>
                    <ns1:pt x="77" y="3"/>
                    <ns1:pt x="59" y="0"/>
                    <ns1:pt x="57" y="8"/>
                  </ns1:cubicBezTo>
                  <ns1:cubicBezTo>
                    <ns1:pt x="53" y="25"/>
                    <ns1:pt x="53" y="25"/>
                    <ns1:pt x="53" y="25"/>
                  </ns1:cubicBezTo>
                  <ns1:cubicBezTo>
                    <ns1:pt x="50" y="17"/>
                    <ns1:pt x="45" y="6"/>
                    <ns1:pt x="34" y="6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4" y="14"/>
                    <ns1:pt x="8" y="17"/>
                    <ns1:pt x="24" y="16"/>
                  </ns1:cubicBezTo>
                  <ns1:cubicBezTo>
                    <ns1:pt x="27" y="22"/>
                    <ns1:pt x="27" y="22"/>
                    <ns1:pt x="27" y="22"/>
                  </ns1:cubicBezTo>
                  <ns1:cubicBezTo>
                    <ns1:pt x="9" y="22"/>
                    <ns1:pt x="9" y="22"/>
                    <ns1:pt x="9" y="22"/>
                  </ns1:cubicBezTo>
                  <ns1:cubicBezTo>
                    <ns1:pt x="14" y="32"/>
                    <ns1:pt x="17" y="32"/>
                    <ns1:pt x="31" y="32"/>
                  </ns1:cubicBezTo>
                  <ns1:cubicBezTo>
                    <ns1:pt x="34" y="38"/>
                    <ns1:pt x="34" y="38"/>
                    <ns1:pt x="34" y="38"/>
                  </ns1:cubicBezTo>
                  <ns1:cubicBezTo>
                    <ns1:pt x="20" y="39"/>
                    <ns1:pt x="20" y="39"/>
                    <ns1:pt x="20" y="39"/>
                  </ns1:cubicBezTo>
                  <ns1:cubicBezTo>
                    <ns1:pt x="23" y="45"/>
                    <ns1:pt x="27" y="48"/>
                    <ns1:pt x="38" y="48"/>
                  </ns1:cubicBezTo>
                  <ns1:cubicBezTo>
                    <ns1:pt x="41" y="54"/>
                    <ns1:pt x="41" y="54"/>
                    <ns1:pt x="41" y="54"/>
                  </ns1:cubicBezTo>
                  <ns1:cubicBezTo>
                    <ns1:pt x="30" y="54"/>
                    <ns1:pt x="30" y="54"/>
                    <ns1:pt x="30" y="54"/>
                  </ns1:cubicBezTo>
                  <ns1:cubicBezTo>
                    <ns1:pt x="34" y="61"/>
                    <ns1:pt x="36" y="64"/>
                    <ns1:pt x="45" y="63"/>
                  </ns1:cubicBezTo>
                  <ns1:cubicBezTo>
                    <ns1:pt x="47" y="69"/>
                    <ns1:pt x="47" y="69"/>
                    <ns1:pt x="47" y="69"/>
                  </ns1:cubicBezTo>
                  <ns1:cubicBezTo>
                    <ns1:pt x="39" y="69"/>
                    <ns1:pt x="39" y="69"/>
                    <ns1:pt x="39" y="69"/>
                  </ns1:cubicBezTo>
                  <ns1:cubicBezTo>
                    <ns1:pt x="43" y="77"/>
                    <ns1:pt x="46" y="77"/>
                    <ns1:pt x="51" y="78"/>
                  </ns1:cubicBezTo>
                  <ns1:cubicBezTo>
                    <ns1:pt x="55" y="78"/>
                    <ns1:pt x="56" y="86"/>
                    <ns1:pt x="51" y="89"/>
                  </ns1:cubicBezTo>
                  <ns1:cubicBezTo>
                    <ns1:pt x="66" y="113"/>
                    <ns1:pt x="66" y="113"/>
                    <ns1:pt x="66" y="113"/>
                  </ns1:cubicBezTo>
                  <ns1:cubicBezTo>
                    <ns1:pt x="81" y="89"/>
                    <ns1:pt x="81" y="89"/>
                    <ns1:pt x="81" y="89"/>
                  </ns1:cubicBezTo>
                  <ns1:cubicBezTo>
                    <ns1:pt x="76" y="86"/>
                    <ns1:pt x="76" y="78"/>
                    <ns1:pt x="81" y="78"/>
                  </ns1:cubicBezTo>
                  <ns1:cubicBezTo>
                    <ns1:pt x="85" y="77"/>
                    <ns1:pt x="89" y="77"/>
                    <ns1:pt x="92" y="69"/>
                  </ns1:cubicBezTo>
                  <ns1:cubicBezTo>
                    <ns1:pt x="85" y="69"/>
                    <ns1:pt x="85" y="69"/>
                    <ns1:pt x="85" y="69"/>
                  </ns1:cubicBezTo>
                  <ns1:cubicBezTo>
                    <ns1:pt x="87" y="63"/>
                    <ns1:pt x="87" y="63"/>
                    <ns1:pt x="87" y="63"/>
                  </ns1:cubicBezTo>
                  <ns1:cubicBezTo>
                    <ns1:pt x="96" y="64"/>
                    <ns1:pt x="98" y="60"/>
                    <ns1:pt x="102" y="54"/>
                  </ns1:cubicBezTo>
                  <ns1:cubicBezTo>
                    <ns1:pt x="91" y="54"/>
                    <ns1:pt x="91" y="54"/>
                    <ns1:pt x="91" y="54"/>
                  </ns1:cubicBezTo>
                  <ns1:cubicBezTo>
                    <ns1:pt x="93" y="48"/>
                    <ns1:pt x="93" y="48"/>
                    <ns1:pt x="93" y="48"/>
                  </ns1:cubicBezTo>
                  <ns1:cubicBezTo>
                    <ns1:pt x="105" y="48"/>
                    <ns1:pt x="108" y="45"/>
                    <ns1:pt x="111" y="39"/>
                  </ns1:cubicBezTo>
                  <ns1:cubicBezTo>
                    <ns1:pt x="97" y="38"/>
                    <ns1:pt x="97" y="38"/>
                    <ns1:pt x="97" y="38"/>
                  </ns1:cubicBezTo>
                  <ns1:cubicBezTo>
                    <ns1:pt x="100" y="32"/>
                    <ns1:pt x="100" y="32"/>
                    <ns1:pt x="100" y="32"/>
                  </ns1:cubicBezTo>
                  <ns1:cubicBezTo>
                    <ns1:pt x="115" y="32"/>
                    <ns1:pt x="118" y="32"/>
                    <ns1:pt x="123" y="22"/>
                  </ns1:cubicBezTo>
                  <ns1:cubicBezTo>
                    <ns1:pt x="105" y="22"/>
                    <ns1:pt x="105" y="22"/>
                    <ns1:pt x="105" y="22"/>
                  </ns1:cubicBezTo>
                  <ns1:cubicBezTo>
                    <ns1:pt x="107" y="16"/>
                    <ns1:pt x="107" y="16"/>
                    <ns1:pt x="107" y="16"/>
                  </ns1:cubicBezTo>
                  <ns1:cubicBezTo>
                    <ns1:pt x="123" y="17"/>
                    <ns1:pt x="128" y="14"/>
                    <ns1:pt x="132" y="6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 dirty="0"/>
            </ns1:p>
          </ns0:txBody>
        </ns0:sp>
        <ns0:sp>
          <ns0:nvSpPr>
            <ns0:cNvPr id="455" name="Freeform 137"/>
            <ns0:cNvSpPr>
              <ns1:spLocks noEditPoints="1"/>
            </ns0:cNvSpPr>
            <ns0:nvPr userDrawn="1"/>
          </ns0:nvSpPr>
          <ns0:spPr bwMode="auto">
            <ns1:xfrm>
              <ns1:off x="6004987" y="2993493"/>
              <ns1:ext cx="484034" cy="325210"/>
            </ns1:xfrm>
            <ns1:custGeom>
              <ns1:avLst/>
              <ns1:gdLst>
                <ns1:gd name="T0" fmla="*/ 51 w 52"/>
                <ns1:gd name="T1" fmla="*/ 10 h 34"/>
                <ns1:gd name="T2" fmla="*/ 48 w 52"/>
                <ns1:gd name="T3" fmla="*/ 10 h 34"/>
                <ns1:gd name="T4" fmla="*/ 47 w 52"/>
                <ns1:gd name="T5" fmla="*/ 8 h 34"/>
                <ns1:gd name="T6" fmla="*/ 50 w 52"/>
                <ns1:gd name="T7" fmla="*/ 7 h 34"/>
                <ns1:gd name="T8" fmla="*/ 52 w 52"/>
                <ns1:gd name="T9" fmla="*/ 2 h 34"/>
                <ns1:gd name="T10" fmla="*/ 44 w 52"/>
                <ns1:gd name="T11" fmla="*/ 3 h 34"/>
                <ns1:gd name="T12" fmla="*/ 36 w 52"/>
                <ns1:gd name="T13" fmla="*/ 1 h 34"/>
                <ns1:gd name="T14" fmla="*/ 36 w 52"/>
                <ns1:gd name="T15" fmla="*/ 3 h 34"/>
                <ns1:gd name="T16" fmla="*/ 35 w 52"/>
                <ns1:gd name="T17" fmla="*/ 4 h 34"/>
                <ns1:gd name="T18" fmla="*/ 35 w 52"/>
                <ns1:gd name="T19" fmla="*/ 5 h 34"/>
                <ns1:gd name="T20" fmla="*/ 34 w 52"/>
                <ns1:gd name="T21" fmla="*/ 7 h 34"/>
                <ns1:gd name="T22" fmla="*/ 34 w 52"/>
                <ns1:gd name="T23" fmla="*/ 6 h 34"/>
                <ns1:gd name="T24" fmla="*/ 30 w 52"/>
                <ns1:gd name="T25" fmla="*/ 5 h 34"/>
                <ns1:gd name="T26" fmla="*/ 28 w 52"/>
                <ns1:gd name="T27" fmla="*/ 9 h 34"/>
                <ns1:gd name="T28" fmla="*/ 28 w 52"/>
                <ns1:gd name="T29" fmla="*/ 10 h 34"/>
                <ns1:gd name="T30" fmla="*/ 31 w 52"/>
                <ns1:gd name="T31" fmla="*/ 11 h 34"/>
                <ns1:gd name="T32" fmla="*/ 33 w 52"/>
                <ns1:gd name="T33" fmla="*/ 12 h 34"/>
                <ns1:gd name="T34" fmla="*/ 30 w 52"/>
                <ns1:gd name="T35" fmla="*/ 14 h 34"/>
                <ns1:gd name="T36" fmla="*/ 26 w 52"/>
                <ns1:gd name="T37" fmla="*/ 14 h 34"/>
                <ns1:gd name="T38" fmla="*/ 13 w 52"/>
                <ns1:gd name="T39" fmla="*/ 11 h 34"/>
                <ns1:gd name="T40" fmla="*/ 13 w 52"/>
                <ns1:gd name="T41" fmla="*/ 12 h 34"/>
                <ns1:gd name="T42" fmla="*/ 20 w 52"/>
                <ns1:gd name="T43" fmla="*/ 16 h 34"/>
                <ns1:gd name="T44" fmla="*/ 32 w 52"/>
                <ns1:gd name="T45" fmla="*/ 20 h 34"/>
                <ns1:gd name="T46" fmla="*/ 31 w 52"/>
                <ns1:gd name="T47" fmla="*/ 20 h 34"/>
                <ns1:gd name="T48" fmla="*/ 24 w 52"/>
                <ns1:gd name="T49" fmla="*/ 20 h 34"/>
                <ns1:gd name="T50" fmla="*/ 19 w 52"/>
                <ns1:gd name="T51" fmla="*/ 19 h 34"/>
                <ns1:gd name="T52" fmla="*/ 18 w 52"/>
                <ns1:gd name="T53" fmla="*/ 19 h 34"/>
                <ns1:gd name="T54" fmla="*/ 4 w 52"/>
                <ns1:gd name="T55" fmla="*/ 14 h 34"/>
                <ns1:gd name="T56" fmla="*/ 2 w 52"/>
                <ns1:gd name="T57" fmla="*/ 12 h 34"/>
                <ns1:gd name="T58" fmla="*/ 3 w 52"/>
                <ns1:gd name="T59" fmla="*/ 20 h 34"/>
                <ns1:gd name="T60" fmla="*/ 13 w 52"/>
                <ns1:gd name="T61" fmla="*/ 23 h 34"/>
                <ns1:gd name="T62" fmla="*/ 13 w 52"/>
                <ns1:gd name="T63" fmla="*/ 24 h 34"/>
                <ns1:gd name="T64" fmla="*/ 9 w 52"/>
                <ns1:gd name="T65" fmla="*/ 27 h 34"/>
                <ns1:gd name="T66" fmla="*/ 4 w 52"/>
                <ns1:gd name="T67" fmla="*/ 26 h 34"/>
                <ns1:gd name="T68" fmla="*/ 9 w 52"/>
                <ns1:gd name="T69" fmla="*/ 33 h 34"/>
                <ns1:gd name="T70" fmla="*/ 10 w 52"/>
                <ns1:gd name="T71" fmla="*/ 34 h 34"/>
                <ns1:gd name="T72" fmla="*/ 18 w 52"/>
                <ns1:gd name="T73" fmla="*/ 28 h 34"/>
                <ns1:gd name="T74" fmla="*/ 23 w 52"/>
                <ns1:gd name="T75" fmla="*/ 28 h 34"/>
                <ns1:gd name="T76" fmla="*/ 22 w 52"/>
                <ns1:gd name="T77" fmla="*/ 23 h 34"/>
                <ns1:gd name="T78" fmla="*/ 23 w 52"/>
                <ns1:gd name="T79" fmla="*/ 21 h 34"/>
                <ns1:gd name="T80" fmla="*/ 30 w 52"/>
                <ns1:gd name="T81" fmla="*/ 22 h 34"/>
                <ns1:gd name="T82" fmla="*/ 36 w 52"/>
                <ns1:gd name="T83" fmla="*/ 25 h 34"/>
                <ns1:gd name="T84" fmla="*/ 39 w 52"/>
                <ns1:gd name="T85" fmla="*/ 21 h 34"/>
                <ns1:gd name="T86" fmla="*/ 39 w 52"/>
                <ns1:gd name="T87" fmla="*/ 20 h 34"/>
                <ns1:gd name="T88" fmla="*/ 51 w 52"/>
                <ns1:gd name="T89" fmla="*/ 14 h 34"/>
                <ns1:gd name="T90" fmla="*/ 38 w 52"/>
                <ns1:gd name="T91" fmla="*/ 14 h 34"/>
                <ns1:gd name="T92" fmla="*/ 38 w 52"/>
                <ns1:gd name="T93" fmla="*/ 12 h 34"/>
                <ns1:gd name="T94" fmla="*/ 36 w 52"/>
                <ns1:gd name="T95" fmla="*/ 11 h 34"/>
                <ns1:gd name="T96" fmla="*/ 36 w 52"/>
                <ns1:gd name="T97" fmla="*/ 10 h 34"/>
                <ns1:gd name="T98" fmla="*/ 40 w 52"/>
                <ns1:gd name="T99" fmla="*/ 9 h 34"/>
                <ns1:gd name="T100" fmla="*/ 43 w 52"/>
                <ns1:gd name="T101" fmla="*/ 14 h 34"/>
                <ns1:gd name="T102" fmla="*/ 38 w 52"/>
                <ns1:gd name="T103" fmla="*/ 15 h 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</ns1:cxnLst>
              <ns1:rect l="0" t="0" r="r" b="b"/>
              <ns1:pathLst>
                <ns1:path w="52" h="34">
                  <ns1:moveTo>
                    <ns1:pt x="51" y="13"/>
                  </ns1:moveTo>
                  <ns1:cubicBezTo>
                    <ns1:pt x="51" y="12"/>
                    <ns1:pt x="51" y="12"/>
                    <ns1:pt x="51" y="12"/>
                  </ns1:cubicBezTo>
                  <ns1:cubicBezTo>
                    <ns1:pt x="51" y="11"/>
                    <ns1:pt x="51" y="11"/>
                    <ns1:pt x="51" y="10"/>
                  </ns1:cubicBezTo>
                  <ns1:cubicBezTo>
                    <ns1:pt x="51" y="10"/>
                    <ns1:pt x="50" y="10"/>
                    <ns1:pt x="50" y="10"/>
                  </ns1:cubicBezTo>
                  <ns1:cubicBezTo>
                    <ns1:pt x="49" y="10"/>
                    <ns1:pt x="49" y="10"/>
                    <ns1:pt x="49" y="10"/>
                  </ns1:cubicBezTo>
                  <ns1:cubicBezTo>
                    <ns1:pt x="48" y="10"/>
                    <ns1:pt x="48" y="10"/>
                    <ns1:pt x="48" y="10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8" y="9"/>
                    <ns1:pt x="48" y="9"/>
                    <ns1:pt x="48" y="9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7" y="8"/>
                    <ns1:pt x="47" y="8"/>
                    <ns1:pt x="47" y="8"/>
                  </ns1:cubicBezTo>
                  <ns1:cubicBezTo>
                    <ns1:pt x="48" y="8"/>
                    <ns1:pt x="48" y="8"/>
                    <ns1:pt x="48" y="8"/>
                  </ns1:cubicBezTo>
                  <ns1:cubicBezTo>
                    <ns1:pt x="48" y="7"/>
                    <ns1:pt x="49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0" y="7"/>
                    <ns1:pt x="50" y="7"/>
                    <ns1:pt x="50" y="7"/>
                  </ns1:cubicBezTo>
                  <ns1:cubicBezTo>
                    <ns1:pt x="51" y="6"/>
                    <ns1:pt x="52" y="4"/>
                    <ns1:pt x="52" y="2"/>
                  </ns1:cubicBezTo>
                  <ns1:cubicBezTo>
                    <ns1:pt x="52" y="2"/>
                    <ns1:pt x="51" y="2"/>
                    <ns1:pt x="50" y="2"/>
                  </ns1:cubicBezTo>
                  <ns1:cubicBezTo>
                    <ns1:pt x="49" y="2"/>
                    <ns1:pt x="48" y="2"/>
                    <ns1:pt x="46" y="3"/>
                  </ns1:cubicBezTo>
                  <ns1:cubicBezTo>
                    <ns1:pt x="46" y="3"/>
                    <ns1:pt x="45" y="3"/>
                    <ns1:pt x="44" y="3"/>
                  </ns1:cubicBezTo>
                  <ns1:cubicBezTo>
                    <ns1:pt x="43" y="3"/>
                    <ns1:pt x="43" y="3"/>
                    <ns1:pt x="43" y="3"/>
                  </ns1:cubicBezTo>
                  <ns1:cubicBezTo>
                    <ns1:pt x="41" y="2"/>
                    <ns1:pt x="41" y="2"/>
                    <ns1:pt x="36" y="0"/>
                  </ns1:cubicBezTo>
                  <ns1:cubicBezTo>
                    <ns1:pt x="36" y="0"/>
                    <ns1:pt x="36" y="0"/>
                    <ns1:pt x="36" y="1"/>
                  </ns1:cubicBezTo>
                  <ns1:cubicBezTo>
                    <ns1:pt x="35" y="1"/>
                    <ns1:pt x="35" y="2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6" y="3"/>
                    <ns1:pt x="36" y="3"/>
                    <ns1:pt x="36" y="3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4"/>
                    <ns1:pt x="35" y="4"/>
                  </ns1:cubicBezTo>
                  <ns1:cubicBezTo>
                    <ns1:pt x="35" y="4"/>
                    <ns1:pt x="35" y="5"/>
                    <ns1:pt x="35" y="5"/>
                  </ns1:cubicBezTo>
                  <ns1:cubicBezTo>
                    <ns1:pt x="35" y="5"/>
                    <ns1:pt x="35" y="5"/>
                    <ns1:pt x="35" y="5"/>
                  </ns1:cubicBezTo>
                  <ns1:cubicBezTo>
                    <ns1:pt x="35" y="6"/>
                    <ns1:pt x="35" y="6"/>
                    <ns1:pt x="35" y="6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7"/>
                    <ns1:pt x="34" y="7"/>
                    <ns1:pt x="34" y="7"/>
                  </ns1:cubicBezTo>
                  <ns1:cubicBezTo>
                    <ns1:pt x="34" y="6"/>
                    <ns1:pt x="34" y="6"/>
                    <ns1:pt x="34" y="6"/>
                  </ns1:cubicBezTo>
                  <ns1:cubicBezTo>
                    <ns1:pt x="33" y="6"/>
                    <ns1:pt x="33" y="6"/>
                    <ns1:pt x="32" y="5"/>
                  </ns1:cubicBezTo>
                  <ns1:cubicBezTo>
                    <ns1:pt x="32" y="5"/>
                    <ns1:pt x="32" y="5"/>
                    <ns1:pt x="32" y="5"/>
                  </ns1:cubicBezTo>
                  <ns1:cubicBezTo>
                    <ns1:pt x="31" y="5"/>
                    <ns1:pt x="31" y="5"/>
                    <ns1:pt x="30" y="5"/>
                  </ns1:cubicBezTo>
                  <ns1:cubicBezTo>
                    <ns1:pt x="30" y="6"/>
                    <ns1:pt x="30" y="6"/>
                    <ns1:pt x="30" y="6"/>
                  </ns1:cubicBezTo>
                  <ns1:cubicBezTo>
                    <ns1:pt x="30" y="7"/>
                    <ns1:pt x="30" y="7"/>
                    <ns1:pt x="30" y="7"/>
                  </ns1:cubicBezTo>
                  <ns1:cubicBezTo>
                    <ns1:pt x="30" y="7"/>
                    <ns1:pt x="30" y="8"/>
                    <ns1:pt x="28" y="9"/>
                  </ns1:cubicBezTo>
                  <ns1:cubicBezTo>
                    <ns1:pt x="27" y="8"/>
                    <ns1:pt x="27" y="8"/>
                    <ns1:pt x="27" y="8"/>
                  </ns1:cubicBezTo>
                  <ns1:cubicBezTo>
                    <ns1:pt x="26" y="8"/>
                    <ns1:pt x="26" y="9"/>
                    <ns1:pt x="26" y="9"/>
                  </ns1:cubicBezTo>
                  <ns1:cubicBezTo>
                    <ns1:pt x="26" y="10"/>
                    <ns1:pt x="26" y="10"/>
                    <ns1:pt x="28" y="10"/>
                  </ns1:cubicBezTo>
                  <ns1:cubicBezTo>
                    <ns1:pt x="29" y="10"/>
                    <ns1:pt x="29" y="11"/>
                    <ns1:pt x="30" y="11"/>
                  </ns1:cubicBezTo>
                  <ns1:cubicBezTo>
                    <ns1:pt x="30" y="11"/>
                    <ns1:pt x="30" y="11"/>
                    <ns1:pt x="30" y="11"/>
                  </ns1:cubicBezTo>
                  <ns1:cubicBezTo>
                    <ns1:pt x="31" y="11"/>
                    <ns1:pt x="31" y="11"/>
                    <ns1:pt x="31" y="11"/>
                  </ns1:cubicBezTo>
                  <ns1:cubicBezTo>
                    <ns1:pt x="32" y="11"/>
                    <ns1:pt x="32" y="11"/>
                    <ns1:pt x="32" y="11"/>
                  </ns1:cubicBezTo>
                  <ns1:cubicBezTo>
                    <ns1:pt x="33" y="11"/>
                    <ns1:pt x="33" y="11"/>
                    <ns1:pt x="33" y="11"/>
                  </ns1:cubicBezTo>
                  <ns1:cubicBezTo>
                    <ns1:pt x="33" y="12"/>
                    <ns1:pt x="33" y="12"/>
                    <ns1:pt x="33" y="12"/>
                  </ns1:cubicBezTo>
                  <ns1:cubicBezTo>
                    <ns1:pt x="31" y="12"/>
                    <ns1:pt x="31" y="12"/>
                    <ns1:pt x="31" y="12"/>
                  </ns1:cubicBezTo>
                  <ns1:cubicBezTo>
                    <ns1:pt x="31" y="12"/>
                    <ns1:pt x="31" y="13"/>
                    <ns1:pt x="30" y="13"/>
                  </ns1:cubicBezTo>
                  <ns1:cubicBezTo>
                    <ns1:pt x="30" y="14"/>
                    <ns1:pt x="30" y="14"/>
                    <ns1:pt x="30" y="14"/>
                  </ns1:cubicBezTo>
                  <ns1:cubicBezTo>
                    <ns1:pt x="29" y="15"/>
                    <ns1:pt x="29" y="15"/>
                    <ns1:pt x="29" y="15"/>
                  </ns1:cubicBezTo>
                  <ns1:cubicBezTo>
                    <ns1:pt x="29" y="14"/>
                    <ns1:pt x="29" y="14"/>
                    <ns1:pt x="29" y="14"/>
                  </ns1:cubicBezTo>
                  <ns1:cubicBezTo>
                    <ns1:pt x="28" y="14"/>
                    <ns1:pt x="27" y="14"/>
                    <ns1:pt x="26" y="14"/>
                  </ns1:cubicBezTo>
                  <ns1:cubicBezTo>
                    <ns1:pt x="24" y="13"/>
                    <ns1:pt x="24" y="13"/>
                    <ns1:pt x="24" y="13"/>
                  </ns1:cubicBezTo>
                  <ns1:cubicBezTo>
                    <ns1:pt x="22" y="13"/>
                    <ns1:pt x="18" y="12"/>
                    <ns1:pt x="15" y="11"/>
                  </ns1:cubicBezTo>
                  <ns1:cubicBezTo>
                    <ns1:pt x="15" y="11"/>
                    <ns1:pt x="14" y="11"/>
                    <ns1:pt x="13" y="11"/>
                  </ns1:cubicBezTo>
                  <ns1:cubicBezTo>
                    <ns1:pt x="12" y="10"/>
                    <ns1:pt x="12" y="10"/>
                    <ns1:pt x="12" y="10"/>
                  </ns1:cubicBezTo>
                  <ns1:cubicBezTo>
                    <ns1:pt x="11" y="11"/>
                    <ns1:pt x="11" y="11"/>
                    <ns1:pt x="11" y="11"/>
                  </ns1:cubicBezTo>
                  <ns1:cubicBezTo>
                    <ns1:pt x="12" y="11"/>
                    <ns1:pt x="12" y="12"/>
                    <ns1:pt x="13" y="12"/>
                  </ns1:cubicBezTo>
                  <ns1:cubicBezTo>
                    <ns1:pt x="13" y="12"/>
                    <ns1:pt x="13" y="12"/>
                    <ns1:pt x="13" y="12"/>
                  </ns1:cubicBezTo>
                  <ns1:cubicBezTo>
                    <ns1:pt x="14" y="13"/>
                    <ns1:pt x="14" y="15"/>
                    <ns1:pt x="16" y="16"/>
                  </ns1:cubicBezTo>
                  <ns1:cubicBezTo>
                    <ns1:pt x="17" y="16"/>
                    <ns1:pt x="18" y="16"/>
                    <ns1:pt x="20" y="16"/>
                  </ns1:cubicBezTo>
                  <ns1:cubicBezTo>
                    <ns1:pt x="23" y="16"/>
                    <ns1:pt x="28" y="17"/>
                    <ns1:pt x="31" y="19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2" y="20"/>
                    <ns1:pt x="32" y="20"/>
                    <ns1:pt x="32" y="20"/>
                  </ns1:cubicBezTo>
                  <ns1:cubicBezTo>
                    <ns1:pt x="31" y="20"/>
                    <ns1:pt x="31" y="20"/>
                    <ns1:pt x="31" y="20"/>
                  </ns1:cubicBezTo>
                  <ns1:cubicBezTo>
                    <ns1:pt x="30" y="20"/>
                    <ns1:pt x="30" y="21"/>
                    <ns1:pt x="30" y="21"/>
                  </ns1:cubicBezTo>
                  <ns1:cubicBezTo>
                    <ns1:pt x="29" y="21"/>
                    <ns1:pt x="29" y="21"/>
                    <ns1:pt x="29" y="21"/>
                  </ns1:cubicBezTo>
                  <ns1:cubicBezTo>
                    <ns1:pt x="26" y="20"/>
                    <ns1:pt x="26" y="20"/>
                    <ns1:pt x="24" y="20"/>
                  </ns1:cubicBezTo>
                  <ns1:cubicBezTo>
                    <ns1:pt x="23" y="19"/>
                    <ns1:pt x="22" y="18"/>
                    <ns1:pt x="21" y="18"/>
                  </ns1:cubicBezTo>
                  <ns1:cubicBezTo>
                    <ns1:pt x="21" y="18"/>
                    <ns1:pt x="20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19"/>
                    <ns1:pt x="19" y="19"/>
                    <ns1:pt x="19" y="19"/>
                  </ns1:cubicBezTo>
                  <ns1:cubicBezTo>
                    <ns1:pt x="19" y="20"/>
                    <ns1:pt x="19" y="20"/>
                    <ns1:pt x="19" y="20"/>
                  </ns1:cubicBezTo>
                  <ns1:cubicBezTo>
                    <ns1:pt x="18" y="19"/>
                    <ns1:pt x="18" y="19"/>
                    <ns1:pt x="18" y="19"/>
                  </ns1:cubicBezTo>
                  <ns1:cubicBezTo>
                    <ns1:pt x="18" y="19"/>
                    <ns1:pt x="18" y="19"/>
                    <ns1:pt x="17" y="19"/>
                  </ns1:cubicBezTo>
                  <ns1:cubicBezTo>
                    <ns1:pt x="16" y="19"/>
                    <ns1:pt x="15" y="18"/>
                    <ns1:pt x="14" y="18"/>
                  </ns1:cubicBezTo>
                  <ns1:cubicBezTo>
                    <ns1:pt x="10" y="17"/>
                    <ns1:pt x="7" y="16"/>
                    <ns1:pt x="4" y="14"/>
                  </ns1:cubicBezTo>
                  <ns1:cubicBezTo>
                    <ns1:pt x="3" y="13"/>
                    <ns1:pt x="3" y="13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2"/>
                    <ns1:pt x="2" y="12"/>
                    <ns1:pt x="2" y="12"/>
                  </ns1:cubicBezTo>
                  <ns1:cubicBezTo>
                    <ns1:pt x="2" y="11"/>
                    <ns1:pt x="2" y="11"/>
                    <ns1:pt x="2" y="11"/>
                  </ns1:cubicBezTo>
                  <ns1:cubicBezTo>
                    <ns1:pt x="1" y="11"/>
                    <ns1:pt x="1" y="12"/>
                    <ns1:pt x="0" y="12"/>
                  </ns1:cubicBezTo>
                  <ns1:cubicBezTo>
                    <ns1:pt x="0" y="14"/>
                    <ns1:pt x="2" y="19"/>
                    <ns1:pt x="3" y="20"/>
                  </ns1:cubicBezTo>
                  <ns1:cubicBezTo>
                    <ns1:pt x="4" y="20"/>
                    <ns1:pt x="5" y="21"/>
                    <ns1:pt x="6" y="21"/>
                  </ns1:cubicBezTo>
                  <ns1:cubicBezTo>
                    <ns1:pt x="8" y="21"/>
                    <ns1:pt x="11" y="22"/>
                    <ns1:pt x="12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3"/>
                    <ns1:pt x="13" y="23"/>
                    <ns1:pt x="13" y="23"/>
                  </ns1:cubicBezTo>
                  <ns1:cubicBezTo>
                    <ns1:pt x="13" y="24"/>
                    <ns1:pt x="13" y="24"/>
                    <ns1:pt x="13" y="24"/>
                  </ns1:cubicBezTo>
                  <ns1:cubicBezTo>
                    <ns1:pt x="12" y="25"/>
                    <ns1:pt x="11" y="26"/>
                    <ns1:pt x="10" y="26"/>
                  </ns1:cubicBezTo>
                  <ns1:cubicBezTo>
                    <ns1:pt x="10" y="27"/>
                    <ns1:pt x="10" y="27"/>
                    <ns1:pt x="10" y="27"/>
                  </ns1:cubicBezTo>
                  <ns1:cubicBezTo>
                    <ns1:pt x="10" y="27"/>
                    <ns1:pt x="9" y="27"/>
                    <ns1:pt x="9" y="27"/>
                  </ns1:cubicBezTo>
                  <ns1:cubicBezTo>
                    <ns1:pt x="9" y="27"/>
                    <ns1:pt x="9" y="27"/>
                    <ns1:pt x="9" y="27"/>
                  </ns1:cubicBezTo>
                  <ns1:cubicBezTo>
                    <ns1:pt x="9" y="28"/>
                    <ns1:pt x="8" y="28"/>
                    <ns1:pt x="8" y="28"/>
                  </ns1:cubicBezTo>
                  <ns1:cubicBezTo>
                    <ns1:pt x="7" y="28"/>
                    <ns1:pt x="5" y="27"/>
                    <ns1:pt x="4" y="26"/>
                  </ns1:cubicBezTo>
                  <ns1:cubicBezTo>
                    <ns1:pt x="4" y="26"/>
                    <ns1:pt x="3" y="26"/>
                    <ns1:pt x="3" y="26"/>
                  </ns1:cubicBezTo>
                  <ns1:cubicBezTo>
                    <ns1:pt x="3" y="26"/>
                    <ns1:pt x="3" y="26"/>
                    <ns1:pt x="3" y="26"/>
                  </ns1:cubicBezTo>
                  <ns1:cubicBezTo>
                    <ns1:pt x="4" y="29"/>
                    <ns1:pt x="6" y="31"/>
                    <ns1:pt x="9" y="33"/>
                  </ns1:cubicBezTo>
                  <ns1:cubicBezTo>
                    <ns1:pt x="9" y="34"/>
                    <ns1:pt x="9" y="34"/>
                    <ns1:pt x="9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0" y="34"/>
                    <ns1:pt x="10" y="34"/>
                    <ns1:pt x="10" y="34"/>
                  </ns1:cubicBezTo>
                  <ns1:cubicBezTo>
                    <ns1:pt x="12" y="34"/>
                    <ns1:pt x="15" y="31"/>
                    <ns1:pt x="16" y="29"/>
                  </ns1:cubicBezTo>
                  <ns1:cubicBezTo>
                    <ns1:pt x="16" y="29"/>
                    <ns1:pt x="17" y="28"/>
                    <ns1:pt x="17" y="28"/>
                  </ns1:cubicBezTo>
                  <ns1:cubicBezTo>
                    <ns1:pt x="18" y="28"/>
                    <ns1:pt x="18" y="28"/>
                    <ns1:pt x="18" y="28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19" y="27"/>
                    <ns1:pt x="19" y="27"/>
                    <ns1:pt x="19" y="27"/>
                  </ns1:cubicBezTo>
                  <ns1:cubicBezTo>
                    <ns1:pt x="21" y="27"/>
                    <ns1:pt x="22" y="27"/>
                    <ns1:pt x="23" y="28"/>
                  </ns1:cubicBezTo>
                  <ns1:cubicBezTo>
                    <ns1:pt x="24" y="28"/>
                    <ns1:pt x="25" y="26"/>
                    <ns1:pt x="25" y="25"/>
                  </ns1:cubicBezTo>
                  <ns1:cubicBezTo>
                    <ns1:pt x="25" y="25"/>
                    <ns1:pt x="25" y="25"/>
                    <ns1:pt x="25" y="25"/>
                  </ns1:cubicBezTo>
                  <ns1:cubicBezTo>
                    <ns1:pt x="24" y="24"/>
                    <ns1:pt x="23" y="23"/>
                    <ns1:pt x="22" y="23"/>
                  </ns1:cubicBezTo>
                  <ns1:cubicBezTo>
                    <ns1:pt x="22" y="23"/>
                    <ns1:pt x="22" y="23"/>
                    <ns1:pt x="22" y="23"/>
                  </ns1:cubicBezTo>
                  <ns1:cubicBezTo>
                    <ns1:pt x="22" y="22"/>
                    <ns1:pt x="22" y="22"/>
                    <ns1:pt x="22" y="22"/>
                  </ns1:cubicBezTo>
                  <ns1:cubicBezTo>
                    <ns1:pt x="23" y="21"/>
                    <ns1:pt x="23" y="21"/>
                    <ns1:pt x="23" y="21"/>
                  </ns1:cubicBezTo>
                  <ns1:cubicBezTo>
                    <ns1:pt x="23" y="20"/>
                    <ns1:pt x="23" y="20"/>
                    <ns1:pt x="23" y="20"/>
                  </ns1:cubicBezTo>
                  <ns1:cubicBezTo>
                    <ns1:pt x="24" y="20"/>
                    <ns1:pt x="24" y="20"/>
                    <ns1:pt x="24" y="20"/>
                  </ns1:cubicBezTo>
                  <ns1:cubicBezTo>
                    <ns1:pt x="26" y="21"/>
                    <ns1:pt x="28" y="22"/>
                    <ns1:pt x="30" y="22"/>
                  </ns1:cubicBezTo>
                  <ns1:cubicBezTo>
                    <ns1:pt x="32" y="23"/>
                    <ns1:pt x="32" y="23"/>
                    <ns1:pt x="32" y="23"/>
                  </ns1:cubicBezTo>
                  <ns1:cubicBezTo>
                    <ns1:pt x="33" y="23"/>
                    <ns1:pt x="33" y="23"/>
                    <ns1:pt x="33" y="23"/>
                  </ns1:cubicBezTo>
                  <ns1:cubicBezTo>
                    <ns1:pt x="34" y="24"/>
                    <ns1:pt x="35" y="25"/>
                    <ns1:pt x="36" y="25"/>
                  </ns1:cubicBezTo>
                  <ns1:cubicBezTo>
                    <ns1:pt x="36" y="25"/>
                    <ns1:pt x="37" y="25"/>
                    <ns1:pt x="37" y="25"/>
                  </ns1:cubicBezTo>
                  <ns1:cubicBezTo>
                    <ns1:pt x="38" y="23"/>
                    <ns1:pt x="39" y="22"/>
                    <ns1:pt x="39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1"/>
                    <ns1:pt x="40" y="21"/>
                    <ns1:pt x="40" y="21"/>
                  </ns1:cubicBezTo>
                  <ns1:cubicBezTo>
                    <ns1:pt x="39" y="21"/>
                    <ns1:pt x="39" y="21"/>
                    <ns1:pt x="39" y="21"/>
                  </ns1:cubicBezTo>
                  <ns1:cubicBezTo>
                    <ns1:pt x="39" y="20"/>
                    <ns1:pt x="39" y="20"/>
                    <ns1:pt x="39" y="20"/>
                  </ns1:cubicBezTo>
                  <ns1:cubicBezTo>
                    <ns1:pt x="39" y="20"/>
                    <ns1:pt x="40" y="20"/>
                    <ns1:pt x="40" y="20"/>
                  </ns1:cubicBezTo>
                  <ns1:cubicBezTo>
                    <ns1:pt x="43" y="19"/>
                    <ns1:pt x="47" y="17"/>
                    <ns1:pt x="50" y="16"/>
                  </ns1:cubicBezTo>
                  <ns1:cubicBezTo>
                    <ns1:pt x="51" y="15"/>
                    <ns1:pt x="52" y="15"/>
                    <ns1:pt x="51" y="14"/>
                  </ns1:cubicBezTo>
                  <ns1:cubicBezTo>
                    <ns1:pt x="51" y="13"/>
                    <ns1:pt x="51" y="13"/>
                    <ns1:pt x="51" y="13"/>
                  </ns1:cubicBezTo>
                  <ns1:moveTo>
                    <ns1:pt x="37" y="15"/>
                  </ns1:moveTo>
                  <ns1:cubicBezTo>
                    <ns1:pt x="38" y="14"/>
                    <ns1:pt x="38" y="14"/>
                    <ns1:pt x="38" y="14"/>
                  </ns1:cubicBezTo>
                  <ns1:cubicBezTo>
                    <ns1:pt x="39" y="13"/>
                    <ns1:pt x="39" y="13"/>
                    <ns1:pt x="39" y="13"/>
                  </ns1:cubicBezTo>
                  <ns1:cubicBezTo>
                    <ns1:pt x="39" y="13"/>
                    <ns1:pt x="39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8" y="12"/>
                    <ns1:pt x="38" y="12"/>
                    <ns1:pt x="38" y="12"/>
                  </ns1:cubicBezTo>
                  <ns1:cubicBezTo>
                    <ns1:pt x="37" y="12"/>
                    <ns1:pt x="37" y="12"/>
                    <ns1:pt x="37" y="12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6" y="11"/>
                    <ns1:pt x="36" y="11"/>
                    <ns1:pt x="36" y="11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36" y="10"/>
                    <ns1:pt x="36" y="10"/>
                    <ns1:pt x="36" y="10"/>
                  </ns1:cubicBezTo>
                  <ns1:cubicBezTo>
                    <ns1:pt x="37" y="10"/>
                    <ns1:pt x="37" y="10"/>
                    <ns1:pt x="37" y="10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0" y="9"/>
                    <ns1:pt x="40" y="9"/>
                    <ns1:pt x="40" y="9"/>
                  </ns1:cubicBezTo>
                  <ns1:cubicBezTo>
                    <ns1:pt x="41" y="9"/>
                    <ns1:pt x="41" y="9"/>
                    <ns1:pt x="41" y="9"/>
                  </ns1:cubicBezTo>
                  <ns1:cubicBezTo>
                    <ns1:pt x="41" y="10"/>
                    <ns1:pt x="43" y="11"/>
                    <ns1:pt x="43" y="13"/>
                  </ns1:cubicBezTo>
                  <ns1:cubicBezTo>
                    <ns1:pt x="43" y="14"/>
                    <ns1:pt x="43" y="14"/>
                    <ns1:pt x="43" y="14"/>
                  </ns1:cubicBezTo>
                  <ns1:cubicBezTo>
                    <ns1:pt x="42" y="15"/>
                    <ns1:pt x="40" y="16"/>
                    <ns1:pt x="38" y="16"/>
                  </ns1:cubicBezTo>
                  <ns1:cubicBezTo>
                    <ns1:pt x="38" y="16"/>
                    <ns1:pt x="38" y="16"/>
                    <ns1:pt x="38" y="16"/>
                  </ns1:cubicBezTo>
                  <ns1:cubicBezTo>
                    <ns1:pt x="38" y="15"/>
                    <ns1:pt x="38" y="15"/>
                    <ns1:pt x="38" y="15"/>
                  </ns1:cubicBezTo>
                  <ns1:cubicBezTo>
                    <ns1:pt x="37" y="15"/>
                    <ns1:pt x="37" y="15"/>
                    <ns1:pt x="37" y="1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6" name="Freeform 138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0 w 8"/>
                <ns1:gd name="T3" fmla="*/ 14 h 15"/>
                <ns1:gd name="T4" fmla="*/ 2 w 8"/>
                <ns1:gd name="T5" fmla="*/ 9 h 15"/>
                <ns1:gd name="T6" fmla="*/ 3 w 8"/>
                <ns1:gd name="T7" fmla="*/ 8 h 15"/>
                <ns1:gd name="T8" fmla="*/ 3 w 8"/>
                <ns1:gd name="T9" fmla="*/ 8 h 15"/>
                <ns1:gd name="T10" fmla="*/ 3 w 8"/>
                <ns1:gd name="T11" fmla="*/ 7 h 15"/>
                <ns1:gd name="T12" fmla="*/ 4 w 8"/>
                <ns1:gd name="T13" fmla="*/ 5 h 15"/>
                <ns1:gd name="T14" fmla="*/ 5 w 8"/>
                <ns1:gd name="T15" fmla="*/ 4 h 15"/>
                <ns1:gd name="T16" fmla="*/ 7 w 8"/>
                <ns1:gd name="T17" fmla="*/ 0 h 15"/>
                <ns1:gd name="T18" fmla="*/ 8 w 8"/>
                <ns1:gd name="T19" fmla="*/ 1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3 h 15"/>
                <ns1:gd name="T26" fmla="*/ 8 w 8"/>
                <ns1:gd name="T27" fmla="*/ 7 h 15"/>
                <ns1:gd name="T28" fmla="*/ 8 w 8"/>
                <ns1:gd name="T29" fmla="*/ 8 h 15"/>
                <ns1:gd name="T30" fmla="*/ 8 w 8"/>
                <ns1:gd name="T31" fmla="*/ 9 h 15"/>
                <ns1:gd name="T32" fmla="*/ 6 w 8"/>
                <ns1:gd name="T33" fmla="*/ 13 h 15"/>
                <ns1:gd name="T34" fmla="*/ 5 w 8"/>
                <ns1:gd name="T35" fmla="*/ 14 h 15"/>
                <ns1:gd name="T36" fmla="*/ 5 w 8"/>
                <ns1:gd name="T37" fmla="*/ 14 h 15"/>
                <ns1:gd name="T38" fmla="*/ 3 w 8"/>
                <ns1:gd name="T39" fmla="*/ 15 h 15"/>
                <ns1:gd name="T40" fmla="*/ 2 w 8"/>
                <ns1:gd name="T41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2" y="15"/>
                    <ns1:pt x="1" y="14"/>
                    <ns1:pt x="0" y="14"/>
                  </ns1:cubicBezTo>
                  <ns1:cubicBezTo>
                    <ns1:pt x="0" y="12"/>
                    <ns1:pt x="1" y="11"/>
                    <ns1:pt x="2" y="9"/>
                  </ns1:cubicBezTo>
                  <ns1:cubicBezTo>
                    <ns1:pt x="2" y="9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7"/>
                    <ns1:pt x="3" y="7"/>
                    <ns1:pt x="3" y="7"/>
                  </ns1:cubicBezTo>
                  <ns1:cubicBezTo>
                    <ns1:pt x="4" y="7"/>
                    <ns1:pt x="4" y="6"/>
                    <ns1:pt x="4" y="5"/>
                  </ns1:cubicBezTo>
                  <ns1:cubicBezTo>
                    <ns1:pt x="4" y="5"/>
                    <ns1:pt x="4" y="4"/>
                    <ns1:pt x="5" y="4"/>
                  </ns1:cubicBezTo>
                  <ns1:cubicBezTo>
                    <ns1:pt x="5" y="2"/>
                    <ns1:pt x="6" y="0"/>
                    <ns1:pt x="7" y="0"/>
                  </ns1:cubicBezTo>
                  <ns1:cubicBezTo>
                    <ns1:pt x="7" y="0"/>
                    <ns1:pt x="8" y="0"/>
                    <ns1:pt x="8" y="1"/>
                  </ns1:cubicBezTo>
                  <ns1:cubicBezTo>
                    <ns1:pt x="8" y="1"/>
                    <ns1:pt x="8" y="1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3"/>
                    <ns1:pt x="8" y="3"/>
                    <ns1:pt x="8" y="3"/>
                  </ns1:cubicBezTo>
                  <ns1:cubicBezTo>
                    <ns1:pt x="8" y="5"/>
                    <ns1:pt x="8" y="6"/>
                    <ns1:pt x="8" y="7"/>
                  </ns1:cubicBezTo>
                  <ns1:cubicBezTo>
                    <ns1:pt x="8" y="8"/>
                    <ns1:pt x="8" y="8"/>
                    <ns1:pt x="8" y="8"/>
                  </ns1:cubicBezTo>
                  <ns1:cubicBezTo>
                    <ns1:pt x="8" y="8"/>
                    <ns1:pt x="8" y="9"/>
                    <ns1:pt x="8" y="9"/>
                  </ns1:cubicBezTo>
                  <ns1:cubicBezTo>
                    <ns1:pt x="7" y="11"/>
                    <ns1:pt x="7" y="12"/>
                    <ns1:pt x="6" y="13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4" y="14"/>
                    <ns1:pt x="3" y="15"/>
                    <ns1:pt x="3" y="15"/>
                  </ns1:cubicBezTo>
                  <ns1:lnTo>
                    <ns1:pt x="2" y="15"/>
                  </ns1:ln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7" name="Freeform 139"/>
            <ns0:cNvSpPr/>
            <ns0:nvPr userDrawn="1"/>
          </ns0:nvSpPr>
          <ns0:spPr bwMode="auto">
            <ns1:xfrm>
              <ns1:off x="6194063" y="2940552"/>
              <ns1:ext cx="75630" cy="143697"/>
            </ns1:xfrm>
            <ns1:custGeom>
              <ns1:avLst/>
              <ns1:gdLst>
                <ns1:gd name="T0" fmla="*/ 2 w 8"/>
                <ns1:gd name="T1" fmla="*/ 15 h 15"/>
                <ns1:gd name="T2" fmla="*/ 3 w 8"/>
                <ns1:gd name="T3" fmla="*/ 15 h 15"/>
                <ns1:gd name="T4" fmla="*/ 5 w 8"/>
                <ns1:gd name="T5" fmla="*/ 14 h 15"/>
                <ns1:gd name="T6" fmla="*/ 5 w 8"/>
                <ns1:gd name="T7" fmla="*/ 14 h 15"/>
                <ns1:gd name="T8" fmla="*/ 6 w 8"/>
                <ns1:gd name="T9" fmla="*/ 13 h 15"/>
                <ns1:gd name="T10" fmla="*/ 8 w 8"/>
                <ns1:gd name="T11" fmla="*/ 9 h 15"/>
                <ns1:gd name="T12" fmla="*/ 8 w 8"/>
                <ns1:gd name="T13" fmla="*/ 8 h 15"/>
                <ns1:gd name="T14" fmla="*/ 8 w 8"/>
                <ns1:gd name="T15" fmla="*/ 7 h 15"/>
                <ns1:gd name="T16" fmla="*/ 8 w 8"/>
                <ns1:gd name="T17" fmla="*/ 3 h 15"/>
                <ns1:gd name="T18" fmla="*/ 8 w 8"/>
                <ns1:gd name="T19" fmla="*/ 2 h 15"/>
                <ns1:gd name="T20" fmla="*/ 8 w 8"/>
                <ns1:gd name="T21" fmla="*/ 2 h 15"/>
                <ns1:gd name="T22" fmla="*/ 8 w 8"/>
                <ns1:gd name="T23" fmla="*/ 2 h 15"/>
                <ns1:gd name="T24" fmla="*/ 8 w 8"/>
                <ns1:gd name="T25" fmla="*/ 1 h 15"/>
                <ns1:gd name="T26" fmla="*/ 7 w 8"/>
                <ns1:gd name="T27" fmla="*/ 0 h 15"/>
                <ns1:gd name="T28" fmla="*/ 5 w 8"/>
                <ns1:gd name="T29" fmla="*/ 4 h 15"/>
                <ns1:gd name="T30" fmla="*/ 4 w 8"/>
                <ns1:gd name="T31" fmla="*/ 5 h 15"/>
                <ns1:gd name="T32" fmla="*/ 3 w 8"/>
                <ns1:gd name="T33" fmla="*/ 7 h 15"/>
                <ns1:gd name="T34" fmla="*/ 3 w 8"/>
                <ns1:gd name="T35" fmla="*/ 8 h 15"/>
                <ns1:gd name="T36" fmla="*/ 3 w 8"/>
                <ns1:gd name="T37" fmla="*/ 8 h 15"/>
                <ns1:gd name="T38" fmla="*/ 2 w 8"/>
                <ns1:gd name="T39" fmla="*/ 9 h 15"/>
                <ns1:gd name="T40" fmla="*/ 0 w 8"/>
                <ns1:gd name="T41" fmla="*/ 14 h 15"/>
                <ns1:gd name="T42" fmla="*/ 2 w 8"/>
                <ns1:gd name="T43" fmla="*/ 15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8" h="15">
                  <ns1:moveTo>
                    <ns1:pt x="2" y="15"/>
                  </ns1:moveTo>
                  <ns1:cubicBezTo>
                    <ns1:pt x="3" y="15"/>
                    <ns1:pt x="3" y="15"/>
                    <ns1:pt x="3" y="15"/>
                  </ns1:cubicBezTo>
                  <ns1:cubicBezTo>
                    <ns1:pt x="3" y="15"/>
                    <ns1:pt x="4" y="14"/>
                    <ns1:pt x="5" y="14"/>
                  </ns1:cubicBezTo>
                  <ns1:cubicBezTo>
                    <ns1:pt x="5" y="14"/>
                    <ns1:pt x="5" y="14"/>
                    <ns1:pt x="5" y="14"/>
                  </ns1:cubicBezTo>
                  <ns1:cubicBezTo>
                    <ns1:pt x="6" y="13"/>
                    <ns1:pt x="6" y="13"/>
                    <ns1:pt x="6" y="13"/>
                  </ns1:cubicBezTo>
                  <ns1:cubicBezTo>
                    <ns1:pt x="7" y="12"/>
                    <ns1:pt x="7" y="10"/>
                    <ns1:pt x="8" y="9"/>
                  </ns1:cubicBezTo>
                  <ns1:cubicBezTo>
                    <ns1:pt x="8" y="9"/>
                    <ns1:pt x="8" y="8"/>
                    <ns1:pt x="8" y="8"/>
                  </ns1:cubicBezTo>
                  <ns1:cubicBezTo>
                    <ns1:pt x="8" y="7"/>
                    <ns1:pt x="8" y="7"/>
                    <ns1:pt x="8" y="7"/>
                  </ns1:cubicBezTo>
                  <ns1:cubicBezTo>
                    <ns1:pt x="8" y="6"/>
                    <ns1:pt x="8" y="5"/>
                    <ns1:pt x="8" y="3"/>
                  </ns1:cubicBezTo>
                  <ns1:cubicBezTo>
                    <ns1:pt x="8" y="3"/>
                    <ns1:pt x="8" y="3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2"/>
                    <ns1:pt x="8" y="2"/>
                    <ns1:pt x="8" y="2"/>
                  </ns1:cubicBezTo>
                  <ns1:cubicBezTo>
                    <ns1:pt x="8" y="1"/>
                    <ns1:pt x="8" y="1"/>
                    <ns1:pt x="8" y="1"/>
                  </ns1:cubicBezTo>
                  <ns1:cubicBezTo>
                    <ns1:pt x="8" y="0"/>
                    <ns1:pt x="7" y="0"/>
                    <ns1:pt x="7" y="0"/>
                  </ns1:cubicBezTo>
                  <ns1:cubicBezTo>
                    <ns1:pt x="6" y="0"/>
                    <ns1:pt x="5" y="2"/>
                    <ns1:pt x="5" y="4"/>
                  </ns1:cubicBezTo>
                  <ns1:cubicBezTo>
                    <ns1:pt x="5" y="4"/>
                    <ns1:pt x="4" y="5"/>
                    <ns1:pt x="4" y="5"/>
                  </ns1:cubicBezTo>
                  <ns1:cubicBezTo>
                    <ns1:pt x="4" y="6"/>
                    <ns1:pt x="4" y="7"/>
                    <ns1:pt x="3" y="7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3" y="8"/>
                    <ns1:pt x="3" y="8"/>
                  </ns1:cubicBezTo>
                  <ns1:cubicBezTo>
                    <ns1:pt x="3" y="8"/>
                    <ns1:pt x="2" y="9"/>
                    <ns1:pt x="2" y="9"/>
                  </ns1:cubicBezTo>
                  <ns1:cubicBezTo>
                    <ns1:pt x="1" y="11"/>
                    <ns1:pt x="0" y="12"/>
                    <ns1:pt x="0" y="14"/>
                  </ns1:cubicBezTo>
                  <ns1:cubicBezTo>
                    <ns1:pt x="1" y="14"/>
                    <ns1:pt x="2" y="15"/>
                    <ns1:pt x="2" y="15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8" name="Freeform 140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1 w 6"/>
                <ns1:gd name="T3" fmla="*/ 6 h 7"/>
                <ns1:gd name="T4" fmla="*/ 5 w 6"/>
                <ns1:gd name="T5" fmla="*/ 0 h 7"/>
                <ns1:gd name="T6" fmla="*/ 6 w 6"/>
                <ns1:gd name="T7" fmla="*/ 1 h 7"/>
                <ns1:gd name="T8" fmla="*/ 5 w 6"/>
                <ns1:gd name="T9" fmla="*/ 5 h 7"/>
                <ns1:gd name="T10" fmla="*/ 3 w 6"/>
                <ns1:gd name="T11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2" y="6"/>
                    <ns1:pt x="1" y="6"/>
                  </ns1:cubicBezTo>
                  <ns1:cubicBezTo>
                    <ns1:pt x="0" y="3"/>
                    <ns1:pt x="4" y="0"/>
                    <ns1:pt x="5" y="0"/>
                  </ns1:cubicBezTo>
                  <ns1:cubicBezTo>
                    <ns1:pt x="5" y="0"/>
                    <ns1:pt x="6" y="1"/>
                    <ns1:pt x="6" y="1"/>
                  </ns1:cubicBezTo>
                  <ns1:cubicBezTo>
                    <ns1:pt x="6" y="2"/>
                    <ns1:pt x="6" y="4"/>
                    <ns1:pt x="5" y="5"/>
                  </ns1:cubicBezTo>
                  <ns1:cubicBezTo>
                    <ns1:pt x="4" y="6"/>
                    <ns1:pt x="3" y="7"/>
                    <ns1:pt x="3" y="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  <ns0:sp>
          <ns0:nvSpPr>
            <ns0:cNvPr id="459" name="Freeform 141"/>
            <ns0:cNvSpPr/>
            <ns0:nvPr userDrawn="1"/>
          </ns0:nvSpPr>
          <ns0:spPr bwMode="auto">
            <ns1:xfrm>
              <ns1:off x="6118433" y="2993493"/>
              <ns1:ext cx="52941" cy="68067"/>
            </ns1:xfrm>
            <ns1:custGeom>
              <ns1:avLst/>
              <ns1:gdLst>
                <ns1:gd name="T0" fmla="*/ 3 w 6"/>
                <ns1:gd name="T1" fmla="*/ 7 h 7"/>
                <ns1:gd name="T2" fmla="*/ 3 w 6"/>
                <ns1:gd name="T3" fmla="*/ 7 h 7"/>
                <ns1:gd name="T4" fmla="*/ 5 w 6"/>
                <ns1:gd name="T5" fmla="*/ 5 h 7"/>
                <ns1:gd name="T6" fmla="*/ 6 w 6"/>
                <ns1:gd name="T7" fmla="*/ 1 h 7"/>
                <ns1:gd name="T8" fmla="*/ 5 w 6"/>
                <ns1:gd name="T9" fmla="*/ 0 h 7"/>
                <ns1:gd name="T10" fmla="*/ 1 w 6"/>
                <ns1:gd name="T11" fmla="*/ 6 h 7"/>
                <ns1:gd name="T12" fmla="*/ 3 w 6"/>
                <ns1:gd name="T13" fmla="*/ 7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" h="7">
                  <ns1:moveTo>
                    <ns1:pt x="3" y="7"/>
                  </ns1:moveTo>
                  <ns1:cubicBezTo>
                    <ns1:pt x="3" y="7"/>
                    <ns1:pt x="3" y="7"/>
                    <ns1:pt x="3" y="7"/>
                  </ns1:cubicBezTo>
                  <ns1:cubicBezTo>
                    <ns1:pt x="3" y="7"/>
                    <ns1:pt x="4" y="6"/>
                    <ns1:pt x="5" y="5"/>
                  </ns1:cubicBezTo>
                  <ns1:cubicBezTo>
                    <ns1:pt x="6" y="4"/>
                    <ns1:pt x="6" y="2"/>
                    <ns1:pt x="6" y="1"/>
                  </ns1:cubicBezTo>
                  <ns1:cubicBezTo>
                    <ns1:pt x="6" y="1"/>
                    <ns1:pt x="5" y="0"/>
                    <ns1:pt x="5" y="0"/>
                  </ns1:cubicBezTo>
                  <ns1:cubicBezTo>
                    <ns1:pt x="4" y="0"/>
                    <ns1:pt x="0" y="3"/>
                    <ns1:pt x="1" y="6"/>
                  </ns1:cubicBezTo>
                  <ns1:cubicBezTo>
                    <ns1:pt x="2" y="6"/>
                    <ns1:pt x="3" y="7"/>
                    <ns1:pt x="3" y="7"/>
                  </ns1:cubicBezTo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/>
            <ns1:lstStyle/>
            <ns1:p>
              <ns1:pPr>
                <ns1:lnSpc>
                  <ns1:spcPct val="120000"/>
                </ns1:lnSpc>
                <ns1:spcAft>
                  <ns1:spcPts val="100"/>
                </ns1:spcAft>
              </ns1:pPr>
              <ns1:endParaRPr lang="zh-CN" altLang="en-US"/>
            </ns1:p>
          </ns0:txBody>
        </ns0:sp>
      </ns0:grp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preserve="1" userDrawn="1">
  <ns0:cSld name="1_封底2-求是印章底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815926" y="-815926"/>
            <ns1:ext cx="1111347" cy="57677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3" name="矩形 2"/>
          <ns0:cNvSpPr/>
          <ns0:nvPr userDrawn="1"/>
        </ns0:nvSpPr>
        <ns0:spPr>
          <ns1:xfrm>
            <ns1:off x="2135943" y="-815926"/>
            <ns1:ext cx="1111347" cy="576776"/>
          </ns1:xfrm>
          <ns1:prstGeom prst="rect">
            <ns1:avLst/>
          </ns1:prstGeom>
          <ns1:solidFill>
            <ns1:srgbClr val="B01F24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4" name="矩形 3"/>
          <ns0:cNvSpPr/>
          <ns0:nvPr userDrawn="1"/>
        </ns0:nvSpPr>
        <ns0:spPr>
          <ns1:xfrm>
            <ns1:off x="10" y="5"/>
            <ns1:ext cx="12191980" cy="6857990"/>
          </ns1:xfrm>
          <ns1:prstGeom prst="rect">
            <ns1:avLst/>
          </ns1:prstGeom>
          <ns1:blipFill dpi="0" rotWithShape="1">
            <ns1:blip ns2:embed="rId2">
              <ns1:alphaModFix amt="10000"/>
              <ns1:duotone>
                <ns1:schemeClr val="bg2">
                  <ns1:shade val="45000"/>
                  <ns1:satMod val="135000"/>
                </ns1:schemeClr>
                <ns1:prstClr val="white"/>
              </ns1:duotone>
            </ns1:blip>
            <ns1:srcRect/>
            <ns1:tile tx="0" ty="0" sx="60000" sy="60000" flip="none" algn="tl"/>
          </ns1:blip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>
              <ns1:lnSpc>
                <ns1:spcPct val="120000"/>
              </ns1:lnSpc>
              <ns1:spcAft>
                <ns1:spcPts val="100"/>
              </ns1:spcAft>
            </ns1:pPr>
            <ns1:endParaRPr lang="zh-CN" altLang="en-US" dirty="0"/>
          </ns1:p>
        </ns0:txBody>
      </ns0:sp>
      <ns0:sp>
        <ns0:nvSpPr>
          <ns0:cNvPr id="5" name="矩形 4"/>
          <ns0:cNvSpPr/>
          <ns0:nvPr userDrawn="1"/>
        </ns0:nvSpPr>
        <ns0:spPr>
          <ns1:xfrm>
            <ns1:off x="0" y="4683896"/>
            <ns1:ext cx="12192000" cy="2174105"/>
          </ns1:xfrm>
          <ns1:prstGeom prst="rect">
            <ns1:avLst/>
          </ns1:prstGeom>
          <ns1:solidFill>
            <ns1:srgbClr val="123A85"/>
          </ns1:solidFill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pic>
        <ns0:nvPicPr>
          <ns0:cNvPr id="6" name="图片 5"/>
          <ns0:cNvPicPr>
            <ns1:picLocks noChangeAspect="1"/>
          </ns0:cNvPicPr>
          <ns0:nvPr userDrawn="1"/>
        </ns0:nvPicPr>
        <ns0:blipFill>
          <ns1:blip ns2:embed="rId3" cstate="print">
            <ns1:duotone>
              <ns1:schemeClr val="bg2">
                <ns1:shade val="45000"/>
                <ns1:satMod val="135000"/>
              </ns1:schemeClr>
              <ns1:prstClr val="white"/>
            </ns1:duotone>
            <ns1:extLst>
              <ns1:ext uri="{BEBA8EAE-BF5A-486C-A8C5-ECC9F3942E4B}">
                <ns3:imgProps>
                  <ns3:imgLayer ns2:embed="rId4">
                    <ns3:imgEffect>
                      <ns3:brightnessContrast bright="20000"/>
                    </ns3:imgEffect>
                    <ns3:imgEffect>
                      <ns3:sharpenSoften amount="3000"/>
                    </ns3:imgEffect>
                  </ns3:imgLayer>
                </ns3:imgProps>
              </ns1:ex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-553453" y="4800600"/>
            <ns1:ext cx="13292805" cy="1845381"/>
          </ns1:xfrm>
          <ns1:prstGeom prst="rect">
            <ns1:avLst/>
          </ns1:prstGeom>
          <ns1:noFill/>
          <ns1:effectLst>
            <ns1:innerShdw blurRad="63500" dist="50800" dir="13500000">
              <ns1:srgbClr val="2F5EB0">
                <ns1:alpha val="50000"/>
              </ns1:srgbClr>
            </ns1:innerShdw>
          </ns1:effectLst>
        </ns0:spPr>
      </ns0:pic>
      <ns0:grpSp>
        <ns0:nvGrpSpPr>
          <ns0:cNvPr id="7" name="组合 6"/>
          <ns0:cNvGrpSpPr>
            <ns1:grpSpLocks noChangeAspect="1"/>
          </ns0:cNvGrpSpPr>
          <ns0:nvPr userDrawn="1"/>
        </ns0:nvGrpSpPr>
        <ns0:grpSpPr>
          <ns1:xfrm>
            <ns1:off x="2228173" y="1845019"/>
            <ns1:ext cx="7735654" cy="1350000"/>
            <ns1:chOff x="957368" y="742366"/>
            <ns1:chExt cx="2373671" cy="414245"/>
          </ns1:xfrm>
        </ns0:grpSpPr>
        <ns0:grpSp>
          <ns0:nvGrpSpPr>
            <ns0:cNvPr id="8" name="组合 7"/>
            <ns0:cNvGrpSpPr>
              <ns1:grpSpLocks noChangeAspect="1"/>
            </ns0:cNvGrpSpPr>
            <ns0:nvPr/>
          </ns0:nvGrpSpPr>
          <ns0:grpSpPr>
            <ns1:xfrm>
              <ns1:off x="1856839" y="784762"/>
              <ns1:ext cx="1473761" cy="330421"/>
              <ns1:chOff x="3247290" y="1371036"/>
              <ns1:chExt cx="3126910" cy="701061"/>
            </ns1:xfrm>
          </ns0:grpSpPr>
          <ns0:grpSp>
            <ns0:nvGrpSpPr>
              <ns0:cNvPr id="100" name="组合 24"/>
              <ns0:cNvGrpSpPr>
                <ns1:grpSpLocks noChangeAspect="1"/>
              </ns0:cNvGrpSpPr>
              <ns0:nvPr/>
            </ns0:nvGrpSpPr>
            <ns0:grpSpPr>
              <ns1:xfrm>
                <ns1:off x="3247290" y="1371036"/>
                <ns1:ext cx="1344788" cy="335722"/>
                <ns1:chOff x="-4478338" y="-4232275"/>
                <ns1:chExt cx="6632576" cy="1838325"/>
              </ns1:xfrm>
              <ns1:solidFill>
                <ns1:srgbClr val="123A85"/>
              </ns1:solidFill>
            </ns0:grpSpPr>
            <ns0:sp>
              <ns0:nvSpPr>
                <ns0:cNvPr id="178" name="Freeform 5"/>
                <ns0:cNvSpPr>
                  <ns1:spLocks noEditPoints="1"/>
                </ns0:cNvSpPr>
                <ns0:nvPr/>
              </ns0:nvSpPr>
              <ns0:spPr bwMode="auto">
                <ns1:xfrm>
                  <ns1:off x="804863" y="-4232275"/>
                  <ns1:ext cx="1349375" cy="1784350"/>
                </ns1:xfrm>
                <ns1:custGeom>
                  <ns1:avLst/>
                  <ns1:gdLst>
                    <ns1:gd name="T0" fmla="*/ 359 w 359"/>
                    <ns1:gd name="T1" fmla="*/ 111 h 473"/>
                    <ns1:gd name="T2" fmla="*/ 319 w 359"/>
                    <ns1:gd name="T3" fmla="*/ 187 h 473"/>
                    <ns1:gd name="T4" fmla="*/ 318 w 359"/>
                    <ns1:gd name="T5" fmla="*/ 195 h 473"/>
                    <ns1:gd name="T6" fmla="*/ 326 w 359"/>
                    <ns1:gd name="T7" fmla="*/ 226 h 473"/>
                    <ns1:gd name="T8" fmla="*/ 299 w 359"/>
                    <ns1:gd name="T9" fmla="*/ 261 h 473"/>
                    <ns1:gd name="T10" fmla="*/ 226 w 359"/>
                    <ns1:gd name="T11" fmla="*/ 292 h 473"/>
                    <ns1:gd name="T12" fmla="*/ 217 w 359"/>
                    <ns1:gd name="T13" fmla="*/ 302 h 473"/>
                    <ns1:gd name="T14" fmla="*/ 230 w 359"/>
                    <ns1:gd name="T15" fmla="*/ 306 h 473"/>
                    <ns1:gd name="T16" fmla="*/ 259 w 359"/>
                    <ns1:gd name="T17" fmla="*/ 342 h 473"/>
                    <ns1:gd name="T18" fmla="*/ 243 w 359"/>
                    <ns1:gd name="T19" fmla="*/ 359 h 473"/>
                    <ns1:gd name="T20" fmla="*/ 222 w 359"/>
                    <ns1:gd name="T21" fmla="*/ 387 h 473"/>
                    <ns1:gd name="T22" fmla="*/ 224 w 359"/>
                    <ns1:gd name="T23" fmla="*/ 430 h 473"/>
                    <ns1:gd name="T24" fmla="*/ 181 w 359"/>
                    <ns1:gd name="T25" fmla="*/ 472 h 473"/>
                    <ns1:gd name="T26" fmla="*/ 107 w 359"/>
                    <ns1:gd name="T27" fmla="*/ 463 h 473"/>
                    <ns1:gd name="T28" fmla="*/ 94 w 359"/>
                    <ns1:gd name="T29" fmla="*/ 453 h 473"/>
                    <ns1:gd name="T30" fmla="*/ 108 w 359"/>
                    <ns1:gd name="T31" fmla="*/ 443 h 473"/>
                    <ns1:gd name="T32" fmla="*/ 125 w 359"/>
                    <ns1:gd name="T33" fmla="*/ 438 h 473"/>
                    <ns1:gd name="T34" fmla="*/ 152 w 359"/>
                    <ns1:gd name="T35" fmla="*/ 398 h 473"/>
                    <ns1:gd name="T36" fmla="*/ 140 w 359"/>
                    <ns1:gd name="T37" fmla="*/ 390 h 473"/>
                    <ns1:gd name="T38" fmla="*/ 98 w 359"/>
                    <ns1:gd name="T39" fmla="*/ 413 h 473"/>
                    <ns1:gd name="T40" fmla="*/ 7 w 359"/>
                    <ns1:gd name="T41" fmla="*/ 387 h 473"/>
                    <ns1:gd name="T42" fmla="*/ 21 w 359"/>
                    <ns1:gd name="T43" fmla="*/ 361 h 473"/>
                    <ns1:gd name="T44" fmla="*/ 102 w 359"/>
                    <ns1:gd name="T45" fmla="*/ 343 h 473"/>
                    <ns1:gd name="T46" fmla="*/ 140 w 359"/>
                    <ns1:gd name="T47" fmla="*/ 325 h 473"/>
                    <ns1:gd name="T48" fmla="*/ 170 w 359"/>
                    <ns1:gd name="T49" fmla="*/ 298 h 473"/>
                    <ns1:gd name="T50" fmla="*/ 196 w 359"/>
                    <ns1:gd name="T51" fmla="*/ 279 h 473"/>
                    <ns1:gd name="T52" fmla="*/ 241 w 359"/>
                    <ns1:gd name="T53" fmla="*/ 255 h 473"/>
                    <ns1:gd name="T54" fmla="*/ 218 w 359"/>
                    <ns1:gd name="T55" fmla="*/ 260 h 473"/>
                    <ns1:gd name="T56" fmla="*/ 143 w 359"/>
                    <ns1:gd name="T57" fmla="*/ 309 h 473"/>
                    <ns1:gd name="T58" fmla="*/ 118 w 359"/>
                    <ns1:gd name="T59" fmla="*/ 318 h 473"/>
                    <ns1:gd name="T60" fmla="*/ 63 w 359"/>
                    <ns1:gd name="T61" fmla="*/ 315 h 473"/>
                    <ns1:gd name="T62" fmla="*/ 54 w 359"/>
                    <ns1:gd name="T63" fmla="*/ 309 h 473"/>
                    <ns1:gd name="T64" fmla="*/ 62 w 359"/>
                    <ns1:gd name="T65" fmla="*/ 297 h 473"/>
                    <ns1:gd name="T66" fmla="*/ 151 w 359"/>
                    <ns1:gd name="T67" fmla="*/ 245 h 473"/>
                    <ns1:gd name="T68" fmla="*/ 181 w 359"/>
                    <ns1:gd name="T69" fmla="*/ 228 h 473"/>
                    <ns1:gd name="T70" fmla="*/ 196 w 359"/>
                    <ns1:gd name="T71" fmla="*/ 199 h 473"/>
                    <ns1:gd name="T72" fmla="*/ 181 w 359"/>
                    <ns1:gd name="T73" fmla="*/ 209 h 473"/>
                    <ns1:gd name="T74" fmla="*/ 168 w 359"/>
                    <ns1:gd name="T75" fmla="*/ 216 h 473"/>
                    <ns1:gd name="T76" fmla="*/ 130 w 359"/>
                    <ns1:gd name="T77" fmla="*/ 234 h 473"/>
                    <ns1:gd name="T78" fmla="*/ 93 w 359"/>
                    <ns1:gd name="T79" fmla="*/ 224 h 473"/>
                    <ns1:gd name="T80" fmla="*/ 81 w 359"/>
                    <ns1:gd name="T81" fmla="*/ 175 h 473"/>
                    <ns1:gd name="T82" fmla="*/ 60 w 359"/>
                    <ns1:gd name="T83" fmla="*/ 125 h 473"/>
                    <ns1:gd name="T84" fmla="*/ 73 w 359"/>
                    <ns1:gd name="T85" fmla="*/ 96 h 473"/>
                    <ns1:gd name="T86" fmla="*/ 88 w 359"/>
                    <ns1:gd name="T87" fmla="*/ 98 h 473"/>
                    <ns1:gd name="T88" fmla="*/ 150 w 359"/>
                    <ns1:gd name="T89" fmla="*/ 191 h 473"/>
                    <ns1:gd name="T90" fmla="*/ 160 w 359"/>
                    <ns1:gd name="T91" fmla="*/ 170 h 473"/>
                    <ns1:gd name="T92" fmla="*/ 177 w 359"/>
                    <ns1:gd name="T93" fmla="*/ 134 h 473"/>
                    <ns1:gd name="T94" fmla="*/ 161 w 359"/>
                    <ns1:gd name="T95" fmla="*/ 102 h 473"/>
                    <ns1:gd name="T96" fmla="*/ 172 w 359"/>
                    <ns1:gd name="T97" fmla="*/ 73 h 473"/>
                    <ns1:gd name="T98" fmla="*/ 184 w 359"/>
                    <ns1:gd name="T99" fmla="*/ 70 h 473"/>
                    <ns1:gd name="T100" fmla="*/ 247 w 359"/>
                    <ns1:gd name="T101" fmla="*/ 25 h 473"/>
                    <ns1:gd name="T102" fmla="*/ 269 w 359"/>
                    <ns1:gd name="T103" fmla="*/ 0 h 473"/>
                    <ns1:gd name="T104" fmla="*/ 287 w 359"/>
                    <ns1:gd name="T105" fmla="*/ 0 h 473"/>
                    <ns1:gd name="T106" fmla="*/ 294 w 359"/>
                    <ns1:gd name="T107" fmla="*/ 63 h 473"/>
                    <ns1:gd name="T108" fmla="*/ 312 w 359"/>
                    <ns1:gd name="T109" fmla="*/ 58 h 473"/>
                    <ns1:gd name="T110" fmla="*/ 331 w 359"/>
                    <ns1:gd name="T111" fmla="*/ 61 h 473"/>
                    <ns1:gd name="T112" fmla="*/ 359 w 359"/>
                    <ns1:gd name="T113" fmla="*/ 87 h 473"/>
                    <ns1:gd name="T114" fmla="*/ 359 w 359"/>
                    <ns1:gd name="T115" fmla="*/ 111 h 473"/>
                    <ns1:gd name="T116" fmla="*/ 242 w 359"/>
                    <ns1:gd name="T117" fmla="*/ 148 h 473"/>
                    <ns1:gd name="T118" fmla="*/ 271 w 359"/>
                    <ns1:gd name="T119" fmla="*/ 163 h 473"/>
                    <ns1:gd name="T120" fmla="*/ 281 w 359"/>
                    <ns1:gd name="T121" fmla="*/ 135 h 473"/>
                    <ns1:gd name="T122" fmla="*/ 261 w 359"/>
                    <ns1:gd name="T123" fmla="*/ 127 h 473"/>
                    <ns1:gd name="T124" fmla="*/ 242 w 359"/>
                    <ns1:gd name="T125" fmla="*/ 148 h 47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  <ns1:cxn ang="0">
                      <ns1:pos x="T104" y="T105"/>
                    </ns1:cxn>
                    <ns1:cxn ang="0">
                      <ns1:pos x="T106" y="T107"/>
                    </ns1:cxn>
                    <ns1:cxn ang="0">
                      <ns1:pos x="T108" y="T109"/>
                    </ns1:cxn>
                    <ns1:cxn ang="0">
                      <ns1:pos x="T110" y="T111"/>
                    </ns1:cxn>
                    <ns1:cxn ang="0">
                      <ns1:pos x="T112" y="T113"/>
                    </ns1:cxn>
                    <ns1:cxn ang="0">
                      <ns1:pos x="T114" y="T115"/>
                    </ns1:cxn>
                    <ns1:cxn ang="0">
                      <ns1:pos x="T116" y="T117"/>
                    </ns1:cxn>
                    <ns1:cxn ang="0">
                      <ns1:pos x="T118" y="T119"/>
                    </ns1:cxn>
                    <ns1:cxn ang="0">
                      <ns1:pos x="T120" y="T121"/>
                    </ns1:cxn>
                    <ns1:cxn ang="0">
                      <ns1:pos x="T122" y="T123"/>
                    </ns1:cxn>
                    <ns1:cxn ang="0">
                      <ns1:pos x="T124" y="T125"/>
                    </ns1:cxn>
                  </ns1:cxnLst>
                  <ns1:rect l="0" t="0" r="r" b="b"/>
                  <ns1:pathLst>
                    <ns1:path w="359" h="473">
                      <ns1:moveTo>
                        <ns1:pt x="359" y="111"/>
                      </ns1:moveTo>
                      <ns1:cubicBezTo>
                        <ns1:pt x="346" y="137"/>
                        <ns1:pt x="332" y="162"/>
                        <ns1:pt x="319" y="187"/>
                      </ns1:cubicBezTo>
                      <ns1:cubicBezTo>
                        <ns1:pt x="318" y="190"/>
                        <ns1:pt x="316" y="193"/>
                        <ns1:pt x="318" y="195"/>
                      </ns1:cubicBezTo>
                      <ns1:cubicBezTo>
                        <ns1:pt x="329" y="204"/>
                        <ns1:pt x="326" y="215"/>
                        <ns1:pt x="326" y="226"/>
                      </ns1:cubicBezTo>
                      <ns1:cubicBezTo>
                        <ns1:pt x="327" y="248"/>
                        <ns1:pt x="320" y="258"/>
                        <ns1:pt x="299" y="261"/>
                      </ns1:cubicBezTo>
                      <ns1:cubicBezTo>
                        <ns1:pt x="271" y="266"/>
                        <ns1:pt x="249" y="280"/>
                        <ns1:pt x="226" y="292"/>
                      </ns1:cubicBezTo>
                      <ns1:cubicBezTo>
                        <ns1:pt x="222" y="294"/>
                        <ns1:pt x="215" y="296"/>
                        <ns1:pt x="217" y="302"/>
                      </ns1:cubicBezTo>
                      <ns1:cubicBezTo>
                        <ns1:pt x="219" y="308"/>
                        <ns1:pt x="226" y="306"/>
                        <ns1:pt x="230" y="306"/>
                      </ns1:cubicBezTo>
                      <ns1:cubicBezTo>
                        <ns1:pt x="256" y="307"/>
                        <ns1:pt x="265" y="318"/>
                        <ns1:pt x="259" y="342"/>
                      </ns1:cubicBezTo>
                      <ns1:cubicBezTo>
                        <ns1:pt x="257" y="351"/>
                        <ns1:pt x="253" y="357"/>
                        <ns1:pt x="243" y="359"/>
                      </ns1:cubicBezTo>
                      <ns1:cubicBezTo>
                        <ns1:pt x="225" y="362"/>
                        <ns1:pt x="221" y="368"/>
                        <ns1:pt x="222" y="387"/>
                      </ns1:cubicBezTo>
                      <ns1:cubicBezTo>
                        <ns1:pt x="222" y="401"/>
                        <ns1:pt x="224" y="416"/>
                        <ns1:pt x="224" y="430"/>
                      </ns1:cubicBezTo>
                      <ns1:cubicBezTo>
                        <ns1:pt x="224" y="461"/>
                        <ns1:pt x="212" y="472"/>
                        <ns1:pt x="181" y="472"/>
                      </ns1:cubicBezTo>
                      <ns1:cubicBezTo>
                        <ns1:pt x="156" y="473"/>
                        <ns1:pt x="131" y="471"/>
                        <ns1:pt x="107" y="463"/>
                      </ns1:cubicBezTo>
                      <ns1:cubicBezTo>
                        <ns1:pt x="102" y="461"/>
                        <ns1:pt x="94" y="461"/>
                        <ns1:pt x="94" y="453"/>
                      </ns1:cubicBezTo>
                      <ns1:cubicBezTo>
                        <ns1:pt x="95" y="445"/>
                        <ns1:pt x="102" y="445"/>
                        <ns1:pt x="108" y="443"/>
                      </ns1:cubicBezTo>
                      <ns1:cubicBezTo>
                        <ns1:pt x="113" y="441"/>
                        <ns1:pt x="119" y="439"/>
                        <ns1:pt x="125" y="438"/>
                      </ns1:cubicBezTo>
                      <ns1:cubicBezTo>
                        <ns1:pt x="148" y="431"/>
                        <ns1:pt x="154" y="421"/>
                        <ns1:pt x="152" y="398"/>
                      </ns1:cubicBezTo>
                      <ns1:cubicBezTo>
                        <ns1:pt x="151" y="390"/>
                        <ns1:pt x="147" y="388"/>
                        <ns1:pt x="140" y="390"/>
                      </ns1:cubicBezTo>
                      <ns1:cubicBezTo>
                        <ns1:pt x="124" y="395"/>
                        <ns1:pt x="111" y="404"/>
                        <ns1:pt x="98" y="413"/>
                      </ns1:cubicBezTo>
                      <ns1:cubicBezTo>
                        <ns1:pt x="70" y="430"/>
                        <ns1:pt x="21" y="416"/>
                        <ns1:pt x="7" y="387"/>
                      </ns1:cubicBezTo>
                      <ns1:cubicBezTo>
                        <ns1:pt x="0" y="373"/>
                        <ns1:pt x="7" y="359"/>
                        <ns1:pt x="21" y="361"/>
                      </ns1:cubicBezTo>
                      <ns1:cubicBezTo>
                        <ns1:pt x="51" y="366"/>
                        <ns1:pt x="76" y="353"/>
                        <ns1:pt x="102" y="343"/>
                      </ns1:cubicBezTo>
                      <ns1:cubicBezTo>
                        <ns1:pt x="115" y="338"/>
                        <ns1:pt x="127" y="331"/>
                        <ns1:pt x="140" y="325"/>
                      </ns1:cubicBezTo>
                      <ns1:cubicBezTo>
                        <ns1:pt x="153" y="319"/>
                        <ns1:pt x="164" y="312"/>
                        <ns1:pt x="170" y="298"/>
                      </ns1:cubicBezTo>
                      <ns1:cubicBezTo>
                        <ns1:pt x="175" y="287"/>
                        <ns1:pt x="185" y="282"/>
                        <ns1:pt x="196" y="279"/>
                      </ns1:cubicBezTo>
                      <ns1:cubicBezTo>
                        <ns1:pt x="212" y="275"/>
                        <ns1:pt x="226" y="266"/>
                        <ns1:pt x="241" y="255"/>
                      </ns1:cubicBezTo>
                      <ns1:cubicBezTo>
                        <ns1:pt x="231" y="253"/>
                        <ns1:pt x="224" y="257"/>
                        <ns1:pt x="218" y="260"/>
                      </ns1:cubicBezTo>
                      <ns1:cubicBezTo>
                        <ns1:pt x="190" y="272"/>
                        <ns1:pt x="167" y="292"/>
                        <ns1:pt x="143" y="309"/>
                      </ns1:cubicBezTo>
                      <ns1:cubicBezTo>
                        <ns1:pt x="135" y="315"/>
                        <ns1:pt x="127" y="319"/>
                        <ns1:pt x="118" y="318"/>
                      </ns1:cubicBezTo>
                      <ns1:cubicBezTo>
                        <ns1:pt x="100" y="317"/>
                        <ns1:pt x="82" y="312"/>
                        <ns1:pt x="63" y="315"/>
                      </ns1:cubicBezTo>
                      <ns1:cubicBezTo>
                        <ns1:pt x="60" y="315"/>
                        <ns1:pt x="55" y="313"/>
                        <ns1:pt x="54" y="309"/>
                      </ns1:cubicBezTo>
                      <ns1:cubicBezTo>
                        <ns1:pt x="52" y="303"/>
                        <ns1:pt x="57" y="300"/>
                        <ns1:pt x="62" y="297"/>
                      </ns1:cubicBezTo>
                      <ns1:cubicBezTo>
                        <ns1:pt x="91" y="280"/>
                        <ns1:pt x="121" y="262"/>
                        <ns1:pt x="151" y="245"/>
                      </ns1:cubicBezTo>
                      <ns1:cubicBezTo>
                        <ns1:pt x="161" y="239"/>
                        <ns1:pt x="171" y="233"/>
                        <ns1:pt x="181" y="228"/>
                      </ns1:cubicBezTo>
                      <ns1:cubicBezTo>
                        <ns1:pt x="193" y="223"/>
                        <ns1:pt x="203" y="216"/>
                        <ns1:pt x="196" y="199"/>
                      </ns1:cubicBezTo>
                      <ns1:cubicBezTo>
                        <ns1:pt x="191" y="203"/>
                        <ns1:pt x="186" y="206"/>
                        <ns1:pt x="181" y="209"/>
                      </ns1:cubicBezTo>
                      <ns1:cubicBezTo>
                        <ns1:pt x="177" y="212"/>
                        <ns1:pt x="172" y="217"/>
                        <ns1:pt x="168" y="216"/>
                      </ns1:cubicBezTo>
                      <ns1:cubicBezTo>
                        <ns1:pt x="150" y="212"/>
                        <ns1:pt x="142" y="225"/>
                        <ns1:pt x="130" y="234"/>
                      </ns1:cubicBezTo>
                      <ns1:cubicBezTo>
                        <ns1:pt x="115" y="247"/>
                        <ns1:pt x="102" y="243"/>
                        <ns1:pt x="93" y="224"/>
                      </ns1:cubicBezTo>
                      <ns1:cubicBezTo>
                        <ns1:pt x="86" y="208"/>
                        <ns1:pt x="86" y="191"/>
                        <ns1:pt x="81" y="175"/>
                      </ns1:cubicBezTo>
                      <ns1:cubicBezTo>
                        <ns1:pt x="76" y="157"/>
                        <ns1:pt x="65" y="142"/>
                        <ns1:pt x="60" y="125"/>
                      </ns1:cubicBezTo>
                      <ns1:cubicBezTo>
                        <ns1:pt x="55" y="111"/>
                        <ns1:pt x="60" y="100"/>
                        <ns1:pt x="73" y="96"/>
                      </ns1:cubicBezTo>
                      <ns1:cubicBezTo>
                        <ns1:pt x="78" y="94"/>
                        <ns1:pt x="84" y="94"/>
                        <ns1:pt x="88" y="98"/>
                      </ns1:cubicBezTo>
                      <ns1:cubicBezTo>
                        <ns1:pt x="115" y="124"/>
                        <ns1:pt x="145" y="148"/>
                        <ns1:pt x="150" y="191"/>
                      </ns1:cubicBezTo>
                      <ns1:cubicBezTo>
                        <ns1:pt x="159" y="185"/>
                        <ns1:pt x="165" y="180"/>
                        <ns1:pt x="160" y="170"/>
                      </ns1:cubicBezTo>
                      <ns1:cubicBezTo>
                        <ns1:pt x="149" y="148"/>
                        <ns1:pt x="152" y="141"/>
                        <ns1:pt x="177" y="134"/>
                      </ns1:cubicBezTo>
                      <ns1:cubicBezTo>
                        <ns1:pt x="172" y="123"/>
                        <ns1:pt x="168" y="112"/>
                        <ns1:pt x="161" y="102"/>
                      </ns1:cubicBezTo>
                      <ns1:cubicBezTo>
                        <ns1:pt x="151" y="89"/>
                        <ns1:pt x="157" y="77"/>
                        <ns1:pt x="172" y="73"/>
                      </ns1:cubicBezTo>
                      <ns1:cubicBezTo>
                        <ns1:pt x="176" y="72"/>
                        <ns1:pt x="180" y="70"/>
                        <ns1:pt x="184" y="70"/>
                      </ns1:cubicBezTo>
                      <ns1:cubicBezTo>
                        <ns1:pt x="213" y="66"/>
                        <ns1:pt x="236" y="54"/>
                        <ns1:pt x="247" y="25"/>
                      </ns1:cubicBezTo>
                      <ns1:cubicBezTo>
                        <ns1:pt x="251" y="14"/>
                        <ns1:pt x="260" y="8"/>
                        <ns1:pt x="269" y="0"/>
                      </ns1:cubicBezTo>
                      <ns1:cubicBezTo>
                        <ns1:pt x="275" y="0"/>
                        <ns1:pt x="281" y="0"/>
                        <ns1:pt x="287" y="0"/>
                      </ns1:cubicBezTo>
                      <ns1:cubicBezTo>
                        <ns1:pt x="302" y="20"/>
                        <ns1:pt x="307" y="40"/>
                        <ns1:pt x="294" y="63"/>
                      </ns1:cubicBezTo>
                      <ns1:cubicBezTo>
                        <ns1:pt x="302" y="65"/>
                        <ns1:pt x="307" y="60"/>
                        <ns1:pt x="312" y="58"/>
                      </ns1:cubicBezTo>
                      <ns1:cubicBezTo>
                        <ns1:pt x="319" y="55"/>
                        <ns1:pt x="327" y="54"/>
                        <ns1:pt x="331" y="61"/>
                      </ns1:cubicBezTo>
                      <ns1:cubicBezTo>
                        <ns1:pt x="337" y="73"/>
                        <ns1:pt x="349" y="79"/>
                        <ns1:pt x="359" y="87"/>
                      </ns1:cubicBezTo>
                      <ns1:cubicBezTo>
                        <ns1:pt x="359" y="95"/>
                        <ns1:pt x="359" y="103"/>
                        <ns1:pt x="359" y="111"/>
                      </ns1:cubicBezTo>
                      <ns1:close/>
                      <ns1:moveTo>
                        <ns1:pt x="242" y="148"/>
                      </ns1:moveTo>
                      <ns1:cubicBezTo>
                        <ns1:pt x="259" y="140"/>
                        <ns1:pt x="268" y="146"/>
                        <ns1:pt x="271" y="163"/>
                      </ns1:cubicBezTo>
                      <ns1:cubicBezTo>
                        <ns1:pt x="278" y="154"/>
                        <ns1:pt x="285" y="145"/>
                        <ns1:pt x="281" y="135"/>
                      </ns1:cubicBezTo>
                      <ns1:cubicBezTo>
                        <ns1:pt x="278" y="128"/>
                        <ns1:pt x="269" y="127"/>
                        <ns1:pt x="261" y="127"/>
                      </ns1:cubicBezTo>
                      <ns1:cubicBezTo>
                        <ns1:pt x="248" y="126"/>
                        <ns1:pt x="248" y="137"/>
                        <ns1:pt x="242" y="14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79" name="Freeform 6"/>
                <ns0:cNvSpPr/>
                <ns0:nvPr/>
              </ns0:nvSpPr>
              <ns0:spPr bwMode="auto">
                <ns1:xfrm>
                  <ns1:off x="-4478338" y="-3873500"/>
                  <ns1:ext cx="1871663" cy="1479550"/>
                </ns1:xfrm>
                <ns1:custGeom>
                  <ns1:avLst/>
                  <ns1:gdLst>
                    <ns1:gd name="T0" fmla="*/ 102 w 498"/>
                    <ns1:gd name="T1" fmla="*/ 185 h 392"/>
                    <ns1:gd name="T2" fmla="*/ 122 w 498"/>
                    <ns1:gd name="T3" fmla="*/ 172 h 392"/>
                    <ns1:gd name="T4" fmla="*/ 148 w 498"/>
                    <ns1:gd name="T5" fmla="*/ 192 h 392"/>
                    <ns1:gd name="T6" fmla="*/ 204 w 498"/>
                    <ns1:gd name="T7" fmla="*/ 147 h 392"/>
                    <ns1:gd name="T8" fmla="*/ 169 w 498"/>
                    <ns1:gd name="T9" fmla="*/ 130 h 392"/>
                    <ns1:gd name="T10" fmla="*/ 166 w 498"/>
                    <ns1:gd name="T11" fmla="*/ 109 h 392"/>
                    <ns1:gd name="T12" fmla="*/ 215 w 498"/>
                    <ns1:gd name="T13" fmla="*/ 53 h 392"/>
                    <ns1:gd name="T14" fmla="*/ 247 w 498"/>
                    <ns1:gd name="T15" fmla="*/ 19 h 392"/>
                    <ns1:gd name="T16" fmla="*/ 284 w 498"/>
                    <ns1:gd name="T17" fmla="*/ 61 h 392"/>
                    <ns1:gd name="T18" fmla="*/ 271 w 498"/>
                    <ns1:gd name="T19" fmla="*/ 104 h 392"/>
                    <ns1:gd name="T20" fmla="*/ 279 w 498"/>
                    <ns1:gd name="T21" fmla="*/ 110 h 392"/>
                    <ns1:gd name="T22" fmla="*/ 327 w 498"/>
                    <ns1:gd name="T23" fmla="*/ 68 h 392"/>
                    <ns1:gd name="T24" fmla="*/ 375 w 498"/>
                    <ns1:gd name="T25" fmla="*/ 5 h 392"/>
                    <ns1:gd name="T26" fmla="*/ 436 w 498"/>
                    <ns1:gd name="T27" fmla="*/ 14 h 392"/>
                    <ns1:gd name="T28" fmla="*/ 456 w 498"/>
                    <ns1:gd name="T29" fmla="*/ 47 h 392"/>
                    <ns1:gd name="T30" fmla="*/ 472 w 498"/>
                    <ns1:gd name="T31" fmla="*/ 79 h 392"/>
                    <ns1:gd name="T32" fmla="*/ 462 w 498"/>
                    <ns1:gd name="T33" fmla="*/ 152 h 392"/>
                    <ns1:gd name="T34" fmla="*/ 417 w 498"/>
                    <ns1:gd name="T35" fmla="*/ 297 h 392"/>
                    <ns1:gd name="T36" fmla="*/ 393 w 498"/>
                    <ns1:gd name="T37" fmla="*/ 168 h 392"/>
                    <ns1:gd name="T38" fmla="*/ 362 w 498"/>
                    <ns1:gd name="T39" fmla="*/ 220 h 392"/>
                    <ns1:gd name="T40" fmla="*/ 314 w 498"/>
                    <ns1:gd name="T41" fmla="*/ 195 h 392"/>
                    <ns1:gd name="T42" fmla="*/ 323 w 498"/>
                    <ns1:gd name="T43" fmla="*/ 134 h 392"/>
                    <ns1:gd name="T44" fmla="*/ 309 w 498"/>
                    <ns1:gd name="T45" fmla="*/ 128 h 392"/>
                    <ns1:gd name="T46" fmla="*/ 258 w 498"/>
                    <ns1:gd name="T47" fmla="*/ 180 h 392"/>
                    <ns1:gd name="T48" fmla="*/ 209 w 498"/>
                    <ns1:gd name="T49" fmla="*/ 284 h 392"/>
                    <ns1:gd name="T50" fmla="*/ 182 w 498"/>
                    <ns1:gd name="T51" fmla="*/ 292 h 392"/>
                    <ns1:gd name="T52" fmla="*/ 194 w 498"/>
                    <ns1:gd name="T53" fmla="*/ 235 h 392"/>
                    <ns1:gd name="T54" fmla="*/ 186 w 498"/>
                    <ns1:gd name="T55" fmla="*/ 229 h 392"/>
                    <ns1:gd name="T56" fmla="*/ 121 w 498"/>
                    <ns1:gd name="T57" fmla="*/ 236 h 392"/>
                    <ns1:gd name="T58" fmla="*/ 60 w 498"/>
                    <ns1:gd name="T59" fmla="*/ 373 h 392"/>
                    <ns1:gd name="T60" fmla="*/ 8 w 498"/>
                    <ns1:gd name="T61" fmla="*/ 392 h 392"/>
                    <ns1:gd name="T62" fmla="*/ 1 w 498"/>
                    <ns1:gd name="T63" fmla="*/ 319 h 39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</ns1:cxnLst>
                  <ns1:rect l="0" t="0" r="r" b="b"/>
                  <ns1:pathLst>
                    <ns1:path w="498" h="392">
                      <ns1:moveTo>
                        <ns1:pt x="1" y="319"/>
                      </ns1:moveTo>
                      <ns1:cubicBezTo>
                        <ns1:pt x="42" y="280"/>
                        <ns1:pt x="72" y="232"/>
                        <ns1:pt x="102" y="185"/>
                      </ns1:cubicBezTo>
                      <ns1:cubicBezTo>
                        <ns1:pt x="104" y="182"/>
                        <ns1:pt x="106" y="179"/>
                        <ns1:pt x="109" y="177"/>
                      </ns1:cubicBezTo>
                      <ns1:cubicBezTo>
                        <ns1:pt x="112" y="173"/>
                        <ns1:pt x="117" y="169"/>
                        <ns1:pt x="122" y="172"/>
                      </ns1:cubicBezTo>
                      <ns1:cubicBezTo>
                        <ns1:pt x="127" y="173"/>
                        <ns1:pt x="127" y="178"/>
                        <ns1:pt x="128" y="183"/>
                      </ns1:cubicBezTo>
                      <ns1:cubicBezTo>
                        <ns1:pt x="130" y="201"/>
                        <ns1:pt x="133" y="202"/>
                        <ns1:pt x="148" y="192"/>
                      </ns1:cubicBezTo>
                      <ns1:cubicBezTo>
                        <ns1:pt x="164" y="180"/>
                        <ns1:pt x="180" y="169"/>
                        <ns1:pt x="195" y="157"/>
                      </ns1:cubicBezTo>
                      <ns1:cubicBezTo>
                        <ns1:pt x="199" y="154"/>
                        <ns1:pt x="202" y="152"/>
                        <ns1:pt x="204" y="147"/>
                      </ns1:cubicBezTo>
                      <ns1:cubicBezTo>
                        <ns1:pt x="210" y="134"/>
                        <ns1:pt x="207" y="130"/>
                        <ns1:pt x="193" y="131"/>
                      </ns1:cubicBezTo>
                      <ns1:cubicBezTo>
                        <ns1:pt x="185" y="131"/>
                        <ns1:pt x="177" y="132"/>
                        <ns1:pt x="169" y="130"/>
                      </ns1:cubicBezTo>
                      <ns1:cubicBezTo>
                        <ns1:pt x="164" y="129"/>
                        <ns1:pt x="160" y="125"/>
                        <ns1:pt x="159" y="120"/>
                      </ns1:cubicBezTo>
                      <ns1:cubicBezTo>
                        <ns1:pt x="159" y="115"/>
                        <ns1:pt x="162" y="111"/>
                        <ns1:pt x="166" y="109"/>
                      </ns1:cubicBezTo>
                      <ns1:cubicBezTo>
                        <ns1:pt x="171" y="106"/>
                        <ns1:pt x="176" y="104"/>
                        <ns1:pt x="181" y="101"/>
                      </ns1:cubicBezTo>
                      <ns1:cubicBezTo>
                        <ns1:pt x="199" y="90"/>
                        <ns1:pt x="215" y="77"/>
                        <ns1:pt x="215" y="53"/>
                      </ns1:cubicBezTo>
                      <ns1:cubicBezTo>
                        <ns1:pt x="214" y="45"/>
                        <ns1:pt x="216" y="38"/>
                        <ns1:pt x="219" y="31"/>
                      </ns1:cubicBezTo>
                      <ns1:cubicBezTo>
                        <ns1:pt x="223" y="16"/>
                        <ns1:pt x="233" y="12"/>
                        <ns1:pt x="247" y="19"/>
                      </ns1:cubicBezTo>
                      <ns1:cubicBezTo>
                        <ns1:pt x="256" y="24"/>
                        <ns1:pt x="264" y="32"/>
                        <ns1:pt x="268" y="42"/>
                      </ns1:cubicBezTo>
                      <ns1:cubicBezTo>
                        <ns1:pt x="272" y="49"/>
                        <ns1:pt x="276" y="56"/>
                        <ns1:pt x="284" y="61"/>
                      </ns1:cubicBezTo>
                      <ns1:cubicBezTo>
                        <ns1:pt x="291" y="66"/>
                        <ns1:pt x="289" y="73"/>
                        <ns1:pt x="285" y="80"/>
                      </ns1:cubicBezTo>
                      <ns1:cubicBezTo>
                        <ns1:pt x="280" y="88"/>
                        <ns1:pt x="273" y="95"/>
                        <ns1:pt x="271" y="104"/>
                      </ns1:cubicBezTo>
                      <ns1:cubicBezTo>
                        <ns1:pt x="270" y="107"/>
                        <ns1:pt x="269" y="111"/>
                        <ns1:pt x="272" y="112"/>
                      </ns1:cubicBezTo>
                      <ns1:cubicBezTo>
                        <ns1:pt x="274" y="113"/>
                        <ns1:pt x="277" y="112"/>
                        <ns1:pt x="279" y="110"/>
                      </ns1:cubicBezTo>
                      <ns1:cubicBezTo>
                        <ns1:pt x="293" y="101"/>
                        <ns1:pt x="307" y="92"/>
                        <ns1:pt x="320" y="83"/>
                      </ns1:cubicBezTo>
                      <ns1:cubicBezTo>
                        <ns1:pt x="325" y="79"/>
                        <ns1:pt x="326" y="74"/>
                        <ns1:pt x="327" y="68"/>
                      </ns1:cubicBezTo>
                      <ns1:cubicBezTo>
                        <ns1:pt x="331" y="52"/>
                        <ns1:pt x="334" y="36"/>
                        <ns1:pt x="342" y="21"/>
                      </ns1:cubicBezTo>
                      <ns1:cubicBezTo>
                        <ns1:pt x="349" y="6"/>
                        <ns1:pt x="359" y="1"/>
                        <ns1:pt x="375" y="5"/>
                      </ns1:cubicBezTo>
                      <ns1:cubicBezTo>
                        <ns1:pt x="383" y="7"/>
                        <ns1:pt x="391" y="9"/>
                        <ns1:pt x="397" y="14"/>
                      </ns1:cubicBezTo>
                      <ns1:cubicBezTo>
                        <ns1:pt x="411" y="24"/>
                        <ns1:pt x="423" y="23"/>
                        <ns1:pt x="436" y="14"/>
                      </ns1:cubicBezTo>
                      <ns1:cubicBezTo>
                        <ns1:pt x="444" y="9"/>
                        <ns1:pt x="454" y="0"/>
                        <ns1:pt x="463" y="12"/>
                      </ns1:cubicBezTo>
                      <ns1:cubicBezTo>
                        <ns1:pt x="472" y="24"/>
                        <ns1:pt x="470" y="38"/>
                        <ns1:pt x="456" y="47"/>
                      </ns1:cubicBezTo>
                      <ns1:cubicBezTo>
                        <ns1:pt x="446" y="55"/>
                        <ns1:pt x="434" y="60"/>
                        <ns1:pt x="420" y="68"/>
                      </ns1:cubicBezTo>
                      <ns1:cubicBezTo>
                        <ns1:pt x="440" y="68"/>
                        <ns1:pt x="456" y="71"/>
                        <ns1:pt x="472" y="79"/>
                      </ns1:cubicBezTo>
                      <ns1:cubicBezTo>
                        <ns1:pt x="496" y="92"/>
                        <ns1:pt x="498" y="109"/>
                        <ns1:pt x="476" y="125"/>
                      </ns1:cubicBezTo>
                      <ns1:cubicBezTo>
                        <ns1:pt x="467" y="132"/>
                        <ns1:pt x="463" y="140"/>
                        <ns1:pt x="462" y="152"/>
                      </ns1:cubicBezTo>
                      <ns1:cubicBezTo>
                        <ns1:pt x="461" y="177"/>
                        <ns1:pt x="460" y="202"/>
                        <ns1:pt x="462" y="227"/>
                      </ns1:cubicBezTo>
                      <ns1:cubicBezTo>
                        <ns1:pt x="464" y="248"/>
                        <ns1:pt x="436" y="290"/>
                        <ns1:pt x="417" y="297"/>
                      </ns1:cubicBezTo>
                      <ns1:cubicBezTo>
                        <ns1:pt x="402" y="303"/>
                        <ns1:pt x="393" y="297"/>
                        <ns1:pt x="393" y="281"/>
                      </ns1:cubicBezTo>
                      <ns1:cubicBezTo>
                        <ns1:pt x="393" y="244"/>
                        <ns1:pt x="393" y="206"/>
                        <ns1:pt x="393" y="168"/>
                      </ns1:cubicBezTo>
                      <ns1:cubicBezTo>
                        <ns1:pt x="391" y="173"/>
                        <ns1:pt x="388" y="178"/>
                        <ns1:pt x="386" y="184"/>
                      </ns1:cubicBezTo>
                      <ns1:cubicBezTo>
                        <ns1:pt x="379" y="197"/>
                        <ns1:pt x="372" y="209"/>
                        <ns1:pt x="362" y="220"/>
                      </ns1:cubicBezTo>
                      <ns1:cubicBezTo>
                        <ns1:pt x="349" y="236"/>
                        <ns1:pt x="332" y="237"/>
                        <ns1:pt x="317" y="223"/>
                      </ns1:cubicBezTo>
                      <ns1:cubicBezTo>
                        <ns1:pt x="308" y="215"/>
                        <ns1:pt x="302" y="206"/>
                        <ns1:pt x="314" y="195"/>
                      </ns1:cubicBezTo>
                      <ns1:cubicBezTo>
                        <ns1:pt x="319" y="191"/>
                        <ns1:pt x="320" y="185"/>
                        <ns1:pt x="320" y="179"/>
                      </ns1:cubicBezTo>
                      <ns1:cubicBezTo>
                        <ns1:pt x="322" y="164"/>
                        <ns1:pt x="323" y="149"/>
                        <ns1:pt x="323" y="134"/>
                      </ns1:cubicBezTo>
                      <ns1:cubicBezTo>
                        <ns1:pt x="324" y="130"/>
                        <ns1:pt x="325" y="125"/>
                        <ns1:pt x="321" y="123"/>
                      </ns1:cubicBezTo>
                      <ns1:cubicBezTo>
                        <ns1:pt x="316" y="120"/>
                        <ns1:pt x="313" y="126"/>
                        <ns1:pt x="309" y="128"/>
                      </ns1:cubicBezTo>
                      <ns1:cubicBezTo>
                        <ns1:pt x="307" y="130"/>
                        <ns1:pt x="304" y="133"/>
                        <ns1:pt x="302" y="135"/>
                      </ns1:cubicBezTo>
                      <ns1:cubicBezTo>
                        <ns1:pt x="287" y="150"/>
                        <ns1:pt x="275" y="167"/>
                        <ns1:pt x="258" y="180"/>
                      </ns1:cubicBezTo>
                      <ns1:cubicBezTo>
                        <ns1:pt x="247" y="190"/>
                        <ns1:pt x="247" y="206"/>
                        <ns1:pt x="244" y="219"/>
                      </ns1:cubicBezTo>
                      <ns1:cubicBezTo>
                        <ns1:pt x="239" y="244"/>
                        <ns1:pt x="228" y="266"/>
                        <ns1:pt x="209" y="284"/>
                      </ns1:cubicBezTo>
                      <ns1:cubicBezTo>
                        <ns1:pt x="206" y="287"/>
                        <ns1:pt x="202" y="290"/>
                        <ns1:pt x="199" y="292"/>
                      </ns1:cubicBezTo>
                      <ns1:cubicBezTo>
                        <ns1:pt x="193" y="295"/>
                        <ns1:pt x="187" y="296"/>
                        <ns1:pt x="182" y="292"/>
                      </ns1:cubicBezTo>
                      <ns1:cubicBezTo>
                        <ns1:pt x="176" y="287"/>
                        <ns1:pt x="176" y="281"/>
                        <ns1:pt x="179" y="274"/>
                      </ns1:cubicBezTo>
                      <ns1:cubicBezTo>
                        <ns1:pt x="185" y="262"/>
                        <ns1:pt x="192" y="249"/>
                        <ns1:pt x="194" y="235"/>
                      </ns1:cubicBezTo>
                      <ns1:cubicBezTo>
                        <ns1:pt x="195" y="233"/>
                        <ns1:pt x="196" y="229"/>
                        <ns1:pt x="193" y="227"/>
                      </ns1:cubicBezTo>
                      <ns1:cubicBezTo>
                        <ns1:pt x="191" y="227"/>
                        <ns1:pt x="188" y="228"/>
                        <ns1:pt x="186" y="229"/>
                      </ns1:cubicBezTo>
                      <ns1:cubicBezTo>
                        <ns1:pt x="184" y="230"/>
                        <ns1:pt x="182" y="231"/>
                        <ns1:pt x="181" y="233"/>
                      </ns1:cubicBezTo>
                      <ns1:cubicBezTo>
                        <ns1:pt x="162" y="248"/>
                        <ns1:pt x="142" y="249"/>
                        <ns1:pt x="121" y="236"/>
                      </ns1:cubicBezTo>
                      <ns1:cubicBezTo>
                        <ns1:pt x="114" y="231"/>
                        <ns1:pt x="111" y="233"/>
                        <ns1:pt x="109" y="241"/>
                      </ns1:cubicBezTo>
                      <ns1:cubicBezTo>
                        <ns1:pt x="93" y="285"/>
                        <ns1:pt x="72" y="327"/>
                        <ns1:pt x="60" y="373"/>
                      </ns1:cubicBezTo>
                      <ns1:cubicBezTo>
                        <ns1:pt x="58" y="381"/>
                        <ns1:pt x="52" y="386"/>
                        <ns1:pt x="46" y="391"/>
                      </ns1:cubicBezTo>
                      <ns1:cubicBezTo>
                        <ns1:pt x="33" y="391"/>
                        <ns1:pt x="21" y="391"/>
                        <ns1:pt x="8" y="392"/>
                      </ns1:cubicBezTo>
                      <ns1:cubicBezTo>
                        <ns1:pt x="2" y="392"/>
                        <ns1:pt x="0" y="390"/>
                        <ns1:pt x="0" y="384"/>
                      </ns1:cubicBezTo>
                      <ns1:cubicBezTo>
                        <ns1:pt x="1" y="362"/>
                        <ns1:pt x="1" y="341"/>
                        <ns1:pt x="1" y="31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0" name="Freeform 7"/>
                <ns0:cNvSpPr/>
                <ns0:nvPr/>
              </ns0:nvSpPr>
              <ns0:spPr bwMode="auto">
                <ns1:xfrm>
                  <ns1:off x="-866775" y="-4149725"/>
                  <ns1:ext cx="1295400" cy="1295400"/>
                </ns1:xfrm>
                <ns1:custGeom>
                  <ns1:avLst/>
                  <ns1:gdLst>
                    <ns1:gd name="T0" fmla="*/ 173 w 345"/>
                    <ns1:gd name="T1" fmla="*/ 256 h 343"/>
                    <ns1:gd name="T2" fmla="*/ 125 w 345"/>
                    <ns1:gd name="T3" fmla="*/ 275 h 343"/>
                    <ns1:gd name="T4" fmla="*/ 105 w 345"/>
                    <ns1:gd name="T5" fmla="*/ 284 h 343"/>
                    <ns1:gd name="T6" fmla="*/ 10 w 345"/>
                    <ns1:gd name="T7" fmla="*/ 261 h 343"/>
                    <ns1:gd name="T8" fmla="*/ 4 w 345"/>
                    <ns1:gd name="T9" fmla="*/ 241 h 343"/>
                    <ns1:gd name="T10" fmla="*/ 25 w 345"/>
                    <ns1:gd name="T11" fmla="*/ 228 h 343"/>
                    <ns1:gd name="T12" fmla="*/ 122 w 345"/>
                    <ns1:gd name="T13" fmla="*/ 209 h 343"/>
                    <ns1:gd name="T14" fmla="*/ 181 w 345"/>
                    <ns1:gd name="T15" fmla="*/ 186 h 343"/>
                    <ns1:gd name="T16" fmla="*/ 199 w 345"/>
                    <ns1:gd name="T17" fmla="*/ 161 h 343"/>
                    <ns1:gd name="T18" fmla="*/ 203 w 345"/>
                    <ns1:gd name="T19" fmla="*/ 40 h 343"/>
                    <ns1:gd name="T20" fmla="*/ 209 w 345"/>
                    <ns1:gd name="T21" fmla="*/ 14 h 343"/>
                    <ns1:gd name="T22" fmla="*/ 237 w 345"/>
                    <ns1:gd name="T23" fmla="*/ 7 h 343"/>
                    <ns1:gd name="T24" fmla="*/ 282 w 345"/>
                    <ns1:gd name="T25" fmla="*/ 47 h 343"/>
                    <ns1:gd name="T26" fmla="*/ 282 w 345"/>
                    <ns1:gd name="T27" fmla="*/ 77 h 343"/>
                    <ns1:gd name="T28" fmla="*/ 263 w 345"/>
                    <ns1:gd name="T29" fmla="*/ 149 h 343"/>
                    <ns1:gd name="T30" fmla="*/ 273 w 345"/>
                    <ns1:gd name="T31" fmla="*/ 154 h 343"/>
                    <ns1:gd name="T32" fmla="*/ 304 w 345"/>
                    <ns1:gd name="T33" fmla="*/ 139 h 343"/>
                    <ns1:gd name="T34" fmla="*/ 316 w 345"/>
                    <ns1:gd name="T35" fmla="*/ 134 h 343"/>
                    <ns1:gd name="T36" fmla="*/ 338 w 345"/>
                    <ns1:gd name="T37" fmla="*/ 135 h 343"/>
                    <ns1:gd name="T38" fmla="*/ 338 w 345"/>
                    <ns1:gd name="T39" fmla="*/ 163 h 343"/>
                    <ns1:gd name="T40" fmla="*/ 318 w 345"/>
                    <ns1:gd name="T41" fmla="*/ 180 h 343"/>
                    <ns1:gd name="T42" fmla="*/ 271 w 345"/>
                    <ns1:gd name="T43" fmla="*/ 199 h 343"/>
                    <ns1:gd name="T44" fmla="*/ 252 w 345"/>
                    <ns1:gd name="T45" fmla="*/ 220 h 343"/>
                    <ns1:gd name="T46" fmla="*/ 96 w 345"/>
                    <ns1:gd name="T47" fmla="*/ 341 h 343"/>
                    <ns1:gd name="T48" fmla="*/ 83 w 345"/>
                    <ns1:gd name="T49" fmla="*/ 337 h 343"/>
                    <ns1:gd name="T50" fmla="*/ 91 w 345"/>
                    <ns1:gd name="T51" fmla="*/ 326 h 343"/>
                    <ns1:gd name="T52" fmla="*/ 146 w 345"/>
                    <ns1:gd name="T53" fmla="*/ 290 h 343"/>
                    <ns1:gd name="T54" fmla="*/ 173 w 345"/>
                    <ns1:gd name="T55" fmla="*/ 256 h 34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345" h="343">
                      <ns1:moveTo>
                        <ns1:pt x="173" y="256"/>
                      </ns1:moveTo>
                      <ns1:cubicBezTo>
                        <ns1:pt x="154" y="259"/>
                        <ns1:pt x="141" y="269"/>
                        <ns1:pt x="125" y="275"/>
                      </ns1:cubicBezTo>
                      <ns1:cubicBezTo>
                        <ns1:pt x="118" y="278"/>
                        <ns1:pt x="112" y="281"/>
                        <ns1:pt x="105" y="284"/>
                      </ns1:cubicBezTo>
                      <ns1:cubicBezTo>
                        <ns1:pt x="66" y="303"/>
                        <ns1:pt x="38" y="290"/>
                        <ns1:pt x="10" y="261"/>
                      </ns1:cubicBezTo>
                      <ns1:cubicBezTo>
                        <ns1:pt x="4" y="255"/>
                        <ns1:pt x="0" y="249"/>
                        <ns1:pt x="4" y="241"/>
                      </ns1:cubicBezTo>
                      <ns1:cubicBezTo>
                        <ns1:pt x="8" y="232"/>
                        <ns1:pt x="16" y="227"/>
                        <ns1:pt x="25" y="228"/>
                      </ns1:cubicBezTo>
                      <ns1:cubicBezTo>
                        <ns1:pt x="59" y="232"/>
                        <ns1:pt x="91" y="220"/>
                        <ns1:pt x="122" y="209"/>
                      </ns1:cubicBezTo>
                      <ns1:cubicBezTo>
                        <ns1:pt x="142" y="202"/>
                        <ns1:pt x="162" y="195"/>
                        <ns1:pt x="181" y="186"/>
                      </ns1:cubicBezTo>
                      <ns1:cubicBezTo>
                        <ns1:pt x="192" y="181"/>
                        <ns1:pt x="197" y="174"/>
                        <ns1:pt x="199" y="161"/>
                      </ns1:cubicBezTo>
                      <ns1:cubicBezTo>
                        <ns1:pt x="203" y="121"/>
                        <ns1:pt x="203" y="80"/>
                        <ns1:pt x="203" y="40"/>
                      </ns1:cubicBezTo>
                      <ns1:cubicBezTo>
                        <ns1:pt x="203" y="31"/>
                        <ns1:pt x="204" y="22"/>
                        <ns1:pt x="209" y="14"/>
                      </ns1:cubicBezTo>
                      <ns1:cubicBezTo>
                        <ns1:pt x="216" y="3"/>
                        <ns1:pt x="226" y="0"/>
                        <ns1:pt x="237" y="7"/>
                      </ns1:cubicBezTo>
                      <ns1:cubicBezTo>
                        <ns1:pt x="254" y="18"/>
                        <ns1:pt x="269" y="31"/>
                        <ns1:pt x="282" y="47"/>
                      </ns1:cubicBezTo>
                      <ns1:cubicBezTo>
                        <ns1:pt x="289" y="56"/>
                        <ns1:pt x="289" y="67"/>
                        <ns1:pt x="282" y="77"/>
                      </ns1:cubicBezTo>
                      <ns1:cubicBezTo>
                        <ns1:pt x="266" y="99"/>
                        <ns1:pt x="265" y="124"/>
                        <ns1:pt x="263" y="149"/>
                      </ns1:cubicBezTo>
                      <ns1:cubicBezTo>
                        <ns1:pt x="263" y="158"/>
                        <ns1:pt x="268" y="156"/>
                        <ns1:pt x="273" y="154"/>
                      </ns1:cubicBezTo>
                      <ns1:cubicBezTo>
                        <ns1:pt x="283" y="149"/>
                        <ns1:pt x="293" y="144"/>
                        <ns1:pt x="304" y="139"/>
                      </ns1:cubicBezTo>
                      <ns1:cubicBezTo>
                        <ns1:pt x="308" y="137"/>
                        <ns1:pt x="312" y="135"/>
                        <ns1:pt x="316" y="134"/>
                      </ns1:cubicBezTo>
                      <ns1:cubicBezTo>
                        <ns1:pt x="324" y="132"/>
                        <ns1:pt x="332" y="127"/>
                        <ns1:pt x="338" y="135"/>
                      </ns1:cubicBezTo>
                      <ns1:cubicBezTo>
                        <ns1:pt x="345" y="144"/>
                        <ns1:pt x="344" y="154"/>
                        <ns1:pt x="338" y="163"/>
                      </ns1:cubicBezTo>
                      <ns1:cubicBezTo>
                        <ns1:pt x="334" y="171"/>
                        <ns1:pt x="326" y="176"/>
                        <ns1:pt x="318" y="180"/>
                      </ns1:cubicBezTo>
                      <ns1:cubicBezTo>
                        <ns1:pt x="302" y="186"/>
                        <ns1:pt x="287" y="194"/>
                        <ns1:pt x="271" y="199"/>
                      </ns1:cubicBezTo>
                      <ns1:cubicBezTo>
                        <ns1:pt x="260" y="203"/>
                        <ns1:pt x="254" y="210"/>
                        <ns1:pt x="252" y="220"/>
                      </ns1:cubicBezTo>
                      <ns1:cubicBezTo>
                        <ns1:pt x="231" y="303"/>
                        <ns1:pt x="166" y="331"/>
                        <ns1:pt x="96" y="341"/>
                      </ns1:cubicBezTo>
                      <ns1:cubicBezTo>
                        <ns1:pt x="91" y="342"/>
                        <ns1:pt x="85" y="343"/>
                        <ns1:pt x="83" y="337"/>
                      </ns1:cubicBezTo>
                      <ns1:cubicBezTo>
                        <ns1:pt x="81" y="331"/>
                        <ns1:pt x="87" y="329"/>
                        <ns1:pt x="91" y="326"/>
                      </ns1:cubicBezTo>
                      <ns1:cubicBezTo>
                        <ns1:pt x="110" y="314"/>
                        <ns1:pt x="129" y="303"/>
                        <ns1:pt x="146" y="290"/>
                      </ns1:cubicBezTo>
                      <ns1:cubicBezTo>
                        <ns1:pt x="158" y="281"/>
                        <ns1:pt x="167" y="271"/>
                        <ns1:pt x="173" y="256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1" name="Freeform 8"/>
                <ns0:cNvSpPr/>
                <ns0:nvPr/>
              </ns0:nvSpPr>
              <ns0:spPr bwMode="auto">
                <ns1:xfrm>
                  <ns1:off x="-2595563" y="-3387725"/>
                  <ns1:ext cx="857250" cy="955675"/>
                </ns1:xfrm>
                <ns1:custGeom>
                  <ns1:avLst/>
                  <ns1:gdLst>
                    <ns1:gd name="T0" fmla="*/ 61 w 228"/>
                    <ns1:gd name="T1" fmla="*/ 253 h 253"/>
                    <ns1:gd name="T2" fmla="*/ 46 w 228"/>
                    <ns1:gd name="T3" fmla="*/ 247 h 253"/>
                    <ns1:gd name="T4" fmla="*/ 8 w 228"/>
                    <ns1:gd name="T5" fmla="*/ 208 h 253"/>
                    <ns1:gd name="T6" fmla="*/ 17 w 228"/>
                    <ns1:gd name="T7" fmla="*/ 180 h 253"/>
                    <ns1:gd name="T8" fmla="*/ 77 w 228"/>
                    <ns1:gd name="T9" fmla="*/ 135 h 253"/>
                    <ns1:gd name="T10" fmla="*/ 180 w 228"/>
                    <ns1:gd name="T11" fmla="*/ 28 h 253"/>
                    <ns1:gd name="T12" fmla="*/ 197 w 228"/>
                    <ns1:gd name="T13" fmla="*/ 8 h 253"/>
                    <ns1:gd name="T14" fmla="*/ 218 w 228"/>
                    <ns1:gd name="T15" fmla="*/ 7 h 253"/>
                    <ns1:gd name="T16" fmla="*/ 220 w 228"/>
                    <ns1:gd name="T17" fmla="*/ 29 h 253"/>
                    <ns1:gd name="T18" fmla="*/ 172 w 228"/>
                    <ns1:gd name="T19" fmla="*/ 109 h 253"/>
                    <ns1:gd name="T20" fmla="*/ 134 w 228"/>
                    <ns1:gd name="T21" fmla="*/ 168 h 253"/>
                    <ns1:gd name="T22" fmla="*/ 86 w 228"/>
                    <ns1:gd name="T23" fmla="*/ 234 h 253"/>
                    <ns1:gd name="T24" fmla="*/ 61 w 228"/>
                    <ns1:gd name="T25" fmla="*/ 253 h 25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</ns1:cxnLst>
                  <ns1:rect l="0" t="0" r="r" b="b"/>
                  <ns1:pathLst>
                    <ns1:path w="228" h="253">
                      <ns1:moveTo>
                        <ns1:pt x="61" y="253"/>
                      </ns1:moveTo>
                      <ns1:cubicBezTo>
                        <ns1:pt x="55" y="253"/>
                        <ns1:pt x="50" y="250"/>
                        <ns1:pt x="46" y="247"/>
                      </ns1:cubicBezTo>
                      <ns1:cubicBezTo>
                        <ns1:pt x="31" y="237"/>
                        <ns1:pt x="19" y="223"/>
                        <ns1:pt x="8" y="208"/>
                      </ns1:cubicBezTo>
                      <ns1:cubicBezTo>
                        <ns1:pt x="0" y="196"/>
                        <ns1:pt x="8" y="187"/>
                        <ns1:pt x="17" y="180"/>
                      </ns1:cubicBezTo>
                      <ns1:cubicBezTo>
                        <ns1:pt x="36" y="164"/>
                        <ns1:pt x="57" y="150"/>
                        <ns1:pt x="77" y="135"/>
                      </ns1:cubicBezTo>
                      <ns1:cubicBezTo>
                        <ns1:pt x="117" y="105"/>
                        <ns1:pt x="154" y="72"/>
                        <ns1:pt x="180" y="28"/>
                      </ns1:cubicBezTo>
                      <ns1:cubicBezTo>
                        <ns1:pt x="185" y="21"/>
                        <ns1:pt x="191" y="14"/>
                        <ns1:pt x="197" y="8"/>
                      </ns1:cubicBezTo>
                      <ns1:cubicBezTo>
                        <ns1:pt x="204" y="2"/>
                        <ns1:pt x="211" y="0"/>
                        <ns1:pt x="218" y="7"/>
                      </ns1:cubicBezTo>
                      <ns1:cubicBezTo>
                        <ns1:pt x="226" y="14"/>
                        <ns1:pt x="228" y="23"/>
                        <ns1:pt x="220" y="29"/>
                      </ns1:cubicBezTo>
                      <ns1:cubicBezTo>
                        <ns1:pt x="194" y="50"/>
                        <ns1:pt x="187" y="82"/>
                        <ns1:pt x="172" y="109"/>
                      </ns1:cubicBezTo>
                      <ns1:cubicBezTo>
                        <ns1:pt x="161" y="130"/>
                        <ns1:pt x="149" y="150"/>
                        <ns1:pt x="134" y="168"/>
                      </ns1:cubicBezTo>
                      <ns1:cubicBezTo>
                        <ns1:pt x="116" y="189"/>
                        <ns1:pt x="102" y="212"/>
                        <ns1:pt x="86" y="234"/>
                      </ns1:cubicBezTo>
                      <ns1:cubicBezTo>
                        <ns1:pt x="79" y="243"/>
                        <ns1:pt x="72" y="252"/>
                        <ns1:pt x="61" y="253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2" name="Freeform 9"/>
                <ns0:cNvSpPr/>
                <ns0:nvPr/>
              </ns0:nvSpPr>
              <ns0:spPr bwMode="auto">
                <ns1:xfrm>
                  <ns1:off x="-1543050" y="-3873500"/>
                  <ns1:ext cx="547688" cy="528637"/>
                </ns1:xfrm>
                <ns1:custGeom>
                  <ns1:avLst/>
                  <ns1:gdLst>
                    <ns1:gd name="T0" fmla="*/ 42 w 146"/>
                    <ns1:gd name="T1" fmla="*/ 92 h 140"/>
                    <ns1:gd name="T2" fmla="*/ 2 w 146"/>
                    <ns1:gd name="T3" fmla="*/ 50 h 140"/>
                    <ns1:gd name="T4" fmla="*/ 19 w 146"/>
                    <ns1:gd name="T5" fmla="*/ 31 h 140"/>
                    <ns1:gd name="T6" fmla="*/ 80 w 146"/>
                    <ns1:gd name="T7" fmla="*/ 9 h 140"/>
                    <ns1:gd name="T8" fmla="*/ 132 w 146"/>
                    <ns1:gd name="T9" fmla="*/ 16 h 140"/>
                    <ns1:gd name="T10" fmla="*/ 136 w 146"/>
                    <ns1:gd name="T11" fmla="*/ 71 h 140"/>
                    <ns1:gd name="T12" fmla="*/ 61 w 146"/>
                    <ns1:gd name="T13" fmla="*/ 135 h 140"/>
                    <ns1:gd name="T14" fmla="*/ 47 w 146"/>
                    <ns1:gd name="T15" fmla="*/ 137 h 140"/>
                    <ns1:gd name="T16" fmla="*/ 46 w 146"/>
                    <ns1:gd name="T17" fmla="*/ 121 h 140"/>
                    <ns1:gd name="T18" fmla="*/ 51 w 146"/>
                    <ns1:gd name="T19" fmla="*/ 104 h 140"/>
                    <ns1:gd name="T20" fmla="*/ 42 w 146"/>
                    <ns1:gd name="T21" fmla="*/ 92 h 14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146" h="140">
                      <ns1:moveTo>
                        <ns1:pt x="42" y="92"/>
                      </ns1:moveTo>
                      <ns1:cubicBezTo>
                        <ns1:pt x="23" y="93"/>
                        <ns1:pt x="0" y="68"/>
                        <ns1:pt x="2" y="50"/>
                      </ns1:cubicBezTo>
                      <ns1:cubicBezTo>
                        <ns1:pt x="3" y="40"/>
                        <ns1:pt x="9" y="32"/>
                        <ns1:pt x="19" y="31"/>
                      </ns1:cubicBezTo>
                      <ns1:cubicBezTo>
                        <ns1:pt x="41" y="28"/>
                        <ns1:pt x="60" y="17"/>
                        <ns1:pt x="80" y="9"/>
                      </ns1:cubicBezTo>
                      <ns1:cubicBezTo>
                        <ns1:pt x="101" y="0"/>
                        <ns1:pt x="120" y="2"/>
                        <ns1:pt x="132" y="16"/>
                      </ns1:cubicBezTo>
                      <ns1:cubicBezTo>
                        <ns1:pt x="146" y="30"/>
                        <ns1:pt x="146" y="52"/>
                        <ns1:pt x="136" y="71"/>
                      </ns1:cubicBezTo>
                      <ns1:cubicBezTo>
                        <ns1:pt x="119" y="103"/>
                        <ns1:pt x="90" y="118"/>
                        <ns1:pt x="61" y="135"/>
                      </ns1:cubicBezTo>
                      <ns1:cubicBezTo>
                        <ns1:pt x="57" y="138"/>
                        <ns1:pt x="51" y="140"/>
                        <ns1:pt x="47" y="137"/>
                      </ns1:cubicBezTo>
                      <ns1:cubicBezTo>
                        <ns1:pt x="42" y="133"/>
                        <ns1:pt x="44" y="126"/>
                        <ns1:pt x="46" y="121"/>
                      </ns1:cubicBezTo>
                      <ns1:cubicBezTo>
                        <ns1:pt x="47" y="116"/>
                        <ns1:pt x="50" y="110"/>
                        <ns1:pt x="51" y="104"/>
                      </ns1:cubicBezTo>
                      <ns1:cubicBezTo>
                        <ns1:pt x="55" y="92"/>
                        <ns1:pt x="55" y="92"/>
                        <ns1:pt x="42" y="9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3" name="Freeform 10"/>
                <ns0:cNvSpPr/>
                <ns0:nvPr/>
              </ns0:nvSpPr>
              <ns0:spPr bwMode="auto">
                <ns1:xfrm>
                  <ns1:off x="-1562100" y="-3394075"/>
                  <ns1:ext cx="488950" cy="339725"/>
                </ns1:xfrm>
                <ns1:custGeom>
                  <ns1:avLst/>
                  <ns1:gdLst>
                    <ns1:gd name="T0" fmla="*/ 117 w 130"/>
                    <ns1:gd name="T1" fmla="*/ 0 h 90"/>
                    <ns1:gd name="T2" fmla="*/ 129 w 130"/>
                    <ns1:gd name="T3" fmla="*/ 16 h 90"/>
                    <ns1:gd name="T4" fmla="*/ 60 w 130"/>
                    <ns1:gd name="T5" fmla="*/ 89 h 90"/>
                    <ns1:gd name="T6" fmla="*/ 31 w 130"/>
                    <ns1:gd name="T7" fmla="*/ 80 h 90"/>
                    <ns1:gd name="T8" fmla="*/ 10 w 130"/>
                    <ns1:gd name="T9" fmla="*/ 58 h 90"/>
                    <ns1:gd name="T10" fmla="*/ 17 w 130"/>
                    <ns1:gd name="T11" fmla="*/ 28 h 90"/>
                    <ns1:gd name="T12" fmla="*/ 27 w 130"/>
                    <ns1:gd name="T13" fmla="*/ 25 h 90"/>
                    <ns1:gd name="T14" fmla="*/ 98 w 130"/>
                    <ns1:gd name="T15" fmla="*/ 4 h 90"/>
                    <ns1:gd name="T16" fmla="*/ 117 w 130"/>
                    <ns1:gd name="T17" fmla="*/ 0 h 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130" h="90">
                      <ns1:moveTo>
                        <ns1:pt x="117" y="0"/>
                      </ns1:moveTo>
                      <ns1:cubicBezTo>
                        <ns1:pt x="127" y="0"/>
                        <ns1:pt x="130" y="5"/>
                        <ns1:pt x="129" y="16"/>
                      </ns1:cubicBezTo>
                      <ns1:cubicBezTo>
                        <ns1:pt x="125" y="43"/>
                        <ns1:pt x="87" y="85"/>
                        <ns1:pt x="60" y="89"/>
                      </ns1:cubicBezTo>
                      <ns1:cubicBezTo>
                        <ns1:pt x="49" y="90"/>
                        <ns1:pt x="39" y="87"/>
                        <ns1:pt x="31" y="80"/>
                      </ns1:cubicBezTo>
                      <ns1:cubicBezTo>
                        <ns1:pt x="24" y="73"/>
                        <ns1:pt x="16" y="66"/>
                        <ns1:pt x="10" y="58"/>
                      </ns1:cubicBezTo>
                      <ns1:cubicBezTo>
                        <ns1:pt x="0" y="47"/>
                        <ns1:pt x="4" y="34"/>
                        <ns1:pt x="17" y="28"/>
                      </ns1:cubicBezTo>
                      <ns1:cubicBezTo>
                        <ns1:pt x="20" y="27"/>
                        <ns1:pt x="24" y="25"/>
                        <ns1:pt x="27" y="25"/>
                      </ns1:cubicBezTo>
                      <ns1:cubicBezTo>
                        <ns1:pt x="53" y="27"/>
                        <ns1:pt x="75" y="14"/>
                        <ns1:pt x="98" y="4"/>
                      </ns1:cubicBezTo>
                      <ns1:cubicBezTo>
                        <ns1:pt x="104" y="2"/>
                        <ns1:pt x="109" y="0"/>
                        <ns1:pt x="117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4" name="Freeform 11"/>
                <ns0:cNvSpPr/>
                <ns0:nvPr/>
              </ns0:nvSpPr>
              <ns0:spPr bwMode="auto">
                <ns1:xfrm>
                  <ns1:off x="155575" y="-3100388"/>
                  <ns1:ext cx="379413" cy="373062"/>
                </ns1:xfrm>
                <ns1:custGeom>
                  <ns1:avLst/>
                  <ns1:gdLst>
                    <ns1:gd name="T0" fmla="*/ 40 w 101"/>
                    <ns1:gd name="T1" fmla="*/ 2 h 99"/>
                    <ns1:gd name="T2" fmla="*/ 99 w 101"/>
                    <ns1:gd name="T3" fmla="*/ 55 h 99"/>
                    <ns1:gd name="T4" fmla="*/ 92 w 101"/>
                    <ns1:gd name="T5" fmla="*/ 77 h 99"/>
                    <ns1:gd name="T6" fmla="*/ 36 w 101"/>
                    <ns1:gd name="T7" fmla="*/ 97 h 99"/>
                    <ns1:gd name="T8" fmla="*/ 21 w 101"/>
                    <ns1:gd name="T9" fmla="*/ 80 h 99"/>
                    <ns1:gd name="T10" fmla="*/ 13 w 101"/>
                    <ns1:gd name="T11" fmla="*/ 46 h 99"/>
                    <ns1:gd name="T12" fmla="*/ 40 w 101"/>
                    <ns1:gd name="T13" fmla="*/ 2 h 9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101" h="99">
                      <ns1:moveTo>
                        <ns1:pt x="40" y="2"/>
                      </ns1:moveTo>
                      <ns1:cubicBezTo>
                        <ns1:pt x="77" y="0"/>
                        <ns1:pt x="93" y="28"/>
                        <ns1:pt x="99" y="55"/>
                      </ns1:cubicBezTo>
                      <ns1:cubicBezTo>
                        <ns1:pt x="101" y="63"/>
                        <ns1:pt x="97" y="70"/>
                        <ns1:pt x="92" y="77"/>
                      </ns1:cubicBezTo>
                      <ns1:cubicBezTo>
                        <ns1:pt x="77" y="93"/>
                        <ns1:pt x="58" y="99"/>
                        <ns1:pt x="36" y="97"/>
                      </ns1:cubicBezTo>
                      <ns1:cubicBezTo>
                        <ns1:pt x="26" y="96"/>
                        <ns1:pt x="20" y="90"/>
                        <ns1:pt x="21" y="80"/>
                      </ns1:cubicBezTo>
                      <ns1:cubicBezTo>
                        <ns1:pt x="23" y="67"/>
                        <ns1:pt x="18" y="56"/>
                        <ns1:pt x="13" y="46"/>
                      </ns1:cubicBezTo>
                      <ns1:cubicBezTo>
                        <ns1:pt x="0" y="20"/>
                        <ns1:pt x="12" y="2"/>
                        <ns1:pt x="40" y="2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5" name="Freeform 12"/>
                <ns0:cNvSpPr/>
                <ns0:nvPr/>
              </ns0:nvSpPr>
              <ns0:spPr bwMode="auto">
                <ns1:xfrm>
                  <ns1:off x="-2095500" y="-4089400"/>
                  <ns1:ext cx="315913" cy="393700"/>
                </ns1:xfrm>
                <ns1:custGeom>
                  <ns1:avLst/>
                  <ns1:gdLst>
                    <ns1:gd name="T0" fmla="*/ 84 w 84"/>
                    <ns1:gd name="T1" fmla="*/ 59 h 104"/>
                    <ns1:gd name="T2" fmla="*/ 75 w 84"/>
                    <ns1:gd name="T3" fmla="*/ 77 h 104"/>
                    <ns1:gd name="T4" fmla="*/ 23 w 84"/>
                    <ns1:gd name="T5" fmla="*/ 102 h 104"/>
                    <ns1:gd name="T6" fmla="*/ 10 w 84"/>
                    <ns1:gd name="T7" fmla="*/ 90 h 104"/>
                    <ns1:gd name="T8" fmla="*/ 7 w 84"/>
                    <ns1:gd name="T9" fmla="*/ 68 h 104"/>
                    <ns1:gd name="T10" fmla="*/ 6 w 84"/>
                    <ns1:gd name="T11" fmla="*/ 22 h 104"/>
                    <ns1:gd name="T12" fmla="*/ 39 w 84"/>
                    <ns1:gd name="T13" fmla="*/ 8 h 104"/>
                    <ns1:gd name="T14" fmla="*/ 74 w 84"/>
                    <ns1:gd name="T15" fmla="*/ 35 h 104"/>
                    <ns1:gd name="T16" fmla="*/ 84 w 84"/>
                    <ns1:gd name="T17" fmla="*/ 59 h 1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4" h="104">
                      <ns1:moveTo>
                        <ns1:pt x="84" y="59"/>
                      </ns1:moveTo>
                      <ns1:cubicBezTo>
                        <ns1:pt x="84" y="67"/>
                        <ns1:pt x="81" y="72"/>
                        <ns1:pt x="75" y="77"/>
                      </ns1:cubicBezTo>
                      <ns1:cubicBezTo>
                        <ns1:pt x="60" y="91"/>
                        <ns1:pt x="43" y="98"/>
                        <ns1:pt x="23" y="102"/>
                      </ns1:cubicBezTo>
                      <ns1:cubicBezTo>
                        <ns1:pt x="13" y="104"/>
                        <ns1:pt x="7" y="101"/>
                        <ns1:pt x="10" y="90"/>
                      </ns1:cubicBezTo>
                      <ns1:cubicBezTo>
                        <ns1:pt x="12" y="82"/>
                        <ns1:pt x="10" y="75"/>
                        <ns1:pt x="7" y="68"/>
                      </ns1:cubicBezTo>
                      <ns1:cubicBezTo>
                        <ns1:pt x="0" y="53"/>
                        <ns1:pt x="3" y="37"/>
                        <ns1:pt x="6" y="22"/>
                      </ns1:cubicBezTo>
                      <ns1:cubicBezTo>
                        <ns1:pt x="10" y="5"/>
                        <ns1:pt x="23" y="0"/>
                        <ns1:pt x="39" y="8"/>
                      </ns1:cubicBezTo>
                      <ns1:cubicBezTo>
                        <ns1:pt x="52" y="15"/>
                        <ns1:pt x="64" y="24"/>
                        <ns1:pt x="74" y="35"/>
                      </ns1:cubicBezTo>
                      <ns1:cubicBezTo>
                        <ns1:pt x="80" y="42"/>
                        <ns1:pt x="84" y="50"/>
                        <ns1:pt x="84" y="59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6" name="Freeform 13"/>
                <ns0:cNvSpPr/>
                <ns0:nvPr/>
              </ns0:nvSpPr>
              <ns0:spPr bwMode="auto">
                <ns1:xfrm>
                  <ns1:off x="-2241550" y="-3651250"/>
                  <ns1:ext cx="314325" cy="415925"/>
                </ns1:xfrm>
                <ns1:custGeom>
                  <ns1:avLst/>
                  <ns1:gdLst>
                    <ns1:gd name="T0" fmla="*/ 0 w 84"/>
                    <ns1:gd name="T1" fmla="*/ 37 h 110"/>
                    <ns1:gd name="T2" fmla="*/ 47 w 84"/>
                    <ns1:gd name="T3" fmla="*/ 11 h 110"/>
                    <ns1:gd name="T4" fmla="*/ 77 w 84"/>
                    <ns1:gd name="T5" fmla="*/ 46 h 110"/>
                    <ns1:gd name="T6" fmla="*/ 54 w 84"/>
                    <ns1:gd name="T7" fmla="*/ 92 h 110"/>
                    <ns1:gd name="T8" fmla="*/ 4 w 84"/>
                    <ns1:gd name="T9" fmla="*/ 69 h 110"/>
                    <ns1:gd name="T10" fmla="*/ 0 w 84"/>
                    <ns1:gd name="T11" fmla="*/ 37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84" h="110">
                      <ns1:moveTo>
                        <ns1:pt x="0" y="37"/>
                      </ns1:moveTo>
                      <ns1:cubicBezTo>
                        <ns1:pt x="0" y="13"/>
                        <ns1:pt x="25" y="0"/>
                        <ns1:pt x="47" y="11"/>
                      </ns1:cubicBezTo>
                      <ns1:cubicBezTo>
                        <ns1:pt x="62" y="18"/>
                        <ns1:pt x="72" y="31"/>
                        <ns1:pt x="77" y="46"/>
                      </ns1:cubicBezTo>
                      <ns1:cubicBezTo>
                        <ns1:pt x="84" y="62"/>
                        <ns1:pt x="73" y="80"/>
                        <ns1:pt x="54" y="92"/>
                      </ns1:cubicBezTo>
                      <ns1:cubicBezTo>
                        <ns1:pt x="23" y="110"/>
                        <ns1:pt x="10" y="104"/>
                        <ns1:pt x="4" y="69"/>
                      </ns1:cubicBezTo>
                      <ns1:cubicBezTo>
                        <ns1:pt x="2" y="58"/>
                        <ns1:pt x="1" y="47"/>
                        <ns1:pt x="0" y="37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7" name="Freeform 14"/>
                <ns0:cNvSpPr/>
                <ns0:nvPr/>
              </ns0:nvSpPr>
              <ns0:spPr bwMode="auto">
                <ns1:xfrm>
                  <ns1:off x="-4176713" y="-4062413"/>
                  <ns1:ext cx="300038" cy="414337"/>
                </ns1:xfrm>
                <ns1:custGeom>
                  <ns1:avLst/>
                  <ns1:gdLst>
                    <ns1:gd name="T0" fmla="*/ 80 w 80"/>
                    <ns1:gd name="T1" fmla="*/ 68 h 110"/>
                    <ns1:gd name="T2" fmla="*/ 63 w 80"/>
                    <ns1:gd name="T3" fmla="*/ 93 h 110"/>
                    <ns1:gd name="T4" fmla="*/ 26 w 80"/>
                    <ns1:gd name="T5" fmla="*/ 107 h 110"/>
                    <ns1:gd name="T6" fmla="*/ 13 w 80"/>
                    <ns1:gd name="T7" fmla="*/ 93 h 110"/>
                    <ns1:gd name="T8" fmla="*/ 10 w 80"/>
                    <ns1:gd name="T9" fmla="*/ 73 h 110"/>
                    <ns1:gd name="T10" fmla="*/ 20 w 80"/>
                    <ns1:gd name="T11" fmla="*/ 10 h 110"/>
                    <ns1:gd name="T12" fmla="*/ 43 w 80"/>
                    <ns1:gd name="T13" fmla="*/ 14 h 110"/>
                    <ns1:gd name="T14" fmla="*/ 61 w 80"/>
                    <ns1:gd name="T15" fmla="*/ 37 h 110"/>
                    <ns1:gd name="T16" fmla="*/ 80 w 80"/>
                    <ns1:gd name="T17" fmla="*/ 68 h 11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</ns1:cxnLst>
                  <ns1:rect l="0" t="0" r="r" b="b"/>
                  <ns1:pathLst>
                    <ns1:path w="80" h="110">
                      <ns1:moveTo>
                        <ns1:pt x="80" y="68"/>
                      </ns1:moveTo>
                      <ns1:cubicBezTo>
                        <ns1:pt x="79" y="80"/>
                        <ns1:pt x="72" y="88"/>
                        <ns1:pt x="63" y="93"/>
                      </ns1:cubicBezTo>
                      <ns1:cubicBezTo>
                        <ns1:pt x="51" y="99"/>
                        <ns1:pt x="39" y="103"/>
                        <ns1:pt x="26" y="107"/>
                      </ns1:cubicBezTo>
                      <ns1:cubicBezTo>
                        <ns1:pt x="15" y="110"/>
                        <ns1:pt x="10" y="104"/>
                        <ns1:pt x="13" y="93"/>
                      </ns1:cubicBezTo>
                      <ns1:cubicBezTo>
                        <ns1:pt x="15" y="86"/>
                        <ns1:pt x="12" y="80"/>
                        <ns1:pt x="10" y="73"/>
                      </ns1:cubicBezTo>
                      <ns1:cubicBezTo>
                        <ns1:pt x="0" y="48"/>
                        <ns1:pt x="3" y="25"/>
                        <ns1:pt x="20" y="10"/>
                      </ns1:cubicBezTo>
                      <ns1:cubicBezTo>
                        <ns1:pt x="30" y="0"/>
                        <ns1:pt x="37" y="1"/>
                        <ns1:pt x="43" y="14"/>
                      </ns1:cubicBezTo>
                      <ns1:cubicBezTo>
                        <ns1:pt x="46" y="24"/>
                        <ns1:pt x="53" y="31"/>
                        <ns1:pt x="61" y="37"/>
                      </ns1:cubicBezTo>
                      <ns1:cubicBezTo>
                        <ns1:pt x="70" y="46"/>
                        <ns1:pt x="78" y="55"/>
                        <ns1:pt x="80" y="68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8" name="Freeform 15"/>
                <ns0:cNvSpPr/>
                <ns0:nvPr/>
              </ns0:nvSpPr>
              <ns0:spPr bwMode="auto">
                <ns1:xfrm>
                  <ns1:off x="-4244975" y="-3662363"/>
                  <ns1:ext cx="282575" cy="407987"/>
                </ns1:xfrm>
                <ns1:custGeom>
                  <ns1:avLst/>
                  <ns1:gdLst>
                    <ns1:gd name="T0" fmla="*/ 8 w 75"/>
                    <ns1:gd name="T1" fmla="*/ 94 h 108"/>
                    <ns1:gd name="T2" fmla="*/ 3 w 75"/>
                    <ns1:gd name="T3" fmla="*/ 50 h 108"/>
                    <ns1:gd name="T4" fmla="*/ 9 w 75"/>
                    <ns1:gd name="T5" fmla="*/ 11 h 108"/>
                    <ns1:gd name="T6" fmla="*/ 29 w 75"/>
                    <ns1:gd name="T7" fmla="*/ 7 h 108"/>
                    <ns1:gd name="T8" fmla="*/ 67 w 75"/>
                    <ns1:gd name="T9" fmla="*/ 49 h 108"/>
                    <ns1:gd name="T10" fmla="*/ 61 w 75"/>
                    <ns1:gd name="T11" fmla="*/ 81 h 108"/>
                    <ns1:gd name="T12" fmla="*/ 20 w 75"/>
                    <ns1:gd name="T13" fmla="*/ 105 h 108"/>
                    <ns1:gd name="T14" fmla="*/ 8 w 75"/>
                    <ns1:gd name="T15" fmla="*/ 94 h 10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</ns1:cxnLst>
                  <ns1:rect l="0" t="0" r="r" b="b"/>
                  <ns1:pathLst>
                    <ns1:path w="75" h="108">
                      <ns1:moveTo>
                        <ns1:pt x="8" y="94"/>
                      </ns1:moveTo>
                      <ns1:cubicBezTo>
                        <ns1:pt x="15" y="79"/>
                        <ns1:pt x="7" y="65"/>
                        <ns1:pt x="3" y="50"/>
                      </ns1:cubicBezTo>
                      <ns1:cubicBezTo>
                        <ns1:pt x="0" y="36"/>
                        <ns1:pt x="2" y="23"/>
                        <ns1:pt x="9" y="11"/>
                      </ns1:cubicBezTo>
                      <ns1:cubicBezTo>
                        <ns1:pt x="14" y="3"/>
                        <ns1:pt x="21" y="0"/>
                        <ns1:pt x="29" y="7"/>
                      </ns1:cubicBezTo>
                      <ns1:cubicBezTo>
                        <ns1:pt x="44" y="18"/>
                        <ns1:pt x="57" y="33"/>
                        <ns1:pt x="67" y="49"/>
                      </ns1:cubicBezTo>
                      <ns1:cubicBezTo>
                        <ns1:pt x="75" y="60"/>
                        <ns1:pt x="70" y="72"/>
                        <ns1:pt x="61" y="81"/>
                      </ns1:cubicBezTo>
                      <ns1:cubicBezTo>
                        <ns1:pt x="49" y="93"/>
                        <ns1:pt x="35" y="100"/>
                        <ns1:pt x="20" y="105"/>
                      </ns1:cubicBezTo>
                      <ns1:cubicBezTo>
                        <ns1:pt x="12" y="108"/>
                        <ns1:pt x="8" y="104"/>
                        <ns1:pt x="8" y="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  <ns0:sp>
              <ns0:nvSpPr>
                <ns0:cNvPr id="189" name="Freeform 16"/>
                <ns0:cNvSpPr/>
                <ns0:nvPr/>
              </ns0:nvSpPr>
              <ns0:spPr bwMode="auto">
                <ns1:xfrm>
                  <ns1:off x="914400" y="-3514725"/>
                  <ns1:ext cx="217488" cy="315912"/>
                </ns1:xfrm>
                <ns1:custGeom>
                  <ns1:avLst/>
                  <ns1:gdLst>
                    <ns1:gd name="T0" fmla="*/ 0 w 58"/>
                    <ns1:gd name="T1" fmla="*/ 40 h 84"/>
                    <ns1:gd name="T2" fmla="*/ 2 w 58"/>
                    <ns1:gd name="T3" fmla="*/ 24 h 84"/>
                    <ns1:gd name="T4" fmla="*/ 32 w 58"/>
                    <ns1:gd name="T5" fmla="*/ 10 h 84"/>
                    <ns1:gd name="T6" fmla="*/ 53 w 58"/>
                    <ns1:gd name="T7" fmla="*/ 61 h 84"/>
                    <ns1:gd name="T8" fmla="*/ 27 w 58"/>
                    <ns1:gd name="T9" fmla="*/ 82 h 84"/>
                    <ns1:gd name="T10" fmla="*/ 5 w 58"/>
                    <ns1:gd name="T11" fmla="*/ 65 h 84"/>
                    <ns1:gd name="T12" fmla="*/ 0 w 58"/>
                    <ns1:gd name="T13" fmla="*/ 40 h 8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</ns1:cxnLst>
                  <ns1:rect l="0" t="0" r="r" b="b"/>
                  <ns1:pathLst>
                    <ns1:path w="58" h="84">
                      <ns1:moveTo>
                        <ns1:pt x="0" y="40"/>
                      </ns1:moveTo>
                      <ns1:cubicBezTo>
                        <ns1:pt x="1" y="34"/>
                        <ns1:pt x="1" y="29"/>
                        <ns1:pt x="2" y="24"/>
                      </ns1:cubicBezTo>
                      <ns1:cubicBezTo>
                        <ns1:pt x="4" y="5"/>
                        <ns1:pt x="16" y="0"/>
                        <ns1:pt x="32" y="10"/>
                      </ns1:cubicBezTo>
                      <ns1:cubicBezTo>
                        <ns1:pt x="51" y="22"/>
                        <ns1:pt x="58" y="40"/>
                        <ns1:pt x="53" y="61"/>
                      </ns1:cubicBezTo>
                      <ns1:cubicBezTo>
                        <ns1:pt x="49" y="75"/>
                        <ns1:pt x="40" y="81"/>
                        <ns1:pt x="27" y="82"/>
                      </ns1:cubicBezTo>
                      <ns1:cubicBezTo>
                        <ns1:pt x="15" y="84"/>
                        <ns1:pt x="10" y="74"/>
                        <ns1:pt x="5" y="65"/>
                      </ns1:cubicBezTo>
                      <ns1:cubicBezTo>
                        <ns1:pt x="1" y="57"/>
                        <ns1:pt x="0" y="48"/>
                        <ns1:pt x="0" y="4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</ns0:spPr>
              <ns0:txBody>
                <ns1:bodyPr vert="horz" wrap="square" lIns="91440" tIns="45720" rIns="91440" bIns="45720" numCol="1" anchor="t" anchorCtr="0" compatLnSpc="1"/>
                <ns1:lstStyle/>
                <ns1:p>
                  <ns1:endParaRPr lang="zh-CN" altLang="en-US"/>
                </ns1:p>
              </ns0:txBody>
            </ns0:sp>
          </ns0:grpSp>
          <ns0:grpSp>
            <ns0:nvGrpSpPr>
              <ns0:cNvPr id="101" name="组合 100"/>
              <ns0:cNvGrpSpPr>
                <ns1:grpSpLocks noChangeAspect="1"/>
              </ns0:cNvGrpSpPr>
              <ns0:nvPr/>
            </ns0:nvGrpSpPr>
            <ns0:grpSpPr>
              <ns1:xfrm>
                <ns1:off x="4633715" y="1400019"/>
                <ns1:ext cx="1740485" cy="271886"/>
                <ns1:chOff x="4755276" y="1404345"/>
                <ns1:chExt cx="1620593" cy="253157"/>
              </ns1:xfrm>
              <ns1:solidFill>
                <ns1:srgbClr val="123A85"/>
              </ns1:solidFill>
            </ns0:grpSpPr>
            <ns0:sp>
              <ns0:nvSpPr>
                <ns0:cNvPr id="156" name="文本框 155"/>
                <ns0:cNvSpPr txBox="1"/>
                <ns0:nvPr/>
              </ns0:nvSpPr>
              <ns0:spPr>
                <ns1:xfrm>
                  <ns1:off x="5588446" y="1421423"/>
                  <ns1:ext cx="248636" cy="234823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248636" h="234823">
                      <ns1:moveTo>
                        <ns1:pt x="16575" y="0"/>
                      </ns1:moveTo>
                      <ns1:lnTo>
                        <ns1:pt x="233567" y="0"/>
                      </ns1:lnTo>
                      <ns1:lnTo>
                        <ns1:pt x="233567" y="34156"/>
                      </ns1:lnTo>
                      <ns1:lnTo>
                        <ns1:pt x="142275" y="34156"/>
                      </ns1:lnTo>
                      <ns1:cubicBezTo>
                        <ns1:pt x="141605" y="48807"/>
                        <ns1:pt x="140684" y="64210"/>
                        <ns1:pt x="139512" y="80368"/>
                      </ns1:cubicBezTo>
                      <ns1:lnTo>
                        <ns1:pt x="246375" y="80368"/>
                      </ns1:lnTo>
                      <ns1:lnTo>
                        <ns1:pt x="246375" y="115026"/>
                      </ns1:lnTo>
                      <ns1:lnTo>
                        <ns1:pt x="150311" y="115026"/>
                      </ns1:lnTo>
                      <ns1:cubicBezTo>
                        <ns1:pt x="168813" y="157302"/>
                        <ns1:pt x="201587" y="185347"/>
                        <ns1:pt x="248636" y="199160"/>
                      </ns1:cubicBezTo>
                      <ns1:cubicBezTo>
                        <ns1:pt x="241771" y="206862"/>
                        <ns1:pt x="232060" y="218750"/>
                        <ns1:pt x="219502" y="234823"/>
                      </ns1:cubicBezTo>
                      <ns1:cubicBezTo>
                        <ns1:pt x="175300" y="216238"/>
                        <ns1:pt x="143154" y="183673"/>
                        <ns1:pt x="123062" y="137127"/>
                      </ns1:cubicBezTo>
                      <ns1:cubicBezTo>
                        <ns1:pt x="108160" y="175385"/>
                        <ns1:pt x="76600" y="207532"/>
                        <ns1:pt x="28379" y="233568"/>
                      </ns1:cubicBezTo>
                      <ns1:cubicBezTo>
                        <ns1:pt x="21849" y="225196"/>
                        <ns1:pt x="12390" y="214480"/>
                        <ns1:pt x="0" y="201421"/>
                      </ns1:cubicBezTo>
                      <ns1:cubicBezTo>
                        <ns1:pt x="53578" y="177143"/>
                        <ns1:pt x="84846" y="148345"/>
                        <ns1:pt x="93803" y="115026"/>
                      </ns1:cubicBezTo>
                      <ns1:lnTo>
                        <ns1:pt x="2762" y="115026"/>
                      </ns1:lnTo>
                      <ns1:lnTo>
                        <ns1:pt x="2762" y="80368"/>
                      </ns1:lnTo>
                      <ns1:lnTo>
                        <ns1:pt x="101589" y="80368"/>
                      </ns1:lnTo>
                      <ns1:cubicBezTo>
                        <ns1:pt x="103682" y="66722"/>
                        <ns1:pt x="105021" y="51318"/>
                        <ns1:pt x="105607" y="34156"/>
                      </ns1:cubicBezTo>
                      <ns1:lnTo>
                        <ns1:pt x="16575" y="34156"/>
                      </ns1:lnTo>
                      <ns1:lnTo>
                        <ns1:pt x="16575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2000" b="1" dirty="0">
                    <ns1:latin typeface="微软雅黑" panose="020B0503020204020204" pitchFamily="34" charset="-122"/>
                    <ns1:ea typeface="微软雅黑" panose="020B0503020204020204" pitchFamily="34" charset="-122"/>
                  </ns1:endParaRPr>
                </ns1:p>
              </ns0:txBody>
            </ns0:sp>
            <ns0:grpSp>
              <ns0:nvGrpSpPr>
                <ns0:cNvPr id="157" name="组合 156"/>
                <ns0:cNvGrpSpPr/>
                <ns0:nvPr/>
              </ns0:nvGrpSpPr>
              <ns0:grpSpPr>
                <ns1:xfrm>
                  <ns1:off x="5033585" y="1406102"/>
                  <ns1:ext cx="249641" cy="237084"/>
                  <ns1:chOff x="5013455" y="1406102"/>
                  <ns1:chExt cx="249641" cy="237084"/>
                </ns1:xfrm>
                <ns1:grpFill/>
              </ns0:grpSpPr>
              <ns0:sp>
                <ns0:nvSpPr>
                  <ns0:cNvPr id="176" name="文本框 175"/>
                  <ns0:cNvSpPr txBox="1"/>
                  <ns0:nvPr/>
                </ns0:nvSpPr>
                <ns0:spPr>
                  <ns1:xfrm>
                    <ns1:off x="5019734" y="1406102"/>
                    <ns1:ext cx="237837" cy="8262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7837" h="82628">
                        <ns1:moveTo>
                          <ns1:pt x="131853" y="0"/>
                        </ns1:moveTo>
                        <ns1:cubicBezTo>
                          <ns1:pt x="134866" y="9042"/>
                          <ns1:pt x="137587" y="17832"/>
                          <ns1:pt x="140015" y="26371"/>
                        </ns1:cubicBezTo>
                        <ns1:lnTo>
                          <ns1:pt x="237837" y="26371"/>
                        </ns1:lnTo>
                        <ns1:lnTo>
                          <ns1:pt x="237837" y="82628"/>
                        </ns1:lnTo>
                        <ns1:lnTo>
                          <ns1:pt x="202676" y="82628"/>
                        </ns1:lnTo>
                        <ns1:lnTo>
                          <ns1:pt x="202676" y="58015"/>
                        </ns1:lnTo>
                        <ns1:lnTo>
                          <ns1:pt x="35161" y="58015"/>
                        </ns1:lnTo>
                        <ns1:lnTo>
                          <ns1:pt x="35161" y="82628"/>
                        </ns1:lnTo>
                        <ns1:lnTo>
                          <ns1:pt x="0" y="82628"/>
                        </ns1:lnTo>
                        <ns1:lnTo>
                          <ns1:pt x="0" y="26371"/>
                        </ns1:lnTo>
                        <ns1:lnTo>
                          <ns1:pt x="100710" y="26371"/>
                        </ns1:lnTo>
                        <ns1:cubicBezTo>
                          <ns1:pt x="98701" y="19506"/>
                          <ns1:pt x="96441" y="12223"/>
                          <ns1:pt x="93929" y="4521"/>
                        </ns1:cubicBezTo>
                        <ns1:lnTo>
                          <ns1:pt x="13185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7" name="文本框 176"/>
                  <ns0:cNvSpPr txBox="1"/>
                  <ns0:nvPr/>
                </ns0:nvSpPr>
                <ns0:spPr>
                  <ns1:xfrm>
                    <ns1:off x="5013455" y="1469894"/>
                    <ns1:ext cx="249641" cy="173292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9641" h="173292">
                        <ns1:moveTo>
                          <ns1:pt x="156214" y="0"/>
                        </ns1:moveTo>
                        <ns1:cubicBezTo>
                          <ns1:pt x="190370" y="15906"/>
                          <ns1:pt x="221512" y="31728"/>
                          <ns1:pt x="249641" y="47467"/>
                        </ns1:cubicBezTo>
                        <ns1:lnTo>
                          <ns1:pt x="232563" y="77856"/>
                        </ns1:lnTo>
                        <ns1:lnTo>
                          <ns1:pt x="209709" y="65554"/>
                        </ns1:lnTo>
                        <ns1:lnTo>
                          <ns1:pt x="209709" y="97194"/>
                        </ns1:lnTo>
                        <ns1:lnTo>
                          <ns1:pt x="142903" y="97194"/>
                        </ns1:lnTo>
                        <ns1:lnTo>
                          <ns1:pt x="142903" y="141145"/>
                        </ns1:lnTo>
                        <ns1:lnTo>
                          <ns1:pt x="246627" y="141145"/>
                        </ns1:lnTo>
                        <ns1:lnTo>
                          <ns1:pt x="246627" y="173292"/>
                        </ns1:lnTo>
                        <ns1:lnTo>
                          <ns1:pt x="3014" y="173292"/>
                        </ns1:lnTo>
                        <ns1:lnTo>
                          <ns1:pt x="3014" y="141145"/>
                        </ns1:lnTo>
                        <ns1:lnTo>
                          <ns1:pt x="106738" y="141145"/>
                        </ns1:lnTo>
                        <ns1:lnTo>
                          <ns1:pt x="106738" y="97194"/>
                        </ns1:lnTo>
                        <ns1:lnTo>
                          <ns1:pt x="39933" y="97194"/>
                        </ns1:lnTo>
                        <ns1:lnTo>
                          <ns1:pt x="39933" y="70698"/>
                        </ns1:lnTo>
                        <ns1:cubicBezTo>
                          <ns1:pt x="32650" y="74549"/>
                          <ns1:pt x="25283" y="78274"/>
                          <ns1:pt x="17832" y="81874"/>
                        </ns1:cubicBezTo>
                        <ns1:cubicBezTo>
                          <ns1:pt x="11972" y="70656"/>
                          <ns1:pt x="6028" y="60526"/>
                          <ns1:pt x="0" y="51485"/>
                        </ns1:cubicBezTo>
                        <ns1:cubicBezTo>
                          <ns1:pt x="35161" y="37086"/>
                          <ns1:pt x="64713" y="20175"/>
                          <ns1:pt x="88656" y="753"/>
                        </ns1:cubicBezTo>
                        <ns1:lnTo>
                          <ns1:pt x="112012" y="25115"/>
                        </ns1:lnTo>
                        <ns1:cubicBezTo>
                          <ns1:pt x="92506" y="39681"/>
                          <ns1:pt x="71954" y="52992"/>
                          <ns1:pt x="50356" y="65047"/>
                        </ns1:cubicBezTo>
                        <ns1:lnTo>
                          <ns1:pt x="208767" y="65047"/>
                        </ns1:lnTo>
                        <ns1:lnTo>
                          <ns1:pt x="137378" y="26621"/>
                        </ns1:lnTo>
                        <ns1:lnTo>
                          <ns1:pt x="15621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58" name="组合 157"/>
                <ns0:cNvGrpSpPr/>
                <ns0:nvPr/>
              </ns0:nvGrpSpPr>
              <ns0:grpSpPr>
                <ns1:xfrm>
                  <ns1:off x="4755276" y="1405099"/>
                  <ns1:ext cx="251398" cy="251147"/>
                  <ns1:chOff x="4755276" y="1405099"/>
                  <ns1:chExt cx="251398" cy="251147"/>
                </ns1:xfrm>
                <ns1:grpFill/>
              </ns0:grpSpPr>
              <ns0:sp>
                <ns0:nvSpPr>
                  <ns0:cNvPr id="172" name="文本框 171"/>
                  <ns0:cNvSpPr txBox="1"/>
                  <ns0:nvPr/>
                </ns0:nvSpPr>
                <ns0:spPr>
                  <ns1:xfrm>
                    <ns1:off x="486452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3" name="文本框 172"/>
                  <ns0:cNvSpPr txBox="1"/>
                  <ns0:nvPr/>
                </ns0:nvSpPr>
                <ns0:spPr>
                  <ns1:xfrm>
                    <ns1:off x="475527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2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4" name="文本框 173"/>
                  <ns0:cNvSpPr txBox="1"/>
                  <ns0:nvPr/>
                </ns0:nvSpPr>
                <ns0:spPr>
                  <ns1:xfrm>
                    <ns1:off x="479897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5" name="文本框 174"/>
                  <ns0:cNvSpPr txBox="1"/>
                  <ns0:nvPr/>
                </ns0:nvSpPr>
                <ns0:spPr>
                  <ns1:xfrm>
                    <ns1:off x="485749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8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8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59" name="组合 158"/>
                <ns0:cNvGrpSpPr/>
                <ns0:nvPr/>
              </ns0:nvGrpSpPr>
              <ns0:grpSpPr>
                <ns1:xfrm>
                  <ns1:off x="5310137" y="1405099"/>
                  <ns1:ext cx="251398" cy="251147"/>
                  <ns1:chOff x="5269626" y="1405099"/>
                  <ns1:chExt cx="251398" cy="251147"/>
                </ns1:xfrm>
                <ns1:grpFill/>
              </ns0:grpSpPr>
              <ns0:sp>
                <ns0:nvSpPr>
                  <ns0:cNvPr id="168" name="文本框 167"/>
                  <ns0:cNvSpPr txBox="1"/>
                  <ns0:nvPr/>
                </ns0:nvSpPr>
                <ns0:spPr>
                  <ns1:xfrm>
                    <ns1:off x="5378875" y="1405099"/>
                    <ns1:ext cx="134113" cy="65047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34113" h="65047">
                        <ns1:moveTo>
                          <ns1:pt x="66303" y="0"/>
                        </ns1:moveTo>
                        <ns1:cubicBezTo>
                          <ns1:pt x="71996" y="9878"/>
                          <ns1:pt x="77521" y="19840"/>
                          <ns1:pt x="82879" y="29886"/>
                        </ns1:cubicBezTo>
                        <ns1:lnTo>
                          <ns1:pt x="67182" y="34909"/>
                        </ns1:lnTo>
                        <ns1:lnTo>
                          <ns1:pt x="134113" y="34909"/>
                        </ns1:lnTo>
                        <ns1:lnTo>
                          <ns1:pt x="134113" y="65047"/>
                        </ns1:lnTo>
                        <ns1:lnTo>
                          <ns1:pt x="0" y="65047"/>
                        </ns1:lnTo>
                        <ns1:lnTo>
                          <ns1:pt x="0" y="34909"/>
                        </ns1:lnTo>
                        <ns1:lnTo>
                          <ns1:pt x="47090" y="34909"/>
                        </ns1:lnTo>
                        <ns1:cubicBezTo>
                          <ns1:pt x="42737" y="26873"/>
                          <ns1:pt x="37923" y="18501"/>
                          <ns1:pt x="32649" y="9795"/>
                        </ns1:cubicBezTo>
                        <ns1:lnTo>
                          <ns1:pt x="66303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9" name="文本框 168"/>
                  <ns0:cNvSpPr txBox="1"/>
                  <ns0:nvPr/>
                </ns0:nvSpPr>
                <ns0:spPr>
                  <ns1:xfrm>
                    <ns1:off x="5269626" y="1405601"/>
                    <ns1:ext cx="102217" cy="25064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02217" h="250645">
                        <ns1:moveTo>
                          <ns1:pt x="41690" y="0"/>
                        </ns1:moveTo>
                        <ns1:lnTo>
                          <ns1:pt x="77856" y="2009"/>
                        </ns1:lnTo>
                        <ns1:cubicBezTo>
                          <ns1:pt x="74591" y="10548"/>
                          <ns1:pt x="71075" y="19171"/>
                          <ns1:pt x="67307" y="27877"/>
                        </ns1:cubicBezTo>
                        <ns1:lnTo>
                          <ns1:pt x="102217" y="27877"/>
                        </ns1:lnTo>
                        <ns1:lnTo>
                          <ns1:pt x="102217" y="211969"/>
                        </ns1:lnTo>
                        <ns1:cubicBezTo>
                          <ns1:pt x="102217" y="221512"/>
                          <ns1:pt x="100333" y="229005"/>
                          <ns1:pt x="96566" y="234446"/>
                        </ns1:cubicBezTo>
                        <ns1:cubicBezTo>
                          <ns1:pt x="92799" y="239888"/>
                          <ns1:pt x="86499" y="243111"/>
                          <ns1:pt x="77667" y="244115"/>
                        </ns1:cubicBezTo>
                        <ns1:cubicBezTo>
                          <ns1:pt x="68835" y="245120"/>
                          <ns1:pt x="59773" y="245622"/>
                          <ns1:pt x="50481" y="245622"/>
                        </ns1:cubicBezTo>
                        <ns1:lnTo>
                          <ns1:pt x="43951" y="212973"/>
                        </ns1:lnTo>
                        <ns1:lnTo>
                          <ns1:pt x="58015" y="213978"/>
                        </ns1:lnTo>
                        <ns1:cubicBezTo>
                          <ns1:pt x="61782" y="214229"/>
                          <ns1:pt x="65235" y="213413"/>
                          <ns1:pt x="68375" y="211529"/>
                        </ns1:cubicBezTo>
                        <ns1:cubicBezTo>
                          <ns1:pt x="71514" y="209645"/>
                          <ns1:pt x="73084" y="206360"/>
                          <ns1:pt x="73084" y="201672"/>
                        </ns1:cubicBezTo>
                        <ns1:lnTo>
                          <ns1:pt x="73084" y="140140"/>
                        </ns1:lnTo>
                        <ns1:lnTo>
                          <ns1:pt x="42695" y="140140"/>
                        </ns1:lnTo>
                        <ns1:lnTo>
                          <ns1:pt x="42444" y="154707"/>
                        </ns1:lnTo>
                        <ns1:lnTo>
                          <ns1:pt x="57010" y="148931"/>
                        </ns1:lnTo>
                        <ns1:cubicBezTo>
                          <ns1:pt x="64042" y="165674"/>
                          <ns1:pt x="69317" y="179654"/>
                          <ns1:pt x="72833" y="190872"/>
                        </ns1:cubicBezTo>
                        <ns1:lnTo>
                          <ns1:pt x="56257" y="196649"/>
                        </ns1:lnTo>
                        <ns1:cubicBezTo>
                          <ns1:pt x="53578" y="185933"/>
                          <ns1:pt x="48974" y="172120"/>
                          <ns1:pt x="42444" y="155209"/>
                        </ns1:cubicBezTo>
                        <ns1:cubicBezTo>
                          <ns1:pt x="41941" y="195058"/>
                          <ns1:pt x="35914" y="226870"/>
                          <ns1:pt x="24361" y="250645"/>
                        </ns1:cubicBezTo>
                        <ns1:cubicBezTo>
                          <ns1:pt x="16492" y="239595"/>
                          <ns1:pt x="8371" y="229549"/>
                          <ns1:pt x="0" y="220508"/>
                        </ns1:cubicBezTo>
                        <ns1:cubicBezTo>
                          <ns1:pt x="8037" y="200751"/>
                          <ns1:pt x="12432" y="173962"/>
                          <ns1:pt x="13185" y="140140"/>
                        </ns1:cubicBezTo>
                        <ns1:lnTo>
                          <ns1:pt x="2260" y="140140"/>
                        </ns1:lnTo>
                        <ns1:lnTo>
                          <ns1:pt x="2260" y="112012"/>
                        </ns1:lnTo>
                        <ns1:lnTo>
                          <ns1:pt x="13687" y="112012"/>
                        </ns1:lnTo>
                        <ns1:cubicBezTo>
                          <ns1:pt x="13771" y="106989"/>
                          <ns1:pt x="13813" y="78944"/>
                          <ns1:pt x="13813" y="27877"/>
                        </ns1:cubicBezTo>
                        <ns1:lnTo>
                          <ns1:pt x="35161" y="27877"/>
                        </ns1:lnTo>
                        <ns1:cubicBezTo>
                          <ns1:pt x="37588" y="19255"/>
                          <ns1:pt x="39765" y="9962"/>
                          <ns1:pt x="41690" y="0"/>
                        </ns1:cubicBezTo>
                        <ns1:close/>
                        <ns1:moveTo>
                          <ns1:pt x="42946" y="54499"/>
                        </ns1:moveTo>
                        <ns1:lnTo>
                          <ns1:pt x="42946" y="112012"/>
                        </ns1:lnTo>
                        <ns1:lnTo>
                          <ns1:pt x="73084" y="112012"/>
                        </ns1:lnTo>
                        <ns1:lnTo>
                          <ns1:pt x="73084" y="54499"/>
                        </ns1:lnTo>
                        <ns1:lnTo>
                          <ns1:pt x="42946" y="54499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0" name="文本框 169"/>
                  <ns0:cNvSpPr txBox="1"/>
                  <ns0:nvPr/>
                </ns0:nvSpPr>
                <ns0:spPr>
                  <ns1:xfrm>
                    <ns1:off x="5313326" y="1468889"/>
                    <ns1:ext cx="28379" cy="41440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8379" h="41440">
                        <ns1:moveTo>
                          <ns1:pt x="14566" y="0"/>
                        </ns1:moveTo>
                        <ns1:cubicBezTo>
                          <ns1:pt x="21933" y="17078"/>
                          <ns1:pt x="26537" y="28882"/>
                          <ns1:pt x="28379" y="35412"/>
                        </ns1:cubicBezTo>
                        <ns1:lnTo>
                          <ns1:pt x="12055" y="41440"/>
                        </ns1:lnTo>
                        <ns1:cubicBezTo>
                          <ns1:pt x="8873" y="30389"/>
                          <ns1:pt x="4855" y="18501"/>
                          <ns1:pt x="0" y="5777"/>
                        </ns1:cubicBezTo>
                        <ns1:lnTo>
                          <ns1:pt x="1456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71" name="文本框 170"/>
                  <ns0:cNvSpPr txBox="1"/>
                  <ns0:nvPr/>
                </ns0:nvSpPr>
                <ns0:spPr>
                  <ns1:xfrm>
                    <ns1:off x="5371843" y="1492748"/>
                    <ns1:ext cx="149181" cy="163246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1" h="163246">
                        <ns1:moveTo>
                          <ns1:pt x="20594" y="0"/>
                        </ns1:moveTo>
                        <ns1:lnTo>
                          <ns1:pt x="112765" y="0"/>
                        </ns1:lnTo>
                        <ns1:lnTo>
                          <ns1:pt x="112765" y="117537"/>
                        </ns1:lnTo>
                        <ns1:cubicBezTo>
                          <ns1:pt x="112765" y="122728"/>
                          <ns1:pt x="114523" y="125323"/>
                          <ns1:pt x="118039" y="125323"/>
                        </ns1:cubicBezTo>
                        <ns1:cubicBezTo>
                          <ns1:pt x="120969" y="125323"/>
                          <ns1:pt x="122957" y="123376"/>
                          <ns1:pt x="124004" y="119484"/>
                        </ns1:cubicBezTo>
                        <ns1:cubicBezTo>
                          <ns1:pt x="125050" y="115591"/>
                          <ns1:pt x="125908" y="98115"/>
                          <ns1:pt x="126578" y="67057"/>
                        </ns1:cubicBezTo>
                        <ns1:cubicBezTo>
                          <ns1:pt x="136289" y="71410"/>
                          <ns1:pt x="143824" y="74507"/>
                          <ns1:pt x="149181" y="76349"/>
                        </ns1:cubicBezTo>
                        <ns1:cubicBezTo>
                          <ns1:pt x="147758" y="106738"/>
                          <ns1:pt x="146356" y="126118"/>
                          <ns1:pt x="144975" y="134490"/>
                        </ns1:cubicBezTo>
                        <ns1:cubicBezTo>
                          <ns1:pt x="143593" y="142861"/>
                          <ns1:pt x="140726" y="148617"/>
                          <ns1:pt x="136373" y="151756"/>
                        </ns1:cubicBezTo>
                        <ns1:cubicBezTo>
                          <ns1:pt x="132020" y="154895"/>
                          <ns1:pt x="125992" y="156465"/>
                          <ns1:pt x="118290" y="156465"/>
                        </ns1:cubicBezTo>
                        <ns1:lnTo>
                          <ns1:pt x="104226" y="156465"/>
                        </ns1:lnTo>
                        <ns1:cubicBezTo>
                          <ns1:pt x="88487" y="156465"/>
                          <ns1:pt x="80618" y="146670"/>
                          <ns1:pt x="80618" y="127081"/>
                        </ns1:cubicBezTo>
                        <ns1:lnTo>
                          <ns1:pt x="80618" y="30138"/>
                        </ns1:lnTo>
                        <ns1:lnTo>
                          <ns1:pt x="52741" y="30138"/>
                        </ns1:lnTo>
                        <ns1:lnTo>
                          <ns1:pt x="52741" y="42193"/>
                        </ns1:lnTo>
                        <ns1:cubicBezTo>
                          <ns1:pt x="52741" y="92757"/>
                          <ns1:pt x="43951" y="133108"/>
                          <ns1:pt x="26370" y="163246"/>
                        </ns1:cubicBezTo>
                        <ns1:cubicBezTo>
                          <ns1:pt x="18501" y="154037"/>
                          <ns1:pt x="9711" y="144159"/>
                          <ns1:pt x="0" y="133611"/>
                        </ns1:cubicBezTo>
                        <ns1:cubicBezTo>
                          <ns1:pt x="13729" y="113017"/>
                          <ns1:pt x="20594" y="80702"/>
                          <ns1:pt x="20594" y="36668"/>
                        </ns1:cubicBezTo>
                        <ns1:lnTo>
                          <ns1:pt x="20594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0" name="组合 159"/>
                <ns0:cNvGrpSpPr/>
                <ns0:nvPr/>
              </ns0:nvGrpSpPr>
              <ns0:grpSpPr>
                <ns1:xfrm>
                  <ns1:off x="5863993" y="1404345"/>
                  <ns1:ext cx="243362" cy="248887"/>
                  <ns1:chOff x="5788244" y="1404345"/>
                  <ns1:chExt cx="243362" cy="248887"/>
                </ns1:xfrm>
                <ns1:grpFill/>
              </ns0:grpSpPr>
              <ns0:sp>
                <ns0:nvSpPr>
                  <ns0:cNvPr id="166" name="文本框 165"/>
                  <ns0:cNvSpPr txBox="1"/>
                  <ns0:nvPr/>
                </ns0:nvSpPr>
                <ns0:spPr>
                  <ns1:xfrm>
                    <ns1:off x="5792514" y="1404345"/>
                    <ns1:ext cx="234320" cy="109501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34320" h="109501">
                        <ns1:moveTo>
                          <ns1:pt x="118541" y="0"/>
                        </ns1:moveTo>
                        <ns1:cubicBezTo>
                          <ns1:pt x="125239" y="10214"/>
                          <ns1:pt x="133108" y="23441"/>
                          <ns1:pt x="142149" y="39682"/>
                        </ns1:cubicBezTo>
                        <ns1:lnTo>
                          <ns1:pt x="124820" y="47718"/>
                        </ns1:lnTo>
                        <ns1:lnTo>
                          <ns1:pt x="155586" y="47718"/>
                        </ns1:lnTo>
                        <ns1:cubicBezTo>
                          <ns1:pt x="167055" y="31226"/>
                          <ns1:pt x="176724" y="16911"/>
                          <ns1:pt x="184593" y="4772"/>
                        </ns1:cubicBezTo>
                        <ns1:lnTo>
                          <ns1:pt x="218498" y="23357"/>
                        </ns1:lnTo>
                        <ns1:lnTo>
                          <ns1:pt x="198155" y="47718"/>
                        </ns1:lnTo>
                        <ns1:lnTo>
                          <ns1:pt x="234320" y="47718"/>
                        </ns1:lnTo>
                        <ns1:lnTo>
                          <ns1:pt x="234320" y="109501"/>
                        </ns1:lnTo>
                        <ns1:lnTo>
                          <ns1:pt x="199160" y="109501"/>
                        </ns1:lnTo>
                        <ns1:lnTo>
                          <ns1:pt x="199160" y="78358"/>
                        </ns1:lnTo>
                        <ns1:lnTo>
                          <ns1:pt x="35160" y="78358"/>
                        </ns1:lnTo>
                        <ns1:lnTo>
                          <ns1:pt x="35160" y="109501"/>
                        </ns1:lnTo>
                        <ns1:lnTo>
                          <ns1:pt x="0" y="109501"/>
                        </ns1:lnTo>
                        <ns1:lnTo>
                          <ns1:pt x="0" y="47718"/>
                        </ns1:lnTo>
                        <ns1:lnTo>
                          <ns1:pt x="41062" y="47718"/>
                        </ns1:lnTo>
                        <ns1:cubicBezTo>
                          <ns1:pt x="33695" y="37589"/>
                          <ns1:pt x="26538" y="28296"/>
                          <ns1:pt x="19589" y="19841"/>
                        </ns1:cubicBezTo>
                        <ns1:lnTo>
                          <ns1:pt x="45960" y="2010"/>
                        </ns1:lnTo>
                        <ns1:cubicBezTo>
                          <ns1:pt x="56006" y="13395"/>
                          <ns1:pt x="66219" y="26120"/>
                          <ns1:pt x="76600" y="40184"/>
                        </ns1:cubicBezTo>
                        <ns1:lnTo>
                          <ns1:pt x="65424" y="47718"/>
                        </ns1:lnTo>
                        <ns1:lnTo>
                          <ns1:pt x="107365" y="47718"/>
                        </ns1:lnTo>
                        <ns1:cubicBezTo>
                          <ns1:pt x="100333" y="34240"/>
                          <ns1:pt x="93845" y="22855"/>
                          <ns1:pt x="87901" y="13562"/>
                        </ns1:cubicBezTo>
                        <ns1:lnTo>
                          <ns1:pt x="118541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7" name="文本框 166"/>
                  <ns0:cNvSpPr txBox="1"/>
                  <ns0:nvPr/>
                </ns0:nvSpPr>
                <ns0:spPr>
                  <ns1:xfrm>
                    <ns1:off x="5788244" y="1500534"/>
                    <ns1:ext cx="243362" cy="152698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243362" h="152698">
                        <ns1:moveTo>
                          <ns1:pt x="51486" y="0"/>
                        </ns1:moveTo>
                        <ns1:lnTo>
                          <ns1:pt x="192882" y="0"/>
                        </ns1:lnTo>
                        <ns1:lnTo>
                          <ns1:pt x="192882" y="30389"/>
                        </ns1:lnTo>
                        <ns1:lnTo>
                          <ns1:pt x="149684" y="59020"/>
                        </ns1:lnTo>
                        <ns1:lnTo>
                          <ns1:pt x="243362" y="59020"/>
                        </ns1:lnTo>
                        <ns1:lnTo>
                          <ns1:pt x="243362" y="90162"/>
                        </ns1:lnTo>
                        <ns1:lnTo>
                          <ns1:pt x="145917" y="90162"/>
                        </ns1:lnTo>
                        <ns1:lnTo>
                          <ns1:pt x="145917" y="115779"/>
                        </ns1:lnTo>
                        <ns1:cubicBezTo>
                          <ns1:pt x="145917" y="127332"/>
                          <ns1:pt x="142694" y="136331"/>
                          <ns1:pt x="136248" y="142777"/>
                        </ns1:cubicBezTo>
                        <ns1:cubicBezTo>
                          <ns1:pt x="129802" y="149223"/>
                          <ns1:pt x="119944" y="152488"/>
                          <ns1:pt x="106675" y="152572"/>
                        </ns1:cubicBezTo>
                        <ns1:cubicBezTo>
                          <ns1:pt x="93406" y="152656"/>
                          <ns1:pt x="79781" y="152698"/>
                          <ns1:pt x="65801" y="152698"/>
                        </ns1:cubicBezTo>
                        <ns1:cubicBezTo>
                          <ns1:pt x="63457" y="141145"/>
                          <ns1:pt x="60611" y="130094"/>
                          <ns1:pt x="57262" y="119546"/>
                        </ns1:cubicBezTo>
                        <ns1:cubicBezTo>
                          <ns1:pt x="69987" y="120216"/>
                          <ns1:pt x="81623" y="120551"/>
                          <ns1:pt x="92171" y="120551"/>
                        </ns1:cubicBezTo>
                        <ns1:cubicBezTo>
                          <ns1:pt x="103892" y="120551"/>
                          <ns1:pt x="109752" y="115444"/>
                          <ns1:pt x="109752" y="105231"/>
                        </ns1:cubicBezTo>
                        <ns1:lnTo>
                          <ns1:pt x="109752" y="90162"/>
                        </ns1:lnTo>
                        <ns1:lnTo>
                          <ns1:pt x="0" y="90162"/>
                        </ns1:lnTo>
                        <ns1:lnTo>
                          <ns1:pt x="0" y="59020"/>
                        </ns1:lnTo>
                        <ns1:lnTo>
                          <ns1:pt x="109752" y="59020"/>
                        </ns1:lnTo>
                        <ns1:lnTo>
                          <ns1:pt x="109752" y="52490"/>
                        </ns1:lnTo>
                        <ns1:lnTo>
                          <ns1:pt x="143406" y="30640"/>
                        </ns1:lnTo>
                        <ns1:lnTo>
                          <ns1:pt x="51486" y="30640"/>
                        </ns1:lnTo>
                        <ns1:lnTo>
                          <ns1:pt x="51486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  <ns0:grpSp>
              <ns0:nvGrpSpPr>
                <ns0:cNvPr id="161" name="组合 160"/>
                <ns0:cNvGrpSpPr/>
                <ns0:nvPr/>
              </ns0:nvGrpSpPr>
              <ns0:grpSpPr>
                <ns1:xfrm>
                  <ns1:off x="6134264" y="1408113"/>
                  <ns1:ext cx="241605" cy="249389"/>
                  <ns1:chOff x="6052200" y="1408113"/>
                  <ns1:chExt cx="241605" cy="249389"/>
                </ns1:xfrm>
                <ns1:grpFill/>
              </ns0:grpSpPr>
              <ns0:sp>
                <ns0:nvSpPr>
                  <ns0:cNvPr id="162" name="文本框 161"/>
                  <ns0:cNvSpPr txBox="1"/>
                  <ns0:nvPr/>
                </ns0:nvSpPr>
                <ns0:spPr>
                  <ns1:xfrm>
                    <ns1:off x="6132316" y="1408113"/>
                    <ns1:ext cx="149182" cy="73335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49182" h="73335">
                        <ns1:moveTo>
                          <ns1:pt x="84637" y="0"/>
                        </ns1:moveTo>
                        <ns1:cubicBezTo>
                          <ns1:pt x="87149" y="8539"/>
                          <ns1:pt x="89409" y="17161"/>
                          <ns1:pt x="91418" y="25868"/>
                        </ns1:cubicBezTo>
                        <ns1:lnTo>
                          <ns1:pt x="149182" y="25868"/>
                        </ns1:lnTo>
                        <ns1:lnTo>
                          <ns1:pt x="149182" y="73335"/>
                        </ns1:lnTo>
                        <ns1:lnTo>
                          <ns1:pt x="119547" y="73335"/>
                        </ns1:lnTo>
                        <ns1:lnTo>
                          <ns1:pt x="119547" y="55503"/>
                        </ns1:lnTo>
                        <ns1:lnTo>
                          <ns1:pt x="29134" y="55503"/>
                        </ns1:lnTo>
                        <ns1:lnTo>
                          <ns1:pt x="29134" y="73335"/>
                        </ns1:lnTo>
                        <ns1:lnTo>
                          <ns1:pt x="0" y="73335"/>
                        </ns1:lnTo>
                        <ns1:lnTo>
                          <ns1:pt x="0" y="25868"/>
                        </ns1:lnTo>
                        <ns1:lnTo>
                          <ns1:pt x="55755" y="25868"/>
                        </ns1:lnTo>
                        <ns1:cubicBezTo>
                          <ns1:pt x="53913" y="19840"/>
                          <ns1:pt x="51904" y="12808"/>
                          <ns1:pt x="49728" y="4771"/>
                        </ns1:cubicBezTo>
                        <ns1:lnTo>
                          <ns1:pt x="8463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3" name="文本框 162"/>
                  <ns0:cNvSpPr txBox="1"/>
                  <ns0:nvPr/>
                </ns0:nvSpPr>
                <ns0:spPr>
                  <ns1:xfrm>
                    <ns1:off x="6052200" y="1419916"/>
                    <ns1:ext cx="78610" cy="235074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78610" h="235074">
                        <ns1:moveTo>
                          <ns1:pt x="0" y="0"/>
                        </ns1:moveTo>
                        <ns1:lnTo>
                          <ns1:pt x="78610" y="0"/>
                        </ns1:lnTo>
                        <ns1:lnTo>
                          <ns1:pt x="78610" y="24863"/>
                        </ns1:lnTo>
                        <ns1:cubicBezTo>
                          <ns1:pt x="72582" y="46964"/>
                          <ns1:pt x="66136" y="69651"/>
                          <ns1:pt x="59271" y="92924"/>
                        </ns1:cubicBezTo>
                        <ns1:cubicBezTo>
                          <ns1:pt x="71661" y="108998"/>
                          <ns1:pt x="77856" y="129675"/>
                          <ns1:pt x="77856" y="154958"/>
                        </ns1:cubicBezTo>
                        <ns1:cubicBezTo>
                          <ns1:pt x="77856" y="168352"/>
                          <ns1:pt x="74759" y="178147"/>
                          <ns1:pt x="68564" y="184342"/>
                        </ns1:cubicBezTo>
                        <ns1:cubicBezTo>
                          <ns1:pt x="62201" y="190704"/>
                          <ns1:pt x="51234" y="193885"/>
                          <ns1:pt x="35663" y="193885"/>
                        </ns1:cubicBezTo>
                        <ns1:cubicBezTo>
                          <ns1:pt x="34491" y="182500"/>
                          <ns1:pt x="32566" y="170864"/>
                          <ns1:pt x="29887" y="158976"/>
                        </ns1:cubicBezTo>
                        <ns1:cubicBezTo>
                          <ns1:pt x="33570" y="159813"/>
                          <ns1:pt x="36500" y="160232"/>
                          <ns1:pt x="38677" y="160232"/>
                        </ns1:cubicBezTo>
                        <ns1:cubicBezTo>
                          <ns1:pt x="45709" y="160232"/>
                          <ns1:pt x="49225" y="154874"/>
                          <ns1:pt x="49225" y="144158"/>
                        </ns1:cubicBezTo>
                        <ns1:cubicBezTo>
                          <ns1:pt x="49225" y="126745"/>
                          <ns1:pt x="42947" y="110086"/>
                          <ns1:pt x="30389" y="94180"/>
                        </ns1:cubicBezTo>
                        <ns1:cubicBezTo>
                          <ns1:pt x="36417" y="70907"/>
                          <ns1:pt x="42109" y="49057"/>
                          <ns1:pt x="47467" y="28630"/>
                        </ns1:cubicBezTo>
                        <ns1:lnTo>
                          <ns1:pt x="28882" y="28630"/>
                        </ns1:lnTo>
                        <ns1:lnTo>
                          <ns1:pt x="28882" y="235074"/>
                        </ns1:lnTo>
                        <ns1:lnTo>
                          <ns1:pt x="0" y="235074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4" name="文本框 163"/>
                  <ns0:cNvSpPr txBox="1"/>
                  <ns0:nvPr/>
                </ns0:nvSpPr>
                <ns0:spPr>
                  <ns1:xfrm>
                    <ns1:off x="6144623" y="1487726"/>
                    <ns1:ext cx="124820" cy="2812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24820" h="28129">
                        <ns1:moveTo>
                          <ns1:pt x="0" y="0"/>
                        </ns1:moveTo>
                        <ns1:lnTo>
                          <ns1:pt x="124820" y="0"/>
                        </ns1:lnTo>
                        <ns1:lnTo>
                          <ns1:pt x="124820" y="28129"/>
                        </ns1:lnTo>
                        <ns1:lnTo>
                          <ns1:pt x="0" y="28129"/>
                        </ns1:lnTo>
                        <ns1:lnTo>
                          <ns1:pt x="0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  <ns0:sp>
                <ns0:nvSpPr>
                  <ns0:cNvPr id="165" name="文本框 164"/>
                  <ns0:cNvSpPr txBox="1"/>
                  <ns0:nvPr/>
                </ns0:nvSpPr>
                <ns0:spPr>
                  <ns1:xfrm>
                    <ns1:off x="6109714" y="1535193"/>
                    <ns1:ext cx="184091" cy="122309"/>
                  </ns1:xfrm>
                  <ns1:custGeom>
                    <ns1:avLst/>
                    <ns1:gdLst/>
                    <ns1:ahLst/>
                    <ns1:cxnLst/>
                    <ns1:rect l="l" t="t" r="r" b="b"/>
                    <ns1:pathLst>
                      <ns1:path w="184091" h="122309">
                        <ns1:moveTo>
                          <ns1:pt x="23357" y="0"/>
                        </ns1:moveTo>
                        <ns1:lnTo>
                          <ns1:pt x="174296" y="0"/>
                        </ns1:lnTo>
                        <ns1:lnTo>
                          <ns1:pt x="174296" y="29133"/>
                        </ns1:lnTo>
                        <ns1:lnTo>
                          <ns1:pt x="134866" y="29133"/>
                        </ns1:lnTo>
                        <ns1:lnTo>
                          <ns1:pt x="134866" y="76098"/>
                        </ns1:lnTo>
                        <ns1:cubicBezTo>
                          <ns1:pt x="134866" y="83465"/>
                          <ns1:pt x="137210" y="87148"/>
                          <ns1:pt x="141898" y="87148"/>
                        </ns1:cubicBezTo>
                        <ns1:lnTo>
                          <ns1:pt x="147173" y="87148"/>
                        </ns1:lnTo>
                        <ns1:cubicBezTo>
                          <ns1:pt x="151023" y="87148"/>
                          <ns1:pt x="153451" y="84386"/>
                          <ns1:pt x="154456" y="78861"/>
                        </ns1:cubicBezTo>
                        <ns1:cubicBezTo>
                          <ns1:pt x="155293" y="75177"/>
                          <ns1:pt x="156214" y="65382"/>
                          <ns1:pt x="157218" y="49476"/>
                        </ns1:cubicBezTo>
                        <ns1:cubicBezTo>
                          <ns1:pt x="166260" y="52657"/>
                          <ns1:pt x="175217" y="55588"/>
                          <ns1:pt x="184091" y="58266"/>
                        </ns1:cubicBezTo>
                        <ns1:cubicBezTo>
                          <ns1:pt x="181915" y="74675"/>
                          <ns1:pt x="179905" y="86311"/>
                          <ns1:pt x="178064" y="93176"/>
                        </ns1:cubicBezTo>
                        <ns1:cubicBezTo>
                          <ns1:pt x="173878" y="109752"/>
                          <ns1:pt x="163581" y="118040"/>
                          <ns1:pt x="147173" y="118040"/>
                        </ns1:cubicBezTo>
                        <ns1:lnTo>
                          <ns1:pt x="134113" y="118040"/>
                        </ns1:lnTo>
                        <ns1:cubicBezTo>
                          <ns1:pt x="114189" y="118040"/>
                          <ns1:pt x="104226" y="107408"/>
                          <ns1:pt x="104226" y="86144"/>
                        </ns1:cubicBezTo>
                        <ns1:lnTo>
                          <ns1:pt x="104226" y="29133"/>
                        </ns1:lnTo>
                        <ns1:lnTo>
                          <ns1:pt x="87148" y="29133"/>
                        </ns1:lnTo>
                        <ns1:cubicBezTo>
                          <ns1:pt x="84804" y="60108"/>
                          <ns1:pt x="76349" y="82711"/>
                          <ns1:pt x="61782" y="96943"/>
                        </ns1:cubicBezTo>
                        <ns1:cubicBezTo>
                          <ns1:pt x="52239" y="106487"/>
                          <ns1:pt x="38677" y="114942"/>
                          <ns1:pt x="21097" y="122309"/>
                        </ns1:cubicBezTo>
                        <ns1:cubicBezTo>
                          <ns1:pt x="13897" y="111593"/>
                          <ns1:pt x="6865" y="102301"/>
                          <ns1:pt x="0" y="94432"/>
                        </ns1:cubicBezTo>
                        <ns1:cubicBezTo>
                          <ns1:pt x="18083" y="86562"/>
                          <ns1:pt x="31142" y="78693"/>
                          <ns1:pt x="39179" y="70824"/>
                        </ns1:cubicBezTo>
                        <ns1:cubicBezTo>
                          <ns1:pt x="48388" y="61782"/>
                          <ns1:pt x="54081" y="47886"/>
                          <ns1:pt x="56257" y="29133"/>
                        </ns1:cubicBezTo>
                        <ns1:lnTo>
                          <ns1:pt x="23357" y="29133"/>
                        </ns1:lnTo>
                        <ns1:lnTo>
                          <ns1:pt x="23357" y="0"/>
                        </ns1:lnTo>
                        <ns1:close/>
                      </ns1:path>
                    </ns1:pathLst>
                  </ns1:custGeom>
                  <ns1:grpFill/>
                  <ns1:ln>
                    <ns1:noFill/>
                  </ns1:ln>
                  <ns1:effectLst/>
                </ns0:spPr>
                <ns0:txBody>
  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ns1:noAutofit/>
                  </ns1:bodyPr>
                  <ns1:lstStyle/>
                  <ns1:p>
                    <ns1:endParaRPr lang="zh-CN" altLang="en-US" sz="2000" b="1" dirty="0">
                      <ns1:latin typeface="微软雅黑" panose="020B0503020204020204" pitchFamily="34" charset="-122"/>
                      <ns1:ea typeface="微软雅黑" panose="020B0503020204020204" pitchFamily="34" charset="-122"/>
                    </ns1:endParaRPr>
                  </ns1:p>
                </ns0:txBody>
              </ns0:sp>
            </ns0:grpSp>
          </ns0:grpSp>
          <ns0:grpSp>
            <ns0:nvGrpSpPr>
              <ns0:cNvPr id="102" name="组合 101"/>
              <ns0:cNvGrpSpPr>
                <ns1:grpSpLocks noChangeAspect="1"/>
              </ns0:cNvGrpSpPr>
              <ns0:nvPr/>
            </ns0:nvGrpSpPr>
            <ns0:grpSpPr>
              <ns1:xfrm>
                <ns1:off x="3269966" y="1808731"/>
                <ns1:ext cx="3050206" cy="263366"/>
                <ns1:chOff x="3341483" y="2044383"/>
                <ns1:chExt cx="3586127" cy="309637"/>
              </ns1:xfrm>
              <ns1:solidFill>
                <ns1:srgbClr val="123A85"/>
              </ns1:solidFill>
            </ns0:grpSpPr>
            <ns0:sp>
              <ns0:nvSpPr>
                <ns0:cNvPr id="103" name="文本框 102"/>
                <ns0:cNvSpPr txBox="1"/>
                <ns0:nvPr/>
              </ns0:nvSpPr>
              <ns0:spPr>
                <ns1:xfrm>
                  <ns1:off x="3348255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4" name="文本框 103"/>
                <ns0:cNvSpPr txBox="1"/>
                <ns0:nvPr/>
              </ns0:nvSpPr>
              <ns0:spPr>
                <ns1:xfrm>
                  <ns1:off x="3431897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5" name="文本框 104"/>
                <ns0:cNvSpPr txBox="1"/>
                <ns0:nvPr/>
              </ns0:nvSpPr>
              <ns0:spPr>
                <ns1:xfrm>
                  <ns1:off x="3650972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6" name="文本框 105"/>
                <ns0:cNvSpPr txBox="1"/>
                <ns0:nvPr/>
              </ns0:nvSpPr>
              <ns0:spPr>
                <ns1:xfrm>
                  <ns1:off x="377479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7" name="文本框 106"/>
                <ns0:cNvSpPr txBox="1"/>
                <ns0:nvPr/>
              </ns0:nvSpPr>
              <ns0:spPr>
                <ns1:xfrm>
                  <ns1:off x="40224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8" name="文本框 107"/>
                <ns0:cNvSpPr txBox="1"/>
                <ns0:nvPr/>
              </ns0:nvSpPr>
              <ns0:spPr>
                <ns1:xfrm>
                  <ns1:off x="45558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6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8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2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09" name="文本框 108"/>
                <ns0:cNvSpPr txBox="1"/>
                <ns0:nvPr/>
              </ns0:nvSpPr>
              <ns0:spPr>
                <ns1:xfrm>
                  <ns1:off x="51559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7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8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5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6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0" name="文本框 109"/>
                <ns0:cNvSpPr txBox="1"/>
                <ns0:nvPr/>
              </ns0:nvSpPr>
              <ns0:spPr>
                <ns1:xfrm>
                  <ns1:off x="526278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1" name="文本框 110"/>
                <ns0:cNvSpPr txBox="1"/>
                <ns0:nvPr/>
              </ns0:nvSpPr>
              <ns0:spPr>
                <ns1:xfrm>
                  <ns1:off x="5891430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2" name="文本框 111"/>
                <ns0:cNvSpPr txBox="1"/>
                <ns0:nvPr/>
              </ns0:nvSpPr>
              <ns0:spPr>
                <ns1:xfrm>
                  <ns1:off x="6156047" y="2044383"/>
                  <ns1:ext cx="109388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9388" h="119137">
                      <ns1:moveTo>
                        <ns1:pt x="56033" y="0"/>
                      </ns1:moveTo>
                      <ns1:cubicBezTo>
                        <ns1:pt x="72057" y="0"/>
                        <ns1:pt x="84956" y="5383"/>
                        <ns1:pt x="94729" y="16148"/>
                      </ns1:cubicBezTo>
                      <ns1:cubicBezTo>
                        <ns1:pt x="104502" y="26913"/>
                        <ns1:pt x="109388" y="40928"/>
                        <ns1:pt x="109388" y="58192"/>
                      </ns1:cubicBezTo>
                      <ns1:cubicBezTo>
                        <ns1:pt x="109388" y="76895"/>
                        <ns1:pt x="104378" y="91728"/>
                        <ns1:pt x="94357" y="102691"/>
                      </ns1:cubicBezTo>
                      <ns1:cubicBezTo>
                        <ns1:pt x="84335" y="113655"/>
                        <ns1:pt x="70941" y="119137"/>
                        <ns1:pt x="54173" y="119137"/>
                      </ns1:cubicBezTo>
                      <ns1:cubicBezTo>
                        <ns1:pt x="37802" y="119137"/>
                        <ns1:pt x="24680" y="113754"/>
                        <ns1:pt x="14808" y="102989"/>
                      </ns1:cubicBezTo>
                      <ns1:cubicBezTo>
                        <ns1:pt x="4936" y="92224"/>
                        <ns1:pt x="0" y="78209"/>
                        <ns1:pt x="0" y="60945"/>
                      </ns1:cubicBezTo>
                      <ns1:cubicBezTo>
                        <ns1:pt x="0" y="42342"/>
                        <ns1:pt x="5035" y="27533"/>
                        <ns1:pt x="15106" y="16520"/>
                      </ns1:cubicBezTo>
                      <ns1:cubicBezTo>
                        <ns1:pt x="25176" y="5507"/>
                        <ns1:pt x="38819" y="0"/>
                        <ns1:pt x="56033" y="0"/>
                      </ns1:cubicBezTo>
                      <ns1:close/>
                      <ns1:moveTo>
                        <ns1:pt x="55140" y="13394"/>
                      </ns1:moveTo>
                      <ns1:cubicBezTo>
                        <ns1:pt x="43383" y="13394"/>
                        <ns1:pt x="33858" y="17661"/>
                        <ns1:pt x="26565" y="26194"/>
                      </ns1:cubicBezTo>
                      <ns1:cubicBezTo>
                        <ns1:pt x="19273" y="34726"/>
                        <ns1:pt x="15627" y="45913"/>
                        <ns1:pt x="15627" y="59754"/>
                      </ns1:cubicBezTo>
                      <ns1:cubicBezTo>
                        <ns1:pt x="15627" y="73695"/>
                        <ns1:pt x="19186" y="84869"/>
                        <ns1:pt x="26305" y="93278"/>
                      </ns1:cubicBezTo>
                      <ns1:cubicBezTo>
                        <ns1:pt x="33424" y="101687"/>
                        <ns1:pt x="42713" y="105891"/>
                        <ns1:pt x="54173" y="105891"/>
                      </ns1:cubicBezTo>
                      <ns1:cubicBezTo>
                        <ns1:pt x="66476" y="105891"/>
                        <ns1:pt x="76138" y="101860"/>
                        <ns1:pt x="83157" y="93799"/>
                      </ns1:cubicBezTo>
                      <ns1:cubicBezTo>
                        <ns1:pt x="90177" y="85737"/>
                        <ns1:pt x="93687" y="74464"/>
                        <ns1:pt x="93687" y="59978"/>
                      </ns1:cubicBezTo>
                      <ns1:cubicBezTo>
                        <ns1:pt x="93687" y="45095"/>
                        <ns1:pt x="90251" y="33610"/>
                        <ns1:pt x="83381" y="25524"/>
                      </ns1:cubicBezTo>
                      <ns1:cubicBezTo>
                        <ns1:pt x="76510" y="17438"/>
                        <ns1:pt x="67096" y="13394"/>
                        <ns1:pt x="55140" y="13394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3" name="文本框 112"/>
                <ns0:cNvSpPr txBox="1"/>
                <ns0:nvPr/>
              </ns0:nvSpPr>
              <ns0:spPr>
                <ns1:xfrm>
                  <ns1:off x="6756122" y="2044383"/>
                  <ns1:ext cx="8632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320" h="119137">
                      <ns1:moveTo>
                        <ns1:pt x="59010" y="0"/>
                      </ns1:moveTo>
                      <ns1:cubicBezTo>
                        <ns1:pt x="70023" y="0"/>
                        <ns1:pt x="79126" y="1563"/>
                        <ns1:pt x="86320" y="4688"/>
                      </ns1:cubicBezTo>
                      <ns1:lnTo>
                        <ns1:pt x="86320" y="20241"/>
                      </ns1:lnTo>
                      <ns1:cubicBezTo>
                        <ns1:pt x="78085" y="15676"/>
                        <ns1:pt x="69031" y="13394"/>
                        <ns1:pt x="59159" y="13394"/>
                      </ns1:cubicBezTo>
                      <ns1:cubicBezTo>
                        <ns1:pt x="46310" y="13394"/>
                        <ns1:pt x="35842" y="17673"/>
                        <ns1:pt x="27756" y="26231"/>
                      </ns1:cubicBezTo>
                      <ns1:cubicBezTo>
                        <ns1:pt x="19670" y="34788"/>
                        <ns1:pt x="15627" y="46335"/>
                        <ns1:pt x="15627" y="60871"/>
                      </ns1:cubicBezTo>
                      <ns1:cubicBezTo>
                        <ns1:pt x="15627" y="74662"/>
                        <ns1:pt x="19397" y="85613"/>
                        <ns1:pt x="26937" y="93724"/>
                      </ns1:cubicBezTo>
                      <ns1:cubicBezTo>
                        <ns1:pt x="34478" y="101836"/>
                        <ns1:pt x="44350" y="105891"/>
                        <ns1:pt x="56554" y="105891"/>
                      </ns1:cubicBezTo>
                      <ns1:cubicBezTo>
                        <ns1:pt x="67964" y="105891"/>
                        <ns1:pt x="77886" y="103312"/>
                        <ns1:pt x="86320" y="98152"/>
                      </ns1:cubicBezTo>
                      <ns1:lnTo>
                        <ns1:pt x="86320" y="112440"/>
                      </ns1:lnTo>
                      <ns1:cubicBezTo>
                        <ns1:pt x="77837" y="116904"/>
                        <ns1:pt x="67195" y="119137"/>
                        <ns1:pt x="54396" y="119137"/>
                      </ns1:cubicBezTo>
                      <ns1:cubicBezTo>
                        <ns1:pt x="37876" y="119137"/>
                        <ns1:pt x="24680" y="113891"/>
                        <ns1:pt x="14808" y="103398"/>
                      </ns1:cubicBezTo>
                      <ns1:cubicBezTo>
                        <ns1:pt x="4936" y="92906"/>
                        <ns1:pt x="0" y="79028"/>
                        <ns1:pt x="0" y="61764"/>
                      </ns1:cubicBezTo>
                      <ns1:cubicBezTo>
                        <ns1:pt x="0" y="43210"/>
                        <ns1:pt x="5556" y="28277"/>
                        <ns1:pt x="16668" y="16966"/>
                      </ns1:cubicBezTo>
                      <ns1:cubicBezTo>
                        <ns1:pt x="27781" y="5655"/>
                        <ns1:pt x="41895" y="0"/>
                        <ns1:pt x="59010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4" name="文本框 113"/>
                <ns0:cNvSpPr txBox="1"/>
                <ns0:nvPr/>
              </ns0:nvSpPr>
              <ns0:spPr>
                <ns1:xfrm>
                  <ns1:off x="6856768" y="20443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4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8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1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40" y="38373"/>
                        <ns1:pt x="20315" y="41300"/>
                      </ns1:cubicBezTo>
                      <ns1:cubicBezTo>
                        <ns1:pt x="23391" y="44227"/>
                        <ns1:pt x="30063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2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2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5" name="文本框 114"/>
                <ns0:cNvSpPr txBox="1"/>
                <ns0:nvPr/>
              </ns0:nvSpPr>
              <ns0:spPr>
                <ns1:xfrm>
                  <ns1:off x="3544113" y="20463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6" name="文本框 115"/>
                <ns0:cNvSpPr txBox="1"/>
                <ns0:nvPr/>
              </ns0:nvSpPr>
              <ns0:spPr>
                <ns1:xfrm>
                  <ns1:off x="3906063" y="2046318"/>
                  <ns1:ext cx="6079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079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02096"/>
                      </ns1:lnTo>
                      <ns1:lnTo>
                        <ns1:pt x="60796" y="102096"/>
                      </ns1:lnTo>
                      <ns1:lnTo>
                        <ns1:pt x="60796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7" name="文本框 116"/>
                <ns0:cNvSpPr txBox="1"/>
                <ns0:nvPr/>
              </ns0:nvSpPr>
              <ns0:spPr>
                <ns1:xfrm>
                  <ns1:off x="4153713" y="2046318"/>
                  <ns1:ext cx="5938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59382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1792"/>
                      </ns1:lnTo>
                      <ns1:lnTo>
                        <ns1:pt x="56108" y="51792"/>
                      </ns1:lnTo>
                      <ns1:lnTo>
                        <ns1:pt x="56108" y="64889"/>
                      </ns1:lnTo>
                      <ns1:lnTo>
                        <ns1:pt x="14883" y="6488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8" name="文本框 117"/>
                <ns0:cNvSpPr txBox="1"/>
                <ns0:nvPr/>
              </ns0:nvSpPr>
              <ns0:spPr>
                <ns1:xfrm>
                  <ns1:off x="42643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19" name="文本框 118"/>
                <ns0:cNvSpPr txBox="1"/>
                <ns0:nvPr/>
              </ns0:nvSpPr>
              <ns0:spPr>
                <ns1:xfrm>
                  <ns1:off x="4382313" y="20463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0" name="文本框 119"/>
                <ns0:cNvSpPr txBox="1"/>
                <ns0:nvPr/>
              </ns0:nvSpPr>
              <ns0:spPr>
                <ns1:xfrm>
                  <ns1:off x="44680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1" name="文本框 120"/>
                <ns0:cNvSpPr txBox="1"/>
                <ns0:nvPr/>
              </ns0:nvSpPr>
              <ns0:spPr>
                <ns1:xfrm>
                  <ns1:off x="46871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2" name="文本框 121"/>
                <ns0:cNvSpPr txBox="1"/>
                <ns0:nvPr/>
              </ns0:nvSpPr>
              <ns0:spPr>
                <ns1:xfrm>
                  <ns1:off x="47977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8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3" name="文本框 122"/>
                <ns0:cNvSpPr txBox="1"/>
                <ns0:nvPr/>
              </ns0:nvSpPr>
              <ns0:spPr>
                <ns1:xfrm>
                  <ns1:off x="49142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5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4" name="文本框 123"/>
                <ns0:cNvSpPr txBox="1"/>
                <ns0:nvPr/>
              </ns0:nvSpPr>
              <ns0:spPr>
                <ns1:xfrm>
                  <ns1:off x="50183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5" name="文本框 124"/>
                <ns0:cNvSpPr txBox="1"/>
                <ns0:nvPr/>
              </ns0:nvSpPr>
              <ns0:spPr>
                <ns1:xfrm>
                  <ns1:off x="51157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6" name="文本框 125"/>
                <ns0:cNvSpPr txBox="1"/>
                <ns0:nvPr/>
              </ns0:nvSpPr>
              <ns0:spPr>
                <ns1:xfrm>
                  <ns1:off x="538831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7" name="文本框 126"/>
                <ns0:cNvSpPr txBox="1"/>
                <ns0:nvPr/>
              </ns0:nvSpPr>
              <ns0:spPr>
                <ns1:xfrm>
                  <ns1:off x="550626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8" name="文本框 127"/>
                <ns0:cNvSpPr txBox="1"/>
                <ns0:nvPr/>
              </ns0:nvSpPr>
              <ns0:spPr>
                <ns1:xfrm>
                  <ns1:off x="5630088" y="2046318"/>
                  <ns1:ext cx="9383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3836" h="115267">
                      <ns1:moveTo>
                        <ns1:pt x="0" y="0"/>
                      </ns1:moveTo>
                      <ns1:lnTo>
                        <ns1:pt x="32891" y="0"/>
                      </ns1:lnTo>
                      <ns1:cubicBezTo>
                        <ns1:pt x="50353" y="0"/>
                        <ns1:pt x="64877" y="5085"/>
                        <ns1:pt x="76460" y="15255"/>
                      </ns1:cubicBezTo>
                      <ns1:cubicBezTo>
                        <ns1:pt x="88044" y="25424"/>
                        <ns1:pt x="93836" y="39067"/>
                        <ns1:pt x="93836" y="56182"/>
                      </ns1:cubicBezTo>
                      <ns1:cubicBezTo>
                        <ns1:pt x="93836" y="74042"/>
                        <ns1:pt x="88044" y="88354"/>
                        <ns1:pt x="76460" y="99119"/>
                      </ns1:cubicBezTo>
                      <ns1:cubicBezTo>
                        <ns1:pt x="64877" y="109885"/>
                        <ns1:pt x="49957" y="115267"/>
                        <ns1:pt x="31700" y="115267"/>
                      </ns1:cubicBez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245"/>
                      </ns1:moveTo>
                      <ns1:lnTo>
                        <ns1:pt x="14883" y="102096"/>
                      </ns1:lnTo>
                      <ns1:lnTo>
                        <ns1:pt x="31626" y="102096"/>
                      </ns1:lnTo>
                      <ns1:cubicBezTo>
                        <ns1:pt x="46261" y="102096"/>
                        <ns1:pt x="57683" y="98102"/>
                        <ns1:pt x="65894" y="90115"/>
                      </ns1:cubicBezTo>
                      <ns1:cubicBezTo>
                        <ns1:pt x="74104" y="82128"/>
                        <ns1:pt x="78209" y="70941"/>
                        <ns1:pt x="78209" y="56554"/>
                      </ns1:cubicBezTo>
                      <ns1:cubicBezTo>
                        <ns1:pt x="78209" y="42168"/>
                        <ns1:pt x="73992" y="31353"/>
                        <ns1:pt x="65559" y="24110"/>
                      </ns1:cubicBezTo>
                      <ns1:cubicBezTo>
                        <ns1:pt x="57125" y="16867"/>
                        <ns1:pt x="46037" y="13245"/>
                        <ns1:pt x="32296" y="13245"/>
                      </ns1:cubicBezTo>
                      <ns1:lnTo>
                        <ns1:pt x="14883" y="13245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29" name="文本框 128"/>
                <ns0:cNvSpPr txBox="1"/>
                <ns0:nvPr/>
              </ns0:nvSpPr>
              <ns0:spPr>
                <ns1:xfrm>
                  <ns1:off x="5778842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0" name="文本框 129"/>
                <ns0:cNvSpPr txBox="1"/>
                <ns0:nvPr/>
              </ns0:nvSpPr>
              <ns0:spPr>
                <ns1:xfrm>
                  <ns1:off x="59708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1" name="文本框 130"/>
                <ns0:cNvSpPr txBox="1"/>
                <ns0:nvPr/>
              </ns0:nvSpPr>
              <ns0:spPr>
                <ns1:xfrm>
                  <ns1:off x="6068238" y="20463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8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59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2" name="文本框 131"/>
                <ns0:cNvSpPr txBox="1"/>
                <ns0:nvPr/>
              </ns0:nvSpPr>
              <ns0:spPr>
                <ns1:xfrm>
                  <ns1:off x="6287313" y="20463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5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3" name="文本框 132"/>
                <ns0:cNvSpPr txBox="1"/>
                <ns0:nvPr/>
              </ns0:nvSpPr>
              <ns0:spPr>
                <ns1:xfrm>
                  <ns1:off x="6397967" y="20463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79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4" name="文本框 133"/>
                <ns0:cNvSpPr txBox="1"/>
                <ns0:nvPr/>
              </ns0:nvSpPr>
              <ns0:spPr>
                <ns1:xfrm>
                  <ns1:off x="6514499" y="20463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5" name="文本框 134"/>
                <ns0:cNvSpPr txBox="1"/>
                <ns0:nvPr/>
              </ns0:nvSpPr>
              <ns0:spPr>
                <ns1:xfrm>
                  <ns1:off x="6618530" y="20463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1" y="13245"/>
                      </ns1:lnTo>
                      <ns1:lnTo>
                        <ns1:pt x="48071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6" name="文本框 135"/>
                <ns0:cNvSpPr txBox="1"/>
                <ns0:nvPr/>
              </ns0:nvSpPr>
              <ns0:spPr>
                <ns1:xfrm>
                  <ns1:off x="6715938" y="20463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8" name="文本框 137"/>
                <ns0:cNvSpPr txBox="1"/>
                <ns0:nvPr/>
              </ns0:nvSpPr>
              <ns0:spPr>
                <ns1:xfrm>
                  <ns1:off x="3984347" y="2234883"/>
                  <ns1:ext cx="94580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580" h="119137">
                      <ns1:moveTo>
                        <ns1:pt x="60201" y="0"/>
                      </ns1:moveTo>
                      <ns1:cubicBezTo>
                        <ns1:pt x="72652" y="0"/>
                        <ns1:pt x="83194" y="1984"/>
                        <ns1:pt x="91827" y="5953"/>
                      </ns1:cubicBezTo>
                      <ns1:lnTo>
                        <ns1:pt x="91827" y="22027"/>
                      </ns1:lnTo>
                      <ns1:cubicBezTo>
                        <ns1:pt x="82599" y="16222"/>
                        <ns1:pt x="71611" y="13320"/>
                        <ns1:pt x="58861" y="13320"/>
                      </ns1:cubicBezTo>
                      <ns1:cubicBezTo>
                        <ns1:pt x="46310" y="13320"/>
                        <ns1:pt x="35966" y="17611"/>
                        <ns1:pt x="27830" y="26194"/>
                      </ns1:cubicBezTo>
                      <ns1:cubicBezTo>
                        <ns1:pt x="19694" y="34776"/>
                        <ns1:pt x="15627" y="46087"/>
                        <ns1:pt x="15627" y="60127"/>
                      </ns1:cubicBezTo>
                      <ns1:cubicBezTo>
                        <ns1:pt x="15627" y="74563"/>
                        <ns1:pt x="19372" y="85799"/>
                        <ns1:pt x="26863" y="93836"/>
                      </ns1:cubicBezTo>
                      <ns1:cubicBezTo>
                        <ns1:pt x="34354" y="101873"/>
                        <ns1:pt x="44474" y="105891"/>
                        <ns1:pt x="57224" y="105891"/>
                      </ns1:cubicBezTo>
                      <ns1:cubicBezTo>
                        <ns1:pt x="66005" y="105891"/>
                        <ns1:pt x="73471" y="104204"/>
                        <ns1:pt x="79623" y="100831"/>
                      </ns1:cubicBezTo>
                      <ns1:lnTo>
                        <ns1:pt x="79623" y="69652"/>
                      </ns1:lnTo>
                      <ns1:lnTo>
                        <ns1:pt x="54619" y="69652"/>
                      </ns1:lnTo>
                      <ns1:lnTo>
                        <ns1:pt x="54619" y="56480"/>
                      </ns1:lnTo>
                      <ns1:lnTo>
                        <ns1:pt x="94580" y="56480"/>
                      </ns1:lnTo>
                      <ns1:lnTo>
                        <ns1:pt x="94580" y="109314"/>
                      </ns1:lnTo>
                      <ns1:cubicBezTo>
                        <ns1:pt x="83070" y="115863"/>
                        <ns1:pt x="70073" y="119137"/>
                        <ns1:pt x="55587" y="119137"/>
                      </ns1:cubicBezTo>
                      <ns1:cubicBezTo>
                        <ns1:pt x="38918" y="119137"/>
                        <ns1:pt x="25486" y="113866"/>
                        <ns1:pt x="15292" y="103324"/>
                      </ns1:cubicBezTo>
                      <ns1:cubicBezTo>
                        <ns1:pt x="5097" y="92782"/>
                        <ns1:pt x="0" y="78705"/>
                        <ns1:pt x="0" y="61094"/>
                      </ns1:cubicBezTo>
                      <ns1:cubicBezTo>
                        <ns1:pt x="0" y="43284"/>
                        <ns1:pt x="5630" y="28649"/>
                        <ns1:pt x="16892" y="17190"/>
                      </ns1:cubicBezTo>
                      <ns1:cubicBezTo>
                        <ns1:pt x="28153" y="5730"/>
                        <ns1:pt x="42589" y="0"/>
                        <ns1:pt x="60201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39" name="文本框 138"/>
                <ns0:cNvSpPr txBox="1"/>
                <ns0:nvPr/>
              </ns0:nvSpPr>
              <ns0:spPr>
                <ns1:xfrm>
                  <ns1:off x="4719855" y="2234883"/>
                  <ns1:ext cx="70842" cy="11913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70842" h="119137">
                      <ns1:moveTo>
                        <ns1:pt x="40705" y="0"/>
                      </ns1:moveTo>
                      <ns1:cubicBezTo>
                        <ns1:pt x="52165" y="0"/>
                        <ns1:pt x="60573" y="1389"/>
                        <ns1:pt x="65931" y="4167"/>
                      </ns1:cubicBezTo>
                      <ns1:lnTo>
                        <ns1:pt x="65931" y="20389"/>
                      </ns1:lnTo>
                      <ns1:cubicBezTo>
                        <ns1:pt x="58986" y="15577"/>
                        <ns1:pt x="50205" y="13171"/>
                        <ns1:pt x="39589" y="13171"/>
                      </ns1:cubicBezTo>
                      <ns1:cubicBezTo>
                        <ns1:pt x="32544" y="13171"/>
                        <ns1:pt x="26802" y="14647"/>
                        <ns1:pt x="22362" y="17599"/>
                      </ns1:cubicBezTo>
                      <ns1:cubicBezTo>
                        <ns1:pt x="17922" y="20551"/>
                        <ns1:pt x="15702" y="24656"/>
                        <ns1:pt x="15702" y="29914"/>
                      </ns1:cubicBezTo>
                      <ns1:cubicBezTo>
                        <ns1:pt x="15702" y="34578"/>
                        <ns1:pt x="17239" y="38373"/>
                        <ns1:pt x="20315" y="41300"/>
                      </ns1:cubicBezTo>
                      <ns1:cubicBezTo>
                        <ns1:pt x="23391" y="44227"/>
                        <ns1:pt x="30064" y="48220"/>
                        <ns1:pt x="40333" y="53280"/>
                      </ns1:cubicBezTo>
                      <ns1:cubicBezTo>
                        <ns1:pt x="51644" y="58688"/>
                        <ns1:pt x="59556" y="64095"/>
                        <ns1:pt x="64071" y="69503"/>
                      </ns1:cubicBezTo>
                      <ns1:cubicBezTo>
                        <ns1:pt x="68585" y="74910"/>
                        <ns1:pt x="70842" y="80987"/>
                        <ns1:pt x="70842" y="87734"/>
                      </ns1:cubicBezTo>
                      <ns1:cubicBezTo>
                        <ns1:pt x="70842" y="97854"/>
                        <ns1:pt x="67171" y="105618"/>
                        <ns1:pt x="59829" y="111026"/>
                      </ns1:cubicBezTo>
                      <ns1:cubicBezTo>
                        <ns1:pt x="52487" y="116433"/>
                        <ns1:pt x="42292" y="119137"/>
                        <ns1:pt x="29245" y="119137"/>
                      </ns1:cubicBezTo>
                      <ns1:cubicBezTo>
                        <ns1:pt x="24681" y="119137"/>
                        <ns1:pt x="19360" y="118504"/>
                        <ns1:pt x="13283" y="117239"/>
                      </ns1:cubicBezTo>
                      <ns1:cubicBezTo>
                        <ns1:pt x="7206" y="115974"/>
                        <ns1:pt x="2778" y="114399"/>
                        <ns1:pt x="0" y="112514"/>
                      </ns1:cubicBezTo>
                      <ns1:lnTo>
                        <ns1:pt x="0" y="95548"/>
                      </ns1:lnTo>
                      <ns1:cubicBezTo>
                        <ns1:pt x="3523" y="98623"/>
                        <ns1:pt x="8235" y="101154"/>
                        <ns1:pt x="14139" y="103138"/>
                      </ns1:cubicBezTo>
                      <ns1:cubicBezTo>
                        <ns1:pt x="20042" y="105122"/>
                        <ns1:pt x="25648" y="106114"/>
                        <ns1:pt x="30956" y="106114"/>
                      </ns1:cubicBezTo>
                      <ns1:cubicBezTo>
                        <ns1:pt x="47129" y="106114"/>
                        <ns1:pt x="55215" y="100360"/>
                        <ns1:pt x="55215" y="88850"/>
                      </ns1:cubicBezTo>
                      <ns1:cubicBezTo>
                        <ns1:pt x="55215" y="85626"/>
                        <ns1:pt x="54347" y="82724"/>
                        <ns1:pt x="52611" y="80144"/>
                      </ns1:cubicBezTo>
                      <ns1:cubicBezTo>
                        <ns1:pt x="50875" y="77564"/>
                        <ns1:pt x="48493" y="75282"/>
                        <ns1:pt x="45467" y="73298"/>
                      </ns1:cubicBezTo>
                      <ns1:cubicBezTo>
                        <ns1:pt x="42441" y="71313"/>
                        <ns1:pt x="36761" y="68262"/>
                        <ns1:pt x="28426" y="64145"/>
                      </ns1:cubicBezTo>
                      <ns1:cubicBezTo>
                        <ns1:pt x="16867" y="58390"/>
                        <ns1:pt x="9252" y="53045"/>
                        <ns1:pt x="5581" y="48109"/>
                      </ns1:cubicBezTo>
                      <ns1:cubicBezTo>
                        <ns1:pt x="1910" y="43173"/>
                        <ns1:pt x="75" y="37529"/>
                        <ns1:pt x="75" y="31179"/>
                      </ns1:cubicBezTo>
                      <ns1:cubicBezTo>
                        <ns1:pt x="75" y="21605"/>
                        <ns1:pt x="3919" y="14015"/>
                        <ns1:pt x="11609" y="8409"/>
                      </ns1:cubicBezTo>
                      <ns1:cubicBezTo>
                        <ns1:pt x="19298" y="2803"/>
                        <ns1:pt x="28997" y="0"/>
                        <ns1:pt x="40705" y="0"/>
                      </ns1:cubicBez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0" name="文本框 139"/>
                <ns0:cNvSpPr txBox="1"/>
                <ns0:nvPr/>
              </ns0:nvSpPr>
              <ns0:spPr>
                <ns1:xfrm>
                  <ns1:off x="3341483" y="2236818"/>
                  <ns1:ext cx="8825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256" h="115267">
                      <ns1:moveTo>
                        <ns1:pt x="5209" y="0"/>
                      </ns1:moveTo>
                      <ns1:lnTo>
                        <ns1:pt x="88256" y="0"/>
                      </ns1:lnTo>
                      <ns1:lnTo>
                        <ns1:pt x="88256" y="4465"/>
                      </ns1:lnTo>
                      <ns1:lnTo>
                        <ns1:pt x="21804" y="102096"/>
                      </ns1:lnTo>
                      <ns1:lnTo>
                        <ns1:pt x="86767" y="102096"/>
                      </ns1:lnTo>
                      <ns1:lnTo>
                        <ns1:pt x="86767" y="115267"/>
                      </ns1:lnTo>
                      <ns1:lnTo>
                        <ns1:pt x="0" y="115267"/>
                      </ns1:lnTo>
                      <ns1:lnTo>
                        <ns1:pt x="0" y="110207"/>
                      </ns1:lnTo>
                      <ns1:lnTo>
                        <ns1:pt x="66006" y="13245"/>
                      </ns1:lnTo>
                      <ns1:lnTo>
                        <ns1:pt x="5209" y="13245"/>
                      </ns1:lnTo>
                      <ns1:lnTo>
                        <ns1:pt x="5209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1" name="文本框 140"/>
                <ns0:cNvSpPr txBox="1"/>
                <ns0:nvPr/>
              </ns0:nvSpPr>
              <ns0:spPr>
                <ns1:xfrm>
                  <ns1:off x="3448863" y="2236818"/>
                  <ns1:ext cx="88106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8106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50080"/>
                      </ns1:lnTo>
                      <ns1:lnTo>
                        <ns1:pt x="73223" y="50080"/>
                      </ns1:lnTo>
                      <ns1:lnTo>
                        <ns1:pt x="73223" y="0"/>
                      </ns1:lnTo>
                      <ns1:lnTo>
                        <ns1:pt x="88106" y="0"/>
                      </ns1:lnTo>
                      <ns1:lnTo>
                        <ns1:pt x="88106" y="115267"/>
                      </ns1:lnTo>
                      <ns1:lnTo>
                        <ns1:pt x="73223" y="115267"/>
                      </ns1:lnTo>
                      <ns1:lnTo>
                        <ns1:pt x="73223" y="63326"/>
                      </ns1:lnTo>
                      <ns1:lnTo>
                        <ns1:pt x="14883" y="63326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2" name="文本框 141"/>
                <ns0:cNvSpPr txBox="1"/>
                <ns0:nvPr/>
              </ns0:nvSpPr>
              <ns0:spPr>
                <ns1:xfrm>
                  <ns1:off x="3563163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3" name="文本框 142"/>
                <ns0:cNvSpPr txBox="1"/>
                <ns0:nvPr/>
              </ns0:nvSpPr>
              <ns0:spPr>
                <ns1:xfrm>
                  <ns1:off x="3645316" y="2236818"/>
                  <ns1:ext cx="44649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44649" h="117202">
                      <ns1:moveTo>
                        <ns1:pt x="29766" y="0"/>
                      </ns1:moveTo>
                      <ns1:lnTo>
                        <ns1:pt x="44649" y="0"/>
                      </ns1:lnTo>
                      <ns1:lnTo>
                        <ns1:pt x="44649" y="73446"/>
                      </ns1:lnTo>
                      <ns1:cubicBezTo>
                        <ns1:pt x="44649" y="87387"/>
                        <ns1:pt x="41697" y="98164"/>
                        <ns1:pt x="35793" y="105779"/>
                      </ns1:cubicBezTo>
                      <ns1:cubicBezTo>
                        <ns1:pt x="29890" y="113394"/>
                        <ns1:pt x="21853" y="117202"/>
                        <ns1:pt x="11683" y="117202"/>
                      </ns1:cubicBezTo>
                      <ns1:cubicBezTo>
                        <ns1:pt x="6970" y="117202"/>
                        <ns1:pt x="3076" y="116507"/>
                        <ns1:pt x="0" y="115118"/>
                      </ns1:cubicBezTo>
                      <ns1:lnTo>
                        <ns1:pt x="0" y="100608"/>
                      </ns1:lnTo>
                      <ns1:cubicBezTo>
                        <ns1:pt x="3076" y="102840"/>
                        <ns1:pt x="6945" y="103956"/>
                        <ns1:pt x="11609" y="103956"/>
                      </ns1:cubicBezTo>
                      <ns1:cubicBezTo>
                        <ns1:pt x="23713" y="103956"/>
                        <ns1:pt x="29766" y="93786"/>
                        <ns1:pt x="29766" y="73446"/>
                      </ns1:cubicBezTo>
                      <ns1:lnTo>
                        <ns1:pt x="29766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4" name="文本框 143"/>
                <ns0:cNvSpPr txBox="1"/>
                <ns0:nvPr/>
              </ns0:nvSpPr>
              <ns0:spPr>
                <ns1:xfrm>
                  <ns1:off x="3715563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5" name="文本框 144"/>
                <ns0:cNvSpPr txBox="1"/>
                <ns0:nvPr/>
              </ns0:nvSpPr>
              <ns0:spPr>
                <ns1:xfrm>
                  <ns1:off x="3750017" y="2236818"/>
                  <ns1:ext cx="10373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3733" h="115267">
                      <ns1:moveTo>
                        <ns1:pt x="43904" y="0"/>
                      </ns1:moveTo>
                      <ns1:lnTo>
                        <ns1:pt x="59829" y="0"/>
                      </ns1:lnTo>
                      <ns1:lnTo>
                        <ns1:pt x="103733" y="115267"/>
                      </ns1:lnTo>
                      <ns1:lnTo>
                        <ns1:pt x="87287" y="115267"/>
                      </ns1:lnTo>
                      <ns1:lnTo>
                        <ns1:pt x="75530" y="83716"/>
                      </ns1:lnTo>
                      <ns1:lnTo>
                        <ns1:pt x="27533" y="83716"/>
                      </ns1:lnTo>
                      <ns1:lnTo>
                        <ns1:pt x="16445" y="115267"/>
                      </ns1:lnTo>
                      <ns1:lnTo>
                        <ns1:pt x="0" y="115267"/>
                      </ns1:lnTo>
                      <ns1:lnTo>
                        <ns1:pt x="43904" y="0"/>
                      </ns1:lnTo>
                      <ns1:close/>
                      <ns1:moveTo>
                        <ns1:pt x="51345" y="14734"/>
                      </ns1:moveTo>
                      <ns1:cubicBezTo>
                        <ns1:pt x="50800" y="18206"/>
                        <ns1:pt x="50180" y="20885"/>
                        <ns1:pt x="49485" y="22770"/>
                      </ns1:cubicBezTo>
                      <ns1:lnTo>
                        <ns1:pt x="32221" y="70693"/>
                      </ns1:lnTo>
                      <ns1:lnTo>
                        <ns1:pt x="70916" y="70693"/>
                      </ns1:lnTo>
                      <ns1:lnTo>
                        <ns1:pt x="53503" y="22770"/>
                      </ns1:lnTo>
                      <ns1:cubicBezTo>
                        <ns1:pt x="52958" y="21233"/>
                        <ns1:pt x="52362" y="18554"/>
                        <ns1:pt x="51717" y="14734"/>
                      </ns1:cubicBezTo>
                      <ns1:lnTo>
                        <ns1:pt x="51345" y="14734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6" name="文本框 145"/>
                <ns0:cNvSpPr txBox="1"/>
                <ns0:nvPr/>
              </ns0:nvSpPr>
              <ns0:spPr>
                <ns1:xfrm>
                  <ns1:off x="386796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7" name="文本框 146"/>
                <ns0:cNvSpPr txBox="1"/>
                <ns0:nvPr/>
              </ns0:nvSpPr>
              <ns0:spPr>
                <ns1:xfrm>
                  <ns1:off x="4152299" y="2236818"/>
                  <ns1:ext cx="86841" cy="117202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6841" h="117202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69354"/>
                      </ns1:lnTo>
                      <ns1:cubicBezTo>
                        <ns1:pt x="14883" y="92422"/>
                        <ns1:pt x="24557" y="103956"/>
                        <ns1:pt x="43904" y="103956"/>
                      </ns1:cubicBezTo>
                      <ns1:cubicBezTo>
                        <ns1:pt x="62607" y="103956"/>
                        <ns1:pt x="71959" y="92794"/>
                        <ns1:pt x="71959" y="70470"/>
                      </ns1:cubicBezTo>
                      <ns1:lnTo>
                        <ns1:pt x="71959" y="0"/>
                      </ns1:lnTo>
                      <ns1:lnTo>
                        <ns1:pt x="86841" y="0"/>
                      </ns1:lnTo>
                      <ns1:lnTo>
                        <ns1:pt x="86841" y="68312"/>
                      </ns1:lnTo>
                      <ns1:cubicBezTo>
                        <ns1:pt x="86841" y="100905"/>
                        <ns1:pt x="72058" y="117202"/>
                        <ns1:pt x="42491" y="117202"/>
                      </ns1:cubicBezTo>
                      <ns1:cubicBezTo>
                        <ns1:pt x="14164" y="117202"/>
                        <ns1:pt x="0" y="101476"/>
                        <ns1:pt x="0" y="70023"/>
                      </ns1:cubicBez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8" name="文本框 147"/>
                <ns0:cNvSpPr txBox="1"/>
                <ns0:nvPr/>
              </ns0:nvSpPr>
              <ns0:spPr>
                <ns1:xfrm>
                  <ns1:off x="4268013" y="2236818"/>
                  <ns1:ext cx="9413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94134" h="115267">
                      <ns1:moveTo>
                        <ns1:pt x="0" y="0"/>
                      </ns1:moveTo>
                      <ns1:lnTo>
                        <ns1:pt x="18678" y="0"/>
                      </ns1:lnTo>
                      <ns1:lnTo>
                        <ns1:pt x="75084" y="88106"/>
                      </ns1:lnTo>
                      <ns1:cubicBezTo>
                        <ns1:pt x="77763" y="92273"/>
                        <ns1:pt x="79350" y="94927"/>
                        <ns1:pt x="79846" y="96068"/>
                      </ns1:cubicBezTo>
                      <ns1:lnTo>
                        <ns1:pt x="80144" y="96068"/>
                      </ns1:lnTo>
                      <ns1:cubicBezTo>
                        <ns1:pt x="79648" y="92794"/>
                        <ns1:pt x="79400" y="87188"/>
                        <ns1:pt x="79400" y="79251"/>
                      </ns1:cubicBezTo>
                      <ns1:lnTo>
                        <ns1:pt x="79400" y="0"/>
                      </ns1:lnTo>
                      <ns1:lnTo>
                        <ns1:pt x="94134" y="0"/>
                      </ns1:lnTo>
                      <ns1:lnTo>
                        <ns1:pt x="94134" y="115267"/>
                      </ns1:lnTo>
                      <ns1:lnTo>
                        <ns1:pt x="76498" y="115267"/>
                      </ns1:lnTo>
                      <ns1:lnTo>
                        <ns1:pt x="18529" y="25598"/>
                      </ns1:lnTo>
                      <ns1:cubicBezTo>
                        <ns1:pt x="16892" y="23068"/>
                        <ns1:pt x="15577" y="20563"/>
                        <ns1:pt x="14585" y="18082"/>
                      </ns1:cubicBezTo>
                      <ns1:lnTo>
                        <ns1:pt x="14139" y="18082"/>
                      </ns1:lnTo>
                      <ns1:cubicBezTo>
                        <ns1:pt x="14536" y="20662"/>
                        <ns1:pt x="14734" y="26045"/>
                        <ns1:pt x="14734" y="34230"/>
                      </ns1:cubicBezTo>
                      <ns1:lnTo>
                        <ns1:pt x="14734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49" name="文本框 148"/>
                <ns0:cNvSpPr txBox="1"/>
                <ns0:nvPr/>
              </ns0:nvSpPr>
              <ns0:spPr>
                <ns1:xfrm>
                  <ns1:off x="43918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0" name="文本框 149"/>
                <ns0:cNvSpPr txBox="1"/>
                <ns0:nvPr/>
              </ns0:nvSpPr>
              <ns0:spPr>
                <ns1:xfrm>
                  <ns1:off x="4425920" y="2236818"/>
                  <ns1:ext cx="100384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00384" h="115267">
                      <ns1:moveTo>
                        <ns1:pt x="0" y="0"/>
                      </ns1:moveTo>
                      <ns1:lnTo>
                        <ns1:pt x="16520" y="0"/>
                      </ns1:lnTo>
                      <ns1:lnTo>
                        <ns1:pt x="47550" y="90115"/>
                      </ns1:lnTo>
                      <ns1:cubicBezTo>
                        <ns1:pt x="48592" y="93092"/>
                        <ns1:pt x="49361" y="96540"/>
                        <ns1:pt x="49857" y="100459"/>
                      </ns1:cubicBezTo>
                      <ns1:lnTo>
                        <ns1:pt x="50229" y="100459"/>
                      </ns1:lnTo>
                      <ns1:cubicBezTo>
                        <ns1:pt x="50626" y="97036"/>
                        <ns1:pt x="51494" y="93538"/>
                        <ns1:pt x="52834" y="89966"/>
                      </ns1:cubicBezTo>
                      <ns1:lnTo>
                        <ns1:pt x="84460" y="0"/>
                      </ns1:lnTo>
                      <ns1:lnTo>
                        <ns1:pt x="100384" y="0"/>
                      </ns1:lnTo>
                      <ns1:lnTo>
                        <ns1:pt x="58043" y="115267"/>
                      </ns1:lnTo>
                      <ns1:lnTo>
                        <ns1:pt x="41523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1" name="文本框 150"/>
                <ns0:cNvSpPr txBox="1"/>
                <ns0:nvPr/>
              </ns0:nvSpPr>
              <ns0:spPr>
                <ns1:xfrm>
                  <ns1:off x="4544238" y="2236818"/>
                  <ns1:ext cx="61987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61987" h="115267">
                      <ns1:moveTo>
                        <ns1:pt x="0" y="0"/>
                      </ns1:moveTo>
                      <ns1:lnTo>
                        <ns1:pt x="59382" y="0"/>
                      </ns1:lnTo>
                      <ns1:lnTo>
                        <ns1:pt x="59382" y="13245"/>
                      </ns1:lnTo>
                      <ns1:lnTo>
                        <ns1:pt x="14883" y="13245"/>
                      </ns1:lnTo>
                      <ns1:lnTo>
                        <ns1:pt x="14883" y="50155"/>
                      </ns1:lnTo>
                      <ns1:lnTo>
                        <ns1:pt x="56108" y="50155"/>
                      </ns1:lnTo>
                      <ns1:lnTo>
                        <ns1:pt x="56108" y="63326"/>
                      </ns1:lnTo>
                      <ns1:lnTo>
                        <ns1:pt x="14883" y="63326"/>
                      </ns1:lnTo>
                      <ns1:lnTo>
                        <ns1:pt x="14883" y="102096"/>
                      </ns1:lnTo>
                      <ns1:lnTo>
                        <ns1:pt x="61987" y="102096"/>
                      </ns1:lnTo>
                      <ns1:lnTo>
                        <ns1:pt x="61987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2" name="文本框 151"/>
                <ns0:cNvSpPr txBox="1"/>
                <ns0:nvPr/>
              </ns0:nvSpPr>
              <ns0:spPr>
                <ns1:xfrm>
                  <ns1:off x="4629963" y="2236818"/>
                  <ns1:ext cx="8416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4162" h="115267">
                      <ns1:moveTo>
                        <ns1:pt x="0" y="0"/>
                      </ns1:moveTo>
                      <ns1:lnTo>
                        <ns1:pt x="35123" y="0"/>
                      </ns1:lnTo>
                      <ns1:cubicBezTo>
                        <ns1:pt x="46335" y="0"/>
                        <ns1:pt x="55116" y="2703"/>
                        <ns1:pt x="61466" y="8111"/>
                      </ns1:cubicBezTo>
                      <ns1:cubicBezTo>
                        <ns1:pt x="67816" y="13518"/>
                        <ns1:pt x="70991" y="21084"/>
                        <ns1:pt x="70991" y="30807"/>
                      </ns1:cubicBezTo>
                      <ns1:cubicBezTo>
                        <ns1:pt x="70991" y="46781"/>
                        <ns1:pt x="62458" y="57150"/>
                        <ns1:pt x="45393" y="61912"/>
                      </ns1:cubicBezTo>
                      <ns1:lnTo>
                        <ns1:pt x="45393" y="62284"/>
                      </ns1:lnTo>
                      <ns1:cubicBezTo>
                        <ns1:pt x="48568" y="63624"/>
                        <ns1:pt x="51309" y="65534"/>
                        <ns1:pt x="53615" y="68014"/>
                      </ns1:cubicBezTo>
                      <ns1:cubicBezTo>
                        <ns1:pt x="55922" y="70495"/>
                        <ns1:pt x="58911" y="74736"/>
                        <ns1:pt x="62582" y="80739"/>
                      </ns1:cubicBezTo>
                      <ns1:lnTo>
                        <ns1:pt x="84162" y="115267"/>
                      </ns1:lnTo>
                      <ns1:lnTo>
                        <ns1:pt x="66601" y="115267"/>
                      </ns1:lnTo>
                      <ns1:lnTo>
                        <ns1:pt x="47476" y="83269"/>
                      </ns1:lnTo>
                      <ns1:cubicBezTo>
                        <ns1:pt x="43656" y="76869"/>
                        <ns1:pt x="40159" y="72516"/>
                        <ns1:pt x="36984" y="70209"/>
                      </ns1:cubicBezTo>
                      <ns1:cubicBezTo>
                        <ns1:pt x="33809" y="67903"/>
                        <ns1:pt x="30014" y="66749"/>
                        <ns1:pt x="25598" y="66749"/>
                      </ns1:cubicBezTo>
                      <ns1:lnTo>
                        <ns1:pt x="14883" y="66749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  <ns1:moveTo>
                        <ns1:pt x="14883" y="13022"/>
                      </ns1:moveTo>
                      <ns1:lnTo>
                        <ns1:pt x="14883" y="53727"/>
                      </ns1:lnTo>
                      <ns1:lnTo>
                        <ns1:pt x="32445" y="53727"/>
                      </ns1:lnTo>
                      <ns1:cubicBezTo>
                        <ns1:pt x="39241" y="53727"/>
                        <ns1:pt x="44760" y="51742"/>
                        <ns1:pt x="49002" y="47774"/>
                      </ns1:cubicBezTo>
                      <ns1:cubicBezTo>
                        <ns1:pt x="53243" y="43805"/>
                        <ns1:pt x="55364" y="38596"/>
                        <ns1:pt x="55364" y="32147"/>
                      </ns1:cubicBezTo>
                      <ns1:cubicBezTo>
                        <ns1:pt x="55364" y="26144"/>
                        <ns1:pt x="53429" y="21456"/>
                        <ns1:pt x="49560" y="18082"/>
                      </ns1:cubicBezTo>
                      <ns1:cubicBezTo>
                        <ns1:pt x="45690" y="14709"/>
                        <ns1:pt x="40060" y="13022"/>
                        <ns1:pt x="32668" y="13022"/>
                      </ns1:cubicBezTo>
                      <ns1:lnTo>
                        <ns1:pt x="14883" y="13022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3" name="文本框 152"/>
                <ns0:cNvSpPr txBox="1"/>
                <ns0:nvPr/>
              </ns0:nvSpPr>
              <ns0:spPr>
                <ns1:xfrm>
                  <ns1:off x="4810938" y="2236818"/>
                  <ns1:ext cx="14883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14883" h="115267">
                      <ns1:moveTo>
                        <ns1:pt x="0" y="0"/>
                      </ns1:moveTo>
                      <ns1:lnTo>
                        <ns1:pt x="14883" y="0"/>
                      </ns1:lnTo>
                      <ns1:lnTo>
                        <ns1:pt x="14883" y="115267"/>
                      </ns1:lnTo>
                      <ns1:lnTo>
                        <ns1:pt x="0" y="115267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4" name="文本框 153"/>
                <ns0:cNvSpPr txBox="1"/>
                <ns0:nvPr/>
              </ns0:nvSpPr>
              <ns0:spPr>
                <ns1:xfrm>
                  <ns1:off x="4846880" y="2236818"/>
                  <ns1:ext cx="81335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1335" h="115267">
                      <ns1:moveTo>
                        <ns1:pt x="0" y="0"/>
                      </ns1:moveTo>
                      <ns1:lnTo>
                        <ns1:pt x="81335" y="0"/>
                      </ns1:lnTo>
                      <ns1:lnTo>
                        <ns1:pt x="81335" y="13245"/>
                      </ns1:lnTo>
                      <ns1:lnTo>
                        <ns1:pt x="48072" y="13245"/>
                      </ns1:lnTo>
                      <ns1:lnTo>
                        <ns1:pt x="48072" y="115267"/>
                      </ns1:lnTo>
                      <ns1:lnTo>
                        <ns1:pt x="33114" y="115267"/>
                      </ns1:lnTo>
                      <ns1:lnTo>
                        <ns1:pt x="33114" y="13245"/>
                      </ns1:lnTo>
                      <ns1:lnTo>
                        <ns1:pt x="0" y="13245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  <ns0:sp>
              <ns0:nvSpPr>
                <ns0:cNvPr id="155" name="文本框 154"/>
                <ns0:cNvSpPr txBox="1"/>
                <ns0:nvPr/>
              </ns0:nvSpPr>
              <ns0:spPr>
                <ns1:xfrm>
                  <ns1:off x="4930670" y="2236818"/>
                  <ns1:ext cx="89892" cy="115267"/>
                </ns1:xfrm>
                <ns1:custGeom>
                  <ns1:avLst/>
                  <ns1:gdLst/>
                  <ns1:ahLst/>
                  <ns1:cxnLst/>
                  <ns1:rect l="l" t="t" r="r" b="b"/>
                  <ns1:pathLst>
                    <ns1:path w="89892" h="115267">
                      <ns1:moveTo>
                        <ns1:pt x="0" y="0"/>
                      </ns1:moveTo>
                      <ns1:lnTo>
                        <ns1:pt x="17041" y="0"/>
                      </ns1:lnTo>
                      <ns1:lnTo>
                        <ns1:pt x="41970" y="51048"/>
                      </ns1:lnTo>
                      <ns1:cubicBezTo>
                        <ns1:pt x="42019" y="51097"/>
                        <ns1:pt x="42937" y="53553"/>
                        <ns1:pt x="44723" y="58415"/>
                      </ns1:cubicBezTo>
                      <ns1:lnTo>
                        <ns1:pt x="44946" y="58415"/>
                      </ns1:lnTo>
                      <ns1:cubicBezTo>
                        <ns1:pt x="45542" y="56331"/>
                        <ns1:pt x="46559" y="53900"/>
                        <ns1:pt x="47997" y="51122"/>
                      </ns1:cubicBezTo>
                      <ns1:lnTo>
                        <ns1:pt x="74042" y="0"/>
                      </ns1:lnTo>
                      <ns1:lnTo>
                        <ns1:pt x="89892" y="0"/>
                      </ns1:lnTo>
                      <ns1:lnTo>
                        <ns1:pt x="51941" y="72851"/>
                      </ns1:lnTo>
                      <ns1:lnTo>
                        <ns1:pt x="51941" y="115267"/>
                      </ns1:lnTo>
                      <ns1:lnTo>
                        <ns1:pt x="36984" y="115267"/>
                      </ns1:lnTo>
                      <ns1:lnTo>
                        <ns1:pt x="36984" y="73223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grpFill/>
                <ns1:ln>
                  <ns1:noFill/>
                </ns1:ln>
                <ns1:effectLst/>
              </ns0:spPr>
              <ns0:txBody>
                <ns1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ns1:noAutofit/>
                </ns1:bodyPr>
                <ns1:lstStyle/>
                <ns1:p>
                  <ns1:endParaRPr lang="zh-CN" altLang="en-US" sz="1200" dirty="0">
                    <ns1:latin typeface="微软雅黑" panose="020B0503020204020204" pitchFamily="34" charset="-122"/>
                    <ns1:ea typeface="微软雅黑" panose="020B0503020204020204" pitchFamily="34" charset="-122"/>
                    <ns1:cs typeface="Times New Roman" panose="02020603050405020304" pitchFamily="18" charset="0"/>
                  </ns1:endParaRPr>
                </ns1:p>
              </ns0:txBody>
            </ns0:sp>
          </ns0:grpSp>
        </ns0:grpSp>
        <ns0:cxnSp>
          <ns0:nvCxnSpPr>
            <ns0:cNvPr id="9" name="直接连接符 8"/>
            <ns0:cNvCxnSpPr/>
            <ns0:nvPr/>
          </ns0:nvCxnSpPr>
          <ns0:spPr>
            <ns1:xfrm flipV="1">
              <ns1:off x="1856839" y="952951"/>
              <ns1:ext cx="1474200" cy="0"/>
            </ns1:xfrm>
            <ns1:prstGeom prst="line">
              <ns1:avLst/>
            </ns1:prstGeom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grpSp>
          <ns0:nvGrpSpPr>
            <ns0:cNvPr id="10" name="组合 9"/>
            <ns0:cNvGrpSpPr/>
            <ns0:nvPr/>
          </ns0:nvGrpSpPr>
          <ns0:grpSpPr>
            <ns1:xfrm>
              <ns1:off x="957368" y="742366"/>
              <ns1:ext cx="413690" cy="414000"/>
              <ns1:chOff x="694796" y="3108435"/>
              <ns1:chExt cx="1359476" cy="1360493"/>
            </ns1:xfrm>
          </ns0:grpSpPr>
          <ns0:sp>
            <ns0:nvSpPr>
              <ns0:cNvPr id="62" name="Freeform 5"/>
              <ns0:cNvSpPr>
                <ns1:spLocks noEditPoints="1"/>
              </ns0:cNvSpPr>
              <ns0:nvPr/>
            </ns0:nvSpPr>
            <ns0:spPr bwMode="auto">
              <ns1:xfrm>
                <ns1:off x="694796" y="3108435"/>
                <ns1:ext cx="1359476" cy="1360493"/>
              </ns1:xfrm>
              <ns1:custGeom>
                <ns1:avLst/>
                <ns1:gdLst>
                  <ns1:gd name="T0" fmla="*/ 310 w 621"/>
                  <ns1:gd name="T1" fmla="*/ 0 h 621"/>
                  <ns1:gd name="T2" fmla="*/ 618 w 621"/>
                  <ns1:gd name="T3" fmla="*/ 316 h 621"/>
                  <ns1:gd name="T4" fmla="*/ 307 w 621"/>
                  <ns1:gd name="T5" fmla="*/ 619 h 621"/>
                  <ns1:gd name="T6" fmla="*/ 2 w 621"/>
                  <ns1:gd name="T7" fmla="*/ 305 h 621"/>
                  <ns1:gd name="T8" fmla="*/ 310 w 621"/>
                  <ns1:gd name="T9" fmla="*/ 0 h 621"/>
                  <ns1:gd name="T10" fmla="*/ 611 w 621"/>
                  <ns1:gd name="T11" fmla="*/ 310 h 621"/>
                  <ns1:gd name="T12" fmla="*/ 313 w 621"/>
                  <ns1:gd name="T13" fmla="*/ 7 h 621"/>
                  <ns1:gd name="T14" fmla="*/ 9 w 621"/>
                  <ns1:gd name="T15" fmla="*/ 309 h 621"/>
                  <ns1:gd name="T16" fmla="*/ 303 w 621"/>
                  <ns1:gd name="T17" fmla="*/ 612 h 621"/>
                  <ns1:gd name="T18" fmla="*/ 611 w 621"/>
                  <ns1:gd name="T19" fmla="*/ 310 h 62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621" h="621">
                    <ns1:moveTo>
                      <ns1:pt x="310" y="0"/>
                    </ns1:moveTo>
                    <ns1:cubicBezTo>
                      <ns1:pt x="482" y="0"/>
                      <ns1:pt x="621" y="143"/>
                      <ns1:pt x="618" y="316"/>
                    </ns1:cubicBezTo>
                    <ns1:cubicBezTo>
                      <ns1:pt x="614" y="483"/>
                      <ns1:pt x="477" y="621"/>
                      <ns1:pt x="307" y="619"/>
                    </ns1:cubicBezTo>
                    <ns1:cubicBezTo>
                      <ns1:pt x="138" y="618"/>
                      <ns1:pt x="0" y="478"/>
                      <ns1:pt x="2" y="305"/>
                    </ns1:cubicBezTo>
                    <ns1:cubicBezTo>
                      <ns1:pt x="4" y="139"/>
                      <ns1:pt x="139" y="0"/>
                      <ns1:pt x="310" y="0"/>
                    </ns1:cubicBezTo>
                    <ns1:close/>
                    <ns1:moveTo>
                      <ns1:pt x="611" y="310"/>
                    </ns1:moveTo>
                    <ns1:cubicBezTo>
                      <ns1:pt x="611" y="145"/>
                      <ns1:pt x="476" y="8"/>
                      <ns1:pt x="313" y="7"/>
                    </ns1:cubicBezTo>
                    <ns1:cubicBezTo>
                      <ns1:pt x="148" y="6"/>
                      <ns1:pt x="10" y="139"/>
                      <ns1:pt x="9" y="309"/>
                    </ns1:cubicBezTo>
                    <ns1:cubicBezTo>
                      <ns1:pt x="9" y="476"/>
                      <ns1:pt x="142" y="608"/>
                      <ns1:pt x="303" y="612"/>
                    </ns1:cubicBezTo>
                    <ns1:cubicBezTo>
                      <ns1:pt x="472" y="616"/>
                      <ns1:pt x="610" y="479"/>
                      <ns1:pt x="611" y="31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3" name="Freeform 7"/>
              <ns0:cNvSpPr/>
              <ns0:nvPr/>
            </ns0:nvSpPr>
            <ns0:spPr bwMode="auto">
              <ns1:xfrm>
                <ns1:off x="1051798" y="3593304"/>
                <ns1:ext cx="623987" cy="523740"/>
              </ns1:xfrm>
              <ns1:custGeom>
                <ns1:avLst/>
                <ns1:gdLst>
                  <ns1:gd name="T0" fmla="*/ 63 w 285"/>
                  <ns1:gd name="T1" fmla="*/ 116 h 239"/>
                  <ns1:gd name="T2" fmla="*/ 82 w 285"/>
                  <ns1:gd name="T3" fmla="*/ 116 h 239"/>
                  <ns1:gd name="T4" fmla="*/ 70 w 285"/>
                  <ns1:gd name="T5" fmla="*/ 106 h 239"/>
                  <ns1:gd name="T6" fmla="*/ 56 w 285"/>
                  <ns1:gd name="T7" fmla="*/ 101 h 239"/>
                  <ns1:gd name="T8" fmla="*/ 42 w 285"/>
                  <ns1:gd name="T9" fmla="*/ 82 h 239"/>
                  <ns1:gd name="T10" fmla="*/ 73 w 285"/>
                  <ns1:gd name="T11" fmla="*/ 82 h 239"/>
                  <ns1:gd name="T12" fmla="*/ 60 w 285"/>
                  <ns1:gd name="T13" fmla="*/ 72 h 239"/>
                  <ns1:gd name="T14" fmla="*/ 43 w 285"/>
                  <ns1:gd name="T15" fmla="*/ 68 h 239"/>
                  <ns1:gd name="T16" fmla="*/ 20 w 285"/>
                  <ns1:gd name="T17" fmla="*/ 48 h 239"/>
                  <ns1:gd name="T18" fmla="*/ 47 w 285"/>
                  <ns1:gd name="T19" fmla="*/ 48 h 239"/>
                  <ns1:gd name="T20" fmla="*/ 55 w 285"/>
                  <ns1:gd name="T21" fmla="*/ 45 h 239"/>
                  <ns1:gd name="T22" fmla="*/ 48 w 285"/>
                  <ns1:gd name="T23" fmla="*/ 36 h 239"/>
                  <ns1:gd name="T24" fmla="*/ 30 w 285"/>
                  <ns1:gd name="T25" fmla="*/ 32 h 239"/>
                  <ns1:gd name="T26" fmla="*/ 0 w 285"/>
                  <ns1:gd name="T27" fmla="*/ 15 h 239"/>
                  <ns1:gd name="T28" fmla="*/ 9 w 285"/>
                  <ns1:gd name="T29" fmla="*/ 15 h 239"/>
                  <ns1:gd name="T30" fmla="*/ 73 w 285"/>
                  <ns1:gd name="T31" fmla="*/ 11 h 239"/>
                  <ns1:gd name="T32" fmla="*/ 90 w 285"/>
                  <ns1:gd name="T33" fmla="*/ 13 h 239"/>
                  <ns1:gd name="T34" fmla="*/ 116 w 285"/>
                  <ns1:gd name="T35" fmla="*/ 34 h 239"/>
                  <ns1:gd name="T36" fmla="*/ 124 w 285"/>
                  <ns1:gd name="T37" fmla="*/ 41 h 239"/>
                  <ns1:gd name="T38" fmla="*/ 130 w 285"/>
                  <ns1:gd name="T39" fmla="*/ 32 h 239"/>
                  <ns1:gd name="T40" fmla="*/ 141 w 285"/>
                  <ns1:gd name="T41" fmla="*/ 10 h 239"/>
                  <ns1:gd name="T42" fmla="*/ 166 w 285"/>
                  <ns1:gd name="T43" fmla="*/ 3 h 239"/>
                  <ns1:gd name="T44" fmla="*/ 190 w 285"/>
                  <ns1:gd name="T45" fmla="*/ 18 h 239"/>
                  <ns1:gd name="T46" fmla="*/ 175 w 285"/>
                  <ns1:gd name="T47" fmla="*/ 26 h 239"/>
                  <ns1:gd name="T48" fmla="*/ 169 w 285"/>
                  <ns1:gd name="T49" fmla="*/ 34 h 239"/>
                  <ns1:gd name="T50" fmla="*/ 181 w 285"/>
                  <ns1:gd name="T51" fmla="*/ 42 h 239"/>
                  <ns1:gd name="T52" fmla="*/ 197 w 285"/>
                  <ns1:gd name="T53" fmla="*/ 32 h 239"/>
                  <ns1:gd name="T54" fmla="*/ 230 w 285"/>
                  <ns1:gd name="T55" fmla="*/ 17 h 239"/>
                  <ns1:gd name="T56" fmla="*/ 285 w 285"/>
                  <ns1:gd name="T57" fmla="*/ 20 h 239"/>
                  <ns1:gd name="T58" fmla="*/ 273 w 285"/>
                  <ns1:gd name="T59" fmla="*/ 33 h 239"/>
                  <ns1:gd name="T60" fmla="*/ 253 w 285"/>
                  <ns1:gd name="T61" fmla="*/ 40 h 239"/>
                  <ns1:gd name="T62" fmla="*/ 239 w 285"/>
                  <ns1:gd name="T63" fmla="*/ 49 h 239"/>
                  <ns1:gd name="T64" fmla="*/ 277 w 285"/>
                  <ns1:gd name="T65" fmla="*/ 51 h 239"/>
                  <ns1:gd name="T66" fmla="*/ 271 w 285"/>
                  <ns1:gd name="T67" fmla="*/ 56 h 239"/>
                  <ns1:gd name="T68" fmla="*/ 226 w 285"/>
                  <ns1:gd name="T69" fmla="*/ 72 h 239"/>
                  <ns1:gd name="T70" fmla="*/ 221 w 285"/>
                  <ns1:gd name="T71" fmla="*/ 75 h 239"/>
                  <ns1:gd name="T72" fmla="*/ 226 w 285"/>
                  <ns1:gd name="T73" fmla="*/ 79 h 239"/>
                  <ns1:gd name="T74" fmla="*/ 248 w 285"/>
                  <ns1:gd name="T75" fmla="*/ 80 h 239"/>
                  <ns1:gd name="T76" fmla="*/ 253 w 285"/>
                  <ns1:gd name="T77" fmla="*/ 81 h 239"/>
                  <ns1:gd name="T78" fmla="*/ 235 w 285"/>
                  <ns1:gd name="T79" fmla="*/ 102 h 239"/>
                  <ns1:gd name="T80" fmla="*/ 213 w 285"/>
                  <ns1:gd name="T81" fmla="*/ 109 h 239"/>
                  <ns1:gd name="T82" fmla="*/ 209 w 285"/>
                  <ns1:gd name="T83" fmla="*/ 110 h 239"/>
                  <ns1:gd name="T84" fmla="*/ 212 w 285"/>
                  <ns1:gd name="T85" fmla="*/ 115 h 239"/>
                  <ns1:gd name="T86" fmla="*/ 217 w 285"/>
                  <ns1:gd name="T87" fmla="*/ 116 h 239"/>
                  <ns1:gd name="T88" fmla="*/ 235 w 285"/>
                  <ns1:gd name="T89" fmla="*/ 116 h 239"/>
                  <ns1:gd name="T90" fmla="*/ 203 w 285"/>
                  <ns1:gd name="T91" fmla="*/ 140 h 239"/>
                  <ns1:gd name="T92" fmla="*/ 191 w 285"/>
                  <ns1:gd name="T93" fmla="*/ 146 h 239"/>
                  <ns1:gd name="T94" fmla="*/ 192 w 285"/>
                  <ns1:gd name="T95" fmla="*/ 148 h 239"/>
                  <ns1:gd name="T96" fmla="*/ 206 w 285"/>
                  <ns1:gd name="T97" fmla="*/ 149 h 239"/>
                  <ns1:gd name="T98" fmla="*/ 178 w 285"/>
                  <ns1:gd name="T99" fmla="*/ 169 h 239"/>
                  <ns1:gd name="T100" fmla="*/ 184 w 285"/>
                  <ns1:gd name="T101" fmla="*/ 186 h 239"/>
                  <ns1:gd name="T102" fmla="*/ 145 w 285"/>
                  <ns1:gd name="T103" fmla="*/ 239 h 239"/>
                  <ns1:gd name="T104" fmla="*/ 107 w 285"/>
                  <ns1:gd name="T105" fmla="*/ 183 h 239"/>
                  <ns1:gd name="T106" fmla="*/ 114 w 285"/>
                  <ns1:gd name="T107" fmla="*/ 180 h 239"/>
                  <ns1:gd name="T108" fmla="*/ 114 w 285"/>
                  <ns1:gd name="T109" fmla="*/ 171 h 239"/>
                  <ns1:gd name="T110" fmla="*/ 82 w 285"/>
                  <ns1:gd name="T111" fmla="*/ 148 h 239"/>
                  <ns1:gd name="T112" fmla="*/ 91 w 285"/>
                  <ns1:gd name="T113" fmla="*/ 148 h 239"/>
                  <ns1:gd name="T114" fmla="*/ 97 w 285"/>
                  <ns1:gd name="T115" fmla="*/ 141 h 239"/>
                  <ns1:gd name="T116" fmla="*/ 63 w 285"/>
                  <ns1:gd name="T117" fmla="*/ 116 h 23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  <ns1:cxn ang="0">
                    <ns1:pos x="T110" y="T111"/>
                  </ns1:cxn>
                  <ns1:cxn ang="0">
                    <ns1:pos x="T112" y="T113"/>
                  </ns1:cxn>
                  <ns1:cxn ang="0">
                    <ns1:pos x="T114" y="T115"/>
                  </ns1:cxn>
                  <ns1:cxn ang="0">
                    <ns1:pos x="T116" y="T117"/>
                  </ns1:cxn>
                </ns1:cxnLst>
                <ns1:rect l="0" t="0" r="r" b="b"/>
                <ns1:pathLst>
                  <ns1:path w="285" h="239">
                    <ns1:moveTo>
                      <ns1:pt x="63" y="116"/>
                    </ns1:moveTo>
                    <ns1:cubicBezTo>
                      <ns1:pt x="69" y="116"/>
                      <ns1:pt x="75" y="116"/>
                      <ns1:pt x="82" y="116"/>
                    </ns1:cubicBezTo>
                    <ns1:cubicBezTo>
                      <ns1:pt x="79" y="110"/>
                      <ns1:pt x="75" y="108"/>
                      <ns1:pt x="70" y="106"/>
                    </ns1:cubicBezTo>
                    <ns1:cubicBezTo>
                      <ns1:pt x="65" y="104"/>
                      <ns1:pt x="61" y="103"/>
                      <ns1:pt x="56" y="101"/>
                    </ns1:cubicBezTo>
                    <ns1:cubicBezTo>
                      <ns1:pt x="48" y="98"/>
                      <ns1:pt x="43" y="91"/>
                      <ns1:pt x="42" y="82"/>
                    </ns1:cubicBezTo>
                    <ns1:cubicBezTo>
                      <ns1:pt x="53" y="82"/>
                      <ns1:pt x="63" y="82"/>
                      <ns1:pt x="73" y="82"/>
                    </ns1:cubicBezTo>
                    <ns1:cubicBezTo>
                      <ns1:pt x="70" y="76"/>
                      <ns1:pt x="66" y="74"/>
                      <ns1:pt x="60" y="72"/>
                    </ns1:cubicBezTo>
                    <ns1:cubicBezTo>
                      <ns1:pt x="55" y="71"/>
                      <ns1:pt x="49" y="70"/>
                      <ns1:pt x="43" y="68"/>
                    </ns1:cubicBezTo>
                    <ns1:cubicBezTo>
                      <ns1:pt x="31" y="64"/>
                      <ns1:pt x="22" y="56"/>
                      <ns1:pt x="20" y="48"/>
                    </ns1:cubicBezTo>
                    <ns1:cubicBezTo>
                      <ns1:pt x="29" y="48"/>
                      <ns1:pt x="38" y="48"/>
                      <ns1:pt x="47" y="48"/>
                    </ns1:cubicBezTo>
                    <ns1:cubicBezTo>
                      <ns1:pt x="50" y="48"/>
                      <ns1:pt x="54" y="50"/>
                      <ns1:pt x="55" y="45"/>
                    </ns1:cubicBezTo>
                    <ns1:cubicBezTo>
                      <ns1:pt x="56" y="42"/>
                      <ns1:pt x="52" y="37"/>
                      <ns1:pt x="48" y="36"/>
                    </ns1:cubicBezTo>
                    <ns1:cubicBezTo>
                      <ns1:pt x="42" y="35"/>
                      <ns1:pt x="36" y="34"/>
                      <ns1:pt x="30" y="32"/>
                    </ns1:cubicBezTo>
                    <ns1:cubicBezTo>
                      <ns1:pt x="19" y="29"/>
                      <ns1:pt x="9" y="25"/>
                      <ns1:pt x="0" y="15"/>
                    </ns1:cubicBezTo>
                    <ns1:cubicBezTo>
                      <ns1:pt x="4" y="15"/>
                      <ns1:pt x="6" y="15"/>
                      <ns1:pt x="9" y="15"/>
                    </ns1:cubicBezTo>
                    <ns1:cubicBezTo>
                      <ns1:pt x="30" y="14"/>
                      <ns1:pt x="52" y="12"/>
                      <ns1:pt x="73" y="11"/>
                    </ns1:cubicBezTo>
                    <ns1:cubicBezTo>
                      <ns1:pt x="79" y="11"/>
                      <ns1:pt x="85" y="12"/>
                      <ns1:pt x="90" y="13"/>
                    </ns1:cubicBezTo>
                    <ns1:cubicBezTo>
                      <ns1:pt x="102" y="15"/>
                      <ns1:pt x="111" y="22"/>
                      <ns1:pt x="116" y="34"/>
                    </ns1:cubicBezTo>
                    <ns1:cubicBezTo>
                      <ns1:pt x="118" y="37"/>
                      <ns1:pt x="119" y="41"/>
                      <ns1:pt x="124" y="41"/>
                    </ns1:cubicBezTo>
                    <ns1:cubicBezTo>
                      <ns1:pt x="129" y="40"/>
                      <ns1:pt x="129" y="35"/>
                      <ns1:pt x="130" y="32"/>
                    </ns1:cubicBezTo>
                    <ns1:cubicBezTo>
                      <ns1:pt x="134" y="24"/>
                      <ns1:pt x="137" y="17"/>
                      <ns1:pt x="141" y="10"/>
                    </ns1:cubicBezTo>
                    <ns1:cubicBezTo>
                      <ns1:pt x="147" y="2"/>
                      <ns1:pt x="156" y="0"/>
                      <ns1:pt x="166" y="3"/>
                    </ns1:cubicBezTo>
                    <ns1:cubicBezTo>
                      <ns1:pt x="175" y="6"/>
                      <ns1:pt x="183" y="11"/>
                      <ns1:pt x="190" y="18"/>
                    </ns1:cubicBezTo>
                    <ns1:cubicBezTo>
                      <ns1:pt x="184" y="21"/>
                      <ns1:pt x="179" y="23"/>
                      <ns1:pt x="175" y="26"/>
                    </ns1:cubicBezTo>
                    <ns1:cubicBezTo>
                      <ns1:pt x="172" y="28"/>
                      <ns1:pt x="169" y="31"/>
                      <ns1:pt x="169" y="34"/>
                    </ns1:cubicBezTo>
                    <ns1:cubicBezTo>
                      <ns1:pt x="168" y="41"/>
                      <ns1:pt x="174" y="46"/>
                      <ns1:pt x="181" y="42"/>
                    </ns1:cubicBezTo>
                    <ns1:cubicBezTo>
                      <ns1:pt x="186" y="39"/>
                      <ns1:pt x="192" y="35"/>
                      <ns1:pt x="197" y="32"/>
                    </ns1:cubicBezTo>
                    <ns1:cubicBezTo>
                      <ns1:pt x="207" y="24"/>
                      <ns1:pt x="217" y="17"/>
                      <ns1:pt x="230" y="17"/>
                    </ns1:cubicBezTo>
                    <ns1:cubicBezTo>
                      <ns1:pt x="248" y="18"/>
                      <ns1:pt x="266" y="19"/>
                      <ns1:pt x="285" y="20"/>
                    </ns1:cubicBezTo>
                    <ns1:cubicBezTo>
                      <ns1:pt x="283" y="27"/>
                      <ns1:pt x="278" y="31"/>
                      <ns1:pt x="273" y="33"/>
                    </ns1:cubicBezTo>
                    <ns1:cubicBezTo>
                      <ns1:pt x="266" y="36"/>
                      <ns1:pt x="259" y="38"/>
                      <ns1:pt x="253" y="40"/>
                    </ns1:cubicBezTo>
                    <ns1:cubicBezTo>
                      <ns1:pt x="248" y="42"/>
                      <ns1:pt x="242" y="43"/>
                      <ns1:pt x="239" y="49"/>
                    </ns1:cubicBezTo>
                    <ns1:cubicBezTo>
                      <ns1:pt x="251" y="49"/>
                      <ns1:pt x="263" y="50"/>
                      <ns1:pt x="277" y="51"/>
                    </ns1:cubicBezTo>
                    <ns1:cubicBezTo>
                      <ns1:pt x="274" y="53"/>
                      <ns1:pt x="273" y="55"/>
                      <ns1:pt x="271" y="56"/>
                    </ns1:cubicBezTo>
                    <ns1:cubicBezTo>
                      <ns1:pt x="258" y="66"/>
                      <ns1:pt x="242" y="70"/>
                      <ns1:pt x="226" y="72"/>
                    </ns1:cubicBezTo>
                    <ns1:cubicBezTo>
                      <ns1:pt x="224" y="72"/>
                      <ns1:pt x="220" y="72"/>
                      <ns1:pt x="221" y="75"/>
                    </ns1:cubicBezTo>
                    <ns1:cubicBezTo>
                      <ns1:pt x="221" y="77"/>
                      <ns1:pt x="224" y="79"/>
                      <ns1:pt x="226" y="79"/>
                    </ns1:cubicBezTo>
                    <ns1:cubicBezTo>
                      <ns1:pt x="233" y="80"/>
                      <ns1:pt x="240" y="80"/>
                      <ns1:pt x="248" y="80"/>
                    </ns1:cubicBezTo>
                    <ns1:cubicBezTo>
                      <ns1:pt x="249" y="80"/>
                      <ns1:pt x="251" y="80"/>
                      <ns1:pt x="253" y="81"/>
                    </ns1:cubicBezTo>
                    <ns1:cubicBezTo>
                      <ns1:pt x="250" y="91"/>
                      <ns1:pt x="244" y="98"/>
                      <ns1:pt x="235" y="102"/>
                    </ns1:cubicBezTo>
                    <ns1:cubicBezTo>
                      <ns1:pt x="228" y="105"/>
                      <ns1:pt x="220" y="107"/>
                      <ns1:pt x="213" y="109"/>
                    </ns1:cubicBezTo>
                    <ns1:cubicBezTo>
                      <ns1:pt x="212" y="109"/>
                      <ns1:pt x="211" y="110"/>
                      <ns1:pt x="209" y="110"/>
                    </ns1:cubicBezTo>
                    <ns1:cubicBezTo>
                      <ns1:pt x="210" y="112"/>
                      <ns1:pt x="210" y="114"/>
                      <ns1:pt x="212" y="115"/>
                    </ns1:cubicBezTo>
                    <ns1:cubicBezTo>
                      <ns1:pt x="213" y="116"/>
                      <ns1:pt x="215" y="116"/>
                      <ns1:pt x="217" y="116"/>
                    </ns1:cubicBezTo>
                    <ns1:cubicBezTo>
                      <ns1:pt x="222" y="116"/>
                      <ns1:pt x="228" y="116"/>
                      <ns1:pt x="235" y="116"/>
                    </ns1:cubicBezTo>
                    <ns1:cubicBezTo>
                      <ns1:pt x="225" y="127"/>
                      <ns1:pt x="217" y="137"/>
                      <ns1:pt x="203" y="140"/>
                    </ns1:cubicBezTo>
                    <ns1:cubicBezTo>
                      <ns1:pt x="199" y="141"/>
                      <ns1:pt x="195" y="144"/>
                      <ns1:pt x="191" y="146"/>
                    </ns1:cubicBezTo>
                    <ns1:cubicBezTo>
                      <ns1:pt x="192" y="147"/>
                      <ns1:pt x="192" y="147"/>
                      <ns1:pt x="192" y="148"/>
                    </ns1:cubicBezTo>
                    <ns1:cubicBezTo>
                      <ns1:pt x="197" y="149"/>
                      <ns1:pt x="201" y="149"/>
                      <ns1:pt x="206" y="149"/>
                    </ns1:cubicBezTo>
                    <ns1:cubicBezTo>
                      <ns1:pt x="203" y="162"/>
                      <ns1:pt x="195" y="167"/>
                      <ns1:pt x="178" y="169"/>
                    </ns1:cubicBezTo>
                    <ns1:cubicBezTo>
                      <ns1:pt x="175" y="176"/>
                      <ns1:pt x="176" y="178"/>
                      <ns1:pt x="184" y="186"/>
                    </ns1:cubicBezTo>
                    <ns1:cubicBezTo>
                      <ns1:pt x="171" y="203"/>
                      <ns1:pt x="158" y="221"/>
                      <ns1:pt x="145" y="239"/>
                    </ns1:cubicBezTo>
                    <ns1:cubicBezTo>
                      <ns1:pt x="132" y="220"/>
                      <ns1:pt x="119" y="202"/>
                      <ns1:pt x="107" y="183"/>
                    </ns1:cubicBezTo>
                    <ns1:cubicBezTo>
                      <ns1:pt x="109" y="182"/>
                      <ns1:pt x="112" y="181"/>
                      <ns1:pt x="114" y="180"/>
                    </ns1:cubicBezTo>
                    <ns1:cubicBezTo>
                      <ns1:pt x="114" y="177"/>
                      <ns1:pt x="114" y="174"/>
                      <ns1:pt x="114" y="171"/>
                    </ns1:cubicBezTo>
                    <ns1:cubicBezTo>
                      <ns1:pt x="95" y="168"/>
                      <ns1:pt x="83" y="161"/>
                      <ns1:pt x="82" y="148"/>
                    </ns1:cubicBezTo>
                    <ns1:cubicBezTo>
                      <ns1:pt x="85" y="148"/>
                      <ns1:pt x="88" y="147"/>
                      <ns1:pt x="91" y="148"/>
                    </ns1:cubicBezTo>
                    <ns1:cubicBezTo>
                      <ns1:pt x="96" y="148"/>
                      <ns1:pt x="97" y="145"/>
                      <ns1:pt x="97" y="141"/>
                    </ns1:cubicBezTo>
                    <ns1:cubicBezTo>
                      <ns1:pt x="81" y="139"/>
                      <ns1:pt x="69" y="132"/>
                      <ns1:pt x="63" y="116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4" name="Freeform 8"/>
              <ns0:cNvSpPr/>
              <ns0:nvPr/>
            </ns0:nvSpPr>
            <ns0:spPr bwMode="auto">
              <ns1:xfrm>
                <ns1:off x="944390" y="3384626"/>
                <ns1:ext cx="850056" cy="725255"/>
              </ns1:xfrm>
              <ns1:custGeom>
                <ns1:avLst/>
                <ns1:gdLst>
                  <ns1:gd name="T0" fmla="*/ 293 w 388"/>
                  <ns1:gd name="T1" fmla="*/ 331 h 331"/>
                  <ns1:gd name="T2" fmla="*/ 291 w 388"/>
                  <ns1:gd name="T3" fmla="*/ 328 h 331"/>
                  <ns1:gd name="T4" fmla="*/ 319 w 388"/>
                  <ns1:gd name="T5" fmla="*/ 75 h 331"/>
                  <ns1:gd name="T6" fmla="*/ 72 w 388"/>
                  <ns1:gd name="T7" fmla="*/ 69 h 331"/>
                  <ns1:gd name="T8" fmla="*/ 82 w 388"/>
                  <ns1:gd name="T9" fmla="*/ 318 h 331"/>
                  <ns1:gd name="T10" fmla="*/ 79 w 388"/>
                  <ns1:gd name="T11" fmla="*/ 322 h 331"/>
                  <ns1:gd name="T12" fmla="*/ 26 w 388"/>
                  <ns1:gd name="T13" fmla="*/ 131 h 331"/>
                  <ns1:gd name="T14" fmla="*/ 207 w 388"/>
                  <ns1:gd name="T15" fmla="*/ 14 h 331"/>
                  <ns1:gd name="T16" fmla="*/ 365 w 388"/>
                  <ns1:gd name="T17" fmla="*/ 153 h 331"/>
                  <ns1:gd name="T18" fmla="*/ 293 w 388"/>
                  <ns1:gd name="T19" fmla="*/ 331 h 33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388" h="331">
                    <ns1:moveTo>
                      <ns1:pt x="293" y="331"/>
                    </ns1:moveTo>
                    <ns1:cubicBezTo>
                      <ns1:pt x="293" y="330"/>
                      <ns1:pt x="292" y="329"/>
                      <ns1:pt x="291" y="328"/>
                    </ns1:cubicBezTo>
                    <ns1:cubicBezTo>
                      <ns1:pt x="375" y="269"/>
                      <ns1:pt x="388" y="150"/>
                      <ns1:pt x="319" y="75"/>
                    </ns1:cubicBezTo>
                    <ns1:cubicBezTo>
                      <ns1:pt x="252" y="3"/>
                      <ns1:pt x="141" y="0"/>
                      <ns1:pt x="72" y="69"/>
                    </ns1:cubicBezTo>
                    <ns1:cubicBezTo>
                      <ns1:pt x="2" y="138"/>
                      <ns1:pt x="5" y="251"/>
                      <ns1:pt x="82" y="318"/>
                    </ns1:cubicBezTo>
                    <ns1:cubicBezTo>
                      <ns1:pt x="81" y="319"/>
                      <ns1:pt x="80" y="321"/>
                      <ns1:pt x="79" y="322"/>
                    </ns1:cubicBezTo>
                    <ns1:cubicBezTo>
                      <ns1:pt x="28" y="281"/>
                      <ns1:pt x="0" y="204"/>
                      <ns1:pt x="26" y="131"/>
                    </ns1:cubicBezTo>
                    <ns1:cubicBezTo>
                      <ns1:pt x="53" y="56"/>
                      <ns1:pt x="126" y="8"/>
                      <ns1:pt x="207" y="14"/>
                    </ns1:cubicBezTo>
                    <ns1:cubicBezTo>
                      <ns1:pt x="284" y="20"/>
                      <ns1:pt x="350" y="78"/>
                      <ns1:pt x="365" y="153"/>
                    </ns1:cubicBezTo>
                    <ns1:cubicBezTo>
                      <ns1:pt x="381" y="232"/>
                      <ns1:pt x="341" y="302"/>
                      <ns1:pt x="293" y="33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5" name="Freeform 9"/>
              <ns0:cNvSpPr/>
              <ns0:nvPr/>
            </ns0:nvSpPr>
            <ns0:spPr bwMode="auto">
              <ns1:xfrm>
                <ns1:off x="850283" y="3459298"/>
                <ns1:ext cx="168784" cy="286419"/>
              </ns1:xfrm>
              <ns1:custGeom>
                <ns1:avLst/>
                <ns1:gdLst>
                  <ns1:gd name="T0" fmla="*/ 15 w 77"/>
                  <ns1:gd name="T1" fmla="*/ 17 h 131"/>
                  <ns1:gd name="T2" fmla="*/ 30 w 77"/>
                  <ns1:gd name="T3" fmla="*/ 0 h 131"/>
                  <ns1:gd name="T4" fmla="*/ 33 w 77"/>
                  <ns1:gd name="T5" fmla="*/ 6 h 131"/>
                  <ns1:gd name="T6" fmla="*/ 31 w 77"/>
                  <ns1:gd name="T7" fmla="*/ 15 h 131"/>
                  <ns1:gd name="T8" fmla="*/ 36 w 77"/>
                  <ns1:gd name="T9" fmla="*/ 25 h 131"/>
                  <ns1:gd name="T10" fmla="*/ 40 w 77"/>
                  <ns1:gd name="T11" fmla="*/ 26 h 131"/>
                  <ns1:gd name="T12" fmla="*/ 40 w 77"/>
                  <ns1:gd name="T13" fmla="*/ 22 h 131"/>
                  <ns1:gd name="T14" fmla="*/ 38 w 77"/>
                  <ns1:gd name="T15" fmla="*/ 17 h 131"/>
                  <ns1:gd name="T16" fmla="*/ 40 w 77"/>
                  <ns1:gd name="T17" fmla="*/ 12 h 131"/>
                  <ns1:gd name="T18" fmla="*/ 48 w 77"/>
                  <ns1:gd name="T19" fmla="*/ 11 h 131"/>
                  <ns1:gd name="T20" fmla="*/ 51 w 77"/>
                  <ns1:gd name="T21" fmla="*/ 12 h 131"/>
                  <ns1:gd name="T22" fmla="*/ 65 w 77"/>
                  <ns1:gd name="T23" fmla="*/ 30 h 131"/>
                  <ns1:gd name="T24" fmla="*/ 72 w 77"/>
                  <ns1:gd name="T25" fmla="*/ 39 h 131"/>
                  <ns1:gd name="T26" fmla="*/ 77 w 77"/>
                  <ns1:gd name="T27" fmla="*/ 51 h 131"/>
                  <ns1:gd name="T28" fmla="*/ 75 w 77"/>
                  <ns1:gd name="T29" fmla="*/ 52 h 131"/>
                  <ns1:gd name="T30" fmla="*/ 65 w 77"/>
                  <ns1:gd name="T31" fmla="*/ 44 h 131"/>
                  <ns1:gd name="T32" fmla="*/ 54 w 77"/>
                  <ns1:gd name="T33" fmla="*/ 34 h 131"/>
                  <ns1:gd name="T34" fmla="*/ 47 w 77"/>
                  <ns1:gd name="T35" fmla="*/ 33 h 131"/>
                  <ns1:gd name="T36" fmla="*/ 48 w 77"/>
                  <ns1:gd name="T37" fmla="*/ 40 h 131"/>
                  <ns1:gd name="T38" fmla="*/ 53 w 77"/>
                  <ns1:gd name="T39" fmla="*/ 47 h 131"/>
                  <ns1:gd name="T40" fmla="*/ 55 w 77"/>
                  <ns1:gd name="T41" fmla="*/ 55 h 131"/>
                  <ns1:gd name="T42" fmla="*/ 53 w 77"/>
                  <ns1:gd name="T43" fmla="*/ 55 h 131"/>
                  <ns1:gd name="T44" fmla="*/ 34 w 77"/>
                  <ns1:gd name="T45" fmla="*/ 38 h 131"/>
                  <ns1:gd name="T46" fmla="*/ 33 w 77"/>
                  <ns1:gd name="T47" fmla="*/ 55 h 131"/>
                  <ns1:gd name="T48" fmla="*/ 37 w 77"/>
                  <ns1:gd name="T49" fmla="*/ 61 h 131"/>
                  <ns1:gd name="T50" fmla="*/ 49 w 77"/>
                  <ns1:gd name="T51" fmla="*/ 74 h 131"/>
                  <ns1:gd name="T52" fmla="*/ 47 w 77"/>
                  <ns1:gd name="T53" fmla="*/ 82 h 131"/>
                  <ns1:gd name="T54" fmla="*/ 39 w 77"/>
                  <ns1:gd name="T55" fmla="*/ 73 h 131"/>
                  <ns1:gd name="T56" fmla="*/ 37 w 77"/>
                  <ns1:gd name="T57" fmla="*/ 73 h 131"/>
                  <ns1:gd name="T58" fmla="*/ 36 w 77"/>
                  <ns1:gd name="T59" fmla="*/ 83 h 131"/>
                  <ns1:gd name="T60" fmla="*/ 30 w 77"/>
                  <ns1:gd name="T61" fmla="*/ 93 h 131"/>
                  <ns1:gd name="T62" fmla="*/ 26 w 77"/>
                  <ns1:gd name="T63" fmla="*/ 95 h 131"/>
                  <ns1:gd name="T64" fmla="*/ 44 w 77"/>
                  <ns1:gd name="T65" fmla="*/ 123 h 131"/>
                  <ns1:gd name="T66" fmla="*/ 47 w 77"/>
                  <ns1:gd name="T67" fmla="*/ 129 h 131"/>
                  <ns1:gd name="T68" fmla="*/ 41 w 77"/>
                  <ns1:gd name="T69" fmla="*/ 131 h 131"/>
                  <ns1:gd name="T70" fmla="*/ 26 w 77"/>
                  <ns1:gd name="T71" fmla="*/ 126 h 131"/>
                  <ns1:gd name="T72" fmla="*/ 25 w 77"/>
                  <ns1:gd name="T73" fmla="*/ 123 h 131"/>
                  <ns1:gd name="T74" fmla="*/ 16 w 77"/>
                  <ns1:gd name="T75" fmla="*/ 85 h 131"/>
                  <ns1:gd name="T76" fmla="*/ 13 w 77"/>
                  <ns1:gd name="T77" fmla="*/ 75 h 131"/>
                  <ns1:gd name="T78" fmla="*/ 22 w 77"/>
                  <ns1:gd name="T79" fmla="*/ 82 h 131"/>
                  <ns1:gd name="T80" fmla="*/ 26 w 77"/>
                  <ns1:gd name="T81" fmla="*/ 62 h 131"/>
                  <ns1:gd name="T82" fmla="*/ 19 w 77"/>
                  <ns1:gd name="T83" fmla="*/ 59 h 131"/>
                  <ns1:gd name="T84" fmla="*/ 13 w 77"/>
                  <ns1:gd name="T85" fmla="*/ 59 h 131"/>
                  <ns1:gd name="T86" fmla="*/ 14 w 77"/>
                  <ns1:gd name="T87" fmla="*/ 54 h 131"/>
                  <ns1:gd name="T88" fmla="*/ 12 w 77"/>
                  <ns1:gd name="T89" fmla="*/ 49 h 131"/>
                  <ns1:gd name="T90" fmla="*/ 0 w 77"/>
                  <ns1:gd name="T91" fmla="*/ 36 h 131"/>
                  <ns1:gd name="T92" fmla="*/ 21 w 77"/>
                  <ns1:gd name="T93" fmla="*/ 40 h 131"/>
                  <ns1:gd name="T94" fmla="*/ 22 w 77"/>
                  <ns1:gd name="T95" fmla="*/ 43 h 131"/>
                  <ns1:gd name="T96" fmla="*/ 26 w 77"/>
                  <ns1:gd name="T97" fmla="*/ 47 h 131"/>
                  <ns1:gd name="T98" fmla="*/ 28 w 77"/>
                  <ns1:gd name="T99" fmla="*/ 42 h 131"/>
                  <ns1:gd name="T100" fmla="*/ 22 w 77"/>
                  <ns1:gd name="T101" fmla="*/ 24 h 131"/>
                  <ns1:gd name="T102" fmla="*/ 15 w 77"/>
                  <ns1:gd name="T103" fmla="*/ 17 h 13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</ns1:cxnLst>
                <ns1:rect l="0" t="0" r="r" b="b"/>
                <ns1:pathLst>
                  <ns1:path w="77" h="131">
                    <ns1:moveTo>
                      <ns1:pt x="15" y="17"/>
                    </ns1:moveTo>
                    <ns1:cubicBezTo>
                      <ns1:pt x="28" y="10"/>
                      <ns1:pt x="28" y="10"/>
                      <ns1:pt x="30" y="0"/>
                    </ns1:cubicBezTo>
                    <ns1:cubicBezTo>
                      <ns1:pt x="31" y="2"/>
                      <ns1:pt x="32" y="4"/>
                      <ns1:pt x="33" y="6"/>
                    </ns1:cubicBezTo>
                    <ns1:cubicBezTo>
                      <ns1:pt x="33" y="9"/>
                      <ns1:pt x="32" y="12"/>
                      <ns1:pt x="31" y="15"/>
                    </ns1:cubicBezTo>
                    <ns1:cubicBezTo>
                      <ns1:pt x="29" y="20"/>
                      <ns1:pt x="32" y="23"/>
                      <ns1:pt x="36" y="25"/>
                    </ns1:cubicBezTo>
                    <ns1:cubicBezTo>
                      <ns1:pt x="37" y="26"/>
                      <ns1:pt x="38" y="26"/>
                      <ns1:pt x="40" y="26"/>
                    </ns1:cubicBezTo>
                    <ns1:cubicBezTo>
                      <ns1:pt x="40" y="24"/>
                      <ns1:pt x="40" y="23"/>
                      <ns1:pt x="40" y="22"/>
                    </ns1:cubicBezTo>
                    <ns1:cubicBezTo>
                      <ns1:pt x="39" y="20"/>
                      <ns1:pt x="37" y="19"/>
                      <ns1:pt x="38" y="17"/>
                    </ns1:cubicBezTo>
                    <ns1:cubicBezTo>
                      <ns1:pt x="38" y="15"/>
                      <ns1:pt x="38" y="13"/>
                      <ns1:pt x="40" y="12"/>
                    </ns1:cubicBezTo>
                    <ns1:cubicBezTo>
                      <ns1:pt x="42" y="11"/>
                      <ns1:pt x="45" y="11"/>
                      <ns1:pt x="48" y="11"/>
                    </ns1:cubicBezTo>
                    <ns1:cubicBezTo>
                      <ns1:pt x="49" y="11"/>
                      <ns1:pt x="51" y="12"/>
                      <ns1:pt x="51" y="12"/>
                    </ns1:cubicBezTo>
                    <ns1:cubicBezTo>
                      <ns1:pt x="53" y="21"/>
                      <ns1:pt x="60" y="25"/>
                      <ns1:pt x="65" y="30"/>
                    </ns1:cubicBezTo>
                    <ns1:cubicBezTo>
                      <ns1:pt x="67" y="33"/>
                      <ns1:pt x="70" y="36"/>
                      <ns1:pt x="72" y="39"/>
                    </ns1:cubicBezTo>
                    <ns1:cubicBezTo>
                      <ns1:pt x="74" y="43"/>
                      <ns1:pt x="75" y="47"/>
                      <ns1:pt x="77" y="51"/>
                    </ns1:cubicBezTo>
                    <ns1:cubicBezTo>
                      <ns1:pt x="76" y="51"/>
                      <ns1:pt x="76" y="51"/>
                      <ns1:pt x="75" y="52"/>
                    </ns1:cubicBezTo>
                    <ns1:cubicBezTo>
                      <ns1:pt x="72" y="49"/>
                      <ns1:pt x="69" y="46"/>
                      <ns1:pt x="65" y="44"/>
                    </ns1:cubicBezTo>
                    <ns1:cubicBezTo>
                      <ns1:pt x="61" y="40"/>
                      <ns1:pt x="57" y="37"/>
                      <ns1:pt x="54" y="34"/>
                    </ns1:cubicBezTo>
                    <ns1:cubicBezTo>
                      <ns1:pt x="52" y="32"/>
                      <ns1:pt x="49" y="30"/>
                      <ns1:pt x="47" y="33"/>
                    </ns1:cubicBezTo>
                    <ns1:cubicBezTo>
                      <ns1:pt x="46" y="34"/>
                      <ns1:pt x="47" y="37"/>
                      <ns1:pt x="48" y="40"/>
                    </ns1:cubicBezTo>
                    <ns1:cubicBezTo>
                      <ns1:pt x="49" y="42"/>
                      <ns1:pt x="52" y="44"/>
                      <ns1:pt x="53" y="47"/>
                    </ns1:cubicBezTo>
                    <ns1:cubicBezTo>
                      <ns1:pt x="54" y="49"/>
                      <ns1:pt x="54" y="52"/>
                      <ns1:pt x="55" y="55"/>
                    </ns1:cubicBezTo>
                    <ns1:cubicBezTo>
                      <ns1:pt x="54" y="55"/>
                      <ns1:pt x="54" y="55"/>
                      <ns1:pt x="53" y="55"/>
                    </ns1:cubicBezTo>
                    <ns1:cubicBezTo>
                      <ns1:pt x="47" y="50"/>
                      <ns1:pt x="41" y="44"/>
                      <ns1:pt x="34" y="38"/>
                    </ns1:cubicBezTo>
                    <ns1:cubicBezTo>
                      <ns1:pt x="34" y="45"/>
                      <ns1:pt x="33" y="50"/>
                      <ns1:pt x="33" y="55"/>
                    </ns1:cubicBezTo>
                    <ns1:cubicBezTo>
                      <ns1:pt x="33" y="57"/>
                      <ns1:pt x="35" y="59"/>
                      <ns1:pt x="37" y="61"/>
                    </ns1:cubicBezTo>
                    <ns1:cubicBezTo>
                      <ns1:pt x="41" y="65"/>
                      <ns1:pt x="45" y="70"/>
                      <ns1:pt x="49" y="74"/>
                    </ns1:cubicBezTo>
                    <ns1:cubicBezTo>
                      <ns1:pt x="51" y="77"/>
                      <ns1:pt x="51" y="81"/>
                      <ns1:pt x="47" y="82"/>
                    </ns1:cubicBezTo>
                    <ns1:cubicBezTo>
                      <ns1:pt x="44" y="79"/>
                      <ns1:pt x="41" y="76"/>
                      <ns1:pt x="39" y="73"/>
                    </ns1:cubicBezTo>
                    <ns1:cubicBezTo>
                      <ns1:pt x="38" y="73"/>
                      <ns1:pt x="37" y="73"/>
                      <ns1:pt x="37" y="73"/>
                    </ns1:cubicBezTo>
                    <ns1:cubicBezTo>
                      <ns1:pt x="37" y="76"/>
                      <ns1:pt x="36" y="80"/>
                      <ns1:pt x="36" y="83"/>
                    </ns1:cubicBezTo>
                    <ns1:cubicBezTo>
                      <ns1:pt x="37" y="88"/>
                      <ns1:pt x="35" y="91"/>
                      <ns1:pt x="30" y="93"/>
                    </ns1:cubicBezTo>
                    <ns1:cubicBezTo>
                      <ns1:pt x="29" y="93"/>
                      <ns1:pt x="28" y="94"/>
                      <ns1:pt x="26" y="95"/>
                    </ns1:cubicBezTo>
                    <ns1:cubicBezTo>
                      <ns1:pt x="30" y="106"/>
                      <ns1:pt x="35" y="115"/>
                      <ns1:pt x="44" y="123"/>
                    </ns1:cubicBezTo>
                    <ns1:cubicBezTo>
                      <ns1:pt x="45" y="124"/>
                      <ns1:pt x="46" y="127"/>
                      <ns1:pt x="47" y="129"/>
                    </ns1:cubicBezTo>
                    <ns1:cubicBezTo>
                      <ns1:pt x="45" y="130"/>
                      <ns1:pt x="43" y="131"/>
                      <ns1:pt x="41" y="131"/>
                    </ns1:cubicBezTo>
                    <ns1:cubicBezTo>
                      <ns1:pt x="36" y="130"/>
                      <ns1:pt x="31" y="128"/>
                      <ns1:pt x="26" y="126"/>
                    </ns1:cubicBezTo>
                    <ns1:cubicBezTo>
                      <ns1:pt x="26" y="126"/>
                      <ns1:pt x="25" y="124"/>
                      <ns1:pt x="25" y="123"/>
                    </ns1:cubicBezTo>
                    <ns1:cubicBezTo>
                      <ns1:pt x="25" y="110"/>
                      <ns1:pt x="20" y="98"/>
                      <ns1:pt x="16" y="85"/>
                    </ns1:cubicBezTo>
                    <ns1:cubicBezTo>
                      <ns1:pt x="15" y="82"/>
                      <ns1:pt x="14" y="79"/>
                      <ns1:pt x="13" y="75"/>
                    </ns1:cubicBezTo>
                    <ns1:cubicBezTo>
                      <ns1:pt x="17" y="78"/>
                      <ns1:pt x="19" y="80"/>
                      <ns1:pt x="22" y="82"/>
                    </ns1:cubicBezTo>
                    <ns1:cubicBezTo>
                      <ns1:pt x="26" y="76"/>
                      <ns1:pt x="27" y="69"/>
                      <ns1:pt x="26" y="62"/>
                    </ns1:cubicBezTo>
                    <ns1:cubicBezTo>
                      <ns1:pt x="26" y="59"/>
                      <ns1:pt x="22" y="58"/>
                      <ns1:pt x="19" y="59"/>
                    </ns1:cubicBezTo>
                    <ns1:cubicBezTo>
                      <ns1:pt x="17" y="59"/>
                      <ns1:pt x="15" y="59"/>
                      <ns1:pt x="13" y="59"/>
                    </ns1:cubicBezTo>
                    <ns1:cubicBezTo>
                      <ns1:pt x="14" y="58"/>
                      <ns1:pt x="14" y="56"/>
                      <ns1:pt x="14" y="54"/>
                    </ns1:cubicBezTo>
                    <ns1:cubicBezTo>
                      <ns1:pt x="13" y="52"/>
                      <ns1:pt x="13" y="50"/>
                      <ns1:pt x="12" y="49"/>
                    </ns1:cubicBezTo>
                    <ns1:cubicBezTo>
                      <ns1:pt x="8" y="44"/>
                      <ns1:pt x="4" y="40"/>
                      <ns1:pt x="0" y="36"/>
                    </ns1:cubicBezTo>
                    <ns1:cubicBezTo>
                      <ns1:pt x="5" y="31"/>
                      <ns1:pt x="19" y="34"/>
                      <ns1:pt x="21" y="40"/>
                    </ns1:cubicBezTo>
                    <ns1:cubicBezTo>
                      <ns1:pt x="21" y="41"/>
                      <ns1:pt x="21" y="42"/>
                      <ns1:pt x="22" y="43"/>
                    </ns1:cubicBezTo>
                    <ns1:cubicBezTo>
                      <ns1:pt x="23" y="44"/>
                      <ns1:pt x="25" y="46"/>
                      <ns1:pt x="26" y="47"/>
                    </ns1:cubicBezTo>
                    <ns1:cubicBezTo>
                      <ns1:pt x="27" y="45"/>
                      <ns1:pt x="28" y="44"/>
                      <ns1:pt x="28" y="42"/>
                    </ns1:cubicBezTo>
                    <ns1:cubicBezTo>
                      <ns1:pt x="29" y="35"/>
                      <ns1:pt x="28" y="29"/>
                      <ns1:pt x="22" y="24"/>
                    </ns1:cubicBezTo>
                    <ns1:cubicBezTo>
                      <ns1:pt x="19" y="22"/>
                      <ns1:pt x="17" y="19"/>
                      <ns1:pt x="15" y="1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6" name="Freeform 10"/>
              <ns0:cNvSpPr>
                <ns1:spLocks noEditPoints="1"/>
              </ns0:cNvSpPr>
              <ns0:nvPr/>
            </ns0:nvSpPr>
            <ns0:spPr bwMode="auto">
              <ns1:xfrm>
                <ns1:off x="1777056" y="3511470"/>
                <ns1:ext cx="209703" cy="127868"/>
              </ns1:xfrm>
              <ns1:custGeom>
                <ns1:avLst/>
                <ns1:gdLst>
                  <ns1:gd name="T0" fmla="*/ 24 w 96"/>
                  <ns1:gd name="T1" fmla="*/ 48 h 58"/>
                  <ns1:gd name="T2" fmla="*/ 29 w 96"/>
                  <ns1:gd name="T3" fmla="*/ 47 h 58"/>
                  <ns1:gd name="T4" fmla="*/ 42 w 96"/>
                  <ns1:gd name="T5" fmla="*/ 48 h 58"/>
                  <ns1:gd name="T6" fmla="*/ 15 w 96"/>
                  <ns1:gd name="T7" fmla="*/ 39 h 58"/>
                  <ns1:gd name="T8" fmla="*/ 0 w 96"/>
                  <ns1:gd name="T9" fmla="*/ 26 h 58"/>
                  <ns1:gd name="T10" fmla="*/ 6 w 96"/>
                  <ns1:gd name="T11" fmla="*/ 23 h 58"/>
                  <ns1:gd name="T12" fmla="*/ 30 w 96"/>
                  <ns1:gd name="T13" fmla="*/ 35 h 58"/>
                  <ns1:gd name="T14" fmla="*/ 36 w 96"/>
                  <ns1:gd name="T15" fmla="*/ 38 h 58"/>
                  <ns1:gd name="T16" fmla="*/ 43 w 96"/>
                  <ns1:gd name="T17" fmla="*/ 34 h 58"/>
                  <ns1:gd name="T18" fmla="*/ 18 w 96"/>
                  <ns1:gd name="T19" fmla="*/ 25 h 58"/>
                  <ns1:gd name="T20" fmla="*/ 46 w 96"/>
                  <ns1:gd name="T21" fmla="*/ 0 h 58"/>
                  <ns1:gd name="T22" fmla="*/ 33 w 96"/>
                  <ns1:gd name="T23" fmla="*/ 26 h 58"/>
                  <ns1:gd name="T24" fmla="*/ 44 w 96"/>
                  <ns1:gd name="T25" fmla="*/ 23 h 58"/>
                  <ns1:gd name="T26" fmla="*/ 50 w 96"/>
                  <ns1:gd name="T27" fmla="*/ 22 h 58"/>
                  <ns1:gd name="T28" fmla="*/ 61 w 96"/>
                  <ns1:gd name="T29" fmla="*/ 21 h 58"/>
                  <ns1:gd name="T30" fmla="*/ 69 w 96"/>
                  <ns1:gd name="T31" fmla="*/ 20 h 58"/>
                  <ns1:gd name="T32" fmla="*/ 74 w 96"/>
                  <ns1:gd name="T33" fmla="*/ 21 h 58"/>
                  <ns1:gd name="T34" fmla="*/ 91 w 96"/>
                  <ns1:gd name="T35" fmla="*/ 17 h 58"/>
                  <ns1:gd name="T36" fmla="*/ 93 w 96"/>
                  <ns1:gd name="T37" fmla="*/ 17 h 58"/>
                  <ns1:gd name="T38" fmla="*/ 84 w 96"/>
                  <ns1:gd name="T39" fmla="*/ 31 h 58"/>
                  <ns1:gd name="T40" fmla="*/ 83 w 96"/>
                  <ns1:gd name="T41" fmla="*/ 31 h 58"/>
                  <ns1:gd name="T42" fmla="*/ 75 w 96"/>
                  <ns1:gd name="T43" fmla="*/ 32 h 58"/>
                  <ns1:gd name="T44" fmla="*/ 80 w 96"/>
                  <ns1:gd name="T45" fmla="*/ 38 h 58"/>
                  <ns1:gd name="T46" fmla="*/ 80 w 96"/>
                  <ns1:gd name="T47" fmla="*/ 47 h 58"/>
                  <ns1:gd name="T48" fmla="*/ 76 w 96"/>
                  <ns1:gd name="T49" fmla="*/ 50 h 58"/>
                  <ns1:gd name="T50" fmla="*/ 66 w 96"/>
                  <ns1:gd name="T51" fmla="*/ 50 h 58"/>
                  <ns1:gd name="T52" fmla="*/ 55 w 96"/>
                  <ns1:gd name="T53" fmla="*/ 54 h 58"/>
                  <ns1:gd name="T54" fmla="*/ 46 w 96"/>
                  <ns1:gd name="T55" fmla="*/ 57 h 58"/>
                  <ns1:gd name="T56" fmla="*/ 24 w 96"/>
                  <ns1:gd name="T57" fmla="*/ 48 h 58"/>
                  <ns1:gd name="T58" fmla="*/ 54 w 96"/>
                  <ns1:gd name="T59" fmla="*/ 43 h 58"/>
                  <ns1:gd name="T60" fmla="*/ 65 w 96"/>
                  <ns1:gd name="T61" fmla="*/ 41 h 58"/>
                  <ns1:gd name="T62" fmla="*/ 68 w 96"/>
                  <ns1:gd name="T63" fmla="*/ 35 h 58"/>
                  <ns1:gd name="T64" fmla="*/ 53 w 96"/>
                  <ns1:gd name="T65" fmla="*/ 34 h 58"/>
                  <ns1:gd name="T66" fmla="*/ 62 w 96"/>
                  <ns1:gd name="T67" fmla="*/ 35 h 58"/>
                  <ns1:gd name="T68" fmla="*/ 62 w 96"/>
                  <ns1:gd name="T69" fmla="*/ 37 h 58"/>
                  <ns1:gd name="T70" fmla="*/ 54 w 96"/>
                  <ns1:gd name="T71" fmla="*/ 43 h 5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96" h="58">
                    <ns1:moveTo>
                      <ns1:pt x="24" y="48"/>
                    </ns1:moveTo>
                    <ns1:cubicBezTo>
                      <ns1:pt x="26" y="48"/>
                      <ns1:pt x="27" y="46"/>
                      <ns1:pt x="29" y="47"/>
                    </ns1:cubicBezTo>
                    <ns1:cubicBezTo>
                      <ns1:pt x="33" y="47"/>
                      <ns1:pt x="37" y="48"/>
                      <ns1:pt x="42" y="48"/>
                    </ns1:cubicBezTo>
                    <ns1:cubicBezTo>
                      <ns1:pt x="33" y="43"/>
                      <ns1:pt x="24" y="40"/>
                      <ns1:pt x="15" y="39"/>
                    </ns1:cubicBezTo>
                    <ns1:cubicBezTo>
                      <ns1:pt x="8" y="38"/>
                      <ns1:pt x="1" y="32"/>
                      <ns1:pt x="0" y="26"/>
                    </ns1:cubicBezTo>
                    <ns1:cubicBezTo>
                      <ns1:pt x="0" y="23"/>
                      <ns1:pt x="3" y="21"/>
                      <ns1:pt x="6" y="23"/>
                    </ns1:cubicBezTo>
                    <ns1:cubicBezTo>
                      <ns1:pt x="14" y="27"/>
                      <ns1:pt x="22" y="31"/>
                      <ns1:pt x="30" y="35"/>
                    </ns1:cubicBezTo>
                    <ns1:cubicBezTo>
                      <ns1:pt x="32" y="36"/>
                      <ns1:pt x="34" y="37"/>
                      <ns1:pt x="36" y="38"/>
                    </ns1:cubicBezTo>
                    <ns1:cubicBezTo>
                      <ns1:pt x="41" y="41"/>
                      <ns1:pt x="43" y="39"/>
                      <ns1:pt x="43" y="34"/>
                    </ns1:cubicBezTo>
                    <ns1:cubicBezTo>
                      <ns1:pt x="35" y="31"/>
                      <ns1:pt x="26" y="28"/>
                      <ns1:pt x="18" y="25"/>
                    </ns1:cubicBezTo>
                    <ns1:cubicBezTo>
                      <ns1:pt x="19" y="21"/>
                      <ns1:pt x="41" y="0"/>
                      <ns1:pt x="46" y="0"/>
                    </ns1:cubicBezTo>
                    <ns1:cubicBezTo>
                      <ns1:pt x="46" y="10"/>
                      <ns1:pt x="38" y="17"/>
                      <ns1:pt x="33" y="26"/>
                    </ns1:cubicBezTo>
                    <ns1:cubicBezTo>
                      <ns1:pt x="37" y="26"/>
                      <ns1:pt x="41" y="27"/>
                      <ns1:pt x="44" y="23"/>
                    </ns1:cubicBezTo>
                    <ns1:cubicBezTo>
                      <ns1:pt x="45" y="22"/>
                      <ns1:pt x="48" y="22"/>
                      <ns1:pt x="50" y="22"/>
                    </ns1:cubicBezTo>
                    <ns1:cubicBezTo>
                      <ns1:pt x="54" y="25"/>
                      <ns1:pt x="58" y="25"/>
                      <ns1:pt x="61" y="21"/>
                    </ns1:cubicBezTo>
                    <ns1:cubicBezTo>
                      <ns1:pt x="64" y="18"/>
                      <ns1:pt x="65" y="17"/>
                      <ns1:pt x="69" y="20"/>
                    </ns1:cubicBezTo>
                    <ns1:cubicBezTo>
                      <ns1:pt x="70" y="21"/>
                      <ns1:pt x="73" y="21"/>
                      <ns1:pt x="74" y="21"/>
                    </ns1:cubicBezTo>
                    <ns1:cubicBezTo>
                      <ns1:pt x="80" y="20"/>
                      <ns1:pt x="86" y="18"/>
                      <ns1:pt x="91" y="17"/>
                    </ns1:cubicBezTo>
                    <ns1:cubicBezTo>
                      <ns1:pt x="92" y="17"/>
                      <ns1:pt x="93" y="17"/>
                      <ns1:pt x="93" y="17"/>
                    </ns1:cubicBezTo>
                    <ns1:cubicBezTo>
                      <ns1:pt x="96" y="25"/>
                      <ns1:pt x="92" y="31"/>
                      <ns1:pt x="84" y="31"/>
                    </ns1:cubicBezTo>
                    <ns1:cubicBezTo>
                      <ns1:pt x="84" y="31"/>
                      <ns1:pt x="84" y="31"/>
                      <ns1:pt x="83" y="31"/>
                    </ns1:cubicBezTo>
                    <ns1:cubicBezTo>
                      <ns1:pt x="81" y="31"/>
                      <ns1:pt x="78" y="32"/>
                      <ns1:pt x="75" y="32"/>
                    </ns1:cubicBezTo>
                    <ns1:cubicBezTo>
                      <ns1:pt x="77" y="34"/>
                      <ns1:pt x="78" y="36"/>
                      <ns1:pt x="80" y="38"/>
                    </ns1:cubicBezTo>
                    <ns1:cubicBezTo>
                      <ns1:pt x="84" y="41"/>
                      <ns1:pt x="81" y="44"/>
                      <ns1:pt x="80" y="47"/>
                    </ns1:cubicBezTo>
                    <ns1:cubicBezTo>
                      <ns1:pt x="80" y="48"/>
                      <ns1:pt x="78" y="50"/>
                      <ns1:pt x="76" y="50"/>
                    </ns1:cubicBezTo>
                    <ns1:cubicBezTo>
                      <ns1:pt x="73" y="51"/>
                      <ns1:pt x="69" y="50"/>
                      <ns1:pt x="66" y="50"/>
                    </ns1:cubicBezTo>
                    <ns1:cubicBezTo>
                      <ns1:pt x="61" y="49"/>
                      <ns1:pt x="58" y="50"/>
                      <ns1:pt x="55" y="54"/>
                    </ns1:cubicBezTo>
                    <ns1:cubicBezTo>
                      <ns1:pt x="53" y="58"/>
                      <ns1:pt x="50" y="58"/>
                      <ns1:pt x="46" y="57"/>
                    </ns1:cubicBezTo>
                    <ns1:cubicBezTo>
                      <ns1:pt x="39" y="54"/>
                      <ns1:pt x="32" y="51"/>
                      <ns1:pt x="24" y="48"/>
                    </ns1:cubicBezTo>
                    <ns1:close/>
                    <ns1:moveTo>
                      <ns1:pt x="54" y="43"/>
                    </ns1:moveTo>
                    <ns1:cubicBezTo>
                      <ns1:pt x="58" y="42"/>
                      <ns1:pt x="62" y="42"/>
                      <ns1:pt x="65" y="41"/>
                    </ns1:cubicBezTo>
                    <ns1:cubicBezTo>
                      <ns1:pt x="68" y="40"/>
                      <ns1:pt x="69" y="38"/>
                      <ns1:pt x="68" y="35"/>
                    </ns1:cubicBezTo>
                    <ns1:cubicBezTo>
                      <ns1:pt x="65" y="28"/>
                      <ns1:pt x="59" y="28"/>
                      <ns1:pt x="53" y="34"/>
                    </ns1:cubicBezTo>
                    <ns1:cubicBezTo>
                      <ns1:pt x="56" y="34"/>
                      <ns1:pt x="59" y="35"/>
                      <ns1:pt x="62" y="35"/>
                    </ns1:cubicBezTo>
                    <ns1:cubicBezTo>
                      <ns1:pt x="62" y="36"/>
                      <ns1:pt x="62" y="37"/>
                      <ns1:pt x="62" y="37"/>
                    </ns1:cubicBezTo>
                    <ns1:cubicBezTo>
                      <ns1:pt x="60" y="39"/>
                      <ns1:pt x="58" y="41"/>
                      <ns1:pt x="54" y="4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7" name="Freeform 11"/>
              <ns0:cNvSpPr/>
              <ns0:nvPr/>
            </ns0:nvSpPr>
            <ns0:spPr bwMode="auto">
              <ns1:xfrm>
                <ns1:off x="1504957" y="3242437"/>
                <ns1:ext cx="153438" cy="174921"/>
              </ns1:xfrm>
              <ns1:custGeom>
                <ns1:avLst/>
                <ns1:gdLst>
                  <ns1:gd name="T0" fmla="*/ 61 w 70"/>
                  <ns1:gd name="T1" fmla="*/ 0 h 80"/>
                  <ns1:gd name="T2" fmla="*/ 64 w 70"/>
                  <ns1:gd name="T3" fmla="*/ 31 h 80"/>
                  <ns1:gd name="T4" fmla="*/ 56 w 70"/>
                  <ns1:gd name="T5" fmla="*/ 44 h 80"/>
                  <ns1:gd name="T6" fmla="*/ 58 w 70"/>
                  <ns1:gd name="T7" fmla="*/ 46 h 80"/>
                  <ns1:gd name="T8" fmla="*/ 64 w 70"/>
                  <ns1:gd name="T9" fmla="*/ 42 h 80"/>
                  <ns1:gd name="T10" fmla="*/ 68 w 70"/>
                  <ns1:gd name="T11" fmla="*/ 41 h 80"/>
                  <ns1:gd name="T12" fmla="*/ 68 w 70"/>
                  <ns1:gd name="T13" fmla="*/ 46 h 80"/>
                  <ns1:gd name="T14" fmla="*/ 62 w 70"/>
                  <ns1:gd name="T15" fmla="*/ 49 h 80"/>
                  <ns1:gd name="T16" fmla="*/ 44 w 70"/>
                  <ns1:gd name="T17" fmla="*/ 64 h 80"/>
                  <ns1:gd name="T18" fmla="*/ 18 w 70"/>
                  <ns1:gd name="T19" fmla="*/ 80 h 80"/>
                  <ns1:gd name="T20" fmla="*/ 36 w 70"/>
                  <ns1:gd name="T21" fmla="*/ 61 h 80"/>
                  <ns1:gd name="T22" fmla="*/ 27 w 70"/>
                  <ns1:gd name="T23" fmla="*/ 63 h 80"/>
                  <ns1:gd name="T24" fmla="*/ 16 w 70"/>
                  <ns1:gd name="T25" fmla="*/ 68 h 80"/>
                  <ns1:gd name="T26" fmla="*/ 0 w 70"/>
                  <ns1:gd name="T27" fmla="*/ 59 h 80"/>
                  <ns1:gd name="T28" fmla="*/ 2 w 70"/>
                  <ns1:gd name="T29" fmla="*/ 53 h 80"/>
                  <ns1:gd name="T30" fmla="*/ 7 w 70"/>
                  <ns1:gd name="T31" fmla="*/ 54 h 80"/>
                  <ns1:gd name="T32" fmla="*/ 21 w 70"/>
                  <ns1:gd name="T33" fmla="*/ 53 h 80"/>
                  <ns1:gd name="T34" fmla="*/ 40 w 70"/>
                  <ns1:gd name="T35" fmla="*/ 50 h 80"/>
                  <ns1:gd name="T36" fmla="*/ 47 w 70"/>
                  <ns1:gd name="T37" fmla="*/ 42 h 80"/>
                  <ns1:gd name="T38" fmla="*/ 54 w 70"/>
                  <ns1:gd name="T39" fmla="*/ 17 h 80"/>
                  <ns1:gd name="T40" fmla="*/ 61 w 70"/>
                  <ns1:gd name="T41" fmla="*/ 0 h 8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</ns1:cxnLst>
                <ns1:rect l="0" t="0" r="r" b="b"/>
                <ns1:pathLst>
                  <ns1:path w="70" h="80">
                    <ns1:moveTo>
                      <ns1:pt x="61" y="0"/>
                    </ns1:moveTo>
                    <ns1:cubicBezTo>
                      <ns1:pt x="69" y="10"/>
                      <ns1:pt x="70" y="23"/>
                      <ns1:pt x="64" y="31"/>
                    </ns1:cubicBezTo>
                    <ns1:cubicBezTo>
                      <ns1:pt x="61" y="35"/>
                      <ns1:pt x="59" y="40"/>
                      <ns1:pt x="56" y="44"/>
                    </ns1:cubicBezTo>
                    <ns1:cubicBezTo>
                      <ns1:pt x="57" y="45"/>
                      <ns1:pt x="58" y="46"/>
                      <ns1:pt x="58" y="46"/>
                    </ns1:cubicBezTo>
                    <ns1:cubicBezTo>
                      <ns1:pt x="60" y="45"/>
                      <ns1:pt x="62" y="43"/>
                      <ns1:pt x="64" y="42"/>
                    </ns1:cubicBezTo>
                    <ns1:cubicBezTo>
                      <ns1:pt x="65" y="41"/>
                      <ns1:pt x="67" y="42"/>
                      <ns1:pt x="68" y="41"/>
                    </ns1:cubicBezTo>
                    <ns1:cubicBezTo>
                      <ns1:pt x="68" y="43"/>
                      <ns1:pt x="69" y="45"/>
                      <ns1:pt x="68" y="46"/>
                    </ns1:cubicBezTo>
                    <ns1:cubicBezTo>
                      <ns1:pt x="66" y="48"/>
                      <ns1:pt x="64" y="49"/>
                      <ns1:pt x="62" y="49"/>
                    </ns1:cubicBezTo>
                    <ns1:cubicBezTo>
                      <ns1:pt x="55" y="52"/>
                      <ns1:pt x="48" y="56"/>
                      <ns1:pt x="44" y="64"/>
                    </ns1:cubicBezTo>
                    <ns1:cubicBezTo>
                      <ns1:pt x="38" y="75"/>
                      <ns1:pt x="29" y="80"/>
                      <ns1:pt x="18" y="80"/>
                    </ns1:cubicBezTo>
                    <ns1:cubicBezTo>
                      <ns1:pt x="24" y="74"/>
                      <ns1:pt x="32" y="71"/>
                      <ns1:pt x="36" y="61"/>
                    </ns1:cubicBezTo>
                    <ns1:cubicBezTo>
                      <ns1:pt x="32" y="62"/>
                      <ns1:pt x="30" y="62"/>
                      <ns1:pt x="27" y="63"/>
                    </ns1:cubicBezTo>
                    <ns1:cubicBezTo>
                      <ns1:pt x="23" y="64"/>
                      <ns1:pt x="20" y="66"/>
                      <ns1:pt x="16" y="68"/>
                    </ns1:cubicBezTo>
                    <ns1:cubicBezTo>
                      <ns1:pt x="9" y="71"/>
                      <ns1:pt x="2" y="67"/>
                      <ns1:pt x="0" y="59"/>
                    </ns1:cubicBezTo>
                    <ns1:cubicBezTo>
                      <ns1:pt x="0" y="57"/>
                      <ns1:pt x="1" y="55"/>
                      <ns1:pt x="2" y="53"/>
                    </ns1:cubicBezTo>
                    <ns1:cubicBezTo>
                      <ns1:pt x="3" y="52"/>
                      <ns1:pt x="5" y="54"/>
                      <ns1:pt x="7" y="54"/>
                    </ns1:cubicBezTo>
                    <ns1:cubicBezTo>
                      <ns1:pt x="12" y="53"/>
                      <ns1:pt x="17" y="53"/>
                      <ns1:pt x="21" y="53"/>
                    </ns1:cubicBezTo>
                    <ns1:cubicBezTo>
                      <ns1:pt x="28" y="52"/>
                      <ns1:pt x="34" y="51"/>
                      <ns1:pt x="40" y="50"/>
                    </ns1:cubicBezTo>
                    <ns1:cubicBezTo>
                      <ns1:pt x="44" y="49"/>
                      <ns1:pt x="46" y="46"/>
                      <ns1:pt x="47" y="42"/>
                    </ns1:cubicBezTo>
                    <ns1:cubicBezTo>
                      <ns1:pt x="50" y="34"/>
                      <ns1:pt x="52" y="25"/>
                      <ns1:pt x="54" y="17"/>
                    </ns1:cubicBezTo>
                    <ns1:cubicBezTo>
                      <ns1:pt x="56" y="12"/>
                      <ns1:pt x="58" y="7"/>
                      <ns1:pt x="6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8" name="Freeform 12"/>
              <ns0:cNvSpPr/>
              <ns0:nvPr/>
            </ns0:nvSpPr>
            <ns0:spPr bwMode="auto">
              <ns1:xfrm>
                <ns1:off x="1428236" y="4259230"/>
                <ns1:ext cx="94111" cy="140140"/>
              </ns1:xfrm>
              <ns1:custGeom>
                <ns1:avLst/>
                <ns1:gdLst>
                  <ns1:gd name="T0" fmla="*/ 43 w 43"/>
                  <ns1:gd name="T1" fmla="*/ 59 h 64"/>
                  <ns1:gd name="T2" fmla="*/ 34 w 43"/>
                  <ns1:gd name="T3" fmla="*/ 57 h 64"/>
                  <ns1:gd name="T4" fmla="*/ 8 w 43"/>
                  <ns1:gd name="T5" fmla="*/ 20 h 64"/>
                  <ns1:gd name="T6" fmla="*/ 13 w 43"/>
                  <ns1:gd name="T7" fmla="*/ 63 h 64"/>
                  <ns1:gd name="T8" fmla="*/ 7 w 43"/>
                  <ns1:gd name="T9" fmla="*/ 64 h 64"/>
                  <ns1:gd name="T10" fmla="*/ 0 w 43"/>
                  <ns1:gd name="T11" fmla="*/ 4 h 64"/>
                  <ns1:gd name="T12" fmla="*/ 9 w 43"/>
                  <ns1:gd name="T13" fmla="*/ 6 h 64"/>
                  <ns1:gd name="T14" fmla="*/ 31 w 43"/>
                  <ns1:gd name="T15" fmla="*/ 40 h 64"/>
                  <ns1:gd name="T16" fmla="*/ 35 w 43"/>
                  <ns1:gd name="T17" fmla="*/ 45 h 64"/>
                  <ns1:gd name="T18" fmla="*/ 30 w 43"/>
                  <ns1:gd name="T19" fmla="*/ 1 h 64"/>
                  <ns1:gd name="T20" fmla="*/ 36 w 43"/>
                  <ns1:gd name="T21" fmla="*/ 0 h 64"/>
                  <ns1:gd name="T22" fmla="*/ 43 w 43"/>
                  <ns1:gd name="T23" fmla="*/ 59 h 6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43" h="64">
                    <ns1:moveTo>
                      <ns1:pt x="43" y="59"/>
                    </ns1:moveTo>
                    <ns1:cubicBezTo>
                      <ns1:pt x="38" y="61"/>
                      <ns1:pt x="36" y="60"/>
                      <ns1:pt x="34" y="57"/>
                    </ns1:cubicBezTo>
                    <ns1:cubicBezTo>
                      <ns1:pt x="26" y="44"/>
                      <ns1:pt x="17" y="32"/>
                      <ns1:pt x="8" y="20"/>
                    </ns1:cubicBezTo>
                    <ns1:cubicBezTo>
                      <ns1:pt x="10" y="34"/>
                      <ns1:pt x="11" y="48"/>
                      <ns1:pt x="13" y="63"/>
                    </ns1:cubicBezTo>
                    <ns1:cubicBezTo>
                      <ns1:pt x="11" y="63"/>
                      <ns1:pt x="10" y="64"/>
                      <ns1:pt x="7" y="64"/>
                    </ns1:cubicBezTo>
                    <ns1:cubicBezTo>
                      <ns1:pt x="5" y="44"/>
                      <ns1:pt x="2" y="24"/>
                      <ns1:pt x="0" y="4"/>
                    </ns1:cubicBezTo>
                    <ns1:cubicBezTo>
                      <ns1:pt x="4" y="3"/>
                      <ns1:pt x="6" y="3"/>
                      <ns1:pt x="9" y="6"/>
                    </ns1:cubicBezTo>
                    <ns1:cubicBezTo>
                      <ns1:pt x="16" y="18"/>
                      <ns1:pt x="23" y="29"/>
                      <ns1:pt x="31" y="40"/>
                    </ns1:cubicBezTo>
                    <ns1:cubicBezTo>
                      <ns1:pt x="32" y="42"/>
                      <ns1:pt x="33" y="43"/>
                      <ns1:pt x="35" y="45"/>
                    </ns1:cubicBezTo>
                    <ns1:cubicBezTo>
                      <ns1:pt x="33" y="30"/>
                      <ns1:pt x="32" y="16"/>
                      <ns1:pt x="30" y="1"/>
                    </ns1:cubicBezTo>
                    <ns1:cubicBezTo>
                      <ns1:pt x="32" y="0"/>
                      <ns1:pt x="33" y="0"/>
                      <ns1:pt x="36" y="0"/>
                    </ns1:cubicBezTo>
                    <ns1:cubicBezTo>
                      <ns1:pt x="38" y="20"/>
                      <ns1:pt x="41" y="40"/>
                      <ns1:pt x="43" y="5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69" name="Freeform 13"/>
              <ns0:cNvSpPr/>
              <ns0:nvPr/>
            </ns0:nvSpPr>
            <ns0:spPr bwMode="auto">
              <ns1:xfrm>
                <ns1:off x="1082486" y="4223424"/>
                <ns1:ext cx="138096" cy="151393"/>
              </ns1:xfrm>
              <ns1:custGeom>
                <ns1:avLst/>
                <ns1:gdLst>
                  <ns1:gd name="T0" fmla="*/ 31 w 63"/>
                  <ns1:gd name="T1" fmla="*/ 69 h 69"/>
                  <ns1:gd name="T2" fmla="*/ 26 w 63"/>
                  <ns1:gd name="T3" fmla="*/ 62 h 69"/>
                  <ns1:gd name="T4" fmla="*/ 28 w 63"/>
                  <ns1:gd name="T5" fmla="*/ 17 h 69"/>
                  <ns1:gd name="T6" fmla="*/ 5 w 63"/>
                  <ns1:gd name="T7" fmla="*/ 55 h 69"/>
                  <ns1:gd name="T8" fmla="*/ 0 w 63"/>
                  <ns1:gd name="T9" fmla="*/ 52 h 69"/>
                  <ns1:gd name="T10" fmla="*/ 31 w 63"/>
                  <ns1:gd name="T11" fmla="*/ 0 h 69"/>
                  <ns1:gd name="T12" fmla="*/ 37 w 63"/>
                  <ns1:gd name="T13" fmla="*/ 8 h 69"/>
                  <ns1:gd name="T14" fmla="*/ 34 w 63"/>
                  <ns1:gd name="T15" fmla="*/ 53 h 69"/>
                  <ns1:gd name="T16" fmla="*/ 58 w 63"/>
                  <ns1:gd name="T17" fmla="*/ 15 h 69"/>
                  <ns1:gd name="T18" fmla="*/ 63 w 63"/>
                  <ns1:gd name="T19" fmla="*/ 18 h 69"/>
                  <ns1:gd name="T20" fmla="*/ 31 w 63"/>
                  <ns1:gd name="T21" fmla="*/ 69 h 6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</ns1:cxnLst>
                <ns1:rect l="0" t="0" r="r" b="b"/>
                <ns1:pathLst>
                  <ns1:path w="63" h="69">
                    <ns1:moveTo>
                      <ns1:pt x="31" y="69"/>
                    </ns1:moveTo>
                    <ns1:cubicBezTo>
                      <ns1:pt x="26" y="68"/>
                      <ns1:pt x="25" y="66"/>
                      <ns1:pt x="26" y="62"/>
                    </ns1:cubicBezTo>
                    <ns1:cubicBezTo>
                      <ns1:pt x="27" y="47"/>
                      <ns1:pt x="28" y="32"/>
                      <ns1:pt x="28" y="17"/>
                    </ns1:cubicBezTo>
                    <ns1:cubicBezTo>
                      <ns1:pt x="21" y="30"/>
                      <ns1:pt x="13" y="42"/>
                      <ns1:pt x="5" y="55"/>
                    </ns1:cubicBezTo>
                    <ns1:cubicBezTo>
                      <ns1:pt x="3" y="54"/>
                      <ns1:pt x="2" y="53"/>
                      <ns1:pt x="0" y="52"/>
                    </ns1:cubicBezTo>
                    <ns1:cubicBezTo>
                      <ns1:pt x="10" y="35"/>
                      <ns1:pt x="21" y="17"/>
                      <ns1:pt x="31" y="0"/>
                    </ns1:cubicBezTo>
                    <ns1:cubicBezTo>
                      <ns1:pt x="36" y="1"/>
                      <ns1:pt x="37" y="4"/>
                      <ns1:pt x="37" y="8"/>
                    </ns1:cubicBezTo>
                    <ns1:cubicBezTo>
                      <ns1:pt x="35" y="23"/>
                      <ns1:pt x="34" y="38"/>
                      <ns1:pt x="34" y="53"/>
                    </ns1:cubicBezTo>
                    <ns1:cubicBezTo>
                      <ns1:pt x="42" y="40"/>
                      <ns1:pt x="50" y="28"/>
                      <ns1:pt x="58" y="15"/>
                    </ns1:cubicBezTo>
                    <ns1:cubicBezTo>
                      <ns1:pt x="59" y="16"/>
                      <ns1:pt x="61" y="17"/>
                      <ns1:pt x="63" y="18"/>
                    </ns1:cubicBezTo>
                    <ns1:cubicBezTo>
                      <ns1:pt x="52" y="35"/>
                      <ns1:pt x="42" y="52"/>
                      <ns1:pt x="31" y="6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0" name="Freeform 14"/>
              <ns0:cNvSpPr/>
              <ns0:nvPr/>
            </ns0:nvSpPr>
            <ns0:spPr bwMode="auto">
              <ns1:xfrm>
                <ns1:off x="850283" y="4071011"/>
                <ns1:ext cx="155487" cy="121730"/>
              </ns1:xfrm>
              <ns1:custGeom>
                <ns1:avLst/>
                <ns1:gdLst>
                  <ns1:gd name="T0" fmla="*/ 56 w 71"/>
                  <ns1:gd name="T1" fmla="*/ 0 h 56"/>
                  <ns1:gd name="T2" fmla="*/ 71 w 71"/>
                  <ns1:gd name="T3" fmla="*/ 28 h 56"/>
                  <ns1:gd name="T4" fmla="*/ 64 w 71"/>
                  <ns1:gd name="T5" fmla="*/ 32 h 56"/>
                  <ns1:gd name="T6" fmla="*/ 52 w 71"/>
                  <ns1:gd name="T7" fmla="*/ 9 h 56"/>
                  <ns1:gd name="T8" fmla="*/ 35 w 71"/>
                  <ns1:gd name="T9" fmla="*/ 16 h 56"/>
                  <ns1:gd name="T10" fmla="*/ 46 w 71"/>
                  <ns1:gd name="T11" fmla="*/ 38 h 56"/>
                  <ns1:gd name="T12" fmla="*/ 40 w 71"/>
                  <ns1:gd name="T13" fmla="*/ 41 h 56"/>
                  <ns1:gd name="T14" fmla="*/ 28 w 71"/>
                  <ns1:gd name="T15" fmla="*/ 20 h 56"/>
                  <ns1:gd name="T16" fmla="*/ 10 w 71"/>
                  <ns1:gd name="T17" fmla="*/ 29 h 56"/>
                  <ns1:gd name="T18" fmla="*/ 22 w 71"/>
                  <ns1:gd name="T19" fmla="*/ 53 h 56"/>
                  <ns1:gd name="T20" fmla="*/ 15 w 71"/>
                  <ns1:gd name="T21" fmla="*/ 56 h 56"/>
                  <ns1:gd name="T22" fmla="*/ 0 w 71"/>
                  <ns1:gd name="T23" fmla="*/ 26 h 56"/>
                  <ns1:gd name="T24" fmla="*/ 56 w 71"/>
                  <ns1:gd name="T25" fmla="*/ 0 h 5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1" h="56">
                    <ns1:moveTo>
                      <ns1:pt x="56" y="0"/>
                    </ns1:moveTo>
                    <ns1:cubicBezTo>
                      <ns1:pt x="61" y="10"/>
                      <ns1:pt x="66" y="19"/>
                      <ns1:pt x="71" y="28"/>
                    </ns1:cubicBezTo>
                    <ns1:cubicBezTo>
                      <ns1:pt x="69" y="30"/>
                      <ns1:pt x="67" y="31"/>
                      <ns1:pt x="64" y="32"/>
                    </ns1:cubicBezTo>
                    <ns1:cubicBezTo>
                      <ns1:pt x="60" y="24"/>
                      <ns1:pt x="56" y="17"/>
                      <ns1:pt x="52" y="9"/>
                    </ns1:cubicBezTo>
                    <ns1:cubicBezTo>
                      <ns1:pt x="47" y="11"/>
                      <ns1:pt x="41" y="14"/>
                      <ns1:pt x="35" y="16"/>
                    </ns1:cubicBezTo>
                    <ns1:cubicBezTo>
                      <ns1:pt x="39" y="24"/>
                      <ns1:pt x="43" y="31"/>
                      <ns1:pt x="46" y="38"/>
                    </ns1:cubicBezTo>
                    <ns1:cubicBezTo>
                      <ns1:pt x="44" y="39"/>
                      <ns1:pt x="42" y="40"/>
                      <ns1:pt x="40" y="41"/>
                    </ns1:cubicBezTo>
                    <ns1:cubicBezTo>
                      <ns1:pt x="36" y="34"/>
                      <ns1:pt x="32" y="27"/>
                      <ns1:pt x="28" y="20"/>
                    </ns1:cubicBezTo>
                    <ns1:cubicBezTo>
                      <ns1:pt x="22" y="23"/>
                      <ns1:pt x="16" y="26"/>
                      <ns1:pt x="10" y="29"/>
                    </ns1:cubicBezTo>
                    <ns1:cubicBezTo>
                      <ns1:pt x="14" y="37"/>
                      <ns1:pt x="18" y="44"/>
                      <ns1:pt x="22" y="53"/>
                    </ns1:cubicBezTo>
                    <ns1:cubicBezTo>
                      <ns1:pt x="19" y="54"/>
                      <ns1:pt x="17" y="55"/>
                      <ns1:pt x="15" y="56"/>
                    </ns1:cubicBezTo>
                    <ns1:cubicBezTo>
                      <ns1:pt x="10" y="46"/>
                      <ns1:pt x="5" y="37"/>
                      <ns1:pt x="0" y="26"/>
                    </ns1:cubicBezTo>
                    <ns1:cubicBezTo>
                      <ns1:pt x="19" y="18"/>
                      <ns1:pt x="37" y="9"/>
                      <ns1:pt x="56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1" name="Freeform 15"/>
              <ns0:cNvSpPr/>
              <ns0:nvPr/>
            </ns0:nvSpPr>
            <ns0:spPr bwMode="auto">
              <ns1:xfrm>
                <ns1:off x="807318" y="3985083"/>
                <ns1:ext cx="157531" cy="126843"/>
              </ns1:xfrm>
              <ns1:custGeom>
                <ns1:avLst/>
                <ns1:gdLst>
                  <ns1:gd name="T0" fmla="*/ 29 w 72"/>
                  <ns1:gd name="T1" fmla="*/ 20 h 58"/>
                  <ns1:gd name="T2" fmla="*/ 3 w 72"/>
                  <ns1:gd name="T3" fmla="*/ 32 h 58"/>
                  <ns1:gd name="T4" fmla="*/ 0 w 72"/>
                  <ns1:gd name="T5" fmla="*/ 27 h 58"/>
                  <ns1:gd name="T6" fmla="*/ 57 w 72"/>
                  <ns1:gd name="T7" fmla="*/ 0 h 58"/>
                  <ns1:gd name="T8" fmla="*/ 59 w 72"/>
                  <ns1:gd name="T9" fmla="*/ 6 h 58"/>
                  <ns1:gd name="T10" fmla="*/ 36 w 72"/>
                  <ns1:gd name="T11" fmla="*/ 17 h 58"/>
                  <ns1:gd name="T12" fmla="*/ 46 w 72"/>
                  <ns1:gd name="T13" fmla="*/ 37 h 58"/>
                  <ns1:gd name="T14" fmla="*/ 69 w 72"/>
                  <ns1:gd name="T15" fmla="*/ 26 h 58"/>
                  <ns1:gd name="T16" fmla="*/ 72 w 72"/>
                  <ns1:gd name="T17" fmla="*/ 32 h 58"/>
                  <ns1:gd name="T18" fmla="*/ 15 w 72"/>
                  <ns1:gd name="T19" fmla="*/ 58 h 58"/>
                  <ns1:gd name="T20" fmla="*/ 13 w 72"/>
                  <ns1:gd name="T21" fmla="*/ 52 h 58"/>
                  <ns1:gd name="T22" fmla="*/ 39 w 72"/>
                  <ns1:gd name="T23" fmla="*/ 40 h 58"/>
                  <ns1:gd name="T24" fmla="*/ 29 w 72"/>
                  <ns1:gd name="T25" fmla="*/ 20 h 5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2" h="58">
                    <ns1:moveTo>
                      <ns1:pt x="29" y="20"/>
                    </ns1:moveTo>
                    <ns1:cubicBezTo>
                      <ns1:pt x="20" y="24"/>
                      <ns1:pt x="12" y="28"/>
                      <ns1:pt x="3" y="32"/>
                    </ns1:cubicBezTo>
                    <ns1:cubicBezTo>
                      <ns1:pt x="2" y="30"/>
                      <ns1:pt x="1" y="29"/>
                      <ns1:pt x="0" y="27"/>
                    </ns1:cubicBezTo>
                    <ns1:cubicBezTo>
                      <ns1:pt x="19" y="18"/>
                      <ns1:pt x="37" y="9"/>
                      <ns1:pt x="57" y="0"/>
                    </ns1:cubicBezTo>
                    <ns1:cubicBezTo>
                      <ns1:pt x="58" y="2"/>
                      <ns1:pt x="58" y="4"/>
                      <ns1:pt x="59" y="6"/>
                    </ns1:cubicBezTo>
                    <ns1:cubicBezTo>
                      <ns1:pt x="52" y="9"/>
                      <ns1:pt x="44" y="13"/>
                      <ns1:pt x="36" y="17"/>
                    </ns1:cubicBezTo>
                    <ns1:cubicBezTo>
                      <ns1:pt x="40" y="23"/>
                      <ns1:pt x="43" y="30"/>
                      <ns1:pt x="46" y="37"/>
                    </ns1:cubicBezTo>
                    <ns1:cubicBezTo>
                      <ns1:pt x="54" y="33"/>
                      <ns1:pt x="61" y="30"/>
                      <ns1:pt x="69" y="26"/>
                    </ns1:cubicBezTo>
                    <ns1:cubicBezTo>
                      <ns1:pt x="70" y="28"/>
                      <ns1:pt x="71" y="30"/>
                      <ns1:pt x="72" y="32"/>
                    </ns1:cubicBezTo>
                    <ns1:cubicBezTo>
                      <ns1:pt x="53" y="40"/>
                      <ns1:pt x="34" y="49"/>
                      <ns1:pt x="15" y="58"/>
                    </ns1:cubicBezTo>
                    <ns1:cubicBezTo>
                      <ns1:pt x="14" y="56"/>
                      <ns1:pt x="14" y="54"/>
                      <ns1:pt x="13" y="52"/>
                    </ns1:cubicBezTo>
                    <ns1:cubicBezTo>
                      <ns1:pt x="21" y="48"/>
                      <ns1:pt x="30" y="44"/>
                      <ns1:pt x="39" y="40"/>
                    </ns1:cubicBezTo>
                    <ns1:cubicBezTo>
                      <ns1:pt x="36" y="33"/>
                      <ns1:pt x="33" y="27"/>
                      <ns1:pt x="29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2" name="Freeform 16"/>
              <ns0:cNvSpPr/>
              <ns0:nvPr/>
            </ns0:nvSpPr>
            <ns0:spPr bwMode="auto">
              <ns1:xfrm>
                <ns1:off x="763334" y="3906317"/>
                <ns1:ext cx="161625" cy="126843"/>
              </ns1:xfrm>
              <ns1:custGeom>
                <ns1:avLst/>
                <ns1:gdLst>
                  <ns1:gd name="T0" fmla="*/ 62 w 74"/>
                  <ns1:gd name="T1" fmla="*/ 26 h 58"/>
                  <ns1:gd name="T2" fmla="*/ 50 w 74"/>
                  <ns1:gd name="T3" fmla="*/ 3 h 58"/>
                  <ns1:gd name="T4" fmla="*/ 57 w 74"/>
                  <ns1:gd name="T5" fmla="*/ 0 h 58"/>
                  <ns1:gd name="T6" fmla="*/ 74 w 74"/>
                  <ns1:gd name="T7" fmla="*/ 30 h 58"/>
                  <ns1:gd name="T8" fmla="*/ 62 w 74"/>
                  <ns1:gd name="T9" fmla="*/ 32 h 58"/>
                  <ns1:gd name="T10" fmla="*/ 19 w 74"/>
                  <ns1:gd name="T11" fmla="*/ 30 h 58"/>
                  <ns1:gd name="T12" fmla="*/ 11 w 74"/>
                  <ns1:gd name="T13" fmla="*/ 30 h 58"/>
                  <ns1:gd name="T14" fmla="*/ 25 w 74"/>
                  <ns1:gd name="T15" fmla="*/ 55 h 58"/>
                  <ns1:gd name="T16" fmla="*/ 18 w 74"/>
                  <ns1:gd name="T17" fmla="*/ 58 h 58"/>
                  <ns1:gd name="T18" fmla="*/ 0 w 74"/>
                  <ns1:gd name="T19" fmla="*/ 25 h 58"/>
                  <ns1:gd name="T20" fmla="*/ 11 w 74"/>
                  <ns1:gd name="T21" fmla="*/ 23 h 58"/>
                  <ns1:gd name="T22" fmla="*/ 62 w 74"/>
                  <ns1:gd name="T23" fmla="*/ 26 h 5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74" h="58">
                    <ns1:moveTo>
                      <ns1:pt x="62" y="26"/>
                    </ns1:moveTo>
                    <ns1:cubicBezTo>
                      <ns1:pt x="58" y="18"/>
                      <ns1:pt x="54" y="11"/>
                      <ns1:pt x="50" y="3"/>
                    </ns1:cubicBezTo>
                    <ns1:cubicBezTo>
                      <ns1:pt x="53" y="2"/>
                      <ns1:pt x="55" y="1"/>
                      <ns1:pt x="57" y="0"/>
                    </ns1:cubicBezTo>
                    <ns1:cubicBezTo>
                      <ns1:pt x="62" y="10"/>
                      <ns1:pt x="68" y="19"/>
                      <ns1:pt x="74" y="30"/>
                    </ns1:cubicBezTo>
                    <ns1:cubicBezTo>
                      <ns1:pt x="69" y="31"/>
                      <ns1:pt x="66" y="33"/>
                      <ns1:pt x="62" y="32"/>
                    </ns1:cubicBezTo>
                    <ns1:cubicBezTo>
                      <ns1:pt x="48" y="32"/>
                      <ns1:pt x="33" y="31"/>
                      <ns1:pt x="19" y="30"/>
                    </ns1:cubicBezTo>
                    <ns1:cubicBezTo>
                      <ns1:pt x="16" y="29"/>
                      <ns1:pt x="14" y="30"/>
                      <ns1:pt x="11" y="30"/>
                    </ns1:cubicBezTo>
                    <ns1:cubicBezTo>
                      <ns1:pt x="16" y="38"/>
                      <ns1:pt x="20" y="46"/>
                      <ns1:pt x="25" y="55"/>
                    </ns1:cubicBezTo>
                    <ns1:cubicBezTo>
                      <ns1:pt x="22" y="56"/>
                      <ns1:pt x="20" y="57"/>
                      <ns1:pt x="18" y="58"/>
                    </ns1:cubicBezTo>
                    <ns1:cubicBezTo>
                      <ns1:pt x="12" y="48"/>
                      <ns1:pt x="6" y="37"/>
                      <ns1:pt x="0" y="25"/>
                    </ns1:cubicBezTo>
                    <ns1:cubicBezTo>
                      <ns1:pt x="4" y="24"/>
                      <ns1:pt x="8" y="23"/>
                      <ns1:pt x="11" y="23"/>
                    </ns1:cubicBezTo>
                    <ns1:cubicBezTo>
                      <ns1:pt x="28" y="24"/>
                      <ns1:pt x="45" y="25"/>
                      <ns1:pt x="62" y="26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3" name="Freeform 17"/>
              <ns0:cNvSpPr>
                <ns1:spLocks noEditPoints="1"/>
              </ns0:cNvSpPr>
              <ns0:nvPr/>
            </ns0:nvSpPr>
            <ns0:spPr bwMode="auto">
              <ns1:xfrm>
                <ns1:off x="1673741" y="4136476"/>
                <ns1:ext cx="140141" cy="132982"/>
              </ns1:xfrm>
              <ns1:custGeom>
                <ns1:avLst/>
                <ns1:gdLst>
                  <ns1:gd name="T0" fmla="*/ 64 w 64"/>
                  <ns1:gd name="T1" fmla="*/ 42 h 61"/>
                  <ns1:gd name="T2" fmla="*/ 54 w 64"/>
                  <ns1:gd name="T3" fmla="*/ 43 h 61"/>
                  <ns1:gd name="T4" fmla="*/ 40 w 64"/>
                  <ns1:gd name="T5" fmla="*/ 35 h 61"/>
                  <ns1:gd name="T6" fmla="*/ 25 w 64"/>
                  <ns1:gd name="T7" fmla="*/ 37 h 61"/>
                  <ns1:gd name="T8" fmla="*/ 41 w 64"/>
                  <ns1:gd name="T9" fmla="*/ 58 h 61"/>
                  <ns1:gd name="T10" fmla="*/ 37 w 64"/>
                  <ns1:gd name="T11" fmla="*/ 61 h 61"/>
                  <ns1:gd name="T12" fmla="*/ 0 w 64"/>
                  <ns1:gd name="T13" fmla="*/ 12 h 61"/>
                  <ns1:gd name="T14" fmla="*/ 17 w 64"/>
                  <ns1:gd name="T15" fmla="*/ 1 h 61"/>
                  <ns1:gd name="T16" fmla="*/ 25 w 64"/>
                  <ns1:gd name="T17" fmla="*/ 0 h 61"/>
                  <ns1:gd name="T18" fmla="*/ 37 w 64"/>
                  <ns1:gd name="T19" fmla="*/ 26 h 61"/>
                  <ns1:gd name="T20" fmla="*/ 64 w 64"/>
                  <ns1:gd name="T21" fmla="*/ 42 h 61"/>
                  <ns1:gd name="T22" fmla="*/ 21 w 64"/>
                  <ns1:gd name="T23" fmla="*/ 31 h 61"/>
                  <ns1:gd name="T24" fmla="*/ 33 w 64"/>
                  <ns1:gd name="T25" fmla="*/ 18 h 61"/>
                  <ns1:gd name="T26" fmla="*/ 25 w 64"/>
                  <ns1:gd name="T27" fmla="*/ 7 h 61"/>
                  <ns1:gd name="T28" fmla="*/ 8 w 64"/>
                  <ns1:gd name="T29" fmla="*/ 14 h 61"/>
                  <ns1:gd name="T30" fmla="*/ 21 w 64"/>
                  <ns1:gd name="T31" fmla="*/ 31 h 6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</ns1:cxnLst>
                <ns1:rect l="0" t="0" r="r" b="b"/>
                <ns1:pathLst>
                  <ns1:path w="64" h="61">
                    <ns1:moveTo>
                      <ns1:pt x="64" y="42"/>
                    </ns1:moveTo>
                    <ns1:cubicBezTo>
                      <ns1:pt x="61" y="46"/>
                      <ns1:pt x="58" y="46"/>
                      <ns1:pt x="54" y="43"/>
                    </ns1:cubicBezTo>
                    <ns1:cubicBezTo>
                      <ns1:pt x="50" y="40"/>
                      <ns1:pt x="45" y="37"/>
                      <ns1:pt x="40" y="35"/>
                    </ns1:cubicBezTo>
                    <ns1:cubicBezTo>
                      <ns1:pt x="33" y="31"/>
                      <ns1:pt x="32" y="31"/>
                      <ns1:pt x="25" y="37"/>
                    </ns1:cubicBezTo>
                    <ns1:cubicBezTo>
                      <ns1:pt x="31" y="44"/>
                      <ns1:pt x="36" y="51"/>
                      <ns1:pt x="41" y="58"/>
                    </ns1:cubicBezTo>
                    <ns1:cubicBezTo>
                      <ns1:pt x="40" y="59"/>
                      <ns1:pt x="39" y="60"/>
                      <ns1:pt x="37" y="61"/>
                    </ns1:cubicBezTo>
                    <ns1:cubicBezTo>
                      <ns1:pt x="25" y="45"/>
                      <ns1:pt x="13" y="29"/>
                      <ns1:pt x="0" y="12"/>
                    </ns1:cubicBezTo>
                    <ns1:cubicBezTo>
                      <ns1:pt x="6" y="8"/>
                      <ns1:pt x="11" y="4"/>
                      <ns1:pt x="17" y="1"/>
                    </ns1:cubicBezTo>
                    <ns1:cubicBezTo>
                      <ns1:pt x="19" y="0"/>
                      <ns1:pt x="22" y="0"/>
                      <ns1:pt x="25" y="0"/>
                    </ns1:cubicBezTo>
                    <ns1:cubicBezTo>
                      <ns1:pt x="35" y="4"/>
                      <ns1:pt x="41" y="17"/>
                      <ns1:pt x="37" y="26"/>
                    </ns1:cubicBezTo>
                    <ns1:cubicBezTo>
                      <ns1:pt x="46" y="32"/>
                      <ns1:pt x="55" y="37"/>
                      <ns1:pt x="64" y="42"/>
                    </ns1:cubicBezTo>
                    <ns1:close/>
                    <ns1:moveTo>
                      <ns1:pt x="21" y="31"/>
                    </ns1:moveTo>
                    <ns1:cubicBezTo>
                      <ns1:pt x="25" y="26"/>
                      <ns1:pt x="33" y="25"/>
                      <ns1:pt x="33" y="18"/>
                    </ns1:cubicBezTo>
                    <ns1:cubicBezTo>
                      <ns1:pt x="32" y="14"/>
                      <ns1:pt x="28" y="9"/>
                      <ns1:pt x="25" y="7"/>
                    </ns1:cubicBezTo>
                    <ns1:cubicBezTo>
                      <ns1:pt x="18" y="4"/>
                      <ns1:pt x="14" y="12"/>
                      <ns1:pt x="8" y="14"/>
                    </ns1:cubicBezTo>
                    <ns1:cubicBezTo>
                      <ns1:pt x="13" y="20"/>
                      <ns1:pt x="17" y="25"/>
                      <ns1:pt x="21" y="3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4" name="Freeform 18"/>
              <ns0:cNvSpPr/>
              <ns0:nvPr/>
            </ns0:nvSpPr>
            <ns0:spPr bwMode="auto">
              <ns1:xfrm>
                <ns1:off x="1731026" y="3577959"/>
                <ns1:ext cx="104339" cy="100245"/>
              </ns1:xfrm>
              <ns1:custGeom>
                <ns1:avLst/>
                <ns1:gdLst>
                  <ns1:gd name="T0" fmla="*/ 45 w 48"/>
                  <ns1:gd name="T1" fmla="*/ 18 h 46"/>
                  <ns1:gd name="T2" fmla="*/ 47 w 48"/>
                  <ns1:gd name="T3" fmla="*/ 25 h 46"/>
                  <ns1:gd name="T4" fmla="*/ 48 w 48"/>
                  <ns1:gd name="T5" fmla="*/ 29 h 46"/>
                  <ns1:gd name="T6" fmla="*/ 44 w 48"/>
                  <ns1:gd name="T7" fmla="*/ 30 h 46"/>
                  <ns1:gd name="T8" fmla="*/ 35 w 48"/>
                  <ns1:gd name="T9" fmla="*/ 31 h 46"/>
                  <ns1:gd name="T10" fmla="*/ 18 w 48"/>
                  <ns1:gd name="T11" fmla="*/ 44 h 46"/>
                  <ns1:gd name="T12" fmla="*/ 12 w 48"/>
                  <ns1:gd name="T13" fmla="*/ 44 h 46"/>
                  <ns1:gd name="T14" fmla="*/ 4 w 48"/>
                  <ns1:gd name="T15" fmla="*/ 28 h 46"/>
                  <ns1:gd name="T16" fmla="*/ 7 w 48"/>
                  <ns1:gd name="T17" fmla="*/ 25 h 46"/>
                  <ns1:gd name="T18" fmla="*/ 10 w 48"/>
                  <ns1:gd name="T19" fmla="*/ 26 h 46"/>
                  <ns1:gd name="T20" fmla="*/ 26 w 48"/>
                  <ns1:gd name="T21" fmla="*/ 22 h 46"/>
                  <ns1:gd name="T22" fmla="*/ 10 w 48"/>
                  <ns1:gd name="T23" fmla="*/ 16 h 46"/>
                  <ns1:gd name="T24" fmla="*/ 1 w 48"/>
                  <ns1:gd name="T25" fmla="*/ 4 h 46"/>
                  <ns1:gd name="T26" fmla="*/ 2 w 48"/>
                  <ns1:gd name="T27" fmla="*/ 0 h 46"/>
                  <ns1:gd name="T28" fmla="*/ 7 w 48"/>
                  <ns1:gd name="T29" fmla="*/ 1 h 46"/>
                  <ns1:gd name="T30" fmla="*/ 27 w 48"/>
                  <ns1:gd name="T31" fmla="*/ 14 h 46"/>
                  <ns1:gd name="T32" fmla="*/ 41 w 48"/>
                  <ns1:gd name="T33" fmla="*/ 14 h 46"/>
                  <ns1:gd name="T34" fmla="*/ 45 w 48"/>
                  <ns1:gd name="T35" fmla="*/ 18 h 46"/>
                  <ns1:gd name="T36" fmla="*/ 45 w 48"/>
                  <ns1:gd name="T37" fmla="*/ 18 h 4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</ns1:cxnLst>
                <ns1:rect l="0" t="0" r="r" b="b"/>
                <ns1:pathLst>
                  <ns1:path w="48" h="46">
                    <ns1:moveTo>
                      <ns1:pt x="45" y="18"/>
                    </ns1:moveTo>
                    <ns1:cubicBezTo>
                      <ns1:pt x="46" y="21"/>
                      <ns1:pt x="46" y="23"/>
                      <ns1:pt x="47" y="25"/>
                    </ns1:cubicBezTo>
                    <ns1:cubicBezTo>
                      <ns1:pt x="47" y="27"/>
                      <ns1:pt x="48" y="28"/>
                      <ns1:pt x="48" y="29"/>
                    </ns1:cubicBezTo>
                    <ns1:cubicBezTo>
                      <ns1:pt x="47" y="29"/>
                      <ns1:pt x="45" y="31"/>
                      <ns1:pt x="44" y="30"/>
                    </ns1:cubicBezTo>
                    <ns1:cubicBezTo>
                      <ns1:pt x="40" y="28"/>
                      <ns1:pt x="37" y="29"/>
                      <ns1:pt x="35" y="31"/>
                    </ns1:cubicBezTo>
                    <ns1:cubicBezTo>
                      <ns1:pt x="29" y="36"/>
                      <ns1:pt x="23" y="40"/>
                      <ns1:pt x="18" y="44"/>
                    </ns1:cubicBezTo>
                    <ns1:cubicBezTo>
                      <ns1:pt x="16" y="46"/>
                      <ns1:pt x="13" y="46"/>
                      <ns1:pt x="12" y="44"/>
                    </ns1:cubicBezTo>
                    <ns1:cubicBezTo>
                      <ns1:pt x="9" y="39"/>
                      <ns1:pt x="7" y="33"/>
                      <ns1:pt x="4" y="28"/>
                    </ns1:cubicBezTo>
                    <ns1:cubicBezTo>
                      <ns1:pt x="4" y="28"/>
                      <ns1:pt x="6" y="26"/>
                      <ns1:pt x="7" y="25"/>
                    </ns1:cubicBezTo>
                    <ns1:cubicBezTo>
                      <ns1:pt x="7" y="25"/>
                      <ns1:pt x="9" y="26"/>
                      <ns1:pt x="10" y="26"/>
                    </ns1:cubicBezTo>
                    <ns1:cubicBezTo>
                      <ns1:pt x="17" y="31"/>
                      <ns1:pt x="19" y="31"/>
                      <ns1:pt x="26" y="22"/>
                    </ns1:cubicBezTo>
                    <ns1:cubicBezTo>
                      <ns1:pt x="20" y="20"/>
                      <ns1:pt x="15" y="18"/>
                      <ns1:pt x="10" y="16"/>
                    </ns1:cubicBezTo>
                    <ns1:cubicBezTo>
                      <ns1:pt x="4" y="15"/>
                      <ns1:pt x="0" y="11"/>
                      <ns1:pt x="1" y="4"/>
                    </ns1:cubicBezTo>
                    <ns1:cubicBezTo>
                      <ns1:pt x="1" y="3"/>
                      <ns1:pt x="1" y="1"/>
                      <ns1:pt x="2" y="0"/>
                    </ns1:cubicBezTo>
                    <ns1:cubicBezTo>
                      <ns1:pt x="4" y="0"/>
                      <ns1:pt x="6" y="0"/>
                      <ns1:pt x="7" y="1"/>
                    </ns1:cubicBezTo>
                    <ns1:cubicBezTo>
                      <ns1:pt x="14" y="5"/>
                      <ns1:pt x="20" y="10"/>
                      <ns1:pt x="27" y="14"/>
                    </ns1:cubicBezTo>
                    <ns1:cubicBezTo>
                      <ns1:pt x="32" y="17"/>
                      <ns1:pt x="36" y="21"/>
                      <ns1:pt x="41" y="14"/>
                    </ns1:cubicBezTo>
                    <ns1:cubicBezTo>
                      <ns1:pt x="43" y="16"/>
                      <ns1:pt x="44" y="17"/>
                      <ns1:pt x="45" y="18"/>
                    </ns1:cubicBezTo>
                    <ns1:cubicBezTo>
                      <ns1:pt x="45" y="18"/>
                      <ns1:pt x="45" y="18"/>
                      <ns1:pt x="45" y="1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5" name="Freeform 19"/>
              <ns0:cNvSpPr/>
              <ns0:nvPr/>
            </ns0:nvSpPr>
            <ns0:spPr bwMode="auto">
              <ns1:xfrm>
                <ns1:off x="1183756" y="4265364"/>
                <ns1:ext cx="104339" cy="145254"/>
              </ns1:xfrm>
              <ns1:custGeom>
                <ns1:avLst/>
                <ns1:gdLst>
                  <ns1:gd name="T0" fmla="*/ 35 w 48"/>
                  <ns1:gd name="T1" fmla="*/ 42 h 66"/>
                  <ns1:gd name="T2" fmla="*/ 24 w 48"/>
                  <ns1:gd name="T3" fmla="*/ 38 h 66"/>
                  <ns1:gd name="T4" fmla="*/ 26 w 48"/>
                  <ns1:gd name="T5" fmla="*/ 31 h 66"/>
                  <ns1:gd name="T6" fmla="*/ 42 w 48"/>
                  <ns1:gd name="T7" fmla="*/ 37 h 66"/>
                  <ns1:gd name="T8" fmla="*/ 33 w 48"/>
                  <ns1:gd name="T9" fmla="*/ 58 h 66"/>
                  <ns1:gd name="T10" fmla="*/ 6 w 48"/>
                  <ns1:gd name="T11" fmla="*/ 53 h 66"/>
                  <ns1:gd name="T12" fmla="*/ 5 w 48"/>
                  <ns1:gd name="T13" fmla="*/ 51 h 66"/>
                  <ns1:gd name="T14" fmla="*/ 26 w 48"/>
                  <ns1:gd name="T15" fmla="*/ 3 h 66"/>
                  <ns1:gd name="T16" fmla="*/ 43 w 48"/>
                  <ns1:gd name="T17" fmla="*/ 5 h 66"/>
                  <ns1:gd name="T18" fmla="*/ 46 w 48"/>
                  <ns1:gd name="T19" fmla="*/ 23 h 66"/>
                  <ns1:gd name="T20" fmla="*/ 42 w 48"/>
                  <ns1:gd name="T21" fmla="*/ 26 h 66"/>
                  <ns1:gd name="T22" fmla="*/ 41 w 48"/>
                  <ns1:gd name="T23" fmla="*/ 19 h 66"/>
                  <ns1:gd name="T24" fmla="*/ 37 w 48"/>
                  <ns1:gd name="T25" fmla="*/ 10 h 66"/>
                  <ns1:gd name="T26" fmla="*/ 26 w 48"/>
                  <ns1:gd name="T27" fmla="*/ 10 h 66"/>
                  <ns1:gd name="T28" fmla="*/ 16 w 48"/>
                  <ns1:gd name="T29" fmla="*/ 22 h 66"/>
                  <ns1:gd name="T30" fmla="*/ 10 w 48"/>
                  <ns1:gd name="T31" fmla="*/ 41 h 66"/>
                  <ns1:gd name="T32" fmla="*/ 26 w 48"/>
                  <ns1:gd name="T33" fmla="*/ 53 h 66"/>
                  <ns1:gd name="T34" fmla="*/ 35 w 48"/>
                  <ns1:gd name="T35" fmla="*/ 42 h 6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48" h="66">
                    <ns1:moveTo>
                      <ns1:pt x="35" y="42"/>
                    </ns1:moveTo>
                    <ns1:cubicBezTo>
                      <ns1:pt x="30" y="40"/>
                      <ns1:pt x="27" y="39"/>
                      <ns1:pt x="24" y="38"/>
                    </ns1:cubicBezTo>
                    <ns1:cubicBezTo>
                      <ns1:pt x="25" y="35"/>
                      <ns1:pt x="25" y="33"/>
                      <ns1:pt x="26" y="31"/>
                    </ns1:cubicBezTo>
                    <ns1:cubicBezTo>
                      <ns1:pt x="32" y="33"/>
                      <ns1:pt x="36" y="35"/>
                      <ns1:pt x="42" y="37"/>
                    </ns1:cubicBezTo>
                    <ns1:cubicBezTo>
                      <ns1:pt x="39" y="44"/>
                      <ns1:pt x="37" y="52"/>
                      <ns1:pt x="33" y="58"/>
                    </ns1:cubicBezTo>
                    <ns1:cubicBezTo>
                      <ns1:pt x="26" y="66"/>
                      <ns1:pt x="11" y="62"/>
                      <ns1:pt x="6" y="53"/>
                    </ns1:cubicBezTo>
                    <ns1:cubicBezTo>
                      <ns1:pt x="6" y="52"/>
                      <ns1:pt x="6" y="52"/>
                      <ns1:pt x="5" y="51"/>
                    </ns1:cubicBezTo>
                    <ns1:cubicBezTo>
                      <ns1:pt x="0" y="37"/>
                      <ns1:pt x="12" y="9"/>
                      <ns1:pt x="26" y="3"/>
                    </ns1:cubicBezTo>
                    <ns1:cubicBezTo>
                      <ns1:pt x="32" y="0"/>
                      <ns1:pt x="39" y="1"/>
                      <ns1:pt x="43" y="5"/>
                    </ns1:cubicBezTo>
                    <ns1:cubicBezTo>
                      <ns1:pt x="48" y="10"/>
                      <ns1:pt x="48" y="17"/>
                      <ns1:pt x="46" y="23"/>
                    </ns1:cubicBezTo>
                    <ns1:cubicBezTo>
                      <ns1:pt x="46" y="24"/>
                      <ns1:pt x="44" y="25"/>
                      <ns1:pt x="42" y="26"/>
                    </ns1:cubicBezTo>
                    <ns1:cubicBezTo>
                      <ns1:pt x="42" y="23"/>
                      <ns1:pt x="42" y="21"/>
                      <ns1:pt x="41" y="19"/>
                    </ns1:cubicBezTo>
                    <ns1:cubicBezTo>
                      <ns1:pt x="40" y="16"/>
                      <ns1:pt x="39" y="11"/>
                      <ns1:pt x="37" y="10"/>
                    </ns1:cubicBezTo>
                    <ns1:cubicBezTo>
                      <ns1:pt x="34" y="9"/>
                      <ns1:pt x="28" y="9"/>
                      <ns1:pt x="26" y="10"/>
                    </ns1:cubicBezTo>
                    <ns1:cubicBezTo>
                      <ns1:pt x="22" y="13"/>
                      <ns1:pt x="18" y="17"/>
                      <ns1:pt x="16" y="22"/>
                    </ns1:cubicBezTo>
                    <ns1:cubicBezTo>
                      <ns1:pt x="13" y="28"/>
                      <ns1:pt x="11" y="34"/>
                      <ns1:pt x="10" y="41"/>
                    </ns1:cubicBezTo>
                    <ns1:cubicBezTo>
                      <ns1:pt x="9" y="51"/>
                      <ns1:pt x="17" y="57"/>
                      <ns1:pt x="26" y="53"/>
                    </ns1:cubicBezTo>
                    <ns1:cubicBezTo>
                      <ns1:pt x="30" y="52"/>
                      <ns1:pt x="32" y="47"/>
                      <ns1:pt x="35" y="4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6" name="Freeform 20"/>
              <ns0:cNvSpPr/>
              <ns0:nvPr/>
            </ns0:nvSpPr>
            <ns0:spPr bwMode="auto">
              <ns1:xfrm>
                <ns1:off x="1737165" y="4090446"/>
                <ns1:ext cx="142190" cy="105363"/>
              </ns1:xfrm>
              <ns1:custGeom>
                <ns1:avLst/>
                <ns1:gdLst>
                  <ns1:gd name="T0" fmla="*/ 28 w 65"/>
                  <ns1:gd name="T1" fmla="*/ 5 h 48"/>
                  <ns1:gd name="T2" fmla="*/ 26 w 65"/>
                  <ns1:gd name="T3" fmla="*/ 9 h 48"/>
                  <ns1:gd name="T4" fmla="*/ 11 w 65"/>
                  <ns1:gd name="T5" fmla="*/ 12 h 48"/>
                  <ns1:gd name="T6" fmla="*/ 11 w 65"/>
                  <ns1:gd name="T7" fmla="*/ 22 h 48"/>
                  <ns1:gd name="T8" fmla="*/ 22 w 65"/>
                  <ns1:gd name="T9" fmla="*/ 24 h 48"/>
                  <ns1:gd name="T10" fmla="*/ 31 w 65"/>
                  <ns1:gd name="T11" fmla="*/ 18 h 48"/>
                  <ns1:gd name="T12" fmla="*/ 61 w 65"/>
                  <ns1:gd name="T13" fmla="*/ 26 h 48"/>
                  <ns1:gd name="T14" fmla="*/ 47 w 65"/>
                  <ns1:gd name="T15" fmla="*/ 48 h 48"/>
                  <ns1:gd name="T16" fmla="*/ 32 w 65"/>
                  <ns1:gd name="T17" fmla="*/ 45 h 48"/>
                  <ns1:gd name="T18" fmla="*/ 34 w 65"/>
                  <ns1:gd name="T19" fmla="*/ 39 h 48"/>
                  <ns1:gd name="T20" fmla="*/ 43 w 65"/>
                  <ns1:gd name="T21" fmla="*/ 41 h 48"/>
                  <ns1:gd name="T22" fmla="*/ 55 w 65"/>
                  <ns1:gd name="T23" fmla="*/ 33 h 48"/>
                  <ns1:gd name="T24" fmla="*/ 51 w 65"/>
                  <ns1:gd name="T25" fmla="*/ 23 h 48"/>
                  <ns1:gd name="T26" fmla="*/ 38 w 65"/>
                  <ns1:gd name="T27" fmla="*/ 23 h 48"/>
                  <ns1:gd name="T28" fmla="*/ 29 w 65"/>
                  <ns1:gd name="T29" fmla="*/ 30 h 48"/>
                  <ns1:gd name="T30" fmla="*/ 2 w 65"/>
                  <ns1:gd name="T31" fmla="*/ 19 h 48"/>
                  <ns1:gd name="T32" fmla="*/ 13 w 65"/>
                  <ns1:gd name="T33" fmla="*/ 1 h 48"/>
                  <ns1:gd name="T34" fmla="*/ 28 w 65"/>
                  <ns1:gd name="T35" fmla="*/ 5 h 4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65" h="48">
                    <ns1:moveTo>
                      <ns1:pt x="28" y="5"/>
                    </ns1:moveTo>
                    <ns1:cubicBezTo>
                      <ns1:pt x="28" y="6"/>
                      <ns1:pt x="27" y="8"/>
                      <ns1:pt x="26" y="9"/>
                    </ns1:cubicBezTo>
                    <ns1:cubicBezTo>
                      <ns1:pt x="20" y="7"/>
                      <ns1:pt x="15" y="5"/>
                      <ns1:pt x="11" y="12"/>
                    </ns1:cubicBezTo>
                    <ns1:cubicBezTo>
                      <ns1:pt x="8" y="15"/>
                      <ns1:pt x="8" y="19"/>
                      <ns1:pt x="11" y="22"/>
                    </ns1:cubicBezTo>
                    <ns1:cubicBezTo>
                      <ns1:pt x="14" y="25"/>
                      <ns1:pt x="18" y="27"/>
                      <ns1:pt x="22" y="24"/>
                    </ns1:cubicBezTo>
                    <ns1:cubicBezTo>
                      <ns1:pt x="25" y="23"/>
                      <ns1:pt x="28" y="20"/>
                      <ns1:pt x="31" y="18"/>
                    </ns1:cubicBezTo>
                    <ns1:cubicBezTo>
                      <ns1:pt x="41" y="11"/>
                      <ns1:pt x="56" y="15"/>
                      <ns1:pt x="61" y="26"/>
                    </ns1:cubicBezTo>
                    <ns1:cubicBezTo>
                      <ns1:pt x="65" y="36"/>
                      <ns1:pt x="58" y="48"/>
                      <ns1:pt x="47" y="48"/>
                    </ns1:cubicBezTo>
                    <ns1:cubicBezTo>
                      <ns1:pt x="42" y="48"/>
                      <ns1:pt x="37" y="46"/>
                      <ns1:pt x="32" y="45"/>
                    </ns1:cubicBezTo>
                    <ns1:cubicBezTo>
                      <ns1:pt x="33" y="42"/>
                      <ns1:pt x="34" y="41"/>
                      <ns1:pt x="34" y="39"/>
                    </ns1:cubicBezTo>
                    <ns1:cubicBezTo>
                      <ns1:pt x="38" y="40"/>
                      <ns1:pt x="41" y="41"/>
                      <ns1:pt x="43" y="41"/>
                    </ns1:cubicBezTo>
                    <ns1:cubicBezTo>
                      <ns1:pt x="49" y="42"/>
                      <ns1:pt x="53" y="38"/>
                      <ns1:pt x="55" y="33"/>
                    </ns1:cubicBezTo>
                    <ns1:cubicBezTo>
                      <ns1:pt x="56" y="29"/>
                      <ns1:pt x="54" y="26"/>
                      <ns1:pt x="51" y="23"/>
                    </ns1:cubicBezTo>
                    <ns1:cubicBezTo>
                      <ns1:pt x="47" y="20"/>
                      <ns1:pt x="43" y="20"/>
                      <ns1:pt x="38" y="23"/>
                    </ns1:cubicBezTo>
                    <ns1:cubicBezTo>
                      <ns1:pt x="35" y="25"/>
                      <ns1:pt x="32" y="28"/>
                      <ns1:pt x="29" y="30"/>
                    </ns1:cubicBezTo>
                    <ns1:cubicBezTo>
                      <ns1:pt x="19" y="35"/>
                      <ns1:pt x="6" y="29"/>
                      <ns1:pt x="2" y="19"/>
                    </ns1:cubicBezTo>
                    <ns1:cubicBezTo>
                      <ns1:pt x="0" y="12"/>
                      <ns1:pt x="5" y="3"/>
                      <ns1:pt x="13" y="1"/>
                    </ns1:cubicBezTo>
                    <ns1:cubicBezTo>
                      <ns1:pt x="18" y="0"/>
                      <ns1:pt x="23" y="1"/>
                      <ns1:pt x="28" y="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7" name="Freeform 21"/>
              <ns0:cNvSpPr/>
              <ns0:nvPr/>
            </ns0:nvSpPr>
            <ns0:spPr bwMode="auto">
              <ns1:xfrm>
                <ns1:off x="1341287" y="4269457"/>
                <ns1:ext cx="78766" cy="136051"/>
              </ns1:xfrm>
              <ns1:custGeom>
                <ns1:avLst/>
                <ns1:gdLst>
                  <ns1:gd name="T0" fmla="*/ 30 w 36"/>
                  <ns1:gd name="T1" fmla="*/ 0 h 62"/>
                  <ns1:gd name="T2" fmla="*/ 35 w 36"/>
                  <ns1:gd name="T3" fmla="*/ 1 h 62"/>
                  <ns1:gd name="T4" fmla="*/ 35 w 36"/>
                  <ns1:gd name="T5" fmla="*/ 47 h 62"/>
                  <ns1:gd name="T6" fmla="*/ 18 w 36"/>
                  <ns1:gd name="T7" fmla="*/ 62 h 62"/>
                  <ns1:gd name="T8" fmla="*/ 1 w 36"/>
                  <ns1:gd name="T9" fmla="*/ 48 h 62"/>
                  <ns1:gd name="T10" fmla="*/ 1 w 36"/>
                  <ns1:gd name="T11" fmla="*/ 1 h 62"/>
                  <ns1:gd name="T12" fmla="*/ 6 w 36"/>
                  <ns1:gd name="T13" fmla="*/ 1 h 62"/>
                  <ns1:gd name="T14" fmla="*/ 6 w 36"/>
                  <ns1:gd name="T15" fmla="*/ 13 h 62"/>
                  <ns1:gd name="T16" fmla="*/ 7 w 36"/>
                  <ns1:gd name="T17" fmla="*/ 45 h 62"/>
                  <ns1:gd name="T18" fmla="*/ 18 w 36"/>
                  <ns1:gd name="T19" fmla="*/ 54 h 62"/>
                  <ns1:gd name="T20" fmla="*/ 29 w 36"/>
                  <ns1:gd name="T21" fmla="*/ 45 h 62"/>
                  <ns1:gd name="T22" fmla="*/ 30 w 36"/>
                  <ns1:gd name="T23" fmla="*/ 19 h 62"/>
                  <ns1:gd name="T24" fmla="*/ 30 w 36"/>
                  <ns1:gd name="T25" fmla="*/ 0 h 6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36" h="62">
                    <ns1:moveTo>
                      <ns1:pt x="30" y="0"/>
                    </ns1:moveTo>
                    <ns1:cubicBezTo>
                      <ns1:pt x="32" y="0"/>
                      <ns1:pt x="34" y="1"/>
                      <ns1:pt x="35" y="1"/>
                    </ns1:cubicBezTo>
                    <ns1:cubicBezTo>
                      <ns1:pt x="35" y="16"/>
                      <ns1:pt x="36" y="32"/>
                      <ns1:pt x="35" y="47"/>
                    </ns1:cubicBezTo>
                    <ns1:cubicBezTo>
                      <ns1:pt x="34" y="57"/>
                      <ns1:pt x="27" y="62"/>
                      <ns1:pt x="18" y="62"/>
                    </ns1:cubicBezTo>
                    <ns1:cubicBezTo>
                      <ns1:pt x="9" y="62"/>
                      <ns1:pt x="2" y="57"/>
                      <ns1:pt x="1" y="48"/>
                    </ns1:cubicBezTo>
                    <ns1:cubicBezTo>
                      <ns1:pt x="0" y="32"/>
                      <ns1:pt x="1" y="16"/>
                      <ns1:pt x="1" y="1"/>
                    </ns1:cubicBezTo>
                    <ns1:cubicBezTo>
                      <ns1:pt x="2" y="1"/>
                      <ns1:pt x="4" y="1"/>
                      <ns1:pt x="6" y="1"/>
                    </ns1:cubicBezTo>
                    <ns1:cubicBezTo>
                      <ns1:pt x="6" y="5"/>
                      <ns1:pt x="6" y="9"/>
                      <ns1:pt x="6" y="13"/>
                    </ns1:cubicBezTo>
                    <ns1:cubicBezTo>
                      <ns1:pt x="7" y="24"/>
                      <ns1:pt x="7" y="35"/>
                      <ns1:pt x="7" y="45"/>
                    </ns1:cubicBezTo>
                    <ns1:cubicBezTo>
                      <ns1:pt x="8" y="51"/>
                      <ns1:pt x="12" y="54"/>
                      <ns1:pt x="18" y="54"/>
                    </ns1:cubicBezTo>
                    <ns1:cubicBezTo>
                      <ns1:pt x="24" y="54"/>
                      <ns1:pt x="28" y="51"/>
                      <ns1:pt x="29" y="45"/>
                    </ns1:cubicBezTo>
                    <ns1:cubicBezTo>
                      <ns1:pt x="30" y="36"/>
                      <ns1:pt x="30" y="27"/>
                      <ns1:pt x="30" y="19"/>
                    </ns1:cubicBezTo>
                    <ns1:cubicBezTo>
                      <ns1:pt x="30" y="13"/>
                      <ns1:pt x="30" y="7"/>
                      <ns1:pt x="3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8" name="Freeform 22"/>
              <ns0:cNvSpPr>
                <ns1:spLocks noEditPoints="1"/>
              </ns0:cNvSpPr>
              <ns0:nvPr/>
            </ns0:nvSpPr>
            <ns0:spPr bwMode="auto">
              <ns1:xfrm>
                <ns1:off x="990423" y="4201944"/>
                <ns1:ext cx="126844" cy="138096"/>
              </ns1:xfrm>
              <ns1:custGeom>
                <ns1:avLst/>
                <ns1:gdLst>
                  <ns1:gd name="T0" fmla="*/ 52 w 58"/>
                  <ns1:gd name="T1" fmla="*/ 0 h 63"/>
                  <ns1:gd name="T2" fmla="*/ 56 w 58"/>
                  <ns1:gd name="T3" fmla="*/ 10 h 63"/>
                  <ns1:gd name="T4" fmla="*/ 34 w 58"/>
                  <ns1:gd name="T5" fmla="*/ 63 h 63"/>
                  <ns1:gd name="T6" fmla="*/ 28 w 58"/>
                  <ns1:gd name="T7" fmla="*/ 59 h 63"/>
                  <ns1:gd name="T8" fmla="*/ 35 w 58"/>
                  <ns1:gd name="T9" fmla="*/ 41 h 63"/>
                  <ns1:gd name="T10" fmla="*/ 21 w 58"/>
                  <ns1:gd name="T11" fmla="*/ 30 h 63"/>
                  <ns1:gd name="T12" fmla="*/ 5 w 58"/>
                  <ns1:gd name="T13" fmla="*/ 42 h 63"/>
                  <ns1:gd name="T14" fmla="*/ 0 w 58"/>
                  <ns1:gd name="T15" fmla="*/ 38 h 63"/>
                  <ns1:gd name="T16" fmla="*/ 52 w 58"/>
                  <ns1:gd name="T17" fmla="*/ 0 h 63"/>
                  <ns1:gd name="T18" fmla="*/ 49 w 58"/>
                  <ns1:gd name="T19" fmla="*/ 9 h 63"/>
                  <ns1:gd name="T20" fmla="*/ 27 w 58"/>
                  <ns1:gd name="T21" fmla="*/ 26 h 63"/>
                  <ns1:gd name="T22" fmla="*/ 38 w 58"/>
                  <ns1:gd name="T23" fmla="*/ 35 h 63"/>
                  <ns1:gd name="T24" fmla="*/ 49 w 58"/>
                  <ns1:gd name="T25" fmla="*/ 9 h 6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58" h="63">
                    <ns1:moveTo>
                      <ns1:pt x="52" y="0"/>
                    </ns1:moveTo>
                    <ns1:cubicBezTo>
                      <ns1:pt x="57" y="2"/>
                      <ns1:pt x="58" y="5"/>
                      <ns1:pt x="56" y="10"/>
                    </ns1:cubicBezTo>
                    <ns1:cubicBezTo>
                      <ns1:pt x="48" y="27"/>
                      <ns1:pt x="41" y="45"/>
                      <ns1:pt x="34" y="63"/>
                    </ns1:cubicBezTo>
                    <ns1:cubicBezTo>
                      <ns1:pt x="32" y="61"/>
                      <ns1:pt x="30" y="60"/>
                      <ns1:pt x="28" y="59"/>
                    </ns1:cubicBezTo>
                    <ns1:cubicBezTo>
                      <ns1:pt x="31" y="53"/>
                      <ns1:pt x="33" y="47"/>
                      <ns1:pt x="35" y="41"/>
                    </ns1:cubicBezTo>
                    <ns1:cubicBezTo>
                      <ns1:pt x="31" y="38"/>
                      <ns1:pt x="26" y="34"/>
                      <ns1:pt x="21" y="30"/>
                    </ns1:cubicBezTo>
                    <ns1:cubicBezTo>
                      <ns1:pt x="16" y="34"/>
                      <ns1:pt x="11" y="38"/>
                      <ns1:pt x="5" y="42"/>
                    </ns1:cubicBezTo>
                    <ns1:cubicBezTo>
                      <ns1:pt x="4" y="40"/>
                      <ns1:pt x="2" y="39"/>
                      <ns1:pt x="0" y="38"/>
                    </ns1:cubicBezTo>
                    <ns1:cubicBezTo>
                      <ns1:pt x="18" y="25"/>
                      <ns1:pt x="35" y="13"/>
                      <ns1:pt x="52" y="0"/>
                    </ns1:cubicBezTo>
                    <ns1:close/>
                    <ns1:moveTo>
                      <ns1:pt x="49" y="9"/>
                    </ns1:moveTo>
                    <ns1:cubicBezTo>
                      <ns1:pt x="41" y="15"/>
                      <ns1:pt x="34" y="20"/>
                      <ns1:pt x="27" y="26"/>
                    </ns1:cubicBezTo>
                    <ns1:cubicBezTo>
                      <ns1:pt x="31" y="29"/>
                      <ns1:pt x="34" y="32"/>
                      <ns1:pt x="38" y="35"/>
                    </ns1:cubicBezTo>
                    <ns1:cubicBezTo>
                      <ns1:pt x="42" y="26"/>
                      <ns1:pt x="45" y="18"/>
                      <ns1:pt x="49" y="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79" name="Freeform 23"/>
              <ns0:cNvSpPr>
                <ns1:spLocks noEditPoints="1"/>
              </ns0:cNvSpPr>
              <ns0:nvPr/>
            </ns0:nvSpPr>
            <ns0:spPr bwMode="auto">
              <ns1:xfrm>
                <ns1:off x="1253318" y="4119085"/>
                <ns1:ext cx="72627" cy="107408"/>
              </ns1:xfrm>
              <ns1:custGeom>
                <ns1:avLst/>
                <ns1:gdLst>
                  <ns1:gd name="T0" fmla="*/ 11 w 33"/>
                  <ns1:gd name="T1" fmla="*/ 23 h 49"/>
                  <ns1:gd name="T2" fmla="*/ 10 w 33"/>
                  <ns1:gd name="T3" fmla="*/ 3 h 49"/>
                  <ns1:gd name="T4" fmla="*/ 30 w 33"/>
                  <ns1:gd name="T5" fmla="*/ 7 h 49"/>
                  <ns1:gd name="T6" fmla="*/ 24 w 33"/>
                  <ns1:gd name="T7" fmla="*/ 22 h 49"/>
                  <ns1:gd name="T8" fmla="*/ 29 w 33"/>
                  <ns1:gd name="T9" fmla="*/ 38 h 49"/>
                  <ns1:gd name="T10" fmla="*/ 24 w 33"/>
                  <ns1:gd name="T11" fmla="*/ 44 h 49"/>
                  <ns1:gd name="T12" fmla="*/ 4 w 33"/>
                  <ns1:gd name="T13" fmla="*/ 42 h 49"/>
                  <ns1:gd name="T14" fmla="*/ 11 w 33"/>
                  <ns1:gd name="T15" fmla="*/ 23 h 49"/>
                  <ns1:gd name="T16" fmla="*/ 15 w 33"/>
                  <ns1:gd name="T17" fmla="*/ 26 h 49"/>
                  <ns1:gd name="T18" fmla="*/ 10 w 33"/>
                  <ns1:gd name="T19" fmla="*/ 38 h 49"/>
                  <ns1:gd name="T20" fmla="*/ 15 w 33"/>
                  <ns1:gd name="T21" fmla="*/ 43 h 49"/>
                  <ns1:gd name="T22" fmla="*/ 21 w 33"/>
                  <ns1:gd name="T23" fmla="*/ 41 h 49"/>
                  <ns1:gd name="T24" fmla="*/ 21 w 33"/>
                  <ns1:gd name="T25" fmla="*/ 34 h 49"/>
                  <ns1:gd name="T26" fmla="*/ 15 w 33"/>
                  <ns1:gd name="T27" fmla="*/ 26 h 49"/>
                  <ns1:gd name="T28" fmla="*/ 17 w 33"/>
                  <ns1:gd name="T29" fmla="*/ 20 h 49"/>
                  <ns1:gd name="T30" fmla="*/ 25 w 33"/>
                  <ns1:gd name="T31" fmla="*/ 10 h 49"/>
                  <ns1:gd name="T32" fmla="*/ 20 w 33"/>
                  <ns1:gd name="T33" fmla="*/ 6 h 49"/>
                  <ns1:gd name="T34" fmla="*/ 13 w 33"/>
                  <ns1:gd name="T35" fmla="*/ 9 h 49"/>
                  <ns1:gd name="T36" fmla="*/ 17 w 33"/>
                  <ns1:gd name="T37" fmla="*/ 20 h 4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</ns1:cxnLst>
                <ns1:rect l="0" t="0" r="r" b="b"/>
                <ns1:pathLst>
                  <ns1:path w="33" h="49">
                    <ns1:moveTo>
                      <ns1:pt x="11" y="23"/>
                    </ns1:moveTo>
                    <ns1:cubicBezTo>
                      <ns1:pt x="4" y="14"/>
                      <ns1:pt x="4" y="8"/>
                      <ns1:pt x="10" y="3"/>
                    </ns1:cubicBezTo>
                    <ns1:cubicBezTo>
                      <ns1:pt x="16" y="0"/>
                      <ns1:pt x="26" y="1"/>
                      <ns1:pt x="30" y="7"/>
                    </ns1:cubicBezTo>
                    <ns1:cubicBezTo>
                      <ns1:pt x="33" y="12"/>
                      <ns1:pt x="31" y="17"/>
                      <ns1:pt x="24" y="22"/>
                    </ns1:cubicBezTo>
                    <ns1:cubicBezTo>
                      <ns1:pt x="26" y="28"/>
                      <ns1:pt x="28" y="33"/>
                      <ns1:pt x="29" y="38"/>
                    </ns1:cubicBezTo>
                    <ns1:cubicBezTo>
                      <ns1:pt x="29" y="40"/>
                      <ns1:pt x="26" y="43"/>
                      <ns1:pt x="24" y="44"/>
                    </ns1:cubicBezTo>
                    <ns1:cubicBezTo>
                      <ns1:pt x="19" y="49"/>
                      <ns1:pt x="8" y="47"/>
                      <ns1:pt x="4" y="42"/>
                    </ns1:cubicBezTo>
                    <ns1:cubicBezTo>
                      <ns1:pt x="0" y="35"/>
                      <ns1:pt x="1" y="31"/>
                      <ns1:pt x="11" y="23"/>
                    </ns1:cubicBezTo>
                    <ns1:close/>
                    <ns1:moveTo>
                      <ns1:pt x="15" y="26"/>
                    </ns1:moveTo>
                    <ns1:cubicBezTo>
                      <ns1:pt x="10" y="30"/>
                      <ns1:pt x="8" y="34"/>
                      <ns1:pt x="10" y="38"/>
                    </ns1:cubicBezTo>
                    <ns1:cubicBezTo>
                      <ns1:pt x="10" y="40"/>
                      <ns1:pt x="13" y="42"/>
                      <ns1:pt x="15" y="43"/>
                    </ns1:cubicBezTo>
                    <ns1:cubicBezTo>
                      <ns1:pt x="17" y="43"/>
                      <ns1:pt x="20" y="42"/>
                      <ns1:pt x="21" y="41"/>
                    </ns1:cubicBezTo>
                    <ns1:cubicBezTo>
                      <ns1:pt x="22" y="39"/>
                      <ns1:pt x="22" y="36"/>
                      <ns1:pt x="21" y="34"/>
                    </ns1:cubicBezTo>
                    <ns1:cubicBezTo>
                      <ns1:pt x="19" y="31"/>
                      <ns1:pt x="17" y="29"/>
                      <ns1:pt x="15" y="26"/>
                    </ns1:cubicBezTo>
                    <ns1:close/>
                    <ns1:moveTo>
                      <ns1:pt x="17" y="20"/>
                    </ns1:moveTo>
                    <ns1:cubicBezTo>
                      <ns1:pt x="23" y="17"/>
                      <ns1:pt x="26" y="14"/>
                      <ns1:pt x="25" y="10"/>
                    </ns1:cubicBezTo>
                    <ns1:cubicBezTo>
                      <ns1:pt x="24" y="8"/>
                      <ns1:pt x="21" y="6"/>
                      <ns1:pt x="20" y="6"/>
                    </ns1:cubicBezTo>
                    <ns1:cubicBezTo>
                      <ns1:pt x="18" y="6"/>
                      <ns1:pt x="13" y="8"/>
                      <ns1:pt x="13" y="9"/>
                    </ns1:cubicBezTo>
                    <ns1:cubicBezTo>
                      <ns1:pt x="14" y="12"/>
                      <ns1:pt x="16" y="16"/>
                      <ns1:pt x="17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0" name="Freeform 24"/>
              <ns0:cNvSpPr/>
              <ns0:nvPr/>
            </ns0:nvSpPr>
            <ns0:spPr bwMode="auto">
              <ns1:xfrm>
                <ns1:off x="1529506" y="4211152"/>
                <ns1:ext cx="96156" cy="140140"/>
              </ns1:xfrm>
              <ns1:custGeom>
                <ns1:avLst/>
                <ns1:gdLst>
                  <ns1:gd name="T0" fmla="*/ 44 w 44"/>
                  <ns1:gd name="T1" fmla="*/ 61 h 64"/>
                  <ns1:gd name="T2" fmla="*/ 36 w 44"/>
                  <ns1:gd name="T3" fmla="*/ 60 h 64"/>
                  <ns1:gd name="T4" fmla="*/ 0 w 44"/>
                  <ns1:gd name="T5" fmla="*/ 14 h 64"/>
                  <ns1:gd name="T6" fmla="*/ 6 w 44"/>
                  <ns1:gd name="T7" fmla="*/ 11 h 64"/>
                  <ns1:gd name="T8" fmla="*/ 37 w 44"/>
                  <ns1:gd name="T9" fmla="*/ 53 h 64"/>
                  <ns1:gd name="T10" fmla="*/ 38 w 44"/>
                  <ns1:gd name="T11" fmla="*/ 52 h 64"/>
                  <ns1:gd name="T12" fmla="*/ 34 w 44"/>
                  <ns1:gd name="T13" fmla="*/ 24 h 64"/>
                  <ns1:gd name="T14" fmla="*/ 31 w 44"/>
                  <ns1:gd name="T15" fmla="*/ 6 h 64"/>
                  <ns1:gd name="T16" fmla="*/ 36 w 44"/>
                  <ns1:gd name="T17" fmla="*/ 0 h 64"/>
                  <ns1:gd name="T18" fmla="*/ 44 w 44"/>
                  <ns1:gd name="T19" fmla="*/ 61 h 6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44" h="64">
                    <ns1:moveTo>
                      <ns1:pt x="44" y="61"/>
                    </ns1:moveTo>
                    <ns1:cubicBezTo>
                      <ns1:pt x="41" y="64"/>
                      <ns1:pt x="39" y="63"/>
                      <ns1:pt x="36" y="60"/>
                    </ns1:cubicBezTo>
                    <ns1:cubicBezTo>
                      <ns1:pt x="24" y="45"/>
                      <ns1:pt x="13" y="29"/>
                      <ns1:pt x="0" y="14"/>
                    </ns1:cubicBezTo>
                    <ns1:cubicBezTo>
                      <ns1:pt x="2" y="13"/>
                      <ns1:pt x="4" y="12"/>
                      <ns1:pt x="6" y="11"/>
                    </ns1:cubicBezTo>
                    <ns1:cubicBezTo>
                      <ns1:pt x="17" y="25"/>
                      <ns1:pt x="27" y="39"/>
                      <ns1:pt x="37" y="53"/>
                    </ns1:cubicBezTo>
                    <ns1:cubicBezTo>
                      <ns1:pt x="37" y="53"/>
                      <ns1:pt x="38" y="52"/>
                      <ns1:pt x="38" y="52"/>
                    </ns1:cubicBezTo>
                    <ns1:cubicBezTo>
                      <ns1:pt x="37" y="43"/>
                      <ns1:pt x="35" y="33"/>
                      <ns1:pt x="34" y="24"/>
                    </ns1:cubicBezTo>
                    <ns1:cubicBezTo>
                      <ns1:pt x="33" y="18"/>
                      <ns1:pt x="32" y="12"/>
                      <ns1:pt x="31" y="6"/>
                    </ns1:cubicBezTo>
                    <ns1:cubicBezTo>
                      <ns1:pt x="31" y="2"/>
                      <ns1:pt x="32" y="0"/>
                      <ns1:pt x="36" y="0"/>
                    </ns1:cubicBezTo>
                    <ns1:cubicBezTo>
                      <ns1:pt x="39" y="21"/>
                      <ns1:pt x="42" y="41"/>
                      <ns1:pt x="44" y="6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1" name="Freeform 25"/>
              <ns0:cNvSpPr>
                <ns1:spLocks noEditPoints="1"/>
              </ns0:cNvSpPr>
              <ns0:nvPr/>
            </ns0:nvSpPr>
            <ns0:spPr bwMode="auto">
              <ns1:xfrm>
                <ns1:off x="1378113" y="4121134"/>
                <ns1:ext cx="76721" cy="100245"/>
              </ns1:xfrm>
              <ns1:custGeom>
                <ns1:avLst/>
                <ns1:gdLst>
                  <ns1:gd name="T0" fmla="*/ 7 w 35"/>
                  <ns1:gd name="T1" fmla="*/ 46 h 46"/>
                  <ns1:gd name="T2" fmla="*/ 17 w 35"/>
                  <ns1:gd name="T3" fmla="*/ 39 h 46"/>
                  <ns1:gd name="T4" fmla="*/ 23 w 35"/>
                  <ns1:gd name="T5" fmla="*/ 29 h 46"/>
                  <ns1:gd name="T6" fmla="*/ 22 w 35"/>
                  <ns1:gd name="T7" fmla="*/ 28 h 46"/>
                  <ns1:gd name="T8" fmla="*/ 20 w 35"/>
                  <ns1:gd name="T9" fmla="*/ 29 h 46"/>
                  <ns1:gd name="T10" fmla="*/ 5 w 35"/>
                  <ns1:gd name="T11" fmla="*/ 26 h 46"/>
                  <ns1:gd name="T12" fmla="*/ 3 w 35"/>
                  <ns1:gd name="T13" fmla="*/ 8 h 46"/>
                  <ns1:gd name="T14" fmla="*/ 16 w 35"/>
                  <ns1:gd name="T15" fmla="*/ 0 h 46"/>
                  <ns1:gd name="T16" fmla="*/ 31 w 35"/>
                  <ns1:gd name="T17" fmla="*/ 15 h 46"/>
                  <ns1:gd name="T18" fmla="*/ 7 w 35"/>
                  <ns1:gd name="T19" fmla="*/ 46 h 46"/>
                  <ns1:gd name="T20" fmla="*/ 23 w 35"/>
                  <ns1:gd name="T21" fmla="*/ 19 h 46"/>
                  <ns1:gd name="T22" fmla="*/ 14 w 35"/>
                  <ns1:gd name="T23" fmla="*/ 5 h 46"/>
                  <ns1:gd name="T24" fmla="*/ 8 w 35"/>
                  <ns1:gd name="T25" fmla="*/ 11 h 46"/>
                  <ns1:gd name="T26" fmla="*/ 16 w 35"/>
                  <ns1:gd name="T27" fmla="*/ 24 h 46"/>
                  <ns1:gd name="T28" fmla="*/ 23 w 35"/>
                  <ns1:gd name="T29" fmla="*/ 19 h 4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</ns1:cxnLst>
                <ns1:rect l="0" t="0" r="r" b="b"/>
                <ns1:pathLst>
                  <ns1:path w="35" h="46">
                    <ns1:moveTo>
                      <ns1:pt x="7" y="46"/>
                    </ns1:moveTo>
                    <ns1:cubicBezTo>
                      <ns1:pt x="10" y="44"/>
                      <ns1:pt x="14" y="42"/>
                      <ns1:pt x="17" y="39"/>
                    </ns1:cubicBezTo>
                    <ns1:cubicBezTo>
                      <ns1:pt x="19" y="36"/>
                      <ns1:pt x="21" y="32"/>
                      <ns1:pt x="23" y="29"/>
                    </ns1:cubicBezTo>
                    <ns1:cubicBezTo>
                      <ns1:pt x="23" y="28"/>
                      <ns1:pt x="22" y="28"/>
                      <ns1:pt x="22" y="28"/>
                    </ns1:cubicBezTo>
                    <ns1:cubicBezTo>
                      <ns1:pt x="21" y="28"/>
                      <ns1:pt x="20" y="28"/>
                      <ns1:pt x="20" y="29"/>
                    </ns1:cubicBezTo>
                    <ns1:cubicBezTo>
                      <ns1:pt x="14" y="31"/>
                      <ns1:pt x="9" y="30"/>
                      <ns1:pt x="5" y="26"/>
                    </ns1:cubicBezTo>
                    <ns1:cubicBezTo>
                      <ns1:pt x="1" y="22"/>
                      <ns1:pt x="0" y="14"/>
                      <ns1:pt x="3" y="8"/>
                    </ns1:cubicBezTo>
                    <ns1:cubicBezTo>
                      <ns1:pt x="5" y="3"/>
                      <ns1:pt x="10" y="0"/>
                      <ns1:pt x="16" y="0"/>
                    </ns1:cubicBezTo>
                    <ns1:cubicBezTo>
                      <ns1:pt x="23" y="1"/>
                      <ns1:pt x="28" y="6"/>
                      <ns1:pt x="31" y="15"/>
                    </ns1:cubicBezTo>
                    <ns1:cubicBezTo>
                      <ns1:pt x="35" y="30"/>
                      <ns1:pt x="24" y="46"/>
                      <ns1:pt x="7" y="46"/>
                    </ns1:cubicBezTo>
                    <ns1:close/>
                    <ns1:moveTo>
                      <ns1:pt x="23" y="19"/>
                    </ns1:moveTo>
                    <ns1:cubicBezTo>
                      <ns1:pt x="23" y="12"/>
                      <ns1:pt x="18" y="5"/>
                      <ns1:pt x="14" y="5"/>
                    </ns1:cubicBezTo>
                    <ns1:cubicBezTo>
                      <ns1:pt x="10" y="5"/>
                      <ns1:pt x="8" y="8"/>
                      <ns1:pt x="8" y="11"/>
                    </ns1:cubicBezTo>
                    <ns1:cubicBezTo>
                      <ns1:pt x="8" y="18"/>
                      <ns1:pt x="12" y="24"/>
                      <ns1:pt x="16" y="24"/>
                    </ns1:cubicBezTo>
                    <ns1:cubicBezTo>
                      <ns1:pt x="20" y="24"/>
                      <ns1:pt x="23" y="23"/>
                      <ns1:pt x="23" y="19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2" name="Freeform 26"/>
              <ns0:cNvSpPr/>
              <ns0:nvPr/>
            </ns0:nvSpPr>
            <ns0:spPr bwMode="auto">
              <ns1:xfrm>
                <ns1:off x="1616455" y="4175350"/>
                <ns1:ext cx="118661" cy="138096"/>
              </ns1:xfrm>
              <ns1:custGeom>
                <ns1:avLst/>
                <ns1:gdLst>
                  <ns1:gd name="T0" fmla="*/ 32 w 54"/>
                  <ns1:gd name="T1" fmla="*/ 22 h 63"/>
                  <ns1:gd name="T2" fmla="*/ 36 w 54"/>
                  <ns1:gd name="T3" fmla="*/ 28 h 63"/>
                  <ns1:gd name="T4" fmla="*/ 23 w 54"/>
                  <ns1:gd name="T5" fmla="*/ 37 h 63"/>
                  <ns1:gd name="T6" fmla="*/ 34 w 54"/>
                  <ns1:gd name="T7" fmla="*/ 54 h 63"/>
                  <ns1:gd name="T8" fmla="*/ 50 w 54"/>
                  <ns1:gd name="T9" fmla="*/ 45 h 63"/>
                  <ns1:gd name="T10" fmla="*/ 54 w 54"/>
                  <ns1:gd name="T11" fmla="*/ 51 h 63"/>
                  <ns1:gd name="T12" fmla="*/ 35 w 54"/>
                  <ns1:gd name="T13" fmla="*/ 63 h 63"/>
                  <ns1:gd name="T14" fmla="*/ 0 w 54"/>
                  <ns1:gd name="T15" fmla="*/ 12 h 63"/>
                  <ns1:gd name="T16" fmla="*/ 19 w 54"/>
                  <ns1:gd name="T17" fmla="*/ 0 h 63"/>
                  <ns1:gd name="T18" fmla="*/ 23 w 54"/>
                  <ns1:gd name="T19" fmla="*/ 6 h 63"/>
                  <ns1:gd name="T20" fmla="*/ 8 w 54"/>
                  <ns1:gd name="T21" fmla="*/ 16 h 63"/>
                  <ns1:gd name="T22" fmla="*/ 18 w 54"/>
                  <ns1:gd name="T23" fmla="*/ 31 h 63"/>
                  <ns1:gd name="T24" fmla="*/ 32 w 54"/>
                  <ns1:gd name="T25" fmla="*/ 22 h 6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54" h="63">
                    <ns1:moveTo>
                      <ns1:pt x="32" y="22"/>
                    </ns1:moveTo>
                    <ns1:cubicBezTo>
                      <ns1:pt x="34" y="25"/>
                      <ns1:pt x="35" y="26"/>
                      <ns1:pt x="36" y="28"/>
                    </ns1:cubicBezTo>
                    <ns1:cubicBezTo>
                      <ns1:pt x="32" y="31"/>
                      <ns1:pt x="28" y="34"/>
                      <ns1:pt x="23" y="37"/>
                    </ns1:cubicBezTo>
                    <ns1:cubicBezTo>
                      <ns1:pt x="27" y="43"/>
                      <ns1:pt x="30" y="48"/>
                      <ns1:pt x="34" y="54"/>
                    </ns1:cubicBezTo>
                    <ns1:cubicBezTo>
                      <ns1:pt x="39" y="51"/>
                      <ns1:pt x="44" y="48"/>
                      <ns1:pt x="50" y="45"/>
                    </ns1:cubicBezTo>
                    <ns1:cubicBezTo>
                      <ns1:pt x="51" y="46"/>
                      <ns1:pt x="52" y="48"/>
                      <ns1:pt x="54" y="51"/>
                    </ns1:cubicBezTo>
                    <ns1:cubicBezTo>
                      <ns1:pt x="48" y="55"/>
                      <ns1:pt x="42" y="59"/>
                      <ns1:pt x="35" y="63"/>
                    </ns1:cubicBezTo>
                    <ns1:cubicBezTo>
                      <ns1:pt x="23" y="46"/>
                      <ns1:pt x="12" y="29"/>
                      <ns1:pt x="0" y="12"/>
                    </ns1:cubicBezTo>
                    <ns1:cubicBezTo>
                      <ns1:pt x="6" y="8"/>
                      <ns1:pt x="12" y="4"/>
                      <ns1:pt x="19" y="0"/>
                    </ns1:cubicBezTo>
                    <ns1:cubicBezTo>
                      <ns1:pt x="20" y="2"/>
                      <ns1:pt x="21" y="4"/>
                      <ns1:pt x="23" y="6"/>
                    </ns1:cubicBezTo>
                    <ns1:cubicBezTo>
                      <ns1:pt x="18" y="10"/>
                      <ns1:pt x="13" y="13"/>
                      <ns1:pt x="8" y="16"/>
                    </ns1:cubicBezTo>
                    <ns1:cubicBezTo>
                      <ns1:pt x="12" y="21"/>
                      <ns1:pt x="15" y="26"/>
                      <ns1:pt x="18" y="31"/>
                    </ns1:cubicBezTo>
                    <ns1:cubicBezTo>
                      <ns1:pt x="23" y="28"/>
                      <ns1:pt x="27" y="25"/>
                      <ns1:pt x="32" y="2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3" name="Freeform 27"/>
              <ns0:cNvSpPr/>
              <ns0:nvPr/>
            </ns0:nvSpPr>
            <ns0:spPr bwMode="auto">
              <ns1:xfrm>
                <ns1:off x="1838435" y="3888927"/>
                <ns1:ext cx="144234" cy="80810"/>
              </ns1:xfrm>
              <ns1:custGeom>
                <ns1:avLst/>
                <ns1:gdLst>
                  <ns1:gd name="T0" fmla="*/ 10 w 66"/>
                  <ns1:gd name="T1" fmla="*/ 0 h 37"/>
                  <ns1:gd name="T2" fmla="*/ 33 w 66"/>
                  <ns1:gd name="T3" fmla="*/ 18 h 37"/>
                  <ns1:gd name="T4" fmla="*/ 54 w 66"/>
                  <ns1:gd name="T5" fmla="*/ 28 h 37"/>
                  <ns1:gd name="T6" fmla="*/ 66 w 66"/>
                  <ns1:gd name="T7" fmla="*/ 31 h 37"/>
                  <ns1:gd name="T8" fmla="*/ 65 w 66"/>
                  <ns1:gd name="T9" fmla="*/ 37 h 37"/>
                  <ns1:gd name="T10" fmla="*/ 1 w 66"/>
                  <ns1:gd name="T11" fmla="*/ 36 h 37"/>
                  <ns1:gd name="T12" fmla="*/ 6 w 66"/>
                  <ns1:gd name="T13" fmla="*/ 28 h 37"/>
                  <ns1:gd name="T14" fmla="*/ 32 w 66"/>
                  <ns1:gd name="T15" fmla="*/ 25 h 37"/>
                  <ns1:gd name="T16" fmla="*/ 12 w 66"/>
                  <ns1:gd name="T17" fmla="*/ 9 h 37"/>
                  <ns1:gd name="T18" fmla="*/ 10 w 66"/>
                  <ns1:gd name="T19" fmla="*/ 0 h 3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66" h="37">
                    <ns1:moveTo>
                      <ns1:pt x="10" y="0"/>
                    </ns1:moveTo>
                    <ns1:cubicBezTo>
                      <ns1:pt x="18" y="6"/>
                      <ns1:pt x="26" y="11"/>
                      <ns1:pt x="33" y="18"/>
                    </ns1:cubicBezTo>
                    <ns1:cubicBezTo>
                      <ns1:pt x="39" y="23"/>
                      <ns1:pt x="46" y="26"/>
                      <ns1:pt x="54" y="28"/>
                    </ns1:cubicBezTo>
                    <ns1:cubicBezTo>
                      <ns1:pt x="58" y="29"/>
                      <ns1:pt x="62" y="30"/>
                      <ns1:pt x="66" y="31"/>
                    </ns1:cubicBezTo>
                    <ns1:cubicBezTo>
                      <ns1:pt x="66" y="33"/>
                      <ns1:pt x="65" y="34"/>
                      <ns1:pt x="65" y="37"/>
                    </ns1:cubicBezTo>
                    <ns1:cubicBezTo>
                      <ns1:pt x="43" y="26"/>
                      <ns1:pt x="22" y="32"/>
                      <ns1:pt x="1" y="36"/>
                    </ns1:cubicBezTo>
                    <ns1:cubicBezTo>
                      <ns1:pt x="0" y="31"/>
                      <ns1:pt x="2" y="29"/>
                      <ns1:pt x="6" y="28"/>
                    </ns1:cubicBezTo>
                    <ns1:cubicBezTo>
                      <ns1:pt x="15" y="27"/>
                      <ns1:pt x="23" y="26"/>
                      <ns1:pt x="32" y="25"/>
                    </ns1:cubicBezTo>
                    <ns1:cubicBezTo>
                      <ns1:pt x="25" y="19"/>
                      <ns1:pt x="19" y="14"/>
                      <ns1:pt x="12" y="9"/>
                    </ns1:cubicBezTo>
                    <ns1:cubicBezTo>
                      <ns1:pt x="8" y="6"/>
                      <ns1:pt x="8" y="6"/>
                      <ns1:pt x="1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4" name="Freeform 28"/>
              <ns0:cNvSpPr/>
              <ns0:nvPr/>
            </ns0:nvSpPr>
            <ns0:spPr bwMode="auto">
              <ns1:xfrm>
                <ns1:off x="1802629" y="3967692"/>
                <ns1:ext cx="142190" cy="96156"/>
              </ns1:xfrm>
              <ns1:custGeom>
                <ns1:avLst/>
                <ns1:gdLst>
                  <ns1:gd name="T0" fmla="*/ 65 w 65"/>
                  <ns1:gd name="T1" fmla="*/ 38 h 44"/>
                  <ns1:gd name="T2" fmla="*/ 63 w 65"/>
                  <ns1:gd name="T3" fmla="*/ 44 h 44"/>
                  <ns1:gd name="T4" fmla="*/ 13 w 65"/>
                  <ns1:gd name="T5" fmla="*/ 21 h 44"/>
                  <ns1:gd name="T6" fmla="*/ 7 w 65"/>
                  <ns1:gd name="T7" fmla="*/ 32 h 44"/>
                  <ns1:gd name="T8" fmla="*/ 0 w 65"/>
                  <ns1:gd name="T9" fmla="*/ 29 h 44"/>
                  <ns1:gd name="T10" fmla="*/ 15 w 65"/>
                  <ns1:gd name="T11" fmla="*/ 0 h 44"/>
                  <ns1:gd name="T12" fmla="*/ 21 w 65"/>
                  <ns1:gd name="T13" fmla="*/ 3 h 44"/>
                  <ns1:gd name="T14" fmla="*/ 16 w 65"/>
                  <ns1:gd name="T15" fmla="*/ 15 h 44"/>
                  <ns1:gd name="T16" fmla="*/ 65 w 65"/>
                  <ns1:gd name="T17" fmla="*/ 38 h 4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65" h="44">
                    <ns1:moveTo>
                      <ns1:pt x="65" y="38"/>
                    </ns1:moveTo>
                    <ns1:cubicBezTo>
                      <ns1:pt x="64" y="40"/>
                      <ns1:pt x="64" y="42"/>
                      <ns1:pt x="63" y="44"/>
                    </ns1:cubicBezTo>
                    <ns1:cubicBezTo>
                      <ns1:pt x="46" y="36"/>
                      <ns1:pt x="30" y="28"/>
                      <ns1:pt x="13" y="21"/>
                    </ns1:cubicBezTo>
                    <ns1:cubicBezTo>
                      <ns1:pt x="11" y="25"/>
                      <ns1:pt x="9" y="28"/>
                      <ns1:pt x="7" y="32"/>
                    </ns1:cubicBezTo>
                    <ns1:cubicBezTo>
                      <ns1:pt x="4" y="31"/>
                      <ns1:pt x="2" y="30"/>
                      <ns1:pt x="0" y="29"/>
                    </ns1:cubicBezTo>
                    <ns1:cubicBezTo>
                      <ns1:pt x="5" y="20"/>
                      <ns1:pt x="10" y="10"/>
                      <ns1:pt x="15" y="0"/>
                    </ns1:cubicBezTo>
                    <ns1:cubicBezTo>
                      <ns1:pt x="17" y="1"/>
                      <ns1:pt x="19" y="2"/>
                      <ns1:pt x="21" y="3"/>
                    </ns1:cubicBezTo>
                    <ns1:cubicBezTo>
                      <ns1:pt x="19" y="7"/>
                      <ns1:pt x="18" y="11"/>
                      <ns1:pt x="16" y="15"/>
                    </ns1:cubicBezTo>
                    <ns1:cubicBezTo>
                      <ns1:pt x="32" y="23"/>
                      <ns1:pt x="49" y="31"/>
                      <ns1:pt x="65" y="3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5" name="Freeform 29"/>
              <ns0:cNvSpPr/>
              <ns0:nvPr/>
            </ns0:nvSpPr>
            <ns0:spPr bwMode="auto">
              <ns1:xfrm>
                <ns1:off x="907564" y="4153866"/>
                <ns1:ext cx="130933" cy="92062"/>
              </ns1:xfrm>
              <ns1:custGeom>
                <ns1:avLst/>
                <ns1:gdLst>
                  <ns1:gd name="T0" fmla="*/ 10 w 60"/>
                  <ns1:gd name="T1" fmla="*/ 17 h 42"/>
                  <ns1:gd name="T2" fmla="*/ 15 w 60"/>
                  <ns1:gd name="T3" fmla="*/ 20 h 42"/>
                  <ns1:gd name="T4" fmla="*/ 11 w 60"/>
                  <ns1:gd name="T5" fmla="*/ 26 h 42"/>
                  <ns1:gd name="T6" fmla="*/ 11 w 60"/>
                  <ns1:gd name="T7" fmla="*/ 33 h 42"/>
                  <ns1:gd name="T8" fmla="*/ 19 w 60"/>
                  <ns1:gd name="T9" fmla="*/ 34 h 42"/>
                  <ns1:gd name="T10" fmla="*/ 25 w 60"/>
                  <ns1:gd name="T11" fmla="*/ 29 h 42"/>
                  <ns1:gd name="T12" fmla="*/ 56 w 60"/>
                  <ns1:gd name="T13" fmla="*/ 0 h 42"/>
                  <ns1:gd name="T14" fmla="*/ 60 w 60"/>
                  <ns1:gd name="T15" fmla="*/ 4 h 42"/>
                  <ns1:gd name="T16" fmla="*/ 36 w 60"/>
                  <ns1:gd name="T17" fmla="*/ 27 h 42"/>
                  <ns1:gd name="T18" fmla="*/ 23 w 60"/>
                  <ns1:gd name="T19" fmla="*/ 39 h 42"/>
                  <ns1:gd name="T20" fmla="*/ 14 w 60"/>
                  <ns1:gd name="T21" fmla="*/ 42 h 42"/>
                  <ns1:gd name="T22" fmla="*/ 4 w 60"/>
                  <ns1:gd name="T23" fmla="*/ 26 h 42"/>
                  <ns1:gd name="T24" fmla="*/ 10 w 60"/>
                  <ns1:gd name="T25" fmla="*/ 17 h 4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60" h="42">
                    <ns1:moveTo>
                      <ns1:pt x="10" y="17"/>
                    </ns1:moveTo>
                    <ns1:cubicBezTo>
                      <ns1:pt x="12" y="18"/>
                      <ns1:pt x="13" y="19"/>
                      <ns1:pt x="15" y="20"/>
                    </ns1:cubicBezTo>
                    <ns1:cubicBezTo>
                      <ns1:pt x="14" y="22"/>
                      <ns1:pt x="12" y="24"/>
                      <ns1:pt x="11" y="26"/>
                    </ns1:cubicBezTo>
                    <ns1:cubicBezTo>
                      <ns1:pt x="10" y="28"/>
                      <ns1:pt x="10" y="32"/>
                      <ns1:pt x="11" y="33"/>
                    </ns1:cubicBezTo>
                    <ns1:cubicBezTo>
                      <ns1:pt x="13" y="34"/>
                      <ns1:pt x="17" y="35"/>
                      <ns1:pt x="19" y="34"/>
                    </ns1:cubicBezTo>
                    <ns1:cubicBezTo>
                      <ns1:pt x="21" y="33"/>
                      <ns1:pt x="23" y="31"/>
                      <ns1:pt x="25" y="29"/>
                    </ns1:cubicBezTo>
                    <ns1:cubicBezTo>
                      <ns1:pt x="35" y="19"/>
                      <ns1:pt x="46" y="10"/>
                      <ns1:pt x="56" y="0"/>
                    </ns1:cubicBezTo>
                    <ns1:cubicBezTo>
                      <ns1:pt x="58" y="1"/>
                      <ns1:pt x="59" y="3"/>
                      <ns1:pt x="60" y="4"/>
                    </ns1:cubicBezTo>
                    <ns1:cubicBezTo>
                      <ns1:pt x="52" y="12"/>
                      <ns1:pt x="44" y="20"/>
                      <ns1:pt x="36" y="27"/>
                    </ns1:cubicBezTo>
                    <ns1:cubicBezTo>
                      <ns1:pt x="32" y="31"/>
                      <ns1:pt x="28" y="35"/>
                      <ns1:pt x="23" y="39"/>
                    </ns1:cubicBezTo>
                    <ns1:cubicBezTo>
                      <ns1:pt x="21" y="40"/>
                      <ns1:pt x="17" y="42"/>
                      <ns1:pt x="14" y="42"/>
                    </ns1:cubicBezTo>
                    <ns1:cubicBezTo>
                      <ns1:pt x="5" y="42"/>
                      <ns1:pt x="0" y="34"/>
                      <ns1:pt x="4" y="26"/>
                    </ns1:cubicBezTo>
                    <ns1:cubicBezTo>
                      <ns1:pt x="5" y="23"/>
                      <ns1:pt x="8" y="20"/>
                      <ns1:pt x="10" y="1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6" name="Freeform 30"/>
              <ns0:cNvSpPr/>
              <ns0:nvPr/>
            </ns0:nvSpPr>
            <ns0:spPr bwMode="auto">
              <ns1:xfrm>
                <ns1:off x="1251270" y="3242437"/>
                <ns1:ext cx="70583" cy="69558"/>
              </ns1:xfrm>
              <ns1:custGeom>
                <ns1:avLst/>
                <ns1:gdLst>
                  <ns1:gd name="T0" fmla="*/ 11 w 32"/>
                  <ns1:gd name="T1" fmla="*/ 24 h 32"/>
                  <ns1:gd name="T2" fmla="*/ 3 w 32"/>
                  <ns1:gd name="T3" fmla="*/ 17 h 32"/>
                  <ns1:gd name="T4" fmla="*/ 8 w 32"/>
                  <ns1:gd name="T5" fmla="*/ 5 h 32"/>
                  <ns1:gd name="T6" fmla="*/ 18 w 32"/>
                  <ns1:gd name="T7" fmla="*/ 2 h 32"/>
                  <ns1:gd name="T8" fmla="*/ 27 w 32"/>
                  <ns1:gd name="T9" fmla="*/ 3 h 32"/>
                  <ns1:gd name="T10" fmla="*/ 29 w 32"/>
                  <ns1:gd name="T11" fmla="*/ 14 h 32"/>
                  <ns1:gd name="T12" fmla="*/ 14 w 32"/>
                  <ns1:gd name="T13" fmla="*/ 32 h 32"/>
                  <ns1:gd name="T14" fmla="*/ 12 w 32"/>
                  <ns1:gd name="T15" fmla="*/ 31 h 32"/>
                  <ns1:gd name="T16" fmla="*/ 11 w 32"/>
                  <ns1:gd name="T17" fmla="*/ 24 h 3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32" h="32">
                    <ns1:moveTo>
                      <ns1:pt x="11" y="24"/>
                    </ns1:moveTo>
                    <ns1:cubicBezTo>
                      <ns1:pt x="8" y="21"/>
                      <ns1:pt x="5" y="19"/>
                      <ns1:pt x="3" y="17"/>
                    </ns1:cubicBezTo>
                    <ns1:cubicBezTo>
                      <ns1:pt x="0" y="11"/>
                      <ns1:pt x="2" y="7"/>
                      <ns1:pt x="8" y="5"/>
                    </ns1:cubicBezTo>
                    <ns1:cubicBezTo>
                      <ns1:pt x="11" y="4"/>
                      <ns1:pt x="15" y="3"/>
                      <ns1:pt x="18" y="2"/>
                    </ns1:cubicBezTo>
                    <ns1:cubicBezTo>
                      <ns1:pt x="22" y="0"/>
                      <ns1:pt x="24" y="0"/>
                      <ns1:pt x="27" y="3"/>
                    </ns1:cubicBezTo>
                    <ns1:cubicBezTo>
                      <ns1:pt x="30" y="6"/>
                      <ns1:pt x="32" y="10"/>
                      <ns1:pt x="29" y="14"/>
                    </ns1:cubicBezTo>
                    <ns1:cubicBezTo>
                      <ns1:pt x="25" y="20"/>
                      <ns1:pt x="19" y="26"/>
                      <ns1:pt x="14" y="32"/>
                    </ns1:cubicBezTo>
                    <ns1:cubicBezTo>
                      <ns1:pt x="13" y="32"/>
                      <ns1:pt x="12" y="32"/>
                      <ns1:pt x="12" y="31"/>
                    </ns1:cubicBezTo>
                    <ns1:cubicBezTo>
                      <ns1:pt x="12" y="28"/>
                      <ns1:pt x="11" y="26"/>
                      <ns1:pt x="11" y="2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7" name="Freeform 31"/>
              <ns0:cNvSpPr/>
              <ns0:nvPr/>
            </ns0:nvSpPr>
            <ns0:spPr bwMode="auto">
              <ns1:xfrm>
                <ns1:off x="1117267" y="3334504"/>
                <ns1:ext cx="83880" cy="120705"/>
              </ns1:xfrm>
              <ns1:custGeom>
                <ns1:avLst/>
                <ns1:gdLst>
                  <ns1:gd name="T0" fmla="*/ 8 w 38"/>
                  <ns1:gd name="T1" fmla="*/ 55 h 55"/>
                  <ns1:gd name="T2" fmla="*/ 3 w 38"/>
                  <ns1:gd name="T3" fmla="*/ 48 h 55"/>
                  <ns1:gd name="T4" fmla="*/ 4 w 38"/>
                  <ns1:gd name="T5" fmla="*/ 37 h 55"/>
                  <ns1:gd name="T6" fmla="*/ 36 w 38"/>
                  <ns1:gd name="T7" fmla="*/ 1 h 55"/>
                  <ns1:gd name="T8" fmla="*/ 38 w 38"/>
                  <ns1:gd name="T9" fmla="*/ 0 h 55"/>
                  <ns1:gd name="T10" fmla="*/ 8 w 38"/>
                  <ns1:gd name="T11" fmla="*/ 55 h 5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38" h="55">
                    <ns1:moveTo>
                      <ns1:pt x="8" y="55"/>
                    </ns1:moveTo>
                    <ns1:cubicBezTo>
                      <ns1:pt x="6" y="53"/>
                      <ns1:pt x="4" y="51"/>
                      <ns1:pt x="3" y="48"/>
                    </ns1:cubicBezTo>
                    <ns1:cubicBezTo>
                      <ns1:pt x="1" y="44"/>
                      <ns1:pt x="0" y="40"/>
                      <ns1:pt x="4" y="37"/>
                    </ns1:cubicBezTo>
                    <ns1:cubicBezTo>
                      <ns1:pt x="18" y="28"/>
                      <ns1:pt x="27" y="15"/>
                      <ns1:pt x="36" y="1"/>
                    </ns1:cubicBezTo>
                    <ns1:cubicBezTo>
                      <ns1:pt x="36" y="1"/>
                      <ns1:pt x="37" y="0"/>
                      <ns1:pt x="38" y="0"/>
                    </ns1:cubicBezTo>
                    <ns1:cubicBezTo>
                      <ns1:pt x="33" y="20"/>
                      <ns1:pt x="21" y="37"/>
                      <ns1:pt x="8" y="5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8" name="Freeform 32"/>
              <ns0:cNvSpPr/>
              <ns0:nvPr/>
            </ns0:nvSpPr>
            <ns0:spPr bwMode="auto">
              <ns1:xfrm>
                <ns1:off x="1487567" y="4101699"/>
                <ns1:ext cx="61375" cy="104339"/>
              </ns1:xfrm>
              <ns1:custGeom>
                <ns1:avLst/>
                <ns1:gdLst>
                  <ns1:gd name="T0" fmla="*/ 28 w 28"/>
                  <ns1:gd name="T1" fmla="*/ 0 h 48"/>
                  <ns1:gd name="T2" fmla="*/ 23 w 28"/>
                  <ns1:gd name="T3" fmla="*/ 47 h 48"/>
                  <ns1:gd name="T4" fmla="*/ 18 w 28"/>
                  <ns1:gd name="T5" fmla="*/ 48 h 48"/>
                  <ns1:gd name="T6" fmla="*/ 22 w 28"/>
                  <ns1:gd name="T7" fmla="*/ 9 h 48"/>
                  <ns1:gd name="T8" fmla="*/ 3 w 28"/>
                  <ns1:gd name="T9" fmla="*/ 19 h 48"/>
                  <ns1:gd name="T10" fmla="*/ 9 w 28"/>
                  <ns1:gd name="T11" fmla="*/ 4 h 48"/>
                  <ns1:gd name="T12" fmla="*/ 28 w 28"/>
                  <ns1:gd name="T13" fmla="*/ 0 h 4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28" h="48">
                    <ns1:moveTo>
                      <ns1:pt x="28" y="0"/>
                    </ns1:moveTo>
                    <ns1:cubicBezTo>
                      <ns1:pt x="27" y="16"/>
                      <ns1:pt x="25" y="31"/>
                      <ns1:pt x="23" y="47"/>
                    </ns1:cubicBezTo>
                    <ns1:cubicBezTo>
                      <ns1:pt x="22" y="47"/>
                      <ns1:pt x="20" y="48"/>
                      <ns1:pt x="18" y="48"/>
                    </ns1:cubicBezTo>
                    <ns1:cubicBezTo>
                      <ns1:pt x="19" y="35"/>
                      <ns1:pt x="20" y="22"/>
                      <ns1:pt x="22" y="9"/>
                    </ns1:cubicBezTo>
                    <ns1:cubicBezTo>
                      <ns1:pt x="14" y="10"/>
                      <ns1:pt x="6" y="10"/>
                      <ns1:pt x="3" y="19"/>
                    </ns1:cubicBezTo>
                    <ns1:cubicBezTo>
                      <ns1:pt x="0" y="11"/>
                      <ns1:pt x="3" y="5"/>
                      <ns1:pt x="9" y="4"/>
                    </ns1:cubicBezTo>
                    <ns1:cubicBezTo>
                      <ns1:pt x="15" y="3"/>
                      <ns1:pt x="21" y="1"/>
                      <ns1:pt x="28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89" name="Freeform 33"/>
              <ns0:cNvSpPr/>
              <ns0:nvPr/>
            </ns0:nvSpPr>
            <ns0:spPr bwMode="auto">
              <ns1:xfrm>
                <ns1:off x="1130564" y="4090446"/>
                <ns1:ext cx="76721" cy="94111"/>
              </ns1:xfrm>
              <ns1:custGeom>
                <ns1:avLst/>
                <ns1:gdLst>
                  <ns1:gd name="T0" fmla="*/ 0 w 35"/>
                  <ns1:gd name="T1" fmla="*/ 33 h 43"/>
                  <ns1:gd name="T2" fmla="*/ 3 w 35"/>
                  <ns1:gd name="T3" fmla="*/ 31 h 43"/>
                  <ns1:gd name="T4" fmla="*/ 10 w 35"/>
                  <ns1:gd name="T5" fmla="*/ 28 h 43"/>
                  <ns1:gd name="T6" fmla="*/ 24 w 35"/>
                  <ns1:gd name="T7" fmla="*/ 4 h 43"/>
                  <ns1:gd name="T8" fmla="*/ 19 w 35"/>
                  <ns1:gd name="T9" fmla="*/ 1 h 43"/>
                  <ns1:gd name="T10" fmla="*/ 20 w 35"/>
                  <ns1:gd name="T11" fmla="*/ 0 h 43"/>
                  <ns1:gd name="T12" fmla="*/ 35 w 35"/>
                  <ns1:gd name="T13" fmla="*/ 0 h 43"/>
                  <ns1:gd name="T14" fmla="*/ 29 w 35"/>
                  <ns1:gd name="T15" fmla="*/ 11 h 43"/>
                  <ns1:gd name="T16" fmla="*/ 17 w 35"/>
                  <ns1:gd name="T17" fmla="*/ 32 h 43"/>
                  <ns1:gd name="T18" fmla="*/ 17 w 35"/>
                  <ns1:gd name="T19" fmla="*/ 39 h 43"/>
                  <ns1:gd name="T20" fmla="*/ 17 w 35"/>
                  <ns1:gd name="T21" fmla="*/ 43 h 43"/>
                  <ns1:gd name="T22" fmla="*/ 0 w 35"/>
                  <ns1:gd name="T23" fmla="*/ 33 h 4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35" h="43">
                    <ns1:moveTo>
                      <ns1:pt x="0" y="33"/>
                    </ns1:moveTo>
                    <ns1:cubicBezTo>
                      <ns1:pt x="2" y="32"/>
                      <ns1:pt x="3" y="31"/>
                      <ns1:pt x="3" y="31"/>
                    </ns1:cubicBezTo>
                    <ns1:cubicBezTo>
                      <ns1:pt x="7" y="34"/>
                      <ns1:pt x="9" y="31"/>
                      <ns1:pt x="10" y="28"/>
                    </ns1:cubicBezTo>
                    <ns1:cubicBezTo>
                      <ns1:pt x="15" y="20"/>
                      <ns1:pt x="20" y="12"/>
                      <ns1:pt x="24" y="4"/>
                    </ns1:cubicBezTo>
                    <ns1:cubicBezTo>
                      <ns1:pt x="22" y="2"/>
                      <ns1:pt x="21" y="2"/>
                      <ns1:pt x="19" y="1"/>
                    </ns1:cubicBezTo>
                    <ns1:cubicBezTo>
                      <ns1:pt x="19" y="0"/>
                      <ns1:pt x="20" y="0"/>
                      <ns1:pt x="20" y="0"/>
                    </ns1:cubicBezTo>
                    <ns1:cubicBezTo>
                      <ns1:pt x="24" y="0"/>
                      <ns1:pt x="29" y="0"/>
                      <ns1:pt x="35" y="0"/>
                    </ns1:cubicBezTo>
                    <ns1:cubicBezTo>
                      <ns1:pt x="33" y="4"/>
                      <ns1:pt x="31" y="7"/>
                      <ns1:pt x="29" y="11"/>
                    </ns1:cubicBezTo>
                    <ns1:cubicBezTo>
                      <ns1:pt x="25" y="18"/>
                      <ns1:pt x="21" y="25"/>
                      <ns1:pt x="17" y="32"/>
                    </ns1:cubicBezTo>
                    <ns1:cubicBezTo>
                      <ns1:pt x="15" y="34"/>
                      <ns1:pt x="13" y="37"/>
                      <ns1:pt x="17" y="39"/>
                    </ns1:cubicBezTo>
                    <ns1:cubicBezTo>
                      <ns1:pt x="18" y="39"/>
                      <ns1:pt x="17" y="41"/>
                      <ns1:pt x="17" y="43"/>
                    </ns1:cubicBezTo>
                    <ns1:cubicBezTo>
                      <ns1:pt x="11" y="39"/>
                      <ns1:pt x="6" y="37"/>
                      <ns1:pt x="0" y="3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0" name="Freeform 34"/>
              <ns0:cNvSpPr/>
              <ns0:nvPr/>
            </ns0:nvSpPr>
            <ns0:spPr bwMode="auto">
              <ns1:xfrm>
                <ns1:off x="970988" y="4173301"/>
                <ns1:ext cx="101270" cy="103315"/>
              </ns1:xfrm>
              <ns1:custGeom>
                <ns1:avLst/>
                <ns1:gdLst>
                  <ns1:gd name="T0" fmla="*/ 2 w 46"/>
                  <ns1:gd name="T1" fmla="*/ 47 h 47"/>
                  <ns1:gd name="T2" fmla="*/ 0 w 46"/>
                  <ns1:gd name="T3" fmla="*/ 43 h 47"/>
                  <ns1:gd name="T4" fmla="*/ 43 w 46"/>
                  <ns1:gd name="T5" fmla="*/ 0 h 47"/>
                  <ns1:gd name="T6" fmla="*/ 46 w 46"/>
                  <ns1:gd name="T7" fmla="*/ 3 h 47"/>
                  <ns1:gd name="T8" fmla="*/ 2 w 46"/>
                  <ns1:gd name="T9" fmla="*/ 47 h 4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46" h="47">
                    <ns1:moveTo>
                      <ns1:pt x="2" y="47"/>
                    </ns1:moveTo>
                    <ns1:cubicBezTo>
                      <ns1:pt x="2" y="46"/>
                      <ns1:pt x="1" y="44"/>
                      <ns1:pt x="0" y="43"/>
                    </ns1:cubicBezTo>
                    <ns1:cubicBezTo>
                      <ns1:pt x="14" y="29"/>
                      <ns1:pt x="28" y="15"/>
                      <ns1:pt x="43" y="0"/>
                    </ns1:cubicBezTo>
                    <ns1:cubicBezTo>
                      <ns1:pt x="44" y="1"/>
                      <ns1:pt x="45" y="2"/>
                      <ns1:pt x="46" y="3"/>
                    </ns1:cubicBezTo>
                    <ns1:cubicBezTo>
                      <ns1:pt x="32" y="18"/>
                      <ns1:pt x="17" y="32"/>
                      <ns1:pt x="2" y="4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1" name="Freeform 35"/>
              <ns0:cNvSpPr/>
              <ns0:nvPr/>
            </ns0:nvSpPr>
            <ns0:spPr bwMode="auto">
              <ns1:xfrm>
                <ns1:off x="1783194" y="4048507"/>
                <ns1:ext cx="128889" cy="72627"/>
              </ns1:xfrm>
              <ns1:custGeom>
                <ns1:avLst/>
                <ns1:gdLst>
                  <ns1:gd name="T0" fmla="*/ 59 w 59"/>
                  <ns1:gd name="T1" fmla="*/ 28 h 33"/>
                  <ns1:gd name="T2" fmla="*/ 56 w 59"/>
                  <ns1:gd name="T3" fmla="*/ 33 h 33"/>
                  <ns1:gd name="T4" fmla="*/ 0 w 59"/>
                  <ns1:gd name="T5" fmla="*/ 5 h 33"/>
                  <ns1:gd name="T6" fmla="*/ 3 w 59"/>
                  <ns1:gd name="T7" fmla="*/ 0 h 33"/>
                  <ns1:gd name="T8" fmla="*/ 59 w 59"/>
                  <ns1:gd name="T9" fmla="*/ 28 h 3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59" h="33">
                    <ns1:moveTo>
                      <ns1:pt x="59" y="28"/>
                    </ns1:moveTo>
                    <ns1:cubicBezTo>
                      <ns1:pt x="58" y="30"/>
                      <ns1:pt x="57" y="31"/>
                      <ns1:pt x="56" y="33"/>
                    </ns1:cubicBezTo>
                    <ns1:cubicBezTo>
                      <ns1:pt x="37" y="23"/>
                      <ns1:pt x="19" y="14"/>
                      <ns1:pt x="0" y="5"/>
                    </ns1:cubicBezTo>
                    <ns1:cubicBezTo>
                      <ns1:pt x="1" y="3"/>
                      <ns1:pt x="2" y="2"/>
                      <ns1:pt x="3" y="0"/>
                    </ns1:cubicBezTo>
                    <ns1:cubicBezTo>
                      <ns1:pt x="22" y="9"/>
                      <ns1:pt x="40" y="18"/>
                      <ns1:pt x="59" y="2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2" name="Freeform 36"/>
              <ns0:cNvSpPr/>
              <ns0:nvPr/>
            </ns0:nvSpPr>
            <ns0:spPr bwMode="auto">
              <ns1:xfrm>
                <ns1:off x="1512116" y="4236725"/>
                <ns1:ext cx="56261" cy="129913"/>
              </ns1:xfrm>
              <ns1:custGeom>
                <ns1:avLst/>
                <ns1:gdLst>
                  <ns1:gd name="T0" fmla="*/ 26 w 26"/>
                  <ns1:gd name="T1" fmla="*/ 58 h 59"/>
                  <ns1:gd name="T2" fmla="*/ 20 w 26"/>
                  <ns1:gd name="T3" fmla="*/ 59 h 59"/>
                  <ns1:gd name="T4" fmla="*/ 0 w 26"/>
                  <ns1:gd name="T5" fmla="*/ 2 h 59"/>
                  <ns1:gd name="T6" fmla="*/ 5 w 26"/>
                  <ns1:gd name="T7" fmla="*/ 0 h 59"/>
                  <ns1:gd name="T8" fmla="*/ 26 w 26"/>
                  <ns1:gd name="T9" fmla="*/ 58 h 5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26" h="59">
                    <ns1:moveTo>
                      <ns1:pt x="26" y="58"/>
                    </ns1:moveTo>
                    <ns1:cubicBezTo>
                      <ns1:pt x="23" y="58"/>
                      <ns1:pt x="22" y="59"/>
                      <ns1:pt x="20" y="59"/>
                    </ns1:cubicBezTo>
                    <ns1:cubicBezTo>
                      <ns1:pt x="13" y="40"/>
                      <ns1:pt x="7" y="21"/>
                      <ns1:pt x="0" y="2"/>
                    </ns1:cubicBezTo>
                    <ns1:cubicBezTo>
                      <ns1:pt x="2" y="1"/>
                      <ns1:pt x="3" y="1"/>
                      <ns1:pt x="5" y="0"/>
                    </ns1:cubicBezTo>
                    <ns1:cubicBezTo>
                      <ns1:pt x="12" y="19"/>
                      <ns1:pt x="19" y="38"/>
                      <ns1:pt x="26" y="5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3" name="Freeform 37"/>
              <ns0:cNvSpPr/>
              <ns0:nvPr/>
            </ns0:nvSpPr>
            <ns0:spPr bwMode="auto">
              <ns1:xfrm>
                <ns1:off x="1249225" y="3307906"/>
                <ns1:ext cx="65469" cy="55237"/>
              </ns1:xfrm>
              <ns1:custGeom>
                <ns1:avLst/>
                <ns1:gdLst>
                  <ns1:gd name="T0" fmla="*/ 30 w 30"/>
                  <ns1:gd name="T1" fmla="*/ 1 h 25"/>
                  <ns1:gd name="T2" fmla="*/ 11 w 30"/>
                  <ns1:gd name="T3" fmla="*/ 25 h 25"/>
                  <ns1:gd name="T4" fmla="*/ 0 w 30"/>
                  <ns1:gd name="T5" fmla="*/ 10 h 25"/>
                  <ns1:gd name="T6" fmla="*/ 28 w 30"/>
                  <ns1:gd name="T7" fmla="*/ 0 h 25"/>
                  <ns1:gd name="T8" fmla="*/ 30 w 30"/>
                  <ns1:gd name="T9" fmla="*/ 1 h 2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30" h="25">
                    <ns1:moveTo>
                      <ns1:pt x="30" y="1"/>
                    </ns1:moveTo>
                    <ns1:cubicBezTo>
                      <ns1:pt x="27" y="12"/>
                      <ns1:pt x="19" y="17"/>
                      <ns1:pt x="11" y="25"/>
                    </ns1:cubicBezTo>
                    <ns1:cubicBezTo>
                      <ns1:pt x="7" y="20"/>
                      <ns1:pt x="3" y="15"/>
                      <ns1:pt x="0" y="10"/>
                    </ns1:cubicBezTo>
                    <ns1:cubicBezTo>
                      <ns1:pt x="10" y="6"/>
                      <ns1:pt x="19" y="3"/>
                      <ns1:pt x="28" y="0"/>
                    </ns1:cubicBezTo>
                    <ns1:cubicBezTo>
                      <ns1:pt x="29" y="0"/>
                      <ns1:pt x="29" y="1"/>
                      <ns1:pt x="3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4" name="Freeform 38"/>
              <ns0:cNvSpPr/>
              <ns0:nvPr/>
            </ns0:nvSpPr>
            <ns0:spPr bwMode="auto">
              <ns1:xfrm>
                <ns1:off x="1625663" y="3399968"/>
                <ns1:ext cx="32732" cy="57285"/>
              </ns1:xfrm>
              <ns1:custGeom>
                <ns1:avLst/>
                <ns1:gdLst>
                  <ns1:gd name="T0" fmla="*/ 1 w 15"/>
                  <ns1:gd name="T1" fmla="*/ 0 h 26"/>
                  <ns1:gd name="T2" fmla="*/ 15 w 15"/>
                  <ns1:gd name="T3" fmla="*/ 20 h 26"/>
                  <ns1:gd name="T4" fmla="*/ 8 w 15"/>
                  <ns1:gd name="T5" fmla="*/ 26 h 26"/>
                  <ns1:gd name="T6" fmla="*/ 0 w 15"/>
                  <ns1:gd name="T7" fmla="*/ 19 h 26"/>
                  <ns1:gd name="T8" fmla="*/ 0 w 15"/>
                  <ns1:gd name="T9" fmla="*/ 9 h 26"/>
                  <ns1:gd name="T10" fmla="*/ 1 w 15"/>
                  <ns1:gd name="T11" fmla="*/ 0 h 2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15" h="26">
                    <ns1:moveTo>
                      <ns1:pt x="1" y="0"/>
                    </ns1:moveTo>
                    <ns1:cubicBezTo>
                      <ns1:pt x="11" y="5"/>
                      <ns1:pt x="15" y="12"/>
                      <ns1:pt x="15" y="20"/>
                    </ns1:cubicBezTo>
                    <ns1:cubicBezTo>
                      <ns1:pt x="15" y="25"/>
                      <ns1:pt x="12" y="26"/>
                      <ns1:pt x="8" y="26"/>
                    </ns1:cubicBezTo>
                    <ns1:cubicBezTo>
                      <ns1:pt x="4" y="26"/>
                      <ns1:pt x="0" y="22"/>
                      <ns1:pt x="0" y="19"/>
                    </ns1:cubicBezTo>
                    <ns1:cubicBezTo>
                      <ns1:pt x="0" y="15"/>
                      <ns1:pt x="0" y="12"/>
                      <ns1:pt x="0" y="9"/>
                    </ns1:cubicBezTo>
                    <ns1:cubicBezTo>
                      <ns1:pt x="0" y="6"/>
                      <ns1:pt x="1" y="4"/>
                      <ns1:pt x="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5" name="Freeform 39"/>
              <ns0:cNvSpPr/>
              <ns0:nvPr/>
            </ns0:nvSpPr>
            <ns0:spPr bwMode="auto">
              <ns1:xfrm>
                <ns1:off x="771517" y="3549316"/>
                <ns1:ext cx="57286" cy="34781"/>
              </ns1:xfrm>
              <ns1:custGeom>
                <ns1:avLst/>
                <ns1:gdLst>
                  <ns1:gd name="T0" fmla="*/ 0 w 26"/>
                  <ns1:gd name="T1" fmla="*/ 2 h 16"/>
                  <ns1:gd name="T2" fmla="*/ 18 w 26"/>
                  <ns1:gd name="T3" fmla="*/ 0 h 16"/>
                  <ns1:gd name="T4" fmla="*/ 23 w 26"/>
                  <ns1:gd name="T5" fmla="*/ 12 h 16"/>
                  <ns1:gd name="T6" fmla="*/ 21 w 26"/>
                  <ns1:gd name="T7" fmla="*/ 16 h 16"/>
                  <ns1:gd name="T8" fmla="*/ 9 w 26"/>
                  <ns1:gd name="T9" fmla="*/ 13 h 16"/>
                  <ns1:gd name="T10" fmla="*/ 0 w 26"/>
                  <ns1:gd name="T11" fmla="*/ 2 h 1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26" h="16">
                    <ns1:moveTo>
                      <ns1:pt x="0" y="2"/>
                    </ns1:moveTo>
                    <ns1:cubicBezTo>
                      <ns1:pt x="6" y="1"/>
                      <ns1:pt x="12" y="0"/>
                      <ns1:pt x="18" y="0"/>
                    </ns1:cubicBezTo>
                    <ns1:cubicBezTo>
                      <ns1:pt x="23" y="1"/>
                      <ns1:pt x="26" y="6"/>
                      <ns1:pt x="23" y="12"/>
                    </ns1:cubicBezTo>
                    <ns1:cubicBezTo>
                      <ns1:pt x="22" y="13"/>
                      <ns1:pt x="21" y="15"/>
                      <ns1:pt x="21" y="16"/>
                    </ns1:cubicBezTo>
                    <ns1:cubicBezTo>
                      <ns1:pt x="17" y="15"/>
                      <ns1:pt x="13" y="14"/>
                      <ns1:pt x="9" y="13"/>
                    </ns1:cubicBezTo>
                    <ns1:cubicBezTo>
                      <ns1:pt x="4" y="12"/>
                      <ns1:pt x="2" y="8"/>
                      <ns1:pt x="0" y="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6" name="Freeform 40"/>
              <ns0:cNvSpPr/>
              <ns0:nvPr/>
            </ns0:nvSpPr>
            <ns0:spPr bwMode="auto">
              <ns1:xfrm>
                <ns1:off x="1187850" y="3202546"/>
                <ns1:ext cx="36826" cy="50123"/>
              </ns1:xfrm>
              <ns1:custGeom>
                <ns1:avLst/>
                <ns1:gdLst>
                  <ns1:gd name="T0" fmla="*/ 1 w 17"/>
                  <ns1:gd name="T1" fmla="*/ 23 h 23"/>
                  <ns1:gd name="T2" fmla="*/ 0 w 17"/>
                  <ns1:gd name="T3" fmla="*/ 5 h 23"/>
                  <ns1:gd name="T4" fmla="*/ 3 w 17"/>
                  <ns1:gd name="T5" fmla="*/ 0 h 23"/>
                  <ns1:gd name="T6" fmla="*/ 7 w 17"/>
                  <ns1:gd name="T7" fmla="*/ 2 h 23"/>
                  <ns1:gd name="T8" fmla="*/ 15 w 17"/>
                  <ns1:gd name="T9" fmla="*/ 14 h 23"/>
                  <ns1:gd name="T10" fmla="*/ 8 w 17"/>
                  <ns1:gd name="T11" fmla="*/ 23 h 23"/>
                  <ns1:gd name="T12" fmla="*/ 1 w 17"/>
                  <ns1:gd name="T13" fmla="*/ 23 h 2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17" h="23">
                    <ns1:moveTo>
                      <ns1:pt x="1" y="23"/>
                    </ns1:moveTo>
                    <ns1:cubicBezTo>
                      <ns1:pt x="0" y="16"/>
                      <ns1:pt x="0" y="11"/>
                      <ns1:pt x="0" y="5"/>
                    </ns1:cubicBezTo>
                    <ns1:cubicBezTo>
                      <ns1:pt x="0" y="3"/>
                      <ns1:pt x="1" y="1"/>
                      <ns1:pt x="3" y="0"/>
                    </ns1:cubicBezTo>
                    <ns1:cubicBezTo>
                      <ns1:pt x="3" y="0"/>
                      <ns1:pt x="6" y="1"/>
                      <ns1:pt x="7" y="2"/>
                    </ns1:cubicBezTo>
                    <ns1:cubicBezTo>
                      <ns1:pt x="10" y="6"/>
                      <ns1:pt x="13" y="10"/>
                      <ns1:pt x="15" y="14"/>
                    </ns1:cubicBezTo>
                    <ns1:cubicBezTo>
                      <ns1:pt x="17" y="20"/>
                      <ns1:pt x="14" y="23"/>
                      <ns1:pt x="8" y="23"/>
                    </ns1:cubicBezTo>
                    <ns1:cubicBezTo>
                      <ns1:pt x="6" y="23"/>
                      <ns1:pt x="3" y="23"/>
                      <ns1:pt x="1" y="2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7" name="Freeform 41"/>
              <ns0:cNvSpPr/>
              <ns0:nvPr/>
            </ns0:nvSpPr>
            <ns0:spPr bwMode="auto">
              <ns1:xfrm>
                <ns1:off x="824709" y="3603532"/>
                <ns1:ext cx="46033" cy="32732"/>
              </ns1:xfrm>
              <ns1:custGeom>
                <ns1:avLst/>
                <ns1:gdLst>
                  <ns1:gd name="T0" fmla="*/ 15 w 21"/>
                  <ns1:gd name="T1" fmla="*/ 15 h 15"/>
                  <ns1:gd name="T2" fmla="*/ 2 w 21"/>
                  <ns1:gd name="T3" fmla="*/ 8 h 15"/>
                  <ns1:gd name="T4" fmla="*/ 0 w 21"/>
                  <ns1:gd name="T5" fmla="*/ 4 h 15"/>
                  <ns1:gd name="T6" fmla="*/ 4 w 21"/>
                  <ns1:gd name="T7" fmla="*/ 1 h 15"/>
                  <ns1:gd name="T8" fmla="*/ 11 w 21"/>
                  <ns1:gd name="T9" fmla="*/ 1 h 15"/>
                  <ns1:gd name="T10" fmla="*/ 20 w 21"/>
                  <ns1:gd name="T11" fmla="*/ 5 h 15"/>
                  <ns1:gd name="T12" fmla="*/ 15 w 21"/>
                  <ns1:gd name="T13" fmla="*/ 15 h 1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21" h="15">
                    <ns1:moveTo>
                      <ns1:pt x="15" y="15"/>
                    </ns1:moveTo>
                    <ns1:cubicBezTo>
                      <ns1:pt x="11" y="13"/>
                      <ns1:pt x="7" y="11"/>
                      <ns1:pt x="2" y="8"/>
                    </ns1:cubicBezTo>
                    <ns1:cubicBezTo>
                      <ns1:pt x="1" y="7"/>
                      <ns1:pt x="0" y="5"/>
                      <ns1:pt x="0" y="4"/>
                    </ns1:cubicBezTo>
                    <ns1:cubicBezTo>
                      <ns1:pt x="0" y="3"/>
                      <ns1:pt x="2" y="2"/>
                      <ns1:pt x="4" y="1"/>
                    </ns1:cubicBezTo>
                    <ns1:cubicBezTo>
                      <ns1:pt x="6" y="1"/>
                      <ns1:pt x="9" y="1"/>
                      <ns1:pt x="11" y="1"/>
                    </ns1:cubicBezTo>
                    <ns1:cubicBezTo>
                      <ns1:pt x="15" y="1"/>
                      <ns1:pt x="19" y="0"/>
                      <ns1:pt x="20" y="5"/>
                    </ns1:cubicBezTo>
                    <ns1:cubicBezTo>
                      <ns1:pt x="21" y="11"/>
                      <ns1:pt x="21" y="11"/>
                      <ns1:pt x="15" y="1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8" name="Freeform 42"/>
              <ns0:cNvSpPr/>
              <ns0:nvPr/>
            </ns0:nvSpPr>
            <ns0:spPr bwMode="auto">
              <ns1:xfrm>
                <ns1:off x="1168414" y="3281312"/>
                <ns1:ext cx="28643" cy="43984"/>
              </ns1:xfrm>
              <ns1:custGeom>
                <ns1:avLst/>
                <ns1:gdLst>
                  <ns1:gd name="T0" fmla="*/ 1 w 13"/>
                  <ns1:gd name="T1" fmla="*/ 20 h 20"/>
                  <ns1:gd name="T2" fmla="*/ 0 w 13"/>
                  <ns1:gd name="T3" fmla="*/ 5 h 20"/>
                  <ns1:gd name="T4" fmla="*/ 3 w 13"/>
                  <ns1:gd name="T5" fmla="*/ 0 h 20"/>
                  <ns1:gd name="T6" fmla="*/ 7 w 13"/>
                  <ns1:gd name="T7" fmla="*/ 2 h 20"/>
                  <ns1:gd name="T8" fmla="*/ 9 w 13"/>
                  <ns1:gd name="T9" fmla="*/ 4 h 20"/>
                  <ns1:gd name="T10" fmla="*/ 12 w 13"/>
                  <ns1:gd name="T11" fmla="*/ 15 h 20"/>
                  <ns1:gd name="T12" fmla="*/ 1 w 13"/>
                  <ns1:gd name="T13" fmla="*/ 20 h 2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13" h="20">
                    <ns1:moveTo>
                      <ns1:pt x="1" y="20"/>
                    </ns1:moveTo>
                    <ns1:cubicBezTo>
                      <ns1:pt x="0" y="14"/>
                      <ns1:pt x="0" y="10"/>
                      <ns1:pt x="0" y="5"/>
                    </ns1:cubicBezTo>
                    <ns1:cubicBezTo>
                      <ns1:pt x="0" y="3"/>
                      <ns1:pt x="2" y="2"/>
                      <ns1:pt x="3" y="0"/>
                    </ns1:cubicBezTo>
                    <ns1:cubicBezTo>
                      <ns1:pt x="4" y="1"/>
                      <ns1:pt x="6" y="1"/>
                      <ns1:pt x="7" y="2"/>
                    </ns1:cubicBezTo>
                    <ns1:cubicBezTo>
                      <ns1:pt x="8" y="3"/>
                      <ns1:pt x="8" y="4"/>
                      <ns1:pt x="9" y="4"/>
                    </ns1:cubicBezTo>
                    <ns1:cubicBezTo>
                      <ns1:pt x="10" y="8"/>
                      <ns1:pt x="13" y="12"/>
                      <ns1:pt x="12" y="15"/>
                    </ns1:cubicBezTo>
                    <ns1:cubicBezTo>
                      <ns1:pt x="10" y="17"/>
                      <ns1:pt x="5" y="18"/>
                      <ns1:pt x="1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  <ns0:sp>
            <ns0:nvSpPr>
              <ns0:cNvPr id="99" name="Freeform 43"/>
              <ns0:cNvSpPr/>
              <ns0:nvPr/>
            </ns0:nvSpPr>
            <ns0:spPr bwMode="auto">
              <ns1:xfrm>
                <ns1:off x="1792401" y="3520673"/>
                <ns1:ext cx="32732" cy="32732"/>
              </ns1:xfrm>
              <ns1:custGeom>
                <ns1:avLst/>
                <ns1:gdLst>
                  <ns1:gd name="T0" fmla="*/ 15 w 15"/>
                  <ns1:gd name="T1" fmla="*/ 0 h 15"/>
                  <ns1:gd name="T2" fmla="*/ 7 w 15"/>
                  <ns1:gd name="T3" fmla="*/ 14 h 15"/>
                  <ns1:gd name="T4" fmla="*/ 1 w 15"/>
                  <ns1:gd name="T5" fmla="*/ 13 h 15"/>
                  <ns1:gd name="T6" fmla="*/ 1 w 15"/>
                  <ns1:gd name="T7" fmla="*/ 6 h 15"/>
                  <ns1:gd name="T8" fmla="*/ 15 w 15"/>
                  <ns1:gd name="T9" fmla="*/ 0 h 1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5" h="15">
                    <ns1:moveTo>
                      <ns1:pt x="15" y="0"/>
                    </ns1:moveTo>
                    <ns1:cubicBezTo>
                      <ns1:pt x="14" y="8"/>
                      <ns1:pt x="12" y="12"/>
                      <ns1:pt x="7" y="14"/>
                    </ns1:cubicBezTo>
                    <ns1:cubicBezTo>
                      <ns1:pt x="5" y="15"/>
                      <ns1:pt x="1" y="14"/>
                      <ns1:pt x="1" y="13"/>
                    </ns1:cubicBezTo>
                    <ns1:cubicBezTo>
                      <ns1:pt x="0" y="11"/>
                      <ns1:pt x="0" y="7"/>
                      <ns1:pt x="1" y="6"/>
                    </ns1:cubicBezTo>
                    <ns1:cubicBezTo>
                      <ns1:pt x="5" y="3"/>
                      <ns1:pt x="10" y="2"/>
                      <ns1:pt x="15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>
                  <ns1:solidFill>
                    <ns1:schemeClr val="tx2">
                      <ns1:lumMod val="75000"/>
                    </ns1:schemeClr>
                  </ns1:solidFill>
                </ns1:endParaRPr>
              </ns1:p>
            </ns0:txBody>
          </ns0:sp>
        </ns0:grpSp>
        <ns0:grpSp>
          <ns0:nvGrpSpPr>
            <ns0:cNvPr id="11" name="组合 10"/>
            <ns0:cNvGrpSpPr>
              <ns1:grpSpLocks noChangeAspect="1"/>
            </ns0:cNvGrpSpPr>
            <ns0:nvPr/>
          </ns0:nvGrpSpPr>
          <ns0:grpSpPr>
            <ns1:xfrm>
              <ns1:off x="1398236" y="742764"/>
              <ns1:ext cx="414000" cy="413847"/>
              <ns1:chOff x="3956050" y="1285875"/>
              <ns1:chExt cx="4287838" cy="4286250"/>
            </ns1:xfrm>
          </ns0:grpSpPr>
          <ns0:sp>
            <ns0:nvSpPr>
              <ns0:cNvPr id="12" name="Freeform 5"/>
              <ns0:cNvSpPr/>
              <ns0:nvPr/>
            </ns0:nvSpPr>
            <ns0:spPr bwMode="auto">
              <ns1:xfrm>
                <ns1:off x="6008688" y="5572125"/>
                <ns1:ext cx="174625" cy="0"/>
              </ns1:xfrm>
              <ns1:custGeom>
                <ns1:avLst/>
                <ns1:gdLst>
                  <ns1:gd name="T0" fmla="*/ 0 w 46"/>
                  <ns1:gd name="T1" fmla="*/ 0 w 46"/>
                  <ns1:gd name="T2" fmla="*/ 46 w 46"/>
                  <ns1:gd name="T3" fmla="*/ 46 w 46"/>
                  <ns1:gd name="T4" fmla="*/ 0 w 46"/>
                </ns1:gdLst>
                <ns1:ahLst/>
                <ns1:cxnLst>
                  <ns1:cxn ang="0">
                    <ns1:pos x="T0" y="0"/>
                  </ns1:cxn>
                  <ns1:cxn ang="0">
                    <ns1:pos x="T1" y="0"/>
                  </ns1:cxn>
                  <ns1:cxn ang="0">
                    <ns1:pos x="T2" y="0"/>
                  </ns1:cxn>
                  <ns1:cxn ang="0">
                    <ns1:pos x="T3" y="0"/>
                  </ns1:cxn>
                  <ns1:cxn ang="0">
                    <ns1:pos x="T4" y="0"/>
                  </ns1:cxn>
                </ns1:cxnLst>
                <ns1:rect l="0" t="0" r="r" b="b"/>
                <ns1:pathLst>
                  <ns1:path w="46">
                    <ns1:moveTo>
                      <ns1:pt x="0" y="0"/>
                    </ns1:moveTo>
                    <ns1:cubicBezTo>
                      <ns1:pt x="0" y="0"/>
                      <ns1:pt x="0" y="0"/>
                      <ns1:pt x="0" y="0"/>
                    </ns1:cubicBezTo>
                    <ns1:cubicBezTo>
                      <ns1:pt x="15" y="0"/>
                      <ns1:pt x="31" y="0"/>
                      <ns1:pt x="46" y="0"/>
                    </ns1:cubicBezTo>
                    <ns1:cubicBezTo>
                      <ns1:pt x="46" y="0"/>
                      <ns1:pt x="46" y="0"/>
                      <ns1:pt x="46" y="0"/>
                    </ns1:cubicBezTo>
                    <ns1:cubicBezTo>
                      <ns1:pt x="31" y="0"/>
                      <ns1:pt x="15" y="0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3" name="Freeform 6"/>
              <ns0:cNvSpPr/>
              <ns0:nvPr/>
            </ns0:nvSpPr>
            <ns0:spPr bwMode="auto">
              <ns1:xfrm>
                <ns1:off x="3956050" y="3354388"/>
                <ns1:ext cx="0" cy="157163"/>
              </ns1:xfrm>
              <ns1:custGeom>
                <ns1:avLst/>
                <ns1:gdLst>
                  <ns1:gd name="T0" fmla="*/ 42 h 42"/>
                  <ns1:gd name="T1" fmla="*/ 42 h 42"/>
                  <ns1:gd name="T2" fmla="*/ 42 h 42"/>
                  <ns1:gd name="T3" fmla="*/ 0 h 42"/>
                  <ns1:gd name="T4" fmla="*/ 0 h 42"/>
                  <ns1:gd name="T5" fmla="*/ 42 h 42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  <ns1:cxn ang="0">
                    <ns1:pos x="0" y="T4"/>
                  </ns1:cxn>
                  <ns1:cxn ang="0">
                    <ns1:pos x="0" y="T5"/>
                  </ns1:cxn>
                </ns1:cxnLst>
                <ns1:rect l="0" t="0" r="r" b="b"/>
                <ns1:pathLst>
                  <ns1:path h="42">
                    <ns1:moveTo>
                      <ns1:pt x="0" y="42"/>
                    </ns1:moveTo>
                    <ns1:cubicBezTo>
                      <ns1:pt x="0" y="42"/>
                      <ns1:pt x="0" y="42"/>
                      <ns1:pt x="0" y="42"/>
                    </ns1:cubicBezTo>
                    <ns1:cubicBezTo>
                      <ns1:pt x="0" y="42"/>
                      <ns1:pt x="0" y="42"/>
                      <ns1:pt x="0" y="42"/>
                    </ns1:cubicBezTo>
                    <ns1:cubicBezTo>
                      <ns1:pt x="0" y="28"/>
                      <ns1:pt x="0" y="14"/>
                      <ns1:pt x="0" y="0"/>
                    </ns1:cubicBezTo>
                    <ns1:cubicBezTo>
                      <ns1:pt x="0" y="0"/>
                      <ns1:pt x="0" y="0"/>
                      <ns1:pt x="0" y="0"/>
                    </ns1:cubicBezTo>
                    <ns1:cubicBezTo>
                      <ns1:pt x="0" y="14"/>
                      <ns1:pt x="0" y="28"/>
                      <ns1:pt x="0" y="4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4" name="Freeform 7"/>
              <ns0:cNvSpPr>
                <ns1:spLocks noEditPoints="1"/>
              </ns0:cNvSpPr>
              <ns0:nvPr/>
            </ns0:nvSpPr>
            <ns0:spPr bwMode="auto">
              <ns1:xfrm>
                <ns1:off x="3956050" y="1285875"/>
                <ns1:ext cx="4287838" cy="4286250"/>
              </ns1:xfrm>
              <ns1:custGeom>
                <ns1:avLst/>
                <ns1:gdLst>
                  <ns1:gd name="T0" fmla="*/ 534 w 1136"/>
                  <ns1:gd name="T1" fmla="*/ 56 h 1136"/>
                  <ns1:gd name="T2" fmla="*/ 696 w 1136"/>
                  <ns1:gd name="T3" fmla="*/ 72 h 1136"/>
                  <ns1:gd name="T4" fmla="*/ 195 w 1136"/>
                  <ns1:gd name="T5" fmla="*/ 868 h 1136"/>
                  <ns1:gd name="T6" fmla="*/ 651 w 1136"/>
                  <ns1:gd name="T7" fmla="*/ 1049 h 1136"/>
                  <ns1:gd name="T8" fmla="*/ 461 w 1136"/>
                  <ns1:gd name="T9" fmla="*/ 58 h 1136"/>
                  <ns1:gd name="T10" fmla="*/ 479 w 1136"/>
                  <ns1:gd name="T11" fmla="*/ 103 h 1136"/>
                  <ns1:gd name="T12" fmla="*/ 910 w 1136"/>
                  <ns1:gd name="T13" fmla="*/ 228 h 1136"/>
                  <ns1:gd name="T14" fmla="*/ 862 w 1136"/>
                  <ns1:gd name="T15" fmla="*/ 218 h 1136"/>
                  <ns1:gd name="T16" fmla="*/ 240 w 1136"/>
                  <ns1:gd name="T17" fmla="*/ 182 h 1136"/>
                  <ns1:gd name="T18" fmla="*/ 211 w 1136"/>
                  <ns1:gd name="T19" fmla="*/ 203 h 1136"/>
                  <ns1:gd name="T20" fmla="*/ 995 w 1136"/>
                  <ns1:gd name="T21" fmla="*/ 570 h 1136"/>
                  <ns1:gd name="T22" fmla="*/ 669 w 1136"/>
                  <ns1:gd name="T23" fmla="*/ 123 h 1136"/>
                  <ns1:gd name="T24" fmla="*/ 693 w 1136"/>
                  <ns1:gd name="T25" fmla="*/ 104 h 1136"/>
                  <ns1:gd name="T26" fmla="*/ 759 w 1136"/>
                  <ns1:gd name="T27" fmla="*/ 84 h 1136"/>
                  <ns1:gd name="T28" fmla="*/ 389 w 1136"/>
                  <ns1:gd name="T29" fmla="*/ 103 h 1136"/>
                  <ns1:gd name="T30" fmla="*/ 581 w 1136"/>
                  <ns1:gd name="T31" fmla="*/ 78 h 1136"/>
                  <ns1:gd name="T32" fmla="*/ 591 w 1136"/>
                  <ns1:gd name="T33" fmla="*/ 82 h 1136"/>
                  <ns1:gd name="T34" fmla="*/ 505 w 1136"/>
                  <ns1:gd name="T35" fmla="*/ 84 h 1136"/>
                  <ns1:gd name="T36" fmla="*/ 334 w 1136"/>
                  <ns1:gd name="T37" fmla="*/ 168 h 1136"/>
                  <ns1:gd name="T38" fmla="*/ 819 w 1136"/>
                  <ns1:gd name="T39" fmla="*/ 177 h 1136"/>
                  <ns1:gd name="T40" fmla="*/ 842 w 1136"/>
                  <ns1:gd name="T41" fmla="*/ 140 h 1136"/>
                  <ns1:gd name="T42" fmla="*/ 1033 w 1136"/>
                  <ns1:gd name="T43" fmla="*/ 671 h 1136"/>
                  <ns1:gd name="T44" fmla="*/ 400 w 1136"/>
                  <ns1:gd name="T45" fmla="*/ 1048 h 1136"/>
                  <ns1:gd name="T46" fmla="*/ 988 w 1136"/>
                  <ns1:gd name="T47" fmla="*/ 793 h 1136"/>
                  <ns1:gd name="T48" fmla="*/ 551 w 1136"/>
                  <ns1:gd name="T49" fmla="*/ 85 h 1136"/>
                  <ns1:gd name="T50" fmla="*/ 1032 w 1136"/>
                  <ns1:gd name="T51" fmla="*/ 760 h 1136"/>
                  <ns1:gd name="T52" fmla="*/ 1049 w 1136"/>
                  <ns1:gd name="T53" fmla="*/ 524 h 1136"/>
                  <ns1:gd name="T54" fmla="*/ 139 w 1136"/>
                  <ns1:gd name="T55" fmla="*/ 779 h 1136"/>
                  <ns1:gd name="T56" fmla="*/ 146 w 1136"/>
                  <ns1:gd name="T57" fmla="*/ 815 h 1136"/>
                  <ns1:gd name="T58" fmla="*/ 71 w 1136"/>
                  <ns1:gd name="T59" fmla="*/ 676 h 1136"/>
                  <ns1:gd name="T60" fmla="*/ 98 w 1136"/>
                  <ns1:gd name="T61" fmla="*/ 484 h 1136"/>
                  <ns1:gd name="T62" fmla="*/ 70 w 1136"/>
                  <ns1:gd name="T63" fmla="*/ 517 h 1136"/>
                  <ns1:gd name="T64" fmla="*/ 1053 w 1136"/>
                  <ns1:gd name="T65" fmla="*/ 518 h 1136"/>
                  <ns1:gd name="T66" fmla="*/ 300 w 1136"/>
                  <ns1:gd name="T67" fmla="*/ 1013 h 1136"/>
                  <ns1:gd name="T68" fmla="*/ 297 w 1136"/>
                  <ns1:gd name="T69" fmla="*/ 996 h 1136"/>
                  <ns1:gd name="T70" fmla="*/ 105 w 1136"/>
                  <ns1:gd name="T71" fmla="*/ 429 h 1136"/>
                  <ns1:gd name="T72" fmla="*/ 515 w 1136"/>
                  <ns1:gd name="T73" fmla="*/ 1058 h 1136"/>
                  <ns1:gd name="T74" fmla="*/ 826 w 1136"/>
                  <ns1:gd name="T75" fmla="*/ 981 h 1136"/>
                  <ns1:gd name="T76" fmla="*/ 1052 w 1136"/>
                  <ns1:gd name="T77" fmla="*/ 707 h 1136"/>
                  <ns1:gd name="T78" fmla="*/ 228 w 1136"/>
                  <ns1:gd name="T79" fmla="*/ 905 h 1136"/>
                  <ns1:gd name="T80" fmla="*/ 739 w 1136"/>
                  <ns1:gd name="T81" fmla="*/ 1019 h 1136"/>
                  <ns1:gd name="T82" fmla="*/ 606 w 1136"/>
                  <ns1:gd name="T83" fmla="*/ 47 h 1136"/>
                  <ns1:gd name="T84" fmla="*/ 88 w 1136"/>
                  <ns1:gd name="T85" fmla="*/ 742 h 1136"/>
                  <ns1:gd name="T86" fmla="*/ 1002 w 1136"/>
                  <ns1:gd name="T87" fmla="*/ 833 h 1136"/>
                  <ns1:gd name="T88" fmla="*/ 461 w 1136"/>
                  <ns1:gd name="T89" fmla="*/ 1075 h 1136"/>
                  <ns1:gd name="T90" fmla="*/ 98 w 1136"/>
                  <ns1:gd name="T91" fmla="*/ 772 h 1136"/>
                  <ns1:gd name="T92" fmla="*/ 959 w 1136"/>
                  <ns1:gd name="T93" fmla="*/ 907 h 1136"/>
                  <ns1:gd name="T94" fmla="*/ 923 w 1136"/>
                  <ns1:gd name="T95" fmla="*/ 935 h 1136"/>
                  <ns1:gd name="T96" fmla="*/ 1066 w 1136"/>
                  <ns1:gd name="T97" fmla="*/ 575 h 1136"/>
                  <ns1:gd name="T98" fmla="*/ 823 w 1136"/>
                  <ns1:gd name="T99" fmla="*/ 1003 h 1136"/>
                  <ns1:gd name="T100" fmla="*/ 284 w 1136"/>
                  <ns1:gd name="T101" fmla="*/ 991 h 1136"/>
                  <ns1:gd name="T102" fmla="*/ 1041 w 1136"/>
                  <ns1:gd name="T103" fmla="*/ 621 h 1136"/>
                  <ns1:gd name="T104" fmla="*/ 103 w 1136"/>
                  <ns1:gd name="T105" fmla="*/ 677 h 1136"/>
                  <ns1:gd name="T106" fmla="*/ 555 w 1136"/>
                  <ns1:gd name="T107" fmla="*/ 1086 h 1136"/>
                  <ns1:gd name="T108" fmla="*/ 751 w 1136"/>
                  <ns1:gd name="T109" fmla="*/ 1016 h 1136"/>
                  <ns1:gd name="T110" fmla="*/ 984 w 1136"/>
                  <ns1:gd name="T111" fmla="*/ 876 h 1136"/>
                  <ns1:gd name="T112" fmla="*/ 1075 w 1136"/>
                  <ns1:gd name="T113" fmla="*/ 470 h 1136"/>
                  <ns1:gd name="T114" fmla="*/ 786 w 1136"/>
                  <ns1:gd name="T115" fmla="*/ 992 h 1136"/>
                  <ns1:gd name="T116" fmla="*/ 274 w 1136"/>
                  <ns1:gd name="T117" fmla="*/ 174 h 1136"/>
                  <ns1:gd name="T118" fmla="*/ 428 w 1136"/>
                  <ns1:gd name="T119" fmla="*/ 64 h 1136"/>
                  <ns1:gd name="T120" fmla="*/ 676 w 1136"/>
                  <ns1:gd name="T121" fmla="*/ 105 h 113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  <ns1:cxn ang="0">
                    <ns1:pos x="T106" y="T107"/>
                  </ns1:cxn>
                  <ns1:cxn ang="0">
                    <ns1:pos x="T108" y="T109"/>
                  </ns1:cxn>
                  <ns1:cxn ang="0">
                    <ns1:pos x="T110" y="T111"/>
                  </ns1:cxn>
                  <ns1:cxn ang="0">
                    <ns1:pos x="T112" y="T113"/>
                  </ns1:cxn>
                  <ns1:cxn ang="0">
                    <ns1:pos x="T114" y="T115"/>
                  </ns1:cxn>
                  <ns1:cxn ang="0">
                    <ns1:pos x="T116" y="T117"/>
                  </ns1:cxn>
                  <ns1:cxn ang="0">
                    <ns1:pos x="T118" y="T119"/>
                  </ns1:cxn>
                  <ns1:cxn ang="0">
                    <ns1:pos x="T120" y="T121"/>
                  </ns1:cxn>
                </ns1:cxnLst>
                <ns1:rect l="0" t="0" r="r" b="b"/>
                <ns1:pathLst>
                  <ns1:path w="1136" h="1136">
                    <ns1:moveTo>
                      <ns1:pt x="0" y="590"/>
                    </ns1:moveTo>
                    <ns1:cubicBezTo>
                      <ns1:pt x="0" y="576"/>
                      <ns1:pt x="0" y="562"/>
                      <ns1:pt x="0" y="548"/>
                    </ns1:cubicBezTo>
                    <ns1:cubicBezTo>
                      <ns1:pt x="2" y="507"/>
                      <ns1:pt x="8" y="467"/>
                      <ns1:pt x="18" y="428"/>
                    </ns1:cubicBezTo>
                    <ns1:cubicBezTo>
                      <ns1:pt x="68" y="231"/>
                      <ns1:pt x="225" y="72"/>
                      <ns1:pt x="422" y="21"/>
                    </ns1:cubicBezTo>
                    <ns1:cubicBezTo>
                      <ns1:pt x="479" y="6"/>
                      <ns1:pt x="537" y="0"/>
                      <ns1:pt x="596" y="3"/>
                    </ns1:cubicBezTo>
                    <ns1:cubicBezTo>
                      <ns1:pt x="735" y="11"/>
                      <ns1:pt x="857" y="63"/>
                      <ns1:pt x="958" y="159"/>
                    </ns1:cubicBezTo>
                    <ns1:cubicBezTo>
                      <ns1:pt x="1044" y="241"/>
                      <ns1:pt x="1098" y="340"/>
                      <ns1:pt x="1122" y="456"/>
                    </ns1:cubicBezTo>
                    <ns1:cubicBezTo>
                      <ns1:pt x="1133" y="508"/>
                      <ns1:pt x="1136" y="561"/>
                      <ns1:pt x="1132" y="614"/>
                    </ns1:cubicBezTo>
                    <ns1:cubicBezTo>
                      <ns1:pt x="1114" y="856"/>
                      <ns1:pt x="940" y="1060"/>
                      <ns1:pt x="704" y="1119"/>
                    </ns1:cubicBezTo>
                    <ns1:cubicBezTo>
                      <ns1:pt x="667" y="1129"/>
                      <ns1:pt x="629" y="1134"/>
                      <ns1:pt x="590" y="1136"/>
                    </ns1:cubicBezTo>
                    <ns1:cubicBezTo>
                      <ns1:pt x="575" y="1136"/>
                      <ns1:pt x="559" y="1136"/>
                      <ns1:pt x="544" y="1136"/>
                    </ns1:cubicBezTo>
                    <ns1:cubicBezTo>
                      <ns1:pt x="503" y="1134"/>
                      <ns1:pt x="462" y="1128"/>
                      <ns1:pt x="422" y="1117"/>
                    </ns1:cubicBezTo>
                    <ns1:cubicBezTo>
                      <ns1:pt x="309" y="1087"/>
                      <ns1:pt x="214" y="1027"/>
                      <ns1:pt x="137" y="939"/>
                    </ns1:cubicBezTo>
                    <ns1:cubicBezTo>
                      <ns1:pt x="75" y="867"/>
                      <ns1:pt x="34" y="785"/>
                      <ns1:pt x="13" y="692"/>
                    </ns1:cubicBezTo>
                    <ns1:cubicBezTo>
                      <ns1:pt x="6" y="659"/>
                      <ns1:pt x="2" y="625"/>
                      <ns1:pt x="0" y="590"/>
                    </ns1:cubicBezTo>
                    <ns1:close/>
                    <ns1:moveTo>
                      <ns1:pt x="534" y="56"/>
                    </ns1:moveTo>
                    <ns1:cubicBezTo>
                      <ns1:pt x="530" y="56"/>
                      <ns1:pt x="527" y="57"/>
                      <ns1:pt x="523" y="57"/>
                    </ns1:cubicBezTo>
                    <ns1:cubicBezTo>
                      <ns1:pt x="523" y="60"/>
                      <ns1:pt x="523" y="62"/>
                      <ns1:pt x="523" y="64"/>
                    </ns1:cubicBezTo>
                    <ns1:cubicBezTo>
                      <ns1:pt x="535" y="63"/>
                      <ns1:pt x="546" y="63"/>
                      <ns1:pt x="557" y="62"/>
                    </ns1:cubicBezTo>
                    <ns1:cubicBezTo>
                      <ns1:pt x="557" y="59"/>
                      <ns1:pt x="556" y="57"/>
                      <ns1:pt x="556" y="54"/>
                    </ns1:cubicBezTo>
                    <ns1:cubicBezTo>
                      <ns1:pt x="549" y="55"/>
                      <ns1:pt x="543" y="55"/>
                      <ns1:pt x="537" y="56"/>
                    </ns1:cubicBezTo>
                    <ns1:cubicBezTo>
                      <ns1:pt x="539" y="55"/>
                      <ns1:pt x="541" y="54"/>
                      <ns1:pt x="544" y="53"/>
                    </ns1:cubicBezTo>
                    <ns1:cubicBezTo>
                      <ns1:pt x="543" y="50"/>
                      <ns1:pt x="542" y="47"/>
                      <ns1:pt x="541" y="44"/>
                    </ns1:cubicBezTo>
                    <ns1:cubicBezTo>
                      <ns1:pt x="538" y="45"/>
                      <ns1:pt x="535" y="45"/>
                      <ns1:pt x="532" y="46"/>
                    </ns1:cubicBezTo>
                    <ns1:cubicBezTo>
                      <ns1:pt x="532" y="48"/>
                      <ns1:pt x="533" y="50"/>
                      <ns1:pt x="533" y="51"/>
                    </ns1:cubicBezTo>
                    <ns1:cubicBezTo>
                      <ns1:pt x="534" y="53"/>
                      <ns1:pt x="534" y="55"/>
                      <ns1:pt x="534" y="56"/>
                    </ns1:cubicBezTo>
                    <ns1:close/>
                    <ns1:moveTo>
                      <ns1:pt x="713" y="76"/>
                    </ns1:moveTo>
                    <ns1:cubicBezTo>
                      <ns1:pt x="715" y="75"/>
                      <ns1:pt x="716" y="75"/>
                      <ns1:pt x="718" y="75"/>
                    </ns1:cubicBezTo>
                    <ns1:cubicBezTo>
                      <ns1:pt x="718" y="72"/>
                      <ns1:pt x="718" y="69"/>
                      <ns1:pt x="719" y="65"/>
                    </ns1:cubicBezTo>
                    <ns1:cubicBezTo>
                      <ns1:pt x="715" y="65"/>
                      <ns1:pt x="712" y="65"/>
                      <ns1:pt x="709" y="64"/>
                    </ns1:cubicBezTo>
                    <ns1:cubicBezTo>
                      <ns1:pt x="708" y="68"/>
                      <ns1:pt x="708" y="71"/>
                      <ns1:pt x="708" y="75"/>
                    </ns1:cubicBezTo>
                    <ns1:cubicBezTo>
                      <ns1:pt x="704" y="74"/>
                      <ns1:pt x="700" y="73"/>
                      <ns1:pt x="696" y="72"/>
                    </ns1:cubicBezTo>
                    <ns1:cubicBezTo>
                      <ns1:pt x="696" y="74"/>
                      <ns1:pt x="695" y="77"/>
                      <ns1:pt x="695" y="79"/>
                    </ns1:cubicBezTo>
                    <ns1:cubicBezTo>
                      <ns1:pt x="705" y="82"/>
                      <ns1:pt x="716" y="85"/>
                      <ns1:pt x="727" y="88"/>
                    </ns1:cubicBezTo>
                    <ns1:cubicBezTo>
                      <ns1:pt x="728" y="85"/>
                      <ns1:pt x="728" y="83"/>
                      <ns1:pt x="729" y="81"/>
                    </ns1:cubicBezTo>
                    <ns1:cubicBezTo>
                      <ns1:pt x="723" y="79"/>
                      <ns1:pt x="718" y="77"/>
                      <ns1:pt x="713" y="76"/>
                    </ns1:cubicBezTo>
                    <ns1:close/>
                    <ns1:moveTo>
                      <ns1:pt x="168" y="879"/>
                    </ns1:moveTo>
                    <ns1:cubicBezTo>
                      <ns1:pt x="168" y="879"/>
                      <ns1:pt x="168" y="878"/>
                      <ns1:pt x="167" y="878"/>
                    </ns1:cubicBezTo>
                    <ns1:cubicBezTo>
                      <ns1:pt x="172" y="870"/>
                      <ns1:pt x="176" y="862"/>
                      <ns1:pt x="181" y="854"/>
                    </ns1:cubicBezTo>
                    <ns1:cubicBezTo>
                      <ns1:pt x="182" y="851"/>
                      <ns1:pt x="182" y="850"/>
                      <ns1:pt x="180" y="848"/>
                    </ns1:cubicBezTo>
                    <ns1:cubicBezTo>
                      <ns1:pt x="179" y="846"/>
                      <ns1:pt x="177" y="844"/>
                      <ns1:pt x="175" y="841"/>
                    </ns1:cubicBezTo>
                    <ns1:cubicBezTo>
                      <ns1:pt x="164" y="850"/>
                      <ns1:pt x="154" y="858"/>
                      <ns1:pt x="143" y="866"/>
                    </ns1:cubicBezTo>
                    <ns1:cubicBezTo>
                      <ns1:pt x="144" y="868"/>
                      <ns1:pt x="146" y="870"/>
                      <ns1:pt x="147" y="872"/>
                    </ns1:cubicBezTo>
                    <ns1:cubicBezTo>
                      <ns1:pt x="156" y="865"/>
                      <ns1:pt x="164" y="859"/>
                      <ns1:pt x="172" y="854"/>
                    </ns1:cubicBezTo>
                    <ns1:cubicBezTo>
                      <ns1:pt x="172" y="854"/>
                      <ns1:pt x="172" y="854"/>
                      <ns1:pt x="172" y="854"/>
                    </ns1:cubicBezTo>
                    <ns1:cubicBezTo>
                      <ns1:pt x="167" y="864"/>
                      <ns1:pt x="162" y="874"/>
                      <ns1:pt x="156" y="884"/>
                    </ns1:cubicBezTo>
                    <ns1:cubicBezTo>
                      <ns1:pt x="158" y="886"/>
                      <ns1:pt x="160" y="889"/>
                      <ns1:pt x="163" y="893"/>
                    </ns1:cubicBezTo>
                    <ns1:cubicBezTo>
                      <ns1:pt x="174" y="884"/>
                      <ns1:pt x="184" y="876"/>
                      <ns1:pt x="195" y="868"/>
                    </ns1:cubicBezTo>
                    <ns1:cubicBezTo>
                      <ns1:pt x="194" y="866"/>
                      <ns1:pt x="193" y="864"/>
                      <ns1:pt x="191" y="862"/>
                    </ns1:cubicBezTo>
                    <ns1:cubicBezTo>
                      <ns1:pt x="183" y="868"/>
                      <ns1:pt x="176" y="873"/>
                      <ns1:pt x="168" y="879"/>
                    </ns1:cubicBezTo>
                    <ns1:close/>
                    <ns1:moveTo>
                      <ns1:pt x="652" y="1048"/>
                    </ns1:moveTo>
                    <ns1:cubicBezTo>
                      <ns1:pt x="657" y="1056"/>
                      <ns1:pt x="663" y="1065"/>
                      <ns1:pt x="669" y="1073"/>
                    </ns1:cubicBezTo>
                    <ns1:cubicBezTo>
                      <ns1:pt x="670" y="1074"/>
                      <ns1:pt x="671" y="1076"/>
                      <ns1:pt x="672" y="1076"/>
                    </ns1:cubicBezTo>
                    <ns1:cubicBezTo>
                      <ns1:pt x="676" y="1075"/>
                      <ns1:pt x="679" y="1074"/>
                      <ns1:pt x="682" y="1074"/>
                    </ns1:cubicBezTo>
                    <ns1:cubicBezTo>
                      <ns1:pt x="679" y="1060"/>
                      <ns1:pt x="677" y="1047"/>
                      <ns1:pt x="674" y="1034"/>
                    </ns1:cubicBezTo>
                    <ns1:cubicBezTo>
                      <ns1:pt x="672" y="1034"/>
                      <ns1:pt x="670" y="1035"/>
                      <ns1:pt x="667" y="1035"/>
                    </ns1:cubicBezTo>
                    <ns1:cubicBezTo>
                      <ns1:pt x="669" y="1045"/>
                      <ns1:pt x="671" y="1055"/>
                      <ns1:pt x="673" y="1065"/>
                    </ns1:cubicBezTo>
                    <ns1:cubicBezTo>
                      <ns1:pt x="672" y="1065"/>
                      <ns1:pt x="672" y="1065"/>
                      <ns1:pt x="671" y="1065"/>
                    </ns1:cubicBezTo>
                    <ns1:cubicBezTo>
                      <ns1:pt x="667" y="1058"/>
                      <ns1:pt x="663" y="1052"/>
                      <ns1:pt x="659" y="1046"/>
                    </ns1:cubicBezTo>
                    <ns1:cubicBezTo>
                      <ns1:pt x="653" y="1037"/>
                      <ns1:pt x="653" y="1037"/>
                      <ns1:pt x="643" y="1040"/>
                    </ns1:cubicBezTo>
                    <ns1:cubicBezTo>
                      <ns1:pt x="643" y="1040"/>
                      <ns1:pt x="642" y="1040"/>
                      <ns1:pt x="642" y="1040"/>
                    </ns1:cubicBezTo>
                    <ns1:cubicBezTo>
                      <ns1:pt x="644" y="1053"/>
                      <ns1:pt x="647" y="1067"/>
                      <ns1:pt x="649" y="1080"/>
                    </ns1:cubicBezTo>
                    <ns1:cubicBezTo>
                      <ns1:pt x="652" y="1080"/>
                      <ns1:pt x="654" y="1079"/>
                      <ns1:pt x="656" y="1079"/>
                    </ns1:cubicBezTo>
                    <ns1:cubicBezTo>
                      <ns1:pt x="655" y="1068"/>
                      <ns1:pt x="653" y="1058"/>
                      <ns1:pt x="651" y="1049"/>
                    </ns1:cubicBezTo>
                    <ns1:cubicBezTo>
                      <ns1:pt x="651" y="1048"/>
                      <ns1:pt x="651" y="1048"/>
                      <ns1:pt x="652" y="1048"/>
                    </ns1:cubicBezTo>
                    <ns1:close/>
                    <ns1:moveTo>
                      <ns1:pt x="427" y="79"/>
                    </ns1:moveTo>
                    <ns1:cubicBezTo>
                      <ns1:pt x="427" y="79"/>
                      <ns1:pt x="427" y="78"/>
                      <ns1:pt x="426" y="78"/>
                    </ns1:cubicBezTo>
                    <ns1:cubicBezTo>
                      <ns1:pt x="427" y="77"/>
                      <ns1:pt x="428" y="76"/>
                      <ns1:pt x="429" y="74"/>
                    </ns1:cubicBezTo>
                    <ns1:cubicBezTo>
                      <ns1:pt x="418" y="64"/>
                      <ns1:pt x="421" y="65"/>
                      <ns1:pt x="412" y="73"/>
                    </ns1:cubicBezTo>
                    <ns1:cubicBezTo>
                      <ns1:pt x="415" y="76"/>
                      <ns1:pt x="418" y="78"/>
                      <ns1:pt x="422" y="81"/>
                    </ns1:cubicBezTo>
                    <ns1:cubicBezTo>
                      <ns1:pt x="416" y="82"/>
                      <ns1:pt x="412" y="83"/>
                      <ns1:pt x="408" y="84"/>
                    </ns1:cubicBezTo>
                    <ns1:cubicBezTo>
                      <ns1:pt x="409" y="89"/>
                      <ns1:pt x="410" y="94"/>
                      <ns1:pt x="412" y="99"/>
                    </ns1:cubicBezTo>
                    <ns1:cubicBezTo>
                      <ns1:pt x="415" y="98"/>
                      <ns1:pt x="417" y="98"/>
                      <ns1:pt x="420" y="97"/>
                    </ns1:cubicBezTo>
                    <ns1:cubicBezTo>
                      <ns1:pt x="420" y="94"/>
                      <ns1:pt x="419" y="92"/>
                      <ns1:pt x="419" y="90"/>
                    </ns1:cubicBezTo>
                    <ns1:cubicBezTo>
                      <ns1:pt x="433" y="86"/>
                      <ns1:pt x="447" y="82"/>
                      <ns1:pt x="461" y="78"/>
                    </ns1:cubicBezTo>
                    <ns1:cubicBezTo>
                      <ns1:pt x="462" y="81"/>
                      <ns1:pt x="462" y="83"/>
                      <ns1:pt x="463" y="86"/>
                    </ns1:cubicBezTo>
                    <ns1:cubicBezTo>
                      <ns1:pt x="466" y="85"/>
                      <ns1:pt x="469" y="84"/>
                      <ns1:pt x="473" y="83"/>
                    </ns1:cubicBezTo>
                    <ns1:cubicBezTo>
                      <ns1:pt x="471" y="78"/>
                      <ns1:pt x="470" y="73"/>
                      <ns1:pt x="469" y="68"/>
                    </ns1:cubicBezTo>
                    <ns1:cubicBezTo>
                      <ns1:pt x="464" y="69"/>
                      <ns1:pt x="460" y="70"/>
                      <ns1:pt x="455" y="71"/>
                    </ns1:cubicBezTo>
                    <ns1:cubicBezTo>
                      <ns1:pt x="457" y="66"/>
                      <ns1:pt x="459" y="62"/>
                      <ns1:pt x="461" y="58"/>
                    </ns1:cubicBezTo>
                    <ns1:cubicBezTo>
                      <ns1:pt x="457" y="57"/>
                      <ns1:pt x="454" y="57"/>
                      <ns1:pt x="450" y="56"/>
                    </ns1:cubicBezTo>
                    <ns1:cubicBezTo>
                      <ns1:pt x="449" y="59"/>
                      <ns1:pt x="449" y="61"/>
                      <ns1:pt x="448" y="63"/>
                    </ns1:cubicBezTo>
                    <ns1:cubicBezTo>
                      <ns1:pt x="445" y="74"/>
                      <ns1:pt x="445" y="74"/>
                      <ns1:pt x="434" y="77"/>
                    </ns1:cubicBezTo>
                    <ns1:cubicBezTo>
                      <ns1:pt x="432" y="78"/>
                      <ns1:pt x="430" y="79"/>
                      <ns1:pt x="427" y="79"/>
                    </ns1:cubicBezTo>
                    <ns1:close/>
                    <ns1:moveTo>
                      <ns1:pt x="444" y="97"/>
                    </ns1:moveTo>
                    <ns1:cubicBezTo>
                      <ns1:pt x="444" y="97"/>
                      <ns1:pt x="444" y="97"/>
                      <ns1:pt x="444" y="97"/>
                    </ns1:cubicBezTo>
                    <ns1:cubicBezTo>
                      <ns1:pt x="443" y="99"/>
                      <ns1:pt x="442" y="102"/>
                      <ns1:pt x="440" y="104"/>
                    </ns1:cubicBezTo>
                    <ns1:cubicBezTo>
                      <ns1:pt x="432" y="107"/>
                      <ns1:pt x="423" y="109"/>
                      <ns1:pt x="414" y="111"/>
                    </ns1:cubicBezTo>
                    <ns1:cubicBezTo>
                      <ns1:pt x="415" y="114"/>
                      <ns1:pt x="416" y="116"/>
                      <ns1:pt x="416" y="119"/>
                    </ns1:cubicBezTo>
                    <ns1:cubicBezTo>
                      <ns1:pt x="426" y="117"/>
                      <ns1:pt x="435" y="114"/>
                      <ns1:pt x="443" y="112"/>
                    </ns1:cubicBezTo>
                    <ns1:cubicBezTo>
                      <ns1:pt x="447" y="119"/>
                      <ns1:pt x="440" y="119"/>
                      <ns1:pt x="438" y="122"/>
                    </ns1:cubicBezTo>
                    <ns1:cubicBezTo>
                      <ns1:pt x="439" y="124"/>
                      <ns1:pt x="441" y="127"/>
                      <ns1:pt x="443" y="130"/>
                    </ns1:cubicBezTo>
                    <ns1:cubicBezTo>
                      <ns1:pt x="446" y="128"/>
                      <ns1:pt x="449" y="127"/>
                      <ns1:pt x="453" y="126"/>
                    </ns1:cubicBezTo>
                    <ns1:cubicBezTo>
                      <ns1:pt x="456" y="125"/>
                      <ns1:pt x="458" y="122"/>
                      <ns1:pt x="456" y="118"/>
                    </ns1:cubicBezTo>
                    <ns1:cubicBezTo>
                      <ns1:pt x="455" y="116"/>
                      <ns1:pt x="454" y="113"/>
                      <ns1:pt x="453" y="109"/>
                    </ns1:cubicBezTo>
                    <ns1:cubicBezTo>
                      <ns1:pt x="462" y="107"/>
                      <ns1:pt x="470" y="105"/>
                      <ns1:pt x="479" y="103"/>
                    </ns1:cubicBezTo>
                    <ns1:cubicBezTo>
                      <ns1:pt x="478" y="100"/>
                      <ns1:pt x="477" y="97"/>
                      <ns1:pt x="476" y="95"/>
                    </ns1:cubicBezTo>
                    <ns1:cubicBezTo>
                      <ns1:pt x="468" y="97"/>
                      <ns1:pt x="460" y="99"/>
                      <ns1:pt x="452" y="101"/>
                    </ns1:cubicBezTo>
                    <ns1:cubicBezTo>
                      <ns1:pt x="455" y="95"/>
                      <ns1:pt x="458" y="90"/>
                      <ns1:pt x="461" y="85"/>
                    </ns1:cubicBezTo>
                    <ns1:cubicBezTo>
                      <ns1:pt x="461" y="85"/>
                      <ns1:pt x="460" y="84"/>
                      <ns1:pt x="460" y="84"/>
                    </ns1:cubicBezTo>
                    <ns1:cubicBezTo>
                      <ns1:pt x="447" y="87"/>
                      <ns1:pt x="435" y="90"/>
                      <ns1:pt x="422" y="94"/>
                    </ns1:cubicBezTo>
                    <ns1:cubicBezTo>
                      <ns1:pt x="423" y="97"/>
                      <ns1:pt x="423" y="99"/>
                      <ns1:pt x="424" y="101"/>
                    </ns1:cubicBezTo>
                    <ns1:cubicBezTo>
                      <ns1:pt x="431" y="100"/>
                      <ns1:pt x="437" y="98"/>
                      <ns1:pt x="444" y="97"/>
                    </ns1:cubicBezTo>
                    <ns1:close/>
                    <ns1:moveTo>
                      <ns1:pt x="879" y="213"/>
                    </ns1:moveTo>
                    <ns1:cubicBezTo>
                      <ns1:pt x="880" y="213"/>
                      <ns1:pt x="880" y="214"/>
                      <ns1:pt x="880" y="214"/>
                    </ns1:cubicBezTo>
                    <ns1:cubicBezTo>
                      <ns1:pt x="882" y="215"/>
                      <ns1:pt x="884" y="218"/>
                      <ns1:pt x="885" y="218"/>
                    </ns1:cubicBezTo>
                    <ns1:cubicBezTo>
                      <ns1:pt x="889" y="218"/>
                      <ns1:pt x="893" y="217"/>
                      <ns1:pt x="897" y="216"/>
                    </ns1:cubicBezTo>
                    <ns1:cubicBezTo>
                      <ns1:pt x="898" y="218"/>
                      <ns1:pt x="900" y="220"/>
                      <ns1:pt x="903" y="222"/>
                    </ns1:cubicBezTo>
                    <ns1:cubicBezTo>
                      <ns1:pt x="896" y="229"/>
                      <ns1:pt x="892" y="229"/>
                      <ns1:pt x="878" y="224"/>
                    </ns1:cubicBezTo>
                    <ns1:cubicBezTo>
                      <ns1:pt x="878" y="227"/>
                      <ns1:pt x="878" y="229"/>
                      <ns1:pt x="878" y="233"/>
                    </ns1:cubicBezTo>
                    <ns1:cubicBezTo>
                      <ns1:pt x="884" y="234"/>
                      <ns1:pt x="889" y="236"/>
                      <ns1:pt x="895" y="235"/>
                    </ns1:cubicBezTo>
                    <ns1:cubicBezTo>
                      <ns1:pt x="900" y="235"/>
                      <ns1:pt x="905" y="231"/>
                      <ns1:pt x="910" y="228"/>
                    </ns1:cubicBezTo>
                    <ns1:cubicBezTo>
                      <ns1:pt x="910" y="229"/>
                      <ns1:pt x="910" y="230"/>
                      <ns1:pt x="910" y="230"/>
                    </ns1:cubicBezTo>
                    <ns1:cubicBezTo>
                      <ns1:pt x="908" y="232"/>
                      <ns1:pt x="906" y="234"/>
                      <ns1:pt x="904" y="236"/>
                    </ns1:cubicBezTo>
                    <ns1:cubicBezTo>
                      <ns1:pt x="893" y="248"/>
                      <ns1:pt x="893" y="245"/>
                      <ns1:pt x="905" y="257"/>
                    </ns1:cubicBezTo>
                    <ns1:cubicBezTo>
                      <ns1:pt x="909" y="261"/>
                      <ns1:pt x="912" y="260"/>
                      <ns1:pt x="916" y="258"/>
                    </ns1:cubicBezTo>
                    <ns1:cubicBezTo>
                      <ns1:pt x="920" y="255"/>
                      <ns1:pt x="917" y="253"/>
                      <ns1:pt x="916" y="250"/>
                    </ns1:cubicBezTo>
                    <ns1:cubicBezTo>
                      <ns1:pt x="916" y="249"/>
                      <ns1:pt x="915" y="248"/>
                      <ns1:pt x="915" y="247"/>
                    </ns1:cubicBezTo>
                    <ns1:cubicBezTo>
                      <ns1:pt x="914" y="248"/>
                      <ns1:pt x="913" y="249"/>
                      <ns1:pt x="912" y="250"/>
                    </ns1:cubicBezTo>
                    <ns1:cubicBezTo>
                      <ns1:pt x="910" y="250"/>
                      <ns1:pt x="909" y="249"/>
                      <ns1:pt x="907" y="249"/>
                    </ns1:cubicBezTo>
                    <ns1:cubicBezTo>
                      <ns1:pt x="907" y="248"/>
                      <ns1:pt x="907" y="246"/>
                      <ns1:pt x="908" y="245"/>
                    </ns1:cubicBezTo>
                    <ns1:cubicBezTo>
                      <ns1:pt x="911" y="241"/>
                      <ns1:pt x="914" y="239"/>
                      <ns1:pt x="918" y="235"/>
                    </ns1:cubicBezTo>
                    <ns1:cubicBezTo>
                      <ns1:pt x="920" y="238"/>
                      <ns1:pt x="923" y="241"/>
                      <ns1:pt x="926" y="243"/>
                    </ns1:cubicBezTo>
                    <ns1:cubicBezTo>
                      <ns1:pt x="928" y="241"/>
                      <ns1:pt x="930" y="240"/>
                      <ns1:pt x="932" y="238"/>
                    </ns1:cubicBezTo>
                    <ns1:cubicBezTo>
                      <ns1:pt x="921" y="228"/>
                      <ns1:pt x="911" y="218"/>
                      <ns1:pt x="901" y="208"/>
                    </ns1:cubicBezTo>
                    <ns1:cubicBezTo>
                      <ns1:pt x="902" y="196"/>
                      <ns1:pt x="915" y="195"/>
                      <ns1:pt x="921" y="188"/>
                    </ns1:cubicBezTo>
                    <ns1:cubicBezTo>
                      <ns1:pt x="916" y="183"/>
                      <ns1:pt x="911" y="178"/>
                      <ns1:pt x="907" y="172"/>
                    </ns1:cubicBezTo>
                    <ns1:cubicBezTo>
                      <ns1:pt x="892" y="188"/>
                      <ns1:pt x="877" y="203"/>
                      <ns1:pt x="862" y="218"/>
                    </ns1:cubicBezTo>
                    <ns1:cubicBezTo>
                      <ns1:pt x="865" y="220"/>
                      <ns1:pt x="866" y="222"/>
                      <ns1:pt x="869" y="224"/>
                    </ns1:cubicBezTo>
                    <ns1:cubicBezTo>
                      <ns1:pt x="872" y="220"/>
                      <ns1:pt x="876" y="217"/>
                      <ns1:pt x="879" y="213"/>
                    </ns1:cubicBezTo>
                    <ns1:close/>
                    <ns1:moveTo>
                      <ns1:pt x="217" y="233"/>
                    </ns1:moveTo>
                    <ns1:cubicBezTo>
                      <ns1:pt x="219" y="233"/>
                      <ns1:pt x="221" y="234"/>
                      <ns1:pt x="223" y="234"/>
                    </ns1:cubicBezTo>
                    <ns1:cubicBezTo>
                      <ns1:pt x="224" y="233"/>
                      <ns1:pt x="224" y="231"/>
                      <ns1:pt x="225" y="230"/>
                    </ns1:cubicBezTo>
                    <ns1:cubicBezTo>
                      <ns1:pt x="235" y="238"/>
                      <ns1:pt x="235" y="239"/>
                      <ns1:pt x="230" y="246"/>
                    </ns1:cubicBezTo>
                    <ns1:cubicBezTo>
                      <ns1:pt x="233" y="248"/>
                      <ns1:pt x="235" y="249"/>
                      <ns1:pt x="238" y="250"/>
                    </ns1:cubicBezTo>
                    <ns1:cubicBezTo>
                      <ns1:pt x="241" y="246"/>
                      <ns1:pt x="247" y="244"/>
                      <ns1:pt x="244" y="236"/>
                    </ns1:cubicBezTo>
                    <ns1:cubicBezTo>
                      <ns1:pt x="247" y="236"/>
                      <ns1:pt x="249" y="235"/>
                      <ns1:pt x="252" y="235"/>
                    </ns1:cubicBezTo>
                    <ns1:cubicBezTo>
                      <ns1:pt x="250" y="221"/>
                      <ns1:pt x="242" y="211"/>
                      <ns1:pt x="233" y="202"/>
                    </ns1:cubicBezTo>
                    <ns1:cubicBezTo>
                      <ns1:pt x="235" y="201"/>
                      <ns1:pt x="236" y="200"/>
                      <ns1:pt x="236" y="200"/>
                    </ns1:cubicBezTo>
                    <ns1:cubicBezTo>
                      <ns1:pt x="246" y="209"/>
                      <ns1:pt x="255" y="217"/>
                      <ns1:pt x="263" y="225"/>
                    </ns1:cubicBezTo>
                    <ns1:cubicBezTo>
                      <ns1:pt x="265" y="224"/>
                      <ns1:pt x="267" y="222"/>
                      <ns1:pt x="269" y="221"/>
                    </ns1:cubicBezTo>
                    <ns1:cubicBezTo>
                      <ns1:pt x="260" y="211"/>
                      <ns1:pt x="251" y="202"/>
                      <ns1:pt x="243" y="193"/>
                    </ns1:cubicBezTo>
                    <ns1:cubicBezTo>
                      <ns1:pt x="244" y="191"/>
                      <ns1:pt x="245" y="190"/>
                      <ns1:pt x="246" y="189"/>
                    </ns1:cubicBezTo>
                    <ns1:cubicBezTo>
                      <ns1:pt x="244" y="187"/>
                      <ns1:pt x="243" y="185"/>
                      <ns1:pt x="240" y="182"/>
                    </ns1:cubicBezTo>
                    <ns1:cubicBezTo>
                      <ns1:pt x="236" y="187"/>
                      <ns1:pt x="232" y="192"/>
                      <ns1:pt x="228" y="197"/>
                    </ns1:cubicBezTo>
                    <ns1:cubicBezTo>
                      <ns1:pt x="225" y="194"/>
                      <ns1:pt x="223" y="192"/>
                      <ns1:pt x="221" y="189"/>
                    </ns1:cubicBezTo>
                    <ns1:cubicBezTo>
                      <ns1:pt x="225" y="184"/>
                      <ns1:pt x="228" y="180"/>
                      <ns1:pt x="232" y="174"/>
                    </ns1:cubicBezTo>
                    <ns1:cubicBezTo>
                      <ns1:pt x="228" y="174"/>
                      <ns1:pt x="225" y="173"/>
                      <ns1:pt x="222" y="173"/>
                    </ns1:cubicBezTo>
                    <ns1:cubicBezTo>
                      <ns1:pt x="218" y="179"/>
                      <ns1:pt x="215" y="185"/>
                      <ns1:pt x="212" y="192"/>
                    </ns1:cubicBezTo>
                    <ns1:cubicBezTo>
                      <ns1:pt x="213" y="193"/>
                      <ns1:pt x="214" y="194"/>
                      <ns1:pt x="215" y="195"/>
                    </ns1:cubicBezTo>
                    <ns1:cubicBezTo>
                      <ns1:pt x="221" y="201"/>
                      <ns1:pt x="227" y="207"/>
                      <ns1:pt x="232" y="213"/>
                    </ns1:cubicBezTo>
                    <ns1:cubicBezTo>
                      <ns1:pt x="237" y="219"/>
                      <ns1:pt x="241" y="225"/>
                      <ns1:pt x="242" y="233"/>
                    </ns1:cubicBezTo>
                    <ns1:cubicBezTo>
                      <ns1:pt x="238" y="229"/>
                      <ns1:pt x="233" y="225"/>
                      <ns1:pt x="229" y="222"/>
                    </ns1:cubicBezTo>
                    <ns1:cubicBezTo>
                      <ns1:pt x="229" y="221"/>
                      <ns1:pt x="229" y="219"/>
                      <ns1:pt x="229" y="219"/>
                    </ns1:cubicBezTo>
                    <ns1:cubicBezTo>
                      <ns1:pt x="232" y="213"/>
                      <ns1:pt x="228" y="212"/>
                      <ns1:pt x="225" y="210"/>
                    </ns1:cubicBezTo>
                    <ns1:cubicBezTo>
                      <ns1:pt x="224" y="211"/>
                      <ns1:pt x="223" y="213"/>
                      <ns1:pt x="222" y="214"/>
                    </ns1:cubicBezTo>
                    <ns1:cubicBezTo>
                      <ns1:pt x="220" y="212"/>
                      <ns1:pt x="219" y="210"/>
                      <ns1:pt x="217" y="209"/>
                    </ns1:cubicBezTo>
                    <ns1:cubicBezTo>
                      <ns1:pt x="218" y="207"/>
                      <ns1:pt x="219" y="206"/>
                      <ns1:pt x="221" y="205"/>
                    </ns1:cubicBezTo>
                    <ns1:cubicBezTo>
                      <ns1:pt x="219" y="203"/>
                      <ns1:pt x="218" y="201"/>
                      <ns1:pt x="216" y="199"/>
                    </ns1:cubicBezTo>
                    <ns1:cubicBezTo>
                      <ns1:pt x="214" y="201"/>
                      <ns1:pt x="213" y="202"/>
                      <ns1:pt x="211" y="203"/>
                    </ns1:cubicBezTo>
                    <ns1:cubicBezTo>
                      <ns1:pt x="208" y="200"/>
                      <ns1:pt x="205" y="196"/>
                      <ns1:pt x="202" y="193"/>
                    </ns1:cubicBezTo>
                    <ns1:cubicBezTo>
                      <ns1:pt x="200" y="195"/>
                      <ns1:pt x="198" y="197"/>
                      <ns1:pt x="195" y="199"/>
                    </ns1:cubicBezTo>
                    <ns1:cubicBezTo>
                      <ns1:pt x="197" y="201"/>
                      <ns1:pt x="199" y="203"/>
                      <ns1:pt x="200" y="204"/>
                    </ns1:cubicBezTo>
                    <ns1:cubicBezTo>
                      <ns1:pt x="202" y="206"/>
                      <ns1:pt x="203" y="208"/>
                      <ns1:pt x="205" y="209"/>
                    </ns1:cubicBezTo>
                    <ns1:cubicBezTo>
                      <ns1:pt x="203" y="211"/>
                      <ns1:pt x="201" y="213"/>
                      <ns1:pt x="200" y="215"/>
                    </ns1:cubicBezTo>
                    <ns1:cubicBezTo>
                      <ns1:pt x="202" y="217"/>
                      <ns1:pt x="203" y="218"/>
                      <ns1:pt x="205" y="220"/>
                    </ns1:cubicBezTo>
                    <ns1:cubicBezTo>
                      <ns1:pt x="207" y="218"/>
                      <ns1:pt x="209" y="217"/>
                      <ns1:pt x="211" y="215"/>
                    </ns1:cubicBezTo>
                    <ns1:cubicBezTo>
                      <ns1:pt x="218" y="221"/>
                      <ns1:pt x="218" y="221"/>
                      <ns1:pt x="214" y="231"/>
                    </ns1:cubicBezTo>
                    <ns1:cubicBezTo>
                      <ns1:pt x="215" y="232"/>
                      <ns1:pt x="216" y="232"/>
                      <ns1:pt x="218" y="233"/>
                    </ns1:cubicBezTo>
                    <ns1:cubicBezTo>
                      <ns1:pt x="215" y="234"/>
                      <ns1:pt x="212" y="234"/>
                      <ns1:pt x="209" y="235"/>
                    </ns1:cubicBezTo>
                    <ns1:cubicBezTo>
                      <ns1:pt x="213" y="243"/>
                      <ns1:pt x="216" y="250"/>
                      <ns1:pt x="220" y="258"/>
                    </ns1:cubicBezTo>
                    <ns1:cubicBezTo>
                      <ns1:pt x="223" y="257"/>
                      <ns1:pt x="227" y="256"/>
                      <ns1:pt x="230" y="255"/>
                    </ns1:cubicBezTo>
                    <ns1:cubicBezTo>
                      <ns1:pt x="229" y="253"/>
                      <ns1:pt x="228" y="252"/>
                      <ns1:pt x="227" y="250"/>
                    </ns1:cubicBezTo>
                    <ns1:cubicBezTo>
                      <ns1:pt x="224" y="245"/>
                      <ns1:pt x="221" y="239"/>
                      <ns1:pt x="217" y="233"/>
                    </ns1:cubicBezTo>
                    <ns1:close/>
                    <ns1:moveTo>
                      <ns1:pt x="567" y="998"/>
                    </ns1:moveTo>
                    <ns1:cubicBezTo>
                      <ns1:pt x="803" y="998"/>
                      <ns1:pt x="995" y="807"/>
                      <ns1:pt x="995" y="570"/>
                    </ns1:cubicBezTo>
                    <ns1:cubicBezTo>
                      <ns1:pt x="996" y="333"/>
                      <ns1:pt x="804" y="141"/>
                      <ns1:pt x="568" y="141"/>
                    </ns1:cubicBezTo>
                    <ns1:cubicBezTo>
                      <ns1:pt x="331" y="140"/>
                      <ns1:pt x="139" y="332"/>
                      <ns1:pt x="139" y="569"/>
                    </ns1:cubicBezTo>
                    <ns1:cubicBezTo>
                      <ns1:pt x="138" y="806"/>
                      <ns1:pt x="330" y="997"/>
                      <ns1:pt x="567" y="998"/>
                    </ns1:cubicBezTo>
                    <ns1:close/>
                    <ns1:moveTo>
                      <ns1:pt x="677" y="64"/>
                    </ns1:moveTo>
                    <ns1:cubicBezTo>
                      <ns1:pt x="675" y="63"/>
                      <ns1:pt x="673" y="63"/>
                      <ns1:pt x="670" y="62"/>
                    </ns1:cubicBezTo>
                    <ns1:cubicBezTo>
                      <ns1:pt x="668" y="69"/>
                      <ns1:pt x="667" y="76"/>
                      <ns1:pt x="665" y="82"/>
                    </ns1:cubicBezTo>
                    <ns1:cubicBezTo>
                      <ns1:pt x="663" y="82"/>
                      <ns1:pt x="661" y="82"/>
                      <ns1:pt x="660" y="81"/>
                    </ns1:cubicBezTo>
                    <ns1:cubicBezTo>
                      <ns1:pt x="659" y="84"/>
                      <ns1:pt x="659" y="86"/>
                      <ns1:pt x="658" y="88"/>
                    </ns1:cubicBezTo>
                    <ns1:cubicBezTo>
                      <ns1:pt x="660" y="89"/>
                      <ns1:pt x="661" y="89"/>
                      <ns1:pt x="664" y="90"/>
                    </ns1:cubicBezTo>
                    <ns1:cubicBezTo>
                      <ns1:pt x="660" y="98"/>
                      <ns1:pt x="656" y="106"/>
                      <ns1:pt x="652" y="114"/>
                    </ns1:cubicBezTo>
                    <ns1:cubicBezTo>
                      <ns1:pt x="653" y="115"/>
                      <ns1:pt x="655" y="117"/>
                      <ns1:pt x="657" y="119"/>
                    </ns1:cubicBezTo>
                    <ns1:cubicBezTo>
                      <ns1:pt x="665" y="112"/>
                      <ns1:pt x="667" y="101"/>
                      <ns1:pt x="671" y="91"/>
                    </ns1:cubicBezTo>
                    <ns1:cubicBezTo>
                      <ns1:pt x="674" y="92"/>
                      <ns1:pt x="677" y="93"/>
                      <ns1:pt x="679" y="94"/>
                    </ns1:cubicBezTo>
                    <ns1:cubicBezTo>
                      <ns1:pt x="678" y="99"/>
                      <ns1:pt x="677" y="103"/>
                      <ns1:pt x="676" y="108"/>
                    </ns1:cubicBezTo>
                    <ns1:cubicBezTo>
                      <ns1:pt x="675" y="113"/>
                      <ns1:pt x="674" y="116"/>
                      <ns1:pt x="668" y="113"/>
                    </ns1:cubicBezTo>
                    <ns1:cubicBezTo>
                      <ns1:pt x="668" y="116"/>
                      <ns1:pt x="669" y="119"/>
                      <ns1:pt x="669" y="123"/>
                    </ns1:cubicBezTo>
                    <ns1:cubicBezTo>
                      <ns1:pt x="673" y="122"/>
                      <ns1:pt x="678" y="122"/>
                      <ns1:pt x="682" y="121"/>
                    </ns1:cubicBezTo>
                    <ns1:cubicBezTo>
                      <ns1:pt x="682" y="121"/>
                      <ns1:pt x="682" y="120"/>
                      <ns1:pt x="682" y="120"/>
                    </ns1:cubicBezTo>
                    <ns1:cubicBezTo>
                      <ns1:pt x="684" y="122"/>
                      <ns1:pt x="686" y="124"/>
                      <ns1:pt x="689" y="128"/>
                    </ns1:cubicBezTo>
                    <ns1:cubicBezTo>
                      <ns1:pt x="692" y="122"/>
                      <ns1:pt x="696" y="117"/>
                      <ns1:pt x="698" y="112"/>
                    </ns1:cubicBezTo>
                    <ns1:cubicBezTo>
                      <ns1:pt x="701" y="107"/>
                      <ns1:pt x="702" y="101"/>
                      <ns1:pt x="704" y="95"/>
                    </ns1:cubicBezTo>
                    <ns1:cubicBezTo>
                      <ns1:pt x="707" y="94"/>
                      <ns1:pt x="708" y="96"/>
                      <ns1:pt x="707" y="99"/>
                    </ns1:cubicBezTo>
                    <ns1:cubicBezTo>
                      <ns1:pt x="705" y="105"/>
                      <ns1:pt x="704" y="111"/>
                      <ns1:pt x="702" y="117"/>
                    </ns1:cubicBezTo>
                    <ns1:cubicBezTo>
                      <ns1:pt x="698" y="130"/>
                      <ns1:pt x="699" y="130"/>
                      <ns1:pt x="711" y="132"/>
                    </ns1:cubicBezTo>
                    <ns1:cubicBezTo>
                      <ns1:pt x="713" y="133"/>
                      <ns1:pt x="715" y="132"/>
                      <ns1:pt x="717" y="131"/>
                    </ns1:cubicBezTo>
                    <ns1:cubicBezTo>
                      <ns1:pt x="718" y="128"/>
                      <ns1:pt x="719" y="126"/>
                      <ns1:pt x="720" y="123"/>
                    </ns1:cubicBezTo>
                    <ns1:cubicBezTo>
                      <ns1:pt x="717" y="121"/>
                      <ns1:pt x="715" y="120"/>
                      <ns1:pt x="713" y="119"/>
                    </ns1:cubicBezTo>
                    <ns1:cubicBezTo>
                      <ns1:pt x="712" y="121"/>
                      <ns1:pt x="712" y="122"/>
                      <ns1:pt x="711" y="124"/>
                    </ns1:cubicBezTo>
                    <ns1:cubicBezTo>
                      <ns1:pt x="710" y="123"/>
                      <ns1:pt x="710" y="123"/>
                      <ns1:pt x="709" y="123"/>
                    </ns1:cubicBezTo>
                    <ns1:cubicBezTo>
                      <ns1:pt x="712" y="112"/>
                      <ns1:pt x="715" y="102"/>
                      <ns1:pt x="717" y="91"/>
                    </ns1:cubicBezTo>
                    <ns1:cubicBezTo>
                      <ns1:pt x="711" y="89"/>
                      <ns1:pt x="704" y="87"/>
                      <ns1:pt x="698" y="86"/>
                    </ns1:cubicBezTo>
                    <ns1:cubicBezTo>
                      <ns1:pt x="696" y="92"/>
                      <ns1:pt x="694" y="98"/>
                      <ns1:pt x="693" y="104"/>
                    </ns1:cubicBezTo>
                    <ns1:cubicBezTo>
                      <ns1:pt x="691" y="110"/>
                      <ns1:pt x="688" y="115"/>
                      <ns1:pt x="681" y="120"/>
                    </ns1:cubicBezTo>
                    <ns1:cubicBezTo>
                      <ns1:pt x="686" y="102"/>
                      <ns1:pt x="690" y="86"/>
                      <ns1:pt x="695" y="69"/>
                    </ns1:cubicBezTo>
                    <ns1:cubicBezTo>
                      <ns1:pt x="692" y="68"/>
                      <ns1:pt x="689" y="67"/>
                      <ns1:pt x="686" y="66"/>
                    </ns1:cubicBezTo>
                    <ns1:cubicBezTo>
                      <ns1:pt x="688" y="64"/>
                      <ns1:pt x="688" y="62"/>
                      <ns1:pt x="690" y="60"/>
                    </ns1:cubicBezTo>
                    <ns1:cubicBezTo>
                      <ns1:pt x="687" y="59"/>
                      <ns1:pt x="684" y="58"/>
                      <ns1:pt x="681" y="56"/>
                    </ns1:cubicBezTo>
                    <ns1:cubicBezTo>
                      <ns1:pt x="680" y="59"/>
                      <ns1:pt x="679" y="61"/>
                      <ns1:pt x="677" y="64"/>
                    </ns1:cubicBezTo>
                    <ns1:close/>
                    <ns1:moveTo>
                      <ns1:pt x="791" y="157"/>
                    </ns1:moveTo>
                    <ns1:cubicBezTo>
                      <ns1:pt x="777" y="142"/>
                      <ns1:pt x="774" y="135"/>
                      <ns1:pt x="776" y="124"/>
                    </ns1:cubicBezTo>
                    <ns1:cubicBezTo>
                      <ns1:pt x="783" y="127"/>
                      <ns1:pt x="790" y="130"/>
                      <ns1:pt x="798" y="134"/>
                    </ns1:cubicBezTo>
                    <ns1:cubicBezTo>
                      <ns1:pt x="799" y="131"/>
                      <ns1:pt x="800" y="129"/>
                      <ns1:pt x="801" y="126"/>
                    </ns1:cubicBezTo>
                    <ns1:cubicBezTo>
                      <ns1:pt x="793" y="123"/>
                      <ns1:pt x="786" y="119"/>
                      <ns1:pt x="778" y="116"/>
                    </ns1:cubicBezTo>
                    <ns1:cubicBezTo>
                      <ns1:pt x="779" y="112"/>
                      <ns1:pt x="781" y="108"/>
                      <ns1:pt x="783" y="104"/>
                    </ns1:cubicBezTo>
                    <ns1:cubicBezTo>
                      <ns1:pt x="790" y="107"/>
                      <ns1:pt x="796" y="110"/>
                      <ns1:pt x="802" y="113"/>
                    </ns1:cubicBezTo>
                    <ns1:cubicBezTo>
                      <ns1:pt x="804" y="110"/>
                      <ns1:pt x="805" y="108"/>
                      <ns1:pt x="806" y="106"/>
                    </ns1:cubicBezTo>
                    <ns1:cubicBezTo>
                      <ns1:pt x="798" y="102"/>
                      <ns1:pt x="790" y="98"/>
                      <ns1:pt x="782" y="95"/>
                    </ns1:cubicBezTo>
                    <ns1:cubicBezTo>
                      <ns1:pt x="774" y="92"/>
                      <ns1:pt x="767" y="88"/>
                      <ns1:pt x="759" y="84"/>
                    </ns1:cubicBezTo>
                    <ns1:cubicBezTo>
                      <ns1:pt x="758" y="87"/>
                      <ns1:pt x="757" y="89"/>
                      <ns1:pt x="755" y="92"/>
                    </ns1:cubicBezTo>
                    <ns1:cubicBezTo>
                      <ns1:pt x="762" y="95"/>
                      <ns1:pt x="767" y="97"/>
                      <ns1:pt x="774" y="100"/>
                    </ns1:cubicBezTo>
                    <ns1:cubicBezTo>
                      <ns1:pt x="772" y="104"/>
                      <ns1:pt x="770" y="108"/>
                      <ns1:pt x="768" y="111"/>
                    </ns1:cubicBezTo>
                    <ns1:cubicBezTo>
                      <ns1:pt x="761" y="108"/>
                      <ns1:pt x="753" y="105"/>
                      <ns1:pt x="746" y="101"/>
                    </ns1:cubicBezTo>
                    <ns1:cubicBezTo>
                      <ns1:pt x="745" y="104"/>
                      <ns1:pt x="744" y="106"/>
                      <ns1:pt x="743" y="109"/>
                    </ns1:cubicBezTo>
                    <ns1:cubicBezTo>
                      <ns1:pt x="750" y="112"/>
                      <ns1:pt x="757" y="115"/>
                      <ns1:pt x="764" y="119"/>
                    </ns1:cubicBezTo>
                    <ns1:cubicBezTo>
                      <ns1:pt x="755" y="130"/>
                      <ns1:pt x="743" y="132"/>
                      <ns1:pt x="730" y="131"/>
                    </ns1:cubicBezTo>
                    <ns1:cubicBezTo>
                      <ns1:pt x="731" y="135"/>
                      <ns1:pt x="732" y="138"/>
                      <ns1:pt x="733" y="142"/>
                    </ns1:cubicBezTo>
                    <ns1:cubicBezTo>
                      <ns1:pt x="745" y="142"/>
                      <ns1:pt x="756" y="140"/>
                      <ns1:pt x="765" y="132"/>
                    </ns1:cubicBezTo>
                    <ns1:cubicBezTo>
                      <ns1:pt x="767" y="144"/>
                      <ns1:pt x="772" y="154"/>
                      <ns1:pt x="781" y="162"/>
                    </ns1:cubicBezTo>
                    <ns1:cubicBezTo>
                      <ns1:pt x="785" y="160"/>
                      <ns1:pt x="788" y="158"/>
                      <ns1:pt x="791" y="157"/>
                    </ns1:cubicBezTo>
                    <ns1:close/>
                    <ns1:moveTo>
                      <ns1:pt x="401" y="142"/>
                    </ns1:moveTo>
                    <ns1:cubicBezTo>
                      <ns1:pt x="402" y="137"/>
                      <ns1:pt x="403" y="133"/>
                      <ns1:pt x="403" y="130"/>
                    </ns1:cubicBezTo>
                    <ns1:cubicBezTo>
                      <ns1:pt x="396" y="129"/>
                      <ns1:pt x="389" y="129"/>
                      <ns1:pt x="382" y="127"/>
                    </ns1:cubicBezTo>
                    <ns1:cubicBezTo>
                      <ns1:pt x="375" y="125"/>
                      <ns1:pt x="370" y="120"/>
                      <ns1:pt x="366" y="114"/>
                    </ns1:cubicBezTo>
                    <ns1:cubicBezTo>
                      <ns1:pt x="374" y="110"/>
                      <ns1:pt x="382" y="107"/>
                      <ns1:pt x="389" y="103"/>
                    </ns1:cubicBezTo>
                    <ns1:cubicBezTo>
                      <ns1:pt x="388" y="100"/>
                      <ns1:pt x="387" y="98"/>
                      <ns1:pt x="386" y="95"/>
                    </ns1:cubicBezTo>
                    <ns1:cubicBezTo>
                      <ns1:pt x="378" y="99"/>
                      <ns1:pt x="370" y="102"/>
                      <ns1:pt x="362" y="106"/>
                    </ns1:cubicBezTo>
                    <ns1:cubicBezTo>
                      <ns1:pt x="360" y="100"/>
                      <ns1:pt x="357" y="95"/>
                      <ns1:pt x="355" y="89"/>
                    </ns1:cubicBezTo>
                    <ns1:cubicBezTo>
                      <ns1:pt x="351" y="90"/>
                      <ns1:pt x="348" y="92"/>
                      <ns1:pt x="344" y="93"/>
                    </ns1:cubicBezTo>
                    <ns1:cubicBezTo>
                      <ns1:pt x="347" y="99"/>
                      <ns1:pt x="349" y="105"/>
                      <ns1:pt x="352" y="111"/>
                    </ns1:cubicBezTo>
                    <ns1:cubicBezTo>
                      <ns1:pt x="343" y="114"/>
                      <ns1:pt x="336" y="118"/>
                      <ns1:pt x="328" y="122"/>
                    </ns1:cubicBezTo>
                    <ns1:cubicBezTo>
                      <ns1:pt x="329" y="125"/>
                      <ns1:pt x="330" y="127"/>
                      <ns1:pt x="331" y="130"/>
                    </ns1:cubicBezTo>
                    <ns1:cubicBezTo>
                      <ns1:pt x="339" y="126"/>
                      <ns1:pt x="347" y="123"/>
                      <ns1:pt x="355" y="119"/>
                    </ns1:cubicBezTo>
                    <ns1:cubicBezTo>
                      <ns1:pt x="360" y="135"/>
                      <ns1:pt x="354" y="148"/>
                      <ns1:pt x="343" y="159"/>
                    </ns1:cubicBezTo>
                    <ns1:cubicBezTo>
                      <ns1:pt x="347" y="161"/>
                      <ns1:pt x="350" y="162"/>
                      <ns1:pt x="353" y="164"/>
                    </ns1:cubicBezTo>
                    <ns1:cubicBezTo>
                      <ns1:pt x="361" y="154"/>
                      <ns1:pt x="367" y="144"/>
                      <ns1:pt x="368" y="130"/>
                    </ns1:cubicBezTo>
                    <ns1:cubicBezTo>
                      <ns1:pt x="377" y="139"/>
                      <ns1:pt x="389" y="142"/>
                      <ns1:pt x="401" y="142"/>
                    </ns1:cubicBezTo>
                    <ns1:close/>
                    <ns1:moveTo>
                      <ns1:pt x="609" y="70"/>
                    </ns1:moveTo>
                    <ns1:cubicBezTo>
                      <ns1:pt x="607" y="68"/>
                      <ns1:pt x="606" y="66"/>
                      <ns1:pt x="604" y="65"/>
                    </ns1:cubicBezTo>
                    <ns1:cubicBezTo>
                      <ns1:pt x="603" y="65"/>
                      <ns1:pt x="601" y="64"/>
                      <ns1:pt x="600" y="65"/>
                    </ns1:cubicBezTo>
                    <ns1:cubicBezTo>
                      <ns1:pt x="593" y="69"/>
                      <ns1:pt x="587" y="74"/>
                      <ns1:pt x="581" y="78"/>
                    </ns1:cubicBezTo>
                    <ns1:cubicBezTo>
                      <ns1:pt x="588" y="85"/>
                      <ns1:pt x="588" y="85"/>
                      <ns1:pt x="588" y="89"/>
                    </ns1:cubicBezTo>
                    <ns1:cubicBezTo>
                      <ns1:pt x="593" y="90"/>
                      <ns1:pt x="598" y="90"/>
                      <ns1:pt x="603" y="91"/>
                    </ns1:cubicBezTo>
                    <ns1:cubicBezTo>
                      <ns1:pt x="603" y="95"/>
                      <ns1:pt x="603" y="99"/>
                      <ns1:pt x="602" y="102"/>
                    </ns1:cubicBezTo>
                    <ns1:cubicBezTo>
                      <ns1:pt x="594" y="102"/>
                      <ns1:pt x="586" y="101"/>
                      <ns1:pt x="578" y="101"/>
                    </ns1:cubicBezTo>
                    <ns1:cubicBezTo>
                      <ns1:pt x="577" y="103"/>
                      <ns1:pt x="577" y="105"/>
                      <ns1:pt x="577" y="108"/>
                    </ns1:cubicBezTo>
                    <ns1:cubicBezTo>
                      <ns1:pt x="597" y="109"/>
                      <ns1:pt x="616" y="111"/>
                      <ns1:pt x="635" y="113"/>
                    </ns1:cubicBezTo>
                    <ns1:cubicBezTo>
                      <ns1:pt x="635" y="110"/>
                      <ns1:pt x="636" y="108"/>
                      <ns1:pt x="636" y="106"/>
                    </ns1:cubicBezTo>
                    <ns1:cubicBezTo>
                      <ns1:pt x="628" y="105"/>
                      <ns1:pt x="620" y="104"/>
                      <ns1:pt x="612" y="103"/>
                    </ns1:cubicBezTo>
                    <ns1:cubicBezTo>
                      <ns1:pt x="612" y="99"/>
                      <ns1:pt x="612" y="96"/>
                      <ns1:pt x="613" y="92"/>
                    </ns1:cubicBezTo>
                    <ns1:cubicBezTo>
                      <ns1:pt x="618" y="92"/>
                      <ns1:pt x="623" y="92"/>
                      <ns1:pt x="626" y="93"/>
                    </ns1:cubicBezTo>
                    <ns1:cubicBezTo>
                      <ns1:pt x="631" y="88"/>
                      <ns1:pt x="634" y="85"/>
                      <ns1:pt x="638" y="81"/>
                    </ns1:cubicBezTo>
                    <ns1:cubicBezTo>
                      <ns1:pt x="631" y="75"/>
                      <ns1:pt x="624" y="70"/>
                      <ns1:pt x="617" y="65"/>
                    </ns1:cubicBezTo>
                    <ns1:cubicBezTo>
                      <ns1:pt x="615" y="67"/>
                      <ns1:pt x="613" y="69"/>
                      <ns1:pt x="611" y="70"/>
                    </ns1:cubicBezTo>
                    <ns1:cubicBezTo>
                      <ns1:pt x="616" y="75"/>
                      <ns1:pt x="621" y="79"/>
                      <ns1:pt x="626" y="84"/>
                    </ns1:cubicBezTo>
                    <ns1:cubicBezTo>
                      <ns1:pt x="626" y="84"/>
                      <ns1:pt x="626" y="84"/>
                      <ns1:pt x="626" y="85"/>
                    </ns1:cubicBezTo>
                    <ns1:cubicBezTo>
                      <ns1:pt x="615" y="84"/>
                      <ns1:pt x="603" y="83"/>
                      <ns1:pt x="591" y="82"/>
                    </ns1:cubicBezTo>
                    <ns1:cubicBezTo>
                      <ns1:pt x="598" y="77"/>
                      <ns1:pt x="603" y="74"/>
                      <ns1:pt x="609" y="70"/>
                    </ns1:cubicBezTo>
                    <ns1:close/>
                    <ns1:moveTo>
                      <ns1:pt x="513" y="113"/>
                    </ns1:moveTo>
                    <ns1:cubicBezTo>
                      <ns1:pt x="523" y="113"/>
                      <ns1:pt x="525" y="110"/>
                      <ns1:pt x="524" y="101"/>
                    </ns1:cubicBezTo>
                    <ns1:cubicBezTo>
                      <ns1:pt x="524" y="95"/>
                      <ns1:pt x="523" y="89"/>
                      <ns1:pt x="523" y="84"/>
                    </ns1:cubicBezTo>
                    <ns1:cubicBezTo>
                      <ns1:pt x="522" y="74"/>
                      <ns1:pt x="521" y="65"/>
                      <ns1:pt x="520" y="55"/>
                    </ns1:cubicBezTo>
                    <ns1:cubicBezTo>
                      <ns1:pt x="517" y="55"/>
                      <ns1:pt x="514" y="55"/>
                      <ns1:pt x="511" y="55"/>
                    </ns1:cubicBezTo>
                    <ns1:cubicBezTo>
                      <ns1:pt x="512" y="53"/>
                      <ns1:pt x="512" y="50"/>
                      <ns1:pt x="512" y="48"/>
                    </ns1:cubicBezTo>
                    <ns1:cubicBezTo>
                      <ns1:pt x="509" y="48"/>
                      <ns1:pt x="506" y="48"/>
                      <ns1:pt x="502" y="48"/>
                    </ns1:cubicBezTo>
                    <ns1:cubicBezTo>
                      <ns1:pt x="504" y="54"/>
                      <ns1:pt x="502" y="58"/>
                      <ns1:pt x="495" y="57"/>
                    </ns1:cubicBezTo>
                    <ns1:cubicBezTo>
                      <ns1:pt x="495" y="64"/>
                      <ns1:pt x="496" y="71"/>
                      <ns1:pt x="496" y="77"/>
                    </ns1:cubicBezTo>
                    <ns1:cubicBezTo>
                      <ns1:pt x="494" y="78"/>
                      <ns1:pt x="493" y="78"/>
                      <ns1:pt x="491" y="79"/>
                    </ns1:cubicBezTo>
                    <ns1:cubicBezTo>
                      <ns1:pt x="492" y="81"/>
                      <ns1:pt x="492" y="83"/>
                      <ns1:pt x="492" y="85"/>
                    </ns1:cubicBezTo>
                    <ns1:cubicBezTo>
                      <ns1:pt x="494" y="85"/>
                      <ns1:pt x="495" y="85"/>
                      <ns1:pt x="497" y="85"/>
                    </ns1:cubicBezTo>
                    <ns1:cubicBezTo>
                      <ns1:pt x="498" y="94"/>
                      <ns1:pt x="497" y="103"/>
                      <ns1:pt x="494" y="111"/>
                    </ns1:cubicBezTo>
                    <ns1:cubicBezTo>
                      <ns1:pt x="497" y="113"/>
                      <ns1:pt x="499" y="114"/>
                      <ns1:pt x="502" y="115"/>
                    </ns1:cubicBezTo>
                    <ns1:cubicBezTo>
                      <ns1:pt x="507" y="105"/>
                      <ns1:pt x="505" y="95"/>
                      <ns1:pt x="505" y="84"/>
                    </ns1:cubicBezTo>
                    <ns1:cubicBezTo>
                      <ns1:pt x="508" y="84"/>
                      <ns1:pt x="511" y="84"/>
                      <ns1:pt x="514" y="83"/>
                    </ns1:cubicBezTo>
                    <ns1:cubicBezTo>
                      <ns1:pt x="515" y="88"/>
                      <ns1:pt x="515" y="93"/>
                      <ns1:pt x="515" y="97"/>
                    </ns1:cubicBezTo>
                    <ns1:cubicBezTo>
                      <ns1:pt x="516" y="102"/>
                      <ns1:pt x="516" y="106"/>
                      <ns1:pt x="510" y="106"/>
                    </ns1:cubicBezTo>
                    <ns1:cubicBezTo>
                      <ns1:pt x="511" y="108"/>
                      <ns1:pt x="512" y="111"/>
                      <ns1:pt x="513" y="113"/>
                    </ns1:cubicBezTo>
                    <ns1:close/>
                    <ns1:moveTo>
                      <ns1:pt x="301" y="125"/>
                    </ns1:moveTo>
                    <ns1:cubicBezTo>
                      <ns1:pt x="291" y="132"/>
                      <ns1:pt x="281" y="138"/>
                      <ns1:pt x="271" y="145"/>
                    </ns1:cubicBezTo>
                    <ns1:cubicBezTo>
                      <ns1:pt x="270" y="146"/>
                      <ns1:pt x="270" y="148"/>
                      <ns1:pt x="269" y="150"/>
                    </ns1:cubicBezTo>
                    <ns1:cubicBezTo>
                      <ns1:pt x="265" y="149"/>
                      <ns1:pt x="261" y="148"/>
                      <ns1:pt x="256" y="147"/>
                    </ns1:cubicBezTo>
                    <ns1:cubicBezTo>
                      <ns1:pt x="255" y="151"/>
                      <ns1:pt x="254" y="154"/>
                      <ns1:pt x="254" y="157"/>
                    </ns1:cubicBezTo>
                    <ns1:cubicBezTo>
                      <ns1:pt x="259" y="158"/>
                      <ns1:pt x="264" y="159"/>
                      <ns1:pt x="269" y="160"/>
                    </ns1:cubicBezTo>
                    <ns1:cubicBezTo>
                      <ns1:pt x="270" y="157"/>
                      <ns1:pt x="270" y="154"/>
                      <ns1:pt x="271" y="152"/>
                    </ns1:cubicBezTo>
                    <ns1:cubicBezTo>
                      <ns1:pt x="277" y="154"/>
                      <ns1:pt x="280" y="147"/>
                      <ns1:pt x="286" y="146"/>
                    </ns1:cubicBezTo>
                    <ns1:cubicBezTo>
                      <ns1:pt x="293" y="156"/>
                      <ns1:pt x="300" y="166"/>
                      <ns1:pt x="307" y="177"/>
                    </ns1:cubicBezTo>
                    <ns1:cubicBezTo>
                      <ns1:pt x="301" y="180"/>
                      <ns1:pt x="297" y="184"/>
                      <ns1:pt x="291" y="187"/>
                    </ns1:cubicBezTo>
                    <ns1:cubicBezTo>
                      <ns1:pt x="293" y="189"/>
                      <ns1:pt x="294" y="191"/>
                      <ns1:pt x="296" y="194"/>
                    </ns1:cubicBezTo>
                    <ns1:cubicBezTo>
                      <ns1:pt x="308" y="185"/>
                      <ns1:pt x="321" y="177"/>
                      <ns1:pt x="334" y="168"/>
                    </ns1:cubicBezTo>
                    <ns1:cubicBezTo>
                      <ns1:pt x="332" y="166"/>
                      <ns1:pt x="331" y="164"/>
                      <ns1:pt x="329" y="162"/>
                    </ns1:cubicBezTo>
                    <ns1:cubicBezTo>
                      <ns1:pt x="324" y="165"/>
                      <ns1:pt x="320" y="168"/>
                      <ns1:pt x="315" y="171"/>
                    </ns1:cubicBezTo>
                    <ns1:cubicBezTo>
                      <ns1:pt x="308" y="161"/>
                      <ns1:pt x="301" y="150"/>
                      <ns1:pt x="294" y="140"/>
                    </ns1:cubicBezTo>
                    <ns1:cubicBezTo>
                      <ns1:pt x="298" y="137"/>
                      <ns1:pt x="301" y="134"/>
                      <ns1:pt x="305" y="132"/>
                    </ns1:cubicBezTo>
                    <ns1:cubicBezTo>
                      <ns1:pt x="304" y="129"/>
                      <ns1:pt x="302" y="127"/>
                      <ns1:pt x="301" y="125"/>
                    </ns1:cubicBezTo>
                    <ns1:close/>
                    <ns1:moveTo>
                      <ns1:pt x="865" y="189"/>
                    </ns1:moveTo>
                    <ns1:cubicBezTo>
                      <ns1:pt x="858" y="184"/>
                      <ns1:pt x="851" y="180"/>
                      <ns1:pt x="843" y="174"/>
                    </ns1:cubicBezTo>
                    <ns1:cubicBezTo>
                      <ns1:pt x="851" y="174"/>
                      <ns1:pt x="857" y="174"/>
                      <ns1:pt x="862" y="169"/>
                    </ns1:cubicBezTo>
                    <ns1:cubicBezTo>
                      <ns1:pt x="851" y="162"/>
                      <ns1:pt x="841" y="155"/>
                      <ns1:pt x="830" y="147"/>
                    </ns1:cubicBezTo>
                    <ns1:cubicBezTo>
                      <ns1:pt x="828" y="150"/>
                      <ns1:pt x="827" y="152"/>
                      <ns1:pt x="825" y="154"/>
                    </ns1:cubicBezTo>
                    <ns1:cubicBezTo>
                      <ns1:pt x="832" y="158"/>
                      <ns1:pt x="837" y="162"/>
                      <ns1:pt x="843" y="166"/>
                    </ns1:cubicBezTo>
                    <ns1:cubicBezTo>
                      <ns1:pt x="840" y="167"/>
                      <ns1:pt x="837" y="167"/>
                      <ns1:pt x="833" y="168"/>
                    </ns1:cubicBezTo>
                    <ns1:cubicBezTo>
                      <ns1:pt x="827" y="163"/>
                      <ns1:pt x="819" y="158"/>
                      <ns1:pt x="811" y="153"/>
                    </ns1:cubicBezTo>
                    <ns1:cubicBezTo>
                      <ns1:pt x="810" y="155"/>
                      <ns1:pt x="808" y="157"/>
                      <ns1:pt x="807" y="160"/>
                    </ns1:cubicBezTo>
                    <ns1:cubicBezTo>
                      <ns1:pt x="815" y="165"/>
                      <ns1:pt x="823" y="170"/>
                      <ns1:pt x="830" y="175"/>
                    </ns1:cubicBezTo>
                    <ns1:cubicBezTo>
                      <ns1:pt x="827" y="183"/>
                      <ns1:pt x="823" y="178"/>
                      <ns1:pt x="819" y="177"/>
                    </ns1:cubicBezTo>
                    <ns1:cubicBezTo>
                      <ns1:pt x="818" y="180"/>
                      <ns1:pt x="817" y="183"/>
                      <ns1:pt x="816" y="186"/>
                    </ns1:cubicBezTo>
                    <ns1:cubicBezTo>
                      <ns1:pt x="820" y="188"/>
                      <ns1:pt x="822" y="190"/>
                      <ns1:pt x="826" y="192"/>
                    </ns1:cubicBezTo>
                    <ns1:cubicBezTo>
                      <ns1:pt x="829" y="193"/>
                      <ns1:pt x="832" y="193"/>
                      <ns1:pt x="834" y="189"/>
                    </ns1:cubicBezTo>
                    <ns1:cubicBezTo>
                      <ns1:pt x="835" y="186"/>
                      <ns1:pt x="837" y="184"/>
                      <ns1:pt x="839" y="181"/>
                    </ns1:cubicBezTo>
                    <ns1:cubicBezTo>
                      <ns1:pt x="846" y="186"/>
                      <ns1:pt x="853" y="191"/>
                      <ns1:pt x="860" y="196"/>
                    </ns1:cubicBezTo>
                    <ns1:cubicBezTo>
                      <ns1:pt x="862" y="193"/>
                      <ns1:pt x="863" y="191"/>
                      <ns1:pt x="865" y="189"/>
                    </ns1:cubicBezTo>
                    <ns1:close/>
                    <ns1:moveTo>
                      <ns1:pt x="867" y="167"/>
                    </ns1:moveTo>
                    <ns1:cubicBezTo>
                      <ns1:pt x="865" y="169"/>
                      <ns1:pt x="864" y="171"/>
                      <ns1:pt x="863" y="173"/>
                    </ns1:cubicBezTo>
                    <ns1:cubicBezTo>
                      <ns1:pt x="866" y="175"/>
                      <ns1:pt x="868" y="177"/>
                      <ns1:pt x="871" y="178"/>
                    </ns1:cubicBezTo>
                    <ns1:cubicBezTo>
                      <ns1:pt x="874" y="174"/>
                      <ns1:pt x="877" y="170"/>
                      <ns1:pt x="880" y="165"/>
                    </ns1:cubicBezTo>
                    <ns1:cubicBezTo>
                      <ns1:pt x="876" y="163"/>
                      <ns1:pt x="872" y="160"/>
                      <ns1:pt x="868" y="157"/>
                    </ns1:cubicBezTo>
                    <ns1:cubicBezTo>
                      <ns1:pt x="873" y="156"/>
                      <ns1:pt x="878" y="155"/>
                      <ns1:pt x="883" y="153"/>
                    </ns1:cubicBezTo>
                    <ns1:cubicBezTo>
                      <ns1:pt x="880" y="150"/>
                      <ns1:pt x="878" y="147"/>
                      <ns1:pt x="876" y="144"/>
                    </ns1:cubicBezTo>
                    <ns1:cubicBezTo>
                      <ns1:pt x="871" y="146"/>
                      <ns1:pt x="867" y="148"/>
                      <ns1:pt x="862" y="151"/>
                    </ns1:cubicBezTo>
                    <ns1:cubicBezTo>
                      <ns1:pt x="861" y="151"/>
                      <ns1:pt x="859" y="152"/>
                      <ns1:pt x="858" y="151"/>
                    </ns1:cubicBezTo>
                    <ns1:cubicBezTo>
                      <ns1:pt x="853" y="148"/>
                      <ns1:pt x="848" y="144"/>
                      <ns1:pt x="842" y="140"/>
                    </ns1:cubicBezTo>
                    <ns1:cubicBezTo>
                      <ns1:pt x="845" y="140"/>
                      <ns1:pt x="847" y="140"/>
                      <ns1:pt x="849" y="140"/>
                    </ns1:cubicBezTo>
                    <ns1:cubicBezTo>
                      <ns1:pt x="849" y="136"/>
                      <ns1:pt x="849" y="132"/>
                      <ns1:pt x="849" y="128"/>
                    </ns1:cubicBezTo>
                    <ns1:cubicBezTo>
                      <ns1:pt x="845" y="127"/>
                      <ns1:pt x="842" y="127"/>
                      <ns1:pt x="839" y="126"/>
                    </ns1:cubicBezTo>
                    <ns1:cubicBezTo>
                      <ns1:pt x="839" y="130"/>
                      <ns1:pt x="839" y="134"/>
                      <ns1:pt x="839" y="138"/>
                    </ns1:cubicBezTo>
                    <ns1:cubicBezTo>
                      <ns1:pt x="835" y="135"/>
                      <ns1:pt x="831" y="133"/>
                      <ns1:pt x="827" y="130"/>
                    </ns1:cubicBezTo>
                    <ns1:cubicBezTo>
                      <ns1:pt x="824" y="135"/>
                      <ns1:pt x="822" y="139"/>
                      <ns1:pt x="819" y="143"/>
                    </ns1:cubicBezTo>
                    <ns1:cubicBezTo>
                      <ns1:pt x="821" y="145"/>
                      <ns1:pt x="824" y="146"/>
                      <ns1:pt x="826" y="148"/>
                    </ns1:cubicBezTo>
                    <ns1:cubicBezTo>
                      <ns1:pt x="828" y="146"/>
                      <ns1:pt x="829" y="144"/>
                      <ns1:pt x="831" y="142"/>
                    </ns1:cubicBezTo>
                    <ns1:cubicBezTo>
                      <ns1:pt x="843" y="150"/>
                      <ns1:pt x="855" y="158"/>
                      <ns1:pt x="867" y="167"/>
                    </ns1:cubicBezTo>
                    <ns1:close/>
                    <ns1:moveTo>
                      <ns1:pt x="1079" y="645"/>
                    </ns1:moveTo>
                    <ns1:cubicBezTo>
                      <ns1:pt x="1065" y="643"/>
                      <ns1:pt x="1052" y="640"/>
                      <ns1:pt x="1039" y="638"/>
                    </ns1:cubicBezTo>
                    <ns1:cubicBezTo>
                      <ns1:pt x="1038" y="640"/>
                      <ns1:pt x="1038" y="642"/>
                      <ns1:pt x="1037" y="645"/>
                    </ns1:cubicBezTo>
                    <ns1:cubicBezTo>
                      <ns1:pt x="1047" y="647"/>
                      <ns1:pt x="1057" y="649"/>
                      <ns1:pt x="1067" y="650"/>
                    </ns1:cubicBezTo>
                    <ns1:cubicBezTo>
                      <ns1:pt x="1057" y="654"/>
                      <ns1:pt x="1048" y="656"/>
                      <ns1:pt x="1038" y="658"/>
                    </ns1:cubicBezTo>
                    <ns1:cubicBezTo>
                      <ns1:pt x="1037" y="659"/>
                      <ns1:pt x="1035" y="660"/>
                      <ns1:pt x="1035" y="661"/>
                    </ns1:cubicBezTo>
                    <ns1:cubicBezTo>
                      <ns1:pt x="1034" y="664"/>
                      <ns1:pt x="1033" y="667"/>
                      <ns1:pt x="1033" y="671"/>
                    </ns1:cubicBezTo>
                    <ns1:cubicBezTo>
                      <ns1:pt x="1046" y="673"/>
                      <ns1:pt x="1060" y="675"/>
                      <ns1:pt x="1073" y="678"/>
                    </ns1:cubicBezTo>
                    <ns1:cubicBezTo>
                      <ns1:pt x="1073" y="675"/>
                      <ns1:pt x="1074" y="673"/>
                      <ns1:pt x="1074" y="671"/>
                    </ns1:cubicBezTo>
                    <ns1:cubicBezTo>
                      <ns1:pt x="1063" y="669"/>
                      <ns1:pt x="1053" y="667"/>
                      <ns1:pt x="1041" y="665"/>
                    </ns1:cubicBezTo>
                    <ns1:cubicBezTo>
                      <ns1:pt x="1044" y="664"/>
                      <ns1:pt x="1045" y="663"/>
                      <ns1:pt x="1046" y="663"/>
                    </ns1:cubicBezTo>
                    <ns1:cubicBezTo>
                      <ns1:pt x="1055" y="661"/>
                      <ns1:pt x="1064" y="659"/>
                      <ns1:pt x="1073" y="657"/>
                    </ns1:cubicBezTo>
                    <ns1:cubicBezTo>
                      <ns1:pt x="1075" y="657"/>
                      <ns1:pt x="1077" y="656"/>
                      <ns1:pt x="1077" y="654"/>
                    </ns1:cubicBezTo>
                    <ns1:cubicBezTo>
                      <ns1:pt x="1078" y="652"/>
                      <ns1:pt x="1078" y="648"/>
                      <ns1:pt x="1079" y="645"/>
                    </ns1:cubicBezTo>
                    <ns1:close/>
                    <ns1:moveTo>
                      <ns1:pt x="390" y="1021"/>
                    </ns1:moveTo>
                    <ns1:cubicBezTo>
                      <ns1:pt x="390" y="1022"/>
                      <ns1:pt x="390" y="1022"/>
                      <ns1:pt x="390" y="1022"/>
                    </ns1:cubicBezTo>
                    <ns1:cubicBezTo>
                      <ns1:pt x="391" y="1023"/>
                      <ns1:pt x="391" y="1025"/>
                      <ns1:pt x="391" y="1027"/>
                    </ns1:cubicBezTo>
                    <ns1:cubicBezTo>
                      <ns1:pt x="391" y="1035"/>
                      <ns1:pt x="392" y="1044"/>
                      <ns1:pt x="392" y="1053"/>
                    </ns1:cubicBezTo>
                    <ns1:cubicBezTo>
                      <ns1:pt x="392" y="1054"/>
                      <ns1:pt x="393" y="1056"/>
                      <ns1:pt x="394" y="1057"/>
                    </ns1:cubicBezTo>
                    <ns1:cubicBezTo>
                      <ns1:pt x="397" y="1058"/>
                      <ns1:pt x="400" y="1059"/>
                      <ns1:pt x="403" y="1060"/>
                    </ns1:cubicBezTo>
                    <ns1:cubicBezTo>
                      <ns1:pt x="408" y="1047"/>
                      <ns1:pt x="412" y="1035"/>
                      <ns1:pt x="417" y="1022"/>
                    </ns1:cubicBezTo>
                    <ns1:cubicBezTo>
                      <ns1:pt x="415" y="1021"/>
                      <ns1:pt x="412" y="1020"/>
                      <ns1:pt x="410" y="1019"/>
                    </ns1:cubicBezTo>
                    <ns1:cubicBezTo>
                      <ns1:pt x="406" y="1029"/>
                      <ns1:pt x="403" y="1038"/>
                      <ns1:pt x="400" y="1048"/>
                    </ns1:cubicBezTo>
                    <ns1:cubicBezTo>
                      <ns1:pt x="398" y="1038"/>
                      <ns1:pt x="398" y="1028"/>
                      <ns1:pt x="397" y="1018"/>
                    </ns1:cubicBezTo>
                    <ns1:cubicBezTo>
                      <ns1:pt x="397" y="1016"/>
                      <ns1:pt x="396" y="1014"/>
                      <ns1:pt x="395" y="1014"/>
                    </ns1:cubicBezTo>
                    <ns1:cubicBezTo>
                      <ns1:pt x="392" y="1012"/>
                      <ns1:pt x="389" y="1011"/>
                      <ns1:pt x="386" y="1010"/>
                    </ns1:cubicBezTo>
                    <ns1:cubicBezTo>
                      <ns1:pt x="381" y="1023"/>
                      <ns1:pt x="376" y="1036"/>
                      <ns1:pt x="372" y="1049"/>
                    </ns1:cubicBezTo>
                    <ns1:cubicBezTo>
                      <ns1:pt x="374" y="1050"/>
                      <ns1:pt x="376" y="1050"/>
                      <ns1:pt x="378" y="1051"/>
                    </ns1:cubicBezTo>
                    <ns1:cubicBezTo>
                      <ns1:pt x="382" y="1041"/>
                      <ns1:pt x="386" y="1031"/>
                      <ns1:pt x="390" y="1021"/>
                    </ns1:cubicBezTo>
                    <ns1:close/>
                    <ns1:moveTo>
                      <ns1:pt x="999" y="790"/>
                    </ns1:moveTo>
                    <ns1:cubicBezTo>
                      <ns1:pt x="999" y="790"/>
                      <ns1:pt x="999" y="789"/>
                      <ns1:pt x="999" y="789"/>
                    </ns1:cubicBezTo>
                    <ns1:cubicBezTo>
                      <ns1:pt x="1008" y="789"/>
                      <ns1:pt x="1016" y="790"/>
                      <ns1:pt x="1025" y="790"/>
                    </ns1:cubicBezTo>
                    <ns1:cubicBezTo>
                      <ns1:pt x="1035" y="791"/>
                      <ns1:pt x="1035" y="791"/>
                      <ns1:pt x="1039" y="780"/>
                    </ns1:cubicBezTo>
                    <ns1:cubicBezTo>
                      <ns1:pt x="1027" y="775"/>
                      <ns1:pt x="1015" y="769"/>
                      <ns1:pt x="1003" y="763"/>
                    </ns1:cubicBezTo>
                    <ns1:cubicBezTo>
                      <ns1:pt x="1001" y="765"/>
                      <ns1:pt x="1001" y="767"/>
                      <ns1:pt x="999" y="769"/>
                    </ns1:cubicBezTo>
                    <ns1:cubicBezTo>
                      <ns1:pt x="1009" y="774"/>
                      <ns1:pt x="1018" y="778"/>
                      <ns1:pt x="1026" y="782"/>
                    </ns1:cubicBezTo>
                    <ns1:cubicBezTo>
                      <ns1:pt x="1016" y="782"/>
                      <ns1:pt x="1006" y="782"/>
                      <ns1:pt x="997" y="782"/>
                    </ns1:cubicBezTo>
                    <ns1:cubicBezTo>
                      <ns1:pt x="995" y="782"/>
                      <ns1:pt x="993" y="783"/>
                      <ns1:pt x="992" y="784"/>
                    </ns1:cubicBezTo>
                    <ns1:cubicBezTo>
                      <ns1:pt x="991" y="787"/>
                      <ns1:pt x="990" y="790"/>
                      <ns1:pt x="988" y="793"/>
                    </ns1:cubicBezTo>
                    <ns1:cubicBezTo>
                      <ns1:pt x="1001" y="799"/>
                      <ns1:pt x="1013" y="804"/>
                      <ns1:pt x="1025" y="811"/>
                    </ns1:cubicBezTo>
                    <ns1:cubicBezTo>
                      <ns1:pt x="1026" y="808"/>
                      <ns1:pt x="1027" y="806"/>
                      <ns1:pt x="1028" y="804"/>
                    </ns1:cubicBezTo>
                    <ns1:cubicBezTo>
                      <ns1:pt x="1018" y="799"/>
                      <ns1:pt x="1009" y="794"/>
                      <ns1:pt x="999" y="790"/>
                    </ns1:cubicBezTo>
                    <ns1:close/>
                    <ns1:moveTo>
                      <ns1:pt x="529" y="70"/>
                    </ns1:moveTo>
                    <ns1:cubicBezTo>
                      <ns1:pt x="529" y="82"/>
                      <ns1:pt x="532" y="95"/>
                      <ns1:pt x="526" y="107"/>
                    </ns1:cubicBezTo>
                    <ns1:cubicBezTo>
                      <ns1:pt x="528" y="109"/>
                      <ns1:pt x="531" y="110"/>
                      <ns1:pt x="533" y="112"/>
                    </ns1:cubicBezTo>
                    <ns1:cubicBezTo>
                      <ns1:pt x="540" y="100"/>
                      <ns1:pt x="538" y="88"/>
                      <ns1:pt x="537" y="76"/>
                    </ns1:cubicBezTo>
                    <ns1:cubicBezTo>
                      <ns1:pt x="540" y="75"/>
                      <ns1:pt x="541" y="76"/>
                      <ns1:pt x="541" y="79"/>
                    </ns1:cubicBezTo>
                    <ns1:cubicBezTo>
                      <ns1:pt x="542" y="85"/>
                      <ns1:pt x="543" y="92"/>
                      <ns1:pt x="543" y="99"/>
                    </ns1:cubicBezTo>
                    <ns1:cubicBezTo>
                      <ns1:pt x="544" y="111"/>
                      <ns1:pt x="544" y="111"/>
                      <ns1:pt x="556" y="110"/>
                    </ns1:cubicBezTo>
                    <ns1:cubicBezTo>
                      <ns1:pt x="560" y="109"/>
                      <ns1:pt x="561" y="107"/>
                      <ns1:pt x="562" y="104"/>
                    </ns1:cubicBezTo>
                    <ns1:cubicBezTo>
                      <ns1:pt x="562" y="102"/>
                      <ns1:pt x="562" y="100"/>
                      <ns1:pt x="562" y="97"/>
                    </ns1:cubicBezTo>
                    <ns1:cubicBezTo>
                      <ns1:pt x="559" y="97"/>
                      <ns1:pt x="557" y="96"/>
                      <ns1:pt x="555" y="96"/>
                    </ns1:cubicBezTo>
                    <ns1:cubicBezTo>
                      <ns1:pt x="554" y="98"/>
                      <ns1:pt x="554" y="99"/>
                      <ns1:pt x="553" y="101"/>
                    </ns1:cubicBezTo>
                    <ns1:cubicBezTo>
                      <ns1:pt x="553" y="101"/>
                      <ns1:pt x="552" y="101"/>
                      <ns1:pt x="552" y="101"/>
                    </ns1:cubicBezTo>
                    <ns1:cubicBezTo>
                      <ns1:pt x="551" y="96"/>
                      <ns1:pt x="551" y="90"/>
                      <ns1:pt x="551" y="85"/>
                    </ns1:cubicBezTo>
                    <ns1:cubicBezTo>
                      <ns1:pt x="550" y="79"/>
                      <ns1:pt x="549" y="74"/>
                      <ns1:pt x="549" y="68"/>
                    </ns1:cubicBezTo>
                    <ns1:cubicBezTo>
                      <ns1:pt x="544" y="68"/>
                      <ns1:pt x="538" y="69"/>
                      <ns1:pt x="533" y="69"/>
                    </ns1:cubicBezTo>
                    <ns1:cubicBezTo>
                      <ns1:pt x="532" y="69"/>
                      <ns1:pt x="530" y="70"/>
                      <ns1:pt x="529" y="70"/>
                    </ns1:cubicBezTo>
                    <ns1:close/>
                    <ns1:moveTo>
                      <ns1:pt x="1028" y="732"/>
                    </ns1:moveTo>
                    <ns1:cubicBezTo>
                      <ns1:pt x="1022" y="729"/>
                      <ns1:pt x="1018" y="730"/>
                      <ns1:pt x="1015" y="734"/>
                    </ns1:cubicBezTo>
                    <ns1:cubicBezTo>
                      <ns1:pt x="1005" y="744"/>
                      <ns1:pt x="1007" y="758"/>
                      <ns1:pt x="1020" y="765"/>
                    </ns1:cubicBezTo>
                    <ns1:cubicBezTo>
                      <ns1:pt x="1023" y="766"/>
                      <ns1:pt x="1027" y="767"/>
                      <ns1:pt x="1030" y="768"/>
                    </ns1:cubicBezTo>
                    <ns1:cubicBezTo>
                      <ns1:pt x="1038" y="770"/>
                      <ns1:pt x="1045" y="767"/>
                      <ns1:pt x="1048" y="759"/>
                    </ns1:cubicBezTo>
                    <ns1:cubicBezTo>
                      <ns1:pt x="1051" y="755"/>
                      <ns1:pt x="1052" y="750"/>
                      <ns1:pt x="1053" y="745"/>
                    </ns1:cubicBezTo>
                    <ns1:cubicBezTo>
                      <ns1:pt x="1053" y="744"/>
                      <ns1:pt x="1053" y="741"/>
                      <ns1:pt x="1052" y="741"/>
                    </ns1:cubicBezTo>
                    <ns1:cubicBezTo>
                      <ns1:pt x="1046" y="739"/>
                      <ns1:pt x="1040" y="737"/>
                      <ns1:pt x="1034" y="734"/>
                    </ns1:cubicBezTo>
                    <ns1:cubicBezTo>
                      <ns1:pt x="1032" y="739"/>
                      <ns1:pt x="1031" y="744"/>
                      <ns1:pt x="1029" y="748"/>
                    </ns1:cubicBezTo>
                    <ns1:cubicBezTo>
                      <ns1:pt x="1032" y="749"/>
                      <ns1:pt x="1033" y="750"/>
                      <ns1:pt x="1035" y="751"/>
                    </ns1:cubicBezTo>
                    <ns1:cubicBezTo>
                      <ns1:pt x="1036" y="748"/>
                      <ns1:pt x="1037" y="746"/>
                      <ns1:pt x="1038" y="744"/>
                    </ns1:cubicBezTo>
                    <ns1:cubicBezTo>
                      <ns1:pt x="1041" y="745"/>
                      <ns1:pt x="1043" y="746"/>
                      <ns1:pt x="1046" y="747"/>
                    </ns1:cubicBezTo>
                    <ns1:cubicBezTo>
                      <ns1:pt x="1044" y="758"/>
                      <ns1:pt x="1040" y="762"/>
                      <ns1:pt x="1032" y="760"/>
                    </ns1:cubicBezTo>
                    <ns1:cubicBezTo>
                      <ns1:pt x="1028" y="759"/>
                      <ns1:pt x="1024" y="757"/>
                      <ns1:pt x="1020" y="755"/>
                    </ns1:cubicBezTo>
                    <ns1:cubicBezTo>
                      <ns1:pt x="1016" y="752"/>
                      <ns1:pt x="1015" y="748"/>
                      <ns1:pt x="1016" y="743"/>
                    </ns1:cubicBezTo>
                    <ns1:cubicBezTo>
                      <ns1:pt x="1018" y="739"/>
                      <ns1:pt x="1021" y="738"/>
                      <ns1:pt x="1025" y="739"/>
                    </ns1:cubicBezTo>
                    <ns1:cubicBezTo>
                      <ns1:pt x="1026" y="736"/>
                      <ns1:pt x="1027" y="734"/>
                      <ns1:pt x="1028" y="732"/>
                    </ns1:cubicBezTo>
                    <ns1:close/>
                    <ns1:moveTo>
                      <ns1:pt x="411" y="1063"/>
                    </ns1:moveTo>
                    <ns1:cubicBezTo>
                      <ns1:pt x="421" y="1065"/>
                      <ns1:pt x="431" y="1072"/>
                      <ns1:pt x="441" y="1063"/>
                    </ns1:cubicBezTo>
                    <ns1:cubicBezTo>
                      <ns1:pt x="447" y="1057"/>
                      <ns1:pt x="450" y="1043"/>
                      <ns1:pt x="447" y="1036"/>
                    </ns1:cubicBezTo>
                    <ns1:cubicBezTo>
                      <ns1:pt x="442" y="1026"/>
                      <ns1:pt x="431" y="1026"/>
                      <ns1:pt x="422" y="1024"/>
                    </ns1:cubicBezTo>
                    <ns1:cubicBezTo>
                      <ns1:pt x="419" y="1037"/>
                      <ns1:pt x="415" y="1050"/>
                      <ns1:pt x="411" y="1063"/>
                    </ns1:cubicBezTo>
                    <ns1:close/>
                    <ns1:moveTo>
                      <ns1:pt x="1067" y="542"/>
                    </ns1:moveTo>
                    <ns1:cubicBezTo>
                      <ns1:pt x="1067" y="541"/>
                      <ns1:pt x="1067" y="540"/>
                      <ns1:pt x="1067" y="539"/>
                    </ns1:cubicBezTo>
                    <ns1:cubicBezTo>
                      <ns1:pt x="1067" y="532"/>
                      <ns1:pt x="1067" y="532"/>
                      <ns1:pt x="1074" y="530"/>
                    </ns1:cubicBezTo>
                    <ns1:cubicBezTo>
                      <ns1:pt x="1077" y="530"/>
                      <ns1:pt x="1080" y="529"/>
                      <ns1:pt x="1082" y="529"/>
                    </ns1:cubicBezTo>
                    <ns1:cubicBezTo>
                      <ns1:pt x="1082" y="526"/>
                      <ns1:pt x="1082" y="523"/>
                      <ns1:pt x="1082" y="520"/>
                    </ns1:cubicBezTo>
                    <ns1:cubicBezTo>
                      <ns1:pt x="1075" y="523"/>
                      <ns1:pt x="1067" y="521"/>
                      <ns1:pt x="1062" y="529"/>
                    </ns1:cubicBezTo>
                    <ns1:cubicBezTo>
                      <ns1:pt x="1058" y="523"/>
                      <ns1:pt x="1054" y="522"/>
                      <ns1:pt x="1049" y="524"/>
                    </ns1:cubicBezTo>
                    <ns1:cubicBezTo>
                      <ns1:pt x="1044" y="525"/>
                      <ns1:pt x="1042" y="529"/>
                      <ns1:pt x="1042" y="535"/>
                    </ns1:cubicBezTo>
                    <ns1:cubicBezTo>
                      <ns1:pt x="1042" y="541"/>
                      <ns1:pt x="1043" y="546"/>
                      <ns1:pt x="1043" y="552"/>
                    </ns1:cubicBezTo>
                    <ns1:cubicBezTo>
                      <ns1:pt x="1057" y="551"/>
                      <ns1:pt x="1070" y="551"/>
                      <ns1:pt x="1084" y="550"/>
                    </ns1:cubicBezTo>
                    <ns1:cubicBezTo>
                      <ns1:pt x="1084" y="547"/>
                      <ns1:pt x="1084" y="544"/>
                      <ns1:pt x="1083" y="542"/>
                    </ns1:cubicBezTo>
                    <ns1:cubicBezTo>
                      <ns1:pt x="1078" y="542"/>
                      <ns1:pt x="1073" y="542"/>
                      <ns1:pt x="1067" y="542"/>
                    </ns1:cubicBezTo>
                    <ns1:close/>
                    <ns1:moveTo>
                      <ns1:pt x="106" y="805"/>
                    </ns1:moveTo>
                    <ns1:cubicBezTo>
                      <ns1:pt x="111" y="802"/>
                      <ns1:pt x="116" y="800"/>
                      <ns1:pt x="121" y="797"/>
                    </ns1:cubicBezTo>
                    <ns1:cubicBezTo>
                      <ns1:pt x="121" y="799"/>
                      <ns1:pt x="122" y="800"/>
                      <ns1:pt x="123" y="801"/>
                    </ns1:cubicBezTo>
                    <ns1:cubicBezTo>
                      <ns1:pt x="126" y="807"/>
                      <ns1:pt x="126" y="808"/>
                      <ns1:pt x="120" y="811"/>
                    </ns1:cubicBezTo>
                    <ns1:cubicBezTo>
                      <ns1:pt x="118" y="813"/>
                      <ns1:pt x="115" y="815"/>
                      <ns1:pt x="112" y="817"/>
                    </ns1:cubicBezTo>
                    <ns1:cubicBezTo>
                      <ns1:pt x="114" y="819"/>
                      <ns1:pt x="115" y="821"/>
                      <ns1:pt x="116" y="824"/>
                    </ns1:cubicBezTo>
                    <ns1:cubicBezTo>
                      <ns1:pt x="121" y="818"/>
                      <ns1:pt x="130" y="817"/>
                      <ns1:pt x="131" y="808"/>
                    </ns1:cubicBezTo>
                    <ns1:cubicBezTo>
                      <ns1:pt x="132" y="809"/>
                      <ns1:pt x="133" y="809"/>
                      <ns1:pt x="134" y="810"/>
                    </ns1:cubicBezTo>
                    <ns1:cubicBezTo>
                      <ns1:pt x="138" y="811"/>
                      <ns1:pt x="142" y="810"/>
                      <ns1:pt x="145" y="808"/>
                    </ns1:cubicBezTo>
                    <ns1:cubicBezTo>
                      <ns1:pt x="148" y="805"/>
                      <ns1:pt x="149" y="802"/>
                      <ns1:pt x="148" y="798"/>
                    </ns1:cubicBezTo>
                    <ns1:cubicBezTo>
                      <ns1:pt x="145" y="792"/>
                      <ns1:pt x="142" y="785"/>
                      <ns1:pt x="139" y="779"/>
                    </ns1:cubicBezTo>
                    <ns1:cubicBezTo>
                      <ns1:pt x="126" y="785"/>
                      <ns1:pt x="115" y="792"/>
                      <ns1:pt x="103" y="798"/>
                    </ns1:cubicBezTo>
                    <ns1:cubicBezTo>
                      <ns1:pt x="104" y="800"/>
                      <ns1:pt x="105" y="803"/>
                      <ns1:pt x="106" y="805"/>
                    </ns1:cubicBezTo>
                    <ns1:close/>
                    <ns1:moveTo>
                      <ns1:pt x="592" y="1066"/>
                    </ns1:moveTo>
                    <ns1:cubicBezTo>
                      <ns1:pt x="598" y="1061"/>
                      <ns1:pt x="599" y="1058"/>
                      <ns1:pt x="598" y="1053"/>
                    </ns1:cubicBezTo>
                    <ns1:cubicBezTo>
                      <ns1:pt x="597" y="1049"/>
                      <ns1:pt x="594" y="1046"/>
                      <ns1:pt x="590" y="1046"/>
                    </ns1:cubicBezTo>
                    <ns1:cubicBezTo>
                      <ns1:pt x="583" y="1045"/>
                      <ns1:pt x="576" y="1046"/>
                      <ns1:pt x="570" y="1046"/>
                    </ns1:cubicBezTo>
                    <ns1:cubicBezTo>
                      <ns1:pt x="570" y="1060"/>
                      <ns1:pt x="570" y="1073"/>
                      <ns1:pt x="570" y="1086"/>
                    </ns1:cubicBezTo>
                    <ns1:cubicBezTo>
                      <ns1:pt x="574" y="1086"/>
                      <ns1:pt x="576" y="1086"/>
                      <ns1:pt x="578" y="1086"/>
                    </ns1:cubicBezTo>
                    <ns1:cubicBezTo>
                      <ns1:pt x="578" y="1081"/>
                      <ns1:pt x="578" y="1076"/>
                      <ns1:pt x="578" y="1070"/>
                    </ns1:cubicBezTo>
                    <ns1:cubicBezTo>
                      <ns1:pt x="580" y="1070"/>
                      <ns1:pt x="581" y="1070"/>
                      <ns1:pt x="582" y="1070"/>
                    </ns1:cubicBezTo>
                    <ns1:cubicBezTo>
                      <ns1:pt x="589" y="1070"/>
                      <ns1:pt x="589" y="1070"/>
                      <ns1:pt x="590" y="1077"/>
                    </ns1:cubicBezTo>
                    <ns1:cubicBezTo>
                      <ns1:pt x="590" y="1080"/>
                      <ns1:pt x="591" y="1083"/>
                      <ns1:pt x="592" y="1086"/>
                    </ns1:cubicBezTo>
                    <ns1:cubicBezTo>
                      <ns1:pt x="595" y="1086"/>
                      <ns1:pt x="597" y="1086"/>
                      <ns1:pt x="600" y="1086"/>
                    </ns1:cubicBezTo>
                    <ns1:cubicBezTo>
                      <ns1:pt x="597" y="1069"/>
                      <ns1:pt x="597" y="1069"/>
                      <ns1:pt x="592" y="1066"/>
                    </ns1:cubicBezTo>
                    <ns1:close/>
                    <ns1:moveTo>
                      <ns1:pt x="167" y="833"/>
                    </ns1:moveTo>
                    <ns1:cubicBezTo>
                      <ns1:pt x="167" y="820"/>
                      <ns1:pt x="156" y="811"/>
                      <ns1:pt x="146" y="815"/>
                    </ns1:cubicBezTo>
                    <ns1:cubicBezTo>
                      <ns1:pt x="140" y="817"/>
                      <ns1:pt x="135" y="820"/>
                      <ns1:pt x="131" y="824"/>
                    </ns1:cubicBezTo>
                    <ns1:cubicBezTo>
                      <ns1:pt x="124" y="829"/>
                      <ns1:pt x="124" y="837"/>
                      <ns1:pt x="128" y="844"/>
                    </ns1:cubicBezTo>
                    <ns1:cubicBezTo>
                      <ns1:pt x="133" y="852"/>
                      <ns1:pt x="140" y="855"/>
                      <ns1:pt x="148" y="852"/>
                    </ns1:cubicBezTo>
                    <ns1:cubicBezTo>
                      <ns1:pt x="153" y="849"/>
                      <ns1:pt x="158" y="846"/>
                      <ns1:pt x="163" y="842"/>
                    </ns1:cubicBezTo>
                    <ns1:cubicBezTo>
                      <ns1:pt x="165" y="839"/>
                      <ns1:pt x="166" y="835"/>
                      <ns1:pt x="167" y="833"/>
                    </ns1:cubicBezTo>
                    <ns1:close/>
                    <ns1:moveTo>
                      <ns1:pt x="70" y="557"/>
                    </ns1:moveTo>
                    <ns1:cubicBezTo>
                      <ns1:pt x="67" y="558"/>
                      <ns1:pt x="63" y="558"/>
                      <ns1:pt x="60" y="559"/>
                    </ns1:cubicBezTo>
                    <ns1:cubicBezTo>
                      <ns1:pt x="53" y="562"/>
                      <ns1:pt x="49" y="567"/>
                      <ns1:pt x="49" y="575"/>
                    </ns1:cubicBezTo>
                    <ns1:cubicBezTo>
                      <ns1:pt x="49" y="584"/>
                      <ns1:pt x="53" y="589"/>
                      <ns1:pt x="60" y="591"/>
                    </ns1:cubicBezTo>
                    <ns1:cubicBezTo>
                      <ns1:pt x="67" y="594"/>
                      <ns1:pt x="74" y="593"/>
                      <ns1:pt x="81" y="591"/>
                    </ns1:cubicBezTo>
                    <ns1:cubicBezTo>
                      <ns1:pt x="89" y="588"/>
                      <ns1:pt x="93" y="581"/>
                      <ns1:pt x="91" y="573"/>
                    </ns1:cubicBezTo>
                    <ns1:cubicBezTo>
                      <ns1:pt x="90" y="563"/>
                      <ns1:pt x="82" y="558"/>
                      <ns1:pt x="70" y="557"/>
                    </ns1:cubicBezTo>
                    <ns1:close/>
                    <ns1:moveTo>
                      <ns1:pt x="80" y="640"/>
                    </ns1:moveTo>
                    <ns1:cubicBezTo>
                      <ns1:pt x="76" y="642"/>
                      <ns1:pt x="71" y="642"/>
                      <ns1:pt x="66" y="644"/>
                    </ns1:cubicBezTo>
                    <ns1:cubicBezTo>
                      <ns1:pt x="59" y="647"/>
                      <ns1:pt x="56" y="654"/>
                      <ns1:pt x="57" y="661"/>
                    </ns1:cubicBezTo>
                    <ns1:cubicBezTo>
                      <ns1:pt x="58" y="669"/>
                      <ns1:pt x="63" y="675"/>
                      <ns1:pt x="71" y="676"/>
                    </ns1:cubicBezTo>
                    <ns1:cubicBezTo>
                      <ns1:pt x="79" y="678"/>
                      <ns1:pt x="86" y="676"/>
                      <ns1:pt x="93" y="671"/>
                    </ns1:cubicBezTo>
                    <ns1:cubicBezTo>
                      <ns1:pt x="97" y="668"/>
                      <ns1:pt x="99" y="665"/>
                      <ns1:pt x="99" y="660"/>
                    </ns1:cubicBezTo>
                    <ns1:cubicBezTo>
                      <ns1:pt x="100" y="648"/>
                      <ns1:pt x="93" y="641"/>
                      <ns1:pt x="80" y="640"/>
                    </ns1:cubicBezTo>
                    <ns1:close/>
                    <ns1:moveTo>
                      <ns1:pt x="98" y="484"/>
                    </ns1:moveTo>
                    <ns1:cubicBezTo>
                      <ns1:pt x="84" y="482"/>
                      <ns1:pt x="71" y="480"/>
                      <ns1:pt x="57" y="478"/>
                    </ns1:cubicBezTo>
                    <ns1:cubicBezTo>
                      <ns1:pt x="57" y="481"/>
                      <ns1:pt x="57" y="483"/>
                      <ns1:pt x="56" y="486"/>
                    </ns1:cubicBezTo>
                    <ns1:cubicBezTo>
                      <ns1:pt x="62" y="487"/>
                      <ns1:pt x="68" y="488"/>
                      <ns1:pt x="74" y="489"/>
                    </ns1:cubicBezTo>
                    <ns1:cubicBezTo>
                      <ns1:pt x="73" y="493"/>
                      <ns1:pt x="72" y="498"/>
                      <ns1:pt x="72" y="502"/>
                    </ns1:cubicBezTo>
                    <ns1:cubicBezTo>
                      <ns1:pt x="66" y="502"/>
                      <ns1:pt x="60" y="501"/>
                      <ns1:pt x="54" y="500"/>
                    </ns1:cubicBezTo>
                    <ns1:cubicBezTo>
                      <ns1:pt x="54" y="503"/>
                      <ns1:pt x="53" y="505"/>
                      <ns1:pt x="53" y="508"/>
                    </ns1:cubicBezTo>
                    <ns1:cubicBezTo>
                      <ns1:pt x="67" y="510"/>
                      <ns1:pt x="80" y="512"/>
                      <ns1:pt x="93" y="514"/>
                    </ns1:cubicBezTo>
                    <ns1:cubicBezTo>
                      <ns1:pt x="94" y="511"/>
                      <ns1:pt x="94" y="508"/>
                      <ns1:pt x="95" y="506"/>
                    </ns1:cubicBezTo>
                    <ns1:cubicBezTo>
                      <ns1:pt x="89" y="505"/>
                      <ns1:pt x="84" y="504"/>
                      <ns1:pt x="79" y="503"/>
                    </ns1:cubicBezTo>
                    <ns1:cubicBezTo>
                      <ns1:pt x="79" y="499"/>
                      <ns1:pt x="80" y="494"/>
                      <ns1:pt x="81" y="490"/>
                    </ns1:cubicBezTo>
                    <ns1:cubicBezTo>
                      <ns1:pt x="86" y="490"/>
                      <ns1:pt x="91" y="491"/>
                      <ns1:pt x="97" y="492"/>
                    </ns1:cubicBezTo>
                    <ns1:cubicBezTo>
                      <ns1:pt x="97" y="489"/>
                      <ns1:pt x="97" y="487"/>
                      <ns1:pt x="98" y="484"/>
                    </ns1:cubicBezTo>
                    <ns1:close/>
                    <ns1:moveTo>
                      <ns1:pt x="640" y="1065"/>
                    </ns1:moveTo>
                    <ns1:cubicBezTo>
                      <ns1:pt x="639" y="1060"/>
                      <ns1:pt x="638" y="1055"/>
                      <ns1:pt x="636" y="1051"/>
                    </ns1:cubicBezTo>
                    <ns1:cubicBezTo>
                      <ns1:pt x="633" y="1044"/>
                      <ns1:pt x="627" y="1041"/>
                      <ns1:pt x="620" y="1042"/>
                    </ns1:cubicBezTo>
                    <ns1:cubicBezTo>
                      <ns1:pt x="612" y="1042"/>
                      <ns1:pt x="607" y="1047"/>
                      <ns1:pt x="605" y="1054"/>
                    </ns1:cubicBezTo>
                    <ns1:cubicBezTo>
                      <ns1:pt x="603" y="1061"/>
                      <ns1:pt x="603" y="1068"/>
                      <ns1:pt x="607" y="1075"/>
                    </ns1:cubicBezTo>
                    <ns1:cubicBezTo>
                      <ns1:pt x="609" y="1080"/>
                      <ns1:pt x="613" y="1083"/>
                      <ns1:pt x="619" y="1084"/>
                    </ns1:cubicBezTo>
                    <ns1:cubicBezTo>
                      <ns1:pt x="632" y="1085"/>
                      <ns1:pt x="639" y="1078"/>
                      <ns1:pt x="640" y="1065"/>
                    </ns1:cubicBezTo>
                    <ns1:close/>
                    <ns1:moveTo>
                      <ns1:pt x="70" y="517"/>
                    </ns1:moveTo>
                    <ns1:cubicBezTo>
                      <ns1:pt x="70" y="517"/>
                      <ns1:pt x="70" y="517"/>
                      <ns1:pt x="70" y="517"/>
                    </ns1:cubicBezTo>
                    <ns1:cubicBezTo>
                      <ns1:pt x="70" y="517"/>
                      <ns1:pt x="69" y="517"/>
                      <ns1:pt x="68" y="517"/>
                    </ns1:cubicBezTo>
                    <ns1:cubicBezTo>
                      <ns1:pt x="58" y="518"/>
                      <ns1:pt x="52" y="523"/>
                      <ns1:pt x="50" y="532"/>
                    </ns1:cubicBezTo>
                    <ns1:cubicBezTo>
                      <ns1:pt x="49" y="542"/>
                      <ns1:pt x="54" y="549"/>
                      <ns1:pt x="64" y="551"/>
                    </ns1:cubicBezTo>
                    <ns1:cubicBezTo>
                      <ns1:pt x="68" y="552"/>
                      <ns1:pt x="73" y="552"/>
                      <ns1:pt x="77" y="552"/>
                    </ns1:cubicBezTo>
                    <ns1:cubicBezTo>
                      <ns1:pt x="86" y="551"/>
                      <ns1:pt x="92" y="545"/>
                      <ns1:pt x="93" y="537"/>
                    </ns1:cubicBezTo>
                    <ns1:cubicBezTo>
                      <ns1:pt x="94" y="529"/>
                      <ns1:pt x="90" y="522"/>
                      <ns1:pt x="81" y="519"/>
                    </ns1:cubicBezTo>
                    <ns1:cubicBezTo>
                      <ns1:pt x="78" y="518"/>
                      <ns1:pt x="74" y="517"/>
                      <ns1:pt x="70" y="517"/>
                    </ns1:cubicBezTo>
                    <ns1:close/>
                    <ns1:moveTo>
                      <ns1:pt x="903" y="907"/>
                    </ns1:moveTo>
                    <ns1:cubicBezTo>
                      <ns1:pt x="913" y="917"/>
                      <ns1:pt x="923" y="926"/>
                      <ns1:pt x="933" y="935"/>
                    </ns1:cubicBezTo>
                    <ns1:cubicBezTo>
                      <ns1:pt x="935" y="933"/>
                      <ns1:pt x="936" y="932"/>
                      <ns1:pt x="938" y="930"/>
                    </ns1:cubicBezTo>
                    <ns1:cubicBezTo>
                      <ns1:pt x="934" y="925"/>
                      <ns1:pt x="930" y="921"/>
                      <ns1:pt x="925" y="917"/>
                    </ns1:cubicBezTo>
                    <ns1:cubicBezTo>
                      <ns1:pt x="928" y="914"/>
                      <ns1:pt x="932" y="910"/>
                      <ns1:pt x="935" y="907"/>
                    </ns1:cubicBezTo>
                    <ns1:cubicBezTo>
                      <ns1:pt x="939" y="911"/>
                      <ns1:pt x="943" y="915"/>
                      <ns1:pt x="948" y="919"/>
                    </ns1:cubicBezTo>
                    <ns1:cubicBezTo>
                      <ns1:pt x="950" y="917"/>
                      <ns1:pt x="951" y="916"/>
                      <ns1:pt x="953" y="914"/>
                    </ns1:cubicBezTo>
                    <ns1:cubicBezTo>
                      <ns1:pt x="943" y="904"/>
                      <ns1:pt x="933" y="895"/>
                      <ns1:pt x="923" y="886"/>
                    </ns1:cubicBezTo>
                    <ns1:cubicBezTo>
                      <ns1:pt x="921" y="888"/>
                      <ns1:pt x="920" y="889"/>
                      <ns1:pt x="918" y="891"/>
                    </ns1:cubicBezTo>
                    <ns1:cubicBezTo>
                      <ns1:pt x="922" y="895"/>
                      <ns1:pt x="926" y="899"/>
                      <ns1:pt x="930" y="903"/>
                    </ns1:cubicBezTo>
                    <ns1:cubicBezTo>
                      <ns1:pt x="926" y="906"/>
                      <ns1:pt x="923" y="909"/>
                      <ns1:pt x="920" y="913"/>
                    </ns1:cubicBezTo>
                    <ns1:cubicBezTo>
                      <ns1:pt x="916" y="909"/>
                      <ns1:pt x="912" y="905"/>
                      <ns1:pt x="908" y="902"/>
                    </ns1:cubicBezTo>
                    <ns1:cubicBezTo>
                      <ns1:pt x="906" y="904"/>
                      <ns1:pt x="905" y="905"/>
                      <ns1:pt x="903" y="907"/>
                    </ns1:cubicBezTo>
                    <ns1:close/>
                    <ns1:moveTo>
                      <ns1:pt x="1049" y="490"/>
                    </ns1:moveTo>
                    <ns1:cubicBezTo>
                      <ns1:pt x="1038" y="492"/>
                      <ns1:pt x="1035" y="501"/>
                      <ns1:pt x="1040" y="511"/>
                    </ns1:cubicBezTo>
                    <ns1:cubicBezTo>
                      <ns1:pt x="1043" y="516"/>
                      <ns1:pt x="1047" y="518"/>
                      <ns1:pt x="1053" y="518"/>
                    </ns1:cubicBezTo>
                    <ns1:cubicBezTo>
                      <ns1:pt x="1059" y="517"/>
                      <ns1:pt x="1061" y="513"/>
                      <ns1:pt x="1062" y="508"/>
                    </ns1:cubicBezTo>
                    <ns1:cubicBezTo>
                      <ns1:pt x="1063" y="505"/>
                      <ns1:pt x="1063" y="502"/>
                      <ns1:pt x="1064" y="500"/>
                    </ns1:cubicBezTo>
                    <ns1:cubicBezTo>
                      <ns1:pt x="1065" y="498"/>
                      <ns1:pt x="1067" y="495"/>
                      <ns1:pt x="1069" y="495"/>
                    </ns1:cubicBezTo>
                    <ns1:cubicBezTo>
                      <ns1:pt x="1071" y="496"/>
                      <ns1:pt x="1073" y="498"/>
                      <ns1:pt x="1074" y="500"/>
                    </ns1:cubicBezTo>
                    <ns1:cubicBezTo>
                      <ns1:pt x="1076" y="505"/>
                      <ns1:pt x="1072" y="508"/>
                      <ns1:pt x="1068" y="509"/>
                    </ns1:cubicBezTo>
                    <ns1:cubicBezTo>
                      <ns1:pt x="1068" y="512"/>
                      <ns1:pt x="1068" y="514"/>
                      <ns1:pt x="1069" y="516"/>
                    </ns1:cubicBezTo>
                    <ns1:cubicBezTo>
                      <ns1:pt x="1079" y="515"/>
                      <ns1:pt x="1082" y="509"/>
                      <ns1:pt x="1080" y="499"/>
                    </ns1:cubicBezTo>
                    <ns1:cubicBezTo>
                      <ns1:pt x="1078" y="490"/>
                      <ns1:pt x="1073" y="486"/>
                      <ns1:pt x="1066" y="487"/>
                    </ns1:cubicBezTo>
                    <ns1:cubicBezTo>
                      <ns1:pt x="1060" y="487"/>
                      <ns1:pt x="1056" y="492"/>
                      <ns1:pt x="1055" y="500"/>
                    </ns1:cubicBezTo>
                    <ns1:cubicBezTo>
                      <ns1:pt x="1055" y="502"/>
                      <ns1:pt x="1055" y="504"/>
                      <ns1:pt x="1054" y="506"/>
                    </ns1:cubicBezTo>
                    <ns1:cubicBezTo>
                      <ns1:pt x="1053" y="508"/>
                      <ns1:pt x="1051" y="509"/>
                      <ns1:pt x="1050" y="509"/>
                    </ns1:cubicBezTo>
                    <ns1:cubicBezTo>
                      <ns1:pt x="1048" y="509"/>
                      <ns1:pt x="1046" y="507"/>
                      <ns1:pt x="1045" y="506"/>
                    </ns1:cubicBezTo>
                    <ns1:cubicBezTo>
                      <ns1:pt x="1043" y="501"/>
                      <ns1:pt x="1046" y="499"/>
                      <ns1:pt x="1050" y="497"/>
                    </ns1:cubicBezTo>
                    <ns1:cubicBezTo>
                      <ns1:pt x="1049" y="495"/>
                      <ns1:pt x="1049" y="492"/>
                      <ns1:pt x="1049" y="490"/>
                    </ns1:cubicBezTo>
                    <ns1:close/>
                    <ns1:moveTo>
                      <ns1:pt x="297" y="996"/>
                    </ns1:moveTo>
                    <ns1:cubicBezTo>
                      <ns1:pt x="292" y="1003"/>
                      <ns1:pt x="293" y="1008"/>
                      <ns1:pt x="300" y="1013"/>
                    </ns1:cubicBezTo>
                    <ns1:cubicBezTo>
                      <ns1:pt x="303" y="1015"/>
                      <ns1:pt x="305" y="1016"/>
                      <ns1:pt x="308" y="1017"/>
                    </ns1:cubicBezTo>
                    <ns1:cubicBezTo>
                      <ns1:pt x="314" y="1018"/>
                      <ns1:pt x="318" y="1017"/>
                      <ns1:pt x="322" y="1012"/>
                    </ns1:cubicBezTo>
                    <ns1:cubicBezTo>
                      <ns1:pt x="325" y="1007"/>
                      <ns1:pt x="324" y="1003"/>
                      <ns1:pt x="320" y="998"/>
                    </ns1:cubicBezTo>
                    <ns1:cubicBezTo>
                      <ns1:pt x="318" y="996"/>
                      <ns1:pt x="316" y="994"/>
                      <ns1:pt x="314" y="991"/>
                    </ns1:cubicBezTo>
                    <ns1:cubicBezTo>
                      <ns1:pt x="313" y="990"/>
                      <ns1:pt x="313" y="987"/>
                      <ns1:pt x="314" y="985"/>
                    </ns1:cubicBezTo>
                    <ns1:cubicBezTo>
                      <ns1:pt x="315" y="984"/>
                      <ns1:pt x="318" y="983"/>
                      <ns1:pt x="319" y="983"/>
                    </ns1:cubicBezTo>
                    <ns1:cubicBezTo>
                      <ns1:pt x="321" y="984"/>
                      <ns1:pt x="324" y="987"/>
                      <ns1:pt x="324" y="988"/>
                    </ns1:cubicBezTo>
                    <ns1:cubicBezTo>
                      <ns1:pt x="323" y="994"/>
                      <ns1:pt x="327" y="994"/>
                      <ns1:pt x="329" y="996"/>
                    </ns1:cubicBezTo>
                    <ns1:cubicBezTo>
                      <ns1:pt x="335" y="988"/>
                      <ns1:pt x="329" y="979"/>
                      <ns1:pt x="320" y="977"/>
                    </ns1:cubicBezTo>
                    <ns1:cubicBezTo>
                      <ns1:pt x="314" y="975"/>
                      <ns1:pt x="309" y="977"/>
                      <ns1:pt x="306" y="982"/>
                    </ns1:cubicBezTo>
                    <ns1:cubicBezTo>
                      <ns1:pt x="303" y="986"/>
                      <ns1:pt x="303" y="990"/>
                      <ns1:pt x="307" y="996"/>
                    </ns1:cubicBezTo>
                    <ns1:cubicBezTo>
                      <ns1:pt x="309" y="998"/>
                      <ns1:pt x="311" y="999"/>
                      <ns1:pt x="313" y="1002"/>
                    </ns1:cubicBezTo>
                    <ns1:cubicBezTo>
                      <ns1:pt x="314" y="1004"/>
                      <ns1:pt x="314" y="1007"/>
                      <ns1:pt x="313" y="1009"/>
                    </ns1:cubicBezTo>
                    <ns1:cubicBezTo>
                      <ns1:pt x="312" y="1012"/>
                      <ns1:pt x="309" y="1011"/>
                      <ns1:pt x="306" y="1010"/>
                    </ns1:cubicBezTo>
                    <ns1:cubicBezTo>
                      <ns1:pt x="301" y="1007"/>
                      <ns1:pt x="301" y="1004"/>
                      <ns1:pt x="303" y="999"/>
                    </ns1:cubicBezTo>
                    <ns1:cubicBezTo>
                      <ns1:pt x="301" y="998"/>
                      <ns1:pt x="299" y="997"/>
                      <ns1:pt x="297" y="996"/>
                    </ns1:cubicBezTo>
                    <ns1:close/>
                    <ns1:moveTo>
                      <ns1:pt x="95" y="442"/>
                    </ns1:moveTo>
                    <ns1:cubicBezTo>
                      <ns1:pt x="105" y="445"/>
                      <ns1:pt x="112" y="439"/>
                      <ns1:pt x="112" y="428"/>
                    </ns1:cubicBezTo>
                    <ns1:cubicBezTo>
                      <ns1:pt x="112" y="422"/>
                      <ns1:pt x="108" y="418"/>
                      <ns1:pt x="103" y="416"/>
                    </ns1:cubicBezTo>
                    <ns1:cubicBezTo>
                      <ns1:pt x="98" y="414"/>
                      <ns1:pt x="94" y="416"/>
                      <ns1:pt x="90" y="421"/>
                    </ns1:cubicBezTo>
                    <ns1:cubicBezTo>
                      <ns1:pt x="88" y="423"/>
                      <ns1:pt x="87" y="426"/>
                      <ns1:pt x="85" y="429"/>
                    </ns1:cubicBezTo>
                    <ns1:cubicBezTo>
                      <ns1:pt x="83" y="430"/>
                      <ns1:pt x="81" y="430"/>
                      <ns1:pt x="79" y="430"/>
                    </ns1:cubicBezTo>
                    <ns1:cubicBezTo>
                      <ns1:pt x="78" y="429"/>
                      <ns1:pt x="77" y="427"/>
                      <ns1:pt x="76" y="425"/>
                    </ns1:cubicBezTo>
                    <ns1:cubicBezTo>
                      <ns1:pt x="76" y="420"/>
                      <ns1:pt x="79" y="418"/>
                      <ns1:pt x="86" y="417"/>
                    </ns1:cubicBezTo>
                    <ns1:cubicBezTo>
                      <ns1:pt x="86" y="415"/>
                      <ns1:pt x="87" y="413"/>
                      <ns1:pt x="88" y="410"/>
                    </ns1:cubicBezTo>
                    <ns1:cubicBezTo>
                      <ns1:pt x="80" y="409"/>
                      <ns1:pt x="76" y="410"/>
                      <ns1:pt x="73" y="415"/>
                    </ns1:cubicBezTo>
                    <ns1:cubicBezTo>
                      <ns1:pt x="72" y="419"/>
                      <ns1:pt x="70" y="423"/>
                      <ns1:pt x="70" y="427"/>
                    </ns1:cubicBezTo>
                    <ns1:cubicBezTo>
                      <ns1:pt x="70" y="433"/>
                      <ns1:pt x="73" y="437"/>
                      <ns1:pt x="79" y="439"/>
                    </ns1:cubicBezTo>
                    <ns1:cubicBezTo>
                      <ns1:pt x="84" y="441"/>
                      <ns1:pt x="88" y="438"/>
                      <ns1:pt x="91" y="434"/>
                    </ns1:cubicBezTo>
                    <ns1:cubicBezTo>
                      <ns1:pt x="93" y="432"/>
                      <ns1:pt x="94" y="429"/>
                      <ns1:pt x="96" y="427"/>
                    </ns1:cubicBezTo>
                    <ns1:cubicBezTo>
                      <ns1:pt x="97" y="425"/>
                      <ns1:pt x="100" y="424"/>
                      <ns1:pt x="102" y="425"/>
                    </ns1:cubicBezTo>
                    <ns1:cubicBezTo>
                      <ns1:pt x="103" y="425"/>
                      <ns1:pt x="105" y="428"/>
                      <ns1:pt x="105" y="429"/>
                    </ns1:cubicBezTo>
                    <ns1:cubicBezTo>
                      <ns1:pt x="105" y="431"/>
                      <ns1:pt x="103" y="435"/>
                      <ns1:pt x="101" y="435"/>
                    </ns1:cubicBezTo>
                    <ns1:cubicBezTo>
                      <ns1:pt x="96" y="435"/>
                      <ns1:pt x="96" y="439"/>
                      <ns1:pt x="95" y="442"/>
                    </ns1:cubicBezTo>
                    <ns1:close/>
                    <ns1:moveTo>
                      <ns1:pt x="532" y="1056"/>
                    </ns1:moveTo>
                    <ns1:cubicBezTo>
                      <ns1:pt x="532" y="1048"/>
                      <ns1:pt x="529" y="1045"/>
                      <ns1:pt x="523" y="1043"/>
                    </ns1:cubicBezTo>
                    <ns1:cubicBezTo>
                      <ns1:pt x="515" y="1041"/>
                      <ns1:pt x="507" y="1044"/>
                      <ns1:pt x="505" y="1051"/>
                    </ns1:cubicBezTo>
                    <ns1:cubicBezTo>
                      <ns1:pt x="503" y="1058"/>
                      <ns1:pt x="505" y="1063"/>
                      <ns1:pt x="514" y="1066"/>
                    </ns1:cubicBezTo>
                    <ns1:cubicBezTo>
                      <ns1:pt x="516" y="1067"/>
                      <ns1:pt x="519" y="1068"/>
                      <ns1:pt x="520" y="1069"/>
                    </ns1:cubicBezTo>
                    <ns1:cubicBezTo>
                      <ns1:pt x="522" y="1070"/>
                      <ns1:pt x="523" y="1073"/>
                      <ns1:pt x="522" y="1075"/>
                    </ns1:cubicBezTo>
                    <ns1:cubicBezTo>
                      <ns1:pt x="522" y="1076"/>
                      <ns1:pt x="520" y="1078"/>
                      <ns1:pt x="518" y="1078"/>
                    </ns1:cubicBezTo>
                    <ns1:cubicBezTo>
                      <ns1:pt x="513" y="1079"/>
                      <ns1:pt x="510" y="1077"/>
                      <ns1:pt x="509" y="1070"/>
                    </ns1:cubicBezTo>
                    <ns1:cubicBezTo>
                      <ns1:pt x="507" y="1070"/>
                      <ns1:pt x="504" y="1070"/>
                      <ns1:pt x="502" y="1069"/>
                    </ns1:cubicBezTo>
                    <ns1:cubicBezTo>
                      <ns1:pt x="501" y="1077"/>
                      <ns1:pt x="503" y="1081"/>
                      <ns1:pt x="509" y="1083"/>
                    </ns1:cubicBezTo>
                    <ns1:cubicBezTo>
                      <ns1:pt x="513" y="1084"/>
                      <ns1:pt x="516" y="1084"/>
                      <ns1:pt x="520" y="1084"/>
                    </ns1:cubicBezTo>
                    <ns1:cubicBezTo>
                      <ns1:pt x="527" y="1083"/>
                      <ns1:pt x="531" y="1079"/>
                      <ns1:pt x="531" y="1073"/>
                    </ns1:cubicBezTo>
                    <ns1:cubicBezTo>
                      <ns1:pt x="532" y="1068"/>
                      <ns1:pt x="529" y="1064"/>
                      <ns1:pt x="523" y="1061"/>
                    </ns1:cubicBezTo>
                    <ns1:cubicBezTo>
                      <ns1:pt x="520" y="1060"/>
                      <ns1:pt x="517" y="1059"/>
                      <ns1:pt x="515" y="1058"/>
                    </ns1:cubicBezTo>
                    <ns1:cubicBezTo>
                      <ns1:pt x="514" y="1057"/>
                      <ns1:pt x="513" y="1054"/>
                      <ns1:pt x="513" y="1053"/>
                    </ns1:cubicBezTo>
                    <ns1:cubicBezTo>
                      <ns1:pt x="514" y="1051"/>
                      <ns1:pt x="516" y="1049"/>
                      <ns1:pt x="517" y="1049"/>
                    </ns1:cubicBezTo>
                    <ns1:cubicBezTo>
                      <ns1:pt x="522" y="1048"/>
                      <ns1:pt x="524" y="1051"/>
                      <ns1:pt x="525" y="1056"/>
                    </ns1:cubicBezTo>
                    <ns1:cubicBezTo>
                      <ns1:pt x="527" y="1056"/>
                      <ns1:pt x="529" y="1056"/>
                      <ns1:pt x="532" y="1056"/>
                    </ns1:cubicBezTo>
                    <ns1:close/>
                    <ns1:moveTo>
                      <ns1:pt x="834" y="997"/>
                    </ns1:moveTo>
                    <ns1:cubicBezTo>
                      <ns1:pt x="838" y="1001"/>
                      <ns1:pt x="841" y="1004"/>
                      <ns1:pt x="846" y="1004"/>
                    </ns1:cubicBezTo>
                    <ns1:cubicBezTo>
                      <ns1:pt x="852" y="1002"/>
                      <ns1:pt x="857" y="999"/>
                      <ns1:pt x="861" y="993"/>
                    </ns1:cubicBezTo>
                    <ns1:cubicBezTo>
                      <ns1:pt x="863" y="988"/>
                      <ns1:pt x="862" y="984"/>
                      <ns1:pt x="859" y="980"/>
                    </ns1:cubicBezTo>
                    <ns1:cubicBezTo>
                      <ns1:pt x="856" y="976"/>
                      <ns1:pt x="852" y="976"/>
                      <ns1:pt x="848" y="977"/>
                    </ns1:cubicBezTo>
                    <ns1:cubicBezTo>
                      <ns1:pt x="845" y="977"/>
                      <ns1:pt x="842" y="979"/>
                      <ns1:pt x="838" y="979"/>
                    </ns1:cubicBezTo>
                    <ns1:cubicBezTo>
                      <ns1:pt x="836" y="980"/>
                      <ns1:pt x="833" y="978"/>
                      <ns1:pt x="833" y="977"/>
                    </ns1:cubicBezTo>
                    <ns1:cubicBezTo>
                      <ns1:pt x="832" y="975"/>
                      <ns1:pt x="833" y="972"/>
                      <ns1:pt x="834" y="971"/>
                    </ns1:cubicBezTo>
                    <ns1:cubicBezTo>
                      <ns1:pt x="837" y="967"/>
                      <ns1:pt x="841" y="969"/>
                      <ns1:pt x="844" y="971"/>
                    </ns1:cubicBezTo>
                    <ns1:cubicBezTo>
                      <ns1:pt x="846" y="970"/>
                      <ns1:pt x="847" y="969"/>
                      <ns1:pt x="849" y="967"/>
                    </ns1:cubicBezTo>
                    <ns1:cubicBezTo>
                      <ns1:pt x="844" y="961"/>
                      <ns1:pt x="838" y="960"/>
                      <ns1:pt x="832" y="964"/>
                    </ns1:cubicBezTo>
                    <ns1:cubicBezTo>
                      <ns1:pt x="825" y="968"/>
                      <ns1:pt x="823" y="975"/>
                      <ns1:pt x="826" y="981"/>
                    </ns1:cubicBezTo>
                    <ns1:cubicBezTo>
                      <ns1:pt x="828" y="988"/>
                      <ns1:pt x="833" y="989"/>
                      <ns1:pt x="841" y="987"/>
                    </ns1:cubicBezTo>
                    <ns1:cubicBezTo>
                      <ns1:pt x="843" y="986"/>
                      <ns1:pt x="845" y="985"/>
                      <ns1:pt x="847" y="985"/>
                    </ns1:cubicBezTo>
                    <ns1:cubicBezTo>
                      <ns1:pt x="849" y="985"/>
                      <ns1:pt x="853" y="986"/>
                      <ns1:pt x="853" y="987"/>
                    </ns1:cubicBezTo>
                    <ns1:cubicBezTo>
                      <ns1:pt x="854" y="989"/>
                      <ns1:pt x="853" y="992"/>
                      <ns1:pt x="852" y="994"/>
                    </ns1:cubicBezTo>
                    <ns1:cubicBezTo>
                      <ns1:pt x="849" y="998"/>
                      <ns1:pt x="846" y="997"/>
                      <ns1:pt x="841" y="993"/>
                    </ns1:cubicBezTo>
                    <ns1:cubicBezTo>
                      <ns1:pt x="839" y="994"/>
                      <ns1:pt x="837" y="996"/>
                      <ns1:pt x="834" y="997"/>
                    </ns1:cubicBezTo>
                    <ns1:close/>
                    <ns1:moveTo>
                      <ns1:pt x="1023" y="708"/>
                    </ns1:moveTo>
                    <ns1:cubicBezTo>
                      <ns1:pt x="1032" y="710"/>
                      <ns1:pt x="1041" y="713"/>
                      <ns1:pt x="1049" y="715"/>
                    </ns1:cubicBezTo>
                    <ns1:cubicBezTo>
                      <ns1:pt x="1058" y="717"/>
                      <ns1:pt x="1064" y="712"/>
                      <ns1:pt x="1067" y="704"/>
                    </ns1:cubicBezTo>
                    <ns1:cubicBezTo>
                      <ns1:pt x="1070" y="694"/>
                      <ns1:pt x="1067" y="687"/>
                      <ns1:pt x="1058" y="684"/>
                    </ns1:cubicBezTo>
                    <ns1:cubicBezTo>
                      <ns1:pt x="1050" y="681"/>
                      <ns1:pt x="1041" y="679"/>
                      <ns1:pt x="1031" y="677"/>
                    </ns1:cubicBezTo>
                    <ns1:cubicBezTo>
                      <ns1:pt x="1031" y="679"/>
                      <ns1:pt x="1030" y="682"/>
                      <ns1:pt x="1029" y="684"/>
                    </ns1:cubicBezTo>
                    <ns1:cubicBezTo>
                      <ns1:pt x="1032" y="685"/>
                      <ns1:pt x="1034" y="686"/>
                      <ns1:pt x="1036" y="686"/>
                    </ns1:cubicBezTo>
                    <ns1:cubicBezTo>
                      <ns1:pt x="1043" y="688"/>
                      <ns1:pt x="1050" y="690"/>
                      <ns1:pt x="1057" y="692"/>
                    </ns1:cubicBezTo>
                    <ns1:cubicBezTo>
                      <ns1:pt x="1061" y="694"/>
                      <ns1:pt x="1063" y="697"/>
                      <ns1:pt x="1061" y="702"/>
                    </ns1:cubicBezTo>
                    <ns1:cubicBezTo>
                      <ns1:pt x="1060" y="706"/>
                      <ns1:pt x="1057" y="708"/>
                      <ns1:pt x="1052" y="707"/>
                    </ns1:cubicBezTo>
                    <ns1:cubicBezTo>
                      <ns1:pt x="1050" y="707"/>
                      <ns1:pt x="1048" y="706"/>
                      <ns1:pt x="1047" y="706"/>
                    </ns1:cubicBezTo>
                    <ns1:cubicBezTo>
                      <ns1:pt x="1040" y="704"/>
                      <ns1:pt x="1032" y="702"/>
                      <ns1:pt x="1025" y="700"/>
                    </ns1:cubicBezTo>
                    <ns1:cubicBezTo>
                      <ns1:pt x="1024" y="703"/>
                      <ns1:pt x="1024" y="705"/>
                      <ns1:pt x="1023" y="708"/>
                    </ns1:cubicBezTo>
                    <ns1:close/>
                    <ns1:moveTo>
                      <ns1:pt x="223" y="899"/>
                    </ns1:moveTo>
                    <ns1:cubicBezTo>
                      <ns1:pt x="224" y="900"/>
                      <ns1:pt x="224" y="900"/>
                      <ns1:pt x="224" y="901"/>
                    </ns1:cubicBezTo>
                    <ns1:cubicBezTo>
                      <ns1:pt x="217" y="907"/>
                      <ns1:pt x="210" y="912"/>
                      <ns1:pt x="204" y="919"/>
                    </ns1:cubicBezTo>
                    <ns1:cubicBezTo>
                      <ns1:pt x="198" y="925"/>
                      <ns1:pt x="199" y="933"/>
                      <ns1:pt x="205" y="940"/>
                    </ns1:cubicBezTo>
                    <ns1:cubicBezTo>
                      <ns1:pt x="212" y="947"/>
                      <ns1:pt x="220" y="947"/>
                      <ns1:pt x="227" y="941"/>
                    </ns1:cubicBezTo>
                    <ns1:cubicBezTo>
                      <ns1:pt x="233" y="935"/>
                      <ns1:pt x="240" y="929"/>
                      <ns1:pt x="246" y="923"/>
                    </ns1:cubicBezTo>
                    <ns1:cubicBezTo>
                      <ns1:pt x="244" y="920"/>
                      <ns1:pt x="242" y="918"/>
                      <ns1:pt x="240" y="916"/>
                    </ns1:cubicBezTo>
                    <ns1:cubicBezTo>
                      <ns1:pt x="239" y="917"/>
                      <ns1:pt x="238" y="919"/>
                      <ns1:pt x="237" y="920"/>
                    </ns1:cubicBezTo>
                    <ns1:cubicBezTo>
                      <ns1:pt x="232" y="925"/>
                      <ns1:pt x="227" y="930"/>
                      <ns1:pt x="222" y="934"/>
                    </ns1:cubicBezTo>
                    <ns1:cubicBezTo>
                      <ns1:pt x="217" y="939"/>
                      <ns1:pt x="213" y="939"/>
                      <ns1:pt x="210" y="936"/>
                    </ns1:cubicBezTo>
                    <ns1:cubicBezTo>
                      <ns1:pt x="206" y="932"/>
                      <ns1:pt x="206" y="928"/>
                      <ns1:pt x="211" y="923"/>
                    </ns1:cubicBezTo>
                    <ns1:cubicBezTo>
                      <ns1:pt x="212" y="922"/>
                      <ns1:pt x="214" y="920"/>
                      <ns1:pt x="215" y="918"/>
                    </ns1:cubicBezTo>
                    <ns1:cubicBezTo>
                      <ns1:pt x="220" y="914"/>
                      <ns1:pt x="224" y="909"/>
                      <ns1:pt x="228" y="905"/>
                    </ns1:cubicBezTo>
                    <ns1:cubicBezTo>
                      <ns1:pt x="226" y="903"/>
                      <ns1:pt x="225" y="901"/>
                      <ns1:pt x="223" y="899"/>
                    </ns1:cubicBezTo>
                    <ns1:close/>
                    <ns1:moveTo>
                      <ns1:pt x="938" y="209"/>
                    </ns1:moveTo>
                    <ns1:cubicBezTo>
                      <ns1:pt x="940" y="206"/>
                      <ns1:pt x="941" y="204"/>
                      <ns1:pt x="942" y="201"/>
                    </ns1:cubicBezTo>
                    <ns1:cubicBezTo>
                      <ns1:pt x="940" y="199"/>
                      <ns1:pt x="937" y="197"/>
                      <ns1:pt x="935" y="195"/>
                    </ns1:cubicBezTo>
                    <ns1:cubicBezTo>
                      <ns1:pt x="934" y="198"/>
                      <ns1:pt x="933" y="200"/>
                      <ns1:pt x="931" y="202"/>
                    </ns1:cubicBezTo>
                    <ns1:cubicBezTo>
                      <ns1:pt x="927" y="198"/>
                      <ns1:pt x="924" y="195"/>
                      <ns1:pt x="920" y="191"/>
                    </ns1:cubicBezTo>
                    <ns1:cubicBezTo>
                      <ns1:pt x="916" y="195"/>
                      <ns1:pt x="913" y="198"/>
                      <ns1:pt x="910" y="201"/>
                    </ns1:cubicBezTo>
                    <ns1:cubicBezTo>
                      <ns1:pt x="911" y="203"/>
                      <ns1:pt x="912" y="204"/>
                      <ns1:pt x="913" y="205"/>
                    </ns1:cubicBezTo>
                    <ns1:cubicBezTo>
                      <ns1:pt x="911" y="206"/>
                      <ns1:pt x="910" y="207"/>
                      <ns1:pt x="910" y="208"/>
                    </ns1:cubicBezTo>
                    <ns1:cubicBezTo>
                      <ns1:pt x="917" y="215"/>
                      <ns1:pt x="924" y="223"/>
                      <ns1:pt x="931" y="230"/>
                    </ns1:cubicBezTo>
                    <ns1:cubicBezTo>
                      <ns1:pt x="933" y="229"/>
                      <ns1:pt x="934" y="228"/>
                      <ns1:pt x="935" y="226"/>
                    </ns1:cubicBezTo>
                    <ns1:cubicBezTo>
                      <ns1:pt x="936" y="227"/>
                      <ns1:pt x="938" y="228"/>
                      <ns1:pt x="939" y="229"/>
                    </ns1:cubicBezTo>
                    <ns1:cubicBezTo>
                      <ns1:pt x="942" y="226"/>
                      <ns1:pt x="945" y="222"/>
                      <ns1:pt x="949" y="219"/>
                    </ns1:cubicBezTo>
                    <ns1:cubicBezTo>
                      <ns1:pt x="945" y="215"/>
                      <ns1:pt x="941" y="212"/>
                      <ns1:pt x="938" y="209"/>
                    </ns1:cubicBezTo>
                    <ns1:close/>
                    <ns1:moveTo>
                      <ns1:pt x="738" y="1014"/>
                    </ns1:moveTo>
                    <ns1:cubicBezTo>
                      <ns1:pt x="738" y="1016"/>
                      <ns1:pt x="739" y="1017"/>
                      <ns1:pt x="739" y="1019"/>
                    </ns1:cubicBezTo>
                    <ns1:cubicBezTo>
                      <ns1:pt x="742" y="1026"/>
                      <ns1:pt x="744" y="1033"/>
                      <ns1:pt x="747" y="1040"/>
                    </ns1:cubicBezTo>
                    <ns1:cubicBezTo>
                      <ns1:pt x="748" y="1045"/>
                      <ns1:pt x="747" y="1048"/>
                      <ns1:pt x="742" y="1050"/>
                    </ns1:cubicBezTo>
                    <ns1:cubicBezTo>
                      <ns1:pt x="737" y="1052"/>
                      <ns1:pt x="734" y="1051"/>
                      <ns1:pt x="732" y="1045"/>
                    </ns1:cubicBezTo>
                    <ns1:cubicBezTo>
                      <ns1:pt x="731" y="1044"/>
                      <ns1:pt x="731" y="1042"/>
                      <ns1:pt x="730" y="1040"/>
                    </ns1:cubicBezTo>
                    <ns1:cubicBezTo>
                      <ns1:pt x="727" y="1034"/>
                      <ns1:pt x="725" y="1027"/>
                      <ns1:pt x="722" y="1020"/>
                    </ns1:cubicBezTo>
                    <ns1:cubicBezTo>
                      <ns1:pt x="719" y="1021"/>
                      <ns1:pt x="717" y="1022"/>
                      <ns1:pt x="715" y="1023"/>
                    </ns1:cubicBezTo>
                    <ns1:cubicBezTo>
                      <ns1:pt x="718" y="1031"/>
                      <ns1:pt x="721" y="1040"/>
                      <ns1:pt x="725" y="1049"/>
                    </ns1:cubicBezTo>
                    <ns1:cubicBezTo>
                      <ns1:pt x="728" y="1056"/>
                      <ns1:pt x="735" y="1059"/>
                      <ns1:pt x="743" y="1056"/>
                    </ns1:cubicBezTo>
                    <ns1:cubicBezTo>
                      <ns1:pt x="751" y="1054"/>
                      <ns1:pt x="757" y="1048"/>
                      <ns1:pt x="755" y="1040"/>
                    </ns1:cubicBezTo>
                    <ns1:cubicBezTo>
                      <ns1:pt x="752" y="1031"/>
                      <ns1:pt x="749" y="1021"/>
                      <ns1:pt x="745" y="1011"/>
                    </ns1:cubicBezTo>
                    <ns1:cubicBezTo>
                      <ns1:pt x="742" y="1012"/>
                      <ns1:pt x="740" y="1013"/>
                      <ns1:pt x="738" y="1014"/>
                    </ns1:cubicBezTo>
                    <ns1:close/>
                    <ns1:moveTo>
                      <ns1:pt x="639" y="72"/>
                    </ns1:moveTo>
                    <ns1:cubicBezTo>
                      <ns1:pt x="639" y="67"/>
                      <ns1:pt x="640" y="62"/>
                      <ns1:pt x="640" y="57"/>
                    </ns1:cubicBezTo>
                    <ns1:cubicBezTo>
                      <ns1:pt x="633" y="56"/>
                      <ns1:pt x="625" y="55"/>
                      <ns1:pt x="618" y="55"/>
                    </ns1:cubicBezTo>
                    <ns1:cubicBezTo>
                      <ns1:pt x="618" y="52"/>
                      <ns1:pt x="617" y="50"/>
                      <ns1:pt x="617" y="47"/>
                    </ns1:cubicBezTo>
                    <ns1:cubicBezTo>
                      <ns1:pt x="613" y="47"/>
                      <ns1:pt x="610" y="47"/>
                      <ns1:pt x="606" y="47"/>
                    </ns1:cubicBezTo>
                    <ns1:cubicBezTo>
                      <ns1:pt x="606" y="49"/>
                      <ns1:pt x="607" y="51"/>
                      <ns1:pt x="607" y="54"/>
                    </ns1:cubicBezTo>
                    <ns1:cubicBezTo>
                      <ns1:pt x="598" y="53"/>
                      <ns1:pt x="591" y="53"/>
                      <ns1:pt x="582" y="52"/>
                    </ns1:cubicBezTo>
                    <ns1:cubicBezTo>
                      <ns1:pt x="582" y="57"/>
                      <ns1:pt x="581" y="62"/>
                      <ns1:pt x="581" y="68"/>
                    </ns1:cubicBezTo>
                    <ns1:cubicBezTo>
                      <ns1:pt x="584" y="68"/>
                      <ns1:pt x="587" y="68"/>
                      <ns1:pt x="590" y="68"/>
                    </ns1:cubicBezTo>
                    <ns1:cubicBezTo>
                      <ns1:pt x="590" y="65"/>
                      <ns1:pt x="590" y="63"/>
                      <ns1:pt x="591" y="60"/>
                    </ns1:cubicBezTo>
                    <ns1:cubicBezTo>
                      <ns1:pt x="604" y="62"/>
                      <ns1:pt x="617" y="63"/>
                      <ns1:pt x="630" y="64"/>
                    </ns1:cubicBezTo>
                    <ns1:cubicBezTo>
                      <ns1:pt x="630" y="67"/>
                      <ns1:pt x="630" y="69"/>
                      <ns1:pt x="630" y="72"/>
                    </ns1:cubicBezTo>
                    <ns1:cubicBezTo>
                      <ns1:pt x="633" y="72"/>
                      <ns1:pt x="636" y="72"/>
                      <ns1:pt x="639" y="72"/>
                    </ns1:cubicBezTo>
                    <ns1:close/>
                    <ns1:moveTo>
                      <ns1:pt x="87" y="762"/>
                    </ns1:moveTo>
                    <ns1:cubicBezTo>
                      <ns1:pt x="96" y="755"/>
                      <ns1:pt x="105" y="748"/>
                      <ns1:pt x="114" y="741"/>
                    </ns1:cubicBezTo>
                    <ns1:cubicBezTo>
                      <ns1:pt x="121" y="736"/>
                      <ns1:pt x="121" y="736"/>
                      <ns1:pt x="118" y="728"/>
                    </ns1:cubicBezTo>
                    <ns1:cubicBezTo>
                      <ns1:pt x="117" y="728"/>
                      <ns1:pt x="117" y="728"/>
                      <ns1:pt x="118" y="728"/>
                    </ns1:cubicBezTo>
                    <ns1:cubicBezTo>
                      <ns1:pt x="103" y="728"/>
                      <ns1:pt x="89" y="728"/>
                      <ns1:pt x="75" y="728"/>
                    </ns1:cubicBezTo>
                    <ns1:cubicBezTo>
                      <ns1:pt x="75" y="729"/>
                      <ns1:pt x="74" y="729"/>
                      <ns1:pt x="74" y="729"/>
                    </ns1:cubicBezTo>
                    <ns1:cubicBezTo>
                      <ns1:pt x="77" y="731"/>
                      <ns1:pt x="74" y="736"/>
                      <ns1:pt x="79" y="736"/>
                    </ns1:cubicBezTo>
                    <ns1:cubicBezTo>
                      <ns1:pt x="85" y="735"/>
                      <ns1:pt x="87" y="737"/>
                      <ns1:pt x="88" y="742"/>
                    </ns1:cubicBezTo>
                    <ns1:cubicBezTo>
                      <ns1:pt x="89" y="745"/>
                      <ns1:pt x="90" y="747"/>
                      <ns1:pt x="91" y="749"/>
                    </ns1:cubicBezTo>
                    <ns1:cubicBezTo>
                      <ns1:pt x="84" y="755"/>
                      <ns1:pt x="84" y="755"/>
                      <ns1:pt x="87" y="762"/>
                    </ns1:cubicBezTo>
                    <ns1:close/>
                    <ns1:moveTo>
                      <ns1:pt x="179" y="899"/>
                    </ns1:moveTo>
                    <ns1:cubicBezTo>
                      <ns1:pt x="189" y="909"/>
                      <ns1:pt x="189" y="909"/>
                      <ns1:pt x="185" y="918"/>
                    </ns1:cubicBezTo>
                    <ns1:cubicBezTo>
                      <ns1:pt x="186" y="920"/>
                      <ns1:pt x="188" y="922"/>
                      <ns1:pt x="190" y="924"/>
                    </ns1:cubicBezTo>
                    <ns1:cubicBezTo>
                      <ns1:pt x="197" y="912"/>
                      <ns1:pt x="204" y="901"/>
                      <ns1:pt x="211" y="889"/>
                    </ns1:cubicBezTo>
                    <ns1:cubicBezTo>
                      <ns1:pt x="211" y="888"/>
                      <ns1:pt x="211" y="886"/>
                      <ns1:pt x="210" y="885"/>
                    </ns1:cubicBezTo>
                    <ns1:cubicBezTo>
                      <ns1:pt x="208" y="883"/>
                      <ns1:pt x="208" y="879"/>
                      <ns1:pt x="204" y="881"/>
                    </ns1:cubicBezTo>
                    <ns1:cubicBezTo>
                      <ns1:pt x="192" y="886"/>
                      <ns1:pt x="179" y="892"/>
                      <ns1:pt x="167" y="897"/>
                    </ns1:cubicBezTo>
                    <ns1:cubicBezTo>
                      <ns1:pt x="171" y="903"/>
                      <ns1:pt x="171" y="903"/>
                      <ns1:pt x="179" y="899"/>
                    </ns1:cubicBezTo>
                    <ns1:close/>
                    <ns1:moveTo>
                      <ns1:pt x="980" y="806"/>
                    </ns1:moveTo>
                    <ns1:cubicBezTo>
                      <ns1:pt x="979" y="808"/>
                      <ns1:pt x="978" y="810"/>
                      <ns1:pt x="977" y="812"/>
                    </ns1:cubicBezTo>
                    <ns1:cubicBezTo>
                      <ns1:pt x="976" y="813"/>
                      <ns1:pt x="976" y="815"/>
                      <ns1:pt x="977" y="816"/>
                    </ns1:cubicBezTo>
                    <ns1:cubicBezTo>
                      <ns1:pt x="986" y="826"/>
                      <ns1:pt x="995" y="836"/>
                      <ns1:pt x="1004" y="847"/>
                    </ns1:cubicBezTo>
                    <ns1:cubicBezTo>
                      <ns1:pt x="1005" y="844"/>
                      <ns1:pt x="1008" y="842"/>
                      <ns1:pt x="1007" y="841"/>
                    </ns1:cubicBezTo>
                    <ns1:cubicBezTo>
                      <ns1:pt x="1006" y="838"/>
                      <ns1:pt x="1004" y="836"/>
                      <ns1:pt x="1002" y="833"/>
                    </ns1:cubicBezTo>
                    <ns1:cubicBezTo>
                      <ns1:pt x="1004" y="830"/>
                      <ns1:pt x="1006" y="826"/>
                      <ns1:pt x="1008" y="823"/>
                    </ns1:cubicBezTo>
                    <ns1:cubicBezTo>
                      <ns1:pt x="1009" y="822"/>
                      <ns1:pt x="1011" y="821"/>
                      <ns1:pt x="1012" y="822"/>
                    </ns1:cubicBezTo>
                    <ns1:cubicBezTo>
                      <ns1:pt x="1018" y="824"/>
                      <ns1:pt x="1020" y="821"/>
                      <ns1:pt x="1022" y="816"/>
                    </ns1:cubicBezTo>
                    <ns1:cubicBezTo>
                      <ns1:pt x="1008" y="813"/>
                      <ns1:pt x="994" y="810"/>
                      <ns1:pt x="980" y="806"/>
                    </ns1:cubicBezTo>
                    <ns1:close/>
                    <ns1:moveTo>
                      <ns1:pt x="722" y="1063"/>
                    </ns1:moveTo>
                    <ns1:cubicBezTo>
                      <ns1:pt x="715" y="1051"/>
                      <ns1:pt x="707" y="1039"/>
                      <ns1:pt x="699" y="1027"/>
                    </ns1:cubicBezTo>
                    <ns1:cubicBezTo>
                      <ns1:pt x="698" y="1027"/>
                      <ns1:pt x="697" y="1028"/>
                      <ns1:pt x="696" y="1028"/>
                    </ns1:cubicBezTo>
                    <ns1:cubicBezTo>
                      <ns1:pt x="691" y="1028"/>
                      <ns1:pt x="690" y="1031"/>
                      <ns1:pt x="690" y="1035"/>
                    </ns1:cubicBezTo>
                    <ns1:cubicBezTo>
                      <ns1:pt x="690" y="1046"/>
                      <ns1:pt x="689" y="1056"/>
                      <ns1:pt x="688" y="1066"/>
                    </ns1:cubicBezTo>
                    <ns1:cubicBezTo>
                      <ns1:pt x="688" y="1068"/>
                      <ns1:pt x="688" y="1070"/>
                      <ns1:pt x="688" y="1073"/>
                    </ns1:cubicBezTo>
                    <ns1:cubicBezTo>
                      <ns1:pt x="691" y="1071"/>
                      <ns1:pt x="696" y="1073"/>
                      <ns1:pt x="695" y="1068"/>
                    </ns1:cubicBezTo>
                    <ns1:cubicBezTo>
                      <ns1:pt x="695" y="1062"/>
                      <ns1:pt x="697" y="1060"/>
                      <ns1:pt x="702" y="1060"/>
                    </ns1:cubicBezTo>
                    <ns1:cubicBezTo>
                      <ns1:pt x="705" y="1059"/>
                      <ns1:pt x="707" y="1058"/>
                      <ns1:pt x="710" y="1058"/>
                    </ns1:cubicBezTo>
                    <ns1:cubicBezTo>
                      <ns1:pt x="715" y="1065"/>
                      <ns1:pt x="715" y="1065"/>
                      <ns1:pt x="722" y="1063"/>
                    </ns1:cubicBezTo>
                    <ns1:close/>
                    <ns1:moveTo>
                      <ns1:pt x="481" y="1038"/>
                    </ns1:moveTo>
                    <ns1:cubicBezTo>
                      <ns1:pt x="474" y="1051"/>
                      <ns1:pt x="468" y="1063"/>
                      <ns1:pt x="461" y="1075"/>
                    </ns1:cubicBezTo>
                    <ns1:cubicBezTo>
                      <ns1:pt x="468" y="1078"/>
                      <ns1:pt x="468" y="1078"/>
                      <ns1:pt x="471" y="1072"/>
                    </ns1:cubicBezTo>
                    <ns1:cubicBezTo>
                      <ns1:pt x="472" y="1070"/>
                      <ns1:pt x="473" y="1069"/>
                      <ns1:pt x="476" y="1070"/>
                    </ns1:cubicBezTo>
                    <ns1:cubicBezTo>
                      <ns1:pt x="482" y="1071"/>
                      <ns1:pt x="490" y="1070"/>
                      <ns1:pt x="488" y="1081"/>
                    </ns1:cubicBezTo>
                    <ns1:cubicBezTo>
                      <ns1:pt x="491" y="1081"/>
                      <ns1:pt x="493" y="1081"/>
                      <ns1:pt x="496" y="1082"/>
                    </ns1:cubicBezTo>
                    <ns1:cubicBezTo>
                      <ns1:pt x="494" y="1070"/>
                      <ns1:pt x="493" y="1059"/>
                      <ns1:pt x="491" y="1048"/>
                    </ns1:cubicBezTo>
                    <ns1:cubicBezTo>
                      <ns1:pt x="490" y="1039"/>
                      <ns1:pt x="490" y="1039"/>
                      <ns1:pt x="481" y="1038"/>
                    </ns1:cubicBezTo>
                    <ns1:close/>
                    <ns1:moveTo>
                      <ns1:pt x="121" y="779"/>
                    </ns1:moveTo>
                    <ns1:cubicBezTo>
                      <ns1:pt x="119" y="774"/>
                      <ns1:pt x="117" y="770"/>
                      <ns1:pt x="115" y="765"/>
                    </ns1:cubicBezTo>
                    <ns1:cubicBezTo>
                      <ns1:pt x="118" y="763"/>
                      <ns1:pt x="120" y="762"/>
                      <ns1:pt x="123" y="761"/>
                    </ns1:cubicBezTo>
                    <ns1:cubicBezTo>
                      <ns1:pt x="126" y="766"/>
                      <ns1:pt x="128" y="771"/>
                      <ns1:pt x="130" y="776"/>
                    </ns1:cubicBezTo>
                    <ns1:cubicBezTo>
                      <ns1:pt x="132" y="775"/>
                      <ns1:pt x="134" y="774"/>
                      <ns1:pt x="136" y="773"/>
                    </ns1:cubicBezTo>
                    <ns1:cubicBezTo>
                      <ns1:pt x="133" y="766"/>
                      <ns1:pt x="130" y="759"/>
                      <ns1:pt x="126" y="751"/>
                    </ns1:cubicBezTo>
                    <ns1:cubicBezTo>
                      <ns1:pt x="113" y="757"/>
                      <ns1:pt x="101" y="762"/>
                      <ns1:pt x="89" y="768"/>
                    </ns1:cubicBezTo>
                    <ns1:cubicBezTo>
                      <ns1:pt x="92" y="776"/>
                      <ns1:pt x="96" y="783"/>
                      <ns1:pt x="99" y="791"/>
                    </ns1:cubicBezTo>
                    <ns1:cubicBezTo>
                      <ns1:pt x="101" y="790"/>
                      <ns1:pt x="103" y="789"/>
                      <ns1:pt x="105" y="788"/>
                    </ns1:cubicBezTo>
                    <ns1:cubicBezTo>
                      <ns1:pt x="103" y="782"/>
                      <ns1:pt x="101" y="777"/>
                      <ns1:pt x="98" y="772"/>
                    </ns1:cubicBezTo>
                    <ns1:cubicBezTo>
                      <ns1:pt x="102" y="771"/>
                      <ns1:pt x="105" y="769"/>
                      <ns1:pt x="108" y="768"/>
                    </ns1:cubicBezTo>
                    <ns1:cubicBezTo>
                      <ns1:pt x="110" y="773"/>
                      <ns1:pt x="112" y="777"/>
                      <ns1:pt x="115" y="782"/>
                    </ns1:cubicBezTo>
                    <ns1:cubicBezTo>
                      <ns1:pt x="117" y="781"/>
                      <ns1:pt x="119" y="780"/>
                      <ns1:pt x="121" y="779"/>
                    </ns1:cubicBezTo>
                    <ns1:close/>
                    <ns1:moveTo>
                      <ns1:pt x="366" y="1046"/>
                    </ns1:moveTo>
                    <ns1:cubicBezTo>
                      <ns1:pt x="368" y="1033"/>
                      <ns1:pt x="369" y="1020"/>
                      <ns1:pt x="371" y="1007"/>
                    </ns1:cubicBezTo>
                    <ns1:cubicBezTo>
                      <ns1:pt x="372" y="1002"/>
                      <ns1:pt x="368" y="1003"/>
                      <ns1:pt x="366" y="1001"/>
                    </ns1:cubicBezTo>
                    <ns1:cubicBezTo>
                      <ns1:pt x="364" y="1000"/>
                      <ns1:pt x="362" y="1000"/>
                      <ns1:pt x="360" y="1002"/>
                    </ns1:cubicBezTo>
                    <ns1:cubicBezTo>
                      <ns1:pt x="355" y="1008"/>
                      <ns1:pt x="349" y="1015"/>
                      <ns1:pt x="343" y="1021"/>
                    </ns1:cubicBezTo>
                    <ns1:cubicBezTo>
                      <ns1:pt x="340" y="1024"/>
                      <ns1:pt x="337" y="1028"/>
                      <ns1:pt x="334" y="1031"/>
                    </ns1:cubicBezTo>
                    <ns1:cubicBezTo>
                      <ns1:pt x="340" y="1038"/>
                      <ns1:pt x="343" y="1031"/>
                      <ns1:pt x="347" y="1028"/>
                    </ns1:cubicBezTo>
                    <ns1:cubicBezTo>
                      <ns1:pt x="350" y="1030"/>
                      <ns1:pt x="354" y="1031"/>
                      <ns1:pt x="357" y="1033"/>
                    </ns1:cubicBezTo>
                    <ns1:cubicBezTo>
                      <ns1:pt x="358" y="1034"/>
                      <ns1:pt x="359" y="1036"/>
                      <ns1:pt x="359" y="1037"/>
                    </ns1:cubicBezTo>
                    <ns1:cubicBezTo>
                      <ns1:pt x="359" y="1044"/>
                      <ns1:pt x="359" y="1044"/>
                      <ns1:pt x="366" y="1046"/>
                    </ns1:cubicBezTo>
                    <ns1:close/>
                    <ns1:moveTo>
                      <ns1:pt x="943" y="862"/>
                    </ns1:moveTo>
                    <ns1:cubicBezTo>
                      <ns1:pt x="937" y="869"/>
                      <ns1:pt x="932" y="875"/>
                      <ns1:pt x="927" y="881"/>
                    </ns1:cubicBezTo>
                    <ns1:cubicBezTo>
                      <ns1:pt x="938" y="890"/>
                      <ns1:pt x="948" y="899"/>
                      <ns1:pt x="959" y="907"/>
                    </ns1:cubicBezTo>
                    <ns1:cubicBezTo>
                      <ns1:pt x="964" y="901"/>
                      <ns1:pt x="969" y="894"/>
                      <ns1:pt x="975" y="888"/>
                    </ns1:cubicBezTo>
                    <ns1:cubicBezTo>
                      <ns1:pt x="973" y="886"/>
                      <ns1:pt x="971" y="885"/>
                      <ns1:pt x="969" y="884"/>
                    </ns1:cubicBezTo>
                    <ns1:cubicBezTo>
                      <ns1:pt x="966" y="888"/>
                      <ns1:pt x="962" y="892"/>
                      <ns1:pt x="958" y="897"/>
                    </ns1:cubicBezTo>
                    <ns1:cubicBezTo>
                      <ns1:pt x="955" y="895"/>
                      <ns1:pt x="953" y="892"/>
                      <ns1:pt x="950" y="890"/>
                    </ns1:cubicBezTo>
                    <ns1:cubicBezTo>
                      <ns1:pt x="953" y="886"/>
                      <ns1:pt x="957" y="882"/>
                      <ns1:pt x="960" y="878"/>
                    </ns1:cubicBezTo>
                    <ns1:cubicBezTo>
                      <ns1:pt x="958" y="876"/>
                      <ns1:pt x="956" y="875"/>
                      <ns1:pt x="955" y="874"/>
                    </ns1:cubicBezTo>
                    <ns1:cubicBezTo>
                      <ns1:pt x="951" y="878"/>
                      <ns1:pt x="948" y="882"/>
                      <ns1:pt x="945" y="886"/>
                    </ns1:cubicBezTo>
                    <ns1:cubicBezTo>
                      <ns1:pt x="942" y="883"/>
                      <ns1:pt x="940" y="882"/>
                      <ns1:pt x="937" y="880"/>
                    </ns1:cubicBezTo>
                    <ns1:cubicBezTo>
                      <ns1:pt x="941" y="875"/>
                      <ns1:pt x="944" y="871"/>
                      <ns1:pt x="948" y="867"/>
                    </ns1:cubicBezTo>
                    <ns1:cubicBezTo>
                      <ns1:pt x="946" y="865"/>
                      <ns1:pt x="945" y="864"/>
                      <ns1:pt x="943" y="862"/>
                    </ns1:cubicBezTo>
                    <ns1:close/>
                    <ns1:moveTo>
                      <ns1:pt x="885" y="933"/>
                    </ns1:moveTo>
                    <ns1:cubicBezTo>
                      <ns1:pt x="889" y="929"/>
                      <ns1:pt x="893" y="926"/>
                      <ns1:pt x="897" y="922"/>
                    </ns1:cubicBezTo>
                    <ns1:cubicBezTo>
                      <ns1:pt x="899" y="932"/>
                      <ns1:pt x="900" y="941"/>
                      <ns1:pt x="902" y="950"/>
                    </ns1:cubicBezTo>
                    <ns1:cubicBezTo>
                      <ns1:pt x="902" y="953"/>
                      <ns1:pt x="905" y="956"/>
                      <ns1:pt x="906" y="960"/>
                    </ns1:cubicBezTo>
                    <ns1:cubicBezTo>
                      <ns1:pt x="914" y="953"/>
                      <ns1:pt x="921" y="947"/>
                      <ns1:pt x="928" y="940"/>
                    </ns1:cubicBezTo>
                    <ns1:cubicBezTo>
                      <ns1:pt x="926" y="938"/>
                      <ns1:pt x="925" y="937"/>
                      <ns1:pt x="923" y="935"/>
                    </ns1:cubicBezTo>
                    <ns1:cubicBezTo>
                      <ns1:pt x="919" y="939"/>
                      <ns1:pt x="914" y="943"/>
                      <ns1:pt x="910" y="948"/>
                    </ns1:cubicBezTo>
                    <ns1:cubicBezTo>
                      <ns1:pt x="908" y="938"/>
                      <ns1:pt x="907" y="929"/>
                      <ns1:pt x="905" y="920"/>
                    </ns1:cubicBezTo>
                    <ns1:cubicBezTo>
                      <ns1:pt x="904" y="916"/>
                      <ns1:pt x="902" y="913"/>
                      <ns1:pt x="900" y="910"/>
                    </ns1:cubicBezTo>
                    <ns1:cubicBezTo>
                      <ns1:pt x="893" y="916"/>
                      <ns1:pt x="887" y="922"/>
                      <ns1:pt x="880" y="928"/>
                    </ns1:cubicBezTo>
                    <ns1:cubicBezTo>
                      <ns1:pt x="882" y="930"/>
                      <ns1:pt x="883" y="932"/>
                      <ns1:pt x="885" y="933"/>
                    </ns1:cubicBezTo>
                    <ns1:close/>
                    <ns1:moveTo>
                      <ns1:pt x="1059" y="560"/>
                    </ns1:moveTo>
                    <ns1:cubicBezTo>
                      <ns1:pt x="1059" y="565"/>
                      <ns1:pt x="1059" y="570"/>
                      <ns1:pt x="1059" y="575"/>
                    </ns1:cubicBezTo>
                    <ns1:cubicBezTo>
                      <ns1:pt x="1056" y="575"/>
                      <ns1:pt x="1053" y="575"/>
                      <ns1:pt x="1050" y="575"/>
                    </ns1:cubicBezTo>
                    <ns1:cubicBezTo>
                      <ns1:pt x="1050" y="569"/>
                      <ns1:pt x="1050" y="564"/>
                      <ns1:pt x="1050" y="558"/>
                    </ns1:cubicBezTo>
                    <ns1:cubicBezTo>
                      <ns1:pt x="1047" y="558"/>
                      <ns1:pt x="1045" y="558"/>
                      <ns1:pt x="1043" y="558"/>
                    </ns1:cubicBezTo>
                    <ns1:cubicBezTo>
                      <ns1:pt x="1043" y="567"/>
                      <ns1:pt x="1043" y="575"/>
                      <ns1:pt x="1043" y="583"/>
                    </ns1:cubicBezTo>
                    <ns1:cubicBezTo>
                      <ns1:pt x="1057" y="583"/>
                      <ns1:pt x="1071" y="583"/>
                      <ns1:pt x="1084" y="583"/>
                    </ns1:cubicBezTo>
                    <ns1:cubicBezTo>
                      <ns1:pt x="1084" y="574"/>
                      <ns1:pt x="1084" y="566"/>
                      <ns1:pt x="1084" y="558"/>
                    </ns1:cubicBezTo>
                    <ns1:cubicBezTo>
                      <ns1:pt x="1082" y="558"/>
                      <ns1:pt x="1080" y="558"/>
                      <ns1:pt x="1077" y="558"/>
                    </ns1:cubicBezTo>
                    <ns1:cubicBezTo>
                      <ns1:pt x="1077" y="564"/>
                      <ns1:pt x="1077" y="569"/>
                      <ns1:pt x="1077" y="575"/>
                    </ns1:cubicBezTo>
                    <ns1:cubicBezTo>
                      <ns1:pt x="1074" y="575"/>
                      <ns1:pt x="1070" y="575"/>
                      <ns1:pt x="1066" y="575"/>
                    </ns1:cubicBezTo>
                    <ns1:cubicBezTo>
                      <ns1:pt x="1066" y="569"/>
                      <ns1:pt x="1066" y="565"/>
                      <ns1:pt x="1066" y="560"/>
                    </ns1:cubicBezTo>
                    <ns1:cubicBezTo>
                      <ns1:pt x="1064" y="560"/>
                      <ns1:pt x="1062" y="560"/>
                      <ns1:pt x="1059" y="560"/>
                    </ns1:cubicBezTo>
                    <ns1:close/>
                    <ns1:moveTo>
                      <ns1:pt x="823" y="1003"/>
                    </ns1:moveTo>
                    <ns1:cubicBezTo>
                      <ns1:pt x="825" y="1007"/>
                      <ns1:pt x="825" y="1011"/>
                      <ns1:pt x="821" y="1013"/>
                    </ns1:cubicBezTo>
                    <ns1:cubicBezTo>
                      <ns1:pt x="820" y="1014"/>
                      <ns1:pt x="816" y="1014"/>
                      <ns1:pt x="815" y="1013"/>
                    </ns1:cubicBezTo>
                    <ns1:cubicBezTo>
                      <ns1:pt x="808" y="1008"/>
                      <ns1:pt x="805" y="1001"/>
                      <ns1:pt x="804" y="994"/>
                    </ns1:cubicBezTo>
                    <ns1:cubicBezTo>
                      <ns1:pt x="804" y="992"/>
                      <ns1:pt x="805" y="988"/>
                      <ns1:pt x="807" y="988"/>
                    </ns1:cubicBezTo>
                    <ns1:cubicBezTo>
                      <ns1:pt x="809" y="987"/>
                      <ns1:pt x="811" y="988"/>
                      <ns1:pt x="814" y="988"/>
                    </ns1:cubicBezTo>
                    <ns1:cubicBezTo>
                      <ns1:pt x="815" y="989"/>
                      <ns1:pt x="815" y="990"/>
                      <ns1:pt x="816" y="991"/>
                    </ns1:cubicBezTo>
                    <ns1:cubicBezTo>
                      <ns1:pt x="819" y="989"/>
                      <ns1:pt x="821" y="988"/>
                      <ns1:pt x="823" y="987"/>
                    </ns1:cubicBezTo>
                    <ns1:cubicBezTo>
                      <ns1:pt x="818" y="979"/>
                      <ns1:pt x="812" y="978"/>
                      <ns1:pt x="805" y="981"/>
                    </ns1:cubicBezTo>
                    <ns1:cubicBezTo>
                      <ns1:pt x="798" y="984"/>
                      <ns1:pt x="794" y="990"/>
                      <ns1:pt x="796" y="998"/>
                    </ns1:cubicBezTo>
                    <ns1:cubicBezTo>
                      <ns1:pt x="798" y="1004"/>
                      <ns1:pt x="801" y="1010"/>
                      <ns1:pt x="805" y="1015"/>
                    </ns1:cubicBezTo>
                    <ns1:cubicBezTo>
                      <ns1:pt x="812" y="1024"/>
                      <ns1:pt x="824" y="1022"/>
                      <ns1:pt x="830" y="1013"/>
                    </ns1:cubicBezTo>
                    <ns1:cubicBezTo>
                      <ns1:pt x="833" y="1009"/>
                      <ns1:pt x="833" y="1005"/>
                      <ns1:pt x="830" y="1000"/>
                    </ns1:cubicBezTo>
                    <ns1:cubicBezTo>
                      <ns1:pt x="828" y="1001"/>
                      <ns1:pt x="826" y="1002"/>
                      <ns1:pt x="823" y="1003"/>
                    </ns1:cubicBezTo>
                    <ns1:close/>
                    <ns1:moveTo>
                      <ns1:pt x="73" y="466"/>
                    </ns1:moveTo>
                    <ns1:cubicBezTo>
                      <ns1:pt x="69" y="465"/>
                      <ns1:pt x="66" y="462"/>
                      <ns1:pt x="68" y="458"/>
                    </ns1:cubicBezTo>
                    <ns1:cubicBezTo>
                      <ns1:pt x="68" y="456"/>
                      <ns1:pt x="71" y="454"/>
                      <ns1:pt x="73" y="453"/>
                    </ns1:cubicBezTo>
                    <ns1:cubicBezTo>
                      <ns1:pt x="80" y="452"/>
                      <ns1:pt x="88" y="454"/>
                      <ns1:pt x="94" y="458"/>
                    </ns1:cubicBezTo>
                    <ns1:cubicBezTo>
                      <ns1:pt x="95" y="459"/>
                      <ns1:pt x="97" y="463"/>
                      <ns1:pt x="96" y="465"/>
                    </ns1:cubicBezTo>
                    <ns1:cubicBezTo>
                      <ns1:pt x="95" y="467"/>
                      <ns1:pt x="93" y="468"/>
                      <ns1:pt x="91" y="469"/>
                    </ns1:cubicBezTo>
                    <ns1:cubicBezTo>
                      <ns1:pt x="90" y="470"/>
                      <ns1:pt x="89" y="469"/>
                      <ns1:pt x="87" y="470"/>
                    </ns1:cubicBezTo>
                    <ns1:cubicBezTo>
                      <ns1:pt x="87" y="472"/>
                      <ns1:pt x="86" y="475"/>
                      <ns1:pt x="86" y="477"/>
                    </ns1:cubicBezTo>
                    <ns1:cubicBezTo>
                      <ns1:pt x="94" y="478"/>
                      <ns1:pt x="99" y="476"/>
                      <ns1:pt x="101" y="469"/>
                    </ns1:cubicBezTo>
                    <ns1:cubicBezTo>
                      <ns1:pt x="105" y="462"/>
                      <ns1:pt x="104" y="456"/>
                      <ns1:pt x="98" y="451"/>
                    </ns1:cubicBezTo>
                    <ns1:cubicBezTo>
                      <ns1:pt x="90" y="446"/>
                      <ns1:pt x="82" y="444"/>
                      <ns1:pt x="72" y="445"/>
                    </ns1:cubicBezTo>
                    <ns1:cubicBezTo>
                      <ns1:pt x="66" y="446"/>
                      <ns1:pt x="61" y="452"/>
                      <ns1:pt x="61" y="460"/>
                    </ns1:cubicBezTo>
                    <ns1:cubicBezTo>
                      <ns1:pt x="61" y="467"/>
                      <ns1:pt x="64" y="471"/>
                      <ns1:pt x="71" y="474"/>
                    </ns1:cubicBezTo>
                    <ns1:cubicBezTo>
                      <ns1:pt x="72" y="472"/>
                      <ns1:pt x="73" y="469"/>
                      <ns1:pt x="73" y="466"/>
                    </ns1:cubicBezTo>
                    <ns1:close/>
                    <ns1:moveTo>
                      <ns1:pt x="287" y="988"/>
                    </ns1:moveTo>
                    <ns1:cubicBezTo>
                      <ns1:pt x="286" y="989"/>
                      <ns1:pt x="285" y="990"/>
                      <ns1:pt x="284" y="991"/>
                    </ns1:cubicBezTo>
                    <ns1:cubicBezTo>
                      <ns1:pt x="282" y="991"/>
                      <ns1:pt x="279" y="992"/>
                      <ns1:pt x="277" y="991"/>
                    </ns1:cubicBezTo>
                    <ns1:cubicBezTo>
                      <ns1:pt x="275" y="989"/>
                      <ns1:pt x="274" y="986"/>
                      <ns1:pt x="274" y="984"/>
                    </ns1:cubicBezTo>
                    <ns1:cubicBezTo>
                      <ns1:pt x="276" y="977"/>
                      <ns1:pt x="280" y="971"/>
                      <ns1:pt x="287" y="967"/>
                    </ns1:cubicBezTo>
                    <ns1:cubicBezTo>
                      <ns1:pt x="288" y="965"/>
                      <ns1:pt x="292" y="966"/>
                      <ns1:pt x="294" y="967"/>
                    </ns1:cubicBezTo>
                    <ns1:cubicBezTo>
                      <ns1:pt x="295" y="968"/>
                      <ns1:pt x="295" y="971"/>
                      <ns1:pt x="296" y="973"/>
                    </ns1:cubicBezTo>
                    <ns1:cubicBezTo>
                      <ns1:pt x="296" y="974"/>
                      <ns1:pt x="295" y="975"/>
                      <ns1:pt x="295" y="977"/>
                    </ns1:cubicBezTo>
                    <ns1:cubicBezTo>
                      <ns1:pt x="297" y="978"/>
                      <ns1:pt x="299" y="979"/>
                      <ns1:pt x="301" y="981"/>
                    </ns1:cubicBezTo>
                    <ns1:cubicBezTo>
                      <ns1:pt x="306" y="974"/>
                      <ns1:pt x="305" y="968"/>
                      <ns1:pt x="300" y="963"/>
                    </ns1:cubicBezTo>
                    <ns1:cubicBezTo>
                      <ns1:pt x="294" y="958"/>
                      <ns1:pt x="288" y="956"/>
                      <ns1:pt x="281" y="960"/>
                    </ns1:cubicBezTo>
                    <ns1:cubicBezTo>
                      <ns1:pt x="274" y="965"/>
                      <ns1:pt x="269" y="972"/>
                      <ns1:pt x="267" y="981"/>
                    </ns1:cubicBezTo>
                    <ns1:cubicBezTo>
                      <ns1:pt x="265" y="988"/>
                      <ns1:pt x="269" y="994"/>
                      <ns1:pt x="277" y="998"/>
                    </ns1:cubicBezTo>
                    <ns1:cubicBezTo>
                      <ns1:pt x="283" y="1001"/>
                      <ns1:pt x="288" y="999"/>
                      <ns1:pt x="293" y="993"/>
                    </ns1:cubicBezTo>
                    <ns1:cubicBezTo>
                      <ns1:pt x="291" y="991"/>
                      <ns1:pt x="289" y="990"/>
                      <ns1:pt x="287" y="988"/>
                    </ns1:cubicBezTo>
                    <ns1:close/>
                    <ns1:moveTo>
                      <ns1:pt x="1075" y="605"/>
                    </ns1:moveTo>
                    <ns1:cubicBezTo>
                      <ns1:pt x="1063" y="608"/>
                      <ns1:pt x="1052" y="610"/>
                      <ns1:pt x="1041" y="613"/>
                    </ns1:cubicBezTo>
                    <ns1:cubicBezTo>
                      <ns1:pt x="1041" y="616"/>
                      <ns1:pt x="1041" y="618"/>
                      <ns1:pt x="1041" y="621"/>
                    </ns1:cubicBezTo>
                    <ns1:cubicBezTo>
                      <ns1:pt x="1053" y="618"/>
                      <ns1:pt x="1064" y="615"/>
                      <ns1:pt x="1075" y="612"/>
                    </ns1:cubicBezTo>
                    <ns1:cubicBezTo>
                      <ns1:pt x="1083" y="610"/>
                      <ns1:pt x="1083" y="610"/>
                      <ns1:pt x="1083" y="602"/>
                    </ns1:cubicBezTo>
                    <ns1:cubicBezTo>
                      <ns1:pt x="1070" y="597"/>
                      <ns1:pt x="1057" y="591"/>
                      <ns1:pt x="1043" y="586"/>
                    </ns1:cubicBezTo>
                    <ns1:cubicBezTo>
                      <ns1:pt x="1043" y="593"/>
                      <ns1:pt x="1042" y="593"/>
                      <ns1:pt x="1049" y="596"/>
                    </ns1:cubicBezTo>
                    <ns1:cubicBezTo>
                      <ns1:pt x="1057" y="599"/>
                      <ns1:pt x="1065" y="602"/>
                      <ns1:pt x="1075" y="605"/>
                    </ns1:cubicBezTo>
                    <ns1:close/>
                    <ns1:moveTo>
                      <ns1:pt x="103" y="677"/>
                    </ns1:moveTo>
                    <ns1:cubicBezTo>
                      <ns1:pt x="89" y="681"/>
                      <ns1:pt x="76" y="684"/>
                      <ns1:pt x="63" y="688"/>
                    </ns1:cubicBezTo>
                    <ns1:cubicBezTo>
                      <ns1:pt x="64" y="690"/>
                      <ns1:pt x="64" y="693"/>
                      <ns1:pt x="65" y="695"/>
                    </ns1:cubicBezTo>
                    <ns1:cubicBezTo>
                      <ns1:pt x="71" y="694"/>
                      <ns1:pt x="76" y="692"/>
                      <ns1:pt x="82" y="691"/>
                    </ns1:cubicBezTo>
                    <ns1:cubicBezTo>
                      <ns1:pt x="83" y="696"/>
                      <ns1:pt x="84" y="700"/>
                      <ns1:pt x="86" y="705"/>
                    </ns1:cubicBezTo>
                    <ns1:cubicBezTo>
                      <ns1:pt x="88" y="705"/>
                      <ns1:pt x="90" y="704"/>
                      <ns1:pt x="92" y="704"/>
                    </ns1:cubicBezTo>
                    <ns1:cubicBezTo>
                      <ns1:pt x="91" y="699"/>
                      <ns1:pt x="90" y="694"/>
                      <ns1:pt x="89" y="689"/>
                    </ns1:cubicBezTo>
                    <ns1:cubicBezTo>
                      <ns1:pt x="92" y="688"/>
                      <ns1:pt x="95" y="688"/>
                      <ns1:pt x="98" y="687"/>
                    </ns1:cubicBezTo>
                    <ns1:cubicBezTo>
                      <ns1:pt x="99" y="692"/>
                      <ns1:pt x="101" y="697"/>
                      <ns1:pt x="102" y="702"/>
                    </ns1:cubicBezTo>
                    <ns1:cubicBezTo>
                      <ns1:pt x="105" y="701"/>
                      <ns1:pt x="106" y="701"/>
                      <ns1:pt x="109" y="700"/>
                    </ns1:cubicBezTo>
                    <ns1:cubicBezTo>
                      <ns1:pt x="107" y="693"/>
                      <ns1:pt x="105" y="685"/>
                      <ns1:pt x="103" y="677"/>
                    </ns1:cubicBezTo>
                    <ns1:close/>
                    <ns1:moveTo>
                      <ns1:pt x="1027" y="444"/>
                    </ns1:moveTo>
                    <ns1:cubicBezTo>
                      <ns1:pt x="1039" y="437"/>
                      <ns1:pt x="1047" y="423"/>
                      <ns1:pt x="1063" y="421"/>
                    </ns1:cubicBezTo>
                    <ns1:cubicBezTo>
                      <ns1:pt x="1062" y="418"/>
                      <ns1:pt x="1061" y="416"/>
                      <ns1:pt x="1060" y="413"/>
                    </ns1:cubicBezTo>
                    <ns1:cubicBezTo>
                      <ns1:pt x="1046" y="421"/>
                      <ns1:pt x="1032" y="414"/>
                      <ns1:pt x="1018" y="414"/>
                    </ns1:cubicBezTo>
                    <ns1:cubicBezTo>
                      <ns1:pt x="1019" y="421"/>
                      <ns1:pt x="1019" y="421"/>
                      <ns1:pt x="1025" y="422"/>
                    </ns1:cubicBezTo>
                    <ns1:cubicBezTo>
                      <ns1:pt x="1030" y="422"/>
                      <ns1:pt x="1034" y="423"/>
                      <ns1:pt x="1040" y="423"/>
                    </ns1:cubicBezTo>
                    <ns1:cubicBezTo>
                      <ns1:pt x="1036" y="426"/>
                      <ns1:pt x="1034" y="429"/>
                      <ns1:pt x="1031" y="431"/>
                    </ns1:cubicBezTo>
                    <ns1:cubicBezTo>
                      <ns1:pt x="1024" y="436"/>
                      <ns1:pt x="1024" y="436"/>
                      <ns1:pt x="1027" y="444"/>
                    </ns1:cubicBezTo>
                    <ns1:close/>
                    <ns1:moveTo>
                      <ns1:pt x="555" y="1052"/>
                    </ns1:moveTo>
                    <ns1:cubicBezTo>
                      <ns1:pt x="559" y="1052"/>
                      <ns1:pt x="562" y="1052"/>
                      <ns1:pt x="566" y="1052"/>
                    </ns1:cubicBezTo>
                    <ns1:cubicBezTo>
                      <ns1:pt x="566" y="1050"/>
                      <ns1:pt x="566" y="1048"/>
                      <ns1:pt x="566" y="1045"/>
                    </ns1:cubicBezTo>
                    <ns1:cubicBezTo>
                      <ns1:pt x="556" y="1045"/>
                      <ns1:pt x="546" y="1045"/>
                      <ns1:pt x="536" y="1045"/>
                    </ns1:cubicBezTo>
                    <ns1:cubicBezTo>
                      <ns1:pt x="536" y="1047"/>
                      <ns1:pt x="536" y="1049"/>
                      <ns1:pt x="536" y="1052"/>
                    </ns1:cubicBezTo>
                    <ns1:cubicBezTo>
                      <ns1:pt x="540" y="1052"/>
                      <ns1:pt x="543" y="1052"/>
                      <ns1:pt x="546" y="1052"/>
                    </ns1:cubicBezTo>
                    <ns1:cubicBezTo>
                      <ns1:pt x="546" y="1064"/>
                      <ns1:pt x="546" y="1075"/>
                      <ns1:pt x="546" y="1086"/>
                    </ns1:cubicBezTo>
                    <ns1:cubicBezTo>
                      <ns1:pt x="549" y="1086"/>
                      <ns1:pt x="551" y="1086"/>
                      <ns1:pt x="555" y="1086"/>
                    </ns1:cubicBezTo>
                    <ns1:cubicBezTo>
                      <ns1:pt x="555" y="1075"/>
                      <ns1:pt x="555" y="1064"/>
                      <ns1:pt x="555" y="1052"/>
                    </ns1:cubicBezTo>
                    <ns1:close/>
                    <ns1:moveTo>
                      <ns1:pt x="1038" y="463"/>
                    </ns1:moveTo>
                    <ns1:cubicBezTo>
                      <ns1:pt x="1050" y="460"/>
                      <ns1:pt x="1061" y="457"/>
                      <ns1:pt x="1072" y="455"/>
                    </ns1:cubicBezTo>
                    <ns1:cubicBezTo>
                      <ns1:pt x="1071" y="452"/>
                      <ns1:pt x="1070" y="450"/>
                      <ns1:pt x="1070" y="447"/>
                    </ns1:cubicBezTo>
                    <ns1:cubicBezTo>
                      <ns1:pt x="1058" y="450"/>
                      <ns1:pt x="1048" y="452"/>
                      <ns1:pt x="1037" y="455"/>
                    </ns1:cubicBezTo>
                    <ns1:cubicBezTo>
                      <ns1:pt x="1036" y="451"/>
                      <ns1:pt x="1035" y="448"/>
                      <ns1:pt x="1034" y="444"/>
                    </ns1:cubicBezTo>
                    <ns1:cubicBezTo>
                      <ns1:pt x="1032" y="445"/>
                      <ns1:pt x="1030" y="445"/>
                      <ns1:pt x="1027" y="446"/>
                    </ns1:cubicBezTo>
                    <ns1:cubicBezTo>
                      <ns1:pt x="1030" y="456"/>
                      <ns1:pt x="1032" y="465"/>
                      <ns1:pt x="1034" y="475"/>
                    </ns1:cubicBezTo>
                    <ns1:cubicBezTo>
                      <ns1:pt x="1037" y="474"/>
                      <ns1:pt x="1038" y="474"/>
                      <ns1:pt x="1041" y="473"/>
                    </ns1:cubicBezTo>
                    <ns1:cubicBezTo>
                      <ns1:pt x="1040" y="470"/>
                      <ns1:pt x="1039" y="466"/>
                      <ns1:pt x="1038" y="463"/>
                    </ns1:cubicBezTo>
                    <ns1:close/>
                    <ns1:moveTo>
                      <ns1:pt x="783" y="1040"/>
                    </ns1:moveTo>
                    <ns1:cubicBezTo>
                      <ns1:pt x="778" y="1029"/>
                      <ns1:pt x="773" y="1019"/>
                      <ns1:pt x="769" y="1009"/>
                    </ns1:cubicBezTo>
                    <ns1:cubicBezTo>
                      <ns1:pt x="772" y="1007"/>
                      <ns1:pt x="775" y="1005"/>
                      <ns1:pt x="779" y="1004"/>
                    </ns1:cubicBezTo>
                    <ns1:cubicBezTo>
                      <ns1:pt x="778" y="1002"/>
                      <ns1:pt x="777" y="1000"/>
                      <ns1:pt x="776" y="998"/>
                    </ns1:cubicBezTo>
                    <ns1:cubicBezTo>
                      <ns1:pt x="766" y="1002"/>
                      <ns1:pt x="758" y="1006"/>
                      <ns1:pt x="749" y="1010"/>
                    </ns1:cubicBezTo>
                    <ns1:cubicBezTo>
                      <ns1:pt x="750" y="1012"/>
                      <ns1:pt x="750" y="1014"/>
                      <ns1:pt x="751" y="1016"/>
                    </ns1:cubicBezTo>
                    <ns1:cubicBezTo>
                      <ns1:pt x="755" y="1015"/>
                      <ns1:pt x="758" y="1013"/>
                      <ns1:pt x="761" y="1012"/>
                    </ns1:cubicBezTo>
                    <ns1:cubicBezTo>
                      <ns1:pt x="766" y="1022"/>
                      <ns1:pt x="771" y="1032"/>
                      <ns1:pt x="775" y="1043"/>
                    </ns1:cubicBezTo>
                    <ns1:cubicBezTo>
                      <ns1:pt x="778" y="1042"/>
                      <ns1:pt x="780" y="1041"/>
                      <ns1:pt x="783" y="1040"/>
                    </ns1:cubicBezTo>
                    <ns1:close/>
                    <ns1:moveTo>
                      <ns1:pt x="271" y="943"/>
                    </ns1:moveTo>
                    <ns1:cubicBezTo>
                      <ns1:pt x="264" y="937"/>
                      <ns1:pt x="256" y="930"/>
                      <ns1:pt x="249" y="924"/>
                    </ns1:cubicBezTo>
                    <ns1:cubicBezTo>
                      <ns1:pt x="247" y="926"/>
                      <ns1:pt x="246" y="927"/>
                      <ns1:pt x="244" y="929"/>
                    </ns1:cubicBezTo>
                    <ns1:cubicBezTo>
                      <ns1:pt x="247" y="932"/>
                      <ns1:pt x="250" y="934"/>
                      <ns1:pt x="252" y="936"/>
                    </ns1:cubicBezTo>
                    <ns1:cubicBezTo>
                      <ns1:pt x="249" y="941"/>
                      <ns1:pt x="245" y="945"/>
                      <ns1:pt x="242" y="949"/>
                    </ns1:cubicBezTo>
                    <ns1:cubicBezTo>
                      <ns1:pt x="238" y="954"/>
                      <ns1:pt x="234" y="958"/>
                      <ns1:pt x="231" y="962"/>
                    </ns1:cubicBezTo>
                    <ns1:cubicBezTo>
                      <ns1:pt x="233" y="964"/>
                      <ns1:pt x="234" y="966"/>
                      <ns1:pt x="237" y="967"/>
                    </ns1:cubicBezTo>
                    <ns1:cubicBezTo>
                      <ns1:pt x="240" y="963"/>
                      <ns1:pt x="244" y="959"/>
                      <ns1:pt x="248" y="954"/>
                    </ns1:cubicBezTo>
                    <ns1:cubicBezTo>
                      <ns1:pt x="251" y="950"/>
                      <ns1:pt x="255" y="946"/>
                      <ns1:pt x="259" y="941"/>
                    </ns1:cubicBezTo>
                    <ns1:cubicBezTo>
                      <ns1:pt x="262" y="944"/>
                      <ns1:pt x="264" y="946"/>
                      <ns1:pt x="267" y="948"/>
                    </ns1:cubicBezTo>
                    <ns1:cubicBezTo>
                      <ns1:pt x="268" y="947"/>
                      <ns1:pt x="270" y="945"/>
                      <ns1:pt x="271" y="943"/>
                    </ns1:cubicBezTo>
                    <ns1:close/>
                    <ns1:moveTo>
                      <ns1:pt x="968" y="876"/>
                    </ns1:moveTo>
                    <ns1:cubicBezTo>
                      <ns1:pt x="974" y="881"/>
                      <ns1:pt x="980" y="881"/>
                      <ns1:pt x="984" y="876"/>
                    </ns1:cubicBezTo>
                    <ns1:cubicBezTo>
                      <ns1:pt x="990" y="870"/>
                      <ns1:pt x="990" y="863"/>
                      <ns1:pt x="984" y="858"/>
                    </ns1:cubicBezTo>
                    <ns1:cubicBezTo>
                      <ns1:pt x="976" y="852"/>
                      <ns1:pt x="968" y="846"/>
                      <ns1:pt x="959" y="840"/>
                    </ns1:cubicBezTo>
                    <ns1:cubicBezTo>
                      <ns1:pt x="958" y="842"/>
                      <ns1:pt x="956" y="844"/>
                      <ns1:pt x="955" y="846"/>
                    </ns1:cubicBezTo>
                    <ns1:cubicBezTo>
                      <ns1:pt x="962" y="852"/>
                      <ns1:pt x="969" y="857"/>
                      <ns1:pt x="977" y="862"/>
                    </ns1:cubicBezTo>
                    <ns1:cubicBezTo>
                      <ns1:pt x="979" y="864"/>
                      <ns1:pt x="983" y="867"/>
                      <ns1:pt x="980" y="871"/>
                    </ns1:cubicBezTo>
                    <ns1:cubicBezTo>
                      <ns1:pt x="978" y="874"/>
                      <ns1:pt x="975" y="871"/>
                      <ns1:pt x="972" y="870"/>
                    </ns1:cubicBezTo>
                    <ns1:cubicBezTo>
                      <ns1:pt x="972" y="870"/>
                      <ns1:pt x="972" y="870"/>
                      <ns1:pt x="971" y="871"/>
                    </ns1:cubicBezTo>
                    <ns1:cubicBezTo>
                      <ns1:pt x="970" y="872"/>
                      <ns1:pt x="969" y="874"/>
                      <ns1:pt x="968" y="876"/>
                    </ns1:cubicBezTo>
                    <ns1:close/>
                    <ns1:moveTo>
                      <ns1:pt x="58" y="608"/>
                    </ns1:moveTo>
                    <ns1:cubicBezTo>
                      <ns1:pt x="69" y="607"/>
                      <ns1:pt x="80" y="606"/>
                      <ns1:pt x="92" y="605"/>
                    </ns1:cubicBezTo>
                    <ns1:cubicBezTo>
                      <ns1:pt x="92" y="603"/>
                      <ns1:pt x="91" y="600"/>
                      <ns1:pt x="91" y="598"/>
                    </ns1:cubicBezTo>
                    <ns1:cubicBezTo>
                      <ns1:pt x="77" y="599"/>
                      <ns1:pt x="64" y="600"/>
                      <ns1:pt x="50" y="601"/>
                    </ns1:cubicBezTo>
                    <ns1:cubicBezTo>
                      <ns1:pt x="51" y="609"/>
                      <ns1:pt x="52" y="617"/>
                      <ns1:pt x="52" y="625"/>
                    </ns1:cubicBezTo>
                    <ns1:cubicBezTo>
                      <ns1:pt x="55" y="625"/>
                      <ns1:pt x="57" y="624"/>
                      <ns1:pt x="59" y="624"/>
                    </ns1:cubicBezTo>
                    <ns1:cubicBezTo>
                      <ns1:pt x="59" y="619"/>
                      <ns1:pt x="58" y="614"/>
                      <ns1:pt x="58" y="608"/>
                    </ns1:cubicBezTo>
                    <ns1:close/>
                    <ns1:moveTo>
                      <ns1:pt x="1075" y="470"/>
                    </ns1:moveTo>
                    <ns1:cubicBezTo>
                      <ns1:pt x="1061" y="473"/>
                      <ns1:pt x="1048" y="476"/>
                      <ns1:pt x="1034" y="478"/>
                    </ns1:cubicBezTo>
                    <ns1:cubicBezTo>
                      <ns1:pt x="1035" y="481"/>
                      <ns1:pt x="1036" y="483"/>
                      <ns1:pt x="1036" y="486"/>
                    </ns1:cubicBezTo>
                    <ns1:cubicBezTo>
                      <ns1:pt x="1050" y="483"/>
                      <ns1:pt x="1063" y="481"/>
                      <ns1:pt x="1076" y="478"/>
                    </ns1:cubicBezTo>
                    <ns1:cubicBezTo>
                      <ns1:pt x="1076" y="476"/>
                      <ns1:pt x="1075" y="473"/>
                      <ns1:pt x="1075" y="470"/>
                    </ns1:cubicBezTo>
                    <ns1:close/>
                    <ns1:moveTo>
                      <ns1:pt x="1040" y="624"/>
                    </ns1:moveTo>
                    <ns1:cubicBezTo>
                      <ns1:pt x="1040" y="627"/>
                      <ns1:pt x="1040" y="630"/>
                      <ns1:pt x="1039" y="632"/>
                    </ns1:cubicBezTo>
                    <ns1:cubicBezTo>
                      <ns1:pt x="1053" y="634"/>
                      <ns1:pt x="1066" y="635"/>
                      <ns1:pt x="1080" y="637"/>
                    </ns1:cubicBezTo>
                    <ns1:cubicBezTo>
                      <ns1:pt x="1080" y="634"/>
                      <ns1:pt x="1080" y="632"/>
                      <ns1:pt x="1081" y="629"/>
                    </ns1:cubicBezTo>
                    <ns1:cubicBezTo>
                      <ns1:pt x="1067" y="628"/>
                      <ns1:pt x="1054" y="626"/>
                      <ns1:pt x="1040" y="624"/>
                    </ns1:cubicBezTo>
                    <ns1:close/>
                    <ns1:moveTo>
                      <ns1:pt x="962" y="835"/>
                    </ns1:moveTo>
                    <ns1:cubicBezTo>
                      <ns1:pt x="974" y="843"/>
                      <ns1:pt x="985" y="850"/>
                      <ns1:pt x="997" y="858"/>
                    </ns1:cubicBezTo>
                    <ns1:cubicBezTo>
                      <ns1:pt x="998" y="855"/>
                      <ns1:pt x="999" y="853"/>
                      <ns1:pt x="1001" y="851"/>
                    </ns1:cubicBezTo>
                    <ns1:cubicBezTo>
                      <ns1:pt x="989" y="843"/>
                      <ns1:pt x="978" y="836"/>
                      <ns1:pt x="967" y="828"/>
                    </ns1:cubicBezTo>
                    <ns1:cubicBezTo>
                      <ns1:pt x="965" y="831"/>
                      <ns1:pt x="964" y="833"/>
                      <ns1:pt x="962" y="835"/>
                    </ns1:cubicBezTo>
                    <ns1:close/>
                    <ns1:moveTo>
                      <ns1:pt x="804" y="1029"/>
                    </ns1:moveTo>
                    <ns1:cubicBezTo>
                      <ns1:pt x="798" y="1016"/>
                      <ns1:pt x="792" y="1005"/>
                      <ns1:pt x="786" y="992"/>
                    </ns1:cubicBezTo>
                    <ns1:cubicBezTo>
                      <ns1:pt x="783" y="994"/>
                      <ns1:pt x="781" y="995"/>
                      <ns1:pt x="779" y="996"/>
                    </ns1:cubicBezTo>
                    <ns1:cubicBezTo>
                      <ns1:pt x="785" y="1008"/>
                      <ns1:pt x="791" y="1020"/>
                      <ns1:pt x="797" y="1032"/>
                    </ns1:cubicBezTo>
                    <ns1:cubicBezTo>
                      <ns1:pt x="800" y="1031"/>
                      <ns1:pt x="802" y="1030"/>
                      <ns1:pt x="804" y="1029"/>
                    </ns1:cubicBezTo>
                    <ns1:close/>
                    <ns1:moveTo>
                      <ns1:pt x="274" y="945"/>
                    </ns1:moveTo>
                    <ns1:cubicBezTo>
                      <ns1:pt x="266" y="956"/>
                      <ns1:pt x="257" y="967"/>
                      <ns1:pt x="249" y="978"/>
                    </ns1:cubicBezTo>
                    <ns1:cubicBezTo>
                      <ns1:pt x="251" y="979"/>
                      <ns1:pt x="253" y="981"/>
                      <ns1:pt x="255" y="982"/>
                    </ns1:cubicBezTo>
                    <ns1:cubicBezTo>
                      <ns1:pt x="264" y="971"/>
                      <ns1:pt x="272" y="961"/>
                      <ns1:pt x="280" y="950"/>
                    </ns1:cubicBezTo>
                    <ns1:cubicBezTo>
                      <ns1:pt x="278" y="948"/>
                      <ns1:pt x="276" y="947"/>
                      <ns1:pt x="274" y="945"/>
                    </ns1:cubicBezTo>
                    <ns1:close/>
                    <ns1:moveTo>
                      <ns1:pt x="275" y="177"/>
                    </ns1:moveTo>
                    <ns1:cubicBezTo>
                      <ns1:pt x="277" y="186"/>
                      <ns1:pt x="278" y="194"/>
                      <ns1:pt x="280" y="202"/>
                    </ns1:cubicBezTo>
                    <ns1:cubicBezTo>
                      <ns1:pt x="283" y="202"/>
                      <ns1:pt x="287" y="202"/>
                      <ns1:pt x="290" y="202"/>
                    </ns1:cubicBezTo>
                    <ns1:cubicBezTo>
                      <ns1:pt x="288" y="193"/>
                      <ns1:pt x="286" y="185"/>
                      <ns1:pt x="284" y="176"/>
                    </ns1:cubicBezTo>
                    <ns1:cubicBezTo>
                      <ns1:pt x="281" y="177"/>
                      <ns1:pt x="278" y="177"/>
                      <ns1:pt x="275" y="177"/>
                    </ns1:cubicBezTo>
                    <ns1:close/>
                    <ns1:moveTo>
                      <ns1:pt x="258" y="165"/>
                    </ns1:moveTo>
                    <ns1:cubicBezTo>
                      <ns1:pt x="258" y="169"/>
                      <ns1:pt x="259" y="172"/>
                      <ns1:pt x="259" y="175"/>
                    </ns1:cubicBezTo>
                    <ns1:cubicBezTo>
                      <ns1:pt x="264" y="175"/>
                      <ns1:pt x="269" y="174"/>
                      <ns1:pt x="274" y="174"/>
                    </ns1:cubicBezTo>
                    <ns1:cubicBezTo>
                      <ns1:pt x="274" y="171"/>
                      <ns1:pt x="274" y="168"/>
                      <ns1:pt x="274" y="164"/>
                    </ns1:cubicBezTo>
                    <ns1:cubicBezTo>
                      <ns1:pt x="269" y="164"/>
                      <ns1:pt x="264" y="165"/>
                      <ns1:pt x="258" y="165"/>
                    </ns1:cubicBezTo>
                    <ns1:close/>
                    <ns1:moveTo>
                      <ns1:pt x="185" y="208"/>
                    </ns1:moveTo>
                    <ns1:cubicBezTo>
                      <ns1:pt x="185" y="212"/>
                      <ns1:pt x="185" y="215"/>
                      <ns1:pt x="185" y="218"/>
                    </ns1:cubicBezTo>
                    <ns1:cubicBezTo>
                      <ns1:pt x="190" y="218"/>
                      <ns1:pt x="194" y="218"/>
                      <ns1:pt x="199" y="218"/>
                    </ns1:cubicBezTo>
                    <ns1:cubicBezTo>
                      <ns1:pt x="199" y="214"/>
                      <ns1:pt x="199" y="211"/>
                      <ns1:pt x="199" y="208"/>
                    </ns1:cubicBezTo>
                    <ns1:cubicBezTo>
                      <ns1:pt x="194" y="208"/>
                      <ns1:pt x="190" y="208"/>
                      <ns1:pt x="185" y="208"/>
                    </ns1:cubicBezTo>
                    <ns1:close/>
                    <ns1:moveTo>
                      <ns1:pt x="208" y="233"/>
                    </ns1:moveTo>
                    <ns1:cubicBezTo>
                      <ns1:pt x="208" y="230"/>
                      <ns1:pt x="208" y="227"/>
                      <ns1:pt x="208" y="224"/>
                    </ns1:cubicBezTo>
                    <ns1:cubicBezTo>
                      <ns1:pt x="203" y="224"/>
                      <ns1:pt x="199" y="224"/>
                      <ns1:pt x="194" y="224"/>
                    </ns1:cubicBezTo>
                    <ns1:cubicBezTo>
                      <ns1:pt x="194" y="227"/>
                      <ns1:pt x="194" y="230"/>
                      <ns1:pt x="194" y="233"/>
                    </ns1:cubicBezTo>
                    <ns1:cubicBezTo>
                      <ns1:pt x="199" y="233"/>
                      <ns1:pt x="203" y="233"/>
                      <ns1:pt x="208" y="233"/>
                    </ns1:cubicBezTo>
                    <ns1:close/>
                    <ns1:moveTo>
                      <ns1:pt x="434" y="75"/>
                    </ns1:moveTo>
                    <ns1:cubicBezTo>
                      <ns1:pt x="437" y="73"/>
                      <ns1:pt x="440" y="72"/>
                      <ns1:pt x="443" y="71"/>
                    </ns1:cubicBezTo>
                    <ns1:cubicBezTo>
                      <ns1:pt x="441" y="67"/>
                      <ns1:pt x="440" y="64"/>
                      <ns1:pt x="438" y="60"/>
                    </ns1:cubicBezTo>
                    <ns1:cubicBezTo>
                      <ns1:pt x="434" y="62"/>
                      <ns1:pt x="431" y="63"/>
                      <ns1:pt x="428" y="64"/>
                    </ns1:cubicBezTo>
                    <ns1:cubicBezTo>
                      <ns1:pt x="430" y="68"/>
                      <ns1:pt x="432" y="71"/>
                      <ns1:pt x="434" y="75"/>
                    </ns1:cubicBezTo>
                    <ns1:close/>
                    <ns1:moveTo>
                      <ns1:pt x="856" y="132"/>
                    </ns1:moveTo>
                    <ns1:cubicBezTo>
                      <ns1:pt x="855" y="137"/>
                      <ns1:pt x="853" y="140"/>
                      <ns1:pt x="852" y="144"/>
                    </ns1:cubicBezTo>
                    <ns1:cubicBezTo>
                      <ns1:pt x="855" y="145"/>
                      <ns1:pt x="858" y="147"/>
                      <ns1:pt x="861" y="148"/>
                    </ns1:cubicBezTo>
                    <ns1:cubicBezTo>
                      <ns1:pt x="863" y="144"/>
                      <ns1:pt x="864" y="141"/>
                      <ns1:pt x="866" y="137"/>
                    </ns1:cubicBezTo>
                    <ns1:cubicBezTo>
                      <ns1:pt x="862" y="135"/>
                      <ns1:pt x="859" y="134"/>
                      <ns1:pt x="856" y="132"/>
                    </ns1:cubicBezTo>
                    <ns1:close/>
                    <ns1:moveTo>
                      <ns1:pt x="872" y="976"/>
                    </ns1:moveTo>
                    <ns1:cubicBezTo>
                      <ns1:pt x="875" y="978"/>
                      <ns1:pt x="875" y="984"/>
                      <ns1:pt x="880" y="982"/>
                    </ns1:cubicBezTo>
                    <ns1:cubicBezTo>
                      <ns1:pt x="881" y="984"/>
                      <ns1:pt x="882" y="986"/>
                      <ns1:pt x="882" y="989"/>
                    </ns1:cubicBezTo>
                    <ns1:cubicBezTo>
                      <ns1:pt x="887" y="983"/>
                      <ns1:pt x="885" y="977"/>
                      <ns1:pt x="877" y="972"/>
                    </ns1:cubicBezTo>
                    <ns1:cubicBezTo>
                      <ns1:pt x="875" y="973"/>
                      <ns1:pt x="874" y="974"/>
                      <ns1:pt x="872" y="976"/>
                    </ns1:cubicBezTo>
                    <ns1:close/>
                    <ns1:moveTo>
                      <ns1:pt x="509" y="97"/>
                    </ns1:moveTo>
                    <ns1:cubicBezTo>
                      <ns1:pt x="515" y="96"/>
                      <ns1:pt x="516" y="93"/>
                      <ns1:pt x="511" y="86"/>
                    </ns1:cubicBezTo>
                    <ns1:cubicBezTo>
                      <ns1:pt x="509" y="87"/>
                      <ns1:pt x="508" y="87"/>
                      <ns1:pt x="506" y="88"/>
                    </ns1:cubicBezTo>
                    <ns1:cubicBezTo>
                      <ns1:pt x="507" y="91"/>
                      <ns1:pt x="508" y="94"/>
                      <ns1:pt x="509" y="97"/>
                    </ns1:cubicBezTo>
                    <ns1:close/>
                    <ns1:moveTo>
                      <ns1:pt x="676" y="105"/>
                    </ns1:moveTo>
                    <ns1:cubicBezTo>
                      <ns1:pt x="676" y="102"/>
                      <ns1:pt x="676" y="99"/>
                      <ns1:pt x="676" y="95"/>
                    </ns1:cubicBezTo>
                    <ns1:cubicBezTo>
                      <ns1:pt x="674" y="95"/>
                      <ns1:pt x="673" y="95"/>
                      <ns1:pt x="671" y="95"/>
                    </ns1:cubicBezTo>
                    <ns1:cubicBezTo>
                      <ns1:pt x="670" y="99"/>
                      <ns1:pt x="670" y="102"/>
                      <ns1:pt x="670" y="105"/>
                    </ns1:cubicBezTo>
                    <ns1:cubicBezTo>
                      <ns1:pt x="672" y="105"/>
                      <ns1:pt x="673" y="105"/>
                      <ns1:pt x="676" y="10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5" name="Freeform 9"/>
              <ns0:cNvSpPr/>
              <ns0:nvPr/>
            </ns0:nvSpPr>
            <ns0:spPr bwMode="auto">
              <ns1:xfrm>
                <ns1:off x="7246938" y="4954588"/>
                <ns1:ext cx="57150" cy="63500"/>
              </ns1:xfrm>
              <ns1:custGeom>
                <ns1:avLst/>
                <ns1:gdLst>
                  <ns1:gd name="T0" fmla="*/ 0 w 15"/>
                  <ns1:gd name="T1" fmla="*/ 4 h 17"/>
                  <ns1:gd name="T2" fmla="*/ 5 w 15"/>
                  <ns1:gd name="T3" fmla="*/ 0 h 17"/>
                  <ns1:gd name="T4" fmla="*/ 10 w 15"/>
                  <ns1:gd name="T5" fmla="*/ 17 h 17"/>
                  <ns1:gd name="T6" fmla="*/ 8 w 15"/>
                  <ns1:gd name="T7" fmla="*/ 10 h 17"/>
                  <ns1:gd name="T8" fmla="*/ 0 w 15"/>
                  <ns1:gd name="T9" fmla="*/ 4 h 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5" h="17">
                    <ns1:moveTo>
                      <ns1:pt x="0" y="4"/>
                    </ns1:moveTo>
                    <ns1:cubicBezTo>
                      <ns1:pt x="2" y="2"/>
                      <ns1:pt x="3" y="1"/>
                      <ns1:pt x="5" y="0"/>
                    </ns1:cubicBezTo>
                    <ns1:cubicBezTo>
                      <ns1:pt x="13" y="5"/>
                      <ns1:pt x="15" y="11"/>
                      <ns1:pt x="10" y="17"/>
                    </ns1:cubicBezTo>
                    <ns1:cubicBezTo>
                      <ns1:pt x="10" y="14"/>
                      <ns1:pt x="9" y="12"/>
                      <ns1:pt x="8" y="10"/>
                    </ns1:cubicBezTo>
                    <ns1:cubicBezTo>
                      <ns1:pt x="3" y="12"/>
                      <ns1:pt x="3" y="6"/>
                      <ns1:pt x="0" y="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6" name="Freeform 13"/>
              <ns0:cNvSpPr>
                <ns1:spLocks noEditPoints="1"/>
              </ns0:cNvSpPr>
              <ns0:nvPr/>
            </ns0:nvSpPr>
            <ns0:spPr bwMode="auto">
              <ns1:xfrm>
                <ns1:off x="4813300" y="2979738"/>
                <ns1:ext cx="2762250" cy="1547813"/>
              </ns1:xfrm>
              <ns1:custGeom>
                <ns1:avLst/>
                <ns1:gdLst>
                  <ns1:gd name="T0" fmla="*/ 571 w 732"/>
                  <ns1:gd name="T1" fmla="*/ 6 h 410"/>
                  <ns1:gd name="T2" fmla="*/ 701 w 732"/>
                  <ns1:gd name="T3" fmla="*/ 59 h 410"/>
                  <ns1:gd name="T4" fmla="*/ 696 w 732"/>
                  <ns1:gd name="T5" fmla="*/ 222 h 410"/>
                  <ns1:gd name="T6" fmla="*/ 426 w 732"/>
                  <ns1:gd name="T7" fmla="*/ 377 h 410"/>
                  <ns1:gd name="T8" fmla="*/ 271 w 732"/>
                  <ns1:gd name="T9" fmla="*/ 410 h 410"/>
                  <ns1:gd name="T10" fmla="*/ 267 w 732"/>
                  <ns1:gd name="T11" fmla="*/ 409 h 410"/>
                  <ns1:gd name="T12" fmla="*/ 410 w 732"/>
                  <ns1:gd name="T13" fmla="*/ 368 h 410"/>
                  <ns1:gd name="T14" fmla="*/ 249 w 732"/>
                  <ns1:gd name="T15" fmla="*/ 394 h 410"/>
                  <ns1:gd name="T16" fmla="*/ 308 w 732"/>
                  <ns1:gd name="T17" fmla="*/ 376 h 410"/>
                  <ns1:gd name="T18" fmla="*/ 305 w 732"/>
                  <ns1:gd name="T19" fmla="*/ 373 h 410"/>
                  <ns1:gd name="T20" fmla="*/ 378 w 732"/>
                  <ns1:gd name="T21" fmla="*/ 349 h 410"/>
                  <ns1:gd name="T22" fmla="*/ 334 w 732"/>
                  <ns1:gd name="T23" fmla="*/ 351 h 410"/>
                  <ns1:gd name="T24" fmla="*/ 340 w 732"/>
                  <ns1:gd name="T25" fmla="*/ 345 h 410"/>
                  <ns1:gd name="T26" fmla="*/ 427 w 732"/>
                  <ns1:gd name="T27" fmla="*/ 317 h 410"/>
                  <ns1:gd name="T28" fmla="*/ 405 w 732"/>
                  <ns1:gd name="T29" fmla="*/ 320 h 410"/>
                  <ns1:gd name="T30" fmla="*/ 268 w 732"/>
                  <ns1:gd name="T31" fmla="*/ 340 h 410"/>
                  <ns1:gd name="T32" fmla="*/ 322 w 732"/>
                  <ns1:gd name="T33" fmla="*/ 321 h 410"/>
                  <ns1:gd name="T34" fmla="*/ 329 w 732"/>
                  <ns1:gd name="T35" fmla="*/ 315 h 410"/>
                  <ns1:gd name="T36" fmla="*/ 214 w 732"/>
                  <ns1:gd name="T37" fmla="*/ 338 h 410"/>
                  <ns1:gd name="T38" fmla="*/ 186 w 732"/>
                  <ns1:gd name="T39" fmla="*/ 339 h 410"/>
                  <ns1:gd name="T40" fmla="*/ 189 w 732"/>
                  <ns1:gd name="T41" fmla="*/ 335 h 410"/>
                  <ns1:gd name="T42" fmla="*/ 141 w 732"/>
                  <ns1:gd name="T43" fmla="*/ 341 h 410"/>
                  <ns1:gd name="T44" fmla="*/ 122 w 732"/>
                  <ns1:gd name="T45" fmla="*/ 345 h 410"/>
                  <ns1:gd name="T46" fmla="*/ 29 w 732"/>
                  <ns1:gd name="T47" fmla="*/ 353 h 410"/>
                  <ns1:gd name="T48" fmla="*/ 30 w 732"/>
                  <ns1:gd name="T49" fmla="*/ 349 h 410"/>
                  <ns1:gd name="T50" fmla="*/ 0 w 732"/>
                  <ns1:gd name="T51" fmla="*/ 349 h 410"/>
                  <ns1:gd name="T52" fmla="*/ 17 w 732"/>
                  <ns1:gd name="T53" fmla="*/ 346 h 410"/>
                  <ns1:gd name="T54" fmla="*/ 462 w 732"/>
                  <ns1:gd name="T55" fmla="*/ 247 h 410"/>
                  <ns1:gd name="T56" fmla="*/ 638 w 732"/>
                  <ns1:gd name="T57" fmla="*/ 127 h 410"/>
                  <ns1:gd name="T58" fmla="*/ 633 w 732"/>
                  <ns1:gd name="T59" fmla="*/ 52 h 410"/>
                  <ns1:gd name="T60" fmla="*/ 522 w 732"/>
                  <ns1:gd name="T61" fmla="*/ 2 h 410"/>
                  <ns1:gd name="T62" fmla="*/ 521 w 732"/>
                  <ns1:gd name="T63" fmla="*/ 0 h 410"/>
                  <ns1:gd name="T64" fmla="*/ 419 w 732"/>
                  <ns1:gd name="T65" fmla="*/ 364 h 410"/>
                  <ns1:gd name="T66" fmla="*/ 417 w 732"/>
                  <ns1:gd name="T67" fmla="*/ 365 h 410"/>
                  <ns1:gd name="T68" fmla="*/ 430 w 732"/>
                  <ns1:gd name="T69" fmla="*/ 315 h 410"/>
                  <ns1:gd name="T70" fmla="*/ 429 w 732"/>
                  <ns1:gd name="T71" fmla="*/ 316 h 41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732" h="410">
                    <ns1:moveTo>
                      <ns1:pt x="521" y="0"/>
                    </ns1:moveTo>
                    <ns1:cubicBezTo>
                      <ns1:pt x="537" y="2"/>
                      <ns1:pt x="554" y="4"/>
                      <ns1:pt x="571" y="6"/>
                    </ns1:cubicBezTo>
                    <ns1:cubicBezTo>
                      <ns1:pt x="601" y="10"/>
                      <ns1:pt x="630" y="17"/>
                      <ns1:pt x="658" y="30"/>
                    </ns1:cubicBezTo>
                    <ns1:cubicBezTo>
                      <ns1:pt x="674" y="37"/>
                      <ns1:pt x="689" y="46"/>
                      <ns1:pt x="701" y="59"/>
                    </ns1:cubicBezTo>
                    <ns1:cubicBezTo>
                      <ns1:pt x="723" y="81"/>
                      <ns1:pt x="732" y="107"/>
                      <ns1:pt x="729" y="138"/>
                    </ns1:cubicBezTo>
                    <ns1:cubicBezTo>
                      <ns1:pt x="726" y="169"/>
                      <ns1:pt x="714" y="196"/>
                      <ns1:pt x="696" y="222"/>
                    </ns1:cubicBezTo>
                    <ns1:cubicBezTo>
                      <ns1:pt x="669" y="260"/>
                      <ns1:pt x="633" y="288"/>
                      <ns1:pt x="592" y="310"/>
                    </ns1:cubicBezTo>
                    <ns1:cubicBezTo>
                      <ns1:pt x="539" y="339"/>
                      <ns1:pt x="484" y="361"/>
                      <ns1:pt x="426" y="377"/>
                    </ns1:cubicBezTo>
                    <ns1:cubicBezTo>
                      <ns1:pt x="380" y="391"/>
                      <ns1:pt x="334" y="400"/>
                      <ns1:pt x="287" y="408"/>
                    </ns1:cubicBezTo>
                    <ns1:cubicBezTo>
                      <ns1:pt x="282" y="409"/>
                      <ns1:pt x="276" y="409"/>
                      <ns1:pt x="271" y="410"/>
                    </ns1:cubicBezTo>
                    <ns1:cubicBezTo>
                      <ns1:pt x="270" y="410"/>
                      <ns1:pt x="269" y="410"/>
                      <ns1:pt x="267" y="410"/>
                    </ns1:cubicBezTo>
                    <ns1:cubicBezTo>
                      <ns1:pt x="267" y="409"/>
                      <ns1:pt x="267" y="409"/>
                      <ns1:pt x="267" y="409"/>
                    </ns1:cubicBezTo>
                    <ns1:cubicBezTo>
                      <ns1:pt x="274" y="406"/>
                      <ns1:pt x="281" y="402"/>
                      <ns1:pt x="289" y="401"/>
                    </ns1:cubicBezTo>
                    <ns1:cubicBezTo>
                      <ns1:pt x="330" y="391"/>
                      <ns1:pt x="371" y="382"/>
                      <ns1:pt x="410" y="368"/>
                    </ns1:cubicBezTo>
                    <ns1:cubicBezTo>
                      <ns1:pt x="412" y="367"/>
                      <ns1:pt x="414" y="366"/>
                      <ns1:pt x="416" y="365"/>
                    </ns1:cubicBezTo>
                    <ns1:cubicBezTo>
                      <ns1:pt x="361" y="377"/>
                      <ns1:pt x="306" y="388"/>
                      <ns1:pt x="249" y="394"/>
                    </ns1:cubicBezTo>
                    <ns1:cubicBezTo>
                      <ns1:pt x="258" y="388"/>
                      <ns1:pt x="268" y="386"/>
                      <ns1:pt x="278" y="383"/>
                    </ns1:cubicBezTo>
                    <ns1:cubicBezTo>
                      <ns1:pt x="287" y="381"/>
                      <ns1:pt x="297" y="379"/>
                      <ns1:pt x="308" y="376"/>
                    </ns1:cubicBezTo>
                    <ns1:cubicBezTo>
                      <ns1:pt x="305" y="375"/>
                      <ns1:pt x="304" y="375"/>
                      <ns1:pt x="301" y="374"/>
                    </ns1:cubicBezTo>
                    <ns1:cubicBezTo>
                      <ns1:pt x="303" y="373"/>
                      <ns1:pt x="304" y="373"/>
                      <ns1:pt x="305" y="373"/>
                    </ns1:cubicBezTo>
                    <ns1:cubicBezTo>
                      <ns1:pt x="328" y="367"/>
                      <ns1:pt x="351" y="361"/>
                      <ns1:pt x="374" y="355"/>
                    </ns1:cubicBezTo>
                    <ns1:cubicBezTo>
                      <ns1:pt x="377" y="354"/>
                      <ns1:pt x="380" y="354"/>
                      <ns1:pt x="378" y="349"/>
                    </ns1:cubicBezTo>
                    <ns1:cubicBezTo>
                      <ns1:pt x="378" y="348"/>
                      <ns1:pt x="381" y="346"/>
                      <ns1:pt x="382" y="344"/>
                    </ns1:cubicBezTo>
                    <ns1:cubicBezTo>
                      <ns1:pt x="366" y="346"/>
                      <ns1:pt x="350" y="348"/>
                      <ns1:pt x="334" y="351"/>
                    </ns1:cubicBezTo>
                    <ns1:cubicBezTo>
                      <ns1:pt x="333" y="350"/>
                      <ns1:pt x="333" y="350"/>
                      <ns1:pt x="333" y="349"/>
                    </ns1:cubicBezTo>
                    <ns1:cubicBezTo>
                      <ns1:pt x="335" y="348"/>
                      <ns1:pt x="338" y="346"/>
                      <ns1:pt x="340" y="345"/>
                    </ns1:cubicBezTo>
                    <ns1:cubicBezTo>
                      <ns1:pt x="367" y="336"/>
                      <ns1:pt x="395" y="328"/>
                      <ns1:pt x="422" y="319"/>
                    </ns1:cubicBezTo>
                    <ns1:cubicBezTo>
                      <ns1:pt x="424" y="318"/>
                      <ns1:pt x="426" y="317"/>
                      <ns1:pt x="427" y="317"/>
                    </ns1:cubicBezTo>
                    <ns1:cubicBezTo>
                      <ns1:pt x="427" y="316"/>
                      <ns1:pt x="427" y="316"/>
                      <ns1:pt x="427" y="315"/>
                    </ns1:cubicBezTo>
                    <ns1:cubicBezTo>
                      <ns1:pt x="420" y="317"/>
                      <ns1:pt x="413" y="319"/>
                      <ns1:pt x="405" y="320"/>
                    </ns1:cubicBezTo>
                    <ns1:cubicBezTo>
                      <ns1:pt x="369" y="327"/>
                      <ns1:pt x="333" y="335"/>
                      <ns1:pt x="297" y="341"/>
                    </ns1:cubicBezTo>
                    <ns1:cubicBezTo>
                      <ns1:pt x="288" y="343"/>
                      <ns1:pt x="279" y="345"/>
                      <ns1:pt x="268" y="340"/>
                    </ns1:cubicBezTo>
                    <ns1:cubicBezTo>
                      <ns1:pt x="271" y="338"/>
                      <ns1:pt x="274" y="336"/>
                      <ns1:pt x="276" y="335"/>
                    </ns1:cubicBezTo>
                    <ns1:cubicBezTo>
                      <ns1:pt x="291" y="330"/>
                      <ns1:pt x="307" y="326"/>
                      <ns1:pt x="322" y="321"/>
                    </ns1:cubicBezTo>
                    <ns1:cubicBezTo>
                      <ns1:pt x="325" y="320"/>
                      <ns1:pt x="327" y="318"/>
                      <ns1:pt x="330" y="316"/>
                    </ns1:cubicBezTo>
                    <ns1:cubicBezTo>
                      <ns1:pt x="330" y="316"/>
                      <ns1:pt x="330" y="315"/>
                      <ns1:pt x="329" y="315"/>
                    </ns1:cubicBezTo>
                    <ns1:cubicBezTo>
                      <ns1:pt x="327" y="315"/>
                      <ns1:pt x="325" y="315"/>
                      <ns1:pt x="322" y="316"/>
                    </ns1:cubicBezTo>
                    <ns1:cubicBezTo>
                      <ns1:pt x="286" y="323"/>
                      <ns1:pt x="250" y="331"/>
                      <ns1:pt x="214" y="338"/>
                    </ns1:cubicBezTo>
                    <ns1:cubicBezTo>
                      <ns1:pt x="209" y="339"/>
                      <ns1:pt x="205" y="340"/>
                      <ns1:pt x="200" y="340"/>
                    </ns1:cubicBezTo>
                    <ns1:cubicBezTo>
                      <ns1:pt x="195" y="341"/>
                      <ns1:pt x="191" y="340"/>
                      <ns1:pt x="186" y="339"/>
                    </ns1:cubicBezTo>
                    <ns1:cubicBezTo>
                      <ns1:pt x="188" y="338"/>
                      <ns1:pt x="189" y="337"/>
                      <ns1:pt x="190" y="336"/>
                    </ns1:cubicBezTo>
                    <ns1:cubicBezTo>
                      <ns1:pt x="189" y="335"/>
                      <ns1:pt x="189" y="335"/>
                      <ns1:pt x="189" y="335"/>
                    </ns1:cubicBezTo>
                    <ns1:cubicBezTo>
                      <ns1:pt x="174" y="337"/>
                      <ns1:pt x="159" y="339"/>
                      <ns1:pt x="145" y="340"/>
                    </ns1:cubicBezTo>
                    <ns1:cubicBezTo>
                      <ns1:pt x="144" y="340"/>
                      <ns1:pt x="142" y="341"/>
                      <ns1:pt x="141" y="341"/>
                    </ns1:cubicBezTo>
                    <ns1:cubicBezTo>
                      <ns1:pt x="135" y="339"/>
                      <ns1:pt x="130" y="340"/>
                      <ns1:pt x="125" y="344"/>
                    </ns1:cubicBezTo>
                    <ns1:cubicBezTo>
                      <ns1:pt x="124" y="345"/>
                      <ns1:pt x="123" y="345"/>
                      <ns1:pt x="122" y="345"/>
                    </ns1:cubicBezTo>
                    <ns1:cubicBezTo>
                      <ns1:pt x="106" y="342"/>
                      <ns1:pt x="90" y="347"/>
                      <ns1:pt x="75" y="348"/>
                    </ns1:cubicBezTo>
                    <ns1:cubicBezTo>
                      <ns1:pt x="59" y="350"/>
                      <ns1:pt x="44" y="351"/>
                      <ns1:pt x="29" y="353"/>
                    </ns1:cubicBezTo>
                    <ns1:cubicBezTo>
                      <ns1:pt x="28" y="353"/>
                      <ns1:pt x="26" y="353"/>
                      <ns1:pt x="25" y="352"/>
                    </ns1:cubicBezTo>
                    <ns1:cubicBezTo>
                      <ns1:pt x="27" y="351"/>
                      <ns1:pt x="29" y="350"/>
                      <ns1:pt x="30" y="349"/>
                    </ns1:cubicBezTo>
                    <ns1:cubicBezTo>
                      <ns1:pt x="30" y="349"/>
                      <ns1:pt x="30" y="349"/>
                      <ns1:pt x="30" y="349"/>
                    </ns1:cubicBezTo>
                    <ns1:cubicBezTo>
                      <ns1:pt x="20" y="349"/>
                      <ns1:pt x="10" y="349"/>
                      <ns1:pt x="0" y="349"/>
                    </ns1:cubicBezTo>
                    <ns1:cubicBezTo>
                      <ns1:pt x="0" y="349"/>
                      <ns1:pt x="0" y="348"/>
                      <ns1:pt x="0" y="348"/>
                    </ns1:cubicBezTo>
                    <ns1:cubicBezTo>
                      <ns1:pt x="6" y="347"/>
                      <ns1:pt x="11" y="347"/>
                      <ns1:pt x="17" y="346"/>
                    </ns1:cubicBezTo>
                    <ns1:cubicBezTo>
                      <ns1:pt x="70" y="338"/>
                      <ns1:pt x="123" y="330"/>
                      <ns1:pt x="176" y="321"/>
                    </ns1:cubicBezTo>
                    <ns1:cubicBezTo>
                      <ns1:pt x="273" y="303"/>
                      <ns1:pt x="369" y="281"/>
                      <ns1:pt x="462" y="247"/>
                    </ns1:cubicBezTo>
                    <ns1:cubicBezTo>
                      <ns1:pt x="508" y="230"/>
                      <ns1:pt x="551" y="209"/>
                      <ns1:pt x="589" y="181"/>
                    </ns1:cubicBezTo>
                    <ns1:cubicBezTo>
                      <ns1:pt x="609" y="166"/>
                      <ns1:pt x="627" y="149"/>
                      <ns1:pt x="638" y="127"/>
                    </ns1:cubicBezTo>
                    <ns1:cubicBezTo>
                      <ns1:pt x="643" y="117"/>
                      <ns1:pt x="647" y="108"/>
                      <ns1:pt x="647" y="97"/>
                    </ns1:cubicBezTo>
                    <ns1:cubicBezTo>
                      <ns1:pt x="648" y="80"/>
                      <ns1:pt x="645" y="65"/>
                      <ns1:pt x="633" y="52"/>
                    </ns1:cubicBezTo>
                    <ns1:cubicBezTo>
                      <ns1:pt x="618" y="35"/>
                      <ns1:pt x="600" y="24"/>
                      <ns1:pt x="579" y="17"/>
                    </ns1:cubicBezTo>
                    <ns1:cubicBezTo>
                      <ns1:pt x="560" y="11"/>
                      <ns1:pt x="541" y="7"/>
                      <ns1:pt x="522" y="2"/>
                    </ns1:cubicBezTo>
                    <ns1:cubicBezTo>
                      <ns1:pt x="522" y="2"/>
                      <ns1:pt x="521" y="2"/>
                      <ns1:pt x="521" y="2"/>
                    </ns1:cubicBezTo>
                    <ns1:cubicBezTo>
                      <ns1:pt x="521" y="1"/>
                      <ns1:pt x="521" y="1"/>
                      <ns1:pt x="521" y="0"/>
                    </ns1:cubicBezTo>
                    <ns1:close/>
                    <ns1:moveTo>
                      <ns1:pt x="419" y="365"/>
                    </ns1:moveTo>
                    <ns1:cubicBezTo>
                      <ns1:pt x="419" y="365"/>
                      <ns1:pt x="419" y="364"/>
                      <ns1:pt x="419" y="364"/>
                    </ns1:cubicBezTo>
                    <ns1:cubicBezTo>
                      <ns1:pt x="418" y="364"/>
                      <ns1:pt x="418" y="364"/>
                      <ns1:pt x="417" y="364"/>
                    </ns1:cubicBezTo>
                    <ns1:cubicBezTo>
                      <ns1:pt x="417" y="365"/>
                      <ns1:pt x="417" y="365"/>
                      <ns1:pt x="417" y="365"/>
                    </ns1:cubicBezTo>
                    <ns1:cubicBezTo>
                      <ns1:pt x="418" y="365"/>
                      <ns1:pt x="418" y="365"/>
                      <ns1:pt x="419" y="365"/>
                    </ns1:cubicBezTo>
                    <ns1:close/>
                    <ns1:moveTo>
                      <ns1:pt x="430" y="315"/>
                    </ns1:moveTo>
                    <ns1:cubicBezTo>
                      <ns1:pt x="429" y="315"/>
                      <ns1:pt x="429" y="315"/>
                      <ns1:pt x="429" y="315"/>
                    </ns1:cubicBezTo>
                    <ns1:cubicBezTo>
                      <ns1:pt x="429" y="315"/>
                      <ns1:pt x="429" y="316"/>
                      <ns1:pt x="429" y="316"/>
                    </ns1:cubicBezTo>
                    <ns1:cubicBezTo>
                      <ns1:pt x="429" y="316"/>
                      <ns1:pt x="429" y="316"/>
                      <ns1:pt x="430" y="31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7" name="Freeform 14"/>
              <ns0:cNvSpPr/>
              <ns0:nvPr/>
            </ns0:nvSpPr>
            <ns0:spPr bwMode="auto">
              <ns1:xfrm>
                <ns1:off x="4594225" y="2511425"/>
                <ns1:ext cx="2105025" cy="1303338"/>
              </ns1:xfrm>
              <ns1:custGeom>
                <ns1:avLst/>
                <ns1:gdLst>
                  <ns1:gd name="T0" fmla="*/ 558 w 558"/>
                  <ns1:gd name="T1" fmla="*/ 1 h 345"/>
                  <ns1:gd name="T2" fmla="*/ 557 w 558"/>
                  <ns1:gd name="T3" fmla="*/ 5 h 345"/>
                  <ns1:gd name="T4" fmla="*/ 450 w 558"/>
                  <ns1:gd name="T5" fmla="*/ 164 h 345"/>
                  <ns1:gd name="T6" fmla="*/ 275 w 558"/>
                  <ns1:gd name="T7" fmla="*/ 287 h 345"/>
                  <ns1:gd name="T8" fmla="*/ 135 w 558"/>
                  <ns1:gd name="T9" fmla="*/ 336 h 345"/>
                  <ns1:gd name="T10" fmla="*/ 54 w 558"/>
                  <ns1:gd name="T11" fmla="*/ 343 h 345"/>
                  <ns1:gd name="T12" fmla="*/ 26 w 558"/>
                  <ns1:gd name="T13" fmla="*/ 338 h 345"/>
                  <ns1:gd name="T14" fmla="*/ 7 w 558"/>
                  <ns1:gd name="T15" fmla="*/ 293 h 345"/>
                  <ns1:gd name="T16" fmla="*/ 43 w 558"/>
                  <ns1:gd name="T17" fmla="*/ 248 h 345"/>
                  <ns1:gd name="T18" fmla="*/ 146 w 558"/>
                  <ns1:gd name="T19" fmla="*/ 190 h 345"/>
                  <ns1:gd name="T20" fmla="*/ 318 w 558"/>
                  <ns1:gd name="T21" fmla="*/ 140 h 345"/>
                  <ns1:gd name="T22" fmla="*/ 406 w 558"/>
                  <ns1:gd name="T23" fmla="*/ 126 h 345"/>
                  <ns1:gd name="T24" fmla="*/ 413 w 558"/>
                  <ns1:gd name="T25" fmla="*/ 127 h 345"/>
                  <ns1:gd name="T26" fmla="*/ 385 w 558"/>
                  <ns1:gd name="T27" fmla="*/ 133 h 345"/>
                  <ns1:gd name="T28" fmla="*/ 225 w 558"/>
                  <ns1:gd name="T29" fmla="*/ 185 h 345"/>
                  <ns1:gd name="T30" fmla="*/ 153 w 558"/>
                  <ns1:gd name="T31" fmla="*/ 230 h 345"/>
                  <ns1:gd name="T32" fmla="*/ 141 w 558"/>
                  <ns1:gd name="T33" fmla="*/ 244 h 345"/>
                  <ns1:gd name="T34" fmla="*/ 148 w 558"/>
                  <ns1:gd name="T35" fmla="*/ 260 h 345"/>
                  <ns1:gd name="T36" fmla="*/ 185 w 558"/>
                  <ns1:gd name="T37" fmla="*/ 258 h 345"/>
                  <ns1:gd name="T38" fmla="*/ 294 w 558"/>
                  <ns1:gd name="T39" fmla="*/ 219 h 345"/>
                  <ns1:gd name="T40" fmla="*/ 529 w 558"/>
                  <ns1:gd name="T41" fmla="*/ 39 h 345"/>
                  <ns1:gd name="T42" fmla="*/ 555 w 558"/>
                  <ns1:gd name="T43" fmla="*/ 4 h 345"/>
                  <ns1:gd name="T44" fmla="*/ 557 w 558"/>
                  <ns1:gd name="T45" fmla="*/ 0 h 345"/>
                  <ns1:gd name="T46" fmla="*/ 558 w 558"/>
                  <ns1:gd name="T47" fmla="*/ 1 h 34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</ns1:cxnLst>
                <ns1:rect l="0" t="0" r="r" b="b"/>
                <ns1:pathLst>
                  <ns1:path w="558" h="345">
                    <ns1:moveTo>
                      <ns1:pt x="558" y="1"/>
                    </ns1:moveTo>
                    <ns1:cubicBezTo>
                      <ns1:pt x="558" y="2"/>
                      <ns1:pt x="557" y="4"/>
                      <ns1:pt x="557" y="5"/>
                    </ns1:cubicBezTo>
                    <ns1:cubicBezTo>
                      <ns1:pt x="531" y="64"/>
                      <ns1:pt x="495" y="118"/>
                      <ns1:pt x="450" y="164"/>
                    </ns1:cubicBezTo>
                    <ns1:cubicBezTo>
                      <ns1:pt x="399" y="216"/>
                      <ns1:pt x="341" y="257"/>
                      <ns1:pt x="275" y="287"/>
                    </ns1:cubicBezTo>
                    <ns1:cubicBezTo>
                      <ns1:pt x="230" y="309"/>
                      <ns1:pt x="184" y="326"/>
                      <ns1:pt x="135" y="336"/>
                    </ns1:cubicBezTo>
                    <ns1:cubicBezTo>
                      <ns1:pt x="108" y="341"/>
                      <ns1:pt x="82" y="345"/>
                      <ns1:pt x="54" y="343"/>
                    </ns1:cubicBezTo>
                    <ns1:cubicBezTo>
                      <ns1:pt x="45" y="342"/>
                      <ns1:pt x="35" y="341"/>
                      <ns1:pt x="26" y="338"/>
                    </ns1:cubicBezTo>
                    <ns1:cubicBezTo>
                      <ns1:pt x="0" y="330"/>
                      <ns1:pt x="0" y="309"/>
                      <ns1:pt x="7" y="293"/>
                    </ns1:cubicBezTo>
                    <ns1:cubicBezTo>
                      <ns1:pt x="14" y="275"/>
                      <ns1:pt x="28" y="261"/>
                      <ns1:pt x="43" y="248"/>
                    </ns1:cubicBezTo>
                    <ns1:cubicBezTo>
                      <ns1:pt x="74" y="223"/>
                      <ns1:pt x="109" y="205"/>
                      <ns1:pt x="146" y="190"/>
                    </ns1:cubicBezTo>
                    <ns1:cubicBezTo>
                      <ns1:pt x="202" y="167"/>
                      <ns1:pt x="259" y="151"/>
                      <ns1:pt x="318" y="140"/>
                    </ns1:cubicBezTo>
                    <ns1:cubicBezTo>
                      <ns1:pt x="347" y="134"/>
                      <ns1:pt x="377" y="131"/>
                      <ns1:pt x="406" y="126"/>
                    </ns1:cubicBezTo>
                    <ns1:cubicBezTo>
                      <ns1:pt x="408" y="126"/>
                      <ns1:pt x="410" y="126"/>
                      <ns1:pt x="413" y="127"/>
                    </ns1:cubicBezTo>
                    <ns1:cubicBezTo>
                      <ns1:pt x="404" y="129"/>
                      <ns1:pt x="394" y="131"/>
                      <ns1:pt x="385" y="133"/>
                    </ns1:cubicBezTo>
                    <ns1:cubicBezTo>
                      <ns1:pt x="330" y="145"/>
                      <ns1:pt x="276" y="161"/>
                      <ns1:pt x="225" y="185"/>
                    </ns1:cubicBezTo>
                    <ns1:cubicBezTo>
                      <ns1:pt x="199" y="197"/>
                      <ns1:pt x="174" y="211"/>
                      <ns1:pt x="153" y="230"/>
                    </ns1:cubicBezTo>
                    <ns1:cubicBezTo>
                      <ns1:pt x="148" y="234"/>
                      <ns1:pt x="144" y="239"/>
                      <ns1:pt x="141" y="244"/>
                    </ns1:cubicBezTo>
                    <ns1:cubicBezTo>
                      <ns1:pt x="136" y="252"/>
                      <ns1:pt x="139" y="258"/>
                      <ns1:pt x="148" y="260"/>
                    </ns1:cubicBezTo>
                    <ns1:cubicBezTo>
                      <ns1:pt x="160" y="262"/>
                      <ns1:pt x="173" y="261"/>
                      <ns1:pt x="185" y="258"/>
                    </ns1:cubicBezTo>
                    <ns1:cubicBezTo>
                      <ns1:pt x="223" y="250"/>
                      <ns1:pt x="259" y="235"/>
                      <ns1:pt x="294" y="219"/>
                    </ns1:cubicBezTo>
                    <ns1:cubicBezTo>
                      <ns1:pt x="386" y="177"/>
                      <ns1:pt x="464" y="117"/>
                      <ns1:pt x="529" y="39"/>
                    </ns1:cubicBezTo>
                    <ns1:cubicBezTo>
                      <ns1:pt x="538" y="28"/>
                      <ns1:pt x="546" y="16"/>
                      <ns1:pt x="555" y="4"/>
                    </ns1:cubicBezTo>
                    <ns1:cubicBezTo>
                      <ns1:pt x="556" y="3"/>
                      <ns1:pt x="557" y="2"/>
                      <ns1:pt x="557" y="0"/>
                    </ns1:cubicBezTo>
                    <ns1:cubicBezTo>
                      <ns1:pt x="558" y="1"/>
                      <ns1:pt x="558" y="1"/>
                      <ns1:pt x="558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8" name="Freeform 15"/>
              <ns0:cNvSpPr/>
              <ns0:nvPr/>
            </ns0:nvSpPr>
            <ns0:spPr bwMode="auto">
              <ns1:xfrm>
                <ns1:off x="4706938" y="2587625"/>
                <ns1:ext cx="1762125" cy="627063"/>
              </ns1:xfrm>
              <ns1:custGeom>
                <ns1:avLst/>
                <ns1:gdLst>
                  <ns1:gd name="T0" fmla="*/ 300 w 467"/>
                  <ns1:gd name="T1" fmla="*/ 99 h 166"/>
                  <ns1:gd name="T2" fmla="*/ 318 w 467"/>
                  <ns1:gd name="T3" fmla="*/ 44 h 166"/>
                  <ns1:gd name="T4" fmla="*/ 366 w 467"/>
                  <ns1:gd name="T5" fmla="*/ 2 h 166"/>
                  <ns1:gd name="T6" fmla="*/ 425 w 467"/>
                  <ns1:gd name="T7" fmla="*/ 10 h 166"/>
                  <ns1:gd name="T8" fmla="*/ 454 w 467"/>
                  <ns1:gd name="T9" fmla="*/ 23 h 166"/>
                  <ns1:gd name="T10" fmla="*/ 467 w 467"/>
                  <ns1:gd name="T11" fmla="*/ 34 h 166"/>
                  <ns1:gd name="T12" fmla="*/ 459 w 467"/>
                  <ns1:gd name="T13" fmla="*/ 38 h 166"/>
                  <ns1:gd name="T14" fmla="*/ 419 w 467"/>
                  <ns1:gd name="T15" fmla="*/ 57 h 166"/>
                  <ns1:gd name="T16" fmla="*/ 417 w 467"/>
                  <ns1:gd name="T17" fmla="*/ 62 h 166"/>
                  <ns1:gd name="T18" fmla="*/ 424 w 467"/>
                  <ns1:gd name="T19" fmla="*/ 80 h 166"/>
                  <ns1:gd name="T20" fmla="*/ 422 w 467"/>
                  <ns1:gd name="T21" fmla="*/ 88 h 166"/>
                  <ns1:gd name="T22" fmla="*/ 413 w 467"/>
                  <ns1:gd name="T23" fmla="*/ 96 h 166"/>
                  <ns1:gd name="T24" fmla="*/ 408 w 467"/>
                  <ns1:gd name="T25" fmla="*/ 97 h 166"/>
                  <ns1:gd name="T26" fmla="*/ 352 w 467"/>
                  <ns1:gd name="T27" fmla="*/ 102 h 166"/>
                  <ns1:gd name="T28" fmla="*/ 243 w 467"/>
                  <ns1:gd name="T29" fmla="*/ 122 h 166"/>
                  <ns1:gd name="T30" fmla="*/ 176 w 467"/>
                  <ns1:gd name="T31" fmla="*/ 141 h 166"/>
                  <ns1:gd name="T32" fmla="*/ 110 w 467"/>
                  <ns1:gd name="T33" fmla="*/ 164 h 166"/>
                  <ns1:gd name="T34" fmla="*/ 97 w 467"/>
                  <ns1:gd name="T35" fmla="*/ 161 h 166"/>
                  <ns1:gd name="T36" fmla="*/ 66 w 467"/>
                  <ns1:gd name="T37" fmla="*/ 127 h 166"/>
                  <ns1:gd name="T38" fmla="*/ 64 w 467"/>
                  <ns1:gd name="T39" fmla="*/ 115 h 166"/>
                  <ns1:gd name="T40" fmla="*/ 78 w 467"/>
                  <ns1:gd name="T41" fmla="*/ 109 h 166"/>
                  <ns1:gd name="T42" fmla="*/ 130 w 467"/>
                  <ns1:gd name="T43" fmla="*/ 109 h 166"/>
                  <ns1:gd name="T44" fmla="*/ 139 w 467"/>
                  <ns1:gd name="T45" fmla="*/ 109 h 166"/>
                  <ns1:gd name="T46" fmla="*/ 146 w 467"/>
                  <ns1:gd name="T47" fmla="*/ 100 h 166"/>
                  <ns1:gd name="T48" fmla="*/ 125 w 467"/>
                  <ns1:gd name="T49" fmla="*/ 81 h 166"/>
                  <ns1:gd name="T50" fmla="*/ 68 w 467"/>
                  <ns1:gd name="T51" fmla="*/ 81 h 166"/>
                  <ns1:gd name="T52" fmla="*/ 41 w 467"/>
                  <ns1:gd name="T53" fmla="*/ 73 h 166"/>
                  <ns1:gd name="T54" fmla="*/ 32 w 467"/>
                  <ns1:gd name="T55" fmla="*/ 65 h 166"/>
                  <ns1:gd name="T56" fmla="*/ 4 w 467"/>
                  <ns1:gd name="T57" fmla="*/ 34 h 166"/>
                  <ns1:gd name="T58" fmla="*/ 2 w 467"/>
                  <ns1:gd name="T59" fmla="*/ 25 h 166"/>
                  <ns1:gd name="T60" fmla="*/ 9 w 467"/>
                  <ns1:gd name="T61" fmla="*/ 20 h 166"/>
                  <ns1:gd name="T62" fmla="*/ 13 w 467"/>
                  <ns1:gd name="T63" fmla="*/ 20 h 166"/>
                  <ns1:gd name="T64" fmla="*/ 219 w 467"/>
                  <ns1:gd name="T65" fmla="*/ 20 h 166"/>
                  <ns1:gd name="T66" fmla="*/ 265 w 467"/>
                  <ns1:gd name="T67" fmla="*/ 45 h 166"/>
                  <ns1:gd name="T68" fmla="*/ 298 w 467"/>
                  <ns1:gd name="T69" fmla="*/ 96 h 166"/>
                  <ns1:gd name="T70" fmla="*/ 300 w 467"/>
                  <ns1:gd name="T71" fmla="*/ 99 h 16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</ns1:cxnLst>
                <ns1:rect l="0" t="0" r="r" b="b"/>
                <ns1:pathLst>
                  <ns1:path w="467" h="166">
                    <ns1:moveTo>
                      <ns1:pt x="300" y="99"/>
                    </ns1:moveTo>
                    <ns1:cubicBezTo>
                      <ns1:pt x="306" y="80"/>
                      <ns1:pt x="312" y="62"/>
                      <ns1:pt x="318" y="44"/>
                    </ns1:cubicBezTo>
                    <ns1:cubicBezTo>
                      <ns1:pt x="325" y="21"/>
                      <ns1:pt x="339" y="5"/>
                      <ns1:pt x="366" y="2"/>
                    </ns1:cubicBezTo>
                    <ns1:cubicBezTo>
                      <ns1:pt x="386" y="0"/>
                      <ns1:pt x="406" y="3"/>
                      <ns1:pt x="425" y="10"/>
                    </ns1:cubicBezTo>
                    <ns1:cubicBezTo>
                      <ns1:pt x="435" y="13"/>
                      <ns1:pt x="445" y="18"/>
                      <ns1:pt x="454" y="23"/>
                    </ns1:cubicBezTo>
                    <ns1:cubicBezTo>
                      <ns1:pt x="459" y="26"/>
                      <ns1:pt x="462" y="30"/>
                      <ns1:pt x="467" y="34"/>
                    </ns1:cubicBezTo>
                    <ns1:cubicBezTo>
                      <ns1:pt x="463" y="36"/>
                      <ns1:pt x="461" y="37"/>
                      <ns1:pt x="459" y="38"/>
                    </ns1:cubicBezTo>
                    <ns1:cubicBezTo>
                      <ns1:pt x="446" y="45"/>
                      <ns1:pt x="432" y="51"/>
                      <ns1:pt x="419" y="57"/>
                    </ns1:cubicBezTo>
                    <ns1:cubicBezTo>
                      <ns1:pt x="416" y="58"/>
                      <ns1:pt x="416" y="60"/>
                      <ns1:pt x="417" y="62"/>
                    </ns1:cubicBezTo>
                    <ns1:cubicBezTo>
                      <ns1:pt x="419" y="68"/>
                      <ns1:pt x="421" y="74"/>
                      <ns1:pt x="424" y="80"/>
                    </ns1:cubicBezTo>
                    <ns1:cubicBezTo>
                      <ns1:pt x="425" y="83"/>
                      <ns1:pt x="425" y="86"/>
                      <ns1:pt x="422" y="88"/>
                    </ns1:cubicBezTo>
                    <ns1:cubicBezTo>
                      <ns1:pt x="419" y="91"/>
                      <ns1:pt x="416" y="94"/>
                      <ns1:pt x="413" y="96"/>
                    </ns1:cubicBezTo>
                    <ns1:cubicBezTo>
                      <ns1:pt x="412" y="97"/>
                      <ns1:pt x="410" y="97"/>
                      <ns1:pt x="408" y="97"/>
                    </ns1:cubicBezTo>
                    <ns1:cubicBezTo>
                      <ns1:pt x="389" y="99"/>
                      <ns1:pt x="371" y="100"/>
                      <ns1:pt x="352" y="102"/>
                    </ns1:cubicBezTo>
                    <ns1:cubicBezTo>
                      <ns1:pt x="315" y="106"/>
                      <ns1:pt x="279" y="113"/>
                      <ns1:pt x="243" y="122"/>
                    </ns1:cubicBezTo>
                    <ns1:cubicBezTo>
                      <ns1:pt x="221" y="127"/>
                      <ns1:pt x="198" y="133"/>
                      <ns1:pt x="176" y="141"/>
                    </ns1:cubicBezTo>
                    <ns1:cubicBezTo>
                      <ns1:pt x="154" y="148"/>
                      <ns1:pt x="132" y="156"/>
                      <ns1:pt x="110" y="164"/>
                    </ns1:cubicBezTo>
                    <ns1:cubicBezTo>
                      <ns1:pt x="105" y="166"/>
                      <ns1:pt x="101" y="165"/>
                      <ns1:pt x="97" y="161"/>
                    </ns1:cubicBezTo>
                    <ns1:cubicBezTo>
                      <ns1:pt x="87" y="150"/>
                      <ns1:pt x="76" y="139"/>
                      <ns1:pt x="66" y="127"/>
                    </ns1:cubicBezTo>
                    <ns1:cubicBezTo>
                      <ns1:pt x="63" y="124"/>
                      <ns1:pt x="62" y="119"/>
                      <ns1:pt x="64" y="115"/>
                    </ns1:cubicBezTo>
                    <ns1:cubicBezTo>
                      <ns1:pt x="67" y="109"/>
                      <ns1:pt x="73" y="109"/>
                      <ns1:pt x="78" y="109"/>
                    </ns1:cubicBezTo>
                    <ns1:cubicBezTo>
                      <ns1:pt x="95" y="109"/>
                      <ns1:pt x="113" y="109"/>
                      <ns1:pt x="130" y="109"/>
                    </ns1:cubicBezTo>
                    <ns1:cubicBezTo>
                      <ns1:pt x="133" y="109"/>
                      <ns1:pt x="136" y="109"/>
                      <ns1:pt x="139" y="109"/>
                    </ns1:cubicBezTo>
                    <ns1:cubicBezTo>
                      <ns1:pt x="145" y="109"/>
                      <ns1:pt x="146" y="107"/>
                      <ns1:pt x="146" y="100"/>
                    </ns1:cubicBezTo>
                    <ns1:cubicBezTo>
                      <ns1:pt x="146" y="90"/>
                      <ns1:pt x="135" y="81"/>
                      <ns1:pt x="125" y="81"/>
                    </ns1:cubicBezTo>
                    <ns1:cubicBezTo>
                      <ns1:pt x="106" y="81"/>
                      <ns1:pt x="87" y="81"/>
                      <ns1:pt x="68" y="81"/>
                    </ns1:cubicBezTo>
                    <ns1:cubicBezTo>
                      <ns1:pt x="58" y="81"/>
                      <ns1:pt x="49" y="79"/>
                      <ns1:pt x="41" y="73"/>
                    </ns1:cubicBezTo>
                    <ns1:cubicBezTo>
                      <ns1:pt x="38" y="71"/>
                      <ns1:pt x="35" y="68"/>
                      <ns1:pt x="32" y="65"/>
                    </ns1:cubicBezTo>
                    <ns1:cubicBezTo>
                      <ns1:pt x="23" y="55"/>
                      <ns1:pt x="14" y="44"/>
                      <ns1:pt x="4" y="34"/>
                    </ns1:cubicBezTo>
                    <ns1:cubicBezTo>
                      <ns1:pt x="2" y="31"/>
                      <ns1:pt x="0" y="28"/>
                      <ns1:pt x="2" y="25"/>
                    </ns1:cubicBezTo>
                    <ns1:cubicBezTo>
                      <ns1:pt x="3" y="23"/>
                      <ns1:pt x="6" y="21"/>
                      <ns1:pt x="9" y="20"/>
                    </ns1:cubicBezTo>
                    <ns1:cubicBezTo>
                      <ns1:pt x="10" y="19"/>
                      <ns1:pt x="12" y="20"/>
                      <ns1:pt x="13" y="20"/>
                    </ns1:cubicBezTo>
                    <ns1:cubicBezTo>
                      <ns1:pt x="82" y="20"/>
                      <ns1:pt x="150" y="19"/>
                      <ns1:pt x="219" y="20"/>
                    </ns1:cubicBezTo>
                    <ns1:cubicBezTo>
                      <ns1:pt x="238" y="20"/>
                      <ns1:pt x="254" y="28"/>
                      <ns1:pt x="265" y="45"/>
                    </ns1:cubicBezTo>
                    <ns1:cubicBezTo>
                      <ns1:pt x="275" y="62"/>
                      <ns1:pt x="287" y="79"/>
                      <ns1:pt x="298" y="96"/>
                    </ns1:cubicBezTo>
                    <ns1:cubicBezTo>
                      <ns1:pt x="298" y="97"/>
                      <ns1:pt x="299" y="98"/>
                      <ns1:pt x="300" y="99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19" name="Freeform 16"/>
              <ns0:cNvSpPr/>
              <ns0:nvPr/>
            </ns0:nvSpPr>
            <ns0:spPr bwMode="auto">
              <ns1:xfrm>
                <ns1:off x="6523038" y="2451100"/>
                <ns1:ext cx="479425" cy="1355725"/>
              </ns1:xfrm>
              <ns1:custGeom>
                <ns1:avLst/>
                <ns1:gdLst>
                  <ns1:gd name="T0" fmla="*/ 32 w 127"/>
                  <ns1:gd name="T1" fmla="*/ 359 h 359"/>
                  <ns1:gd name="T2" fmla="*/ 13 w 127"/>
                  <ns1:gd name="T3" fmla="*/ 317 h 359"/>
                  <ns1:gd name="T4" fmla="*/ 3 w 127"/>
                  <ns1:gd name="T5" fmla="*/ 264 h 359"/>
                  <ns1:gd name="T6" fmla="*/ 9 w 127"/>
                  <ns1:gd name="T7" fmla="*/ 166 h 359"/>
                  <ns1:gd name="T8" fmla="*/ 68 w 127"/>
                  <ns1:gd name="T9" fmla="*/ 2 h 359"/>
                  <ns1:gd name="T10" fmla="*/ 69 w 127"/>
                  <ns1:gd name="T11" fmla="*/ 0 h 359"/>
                  <ns1:gd name="T12" fmla="*/ 61 w 127"/>
                  <ns1:gd name="T13" fmla="*/ 36 h 359"/>
                  <ns1:gd name="T14" fmla="*/ 64 w 127"/>
                  <ns1:gd name="T15" fmla="*/ 200 h 359"/>
                  <ns1:gd name="T16" fmla="*/ 83 w 127"/>
                  <ns1:gd name="T17" fmla="*/ 251 h 359"/>
                  <ns1:gd name="T18" fmla="*/ 117 w 127"/>
                  <ns1:gd name="T19" fmla="*/ 300 h 359"/>
                  <ns1:gd name="T20" fmla="*/ 127 w 127"/>
                  <ns1:gd name="T21" fmla="*/ 312 h 359"/>
                  <ns1:gd name="T22" fmla="*/ 32 w 127"/>
                  <ns1:gd name="T23" fmla="*/ 359 h 35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</ns1:cxnLst>
                <ns1:rect l="0" t="0" r="r" b="b"/>
                <ns1:pathLst>
                  <ns1:path w="127" h="359">
                    <ns1:moveTo>
                      <ns1:pt x="32" y="359"/>
                    </ns1:moveTo>
                    <ns1:cubicBezTo>
                      <ns1:pt x="23" y="346"/>
                      <ns1:pt x="17" y="332"/>
                      <ns1:pt x="13" y="317"/>
                    </ns1:cubicBezTo>
                    <ns1:cubicBezTo>
                      <ns1:pt x="7" y="300"/>
                      <ns1:pt x="4" y="282"/>
                      <ns1:pt x="3" y="264"/>
                    </ns1:cubicBezTo>
                    <ns1:cubicBezTo>
                      <ns1:pt x="0" y="231"/>
                      <ns1:pt x="3" y="198"/>
                      <ns1:pt x="9" y="166"/>
                    </ns1:cubicBezTo>
                    <ns1:cubicBezTo>
                      <ns1:pt x="20" y="108"/>
                      <ns1:pt x="42" y="54"/>
                      <ns1:pt x="68" y="2"/>
                    </ns1:cubicBezTo>
                    <ns1:cubicBezTo>
                      <ns1:pt x="68" y="1"/>
                      <ns1:pt x="68" y="1"/>
                      <ns1:pt x="69" y="0"/>
                    </ns1:cubicBezTo>
                    <ns1:cubicBezTo>
                      <ns1:pt x="66" y="12"/>
                      <ns1:pt x="63" y="24"/>
                      <ns1:pt x="61" y="36"/>
                    </ns1:cubicBezTo>
                    <ns1:cubicBezTo>
                      <ns1:pt x="51" y="90"/>
                      <ns1:pt x="49" y="145"/>
                      <ns1:pt x="64" y="200"/>
                    </ns1:cubicBezTo>
                    <ns1:cubicBezTo>
                      <ns1:pt x="68" y="218"/>
                      <ns1:pt x="75" y="235"/>
                      <ns1:pt x="83" y="251"/>
                    </ns1:cubicBezTo>
                    <ns1:cubicBezTo>
                      <ns1:pt x="92" y="269"/>
                      <ns1:pt x="104" y="285"/>
                      <ns1:pt x="117" y="300"/>
                    </ns1:cubicBezTo>
                    <ns1:cubicBezTo>
                      <ns1:pt x="120" y="304"/>
                      <ns1:pt x="123" y="308"/>
                      <ns1:pt x="127" y="312"/>
                    </ns1:cubicBezTo>
                    <ns1:cubicBezTo>
                      <ns1:pt x="98" y="332"/>
                      <ns1:pt x="65" y="346"/>
                      <ns1:pt x="32" y="359"/>
                    </ns1:cubicBezTo>
                    <ns1:close/>
                  </ns1:path>
                </ns1:pathLst>
              </ns1:custGeom>
              <ns1:solidFill>
                <ns1:srgbClr val="A42629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0" name="Freeform 17"/>
              <ns0:cNvSpPr/>
              <ns0:nvPr/>
            </ns0:nvSpPr>
            <ns0:spPr bwMode="auto">
              <ns1:xfrm>
                <ns1:off x="5372100" y="3154363"/>
                <ns1:ext cx="1203325" cy="701675"/>
              </ns1:xfrm>
              <ns1:custGeom>
                <ns1:avLst/>
                <ns1:gdLst>
                  <ns1:gd name="T0" fmla="*/ 319 w 319"/>
                  <ns1:gd name="T1" fmla="*/ 175 h 186"/>
                  <ns1:gd name="T2" fmla="*/ 303 w 319"/>
                  <ns1:gd name="T3" fmla="*/ 169 h 186"/>
                  <ns1:gd name="T4" fmla="*/ 225 w 319"/>
                  <ns1:gd name="T5" fmla="*/ 157 h 186"/>
                  <ns1:gd name="T6" fmla="*/ 97 w 319"/>
                  <ns1:gd name="T7" fmla="*/ 167 h 186"/>
                  <ns1:gd name="T8" fmla="*/ 4 w 319"/>
                  <ns1:gd name="T9" fmla="*/ 186 h 186"/>
                  <ns1:gd name="T10" fmla="*/ 0 w 319"/>
                  <ns1:gd name="T11" fmla="*/ 186 h 186"/>
                  <ns1:gd name="T12" fmla="*/ 282 w 319"/>
                  <ns1:gd name="T13" fmla="*/ 0 h 186"/>
                  <ns1:gd name="T14" fmla="*/ 319 w 319"/>
                  <ns1:gd name="T15" fmla="*/ 175 h 18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319" h="186">
                    <ns1:moveTo>
                      <ns1:pt x="319" y="175"/>
                    </ns1:moveTo>
                    <ns1:cubicBezTo>
                      <ns1:pt x="313" y="173"/>
                      <ns1:pt x="308" y="171"/>
                      <ns1:pt x="303" y="169"/>
                    </ns1:cubicBezTo>
                    <ns1:cubicBezTo>
                      <ns1:pt x="277" y="161"/>
                      <ns1:pt x="251" y="158"/>
                      <ns1:pt x="225" y="157"/>
                    </ns1:cubicBezTo>
                    <ns1:cubicBezTo>
                      <ns1:pt x="182" y="156"/>
                      <ns1:pt x="139" y="159"/>
                      <ns1:pt x="97" y="167"/>
                    </ns1:cubicBezTo>
                    <ns1:cubicBezTo>
                      <ns1:pt x="66" y="172"/>
                      <ns1:pt x="35" y="180"/>
                      <ns1:pt x="4" y="186"/>
                    </ns1:cubicBezTo>
                    <ns1:cubicBezTo>
                      <ns1:pt x="2" y="186"/>
                      <ns1:pt x="1" y="186"/>
                      <ns1:pt x="0" y="186"/>
                    </ns1:cubicBezTo>
                    <ns1:cubicBezTo>
                      <ns1:pt x="109" y="147"/>
                      <ns1:pt x="207" y="93"/>
                      <ns1:pt x="282" y="0"/>
                    </ns1:cubicBezTo>
                    <ns1:cubicBezTo>
                      <ns1:pt x="269" y="64"/>
                      <ns1:pt x="279" y="122"/>
                      <ns1:pt x="319" y="175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1" name="Freeform 18"/>
              <ns0:cNvSpPr/>
              <ns0:nvPr/>
            </ns0:nvSpPr>
            <ns0:spPr bwMode="auto">
              <ns1:xfrm>
                <ns1:off x="5522913" y="3768725"/>
                <ns1:ext cx="1066800" cy="355600"/>
              </ns1:xfrm>
              <ns1:custGeom>
                <ns1:avLst/>
                <ns1:gdLst>
                  <ns1:gd name="T0" fmla="*/ 0 w 283"/>
                  <ns1:gd name="T1" fmla="*/ 22 h 94"/>
                  <ns1:gd name="T2" fmla="*/ 35 w 283"/>
                  <ns1:gd name="T3" fmla="*/ 15 h 94"/>
                  <ns1:gd name="T4" fmla="*/ 104 w 283"/>
                  <ns1:gd name="T5" fmla="*/ 4 h 94"/>
                  <ns1:gd name="T6" fmla="*/ 133 w 283"/>
                  <ns1:gd name="T7" fmla="*/ 2 h 94"/>
                  <ns1:gd name="T8" fmla="*/ 174 w 283"/>
                  <ns1:gd name="T9" fmla="*/ 1 h 94"/>
                  <ns1:gd name="T10" fmla="*/ 263 w 283"/>
                  <ns1:gd name="T11" fmla="*/ 14 h 94"/>
                  <ns1:gd name="T12" fmla="*/ 283 w 283"/>
                  <ns1:gd name="T13" fmla="*/ 22 h 94"/>
                  <ns1:gd name="T14" fmla="*/ 283 w 283"/>
                  <ns1:gd name="T15" fmla="*/ 24 h 94"/>
                  <ns1:gd name="T16" fmla="*/ 277 w 283"/>
                  <ns1:gd name="T17" fmla="*/ 24 h 94"/>
                  <ns1:gd name="T18" fmla="*/ 268 w 283"/>
                  <ns1:gd name="T19" fmla="*/ 29 h 94"/>
                  <ns1:gd name="T20" fmla="*/ 259 w 283"/>
                  <ns1:gd name="T21" fmla="*/ 36 h 94"/>
                  <ns1:gd name="T22" fmla="*/ 146 w 283"/>
                  <ns1:gd name="T23" fmla="*/ 69 h 94"/>
                  <ns1:gd name="T24" fmla="*/ 42 w 283"/>
                  <ns1:gd name="T25" fmla="*/ 94 h 94"/>
                  <ns1:gd name="T26" fmla="*/ 37 w 283"/>
                  <ns1:gd name="T27" fmla="*/ 93 h 94"/>
                  <ns1:gd name="T28" fmla="*/ 11 w 283"/>
                  <ns1:gd name="T29" fmla="*/ 63 h 94"/>
                  <ns1:gd name="T30" fmla="*/ 19 w 283"/>
                  <ns1:gd name="T31" fmla="*/ 49 h 94"/>
                  <ns1:gd name="T32" fmla="*/ 34 w 283"/>
                  <ns1:gd name="T33" fmla="*/ 48 h 94"/>
                  <ns1:gd name="T34" fmla="*/ 43 w 283"/>
                  <ns1:gd name="T35" fmla="*/ 37 h 94"/>
                  <ns1:gd name="T36" fmla="*/ 26 w 283"/>
                  <ns1:gd name="T37" fmla="*/ 24 h 94"/>
                  <ns1:gd name="T38" fmla="*/ 0 w 283"/>
                  <ns1:gd name="T39" fmla="*/ 24 h 94"/>
                  <ns1:gd name="T40" fmla="*/ 0 w 283"/>
                  <ns1:gd name="T41" fmla="*/ 22 h 9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</ns1:cxnLst>
                <ns1:rect l="0" t="0" r="r" b="b"/>
                <ns1:pathLst>
                  <ns1:path w="283" h="94">
                    <ns1:moveTo>
                      <ns1:pt x="0" y="22"/>
                    </ns1:moveTo>
                    <ns1:cubicBezTo>
                      <ns1:pt x="11" y="19"/>
                      <ns1:pt x="23" y="17"/>
                      <ns1:pt x="35" y="15"/>
                    </ns1:cubicBezTo>
                    <ns1:cubicBezTo>
                      <ns1:pt x="58" y="11"/>
                      <ns1:pt x="81" y="8"/>
                      <ns1:pt x="104" y="4"/>
                    </ns1:cubicBezTo>
                    <ns1:cubicBezTo>
                      <ns1:pt x="113" y="3"/>
                      <ns1:pt x="123" y="3"/>
                      <ns1:pt x="133" y="2"/>
                    </ns1:cubicBezTo>
                    <ns1:cubicBezTo>
                      <ns1:pt x="147" y="2"/>
                      <ns1:pt x="161" y="0"/>
                      <ns1:pt x="174" y="1"/>
                    </ns1:cubicBezTo>
                    <ns1:cubicBezTo>
                      <ns1:pt x="204" y="1"/>
                      <ns1:pt x="234" y="4"/>
                      <ns1:pt x="263" y="14"/>
                    </ns1:cubicBezTo>
                    <ns1:cubicBezTo>
                      <ns1:pt x="270" y="16"/>
                      <ns1:pt x="276" y="19"/>
                      <ns1:pt x="283" y="22"/>
                    </ns1:cubicBezTo>
                    <ns1:cubicBezTo>
                      <ns1:pt x="283" y="23"/>
                      <ns1:pt x="283" y="23"/>
                      <ns1:pt x="283" y="24"/>
                    </ns1:cubicBezTo>
                    <ns1:cubicBezTo>
                      <ns1:pt x="281" y="24"/>
                      <ns1:pt x="279" y="24"/>
                      <ns1:pt x="277" y="24"/>
                    </ns1:cubicBezTo>
                    <ns1:cubicBezTo>
                      <ns1:pt x="273" y="24"/>
                      <ns1:pt x="270" y="26"/>
                      <ns1:pt x="268" y="29"/>
                    </ns1:cubicBezTo>
                    <ns1:cubicBezTo>
                      <ns1:pt x="266" y="33"/>
                      <ns1:pt x="262" y="35"/>
                      <ns1:pt x="259" y="36"/>
                    </ns1:cubicBezTo>
                    <ns1:cubicBezTo>
                      <ns1:pt x="221" y="47"/>
                      <ns1:pt x="184" y="59"/>
                      <ns1:pt x="146" y="69"/>
                    </ns1:cubicBezTo>
                    <ns1:cubicBezTo>
                      <ns1:pt x="112" y="79"/>
                      <ns1:pt x="77" y="86"/>
                      <ns1:pt x="42" y="94"/>
                    </ns1:cubicBezTo>
                    <ns1:cubicBezTo>
                      <ns1:pt x="40" y="94"/>
                      <ns1:pt x="37" y="94"/>
                      <ns1:pt x="37" y="93"/>
                    </ns1:cubicBezTo>
                    <ns1:cubicBezTo>
                      <ns1:pt x="28" y="83"/>
                      <ns1:pt x="19" y="73"/>
                      <ns1:pt x="11" y="63"/>
                    </ns1:cubicBezTo>
                    <ns1:cubicBezTo>
                      <ns1:pt x="6" y="57"/>
                      <ns1:pt x="10" y="50"/>
                      <ns1:pt x="19" y="49"/>
                    </ns1:cubicBezTo>
                    <ns1:cubicBezTo>
                      <ns1:pt x="24" y="49"/>
                      <ns1:pt x="29" y="49"/>
                      <ns1:pt x="34" y="48"/>
                    </ns1:cubicBezTo>
                    <ns1:cubicBezTo>
                      <ns1:pt x="42" y="48"/>
                      <ns1:pt x="45" y="44"/>
                      <ns1:pt x="43" y="37"/>
                    </ns1:cubicBezTo>
                    <ns1:cubicBezTo>
                      <ns1:pt x="40" y="28"/>
                      <ns1:pt x="38" y="24"/>
                      <ns1:pt x="26" y="24"/>
                    </ns1:cubicBezTo>
                    <ns1:cubicBezTo>
                      <ns1:pt x="18" y="25"/>
                      <ns1:pt x="9" y="24"/>
                      <ns1:pt x="0" y="24"/>
                    </ns1:cubicBezTo>
                    <ns1:cubicBezTo>
                      <ns1:pt x="0" y="23"/>
                      <ns1:pt x="0" y="23"/>
                      <ns1:pt x="0" y="22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2" name="Freeform 19"/>
              <ns0:cNvSpPr/>
              <ns0:nvPr/>
            </ns0:nvSpPr>
            <ns0:spPr bwMode="auto">
              <ns1:xfrm>
                <ns1:off x="6753225" y="2659063"/>
                <ns1:ext cx="742950" cy="309563"/>
              </ns1:xfrm>
              <ns1:custGeom>
                <ns1:avLst/>
                <ns1:gdLst>
                  <ns1:gd name="T0" fmla="*/ 98 w 197"/>
                  <ns1:gd name="T1" fmla="*/ 1 h 82"/>
                  <ns1:gd name="T2" fmla="*/ 184 w 197"/>
                  <ns1:gd name="T3" fmla="*/ 1 h 82"/>
                  <ns1:gd name="T4" fmla="*/ 188 w 197"/>
                  <ns1:gd name="T5" fmla="*/ 1 h 82"/>
                  <ns1:gd name="T6" fmla="*/ 196 w 197"/>
                  <ns1:gd name="T7" fmla="*/ 6 h 82"/>
                  <ns1:gd name="T8" fmla="*/ 193 w 197"/>
                  <ns1:gd name="T9" fmla="*/ 15 h 82"/>
                  <ns1:gd name="T10" fmla="*/ 162 w 197"/>
                  <ns1:gd name="T11" fmla="*/ 49 h 82"/>
                  <ns1:gd name="T12" fmla="*/ 138 w 197"/>
                  <ns1:gd name="T13" fmla="*/ 61 h 82"/>
                  <ns1:gd name="T14" fmla="*/ 75 w 197"/>
                  <ns1:gd name="T15" fmla="*/ 62 h 82"/>
                  <ns1:gd name="T16" fmla="*/ 52 w 197"/>
                  <ns1:gd name="T17" fmla="*/ 79 h 82"/>
                  <ns1:gd name="T18" fmla="*/ 47 w 197"/>
                  <ns1:gd name="T19" fmla="*/ 82 h 82"/>
                  <ns1:gd name="T20" fmla="*/ 10 w 197"/>
                  <ns1:gd name="T21" fmla="*/ 78 h 82"/>
                  <ns1:gd name="T22" fmla="*/ 8 w 197"/>
                  <ns1:gd name="T23" fmla="*/ 78 h 82"/>
                  <ns1:gd name="T24" fmla="*/ 0 w 197"/>
                  <ns1:gd name="T25" fmla="*/ 70 h 82"/>
                  <ns1:gd name="T26" fmla="*/ 1 w 197"/>
                  <ns1:gd name="T27" fmla="*/ 28 h 82"/>
                  <ns1:gd name="T28" fmla="*/ 4 w 197"/>
                  <ns1:gd name="T29" fmla="*/ 4 h 82"/>
                  <ns1:gd name="T30" fmla="*/ 7 w 197"/>
                  <ns1:gd name="T31" fmla="*/ 1 h 82"/>
                  <ns1:gd name="T32" fmla="*/ 11 w 197"/>
                  <ns1:gd name="T33" fmla="*/ 1 h 82"/>
                  <ns1:gd name="T34" fmla="*/ 98 w 197"/>
                  <ns1:gd name="T35" fmla="*/ 1 h 8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197" h="82">
                    <ns1:moveTo>
                      <ns1:pt x="98" y="1"/>
                    </ns1:moveTo>
                    <ns1:cubicBezTo>
                      <ns1:pt x="126" y="1"/>
                      <ns1:pt x="155" y="1"/>
                      <ns1:pt x="184" y="1"/>
                    </ns1:cubicBezTo>
                    <ns1:cubicBezTo>
                      <ns1:pt x="185" y="1"/>
                      <ns1:pt x="187" y="0"/>
                      <ns1:pt x="188" y="1"/>
                    </ns1:cubicBezTo>
                    <ns1:cubicBezTo>
                      <ns1:pt x="191" y="2"/>
                      <ns1:pt x="195" y="4"/>
                      <ns1:pt x="196" y="6"/>
                    </ns1:cubicBezTo>
                    <ns1:cubicBezTo>
                      <ns1:pt x="197" y="9"/>
                      <ns1:pt x="195" y="13"/>
                      <ns1:pt x="193" y="15"/>
                    </ns1:cubicBezTo>
                    <ns1:cubicBezTo>
                      <ns1:pt x="183" y="27"/>
                      <ns1:pt x="172" y="38"/>
                      <ns1:pt x="162" y="49"/>
                    </ns1:cubicBezTo>
                    <ns1:cubicBezTo>
                      <ns1:pt x="155" y="56"/>
                      <ns1:pt x="148" y="61"/>
                      <ns1:pt x="138" y="61"/>
                    </ns1:cubicBezTo>
                    <ns1:cubicBezTo>
                      <ns1:pt x="117" y="62"/>
                      <ns1:pt x="96" y="62"/>
                      <ns1:pt x="75" y="62"/>
                    </ns1:cubicBezTo>
                    <ns1:cubicBezTo>
                      <ns1:pt x="63" y="62"/>
                      <ns1:pt x="55" y="68"/>
                      <ns1:pt x="52" y="79"/>
                    </ns1:cubicBezTo>
                    <ns1:cubicBezTo>
                      <ns1:pt x="51" y="82"/>
                      <ns1:pt x="49" y="82"/>
                      <ns1:pt x="47" y="82"/>
                    </ns1:cubicBezTo>
                    <ns1:cubicBezTo>
                      <ns1:pt x="34" y="81"/>
                      <ns1:pt x="22" y="80"/>
                      <ns1:pt x="10" y="78"/>
                    </ns1:cubicBezTo>
                    <ns1:cubicBezTo>
                      <ns1:pt x="9" y="78"/>
                      <ns1:pt x="9" y="78"/>
                      <ns1:pt x="8" y="78"/>
                    </ns1:cubicBezTo>
                    <ns1:cubicBezTo>
                      <ns1:pt x="0" y="78"/>
                      <ns1:pt x="0" y="78"/>
                      <ns1:pt x="0" y="70"/>
                    </ns1:cubicBezTo>
                    <ns1:cubicBezTo>
                      <ns1:pt x="0" y="56"/>
                      <ns1:pt x="0" y="42"/>
                      <ns1:pt x="1" y="28"/>
                    </ns1:cubicBezTo>
                    <ns1:cubicBezTo>
                      <ns1:pt x="1" y="20"/>
                      <ns1:pt x="2" y="12"/>
                      <ns1:pt x="4" y="4"/>
                    </ns1:cubicBezTo>
                    <ns1:cubicBezTo>
                      <ns1:pt x="4" y="3"/>
                      <ns1:pt x="6" y="1"/>
                      <ns1:pt x="7" y="1"/>
                    </ns1:cubicBezTo>
                    <ns1:cubicBezTo>
                      <ns1:pt x="8" y="0"/>
                      <ns1:pt x="9" y="1"/>
                      <ns1:pt x="11" y="1"/>
                    </ns1:cubicBezTo>
                    <ns1:cubicBezTo>
                      <ns1:pt x="40" y="1"/>
                      <ns1:pt x="69" y="1"/>
                      <ns1:pt x="98" y="1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3" name="Freeform 20"/>
              <ns0:cNvSpPr/>
              <ns0:nvPr/>
            </ns0:nvSpPr>
            <ns0:spPr bwMode="auto">
              <ns1:xfrm>
                <ns1:off x="5386388" y="2757488"/>
                <ns1:ext cx="1230313" cy="1038225"/>
              </ns1:xfrm>
              <ns1:custGeom>
                <ns1:avLst/>
                <ns1:gdLst>
                  <ns1:gd name="T0" fmla="*/ 321 w 326"/>
                  <ns1:gd name="T1" fmla="*/ 275 h 275"/>
                  <ns1:gd name="T2" fmla="*/ 315 w 326"/>
                  <ns1:gd name="T3" fmla="*/ 268 h 275"/>
                  <ns1:gd name="T4" fmla="*/ 282 w 326"/>
                  <ns1:gd name="T5" fmla="*/ 186 h 275"/>
                  <ns1:gd name="T6" fmla="*/ 284 w 326"/>
                  <ns1:gd name="T7" fmla="*/ 118 h 275"/>
                  <ns1:gd name="T8" fmla="*/ 295 w 326"/>
                  <ns1:gd name="T9" fmla="*/ 70 h 275"/>
                  <ns1:gd name="T10" fmla="*/ 294 w 326"/>
                  <ns1:gd name="T11" fmla="*/ 66 h 275"/>
                  <ns1:gd name="T12" fmla="*/ 284 w 326"/>
                  <ns1:gd name="T13" fmla="*/ 82 h 275"/>
                  <ns1:gd name="T14" fmla="*/ 253 w 326"/>
                  <ns1:gd name="T15" fmla="*/ 123 h 275"/>
                  <ns1:gd name="T16" fmla="*/ 229 w 326"/>
                  <ns1:gd name="T17" fmla="*/ 148 h 275"/>
                  <ns1:gd name="T18" fmla="*/ 173 w 326"/>
                  <ns1:gd name="T19" fmla="*/ 194 h 275"/>
                  <ns1:gd name="T20" fmla="*/ 70 w 326"/>
                  <ns1:gd name="T21" fmla="*/ 253 h 275"/>
                  <ns1:gd name="T22" fmla="*/ 18 w 326"/>
                  <ns1:gd name="T23" fmla="*/ 275 h 275"/>
                  <ns1:gd name="T24" fmla="*/ 14 w 326"/>
                  <ns1:gd name="T25" fmla="*/ 274 h 275"/>
                  <ns1:gd name="T26" fmla="*/ 0 w 326"/>
                  <ns1:gd name="T27" fmla="*/ 257 h 275"/>
                  <ns1:gd name="T28" fmla="*/ 19 w 326"/>
                  <ns1:gd name="T29" fmla="*/ 250 h 275"/>
                  <ns1:gd name="T30" fmla="*/ 85 w 326"/>
                  <ns1:gd name="T31" fmla="*/ 221 h 275"/>
                  <ns1:gd name="T32" fmla="*/ 183 w 326"/>
                  <ns1:gd name="T33" fmla="*/ 159 h 275"/>
                  <ns1:gd name="T34" fmla="*/ 222 w 326"/>
                  <ns1:gd name="T35" fmla="*/ 127 h 275"/>
                  <ns1:gd name="T36" fmla="*/ 250 w 326"/>
                  <ns1:gd name="T37" fmla="*/ 99 h 275"/>
                  <ns1:gd name="T38" fmla="*/ 299 w 326"/>
                  <ns1:gd name="T39" fmla="*/ 40 h 275"/>
                  <ns1:gd name="T40" fmla="*/ 324 w 326"/>
                  <ns1:gd name="T41" fmla="*/ 2 h 275"/>
                  <ns1:gd name="T42" fmla="*/ 326 w 326"/>
                  <ns1:gd name="T43" fmla="*/ 0 h 275"/>
                  <ns1:gd name="T44" fmla="*/ 324 w 326"/>
                  <ns1:gd name="T45" fmla="*/ 6 h 275"/>
                  <ns1:gd name="T46" fmla="*/ 301 w 326"/>
                  <ns1:gd name="T47" fmla="*/ 95 h 275"/>
                  <ns1:gd name="T48" fmla="*/ 296 w 326"/>
                  <ns1:gd name="T49" fmla="*/ 142 h 275"/>
                  <ns1:gd name="T50" fmla="*/ 295 w 326"/>
                  <ns1:gd name="T51" fmla="*/ 162 h 275"/>
                  <ns1:gd name="T52" fmla="*/ 317 w 326"/>
                  <ns1:gd name="T53" fmla="*/ 265 h 275"/>
                  <ns1:gd name="T54" fmla="*/ 322 w 326"/>
                  <ns1:gd name="T55" fmla="*/ 274 h 275"/>
                  <ns1:gd name="T56" fmla="*/ 321 w 326"/>
                  <ns1:gd name="T57" fmla="*/ 275 h 27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</ns1:cxnLst>
                <ns1:rect l="0" t="0" r="r" b="b"/>
                <ns1:pathLst>
                  <ns1:path w="326" h="275">
                    <ns1:moveTo>
                      <ns1:pt x="321" y="275"/>
                    </ns1:moveTo>
                    <ns1:cubicBezTo>
                      <ns1:pt x="319" y="273"/>
                      <ns1:pt x="317" y="270"/>
                      <ns1:pt x="315" y="268"/>
                    </ns1:cubicBezTo>
                    <ns1:cubicBezTo>
                      <ns1:pt x="297" y="243"/>
                      <ns1:pt x="287" y="216"/>
                      <ns1:pt x="282" y="186"/>
                    </ns1:cubicBezTo>
                    <ns1:cubicBezTo>
                      <ns1:pt x="279" y="164"/>
                      <ns1:pt x="279" y="141"/>
                      <ns1:pt x="284" y="118"/>
                    </ns1:cubicBezTo>
                    <ns1:cubicBezTo>
                      <ns1:pt x="287" y="102"/>
                      <ns1:pt x="291" y="86"/>
                      <ns1:pt x="295" y="70"/>
                    </ns1:cubicBezTo>
                    <ns1:cubicBezTo>
                      <ns1:pt x="295" y="69"/>
                      <ns1:pt x="295" y="68"/>
                      <ns1:pt x="294" y="66"/>
                    </ns1:cubicBezTo>
                    <ns1:cubicBezTo>
                      <ns1:pt x="291" y="72"/>
                      <ns1:pt x="288" y="77"/>
                      <ns1:pt x="284" y="82"/>
                    </ns1:cubicBezTo>
                    <ns1:cubicBezTo>
                      <ns1:pt x="274" y="96"/>
                      <ns1:pt x="264" y="110"/>
                      <ns1:pt x="253" y="123"/>
                    </ns1:cubicBezTo>
                    <ns1:cubicBezTo>
                      <ns1:pt x="246" y="132"/>
                      <ns1:pt x="238" y="140"/>
                      <ns1:pt x="229" y="148"/>
                    </ns1:cubicBezTo>
                    <ns1:cubicBezTo>
                      <ns1:pt x="211" y="164"/>
                      <ns1:pt x="192" y="179"/>
                      <ns1:pt x="173" y="194"/>
                    </ns1:cubicBezTo>
                    <ns1:cubicBezTo>
                      <ns1:pt x="141" y="218"/>
                      <ns1:pt x="106" y="236"/>
                      <ns1:pt x="70" y="253"/>
                    </ns1:cubicBezTo>
                    <ns1:cubicBezTo>
                      <ns1:pt x="53" y="261"/>
                      <ns1:pt x="35" y="268"/>
                      <ns1:pt x="18" y="275"/>
                    </ns1:cubicBezTo>
                    <ns1:cubicBezTo>
                      <ns1:pt x="17" y="275"/>
                      <ns1:pt x="15" y="275"/>
                      <ns1:pt x="14" y="274"/>
                    </ns1:cubicBezTo>
                    <ns1:cubicBezTo>
                      <ns1:pt x="10" y="269"/>
                      <ns1:pt x="5" y="264"/>
                      <ns1:pt x="0" y="257"/>
                    </ns1:cubicBezTo>
                    <ns1:cubicBezTo>
                      <ns1:pt x="7" y="255"/>
                      <ns1:pt x="13" y="253"/>
                      <ns1:pt x="19" y="250"/>
                    </ns1:cubicBezTo>
                    <ns1:cubicBezTo>
                      <ns1:pt x="41" y="241"/>
                      <ns1:pt x="63" y="232"/>
                      <ns1:pt x="85" y="221"/>
                    </ns1:cubicBezTo>
                    <ns1:cubicBezTo>
                      <ns1:pt x="119" y="204"/>
                      <ns1:pt x="152" y="183"/>
                      <ns1:pt x="183" y="159"/>
                    </ns1:cubicBezTo>
                    <ns1:cubicBezTo>
                      <ns1:pt x="196" y="149"/>
                      <ns1:pt x="209" y="138"/>
                      <ns1:pt x="222" y="127"/>
                    </ns1:cubicBezTo>
                    <ns1:cubicBezTo>
                      <ns1:pt x="231" y="118"/>
                      <ns1:pt x="241" y="108"/>
                      <ns1:pt x="250" y="99"/>
                    </ns1:cubicBezTo>
                    <ns1:cubicBezTo>
                      <ns1:pt x="268" y="81"/>
                      <ns1:pt x="284" y="61"/>
                      <ns1:pt x="299" y="40"/>
                    </ns1:cubicBezTo>
                    <ns1:cubicBezTo>
                      <ns1:pt x="307" y="27"/>
                      <ns1:pt x="315" y="14"/>
                      <ns1:pt x="324" y="2"/>
                    </ns1:cubicBezTo>
                    <ns1:cubicBezTo>
                      <ns1:pt x="324" y="1"/>
                      <ns1:pt x="325" y="0"/>
                      <ns1:pt x="326" y="0"/>
                    </ns1:cubicBezTo>
                    <ns1:cubicBezTo>
                      <ns1:pt x="325" y="2"/>
                      <ns1:pt x="325" y="4"/>
                      <ns1:pt x="324" y="6"/>
                    </ns1:cubicBezTo>
                    <ns1:cubicBezTo>
                      <ns1:pt x="314" y="35"/>
                      <ns1:pt x="306" y="65"/>
                      <ns1:pt x="301" y="95"/>
                    </ns1:cubicBezTo>
                    <ns1:cubicBezTo>
                      <ns1:pt x="299" y="111"/>
                      <ns1:pt x="298" y="126"/>
                      <ns1:pt x="296" y="142"/>
                    </ns1:cubicBezTo>
                    <ns1:cubicBezTo>
                      <ns1:pt x="296" y="149"/>
                      <ns1:pt x="295" y="155"/>
                      <ns1:pt x="295" y="162"/>
                    </ns1:cubicBezTo>
                    <ns1:cubicBezTo>
                      <ns1:pt x="297" y="198"/>
                      <ns1:pt x="302" y="232"/>
                      <ns1:pt x="317" y="265"/>
                    </ns1:cubicBezTo>
                    <ns1:cubicBezTo>
                      <ns1:pt x="319" y="268"/>
                      <ns1:pt x="321" y="271"/>
                      <ns1:pt x="322" y="274"/>
                    </ns1:cubicBezTo>
                    <ns1:cubicBezTo>
                      <ns1:pt x="322" y="275"/>
                      <ns1:pt x="321" y="275"/>
                      <ns1:pt x="321" y="275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4" name="Freeform 21"/>
              <ns0:cNvSpPr/>
              <ns0:nvPr/>
            </ns0:nvSpPr>
            <ns0:spPr bwMode="auto">
              <ns1:xfrm>
                <ns1:off x="5183188" y="3014663"/>
                <ns1:ext cx="1000125" cy="452438"/>
              </ns1:xfrm>
              <ns1:custGeom>
                <ns1:avLst/>
                <ns1:gdLst>
                  <ns1:gd name="T0" fmla="*/ 265 w 265"/>
                  <ns1:gd name="T1" fmla="*/ 1 h 120"/>
                  <ns1:gd name="T2" fmla="*/ 250 w 265"/>
                  <ns1:gd name="T3" fmla="*/ 12 h 120"/>
                  <ns1:gd name="T4" fmla="*/ 165 w 265"/>
                  <ns1:gd name="T5" fmla="*/ 65 h 120"/>
                  <ns1:gd name="T6" fmla="*/ 69 w 265"/>
                  <ns1:gd name="T7" fmla="*/ 106 h 120"/>
                  <ns1:gd name="T8" fmla="*/ 20 w 265"/>
                  <ns1:gd name="T9" fmla="*/ 119 h 120"/>
                  <ns1:gd name="T10" fmla="*/ 12 w 265"/>
                  <ns1:gd name="T11" fmla="*/ 120 h 120"/>
                  <ns1:gd name="T12" fmla="*/ 9 w 265"/>
                  <ns1:gd name="T13" fmla="*/ 118 h 120"/>
                  <ns1:gd name="T14" fmla="*/ 1 w 265"/>
                  <ns1:gd name="T15" fmla="*/ 107 h 120"/>
                  <ns1:gd name="T16" fmla="*/ 2 w 265"/>
                  <ns1:gd name="T17" fmla="*/ 102 h 120"/>
                  <ns1:gd name="T18" fmla="*/ 26 w 265"/>
                  <ns1:gd name="T19" fmla="*/ 84 h 120"/>
                  <ns1:gd name="T20" fmla="*/ 32 w 265"/>
                  <ns1:gd name="T21" fmla="*/ 82 h 120"/>
                  <ns1:gd name="T22" fmla="*/ 48 w 265"/>
                  <ns1:gd name="T23" fmla="*/ 82 h 120"/>
                  <ns1:gd name="T24" fmla="*/ 56 w 265"/>
                  <ns1:gd name="T25" fmla="*/ 69 h 120"/>
                  <ns1:gd name="T26" fmla="*/ 58 w 265"/>
                  <ns1:gd name="T27" fmla="*/ 65 h 120"/>
                  <ns1:gd name="T28" fmla="*/ 106 w 265"/>
                  <ns1:gd name="T29" fmla="*/ 44 h 120"/>
                  <ns1:gd name="T30" fmla="*/ 221 w 265"/>
                  <ns1:gd name="T31" fmla="*/ 9 h 120"/>
                  <ns1:gd name="T32" fmla="*/ 264 w 265"/>
                  <ns1:gd name="T33" fmla="*/ 0 h 120"/>
                  <ns1:gd name="T34" fmla="*/ 265 w 265"/>
                  <ns1:gd name="T35" fmla="*/ 1 h 12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</ns1:cxnLst>
                <ns1:rect l="0" t="0" r="r" b="b"/>
                <ns1:pathLst>
                  <ns1:path w="265" h="120">
                    <ns1:moveTo>
                      <ns1:pt x="265" y="1"/>
                    </ns1:moveTo>
                    <ns1:cubicBezTo>
                      <ns1:pt x="260" y="4"/>
                      <ns1:pt x="255" y="8"/>
                      <ns1:pt x="250" y="12"/>
                    </ns1:cubicBezTo>
                    <ns1:cubicBezTo>
                      <ns1:pt x="223" y="31"/>
                      <ns1:pt x="195" y="49"/>
                      <ns1:pt x="165" y="65"/>
                    </ns1:cubicBezTo>
                    <ns1:cubicBezTo>
                      <ns1:pt x="134" y="81"/>
                      <ns1:pt x="102" y="95"/>
                      <ns1:pt x="69" y="106"/>
                    </ns1:cubicBezTo>
                    <ns1:cubicBezTo>
                      <ns1:pt x="53" y="111"/>
                      <ns1:pt x="36" y="115"/>
                      <ns1:pt x="20" y="119"/>
                    </ns1:cubicBezTo>
                    <ns1:cubicBezTo>
                      <ns1:pt x="17" y="120"/>
                      <ns1:pt x="15" y="120"/>
                      <ns1:pt x="12" y="120"/>
                    </ns1:cubicBezTo>
                    <ns1:cubicBezTo>
                      <ns1:pt x="11" y="120"/>
                      <ns1:pt x="10" y="119"/>
                      <ns1:pt x="9" y="118"/>
                    </ns1:cubicBezTo>
                    <ns1:cubicBezTo>
                      <ns1:pt x="6" y="115"/>
                      <ns1:pt x="4" y="111"/>
                      <ns1:pt x="1" y="107"/>
                    </ns1:cubicBezTo>
                    <ns1:cubicBezTo>
                      <ns1:pt x="0" y="105"/>
                      <ns1:pt x="0" y="103"/>
                      <ns1:pt x="2" y="102"/>
                    </ns1:cubicBezTo>
                    <ns1:cubicBezTo>
                      <ns1:pt x="10" y="96"/>
                      <ns1:pt x="18" y="89"/>
                      <ns1:pt x="26" y="84"/>
                    </ns1:cubicBezTo>
                    <ns1:cubicBezTo>
                      <ns1:pt x="28" y="83"/>
                      <ns1:pt x="30" y="82"/>
                      <ns1:pt x="32" y="82"/>
                    </ns1:cubicBezTo>
                    <ns1:cubicBezTo>
                      <ns1:pt x="37" y="82"/>
                      <ns1:pt x="42" y="82"/>
                      <ns1:pt x="48" y="82"/>
                    </ns1:cubicBezTo>
                    <ns1:cubicBezTo>
                      <ns1:pt x="57" y="82"/>
                      <ns1:pt x="60" y="78"/>
                      <ns1:pt x="56" y="69"/>
                    </ns1:cubicBezTo>
                    <ns1:cubicBezTo>
                      <ns1:pt x="55" y="67"/>
                      <ns1:pt x="56" y="66"/>
                      <ns1:pt x="58" y="65"/>
                    </ns1:cubicBezTo>
                    <ns1:cubicBezTo>
                      <ns1:pt x="74" y="58"/>
                      <ns1:pt x="90" y="50"/>
                      <ns1:pt x="106" y="44"/>
                    </ns1:cubicBezTo>
                    <ns1:cubicBezTo>
                      <ns1:pt x="143" y="29"/>
                      <ns1:pt x="182" y="18"/>
                      <ns1:pt x="221" y="9"/>
                    </ns1:cubicBezTo>
                    <ns1:cubicBezTo>
                      <ns1:pt x="236" y="6"/>
                      <ns1:pt x="250" y="3"/>
                      <ns1:pt x="264" y="0"/>
                    </ns1:cubicBezTo>
                    <ns1:cubicBezTo>
                      <ns1:pt x="264" y="0"/>
                      <ns1:pt x="264" y="0"/>
                      <ns1:pt x="265" y="1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5" name="Freeform 22"/>
              <ns0:cNvSpPr/>
              <ns0:nvPr/>
            </ns0:nvSpPr>
            <ns0:spPr bwMode="auto">
              <ns1:xfrm>
                <ns1:off x="5918200" y="4459288"/>
                <ns1:ext cx="427038" cy="377825"/>
              </ns1:xfrm>
              <ns1:custGeom>
                <ns1:avLst/>
                <ns1:gdLst>
                  <ns1:gd name="T0" fmla="*/ 0 w 113"/>
                  <ns1:gd name="T1" fmla="*/ 23 h 100"/>
                  <ns1:gd name="T2" fmla="*/ 113 w 113"/>
                  <ns1:gd name="T3" fmla="*/ 0 h 100"/>
                  <ns1:gd name="T4" fmla="*/ 49 w 113"/>
                  <ns1:gd name="T5" fmla="*/ 100 h 100"/>
                  <ns1:gd name="T6" fmla="*/ 0 w 113"/>
                  <ns1:gd name="T7" fmla="*/ 23 h 10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13" h="100">
                    <ns1:moveTo>
                      <ns1:pt x="0" y="23"/>
                    </ns1:moveTo>
                    <ns1:cubicBezTo>
                      <ns1:pt x="38" y="15"/>
                      <ns1:pt x="75" y="8"/>
                      <ns1:pt x="113" y="0"/>
                    </ns1:cubicBezTo>
                    <ns1:cubicBezTo>
                      <ns1:pt x="92" y="33"/>
                      <ns1:pt x="71" y="66"/>
                      <ns1:pt x="49" y="100"/>
                    </ns1:cubicBezTo>
                    <ns1:cubicBezTo>
                      <ns1:pt x="32" y="74"/>
                      <ns1:pt x="16" y="48"/>
                      <ns1:pt x="0" y="23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6" name="Freeform 23"/>
              <ns0:cNvSpPr/>
              <ns0:nvPr/>
            </ns0:nvSpPr>
            <ns0:spPr bwMode="auto">
              <ns1:xfrm>
                <ns1:off x="6756400" y="3014663"/>
                <ns1:ext cx="400050" cy="255588"/>
              </ns1:xfrm>
              <ns1:custGeom>
                <ns1:avLst/>
                <ns1:gdLst>
                  <ns1:gd name="T0" fmla="*/ 14 w 106"/>
                  <ns1:gd name="T1" fmla="*/ 68 h 68"/>
                  <ns1:gd name="T2" fmla="*/ 0 w 106"/>
                  <ns1:gd name="T3" fmla="*/ 0 h 68"/>
                  <ns1:gd name="T4" fmla="*/ 10 w 106"/>
                  <ns1:gd name="T5" fmla="*/ 1 h 68"/>
                  <ns1:gd name="T6" fmla="*/ 76 w 106"/>
                  <ns1:gd name="T7" fmla="*/ 21 h 68"/>
                  <ns1:gd name="T8" fmla="*/ 102 w 106"/>
                  <ns1:gd name="T9" fmla="*/ 38 h 68"/>
                  <ns1:gd name="T10" fmla="*/ 103 w 106"/>
                  <ns1:gd name="T11" fmla="*/ 45 h 68"/>
                  <ns1:gd name="T12" fmla="*/ 74 w 106"/>
                  <ns1:gd name="T13" fmla="*/ 56 h 68"/>
                  <ns1:gd name="T14" fmla="*/ 34 w 106"/>
                  <ns1:gd name="T15" fmla="*/ 56 h 68"/>
                  <ns1:gd name="T16" fmla="*/ 14 w 106"/>
                  <ns1:gd name="T17" fmla="*/ 68 h 6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</ns1:cxnLst>
                <ns1:rect l="0" t="0" r="r" b="b"/>
                <ns1:pathLst>
                  <ns1:path w="106" h="68">
                    <ns1:moveTo>
                      <ns1:pt x="14" y="68"/>
                    </ns1:moveTo>
                    <ns1:cubicBezTo>
                      <ns1:pt x="7" y="45"/>
                      <ns1:pt x="2" y="23"/>
                      <ns1:pt x="0" y="0"/>
                    </ns1:cubicBezTo>
                    <ns1:cubicBezTo>
                      <ns1:pt x="4" y="0"/>
                      <ns1:pt x="7" y="0"/>
                      <ns1:pt x="10" y="1"/>
                    </ns1:cubicBezTo>
                    <ns1:cubicBezTo>
                      <ns1:pt x="33" y="5"/>
                      <ns1:pt x="55" y="11"/>
                      <ns1:pt x="76" y="21"/>
                    </ns1:cubicBezTo>
                    <ns1:cubicBezTo>
                      <ns1:pt x="85" y="26"/>
                      <ns1:pt x="94" y="32"/>
                      <ns1:pt x="102" y="38"/>
                    </ns1:cubicBezTo>
                    <ns1:cubicBezTo>
                      <ns1:pt x="106" y="40"/>
                      <ns1:pt x="106" y="42"/>
                      <ns1:pt x="103" y="45"/>
                    </ns1:cubicBezTo>
                    <ns1:cubicBezTo>
                      <ns1:pt x="95" y="54"/>
                      <ns1:pt x="84" y="56"/>
                      <ns1:pt x="74" y="56"/>
                    </ns1:cubicBezTo>
                    <ns1:cubicBezTo>
                      <ns1:pt x="60" y="57"/>
                      <ns1:pt x="47" y="57"/>
                      <ns1:pt x="34" y="56"/>
                    </ns1:cubicBezTo>
                    <ns1:cubicBezTo>
                      <ns1:pt x="25" y="56"/>
                      <ns1:pt x="18" y="58"/>
                      <ns1:pt x="14" y="68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7" name="Freeform 24"/>
              <ns0:cNvSpPr/>
              <ns0:nvPr/>
            </ns0:nvSpPr>
            <ns0:spPr bwMode="auto">
              <ns1:xfrm>
                <ns1:off x="6832600" y="3327400"/>
                <ns1:ext cx="217488" cy="188913"/>
              </ns1:xfrm>
              <ns1:custGeom>
                <ns1:avLst/>
                <ns1:gdLst>
                  <ns1:gd name="T0" fmla="*/ 0 w 58"/>
                  <ns1:gd name="T1" fmla="*/ 0 h 50"/>
                  <ns1:gd name="T2" fmla="*/ 45 w 58"/>
                  <ns1:gd name="T3" fmla="*/ 0 h 50"/>
                  <ns1:gd name="T4" fmla="*/ 54 w 58"/>
                  <ns1:gd name="T5" fmla="*/ 15 h 50"/>
                  <ns1:gd name="T6" fmla="*/ 32 w 58"/>
                  <ns1:gd name="T7" fmla="*/ 48 h 50"/>
                  <ns1:gd name="T8" fmla="*/ 29 w 58"/>
                  <ns1:gd name="T9" fmla="*/ 50 h 50"/>
                  <ns1:gd name="T10" fmla="*/ 0 w 58"/>
                  <ns1:gd name="T11" fmla="*/ 0 h 5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58" h="50">
                    <ns1:moveTo>
                      <ns1:pt x="0" y="0"/>
                    </ns1:moveTo>
                    <ns1:cubicBezTo>
                      <ns1:pt x="15" y="0"/>
                      <ns1:pt x="30" y="0"/>
                      <ns1:pt x="45" y="0"/>
                    </ns1:cubicBezTo>
                    <ns1:cubicBezTo>
                      <ns1:pt x="54" y="1"/>
                      <ns1:pt x="58" y="8"/>
                      <ns1:pt x="54" y="15"/>
                    </ns1:cubicBezTo>
                    <ns1:cubicBezTo>
                      <ns1:pt x="47" y="26"/>
                      <ns1:pt x="40" y="37"/>
                      <ns1:pt x="32" y="48"/>
                    </ns1:cubicBezTo>
                    <ns1:cubicBezTo>
                      <ns1:pt x="32" y="49"/>
                      <ns1:pt x="31" y="49"/>
                      <ns1:pt x="29" y="50"/>
                    </ns1:cubicBezTo>
                    <ns1:cubicBezTo>
                      <ns1:pt x="17" y="35"/>
                      <ns1:pt x="8" y="18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>
                  <ns1:alpha val="20000"/>
                </ns1:srgbClr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8" name="Freeform 25"/>
              <ns0:cNvSpPr/>
              <ns0:nvPr/>
            </ns0:nvSpPr>
            <ns0:spPr bwMode="auto">
              <ns1:xfrm>
                <ns1:off x="5794375" y="4275138"/>
                <ns1:ext cx="271463" cy="134938"/>
              </ns1:xfrm>
              <ns1:custGeom>
                <ns1:avLst/>
                <ns1:gdLst>
                  <ns1:gd name="T0" fmla="*/ 69 w 72"/>
                  <ns1:gd name="T1" fmla="*/ 0 h 36"/>
                  <ns1:gd name="T2" fmla="*/ 72 w 72"/>
                  <ns1:gd name="T3" fmla="*/ 16 h 36"/>
                  <ns1:gd name="T4" fmla="*/ 55 w 72"/>
                  <ns1:gd name="T5" fmla="*/ 20 h 36"/>
                  <ns1:gd name="T6" fmla="*/ 40 w 72"/>
                  <ns1:gd name="T7" fmla="*/ 23 h 36"/>
                  <ns1:gd name="T8" fmla="*/ 37 w 72"/>
                  <ns1:gd name="T9" fmla="*/ 25 h 36"/>
                  <ns1:gd name="T10" fmla="*/ 29 w 72"/>
                  <ns1:gd name="T11" fmla="*/ 30 h 36"/>
                  <ns1:gd name="T12" fmla="*/ 14 w 72"/>
                  <ns1:gd name="T13" fmla="*/ 34 h 36"/>
                  <ns1:gd name="T14" fmla="*/ 6 w 72"/>
                  <ns1:gd name="T15" fmla="*/ 31 h 36"/>
                  <ns1:gd name="T16" fmla="*/ 0 w 72"/>
                  <ns1:gd name="T17" fmla="*/ 20 h 36"/>
                  <ns1:gd name="T18" fmla="*/ 6 w 72"/>
                  <ns1:gd name="T19" fmla="*/ 10 h 36"/>
                  <ns1:gd name="T20" fmla="*/ 14 w 72"/>
                  <ns1:gd name="T21" fmla="*/ 7 h 36"/>
                  <ns1:gd name="T22" fmla="*/ 32 w 72"/>
                  <ns1:gd name="T23" fmla="*/ 6 h 36"/>
                  <ns1:gd name="T24" fmla="*/ 69 w 72"/>
                  <ns1:gd name="T25" fmla="*/ 0 h 3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</ns1:cxnLst>
                <ns1:rect l="0" t="0" r="r" b="b"/>
                <ns1:pathLst>
                  <ns1:path w="72" h="36">
                    <ns1:moveTo>
                      <ns1:pt x="69" y="0"/>
                    </ns1:moveTo>
                    <ns1:cubicBezTo>
                      <ns1:pt x="64" y="8"/>
                      <ns1:pt x="64" y="10"/>
                      <ns1:pt x="72" y="16"/>
                    </ns1:cubicBezTo>
                    <ns1:cubicBezTo>
                      <ns1:pt x="66" y="17"/>
                      <ns1:pt x="61" y="19"/>
                      <ns1:pt x="55" y="20"/>
                    </ns1:cubicBezTo>
                    <ns1:cubicBezTo>
                      <ns1:pt x="50" y="21"/>
                      <ns1:pt x="45" y="22"/>
                      <ns1:pt x="40" y="23"/>
                    </ns1:cubicBezTo>
                    <ns1:cubicBezTo>
                      <ns1:pt x="39" y="23"/>
                      <ns1:pt x="37" y="24"/>
                      <ns1:pt x="37" y="25"/>
                    </ns1:cubicBezTo>
                    <ns1:cubicBezTo>
                      <ns1:pt x="35" y="29"/>
                      <ns1:pt x="32" y="30"/>
                      <ns1:pt x="29" y="30"/>
                    </ns1:cubicBezTo>
                    <ns1:cubicBezTo>
                      <ns1:pt x="24" y="31"/>
                      <ns1:pt x="19" y="32"/>
                      <ns1:pt x="14" y="34"/>
                    </ns1:cubicBezTo>
                    <ns1:cubicBezTo>
                      <ns1:pt x="10" y="36"/>
                      <ns1:pt x="8" y="34"/>
                      <ns1:pt x="6" y="31"/>
                    </ns1:cubicBezTo>
                    <ns1:cubicBezTo>
                      <ns1:pt x="4" y="27"/>
                      <ns1:pt x="0" y="24"/>
                      <ns1:pt x="0" y="20"/>
                    </ns1:cubicBezTo>
                    <ns1:cubicBezTo>
                      <ns1:pt x="0" y="17"/>
                      <ns1:pt x="4" y="13"/>
                      <ns1:pt x="6" y="10"/>
                    </ns1:cubicBezTo>
                    <ns1:cubicBezTo>
                      <ns1:pt x="8" y="7"/>
                      <ns1:pt x="10" y="6"/>
                      <ns1:pt x="14" y="7"/>
                    </ns1:cubicBezTo>
                    <ns1:cubicBezTo>
                      <ns1:pt x="20" y="8"/>
                      <ns1:pt x="26" y="7"/>
                      <ns1:pt x="32" y="6"/>
                    </ns1:cubicBezTo>
                    <ns1:cubicBezTo>
                      <ns1:pt x="44" y="5"/>
                      <ns1:pt x="56" y="2"/>
                      <ns1:pt x="69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29" name="Freeform 26"/>
              <ns0:cNvSpPr/>
              <ns0:nvPr/>
            </ns0:nvSpPr>
            <ns0:spPr bwMode="auto">
              <ns1:xfrm>
                <ns1:off x="6673850" y="2201863"/>
                <ns1:ext cx="230188" cy="200025"/>
              </ns1:xfrm>
              <ns1:custGeom>
                <ns1:avLst/>
                <ns1:gdLst>
                  <ns1:gd name="T0" fmla="*/ 61 w 61"/>
                  <ns1:gd name="T1" fmla="*/ 0 h 53"/>
                  <ns1:gd name="T2" fmla="*/ 54 w 61"/>
                  <ns1:gd name="T3" fmla="*/ 51 h 53"/>
                  <ns1:gd name="T4" fmla="*/ 53 w 61"/>
                  <ns1:gd name="T5" fmla="*/ 52 h 53"/>
                  <ns1:gd name="T6" fmla="*/ 44 w 61"/>
                  <ns1:gd name="T7" fmla="*/ 42 h 53"/>
                  <ns1:gd name="T8" fmla="*/ 38 w 61"/>
                  <ns1:gd name="T9" fmla="*/ 41 h 53"/>
                  <ns1:gd name="T10" fmla="*/ 0 w 61"/>
                  <ns1:gd name="T11" fmla="*/ 53 h 53"/>
                  <ns1:gd name="T12" fmla="*/ 61 w 61"/>
                  <ns1:gd name="T13" fmla="*/ 0 h 5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61" h="53">
                    <ns1:moveTo>
                      <ns1:pt x="61" y="0"/>
                    </ns1:moveTo>
                    <ns1:cubicBezTo>
                      <ns1:pt x="59" y="18"/>
                      <ns1:pt x="56" y="34"/>
                      <ns1:pt x="54" y="51"/>
                    </ns1:cubicBezTo>
                    <ns1:cubicBezTo>
                      <ns1:pt x="54" y="52"/>
                      <ns1:pt x="53" y="52"/>
                      <ns1:pt x="53" y="52"/>
                    </ns1:cubicBezTo>
                    <ns1:cubicBezTo>
                      <ns1:pt x="50" y="49"/>
                      <ns1:pt x="47" y="45"/>
                      <ns1:pt x="44" y="42"/>
                    </ns1:cubicBezTo>
                    <ns1:cubicBezTo>
                      <ns1:pt x="42" y="41"/>
                      <ns1:pt x="40" y="40"/>
                      <ns1:pt x="38" y="41"/>
                    </ns1:cubicBezTo>
                    <ns1:cubicBezTo>
                      <ns1:pt x="26" y="45"/>
                      <ns1:pt x="13" y="49"/>
                      <ns1:pt x="0" y="53"/>
                    </ns1:cubicBezTo>
                    <ns1:cubicBezTo>
                      <ns1:pt x="20" y="35"/>
                      <ns1:pt x="40" y="18"/>
                      <ns1:pt x="61" y="0"/>
                    </ns1:cubicBezTo>
                    <ns1:close/>
                  </ns1:path>
                </ns1:pathLst>
              </ns1:custGeom>
              <ns1:solidFill>
                <ns1:srgbClr val="A42629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0" name="Freeform 27"/>
              <ns0:cNvSpPr/>
              <ns0:nvPr/>
            </ns0:nvSpPr>
            <ns0:spPr bwMode="auto">
              <ns1:xfrm>
                <ns1:off x="7110413" y="2995613"/>
                <ns1:ext cx="152400" cy="49213"/>
              </ns1:xfrm>
              <ns1:custGeom>
                <ns1:avLst/>
                <ns1:gdLst>
                  <ns1:gd name="T0" fmla="*/ 38 w 40"/>
                  <ns1:gd name="T1" fmla="*/ 13 h 13"/>
                  <ns1:gd name="T2" fmla="*/ 0 w 40"/>
                  <ns1:gd name="T3" fmla="*/ 1 h 13"/>
                  <ns1:gd name="T4" fmla="*/ 0 w 40"/>
                  <ns1:gd name="T5" fmla="*/ 0 h 13"/>
                  <ns1:gd name="T6" fmla="*/ 30 w 40"/>
                  <ns1:gd name="T7" fmla="*/ 2 h 13"/>
                  <ns1:gd name="T8" fmla="*/ 38 w 40"/>
                  <ns1:gd name="T9" fmla="*/ 13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40" h="13">
                    <ns1:moveTo>
                      <ns1:pt x="38" y="13"/>
                    </ns1:moveTo>
                    <ns1:cubicBezTo>
                      <ns1:pt x="25" y="9"/>
                      <ns1:pt x="12" y="5"/>
                      <ns1:pt x="0" y="1"/>
                    </ns1:cubicBez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10" y="1"/>
                      <ns1:pt x="20" y="1"/>
                      <ns1:pt x="30" y="2"/>
                    </ns1:cubicBezTo>
                    <ns1:cubicBezTo>
                      <ns1:pt x="37" y="3"/>
                      <ns1:pt x="40" y="7"/>
                      <ns1:pt x="38" y="1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1" name="Freeform 28"/>
              <ns0:cNvSpPr/>
              <ns0:nvPr/>
            </ns0:nvSpPr>
            <ns0:spPr bwMode="auto">
              <ns1:xfrm>
                <ns1:off x="6619875" y="2746375"/>
                <ns1:ext cx="0" cy="3175"/>
              </ns1:xfrm>
              <ns1:custGeom>
                <ns1:avLst/>
                <ns1:gdLst>
                  <ns1:gd name="T0" fmla="*/ 0 h 1"/>
                  <ns1:gd name="T1" fmla="*/ 1 h 1"/>
                  <ns1:gd name="T2" fmla="*/ 1 h 1"/>
                  <ns1:gd name="T3" fmla="*/ 0 h 1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</ns1:cxnLst>
                <ns1:rect l="0" t="0" r="r" b="b"/>
                <ns1:pathLst>
                  <ns1:path h="1">
                    <ns1:moveTo>
                      <ns1:pt x="0" y="0"/>
                    </ns1:moveTo>
                    <ns1:cubicBezTo>
                      <ns1:pt x="0" y="0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2" name="Freeform 29"/>
              <ns0:cNvSpPr/>
              <ns0:nvPr/>
            </ns0:nvSpPr>
            <ns0:spPr bwMode="auto">
              <ns1:xfrm>
                <ns1:off x="6492875" y="1554163"/>
                <ns1:ext cx="47625" cy="60325"/>
              </ns1:xfrm>
              <ns1:custGeom>
                <ns1:avLst/>
                <ns1:gdLst>
                  <ns1:gd name="T0" fmla="*/ 10 w 13"/>
                  <ns1:gd name="T1" fmla="*/ 12 h 16"/>
                  <ns1:gd name="T2" fmla="*/ 6 w 13"/>
                  <ns1:gd name="T3" fmla="*/ 15 h 16"/>
                  <ns1:gd name="T4" fmla="*/ 0 w 13"/>
                  <ns1:gd name="T5" fmla="*/ 14 h 16"/>
                  <ns1:gd name="T6" fmla="*/ 4 w 13"/>
                  <ns1:gd name="T7" fmla="*/ 0 h 16"/>
                  <ns1:gd name="T8" fmla="*/ 13 w 13"/>
                  <ns1:gd name="T9" fmla="*/ 2 h 16"/>
                  <ns1:gd name="T10" fmla="*/ 11 w 13"/>
                  <ns1:gd name="T11" fmla="*/ 11 h 16"/>
                  <ns1:gd name="T12" fmla="*/ 9 w 13"/>
                  <ns1:gd name="T13" fmla="*/ 4 h 16"/>
                  <ns1:gd name="T14" fmla="*/ 4 w 13"/>
                  <ns1:gd name="T15" fmla="*/ 4 h 16"/>
                  <ns1:gd name="T16" fmla="*/ 4 w 13"/>
                  <ns1:gd name="T17" fmla="*/ 13 h 16"/>
                  <ns1:gd name="T18" fmla="*/ 10 w 13"/>
                  <ns1:gd name="T19" fmla="*/ 12 h 1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13" h="16">
                    <ns1:moveTo>
                      <ns1:pt x="10" y="12"/>
                    </ns1:moveTo>
                    <ns1:cubicBezTo>
                      <ns1:pt x="10" y="15"/>
                      <ns1:pt x="9" y="16"/>
                      <ns1:pt x="6" y="15"/>
                    </ns1:cubicBezTo>
                    <ns1:cubicBezTo>
                      <ns1:pt x="4" y="15"/>
                      <ns1:pt x="2" y="14"/>
                      <ns1:pt x="0" y="14"/>
                    </ns1:cubicBezTo>
                    <ns1:cubicBezTo>
                      <ns1:pt x="2" y="9"/>
                      <ns1:pt x="3" y="5"/>
                      <ns1:pt x="4" y="0"/>
                    </ns1:cubicBezTo>
                    <ns1:cubicBezTo>
                      <ns1:pt x="7" y="0"/>
                      <ns1:pt x="10" y="1"/>
                      <ns1:pt x="13" y="2"/>
                    </ns1:cubicBezTo>
                    <ns1:cubicBezTo>
                      <ns1:pt x="12" y="5"/>
                      <ns1:pt x="12" y="8"/>
                      <ns1:pt x="11" y="11"/>
                    </ns1:cubicBezTo>
                    <ns1:cubicBezTo>
                      <ns1:pt x="10" y="9"/>
                      <ns1:pt x="10" y="6"/>
                      <ns1:pt x="9" y="4"/>
                    </ns1:cubicBezTo>
                    <ns1:cubicBezTo>
                      <ns1:pt x="8" y="4"/>
                      <ns1:pt x="6" y="4"/>
                      <ns1:pt x="4" y="4"/>
                    </ns1:cubicBezTo>
                    <ns1:cubicBezTo>
                      <ns1:pt x="4" y="7"/>
                      <ns1:pt x="4" y="10"/>
                      <ns1:pt x="4" y="13"/>
                    </ns1:cubicBezTo>
                    <ns1:cubicBezTo>
                      <ns1:pt x="7" y="13"/>
                      <ns1:pt x="8" y="12"/>
                      <ns1:pt x="10" y="1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3" name="Freeform 31"/>
              <ns0:cNvSpPr/>
              <ns0:nvPr/>
            </ns0:nvSpPr>
            <ns0:spPr bwMode="auto">
              <ns1:xfrm>
                <ns1:off x="7292975" y="2028825"/>
                <ns1:ext cx="47625" cy="49213"/>
              </ns1:xfrm>
              <ns1:custGeom>
                <ns1:avLst/>
                <ns1:gdLst>
                  <ns1:gd name="T0" fmla="*/ 12 w 13"/>
                  <ns1:gd name="T1" fmla="*/ 0 h 13"/>
                  <ns1:gd name="T2" fmla="*/ 7 w 13"/>
                  <ns1:gd name="T3" fmla="*/ 12 h 13"/>
                  <ns1:gd name="T4" fmla="*/ 0 w 13"/>
                  <ns1:gd name="T5" fmla="*/ 12 h 13"/>
                  <ns1:gd name="T6" fmla="*/ 12 w 13"/>
                  <ns1:gd name="T7" fmla="*/ 0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3" h="13">
                    <ns1:moveTo>
                      <ns1:pt x="12" y="0"/>
                    </ns1:moveTo>
                    <ns1:cubicBezTo>
                      <ns1:pt x="13" y="4"/>
                      <ns1:pt x="11" y="9"/>
                      <ns1:pt x="7" y="12"/>
                    </ns1:cubicBezTo>
                    <ns1:cubicBezTo>
                      <ns1:pt x="5" y="13"/>
                      <ns1:pt x="3" y="12"/>
                      <ns1:pt x="0" y="12"/>
                    </ns1:cubicBezTo>
                    <ns1:cubicBezTo>
                      <ns1:pt x="5" y="7"/>
                      <ns1:pt x="9" y="4"/>
                      <ns1:pt x="12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4" name="Freeform 32"/>
              <ns0:cNvSpPr/>
              <ns0:nvPr/>
            </ns0:nvSpPr>
            <ns0:spPr bwMode="auto">
              <ns1:xfrm>
                <ns1:off x="7345363" y="1976438"/>
                <ns1:ext cx="49213" cy="41275"/>
              </ns1:xfrm>
              <ns1:custGeom>
                <ns1:avLst/>
                <ns1:gdLst>
                  <ns1:gd name="T0" fmla="*/ 0 w 13"/>
                  <ns1:gd name="T1" fmla="*/ 11 h 11"/>
                  <ns1:gd name="T2" fmla="*/ 10 w 13"/>
                  <ns1:gd name="T3" fmla="*/ 0 h 11"/>
                  <ns1:gd name="T4" fmla="*/ 13 w 13"/>
                  <ns1:gd name="T5" fmla="*/ 3 h 11"/>
                  <ns1:gd name="T6" fmla="*/ 1 w 13"/>
                  <ns1:gd name="T7" fmla="*/ 11 h 11"/>
                  <ns1:gd name="T8" fmla="*/ 0 w 13"/>
                  <ns1:gd name="T9" fmla="*/ 11 h 1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3" h="11">
                    <ns1:moveTo>
                      <ns1:pt x="0" y="11"/>
                    </ns1:moveTo>
                    <ns1:cubicBezTo>
                      <ns1:pt x="3" y="7"/>
                      <ns1:pt x="6" y="4"/>
                      <ns1:pt x="10" y="0"/>
                    </ns1:cubicBezTo>
                    <ns1:cubicBezTo>
                      <ns1:pt x="11" y="1"/>
                      <ns1:pt x="12" y="2"/>
                      <ns1:pt x="13" y="3"/>
                    </ns1:cubicBezTo>
                    <ns1:cubicBezTo>
                      <ns1:pt x="9" y="6"/>
                      <ns1:pt x="5" y="9"/>
                      <ns1:pt x="1" y="11"/>
                    </ns1:cubicBezTo>
                    <ns1:cubicBezTo>
                      <ns1:pt x="0" y="11"/>
                      <ns1:pt x="0" y="11"/>
                      <ns1:pt x="0" y="1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5" name="Freeform 33"/>
              <ns0:cNvSpPr/>
              <ns0:nvPr/>
            </ns0:nvSpPr>
            <ns0:spPr bwMode="auto">
              <ns1:xfrm>
                <ns1:off x="7273925" y="2085975"/>
                <ns1:ext cx="6350" cy="7938"/>
              </ns1:xfrm>
              <ns1:custGeom>
                <ns1:avLst/>
                <ns1:gdLst>
                  <ns1:gd name="T0" fmla="*/ 0 w 2"/>
                  <ns1:gd name="T1" fmla="*/ 1 h 2"/>
                  <ns1:gd name="T2" fmla="*/ 2 w 2"/>
                  <ns1:gd name="T3" fmla="*/ 0 h 2"/>
                  <ns1:gd name="T4" fmla="*/ 2 w 2"/>
                  <ns1:gd name="T5" fmla="*/ 0 h 2"/>
                  <ns1:gd name="T6" fmla="*/ 1 w 2"/>
                  <ns1:gd name="T7" fmla="*/ 2 h 2"/>
                  <ns1:gd name="T8" fmla="*/ 0 w 2"/>
                  <ns1:gd name="T9" fmla="*/ 1 h 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2" h="2">
                    <ns1:moveTo>
                      <ns1:pt x="0" y="1"/>
                    </ns1:moveTo>
                    <ns1:cubicBezTo>
                      <ns1:pt x="1" y="1"/>
                      <ns1:pt x="1" y="0"/>
                      <ns1:pt x="2" y="0"/>
                    </ns1:cubicBezTo>
                    <ns1:cubicBezTo>
                      <ns1:pt x="2" y="0"/>
                      <ns1:pt x="2" y="0"/>
                      <ns1:pt x="2" y="0"/>
                    </ns1:cubicBezTo>
                    <ns1:cubicBezTo>
                      <ns1:pt x="2" y="1"/>
                      <ns1:pt x="1" y="2"/>
                      <ns1:pt x="1" y="2"/>
                    </ns1:cubicBezTo>
                    <ns1:cubicBezTo>
                      <ns1:pt x="1" y="2"/>
                      <ns1:pt x="1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6" name="Freeform 34"/>
              <ns0:cNvSpPr/>
              <ns0:nvPr/>
            </ns0:nvSpPr>
            <ns0:spPr bwMode="auto">
              <ns1:xfrm>
                <ns1:off x="7280275" y="2081213"/>
                <ns1:ext cx="0" cy="4763"/>
              </ns1:xfrm>
              <ns1:custGeom>
                <ns1:avLst/>
                <ns1:gdLst>
                  <ns1:gd name="T0" fmla="*/ 1 h 1"/>
                  <ns1:gd name="T1" fmla="*/ 0 h 1"/>
                  <ns1:gd name="T2" fmla="*/ 1 h 1"/>
                  <ns1:gd name="T3" fmla="*/ 1 h 1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</ns1:cxnLst>
                <ns1:rect l="0" t="0" r="r" b="b"/>
                <ns1:pathLst>
                  <ns1:path h="1">
                    <ns1:moveTo>
                      <ns1:pt x="0" y="1"/>
                    </ns1:moveTo>
                    <ns1:cubicBezTo>
                      <ns1:pt x="0" y="0"/>
                      <ns1:pt x="0" y="0"/>
                      <ns1:pt x="0" y="0"/>
                    </ns1:cubicBezTo>
                    <ns1:cubicBezTo>
                      <ns1:pt x="0" y="0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7" name="Freeform 35"/>
              <ns0:cNvSpPr/>
              <ns0:nvPr/>
            </ns0:nvSpPr>
            <ns0:spPr bwMode="auto">
              <ns1:xfrm>
                <ns1:off x="7340600" y="2017713"/>
                <ns1:ext cx="7938" cy="0"/>
              </ns1:xfrm>
              <ns1:custGeom>
                <ns1:avLst/>
                <ns1:gdLst>
                  <ns1:gd name="T0" fmla="*/ 2 w 2"/>
                  <ns1:gd name="T1" fmla="*/ 0 w 2"/>
                  <ns1:gd name="T2" fmla="*/ 1 w 2"/>
                  <ns1:gd name="T3" fmla="*/ 2 w 2"/>
                </ns1:gdLst>
                <ns1:ahLst/>
                <ns1:cxnLst>
                  <ns1:cxn ang="0">
                    <ns1:pos x="T0" y="0"/>
                  </ns1:cxn>
                  <ns1:cxn ang="0">
                    <ns1:pos x="T1" y="0"/>
                  </ns1:cxn>
                  <ns1:cxn ang="0">
                    <ns1:pos x="T2" y="0"/>
                  </ns1:cxn>
                  <ns1:cxn ang="0">
                    <ns1:pos x="T3" y="0"/>
                  </ns1:cxn>
                </ns1:cxnLst>
                <ns1:rect l="0" t="0" r="r" b="b"/>
                <ns1:pathLst>
                  <ns1:path w="2">
                    <ns1:moveTo>
                      <ns1:pt x="2" y="0"/>
                    </ns1:moveTo>
                    <ns1:cubicBezTo>
                      <ns1:pt x="1" y="0"/>
                      <ns1:pt x="1" y="0"/>
                      <ns1:pt x="0" y="0"/>
                    </ns1:cubicBezTo>
                    <ns1:cubicBezTo>
                      <ns1:pt x="1" y="0"/>
                      <ns1:pt x="1" y="0"/>
                      <ns1:pt x="1" y="0"/>
                    </ns1:cubicBezTo>
                    <ns1:cubicBezTo>
                      <ns1:pt x="1" y="0"/>
                      <ns1:pt x="1" y="0"/>
                      <ns1:pt x="2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8" name="Freeform 36"/>
              <ns0:cNvSpPr>
                <ns1:spLocks noEditPoints="1"/>
              </ns0:cNvSpPr>
              <ns0:nvPr/>
            </ns0:nvSpPr>
            <ns0:spPr bwMode="auto">
              <ns1:xfrm>
                <ns1:off x="5854700" y="1519238"/>
                <ns1:ext cx="38100" cy="57150"/>
              </ns1:xfrm>
              <ns1:custGeom>
                <ns1:avLst/>
                <ns1:gdLst>
                  <ns1:gd name="T0" fmla="*/ 10 w 10"/>
                  <ns1:gd name="T1" fmla="*/ 14 h 15"/>
                  <ns1:gd name="T2" fmla="*/ 1 w 10"/>
                  <ns1:gd name="T3" fmla="*/ 15 h 15"/>
                  <ns1:gd name="T4" fmla="*/ 0 w 10"/>
                  <ns1:gd name="T5" fmla="*/ 1 h 15"/>
                  <ns1:gd name="T6" fmla="*/ 9 w 10"/>
                  <ns1:gd name="T7" fmla="*/ 0 h 15"/>
                  <ns1:gd name="T8" fmla="*/ 10 w 10"/>
                  <ns1:gd name="T9" fmla="*/ 14 h 15"/>
                  <ns1:gd name="T10" fmla="*/ 10 w 10"/>
                  <ns1:gd name="T11" fmla="*/ 11 h 15"/>
                  <ns1:gd name="T12" fmla="*/ 7 w 10"/>
                  <ns1:gd name="T13" fmla="*/ 3 h 15"/>
                  <ns1:gd name="T14" fmla="*/ 1 w 10"/>
                  <ns1:gd name="T15" fmla="*/ 5 h 15"/>
                  <ns1:gd name="T16" fmla="*/ 5 w 10"/>
                  <ns1:gd name="T17" fmla="*/ 13 h 15"/>
                  <ns1:gd name="T18" fmla="*/ 10 w 10"/>
                  <ns1:gd name="T19" fmla="*/ 11 h 15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10" h="15">
                    <ns1:moveTo>
                      <ns1:pt x="10" y="14"/>
                    </ns1:moveTo>
                    <ns1:cubicBezTo>
                      <ns1:pt x="7" y="15"/>
                      <ns1:pt x="5" y="15"/>
                      <ns1:pt x="1" y="15"/>
                    </ns1:cubicBezTo>
                    <ns1:cubicBezTo>
                      <ns1:pt x="1" y="10"/>
                      <ns1:pt x="1" y="6"/>
                      <ns1:pt x="0" y="1"/>
                    </ns1:cubicBezTo>
                    <ns1:cubicBezTo>
                      <ns1:pt x="3" y="1"/>
                      <ns1:pt x="6" y="0"/>
                      <ns1:pt x="9" y="0"/>
                    </ns1:cubicBezTo>
                    <ns1:cubicBezTo>
                      <ns1:pt x="10" y="5"/>
                      <ns1:pt x="10" y="9"/>
                      <ns1:pt x="10" y="14"/>
                    </ns1:cubicBezTo>
                    <ns1:close/>
                    <ns1:moveTo>
                      <ns1:pt x="10" y="11"/>
                    </ns1:moveTo>
                    <ns1:cubicBezTo>
                      <ns1:pt x="9" y="8"/>
                      <ns1:pt x="8" y="5"/>
                      <ns1:pt x="7" y="3"/>
                    </ns1:cubicBezTo>
                    <ns1:cubicBezTo>
                      <ns1:pt x="5" y="3"/>
                      <ns1:pt x="3" y="4"/>
                      <ns1:pt x="1" y="5"/>
                    </ns1:cubicBezTo>
                    <ns1:cubicBezTo>
                      <ns1:pt x="3" y="8"/>
                      <ns1:pt x="4" y="10"/>
                      <ns1:pt x="5" y="13"/>
                    </ns1:cubicBezTo>
                    <ns1:cubicBezTo>
                      <ns1:pt x="6" y="12"/>
                      <ns1:pt x="8" y="12"/>
                      <ns1:pt x="10" y="1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39" name="Freeform 37"/>
              <ns0:cNvSpPr/>
              <ns0:nvPr/>
            </ns0:nvSpPr>
            <ns0:spPr bwMode="auto">
              <ns1:xfrm>
                <ns1:off x="5632450" y="1647825"/>
                <ns1:ext cx="3175" cy="3175"/>
              </ns1:xfrm>
              <ns1:custGeom>
                <ns1:avLst/>
                <ns1:gdLst>
                  <ns1:gd name="T0" fmla="*/ 0 w 1"/>
                  <ns1:gd name="T1" fmla="*/ 1 h 1"/>
                  <ns1:gd name="T2" fmla="*/ 1 w 1"/>
                  <ns1:gd name="T3" fmla="*/ 0 h 1"/>
                  <ns1:gd name="T4" fmla="*/ 0 w 1"/>
                  <ns1:gd name="T5" fmla="*/ 1 h 1"/>
                  <ns1:gd name="T6" fmla="*/ 0 w 1"/>
                  <ns1:gd name="T7" fmla="*/ 1 h 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1">
                    <ns1:moveTo>
                      <ns1:pt x="0" y="1"/>
                    </ns1:moveTo>
                    <ns1:cubicBezTo>
                      <ns1:pt x="0" y="0"/>
                      <ns1:pt x="0" y="0"/>
                      <ns1:pt x="1" y="0"/>
                    </ns1:cubicBezTo>
                    <ns1:cubicBezTo>
                      <ns1:pt x="1" y="1"/>
                      <ns1:pt x="1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0" name="Freeform 38"/>
              <ns0:cNvSpPr/>
              <ns0:nvPr/>
            </ns0:nvSpPr>
            <ns0:spPr bwMode="auto">
              <ns1:xfrm>
                <ns1:off x="5564188" y="1579563"/>
                <ns1:ext cx="3175" cy="4763"/>
              </ns1:xfrm>
              <ns1:custGeom>
                <ns1:avLst/>
                <ns1:gdLst>
                  <ns1:gd name="T0" fmla="*/ 1 w 1"/>
                  <ns1:gd name="T1" fmla="*/ 1 h 1"/>
                  <ns1:gd name="T2" fmla="*/ 0 w 1"/>
                  <ns1:gd name="T3" fmla="*/ 1 h 1"/>
                  <ns1:gd name="T4" fmla="*/ 0 w 1"/>
                  <ns1:gd name="T5" fmla="*/ 0 h 1"/>
                  <ns1:gd name="T6" fmla="*/ 1 w 1"/>
                  <ns1:gd name="T7" fmla="*/ 1 h 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1">
                    <ns1:moveTo>
                      <ns1:pt x="1" y="1"/>
                    </ns1:moveTo>
                    <ns1:cubicBezTo>
                      <ns1:pt x="1" y="1"/>
                      <ns1:pt x="0" y="1"/>
                      <ns1:pt x="0" y="1"/>
                    </ns1:cubicBezTo>
                    <ns1:cubicBezTo>
                      <ns1:pt x="0" y="1"/>
                      <ns1:pt x="0" y="0"/>
                      <ns1:pt x="0" y="0"/>
                    </ns1:cubicBezTo>
                    <ns1:cubicBezTo>
                      <ns1:pt x="1" y="0"/>
                      <ns1:pt x="1" y="1"/>
                      <ns1:pt x="1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1" name="Freeform 39"/>
              <ns0:cNvSpPr/>
              <ns0:nvPr/>
            </ns0:nvSpPr>
            <ns0:spPr bwMode="auto">
              <ns1:xfrm>
                <ns1:off x="6408738" y="5232400"/>
                <ns1:ext cx="7938" cy="12700"/>
              </ns1:xfrm>
              <ns1:custGeom>
                <ns1:avLst/>
                <ns1:gdLst>
                  <ns1:gd name="T0" fmla="*/ 1 w 2"/>
                  <ns1:gd name="T1" fmla="*/ 3 h 3"/>
                  <ns1:gd name="T2" fmla="*/ 0 w 2"/>
                  <ns1:gd name="T3" fmla="*/ 1 h 3"/>
                  <ns1:gd name="T4" fmla="*/ 1 w 2"/>
                  <ns1:gd name="T5" fmla="*/ 0 h 3"/>
                  <ns1:gd name="T6" fmla="*/ 2 w 2"/>
                  <ns1:gd name="T7" fmla="*/ 2 h 3"/>
                  <ns1:gd name="T8" fmla="*/ 1 w 2"/>
                  <ns1:gd name="T9" fmla="*/ 3 h 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2" h="3">
                    <ns1:moveTo>
                      <ns1:pt x="1" y="3"/>
                    </ns1:moveTo>
                    <ns1:cubicBezTo>
                      <ns1:pt x="1" y="2"/>
                      <ns1:pt x="1" y="1"/>
                      <ns1:pt x="0" y="1"/>
                    </ns1:cubicBezTo>
                    <ns1:cubicBezTo>
                      <ns1:pt x="1" y="1"/>
                      <ns1:pt x="1" y="0"/>
                      <ns1:pt x="1" y="0"/>
                    </ns1:cubicBezTo>
                    <ns1:cubicBezTo>
                      <ns1:pt x="1" y="1"/>
                      <ns1:pt x="1" y="1"/>
                      <ns1:pt x="2" y="2"/>
                    </ns1:cubicBezTo>
                    <ns1:cubicBezTo>
                      <ns1:pt x="1" y="2"/>
                      <ns1:pt x="1" y="2"/>
                      <ns1:pt x="1" y="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2" name="Freeform 40"/>
              <ns0:cNvSpPr/>
              <ns0:nvPr/>
            </ns0:nvSpPr>
            <ns0:spPr bwMode="auto">
              <ns1:xfrm>
                <ns1:off x="4605338" y="4505325"/>
                <ns1:ext cx="3175" cy="3175"/>
              </ns1:xfrm>
              <ns1:custGeom>
                <ns1:avLst/>
                <ns1:gdLst>
                  <ns1:gd name="T0" fmla="*/ 0 w 1"/>
                  <ns1:gd name="T1" fmla="*/ 1 h 1"/>
                  <ns1:gd name="T2" fmla="*/ 1 w 1"/>
                  <ns1:gd name="T3" fmla="*/ 0 h 1"/>
                  <ns1:gd name="T4" fmla="*/ 0 w 1"/>
                  <ns1:gd name="T5" fmla="*/ 1 h 1"/>
                  <ns1:gd name="T6" fmla="*/ 0 w 1"/>
                  <ns1:gd name="T7" fmla="*/ 1 h 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1">
                    <ns1:moveTo>
                      <ns1:pt x="0" y="1"/>
                    </ns1:moveTo>
                    <ns1:cubicBezTo>
                      <ns1:pt x="0" y="0"/>
                      <ns1:pt x="1" y="0"/>
                      <ns1:pt x="1" y="0"/>
                    </ns1:cubicBezTo>
                    <ns1:cubicBezTo>
                      <ns1:pt x="1" y="0"/>
                      <ns1:pt x="1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3" name="Freeform 41"/>
              <ns0:cNvSpPr/>
              <ns0:nvPr/>
            </ns0:nvSpPr>
            <ns0:spPr bwMode="auto">
              <ns1:xfrm>
                <ns1:off x="4586288" y="4598988"/>
                <ns1:ext cx="3175" cy="7938"/>
              </ns1:xfrm>
              <ns1:custGeom>
                <ns1:avLst/>
                <ns1:gdLst>
                  <ns1:gd name="T0" fmla="*/ 1 w 1"/>
                  <ns1:gd name="T1" fmla="*/ 1 h 2"/>
                  <ns1:gd name="T2" fmla="*/ 0 w 1"/>
                  <ns1:gd name="T3" fmla="*/ 2 h 2"/>
                  <ns1:gd name="T4" fmla="*/ 0 w 1"/>
                  <ns1:gd name="T5" fmla="*/ 0 h 2"/>
                  <ns1:gd name="T6" fmla="*/ 1 w 1"/>
                  <ns1:gd name="T7" fmla="*/ 1 h 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" h="2">
                    <ns1:moveTo>
                      <ns1:pt x="1" y="1"/>
                    </ns1:moveTo>
                    <ns1:cubicBezTo>
                      <ns1:pt x="1" y="1"/>
                      <ns1:pt x="0" y="2"/>
                      <ns1:pt x="0" y="2"/>
                    </ns1:cubicBez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1" y="0"/>
                      <ns1:pt x="1" y="1"/>
                      <ns1:pt x="1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4" name="Freeform 42"/>
              <ns0:cNvSpPr/>
              <ns0:nvPr/>
            </ns0:nvSpPr>
            <ns0:spPr bwMode="auto">
              <ns1:xfrm>
                <ns1:off x="5545138" y="5180013"/>
                <ns1:ext cx="71438" cy="114300"/>
              </ns1:xfrm>
              <ns1:custGeom>
                <ns1:avLst/>
                <ns1:gdLst>
                  <ns1:gd name="T0" fmla="*/ 7 w 19"/>
                  <ns1:gd name="T1" fmla="*/ 0 h 30"/>
                  <ns1:gd name="T2" fmla="*/ 18 w 19"/>
                  <ns1:gd name="T3" fmla="*/ 8 h 30"/>
                  <ns1:gd name="T4" fmla="*/ 13 w 19"/>
                  <ns1:gd name="T5" fmla="*/ 26 h 30"/>
                  <ns1:gd name="T6" fmla="*/ 0 w 19"/>
                  <ns1:gd name="T7" fmla="*/ 26 h 30"/>
                  <ns1:gd name="T8" fmla="*/ 7 w 19"/>
                  <ns1:gd name="T9" fmla="*/ 0 h 3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9" h="30">
                    <ns1:moveTo>
                      <ns1:pt x="7" y="0"/>
                    </ns1:moveTo>
                    <ns1:cubicBezTo>
                      <ns1:pt x="12" y="2"/>
                      <ns1:pt x="17" y="2"/>
                      <ns1:pt x="18" y="8"/>
                    </ns1:cubicBezTo>
                    <ns1:cubicBezTo>
                      <ns1:pt x="19" y="15"/>
                      <ns1:pt x="18" y="21"/>
                      <ns1:pt x="13" y="26"/>
                    </ns1:cubicBezTo>
                    <ns1:cubicBezTo>
                      <ns1:pt x="9" y="30"/>
                      <ns1:pt x="4" y="28"/>
                      <ns1:pt x="0" y="26"/>
                    </ns1:cubicBezTo>
                    <ns1:cubicBezTo>
                      <ns1:pt x="2" y="17"/>
                      <ns1:pt x="4" y="9"/>
                      <ns1:pt x="7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5" name="Freeform 43"/>
              <ns0:cNvSpPr/>
              <ns0:nvPr/>
            </ns0:nvSpPr>
            <ns0:spPr bwMode="auto">
              <ns1:xfrm>
                <ns1:off x="7915275" y="3289300"/>
                <ns1:ext cx="49213" cy="49213"/>
              </ns1:xfrm>
              <ns1:custGeom>
                <ns1:avLst/>
                <ns1:gdLst>
                  <ns1:gd name="T0" fmla="*/ 13 w 13"/>
                  <ns1:gd name="T1" fmla="*/ 12 h 13"/>
                  <ns1:gd name="T2" fmla="*/ 0 w 13"/>
                  <ns1:gd name="T3" fmla="*/ 13 h 13"/>
                  <ns1:gd name="T4" fmla="*/ 2 w 13"/>
                  <ns1:gd name="T5" fmla="*/ 2 h 13"/>
                  <ns1:gd name="T6" fmla="*/ 8 w 13"/>
                  <ns1:gd name="T7" fmla="*/ 1 h 13"/>
                  <ns1:gd name="T8" fmla="*/ 13 w 13"/>
                  <ns1:gd name="T9" fmla="*/ 12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3" h="13">
                    <ns1:moveTo>
                      <ns1:pt x="13" y="12"/>
                    </ns1:moveTo>
                    <ns1:cubicBezTo>
                      <ns1:pt x="8" y="12"/>
                      <ns1:pt x="4" y="13"/>
                      <ns1:pt x="0" y="13"/>
                    </ns1:cubicBezTo>
                    <ns1:cubicBezTo>
                      <ns1:pt x="0" y="9"/>
                      <ns1:pt x="0" y="5"/>
                      <ns1:pt x="2" y="2"/>
                    </ns1:cubicBezTo>
                    <ns1:cubicBezTo>
                      <ns1:pt x="2" y="1"/>
                      <ns1:pt x="7" y="0"/>
                      <ns1:pt x="8" y="1"/>
                    </ns1:cubicBezTo>
                    <ns1:cubicBezTo>
                      <ns1:pt x="10" y="4"/>
                      <ns1:pt x="11" y="8"/>
                      <ns1:pt x="13" y="12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6" name="Freeform 44"/>
              <ns0:cNvSpPr/>
              <ns0:nvPr/>
            </ns0:nvSpPr>
            <ns0:spPr bwMode="auto">
              <ns1:xfrm>
                <ns1:off x="4432300" y="4262438"/>
                <ns1:ext cx="52388" cy="53975"/>
              </ns1:xfrm>
              <ns1:custGeom>
                <ns1:avLst/>
                <ns1:gdLst>
                  <ns1:gd name="T0" fmla="*/ 0 w 14"/>
                  <ns1:gd name="T1" fmla="*/ 6 h 14"/>
                  <ns1:gd name="T2" fmla="*/ 11 w 14"/>
                  <ns1:gd name="T3" fmla="*/ 0 h 14"/>
                  <ns1:gd name="T4" fmla="*/ 14 w 14"/>
                  <ns1:gd name="T5" fmla="*/ 11 h 14"/>
                  <ns1:gd name="T6" fmla="*/ 9 w 14"/>
                  <ns1:gd name="T7" fmla="*/ 14 h 14"/>
                  <ns1:gd name="T8" fmla="*/ 0 w 14"/>
                  <ns1:gd name="T9" fmla="*/ 6 h 1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4" h="14">
                    <ns1:moveTo>
                      <ns1:pt x="0" y="6"/>
                    </ns1:moveTo>
                    <ns1:cubicBezTo>
                      <ns1:pt x="4" y="3"/>
                      <ns1:pt x="7" y="2"/>
                      <ns1:pt x="11" y="0"/>
                    </ns1:cubicBezTo>
                    <ns1:cubicBezTo>
                      <ns1:pt x="12" y="4"/>
                      <ns1:pt x="14" y="7"/>
                      <ns1:pt x="14" y="11"/>
                    </ns1:cubicBezTo>
                    <ns1:cubicBezTo>
                      <ns1:pt x="14" y="12"/>
                      <ns1:pt x="9" y="14"/>
                      <ns1:pt x="9" y="14"/>
                    </ns1:cubicBezTo>
                    <ns1:cubicBezTo>
                      <ns1:pt x="6" y="12"/>
                      <ns1:pt x="3" y="9"/>
                      <ns1:pt x="0" y="6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7" name="Freeform 45"/>
              <ns0:cNvSpPr/>
              <ns0:nvPr/>
            </ns0:nvSpPr>
            <ns0:spPr bwMode="auto">
              <ns1:xfrm>
                <ns1:off x="6137275" y="5256213"/>
                <ns1:ext cx="46038" cy="49213"/>
              </ns1:xfrm>
              <ns1:custGeom>
                <ns1:avLst/>
                <ns1:gdLst>
                  <ns1:gd name="T0" fmla="*/ 0 w 12"/>
                  <ns1:gd name="T1" fmla="*/ 13 h 13"/>
                  <ns1:gd name="T2" fmla="*/ 0 w 12"/>
                  <ns1:gd name="T3" fmla="*/ 0 h 13"/>
                  <ns1:gd name="T4" fmla="*/ 11 w 12"/>
                  <ns1:gd name="T5" fmla="*/ 2 h 13"/>
                  <ns1:gd name="T6" fmla="*/ 11 w 12"/>
                  <ns1:gd name="T7" fmla="*/ 8 h 13"/>
                  <ns1:gd name="T8" fmla="*/ 0 w 12"/>
                  <ns1:gd name="T9" fmla="*/ 13 h 13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2" h="13">
                    <ns1:moveTo>
                      <ns1:pt x="0" y="13"/>
                    </ns1:moveTo>
                    <ns1:cubicBezTo>
                      <ns1:pt x="0" y="7"/>
                      <ns1:pt x="0" y="4"/>
                      <ns1:pt x="0" y="0"/>
                    </ns1:cubicBezTo>
                    <ns1:cubicBezTo>
                      <ns1:pt x="4" y="0"/>
                      <ns1:pt x="7" y="1"/>
                      <ns1:pt x="11" y="2"/>
                    </ns1:cubicBezTo>
                    <ns1:cubicBezTo>
                      <ns1:pt x="11" y="2"/>
                      <ns1:pt x="12" y="8"/>
                      <ns1:pt x="11" y="8"/>
                    </ns1:cubicBezTo>
                    <ns1:cubicBezTo>
                      <ns1:pt x="8" y="10"/>
                      <ns1:pt x="4" y="11"/>
                      <ns1:pt x="0" y="1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8" name="Freeform 46"/>
              <ns0:cNvSpPr/>
              <ns0:nvPr/>
            </ns0:nvSpPr>
            <ns0:spPr bwMode="auto">
              <ns1:xfrm>
                <ns1:off x="4454525" y="4384675"/>
                <ns1:ext cx="104775" cy="90488"/>
              </ns1:xfrm>
              <ns1:custGeom>
                <ns1:avLst/>
                <ns1:gdLst>
                  <ns1:gd name="T0" fmla="*/ 21 w 28"/>
                  <ns1:gd name="T1" fmla="*/ 0 h 24"/>
                  <ns1:gd name="T2" fmla="*/ 27 w 28"/>
                  <ns1:gd name="T3" fmla="*/ 5 h 24"/>
                  <ns1:gd name="T4" fmla="*/ 26 w 28"/>
                  <ns1:gd name="T5" fmla="*/ 13 h 24"/>
                  <ns1:gd name="T6" fmla="*/ 10 w 28"/>
                  <ns1:gd name="T7" fmla="*/ 24 h 24"/>
                  <ns1:gd name="T8" fmla="*/ 2 w 28"/>
                  <ns1:gd name="T9" fmla="*/ 21 h 24"/>
                  <ns1:gd name="T10" fmla="*/ 1 w 28"/>
                  <ns1:gd name="T11" fmla="*/ 12 h 24"/>
                  <ns1:gd name="T12" fmla="*/ 21 w 28"/>
                  <ns1:gd name="T13" fmla="*/ 0 h 2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28" h="24">
                    <ns1:moveTo>
                      <ns1:pt x="21" y="0"/>
                    </ns1:moveTo>
                    <ns1:cubicBezTo>
                      <ns1:pt x="22" y="1"/>
                      <ns1:pt x="26" y="3"/>
                      <ns1:pt x="27" y="5"/>
                    </ns1:cubicBezTo>
                    <ns1:cubicBezTo>
                      <ns1:pt x="28" y="7"/>
                      <ns1:pt x="28" y="11"/>
                      <ns1:pt x="26" y="13"/>
                    </ns1:cubicBezTo>
                    <ns1:cubicBezTo>
                      <ns1:pt x="23" y="19"/>
                      <ns1:pt x="16" y="23"/>
                      <ns1:pt x="10" y="24"/>
                    </ns1:cubicBezTo>
                    <ns1:cubicBezTo>
                      <ns1:pt x="7" y="24"/>
                      <ns1:pt x="3" y="23"/>
                      <ns1:pt x="2" y="21"/>
                    </ns1:cubicBezTo>
                    <ns1:cubicBezTo>
                      <ns1:pt x="1" y="19"/>
                      <ns1:pt x="0" y="14"/>
                      <ns1:pt x="1" y="12"/>
                    </ns1:cubicBezTo>
                    <ns1:cubicBezTo>
                      <ns1:pt x="5" y="5"/>
                      <ns1:pt x="12" y="2"/>
                      <ns1:pt x="21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49" name="Freeform 47"/>
              <ns0:cNvSpPr/>
              <ns0:nvPr/>
            </ns0:nvSpPr>
            <ns0:spPr bwMode="auto">
              <ns1:xfrm>
                <ns1:off x="4167188" y="3417888"/>
                <ns1:ext cx="109538" cy="79375"/>
              </ns1:xfrm>
              <ns1:custGeom>
                <ns1:avLst/>
                <ns1:gdLst>
                  <ns1:gd name="T0" fmla="*/ 14 w 29"/>
                  <ns1:gd name="T1" fmla="*/ 0 h 21"/>
                  <ns1:gd name="T2" fmla="*/ 24 w 29"/>
                  <ns1:gd name="T3" fmla="*/ 3 h 21"/>
                  <ns1:gd name="T4" fmla="*/ 29 w 29"/>
                  <ns1:gd name="T5" fmla="*/ 10 h 21"/>
                  <ns1:gd name="T6" fmla="*/ 24 w 29"/>
                  <ns1:gd name="T7" fmla="*/ 17 h 21"/>
                  <ns1:gd name="T8" fmla="*/ 4 w 29"/>
                  <ns1:gd name="T9" fmla="*/ 18 h 21"/>
                  <ns1:gd name="T10" fmla="*/ 0 w 29"/>
                  <ns1:gd name="T11" fmla="*/ 11 h 21"/>
                  <ns1:gd name="T12" fmla="*/ 4 w 29"/>
                  <ns1:gd name="T13" fmla="*/ 3 h 21"/>
                  <ns1:gd name="T14" fmla="*/ 14 w 29"/>
                  <ns1:gd name="T15" fmla="*/ 0 h 2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29" h="21">
                    <ns1:moveTo>
                      <ns1:pt x="14" y="0"/>
                    </ns1:moveTo>
                    <ns1:cubicBezTo>
                      <ns1:pt x="18" y="1"/>
                      <ns1:pt x="22" y="1"/>
                      <ns1:pt x="24" y="3"/>
                    </ns1:cubicBezTo>
                    <ns1:cubicBezTo>
                      <ns1:pt x="26" y="4"/>
                      <ns1:pt x="29" y="8"/>
                      <ns1:pt x="29" y="10"/>
                    </ns1:cubicBezTo>
                    <ns1:cubicBezTo>
                      <ns1:pt x="29" y="13"/>
                      <ns1:pt x="27" y="16"/>
                      <ns1:pt x="24" y="17"/>
                    </ns1:cubicBezTo>
                    <ns1:cubicBezTo>
                      <ns1:pt x="18" y="21"/>
                      <ns1:pt x="11" y="21"/>
                      <ns1:pt x="4" y="18"/>
                    </ns1:cubicBezTo>
                    <ns1:cubicBezTo>
                      <ns1:pt x="2" y="17"/>
                      <ns1:pt x="0" y="13"/>
                      <ns1:pt x="0" y="11"/>
                    </ns1:cubicBezTo>
                    <ns1:cubicBezTo>
                      <ns1:pt x="0" y="8"/>
                      <ns1:pt x="2" y="4"/>
                      <ns1:pt x="4" y="3"/>
                    </ns1:cubicBezTo>
                    <ns1:cubicBezTo>
                      <ns1:pt x="7" y="1"/>
                      <ns1:pt x="11" y="1"/>
                      <ns1:pt x="14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0" name="Freeform 48"/>
              <ns0:cNvSpPr/>
              <ns0:nvPr/>
            </ns0:nvSpPr>
            <ns0:spPr bwMode="auto">
              <ns1:xfrm>
                <ns1:off x="4194175" y="3735388"/>
                <ns1:ext cx="115888" cy="74613"/>
              </ns1:xfrm>
              <ns1:custGeom>
                <ns1:avLst/>
                <ns1:gdLst>
                  <ns1:gd name="T0" fmla="*/ 11 w 31"/>
                  <ns1:gd name="T1" fmla="*/ 20 h 20"/>
                  <ns1:gd name="T2" fmla="*/ 0 w 31"/>
                  <ns1:gd name="T3" fmla="*/ 12 h 20"/>
                  <ns1:gd name="T4" fmla="*/ 8 w 31"/>
                  <ns1:gd name="T5" fmla="*/ 2 h 20"/>
                  <ns1:gd name="T6" fmla="*/ 24 w 31"/>
                  <ns1:gd name="T7" fmla="*/ 1 h 20"/>
                  <ns1:gd name="T8" fmla="*/ 30 w 31"/>
                  <ns1:gd name="T9" fmla="*/ 7 h 20"/>
                  <ns1:gd name="T10" fmla="*/ 26 w 31"/>
                  <ns1:gd name="T11" fmla="*/ 16 h 20"/>
                  <ns1:gd name="T12" fmla="*/ 11 w 31"/>
                  <ns1:gd name="T13" fmla="*/ 20 h 2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31" h="20">
                    <ns1:moveTo>
                      <ns1:pt x="11" y="20"/>
                    </ns1:moveTo>
                    <ns1:cubicBezTo>
                      <ns1:pt x="5" y="20"/>
                      <ns1:pt x="1" y="17"/>
                      <ns1:pt x="0" y="12"/>
                    </ns1:cubicBezTo>
                    <ns1:cubicBezTo>
                      <ns1:pt x="0" y="8"/>
                      <ns1:pt x="2" y="4"/>
                      <ns1:pt x="8" y="2"/>
                    </ns1:cubicBezTo>
                    <ns1:cubicBezTo>
                      <ns1:pt x="13" y="1"/>
                      <ns1:pt x="18" y="0"/>
                      <ns1:pt x="24" y="1"/>
                    </ns1:cubicBezTo>
                    <ns1:cubicBezTo>
                      <ns1:pt x="26" y="1"/>
                      <ns1:pt x="28" y="5"/>
                      <ns1:pt x="30" y="7"/>
                    </ns1:cubicBezTo>
                    <ns1:cubicBezTo>
                      <ns1:pt x="31" y="11"/>
                      <ns1:pt x="29" y="14"/>
                      <ns1:pt x="26" y="16"/>
                    </ns1:cubicBezTo>
                    <ns1:cubicBezTo>
                      <ns1:pt x="21" y="18"/>
                      <ns1:pt x="16" y="19"/>
                      <ns1:pt x="11" y="2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1" name="Freeform 49"/>
              <ns0:cNvSpPr/>
              <ns0:nvPr/>
            </ns0:nvSpPr>
            <ns0:spPr bwMode="auto">
              <ns1:xfrm>
                <ns1:off x="6262688" y="5240338"/>
                <ns1:ext cx="77788" cy="114300"/>
              </ns1:xfrm>
              <ns1:custGeom>
                <ns1:avLst/>
                <ns1:gdLst>
                  <ns1:gd name="T0" fmla="*/ 0 w 21"/>
                  <ns1:gd name="T1" fmla="*/ 13 h 30"/>
                  <ns1:gd name="T2" fmla="*/ 2 w 21"/>
                  <ns1:gd name="T3" fmla="*/ 5 h 30"/>
                  <ns1:gd name="T4" fmla="*/ 9 w 21"/>
                  <ns1:gd name="T5" fmla="*/ 0 h 30"/>
                  <ns1:gd name="T6" fmla="*/ 16 w 21"/>
                  <ns1:gd name="T7" fmla="*/ 4 h 30"/>
                  <ns1:gd name="T8" fmla="*/ 19 w 21"/>
                  <ns1:gd name="T9" fmla="*/ 25 h 30"/>
                  <ns1:gd name="T10" fmla="*/ 12 w 21"/>
                  <ns1:gd name="T11" fmla="*/ 30 h 30"/>
                  <ns1:gd name="T12" fmla="*/ 4 w 21"/>
                  <ns1:gd name="T13" fmla="*/ 26 h 30"/>
                  <ns1:gd name="T14" fmla="*/ 0 w 21"/>
                  <ns1:gd name="T15" fmla="*/ 13 h 30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21" h="30">
                    <ns1:moveTo>
                      <ns1:pt x="0" y="13"/>
                    </ns1:moveTo>
                    <ns1:cubicBezTo>
                      <ns1:pt x="1" y="10"/>
                      <ns1:pt x="1" y="7"/>
                      <ns1:pt x="2" y="5"/>
                    </ns1:cubicBezTo>
                    <ns1:cubicBezTo>
                      <ns1:pt x="4" y="3"/>
                      <ns1:pt x="6" y="1"/>
                      <ns1:pt x="9" y="0"/>
                    </ns1:cubicBezTo>
                    <ns1:cubicBezTo>
                      <ns1:pt x="11" y="0"/>
                      <ns1:pt x="15" y="2"/>
                      <ns1:pt x="16" y="4"/>
                    </ns1:cubicBezTo>
                    <ns1:cubicBezTo>
                      <ns1:pt x="20" y="10"/>
                      <ns1:pt x="21" y="18"/>
                      <ns1:pt x="19" y="25"/>
                    </ns1:cubicBezTo>
                    <ns1:cubicBezTo>
                      <ns1:pt x="18" y="27"/>
                      <ns1:pt x="14" y="29"/>
                      <ns1:pt x="12" y="30"/>
                    </ns1:cubicBezTo>
                    <ns1:cubicBezTo>
                      <ns1:pt x="9" y="30"/>
                      <ns1:pt x="5" y="28"/>
                      <ns1:pt x="4" y="26"/>
                    </ns1:cubicBezTo>
                    <ns1:cubicBezTo>
                      <ns1:pt x="2" y="22"/>
                      <ns1:pt x="1" y="17"/>
                      <ns1:pt x="0" y="13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2" name="Freeform 50"/>
              <ns0:cNvSpPr/>
              <ns0:nvPr/>
            </ns0:nvSpPr>
            <ns0:spPr bwMode="auto">
              <ns1:xfrm>
                <ns1:off x="4167188" y="3270250"/>
                <ns1:ext cx="112713" cy="68263"/>
              </ns1:xfrm>
              <ns1:custGeom>
                <ns1:avLst/>
                <ns1:gdLst>
                  <ns1:gd name="T0" fmla="*/ 16 w 30"/>
                  <ns1:gd name="T1" fmla="*/ 18 h 18"/>
                  <ns1:gd name="T2" fmla="*/ 6 w 30"/>
                  <ns1:gd name="T3" fmla="*/ 16 h 18"/>
                  <ns1:gd name="T4" fmla="*/ 0 w 30"/>
                  <ns1:gd name="T5" fmla="*/ 8 h 18"/>
                  <ns1:gd name="T6" fmla="*/ 7 w 30"/>
                  <ns1:gd name="T7" fmla="*/ 0 h 18"/>
                  <ns1:gd name="T8" fmla="*/ 23 w 30"/>
                  <ns1:gd name="T9" fmla="*/ 1 h 18"/>
                  <ns1:gd name="T10" fmla="*/ 30 w 30"/>
                  <ns1:gd name="T11" fmla="*/ 10 h 18"/>
                  <ns1:gd name="T12" fmla="*/ 23 w 30"/>
                  <ns1:gd name="T13" fmla="*/ 17 h 18"/>
                  <ns1:gd name="T14" fmla="*/ 16 w 30"/>
                  <ns1:gd name="T15" fmla="*/ 18 h 1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</ns1:cxnLst>
                <ns1:rect l="0" t="0" r="r" b="b"/>
                <ns1:pathLst>
                  <ns1:path w="30" h="18">
                    <ns1:moveTo>
                      <ns1:pt x="16" y="18"/>
                    </ns1:moveTo>
                    <ns1:cubicBezTo>
                      <ns1:pt x="13" y="18"/>
                      <ns1:pt x="9" y="17"/>
                      <ns1:pt x="6" y="16"/>
                    </ns1:cubicBezTo>
                    <ns1:cubicBezTo>
                      <ns1:pt x="2" y="15"/>
                      <ns1:pt x="0" y="12"/>
                      <ns1:pt x="0" y="8"/>
                    </ns1:cubicBezTo>
                    <ns1:cubicBezTo>
                      <ns1:pt x="1" y="4"/>
                      <ns1:pt x="3" y="0"/>
                      <ns1:pt x="7" y="0"/>
                    </ns1:cubicBezTo>
                    <ns1:cubicBezTo>
                      <ns1:pt x="12" y="0"/>
                      <ns1:pt x="18" y="0"/>
                      <ns1:pt x="23" y="1"/>
                    </ns1:cubicBezTo>
                    <ns1:cubicBezTo>
                      <ns1:pt x="28" y="2"/>
                      <ns1:pt x="30" y="5"/>
                      <ns1:pt x="30" y="10"/>
                    </ns1:cubicBezTo>
                    <ns1:cubicBezTo>
                      <ns1:pt x="30" y="14"/>
                      <ns1:pt x="27" y="17"/>
                      <ns1:pt x="23" y="17"/>
                    </ns1:cubicBezTo>
                    <ns1:cubicBezTo>
                      <ns1:pt x="21" y="18"/>
                      <ns1:pt x="19" y="18"/>
                      <ns1:pt x="16" y="18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3" name="Freeform 51"/>
              <ns0:cNvSpPr/>
              <ns0:nvPr/>
            </ns0:nvSpPr>
            <ns0:spPr bwMode="auto">
              <ns1:xfrm>
                <ns1:off x="7416800" y="2047875"/>
                <ns1:ext cx="71438" cy="71438"/>
              </ns1:xfrm>
              <ns1:custGeom>
                <ns1:avLst/>
                <ns1:gdLst>
                  <ns1:gd name="T0" fmla="*/ 0 w 19"/>
                  <ns1:gd name="T1" fmla="*/ 4 h 19"/>
                  <ns1:gd name="T2" fmla="*/ 4 w 19"/>
                  <ns1:gd name="T3" fmla="*/ 0 h 19"/>
                  <ns1:gd name="T4" fmla="*/ 19 w 19"/>
                  <ns1:gd name="T5" fmla="*/ 16 h 19"/>
                  <ns1:gd name="T6" fmla="*/ 16 w 19"/>
                  <ns1:gd name="T7" fmla="*/ 19 h 19"/>
                  <ns1:gd name="T8" fmla="*/ 2 w 19"/>
                  <ns1:gd name="T9" fmla="*/ 3 h 19"/>
                  <ns1:gd name="T10" fmla="*/ 0 w 19"/>
                  <ns1:gd name="T11" fmla="*/ 4 h 19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</ns1:cxnLst>
                <ns1:rect l="0" t="0" r="r" b="b"/>
                <ns1:pathLst>
                  <ns1:path w="19" h="19">
                    <ns1:moveTo>
                      <ns1:pt x="0" y="4"/>
                    </ns1:moveTo>
                    <ns1:cubicBezTo>
                      <ns1:pt x="2" y="3"/>
                      <ns1:pt x="3" y="2"/>
                      <ns1:pt x="4" y="0"/>
                    </ns1:cubicBezTo>
                    <ns1:cubicBezTo>
                      <ns1:pt x="9" y="6"/>
                      <ns1:pt x="14" y="11"/>
                      <ns1:pt x="19" y="16"/>
                    </ns1:cubicBezTo>
                    <ns1:cubicBezTo>
                      <ns1:pt x="18" y="17"/>
                      <ns1:pt x="17" y="18"/>
                      <ns1:pt x="16" y="19"/>
                    </ns1:cubicBezTo>
                    <ns1:cubicBezTo>
                      <ns1:pt x="11" y="14"/>
                      <ns1:pt x="6" y="9"/>
                      <ns1:pt x="2" y="3"/>
                    </ns1:cubicBezTo>
                    <ns1:cubicBezTo>
                      <ns1:pt x="1" y="4"/>
                      <ns1:pt x="1" y="4"/>
                      <ns1:pt x="0" y="4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4" name="Freeform 52"/>
              <ns0:cNvSpPr/>
              <ns0:nvPr/>
            </ns0:nvSpPr>
            <ns0:spPr bwMode="auto">
              <ns1:xfrm>
                <ns1:off x="4306888" y="4056063"/>
                <ns1:ext cx="68263" cy="41275"/>
              </ns1:xfrm>
              <ns1:custGeom>
                <ns1:avLst/>
                <ns1:gdLst>
                  <ns1:gd name="T0" fmla="*/ 0 w 18"/>
                  <ns1:gd name="T1" fmla="*/ 1 h 11"/>
                  <ns1:gd name="T2" fmla="*/ 17 w 18"/>
                  <ns1:gd name="T3" fmla="*/ 0 h 11"/>
                  <ns1:gd name="T4" fmla="*/ 18 w 18"/>
                  <ns1:gd name="T5" fmla="*/ 1 h 11"/>
                  <ns1:gd name="T6" fmla="*/ 4 w 18"/>
                  <ns1:gd name="T7" fmla="*/ 11 h 11"/>
                  <ns1:gd name="T8" fmla="*/ 0 w 18"/>
                  <ns1:gd name="T9" fmla="*/ 1 h 1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8" h="11">
                    <ns1:moveTo>
                      <ns1:pt x="0" y="1"/>
                    </ns1:moveTo>
                    <ns1:cubicBezTo>
                      <ns1:pt x="6" y="1"/>
                      <ns1:pt x="12" y="0"/>
                      <ns1:pt x="17" y="0"/>
                    </ns1:cubicBezTo>
                    <ns1:cubicBezTo>
                      <ns1:pt x="17" y="0"/>
                      <ns1:pt x="17" y="1"/>
                      <ns1:pt x="18" y="1"/>
                    </ns1:cubicBezTo>
                    <ns1:cubicBezTo>
                      <ns1:pt x="13" y="4"/>
                      <ns1:pt x="9" y="8"/>
                      <ns1:pt x="4" y="11"/>
                    </ns1:cubicBezTo>
                    <ns1:cubicBezTo>
                      <ns1:pt x="2" y="8"/>
                      <ns1:pt x="1" y="5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5" name="Freeform 53"/>
              <ns0:cNvSpPr/>
              <ns0:nvPr/>
            </ns0:nvSpPr>
            <ns0:spPr bwMode="auto">
              <ns1:xfrm>
                <ns1:off x="4657725" y="4645025"/>
                <ns1:ext cx="60325" cy="52388"/>
              </ns1:xfrm>
              <ns1:custGeom>
                <ns1:avLst/>
                <ns1:gdLst>
                  <ns1:gd name="T0" fmla="*/ 16 w 16"/>
                  <ns1:gd name="T1" fmla="*/ 0 h 14"/>
                  <ns1:gd name="T2" fmla="*/ 7 w 16"/>
                  <ns1:gd name="T3" fmla="*/ 14 h 14"/>
                  <ns1:gd name="T4" fmla="*/ 0 w 16"/>
                  <ns1:gd name="T5" fmla="*/ 6 h 14"/>
                  <ns1:gd name="T6" fmla="*/ 16 w 16"/>
                  <ns1:gd name="T7" fmla="*/ 0 h 1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6" h="14">
                    <ns1:moveTo>
                      <ns1:pt x="16" y="0"/>
                    </ns1:moveTo>
                    <ns1:cubicBezTo>
                      <ns1:pt x="13" y="4"/>
                      <ns1:pt x="10" y="9"/>
                      <ns1:pt x="7" y="14"/>
                    </ns1:cubicBezTo>
                    <ns1:cubicBezTo>
                      <ns1:pt x="5" y="11"/>
                      <ns1:pt x="3" y="9"/>
                      <ns1:pt x="0" y="6"/>
                    </ns1:cubicBezTo>
                    <ns1:cubicBezTo>
                      <ns1:pt x="6" y="4"/>
                      <ns1:pt x="11" y="2"/>
                      <ns1:pt x="16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6" name="Freeform 54"/>
              <ns0:cNvSpPr/>
              <ns0:nvPr/>
            </ns0:nvSpPr>
            <ns0:spPr bwMode="auto">
              <ns1:xfrm>
                <ns1:off x="4718050" y="4640263"/>
                <ns1:ext cx="0" cy="4763"/>
              </ns1:xfrm>
              <ns1:custGeom>
                <ns1:avLst/>
                <ns1:gdLst>
                  <ns1:gd name="T0" fmla="*/ 1 h 1"/>
                  <ns1:gd name="T1" fmla="*/ 0 h 1"/>
                  <ns1:gd name="T2" fmla="*/ 1 h 1"/>
                  <ns1:gd name="T3" fmla="*/ 1 h 1"/>
                  <ns1:gd name="T4" fmla="*/ 1 h 1"/>
                </ns1:gdLst>
                <ns1:ahLst/>
                <ns1:cxnLst>
                  <ns1:cxn ang="0">
                    <ns1:pos x="0" y="T0"/>
                  </ns1:cxn>
                  <ns1:cxn ang="0">
                    <ns1:pos x="0" y="T1"/>
                  </ns1:cxn>
                  <ns1:cxn ang="0">
                    <ns1:pos x="0" y="T2"/>
                  </ns1:cxn>
                  <ns1:cxn ang="0">
                    <ns1:pos x="0" y="T3"/>
                  </ns1:cxn>
                  <ns1:cxn ang="0">
                    <ns1:pos x="0" y="T4"/>
                  </ns1:cxn>
                </ns1:cxnLst>
                <ns1:rect l="0" t="0" r="r" b="b"/>
                <ns1:pathLst>
                  <ns1:path h="1">
                    <ns1:moveTo>
                      <ns1:pt x="0" y="1"/>
                    </ns1:moveTo>
                    <ns1:cubicBezTo>
                      <ns1:pt x="0" y="1"/>
                      <ns1:pt x="0" y="1"/>
                      <ns1:pt x="0" y="0"/>
                    </ns1:cubicBezTo>
                    <ns1:cubicBezTo>
                      <ns1:pt x="0" y="0"/>
                      <ns1:pt x="0" y="0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ubicBezTo>
                      <ns1:pt x="0" y="1"/>
                      <ns1:pt x="0" y="1"/>
                      <ns1:pt x="0" y="1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7" name="Freeform 55"/>
              <ns0:cNvSpPr/>
              <ns0:nvPr/>
            </ns0:nvSpPr>
            <ns0:spPr bwMode="auto">
              <ns1:xfrm>
                <ns1:off x="7669213" y="4357688"/>
                <ns1:ext cx="68263" cy="52388"/>
              </ns1:xfrm>
              <ns1:custGeom>
                <ns1:avLst/>
                <ns1:gdLst>
                  <ns1:gd name="T0" fmla="*/ 0 w 18"/>
                  <ns1:gd name="T1" fmla="*/ 0 h 14"/>
                  <ns1:gd name="T2" fmla="*/ 18 w 18"/>
                  <ns1:gd name="T3" fmla="*/ 5 h 14"/>
                  <ns1:gd name="T4" fmla="*/ 13 w 18"/>
                  <ns1:gd name="T5" fmla="*/ 14 h 14"/>
                  <ns1:gd name="T6" fmla="*/ 0 w 18"/>
                  <ns1:gd name="T7" fmla="*/ 0 h 14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</ns1:cxnLst>
                <ns1:rect l="0" t="0" r="r" b="b"/>
                <ns1:pathLst>
                  <ns1:path w="18" h="14">
                    <ns1:moveTo>
                      <ns1:pt x="0" y="0"/>
                    </ns1:moveTo>
                    <ns1:cubicBezTo>
                      <ns1:pt x="7" y="2"/>
                      <ns1:pt x="12" y="4"/>
                      <ns1:pt x="18" y="5"/>
                    </ns1:cubicBezTo>
                    <ns1:cubicBezTo>
                      <ns1:pt x="16" y="8"/>
                      <ns1:pt x="15" y="11"/>
                      <ns1:pt x="13" y="14"/>
                    </ns1:cubicBezTo>
                    <ns1:cubicBezTo>
                      <ns1:pt x="9" y="10"/>
                      <ns1:pt x="5" y="6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8" name="Freeform 56"/>
              <ns0:cNvSpPr/>
              <ns0:nvPr/>
            </ns0:nvSpPr>
            <ns0:spPr bwMode="auto">
              <ns1:xfrm>
                <ns1:off x="6583363" y="5199063"/>
                <ns1:ext cx="36513" cy="63500"/>
              </ns1:xfrm>
              <ns1:custGeom>
                <ns1:avLst/>
                <ns1:gdLst>
                  <ns1:gd name="T0" fmla="*/ 0 w 10"/>
                  <ns1:gd name="T1" fmla="*/ 17 h 17"/>
                  <ns1:gd name="T2" fmla="*/ 0 w 10"/>
                  <ns1:gd name="T3" fmla="*/ 1 h 17"/>
                  <ns1:gd name="T4" fmla="*/ 1 w 10"/>
                  <ns1:gd name="T5" fmla="*/ 0 h 17"/>
                  <ns1:gd name="T6" fmla="*/ 10 w 10"/>
                  <ns1:gd name="T7" fmla="*/ 14 h 17"/>
                  <ns1:gd name="T8" fmla="*/ 0 w 10"/>
                  <ns1:gd name="T9" fmla="*/ 17 h 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0" h="17">
                    <ns1:moveTo>
                      <ns1:pt x="0" y="17"/>
                    </ns1:moveTo>
                    <ns1:cubicBezTo>
                      <ns1:pt x="0" y="11"/>
                      <ns1:pt x="0" y="6"/>
                      <ns1:pt x="0" y="1"/>
                    </ns1:cubicBezTo>
                    <ns1:cubicBezTo>
                      <ns1:pt x="0" y="0"/>
                      <ns1:pt x="1" y="0"/>
                      <ns1:pt x="1" y="0"/>
                    </ns1:cubicBezTo>
                    <ns1:cubicBezTo>
                      <ns1:pt x="4" y="5"/>
                      <ns1:pt x="7" y="9"/>
                      <ns1:pt x="10" y="14"/>
                    </ns1:cubicBezTo>
                    <ns1:cubicBezTo>
                      <ns1:pt x="6" y="15"/>
                      <ns1:pt x="3" y="16"/>
                      <ns1:pt x="0" y="17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59" name="Freeform 57"/>
              <ns0:cNvSpPr/>
              <ns0:nvPr/>
            </ns0:nvSpPr>
            <ns0:spPr bwMode="auto">
              <ns1:xfrm>
                <ns1:off x="5753100" y="5240338"/>
                <ns1:ext cx="36513" cy="60325"/>
              </ns1:xfrm>
              <ns1:custGeom>
                <ns1:avLst/>
                <ns1:gdLst>
                  <ns1:gd name="T0" fmla="*/ 8 w 10"/>
                  <ns1:gd name="T1" fmla="*/ 0 h 16"/>
                  <ns1:gd name="T2" fmla="*/ 10 w 10"/>
                  <ns1:gd name="T3" fmla="*/ 16 h 16"/>
                  <ns1:gd name="T4" fmla="*/ 0 w 10"/>
                  <ns1:gd name="T5" fmla="*/ 15 h 16"/>
                  <ns1:gd name="T6" fmla="*/ 7 w 10"/>
                  <ns1:gd name="T7" fmla="*/ 0 h 16"/>
                  <ns1:gd name="T8" fmla="*/ 8 w 10"/>
                  <ns1:gd name="T9" fmla="*/ 0 h 1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0" h="16">
                    <ns1:moveTo>
                      <ns1:pt x="8" y="0"/>
                    </ns1:moveTo>
                    <ns1:cubicBezTo>
                      <ns1:pt x="9" y="5"/>
                      <ns1:pt x="9" y="10"/>
                      <ns1:pt x="10" y="16"/>
                    </ns1:cubicBezTo>
                    <ns1:cubicBezTo>
                      <ns1:pt x="6" y="16"/>
                      <ns1:pt x="3" y="15"/>
                      <ns1:pt x="0" y="15"/>
                    </ns1:cubicBezTo>
                    <ns1:cubicBezTo>
                      <ns1:pt x="2" y="9"/>
                      <ns1:pt x="5" y="4"/>
                      <ns1:pt x="7" y="0"/>
                    </ns1:cubicBezTo>
                    <ns1:cubicBezTo>
                      <ns1:pt x="8" y="0"/>
                      <ns1:pt x="8" y="0"/>
                      <ns1:pt x="8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60" name="Freeform 58"/>
              <ns0:cNvSpPr/>
              <ns0:nvPr/>
            </ns0:nvSpPr>
            <ns0:spPr bwMode="auto">
              <ns1:xfrm>
                <ns1:off x="5280025" y="5097463"/>
                <ns1:ext cx="46038" cy="63500"/>
              </ns1:xfrm>
              <ns1:custGeom>
                <ns1:avLst/>
                <ns1:gdLst>
                  <ns1:gd name="T0" fmla="*/ 12 w 12"/>
                  <ns1:gd name="T1" fmla="*/ 0 h 17"/>
                  <ns1:gd name="T2" fmla="*/ 10 w 12"/>
                  <ns1:gd name="T3" fmla="*/ 17 h 17"/>
                  <ns1:gd name="T4" fmla="*/ 0 w 12"/>
                  <ns1:gd name="T5" fmla="*/ 12 h 17"/>
                  <ns1:gd name="T6" fmla="*/ 11 w 12"/>
                  <ns1:gd name="T7" fmla="*/ 0 h 17"/>
                  <ns1:gd name="T8" fmla="*/ 12 w 12"/>
                  <ns1:gd name="T9" fmla="*/ 0 h 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</ns1:cxnLst>
                <ns1:rect l="0" t="0" r="r" b="b"/>
                <ns1:pathLst>
                  <ns1:path w="12" h="17">
                    <ns1:moveTo>
                      <ns1:pt x="12" y="0"/>
                    </ns1:moveTo>
                    <ns1:cubicBezTo>
                      <ns1:pt x="12" y="6"/>
                      <ns1:pt x="11" y="11"/>
                      <ns1:pt x="10" y="17"/>
                    </ns1:cubicBezTo>
                    <ns1:cubicBezTo>
                      <ns1:pt x="6" y="15"/>
                      <ns1:pt x="4" y="14"/>
                      <ns1:pt x="0" y="12"/>
                    </ns1:cubicBezTo>
                    <ns1:cubicBezTo>
                      <ns1:pt x="4" y="8"/>
                      <ns1:pt x="8" y="4"/>
                      <ns1:pt x="11" y="0"/>
                    </ns1:cubicBezTo>
                    <ns1:cubicBezTo>
                      <ns1:pt x="12" y="0"/>
                      <ns1:pt x="12" y="0"/>
                      <ns1:pt x="12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  <ns0:sp>
            <ns0:nvSpPr>
              <ns0:cNvPr id="61" name="Freeform 59"/>
              <ns0:cNvSpPr/>
              <ns0:nvPr/>
            </ns0:nvSpPr>
            <ns0:spPr bwMode="auto">
              <ns1:xfrm>
                <ns1:off x="6635750" y="1571625"/>
                <ns1:ext cx="11113" cy="0"/>
              </ns1:xfrm>
              <ns1:custGeom>
                <ns1:avLst/>
                <ns1:gdLst>
                  <ns1:gd name="T0" fmla="*/ 0 w 3"/>
                  <ns1:gd name="T1" fmla="*/ 3 w 3"/>
                  <ns1:gd name="T2" fmla="*/ 0 w 3"/>
                </ns1:gdLst>
                <ns1:ahLst/>
                <ns1:cxnLst>
                  <ns1:cxn ang="0">
                    <ns1:pos x="T0" y="0"/>
                  </ns1:cxn>
                  <ns1:cxn ang="0">
                    <ns1:pos x="T1" y="0"/>
                  </ns1:cxn>
                  <ns1:cxn ang="0">
                    <ns1:pos x="T2" y="0"/>
                  </ns1:cxn>
                </ns1:cxnLst>
                <ns1:rect l="0" t="0" r="r" b="b"/>
                <ns1:pathLst>
                  <ns1:path w="3">
                    <ns1:moveTo>
                      <ns1:pt x="0" y="0"/>
                    </ns1:moveTo>
                    <ns1:cubicBezTo>
                      <ns1:pt x="1" y="0"/>
                      <ns1:pt x="2" y="0"/>
                      <ns1:pt x="3" y="0"/>
                    </ns1:cubicBezTo>
                    <ns1:cubicBezTo>
                      <ns1:pt x="2" y="0"/>
                      <ns1:pt x="1" y="0"/>
                      <ns1:pt x="0" y="0"/>
                    </ns1:cubicBezTo>
                    <ns1:close/>
                  </ns1:path>
                </ns1:pathLst>
              </ns1:custGeom>
              <ns1:solidFill>
                <ns1:srgbClr val="123A85"/>
              </ns1:solidFill>
              <ns1:ln>
                <ns1:noFill/>
              </ns1:ln>
            </ns0:spPr>
            <ns0:txBody>
              <ns1:bodyPr vert="horz" wrap="square" lIns="91440" tIns="45720" rIns="91440" bIns="45720" numCol="1" anchor="t" anchorCtr="0" compatLnSpc="1"/>
              <ns1:lstStyle/>
              <ns1:p>
                <ns1:endParaRPr lang="zh-CN" altLang="en-US"/>
              </ns1:p>
            </ns0:txBody>
          </ns0:sp>
        </ns0:grpSp>
      </ns0:grp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preserve="1" userDrawn="1">
  <ns0:cSld name="5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 userDrawn="1"/>
        </ns0:nvSpPr>
        <ns0:spPr>
          <ns1:xfrm>
            <ns1:off x="815926" y="-815926"/>
            <ns1:ext cx="1111347" cy="576776"/>
          </ns1:xfrm>
          <ns1:prstGeom prst="rect">
            <ns1:avLst/>
          </ns1:prstGeom>
          <ns1:solidFill>
            <ns1:srgbClr val="123A85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3" name="矩形 2"/>
          <ns0:cNvSpPr/>
          <ns0:nvPr userDrawn="1"/>
        </ns0:nvSpPr>
        <ns0:spPr>
          <ns1:xfrm>
            <ns1:off x="2135943" y="-815926"/>
            <ns1:ext cx="1111347" cy="576776"/>
          </ns1:xfrm>
          <ns1:prstGeom prst="rect">
            <ns1:avLst/>
          </ns1:prstGeom>
          <ns1:solidFill>
            <ns1:srgbClr val="B01F24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/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83B41C6F-9DC7-4780-8A3B-4B41A39C656E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DACABC6-F6BE-421C-A01E-8B671E1291F5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 hasCustomPrompt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36798EDE-6EC8-491B-933C-21E882E83146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 hasCustomPrompt="1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 hasCustomPrompt="1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4939B7CE-65CE-4908-B692-F26BB09DC549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0CA91D3D-4D0B-49F2-9B10-EC01D440D8DE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84C4CBB-315B-4C48-85C9-91E56D5CA206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2BFE2ABA-354E-489E-8E50-917F098FA85B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E4B4E11F-CFF1-4B89-B619-BC9CA179E5C2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/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266505CE-50D7-49F2-944B-A874C86C7768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1.xml><?xml version="1.0" encoding="utf-8"?>
<ns0:sldLayout xmlns:ns0="http://schemas.openxmlformats.org/presentationml/2006/main" xmlns:ns1="http://schemas.openxmlformats.org/drawingml/2006/main" type="vertTitleAndTx" preserve="1">
  <ns0:cSld name="竖排标题与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B23297F7-E65B-4918-A09D-4B35A080D267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2.xml><?xml version="1.0" encoding="utf-8"?>
<ns0:sldLayout xmlns:ns0="http://schemas.openxmlformats.org/presentationml/2006/main" xmlns:ns1="http://schemas.openxmlformats.org/drawingml/2006/main" xmlns:ns2="http://schemas.openxmlformats.org/markup-compatibility/2006" xmlns:ns3="http://schemas.microsoft.com/office/powerpoint/2010/main" userDrawn="1">
  <ns0:cSld name="2_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335484" y="136523"/>
            <ns1:ext cx="11018316" cy="625473"/>
          </ns1:xfrm>
        </ns0:spPr>
        <ns0:txBody>
          <ns1:bodyPr>
            <ns1:normAutofit/>
          </ns1:bodyPr>
          <ns1:lstStyle>
            <ns1:lvl1pPr>
              <ns1:defRPr sz="3335" baseline="0">
                <ns1:solidFill>
                  <ns1:schemeClr val="tx1"/>
                </ns1:solidFill>
                <ns1:latin typeface="Times New Roman" panose="02020603050405020304" pitchFamily="18" charset="0"/>
                <ns1:ea typeface="黑体" panose="02010609060101010101" pitchFamily="49" charset="-122"/>
              </ns1:defRPr>
            </ns1:lvl1pPr>
          </ns1:lstStyle>
          <ns1:p>
            <ns1:r>
              <ns1:rPr lang="zh-CN" altLang="en-US" dirty="0"/>
              <ns1:t>示例内容公开模板示例内容</ns1:t>
            </ns1:r>
            <ns1:endParaRPr lang="en-US" dirty="0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15658DCB-5952-47D0-A0A7-B050A9C29F00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BBAA1A7F-CCB9-42C6-8426-AEC3FF1DB0AC}" type="slidenum">
              <ns1:rPr lang="zh-CN" altLang="en-US" smtClean="0"/>
            </ns1:fld>
            <ns1:endParaRPr lang="zh-CN" altLang="en-US"/>
          </ns1:p>
        </ns0:txBody>
      </ns0:sp>
      <ns0:cxnSp>
        <ns0:nvCxnSpPr>
          <ns0:cNvPr id="7" name="Straight Connector 14"/>
          <ns0:cNvCxnSpPr/>
          <ns0:nvPr/>
        </ns0:nvCxnSpPr>
        <ns0:spPr bwMode="auto">
          <ns1:xfrm>
            <ns1:off x="335485" y="825500"/>
            <ns1:ext cx="11433750" cy="0"/>
          </ns1:xfrm>
          <ns1:prstGeom prst="line">
            <ns1:avLst/>
          </ns1:prstGeom>
          <ns1:ln w="57150" cmpd="thinThick">
            <ns1:solidFill>
              <ns1:srgbClr val="1C338A"/>
            </ns1:solidFill>
            <ns1:headEnd type="none" w="med" len="med"/>
            <ns1:tailEnd type="none" w="med" len="med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</ns0:spTree>
  </ns0:cSld>
  <ns0:clrMapOvr>
    <ns1:masterClrMapping/>
  </ns0:clrMapOvr>
  <ns2:AlternateContent>
    <ns2:Choice Requires="p14">
      <ns0:transition spd="slow" ns3:dur="2000" advTm="7000"/>
    </ns2:Choice>
    <ns2:Fallback>
      <ns0:transition spd="slow" advTm="7000"/>
    </ns2:Fallback>
  </ns2:AlternateContent>
</ns0:sldLayout>
</file>

<file path=ppt/slideLayouts/slideLayout23.xml><?xml version="1.0" encoding="utf-8"?>
<ns0:sldLayout xmlns:ns0="http://schemas.openxmlformats.org/presentationml/2006/main" xmlns:ns1="http://schemas.openxmlformats.org/drawingml/2006/main" userDrawn="1">
  <ns0:cSld name="1_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" name="Slide Number Placeholder 5"/>
          <ns0:cNvSpPr>
            <ns1:spLocks noGrp="1"/>
          </ns0:cNvSpPr>
          <ns0:nvPr>
            <ns0:ph type="sldNum" sz="quarter" idx="12"/>
          </ns0:nvPr>
        </ns0:nvSpPr>
        <ns0:spPr>
          <ns1:xfrm>
            <ns1:off x="11226801" y="304245"/>
            <ns1:ext cx="748084" cy="359378"/>
          </ns1:xfrm>
        </ns0:spPr>
        <ns0:txBody>
          <ns1:bodyPr/>
          <ns1:lstStyle>
            <ns1:lvl1pPr>
              <ns1:defRPr sz="1800" b="1">
                <ns1:solidFill>
                  <ns1:schemeClr val="tx1"/>
                </ns1:solidFill>
                <ns1:latin typeface="+mn-lt"/>
              </ns1:defRPr>
            </ns1:lvl1pPr>
          </ns1:lstStyle>
          <ns1:p>
            <ns1:fld id="{CDB5CF67-60D3-4B5D-BE54-3401F0FFAF7C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4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C0173984-C90D-4ECC-88B6-503F0D9E3110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5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/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4FFFF0D1-5D4C-4B03-A3DD-2BA01ED06F5C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6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3596B204-AAFB-4814-B492-C6C2C65C1D65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7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 hasCustomPrompt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009C705F-F39D-4F0C-AB37-D6B03C03EF49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8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 hasCustomPrompt="1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 hasCustomPrompt="1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 hasCustomPrompt="1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3FD96595-BAD3-4057-A727-36ED544D2C33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9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098C0957-D7A8-4E72-94FF-572C56541F5E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0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FE74EA06-8CF5-45F6-92C2-EAF96A60A78F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1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 hasCustomPrompt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E99E9D6-AEFF-4848-AF14-E1CE8DBD6218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2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 hasCustomPrompt="1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93CF8FDF-05AB-4F7E-9EAF-B6D5D95BBD34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3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/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6740CCC5-CB0E-4BDA-9615-F7A5EBBDC1FB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4.xml><?xml version="1.0" encoding="utf-8"?>
<ns0:sldLayout xmlns:ns0="http://schemas.openxmlformats.org/presentationml/2006/main" xmlns:ns1="http://schemas.openxmlformats.org/drawingml/2006/main" type="vertTitleAndTx" preserve="1">
  <ns0:cSld name="竖排标题与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 hasCustomPrompt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5145580-1A49-4D39-B608-E975764243D5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4" Type="http://schemas.openxmlformats.org/officeDocument/2006/relationships/theme" Target="../theme/theme1.xml" /><ns0:Relationship Id="rId23" Type="http://schemas.openxmlformats.org/officeDocument/2006/relationships/slideLayout" Target="../slideLayouts/slideLayout23.xml" /><ns0:Relationship Id="rId22" Type="http://schemas.openxmlformats.org/officeDocument/2006/relationships/slideLayout" Target="../slideLayouts/slideLayout22.xml" /><ns0:Relationship Id="rId21" Type="http://schemas.openxmlformats.org/officeDocument/2006/relationships/slideLayout" Target="../slideLayouts/slideLayout21.xml" /><ns0:Relationship Id="rId20" Type="http://schemas.openxmlformats.org/officeDocument/2006/relationships/slideLayout" Target="../slideLayouts/slideLayout20.xml" /><ns0:Relationship Id="rId2" Type="http://schemas.openxmlformats.org/officeDocument/2006/relationships/slideLayout" Target="../slideLayouts/slideLayout2.xml" /><ns0:Relationship Id="rId19" Type="http://schemas.openxmlformats.org/officeDocument/2006/relationships/slideLayout" Target="../slideLayouts/slideLayout19.xml" /><ns0:Relationship Id="rId18" Type="http://schemas.openxmlformats.org/officeDocument/2006/relationships/slideLayout" Target="../slideLayouts/slideLayout18.xml" /><ns0:Relationship Id="rId17" Type="http://schemas.openxmlformats.org/officeDocument/2006/relationships/slideLayout" Target="../slideLayouts/slideLayout17.xml" /><ns0:Relationship Id="rId16" Type="http://schemas.openxmlformats.org/officeDocument/2006/relationships/slideLayout" Target="../slideLayouts/slideLayout16.xml" /><ns0:Relationship Id="rId15" Type="http://schemas.openxmlformats.org/officeDocument/2006/relationships/slideLayout" Target="../slideLayouts/slideLayout15.xml" /><ns0:Relationship Id="rId14" Type="http://schemas.openxmlformats.org/officeDocument/2006/relationships/slideLayout" Target="../slideLayouts/slideLayout14.xml" /><ns0:Relationship Id="rId13" Type="http://schemas.openxmlformats.org/officeDocument/2006/relationships/slideLayout" Target="../slideLayouts/slideLayout13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_rels/slideMaster2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32.xml" /><ns0:Relationship Id="rId8" Type="http://schemas.openxmlformats.org/officeDocument/2006/relationships/slideLayout" Target="../slideLayouts/slideLayout31.xml" /><ns0:Relationship Id="rId7" Type="http://schemas.openxmlformats.org/officeDocument/2006/relationships/slideLayout" Target="../slideLayouts/slideLayout30.xml" /><ns0:Relationship Id="rId6" Type="http://schemas.openxmlformats.org/officeDocument/2006/relationships/slideLayout" Target="../slideLayouts/slideLayout29.xml" /><ns0:Relationship Id="rId5" Type="http://schemas.openxmlformats.org/officeDocument/2006/relationships/slideLayout" Target="../slideLayouts/slideLayout28.xml" /><ns0:Relationship Id="rId4" Type="http://schemas.openxmlformats.org/officeDocument/2006/relationships/slideLayout" Target="../slideLayouts/slideLayout27.xml" /><ns0:Relationship Id="rId3" Type="http://schemas.openxmlformats.org/officeDocument/2006/relationships/slideLayout" Target="../slideLayouts/slideLayout26.xml" /><ns0:Relationship Id="rId2" Type="http://schemas.openxmlformats.org/officeDocument/2006/relationships/slideLayout" Target="../slideLayouts/slideLayout25.xml" /><ns0:Relationship Id="rId12" Type="http://schemas.openxmlformats.org/officeDocument/2006/relationships/theme" Target="../theme/theme2.xml" /><ns0:Relationship Id="rId11" Type="http://schemas.openxmlformats.org/officeDocument/2006/relationships/slideLayout" Target="../slideLayouts/slideLayout34.xml" /><ns0:Relationship Id="rId10" Type="http://schemas.openxmlformats.org/officeDocument/2006/relationships/slideLayout" Target="../slideLayouts/slideLayout33.xml" /><ns0:Relationship Id="rId1" Type="http://schemas.openxmlformats.org/officeDocument/2006/relationships/slideLayout" Target="../slideLayouts/slideLayout24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EF7CF5E1-A23F-4E1A-98CC-F0191FFB7F2C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EB6A8DA3-AF3E-4920-AAF3-1B12726A296E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  <ns0:sldLayoutId id="2147483661" ns2:id="rId13"/>
    <ns0:sldLayoutId id="2147483662" ns2:id="rId14"/>
    <ns0:sldLayoutId id="2147483663" ns2:id="rId15"/>
    <ns0:sldLayoutId id="2147483664" ns2:id="rId16"/>
    <ns0:sldLayoutId id="2147483665" ns2:id="rId17"/>
    <ns0:sldLayoutId id="2147483666" ns2:id="rId18"/>
    <ns0:sldLayoutId id="2147483667" ns2:id="rId19"/>
    <ns0:sldLayoutId id="2147483668" ns2:id="rId20"/>
    <ns0:sldLayoutId id="2147483669" ns2:id="rId21"/>
    <ns0:sldLayoutId id="2147483670" ns2:id="rId22"/>
    <ns0:sldLayoutId id="2147483671" ns2:id="rId23"/>
  </ns0:sldLayoutIdLst>
  <ns0:hf hdr="0" ftr="0" dt="0"/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Masters/slideMaster2.xml><?xml version="1.0" encoding="utf-8"?>
<ns0:sldMaster xmlns:ns0="http://schemas.openxmlformats.org/presentationml/2006/main" xmlns:ns1="http://schemas.openxmlformats.org/drawingml/2006/main" xmlns:ns2="http://schemas.openxmlformats.org/officeDocument/2006/relationships" preserve="1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/>
              <ns1:t>示例内容公开模板</ns1:t>
            </ns1:r>
            <ns1:endParaRPr lang="zh-CN" altLang="en-US"/>
          </ns1:p>
          <ns1:p>
            <ns1:pPr lvl="1"/>
            <ns1:r>
              <ns1:rPr lang="zh-CN" altLang="en-US"/>
              <ns1:t>示例内</ns1:t>
            </ns1:r>
            <ns1:endParaRPr lang="zh-CN" altLang="en-US"/>
          </ns1:p>
          <ns1:p>
            <ns1:pPr lvl="2"/>
            <ns1:r>
              <ns1:rPr lang="zh-CN" altLang="en-US"/>
              <ns1:t>示例内</ns1:t>
            </ns1:r>
            <ns1:endParaRPr lang="zh-CN" altLang="en-US"/>
          </ns1:p>
          <ns1:p>
            <ns1:pPr lvl="3"/>
            <ns1:r>
              <ns1:rPr lang="zh-CN" altLang="en-US"/>
              <ns1:t>示例内</ns1:t>
            </ns1:r>
            <ns1:endParaRPr lang="zh-CN" altLang="en-US"/>
          </ns1:p>
          <ns1:p>
            <ns1:pPr lvl="4"/>
            <ns1:r>
              <ns1:rPr lang="zh-CN" altLang="en-US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6B981C71-04E1-4EE8-940A-C3AC0D1DD63F}" type="datetime1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03F6A8D4-FEFC-4A56-B0F8-B3A8B591DA44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73" ns2:id="rId1"/>
    <ns0:sldLayoutId id="2147483674" ns2:id="rId2"/>
    <ns0:sldLayoutId id="2147483675" ns2:id="rId3"/>
    <ns0:sldLayoutId id="2147483676" ns2:id="rId4"/>
    <ns0:sldLayoutId id="2147483677" ns2:id="rId5"/>
    <ns0:sldLayoutId id="2147483678" ns2:id="rId6"/>
    <ns0:sldLayoutId id="2147483679" ns2:id="rId7"/>
    <ns0:sldLayoutId id="2147483680" ns2:id="rId8"/>
    <ns0:sldLayoutId id="2147483681" ns2:id="rId9"/>
    <ns0:sldLayoutId id="2147483682" ns2:id="rId10"/>
    <ns0:sldLayoutId id="2147483683" ns2:id="rId11"/>
  </ns0:sldLayoutIdLst>
  <ns0:hf hdr="0" ftr="0" dt="0"/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7.xml" /><ns0:Relationship Id="rId8" Type="http://schemas.openxmlformats.org/officeDocument/2006/relationships/image" Target="../media/public-placeholder.png" /><ns0:Relationship Id="rId7" Type="http://schemas.openxmlformats.org/officeDocument/2006/relationships/image" Target="../media/public-placeholder.png" /><ns0:Relationship Id="rId6" Type="http://schemas.openxmlformats.org/officeDocument/2006/relationships/image" Target="../media/public-placeholder.png" /><ns0:Relationship Id="rId5" Type="http://schemas.openxmlformats.org/officeDocument/2006/relationships/image" Target="../media/public-placeholder.png" /><ns0:Relationship Id="rId4" Type="http://schemas.openxmlformats.org/officeDocument/2006/relationships/image" Target="../media/public-placeholder.png" /><ns0:Relationship Id="rId3" Type="http://schemas.openxmlformats.org/officeDocument/2006/relationships/image" Target="../media/public-placeholder.png" /><ns0:Relationship Id="rId2" Type="http://schemas.openxmlformats.org/officeDocument/2006/relationships/image" Target="../media/public-placeholder.png" /><ns0:Relationship Id="rId10" Type="http://schemas.openxmlformats.org/officeDocument/2006/relationships/notesSlide" Target="../notesSlides/notesSlide1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" name="矩形 3"/>
          <ns0:cNvSpPr/>
          <ns0:nvPr/>
        </ns0:nvSpPr>
        <ns0:spPr>
          <ns1:xfrm>
            <ns1:off x="346944" y="5658552"/>
            <ns1:ext cx="11546205" cy="1010920"/>
          </ns1:xfrm>
          <ns1:prstGeom prst="rect">
            <ns1:avLst/>
          </ns1:prstGeom>
          <ns1:solidFill>
            <ns1:schemeClr val="bg1">
              <ns1:lumMod val="95000"/>
              <ns1:alpha val="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5" name="矩形 4"/>
          <ns0:cNvSpPr/>
          <ns0:nvPr/>
        </ns0:nvSpPr>
        <ns0:spPr>
          <ns1:xfrm>
            <ns1:off x="353545" y="1274615"/>
            <ns1:ext cx="11546205" cy="4211320"/>
          </ns1:xfrm>
          <ns1:prstGeom prst="rect">
            <ns1:avLst/>
          </ns1:prstGeom>
          <ns1:solidFill>
            <ns1:schemeClr val="bg1">
              <ns1:lumMod val="95000"/>
              <ns1:alpha val="47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7" name="矩形 8"/>
          <ns0:cNvSpPr/>
          <ns0:nvPr/>
        </ns0:nvSpPr>
        <ns0:spPr>
          <ns1:xfrm>
            <ns1:off x="208732" y="1363650"/>
            <ns1:ext cx="11819823" cy="4426340"/>
          </ns1:xfrm>
          <ns1:prstGeom prst="rect">
            <ns1:avLst/>
          </ns1:prstGeom>
          <ns1:solidFill>
            <ns1:schemeClr val="bg1">
              <ns1:lumMod val="85000"/>
              <ns1:alpha val="80000"/>
            </ns1:schemeClr>
          </ns1:solidFill>
          <ns1:ln w="9525">
            <ns1:noFill/>
          </ns1:ln>
        </ns0:spPr>
        <ns0:txBody>
          <ns1:bodyPr wrap="square">
            <ns1:spAutoFit/>
          </ns1:bodyPr>
          <ns1:lstStyle>
            <ns1:lvl1pPr marL="342900" indent="-342900" algn="l" rtl="0" eaLnBrk="0" fontAlgn="base" hangingPunct="0">
              <ns1:spcBef>
                <ns1:spcPct val="20000"/>
              </ns1:spcBef>
              <ns1:spcAft>
                <ns1:spcPct val="0"/>
              </ns1:spcAft>
              <ns1:buClr>
                <ns1:schemeClr val="tx2"/>
              </ns1:buClr>
              <ns1:buSzPct val="90000"/>
              <ns1:buFont typeface="Wingdings" panose="05000000000000000000" pitchFamily="2" charset="2"/>
              <ns1:buChar char="q"/>
              <ns1:defRPr kumimoji="1" sz="3200" b="0">
                <ns1:solidFill>
                  <ns1:schemeClr val="tx1"/>
                </ns1:solidFill>
                <ns1:latin typeface="+mn-lt"/>
                <ns1:ea typeface="+mn-ea"/>
                <ns1:cs typeface="宋体" panose="02010600030101010101" pitchFamily="2" charset="-122"/>
              </ns1:defRPr>
            </ns1:lvl1pPr>
            <ns1:lvl2pPr marL="742950" indent="-285750" algn="l" rtl="0" eaLnBrk="0" fontAlgn="base" hangingPunct="0">
              <ns1:spcBef>
                <ns1:spcPct val="20000"/>
              </ns1:spcBef>
              <ns1:spcAft>
                <ns1:spcPct val="0"/>
              </ns1:spcAft>
              <ns1:buChar char="•"/>
              <ns1:defRPr kumimoji="1" sz="2800">
                <ns1:solidFill>
                  <ns1:schemeClr val="tx1"/>
                </ns1:solidFill>
                <ns1:latin typeface="+mn-lt"/>
                <ns1:ea typeface="+mn-ea"/>
                <ns1:cs typeface="宋体" panose="02010600030101010101" pitchFamily="2" charset="-122"/>
              </ns1:defRPr>
            </ns1:lvl2pPr>
            <ns1:lvl3pPr marL="1143000" indent="-228600" algn="l" rtl="0" eaLnBrk="0" fontAlgn="base" hangingPunct="0">
              <ns1:spcBef>
                <ns1:spcPct val="20000"/>
              </ns1:spcBef>
              <ns1:spcAft>
                <ns1:spcPct val="0"/>
              </ns1:spcAft>
              <ns1:buChar char="•"/>
              <ns1:defRPr kumimoji="1" sz="2400">
                <ns1:solidFill>
                  <ns1:schemeClr val="tx1"/>
                </ns1:solidFill>
                <ns1:latin typeface="+mn-lt"/>
                <ns1:ea typeface="+mn-ea"/>
                <ns1:cs typeface="宋体" panose="02010600030101010101" pitchFamily="2" charset="-122"/>
              </ns1:defRPr>
            </ns1:lvl3pPr>
            <ns1:lvl4pPr marL="1600200" indent="-228600" algn="l" rtl="0" eaLnBrk="0" fontAlgn="base" hangingPunct="0">
              <ns1:spcBef>
                <ns1:spcPct val="20000"/>
              </ns1:spcBef>
              <ns1:spcAft>
                <ns1:spcPct val="0"/>
              </ns1:spcAft>
              <ns1:buChar char="–"/>
              <ns1:defRPr kumimoji="1" sz="2000">
                <ns1:solidFill>
                  <ns1:schemeClr val="tx1"/>
                </ns1:solidFill>
                <ns1:latin typeface="+mn-lt"/>
                <ns1:ea typeface="+mn-ea"/>
                <ns1:cs typeface="宋体" panose="02010600030101010101" pitchFamily="2" charset="-122"/>
              </ns1:defRPr>
            </ns1:lvl4pPr>
            <ns1:lvl5pPr marL="2057400" indent="-228600" algn="l" rtl="0" eaLnBrk="0" fontAlgn="base" hangingPunct="0">
              <ns1:spcBef>
                <ns1:spcPct val="20000"/>
              </ns1:spcBef>
              <ns1:spcAft>
                <ns1:spcPct val="0"/>
              </ns1:spcAft>
              <ns1:buChar char="•"/>
              <ns1:defRPr kumimoji="1" sz="2000">
                <ns1:solidFill>
                  <ns1:schemeClr val="tx1"/>
                </ns1:solidFill>
                <ns1:latin typeface="+mn-lt"/>
                <ns1:ea typeface="+mn-ea"/>
                <ns1:cs typeface="宋体" panose="02010600030101010101" pitchFamily="2" charset="-122"/>
              </ns1:defRPr>
            </ns1:lvl5pPr>
          </ns1:lstStyle>
          <ns1:p>
            <ns1:pPr marL="342900" lvl="0" indent="-342900" algn="just">
              <ns1:lnSpc>
                <ns1:spcPct val="150000"/>
              </ns1:lnSpc>
              <ns1:spcBef>
                <ns1:spcPct val="0"/>
              </ns1:spcBef>
              <ns1:buClrTx/>
              <ns1:buSzTx/>
              <ns1:buFont typeface="Wingdings" panose="05000000000000000000" pitchFamily="2" charset="2"/>
              <ns1:buChar char="u"/>
            </ns1:pP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示例内容公开模板示例内容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</ns1:t>
            </ns1:r>
            <ns1:r>
              <ns1:rPr lang="en-US" altLang="zh-CN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000示例内容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示，0000-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示例，内容公开/模板示，</ns1:t>
            </ns1:r>
            <ns1:r>
              <ns1:rPr lang="en-US" altLang="zh-CN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示；</ns1:t>
            </ns1:r>
            <ns1:endParaRPr lang="zh-CN" altLang="en-US" sz="1900" b="1" dirty="0">
              <ns1:solidFill>
                <ns1:srgbClr val="0000CC"/>
              </ns1:solidFill>
              <ns1:latin typeface="Times New Roman" panose="02020603050405020304" pitchFamily="18" charset="0"/>
              <ns1:ea typeface="微软雅黑" panose="020B0503020204020204" pitchFamily="34" charset="-122"/>
              <ns1:cs typeface="Times New Roman" panose="02020603050405020304" pitchFamily="18" charset="0"/>
              <ns1:sym typeface="+mn-ea"/>
            </ns1:endParaRPr>
          </ns1:p>
          <ns1:p>
            <ns1:pPr marL="342900" lvl="0" indent="-342900" algn="just">
              <ns1:lnSpc>
                <ns1:spcPct val="150000"/>
              </ns1:lnSpc>
              <ns1:spcBef>
                <ns1:spcPct val="0"/>
              </ns1:spcBef>
              <ns1:buClrTx/>
              <ns1:buSzTx/>
              <ns1:buFont typeface="Wingdings" panose="05000000000000000000" pitchFamily="2" charset="2"/>
              <ns1:buChar char="u"/>
            </ns1:pP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示例内容公开模板</ns1:t>
            </ns1:r>
            <ns1:r>
              <ns1:rPr lang="en-US" altLang="zh-CN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示例内容公开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，示例内容公开模板示例，0000内000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，</ns1:t>
            </ns1:r>
            <ns1:r>
              <ns1:rPr lang="en-US" altLang="zh-CN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示；</ns1:t>
            </ns1:r>
            <ns1:endParaRPr lang="en-US" altLang="zh-CN" sz="1900" b="1" dirty="0">
              <ns1:solidFill>
                <ns1:srgbClr val="0000CC"/>
              </ns1:solidFill>
              <ns1:latin typeface="Times New Roman" panose="02020603050405020304" pitchFamily="18" charset="0"/>
              <ns1:ea typeface="微软雅黑" panose="020B0503020204020204" pitchFamily="34" charset="-122"/>
              <ns1:cs typeface="Times New Roman" panose="02020603050405020304" pitchFamily="18" charset="0"/>
              <ns1:sym typeface="+mn-ea"/>
            </ns1:endParaRPr>
          </ns1:p>
          <ns1:p>
            <ns1:pPr lvl="0" algn="just">
              <ns1:lnSpc>
                <ns1:spcPct val="150000"/>
              </ns1:lnSpc>
              <ns1:spcBef>
                <ns1:spcPct val="0"/>
              </ns1:spcBef>
              <ns1:buClrTx/>
              <ns1:buSzTx/>
              <ns1:buFont typeface="Wingdings" panose="05000000000000000000" pitchFamily="2" charset="2"/>
              <ns1:buChar char="u"/>
            </ns1:pP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示例内容公开模板示例内容公开模板示例内</ns1:t>
            </ns1:r>
            <ns1:r>
              <ns1:rPr lang="zh-CN" altLang="en-US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示例内容公，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，示例内容公开模，</ns1:t>
            </ns1:r>
            <ns1:r>
              <ns1:rPr lang="en-US" altLang="zh-CN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示；</ns1:t>
            </ns1:r>
            <ns1:endParaRPr lang="en-US" altLang="zh-CN" sz="1900" b="1" dirty="0">
              <ns1:solidFill>
                <ns1:srgbClr val="0000CC"/>
              </ns1:solidFill>
              <ns1:latin typeface="Times New Roman" panose="02020603050405020304" pitchFamily="18" charset="0"/>
              <ns1:ea typeface="微软雅黑" panose="020B0503020204020204" pitchFamily="34" charset="-122"/>
              <ns1:cs typeface="Times New Roman" panose="02020603050405020304" pitchFamily="18" charset="0"/>
              <ns1:sym typeface="+mn-ea"/>
            </ns1:endParaRPr>
          </ns1:p>
          <ns1:p>
            <ns1:pPr algn="just">
              <ns1:lnSpc>
                <ns1:spcPct val="150000"/>
              </ns1:lnSpc>
              <ns1:spcBef>
                <ns1:spcPct val="0"/>
              </ns1:spcBef>
              <ns1:buClrTx/>
              <ns1:buSzTx/>
              <ns1:buFont typeface="Wingdings" panose="05000000000000000000" pitchFamily="2" charset="2"/>
              <ns1:buChar char="u"/>
            </ns1:pP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000示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示例内容公开模板示例内容公开</ns1:t>
            </ns1:r>
            <ns1:r>
              <ns1:rPr lang="zh-CN" altLang="en-US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，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，示例内容公开模，</ns1:t>
            </ns1:r>
            <ns1:r>
              <ns1:rPr lang="en-US" altLang="zh-CN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示；</ns1:t>
            </ns1:r>
            <ns1:endParaRPr lang="en-US" altLang="zh-CN" sz="1900" b="1" dirty="0">
              <ns1:solidFill>
                <ns1:srgbClr val="0000CC"/>
              </ns1:solidFill>
              <ns1:latin typeface="Times New Roman" panose="02020603050405020304" pitchFamily="18" charset="0"/>
              <ns1:ea typeface="微软雅黑" panose="020B0503020204020204" pitchFamily="34" charset="-122"/>
              <ns1:cs typeface="Times New Roman" panose="02020603050405020304" pitchFamily="18" charset="0"/>
              <ns1:sym typeface="+mn-ea"/>
            </ns1:endParaRPr>
          </ns1:p>
          <ns1:p>
            <ns1:pPr algn="just">
              <ns1:lnSpc>
                <ns1:spcPct val="150000"/>
              </ns1:lnSpc>
              <ns1:spcBef>
                <ns1:spcPct val="0"/>
              </ns1:spcBef>
              <ns1:buClrTx/>
              <ns1:buSzTx/>
              <ns1:buFont typeface="Wingdings" panose="05000000000000000000" pitchFamily="2" charset="2"/>
              <ns1:buChar char="u"/>
            </ns1:pP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示例内容</ns1:t>
            </ns1:r>
            <ns1:r>
              <ns1:rPr lang="zh-CN" altLang="en-US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示例内容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</ns1:rPr>
              <ns1:t>，示例内容公开模板示例，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，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示例内容公开，</ns1:t>
            </ns1:r>
            <ns1:r>
              <ns1:rPr lang="en-US" altLang="zh-CN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</ns1:rPr>
              <ns1:t>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</ns1:rPr>
              <ns1:t>示；</ns1:t>
            </ns1:r>
            <ns1:endParaRPr lang="zh-CN" altLang="en-US" sz="1900" b="1" dirty="0">
              <ns1:solidFill>
                <ns1:srgbClr val="0000CC"/>
              </ns1:solidFill>
              <ns1:latin typeface="Times New Roman" panose="02020603050405020304" pitchFamily="18" charset="0"/>
              <ns1:ea typeface="微软雅黑" panose="020B0503020204020204" pitchFamily="34" charset="-122"/>
              <ns1:cs typeface="Times New Roman" panose="02020603050405020304" pitchFamily="18" charset="0"/>
              <ns1:sym typeface="+mn-ea"/>
            </ns1:endParaRPr>
          </ns1:p>
          <ns1:p>
            <ns1:pPr algn="just">
              <ns1:lnSpc>
                <ns1:spcPct val="150000"/>
              </ns1:lnSpc>
              <ns1:spcBef>
                <ns1:spcPct val="0"/>
              </ns1:spcBef>
              <ns1:buClrTx/>
              <ns1:buSzTx/>
              <ns1:buFont typeface="Wingdings" panose="05000000000000000000" pitchFamily="2" charset="2"/>
              <ns1:buChar char="u"/>
            </ns1:pP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示例内</ns1:t>
            </ns1:r>
            <ns1:r>
              <ns1:rPr lang="zh-CN" altLang="en-US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</ns1:rPr>
              <ns1:t>示例内容公开模板示例内容公开模板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，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，示例内容公开，</ns1:t>
            </ns1:r>
            <ns1:r>
              <ns1:rPr lang="en-US" altLang="zh-CN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示；</ns1:t>
            </ns1:r>
            <ns1:endParaRPr lang="en-US" altLang="zh-CN" sz="1900" b="1" dirty="0">
              <ns1:solidFill>
                <ns1:srgbClr val="0000CC"/>
              </ns1:solidFill>
              <ns1:latin typeface="Times New Roman" panose="02020603050405020304" pitchFamily="18" charset="0"/>
              <ns1:ea typeface="微软雅黑" panose="020B0503020204020204" pitchFamily="34" charset="-122"/>
              <ns1:cs typeface="Times New Roman" panose="02020603050405020304" pitchFamily="18" charset="0"/>
              <ns1:sym typeface="+mn-ea"/>
            </ns1:endParaRPr>
          </ns1:p>
          <ns1:p>
            <ns1:pPr algn="just">
              <ns1:lnSpc>
                <ns1:spcPct val="150000"/>
              </ns1:lnSpc>
              <ns1:spcBef>
                <ns1:spcPct val="0"/>
              </ns1:spcBef>
              <ns1:buClrTx/>
              <ns1:buSzTx/>
              <ns1:buFont typeface="Wingdings" panose="05000000000000000000" pitchFamily="2" charset="2"/>
              <ns1:buChar char="u"/>
            </ns1:pPr>
            <ns1:r>
              <ns1:rPr lang="zh-CN" altLang="en-US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示例内容公开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-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示例内容公开模板示例内容公开，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0000示0000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，示例内容公开模板示例，</ns1:t>
            </ns1:r>
            <ns1:r>
              <ns1:rPr lang="en-US" altLang="zh-CN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示；</ns1:t>
            </ns1:r>
            <ns1:endParaRPr lang="zh-CN" altLang="en-US" sz="1900" b="1" dirty="0">
              <ns1:solidFill>
                <ns1:srgbClr val="0000CC"/>
              </ns1:solidFill>
              <ns1:latin typeface="Times New Roman" panose="02020603050405020304" pitchFamily="18" charset="0"/>
              <ns1:ea typeface="微软雅黑" panose="020B0503020204020204" pitchFamily="34" charset="-122"/>
              <ns1:cs typeface="Times New Roman" panose="02020603050405020304" pitchFamily="18" charset="0"/>
              <ns1:sym typeface="+mn-ea"/>
            </ns1:endParaRPr>
          </ns1:p>
          <ns1:p>
            <ns1:pPr lvl="0" algn="just">
              <ns1:lnSpc>
                <ns1:spcPct val="150000"/>
              </ns1:lnSpc>
              <ns1:spcBef>
                <ns1:spcPct val="0"/>
              </ns1:spcBef>
              <ns1:buClrTx/>
              <ns1:buSzTx/>
              <ns1:buFont typeface="Wingdings" panose="05000000000000000000" pitchFamily="2" charset="2"/>
              <ns1:buChar char="u"/>
            </ns1:pPr>
            <ns1:r>
              <ns1:rPr lang="en-US" altLang="zh-CN" sz="1900" b="1" dirty="0" err="1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示例内容公开</ns1:t>
            </ns1:r>
            <ns1:r>
              <ns1:rPr lang="en-US" altLang="zh-CN" sz="1900" b="1" dirty="0" err="1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示例内容公</ns1:t>
            </ns1:r>
            <ns1:r>
              <ns1:rPr lang="en-US" altLang="zh-CN" sz="1900" b="1" dirty="0" err="1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示例内容公开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，</ns1:t>
            </ns1:r>
            <ns1:r>
              <ns1:rPr lang="en-US" altLang="zh-CN" sz="1900" b="1" dirty="0" err="1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示例内容公开模板示例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，0000-0000，</ns1:t>
            </ns1:r>
            <ns1:r>
              <ns1:rPr lang="en-US" altLang="zh-CN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00.0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示；</ns1:t>
            </ns1:r>
            <ns1:endParaRPr lang="en-US" altLang="zh-CN" sz="1900" b="1" dirty="0">
              <ns1:solidFill>
                <ns1:srgbClr val="0000CC"/>
              </ns1:solidFill>
              <ns1:latin typeface="Times New Roman" panose="02020603050405020304" pitchFamily="18" charset="0"/>
              <ns1:ea typeface="微软雅黑" panose="020B0503020204020204" pitchFamily="34" charset="-122"/>
              <ns1:cs typeface="Times New Roman" panose="02020603050405020304" pitchFamily="18" charset="0"/>
              <ns1:sym typeface="+mn-ea"/>
            </ns1:endParaRPr>
          </ns1:p>
          <ns1:p>
            <ns1:pPr lvl="0" algn="just">
              <ns1:lnSpc>
                <ns1:spcPct val="150000"/>
              </ns1:lnSpc>
              <ns1:spcBef>
                <ns1:spcPct val="0"/>
              </ns1:spcBef>
              <ns1:buClrTx/>
              <ns1:buSzTx/>
              <ns1:buFont typeface="Wingdings" panose="05000000000000000000" pitchFamily="2" charset="2"/>
              <ns1:buChar char="u"/>
            </ns1:pPr>
            <ns1:r>
              <ns1:rPr lang="zh-CN" altLang="en-US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示例内容公开模板示例内容公开模板示例内容公开，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，示例内容公开模，</ns1:t>
            </ns1:r>
            <ns1:r>
              <ns1:rPr lang="en-US" altLang="zh-CN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示；</ns1:t>
            </ns1:r>
            <ns1:endParaRPr lang="en-US" altLang="zh-CN" sz="1900" b="1" dirty="0">
              <ns1:solidFill>
                <ns1:srgbClr val="0000CC"/>
              </ns1:solidFill>
              <ns1:latin typeface="Times New Roman" panose="02020603050405020304" pitchFamily="18" charset="0"/>
              <ns1:ea typeface="微软雅黑" panose="020B0503020204020204" pitchFamily="34" charset="-122"/>
              <ns1:cs typeface="Times New Roman" panose="02020603050405020304" pitchFamily="18" charset="0"/>
              <ns1:sym typeface="+mn-ea"/>
            </ns1:endParaRPr>
          </ns1:p>
          <ns1:p>
            <ns1:pPr marL="342900" lvl="0" indent="-342900" algn="just">
              <ns1:lnSpc>
                <ns1:spcPct val="150000"/>
              </ns1:lnSpc>
              <ns1:spcBef>
                <ns1:spcPct val="0"/>
              </ns1:spcBef>
              <ns1:buClrTx/>
              <ns1:buSzTx/>
              <ns1:buFont typeface="Wingdings" panose="05000000000000000000" pitchFamily="2" charset="2"/>
              <ns1:buChar char="u"/>
            </ns1:pPr>
            <ns1:r>
              <ns1:rPr lang="zh-CN" altLang="zh-CN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示例内容公开</ns1:t>
            </ns1:r>
            <ns1:r>
              <ns1:rPr lang="zh-CN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示例内容公开模板示例内容公开模板示，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0000-0000</ns1:t>
            </ns1:r>
            <ns1:r>
              <ns1:rPr lang="en-US" altLang="zh-CN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 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(</ns1:t>
            </ns1:r>
            <ns1:r>
              <ns1:rPr lang="en-US" altLang="zh-CN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 </ns1:t>
            </ns1:r>
            <ns1:r>
              <ns1:rPr lang="en-US" altLang="zh-CN" sz="1900" b="1" dirty="0" err="1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示例</ns1:t>
            </ns1:r>
            <ns1:r>
              <ns1:rPr lang="en-US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)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，示例，</ns1:t>
            </ns1:r>
            <ns1:r>
              <ns1:rPr lang="en-US" altLang="zh-CN" sz="19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</ns1:t>
            </ns1:r>
            <ns1:r>
              <ns1:rPr lang="zh-CN" altLang="en-US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示</ns1:t>
            </ns1:r>
            <ns1:r>
              <ns1:rPr lang="zh-CN" altLang="zh-CN" sz="1900" b="1" dirty="0">
                <ns1:solidFill>
                  <ns1:srgbClr val="0000CC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；</ns1:t>
            </ns1:r>
            <ns1:endParaRPr lang="en-US" altLang="zh-CN" sz="1900" b="1" dirty="0">
              <ns1:solidFill>
                <ns1:srgbClr val="0000CC"/>
              </ns1:solidFill>
              <ns1:latin typeface="Times New Roman" panose="02020603050405020304" pitchFamily="18" charset="0"/>
              <ns1:ea typeface="微软雅黑" panose="020B0503020204020204" pitchFamily="34" charset="-122"/>
              <ns1:cs typeface="Times New Roman" panose="02020603050405020304" pitchFamily="18" charset="0"/>
            </ns1:endParaRPr>
          </ns1:p>
        </ns0:txBody>
      </ns0:sp>
      <ns0:sp>
        <ns0:nvSpPr>
          <ns0:cNvPr id="15" name="文本框 14"/>
          <ns0:cNvSpPr txBox="1"/>
          <ns0:nvPr/>
        </ns0:nvSpPr>
        <ns0:spPr>
          <ns1:xfrm>
            <ns1:off x="208731" y="705855"/>
            <ns1:ext cx="11819823" cy="461665"/>
          </ns1:xfrm>
          <ns1:prstGeom prst="rect">
            <ns1:avLst/>
          </ns1:prstGeom>
          <ns1:solidFill>
            <ns1:schemeClr val="accent4">
              <ns1:lumMod val="20000"/>
              <ns1:lumOff val="80000"/>
            </ns1:schemeClr>
          </ns1:solidFill>
        </ns0:spPr>
        <ns0:txBody>
          <ns1:bodyPr wrap="square" rtlCol="0" anchor="t">
            <ns1:spAutoFit/>
          </ns1:bodyPr>
          <ns1:lstStyle/>
          <ns1:p>
            <ns1:pPr algn="ctr"/>
            <ns1:r>
              <ns1:rPr lang="en-US" altLang="zh-CN" sz="2400" b="1" dirty="0">
                <ns1:solidFill>
                  <ns1:srgbClr val="0000FF"/>
                </ns1:solidFill>
                <ns1:latin typeface="黑体" panose="02010609060101010101" pitchFamily="49" charset="-122"/>
                <ns1:ea typeface="微软雅黑" panose="020B0503020204020204" pitchFamily="34" charset="-122"/>
                <ns1:sym typeface="+mn-ea"/>
              </ns1:rPr>
              <ns1:t>示例内容（</ns1:t>
            </ns1:r>
            <ns1:r>
              <ns1:rPr kumimoji="1" lang="en-US" altLang="zh-CN" sz="24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</ns1:t>
            </ns1:r>
            <ns1:r>
              <ns1:rPr lang="en-US" altLang="zh-CN" sz="2400" b="1" dirty="0">
                <ns1:solidFill>
                  <ns1:srgbClr val="0000FF"/>
                </ns1:solidFill>
                <ns1:latin typeface="黑体" panose="02010609060101010101" pitchFamily="49" charset="-122"/>
                <ns1:ea typeface="微软雅黑" panose="020B0503020204020204" pitchFamily="34" charset="-122"/>
                <ns1:sym typeface="+mn-ea"/>
              </ns1:rPr>
              <ns1:t>示例</ns1:t>
            </ns1:r>
            <ns1:r>
              <ns1:rPr lang="zh-CN" altLang="en-US" sz="2400" b="1" dirty="0">
                <ns1:solidFill>
                  <ns1:srgbClr val="0000FF"/>
                </ns1:solidFill>
                <ns1:latin typeface="黑体" panose="02010609060101010101" pitchFamily="49" charset="-122"/>
                <ns1:ea typeface="微软雅黑" panose="020B0503020204020204" pitchFamily="34" charset="-122"/>
                <ns1:sym typeface="+mn-ea"/>
              </ns1:rPr>
              <ns1:t>，示例内容</ns1:t>
            </ns1:r>
            <ns1:r>
              <ns1:rPr kumimoji="1" lang="en-US" altLang="zh-CN" sz="24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</ns1:t>
            </ns1:r>
            <ns1:r>
              <ns1:rPr kumimoji="1" lang="en-US" altLang="zh-CN" sz="2400" b="1" dirty="0">
                <ns1:solidFill>
                  <ns1:srgbClr val="C00000"/>
                </ns1:solidFill>
                <ns1:ea typeface="微软雅黑" panose="020B0503020204020204" pitchFamily="34" charset="-122"/>
                <ns1:cs typeface="宋体" panose="02010600030101010101" pitchFamily="2" charset="-122"/>
                <ns1:sym typeface="+mn-ea"/>
              </ns1:rPr>
              <ns1:t>示</ns1:t>
            </ns1:r>
            <ns1:r>
              <ns1:rPr lang="zh-CN" altLang="en-US" sz="2400" b="1" dirty="0">
                <ns1:solidFill>
                  <ns1:srgbClr val="0000FF"/>
                </ns1:solidFill>
                <ns1:latin typeface="黑体" panose="02010609060101010101" pitchFamily="49" charset="-122"/>
                <ns1:ea typeface="微软雅黑" panose="020B0503020204020204" pitchFamily="34" charset="-122"/>
                <ns1:sym typeface="+mn-ea"/>
              </ns1:rPr>
              <ns1:t>示，</ns1:t>
            </ns1:r>
            <ns1:r>
              <ns1:rPr lang="zh-CN" altLang="en-US" sz="2400" b="1" dirty="0">
                <ns1:solidFill>
                  <ns1:srgbClr val="C00000"/>
                </ns1:solidFill>
                <ns1:latin typeface="黑体" panose="02010609060101010101" pitchFamily="49" charset="-122"/>
                <ns1:ea typeface="微软雅黑" panose="020B0503020204020204" pitchFamily="34" charset="-122"/>
                <ns1:sym typeface="+mn-ea"/>
              </ns1:rPr>
              <ns1:t>示例内容公</ns1:t>
            </ns1:r>
            <ns1:r>
              <ns1:rPr lang="en-US" altLang="zh-CN" sz="24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0示</ns1:t>
            </ns1:r>
            <ns1:r>
              <ns1:rPr lang="zh-CN" altLang="en-US" sz="2400" b="1" dirty="0">
                <ns1:solidFill>
                  <ns1:srgbClr val="C00000"/>
                </ns1:solidFill>
                <ns1:latin typeface="黑体" panose="02010609060101010101" pitchFamily="49" charset="-122"/>
                <ns1:ea typeface="微软雅黑" panose="020B0503020204020204" pitchFamily="34" charset="-122"/>
                <ns1:sym typeface="+mn-ea"/>
              </ns1:rPr>
              <ns1:t>示例</ns1:t>
            </ns1:r>
            <ns1:r>
              <ns1:rPr lang="zh-CN" altLang="en-US" sz="2400" b="1" dirty="0">
                <ns1:solidFill>
                  <ns1:srgbClr val="0000FF"/>
                </ns1:solidFill>
                <ns1:latin typeface="黑体" panose="02010609060101010101" pitchFamily="49" charset="-122"/>
                <ns1:ea typeface="微软雅黑" panose="020B0503020204020204" pitchFamily="34" charset="-122"/>
                <ns1:sym typeface="+mn-ea"/>
              </ns1:rPr>
              <ns1:t>示例内容公开</ns1:t>
            </ns1:r>
            <ns1:r>
              <ns1:rPr kumimoji="1" lang="en-US" altLang="zh-CN" sz="2400" b="1" dirty="0">
                <ns1:solidFill>
                  <ns1:srgbClr val="C00000"/>
                </ns1:solidFill>
                <ns1:latin typeface="Times New Roman" panose="02020603050405020304" pitchFamily="18" charset="0"/>
                <ns1:ea typeface="微软雅黑" panose="020B0503020204020204" pitchFamily="34" charset="-122"/>
                <ns1:cs typeface="Times New Roman" panose="02020603050405020304" pitchFamily="18" charset="0"/>
                <ns1:sym typeface="+mn-ea"/>
              </ns1:rPr>
              <ns1:t>0000</ns1:t>
            </ns1:r>
            <ns1:r>
              <ns1:rPr kumimoji="1" lang="en-US" altLang="zh-CN" sz="2400" b="1" dirty="0">
                <ns1:solidFill>
                  <ns1:srgbClr val="C00000"/>
                </ns1:solidFill>
                <ns1:ea typeface="微软雅黑" panose="020B0503020204020204" pitchFamily="34" charset="-122"/>
                <ns1:cs typeface="宋体" panose="02010600030101010101" pitchFamily="2" charset="-122"/>
                <ns1:sym typeface="+mn-ea"/>
              </ns1:rPr>
              <ns1:t>示</ns1:t>
            </ns1:r>
            <ns1:r>
              <ns1:rPr lang="en-US" altLang="zh-CN" sz="2400" b="1" dirty="0">
                <ns1:solidFill>
                  <ns1:srgbClr val="0000FF"/>
                </ns1:solidFill>
                <ns1:latin typeface="黑体" panose="02010609060101010101" pitchFamily="49" charset="-122"/>
                <ns1:ea typeface="微软雅黑" panose="020B0503020204020204" pitchFamily="34" charset="-122"/>
                <ns1:sym typeface="+mn-ea"/>
              </ns1:rPr>
              <ns1:t>）</ns1:t>
            </ns1:r>
            <ns1:endParaRPr lang="zh-CN" altLang="en-US" sz="2400" dirty="0"/>
          </ns1:p>
        </ns0:txBody>
      </ns0:sp>
      <ns0:grpSp>
        <ns0:nvGrpSpPr>
          <ns0:cNvPr id="18" name="组合 17"/>
          <ns0:cNvGrpSpPr/>
          <ns0:nvPr/>
        </ns0:nvGrpSpPr>
        <ns0:grpSpPr>
          <ns1:xfrm>
            <ns1:off x="871176" y="5935964"/>
            <ns1:ext cx="10347108" cy="801856"/>
            <ns1:chOff x="133630" y="5907226"/>
            <ns1:chExt cx="12266628" cy="991235"/>
          </ns1:xfrm>
        </ns0:grpSpPr>
        <ns0:sp>
          <ns0:nvSpPr>
            <ns0:cNvPr id="6" name="灯片编号占位符 1"/>
            <ns0:cNvSpPr txBox="1"/>
            <ns0:nvPr/>
          </ns0:nvSpPr>
          <ns0:spPr>
            <ns1:xfrm>
              <ns1:off x="8668352" y="6469836"/>
              <ns1:ext cx="2743200" cy="365125"/>
            </ns1:xfrm>
            <ns1:prstGeom prst="rect">
              <ns1:avLst/>
            </ns1:prstGeom>
          </ns0:spPr>
          <ns0:txBody>
            <ns1:bodyPr anchor="b" anchorCtr="0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tx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tx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tx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tx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tx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tx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tx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tx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tx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r">
                <ns1:spcBef>
                  <ns1:spcPct val="0"/>
                </ns1:spcBef>
              </ns1:pPr>
              <ns1:fld id="{9A0DB2DC-4C9A-4742-B13C-FB6460FD3503}" type="slidenum">
                <ns1:rPr lang="zh-CN" altLang="en-US" sz="1400" smtClean="0">
                  <ns1:solidFill>
                    <ns1:srgbClr val="FF0000"/>
                  </ns1:solidFill>
                </ns1:rPr>
              </ns1:fld>
              <ns1:endParaRPr lang="zh-CN" altLang="en-US" sz="1400" dirty="0">
                <ns1:solidFill>
                  <ns1:srgbClr val="FF0000"/>
                </ns1:solidFill>
              </ns1:endParaRPr>
            </ns1:p>
          </ns0:txBody>
        </ns0:sp>
        <ns0:pic>
          <ns0:nvPicPr>
            <ns0:cNvPr id="8" name="图片 7"/>
            <ns0:cNvPicPr>
              <ns1:picLocks noChangeAspect="1"/>
            </ns0:cNvPicPr>
            <ns0:nvPr/>
          </ns0:nvPicPr>
          <ns0:blipFill>
            <ns1:blip ns2:embed="rId1"/>
            <ns1:stretch>
              <ns1:fillRect/>
            </ns1:stretch>
          </ns0:blipFill>
          <ns0:spPr>
            <ns1:xfrm>
              <ns1:off x="3369583" y="5962471"/>
              <ns1:ext cx="1397000" cy="903605"/>
            </ns1:xfrm>
            <ns1:prstGeom prst="rect">
              <ns1:avLst/>
            </ns1:prstGeom>
          </ns0:spPr>
        </ns0:pic>
        <ns0:pic>
          <ns0:nvPicPr>
            <ns0:cNvPr id="9" name="图片 8"/>
            <ns0:cNvPicPr>
              <ns1:picLocks noChangeAspect="1"/>
            </ns0:cNvPicPr>
            <ns0:nvPr/>
          </ns0:nvPicPr>
          <ns0:blipFill>
            <ns1:blip ns2:embed="rId2"/>
            <ns1:stretch>
              <ns1:fillRect/>
            </ns1:stretch>
          </ns0:blipFill>
          <ns0:spPr>
            <ns1:xfrm>
              <ns1:off x="1939906" y="6046926"/>
              <ns1:ext cx="950103" cy="719999"/>
            </ns1:xfrm>
            <ns1:prstGeom prst="rect">
              <ns1:avLst/>
            </ns1:prstGeom>
          </ns0:spPr>
        </ns0:pic>
        <ns0:pic>
          <ns0:nvPicPr>
            <ns0:cNvPr id="10" name="图片 9"/>
            <ns0:cNvPicPr>
              <ns1:picLocks noChangeAspect="1"/>
            </ns0:cNvPicPr>
            <ns0:nvPr/>
          </ns0:nvPicPr>
          <ns0:blipFill>
            <ns1:blip ns2:embed="rId3"/>
            <ns1:stretch>
              <ns1:fillRect/>
            </ns1:stretch>
          </ns0:blipFill>
          <ns0:spPr>
            <ns1:xfrm>
              <ns1:off x="10239987" y="6416796"/>
              <ns1:ext cx="2160271" cy="379096"/>
            </ns1:xfrm>
            <ns1:prstGeom prst="rect">
              <ns1:avLst/>
            </ns1:prstGeom>
          </ns0:spPr>
        </ns0:pic>
        <ns0:pic>
          <ns0:nvPicPr>
            <ns0:cNvPr id="11" name="图片 10"/>
            <ns0:cNvPicPr>
              <ns1:picLocks noChangeAspect="1"/>
            </ns0:cNvPicPr>
            <ns0:nvPr/>
          </ns0:nvPicPr>
          <ns0:blipFill>
            <ns1:blip ns2:embed="rId4"/>
            <ns1:stretch>
              <ns1:fillRect/>
            </ns1:stretch>
          </ns0:blipFill>
          <ns0:spPr>
            <ns1:xfrm>
              <ns1:off x="133630" y="5983175"/>
              <ns1:ext cx="1428750" cy="894714"/>
            </ns1:xfrm>
            <ns1:prstGeom prst="rect">
              <ns1:avLst/>
            </ns1:prstGeom>
          </ns0:spPr>
        </ns0:pic>
        <ns0:pic>
          <ns0:nvPicPr>
            <ns0:cNvPr id="12" name="图片 11"/>
            <ns0:cNvPicPr>
              <ns1:picLocks noChangeAspect="1"/>
            </ns0:cNvPicPr>
            <ns0:nvPr/>
          </ns0:nvPicPr>
          <ns0:blipFill>
            <ns1:blip ns2:embed="rId5"/>
            <ns1:stretch>
              <ns1:fillRect/>
            </ns1:stretch>
          </ns0:blipFill>
          <ns0:spPr>
            <ns1:xfrm>
              <ns1:off x="6860951" y="5907226"/>
              <ns1:ext cx="1125220" cy="991235"/>
            </ns1:xfrm>
            <ns1:prstGeom prst="rect">
              <ns1:avLst/>
            </ns1:prstGeom>
          </ns0:spPr>
        </ns0:pic>
        <ns0:pic>
          <ns0:nvPicPr>
            <ns0:cNvPr id="13" name="图片 12"/>
            <ns0:cNvPicPr>
              <ns1:picLocks noChangeAspect="1"/>
            </ns0:cNvPicPr>
            <ns0:nvPr/>
          </ns0:nvPicPr>
          <ns0:blipFill>
            <ns1:blip ns2:embed="rId6"/>
            <ns1:stretch>
              <ns1:fillRect/>
            </ns1:stretch>
          </ns0:blipFill>
          <ns0:spPr>
            <ns1:xfrm>
              <ns1:off x="4947595" y="5907226"/>
              <ns1:ext cx="1393190" cy="888365"/>
            </ns1:xfrm>
            <ns1:prstGeom prst="rect">
              <ns1:avLst/>
            </ns1:prstGeom>
          </ns0:spPr>
        </ns0:pic>
        <ns0:pic>
          <ns0:nvPicPr>
            <ns0:cNvPr id="14" name="图片 13"/>
            <ns0:cNvPicPr>
              <ns1:picLocks noChangeAspect="1"/>
            </ns0:cNvPicPr>
            <ns0:nvPr/>
          </ns0:nvPicPr>
          <ns0:blipFill>
            <ns1:blip ns2:embed="rId7"/>
            <ns1:stretch>
              <ns1:fillRect/>
            </ns1:stretch>
          </ns0:blipFill>
          <ns0:spPr>
            <ns1:xfrm>
              <ns1:off x="8602121" y="5931691"/>
              <ns1:ext cx="1125220" cy="905510"/>
            </ns1:xfrm>
            <ns1:prstGeom prst="rect">
              <ns1:avLst/>
            </ns1:prstGeom>
          </ns0:spPr>
        </ns0:pic>
        <ns0:pic>
          <ns0:nvPicPr>
            <ns0:cNvPr id="16" name="图片 15"/>
            <ns0:cNvPicPr>
              <ns1:picLocks noChangeAspect="1"/>
            </ns0:cNvPicPr>
            <ns0:nvPr/>
          </ns0:nvPicPr>
          <ns0:blipFill>
            <ns1:blip ns2:embed="rId8"/>
            <ns1:stretch>
              <ns1:fillRect/>
            </ns1:stretch>
          </ns0:blipFill>
          <ns0:spPr>
            <ns1:xfrm>
              <ns1:off x="10132038" y="5907226"/>
              <ns1:ext cx="2268220" cy="466090"/>
            </ns1:xfrm>
            <ns1:prstGeom prst="rect">
              <ns1:avLst/>
            </ns1:prstGeom>
            <ns1:pattFill prst="pct5">
              <ns1:fgClr>
                <ns1:schemeClr val="accent5"/>
              </ns1:fgClr>
              <ns1:bgClr>
                <ns1:schemeClr val="bg1"/>
              </ns1:bgClr>
            </ns1:pattFill>
          </ns0:spPr>
        </ns0:pic>
      </ns0:grpSp>
      <ns0:sp>
        <ns0:nvSpPr>
          <ns0:cNvPr id="17" name="文本框 16"/>
          <ns0:cNvSpPr txBox="1"/>
          <ns0:nvPr/>
        </ns0:nvSpPr>
        <ns0:spPr>
          <ns1:xfrm>
            <ns1:off x="-25400" y="98196"/>
            <ns1:ext cx="3568389" cy="523220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en-US" sz="2800" b="1" dirty="0">
                <ns1:solidFill>
                  <ns1:prstClr val="white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示例内容公开模板示</ns1:t>
            </ns1:r>
            <ns1:endParaRPr lang="en-US" altLang="zh-CN" sz="2800" b="1" dirty="0">
              <ns1:solidFill>
                <ns1:prstClr val="white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2" name="灯片编号占位符 1"/>
          <ns0:cNvSpPr txBox="1"/>
          <ns0:nvPr/>
        </ns0:nvSpPr>
        <ns0:spPr>
          <ns1:xfrm>
            <ns1:off x="11622573" y="6340899"/>
            <ns1:ext cx="537344" cy="517101"/>
          </ns1:xfrm>
          <ns1:prstGeom prst="rect">
            <ns1:avLst/>
          </ns1:prstGeom>
        </ns0:spPr>
        <ns0:txBody>
          <ns1:bodyPr/>
          <ns1:lstStyle>
            <ns1:defPPr>
              <ns1:defRPr lang="zh-CN"/>
            </ns1:defPPr>
            <ns1:lvl1pPr algn="r">
              <ns1:defRPr sz="2400" b="1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fld id="{EB6A8DA3-AF3E-4920-AAF3-1B12726A296E}" type="slidenum">
              <ns1:rPr lang="zh-CN" altLang="en-US"/>
            </ns1:fld>
            <ns1:endParaRPr lang="zh-CN" altLang="en-US" dirty="0"/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COMMONDATA" val="eyJoZGlkIjoiYjVhMTc5MjJmYmVlZTQ3NTJhOGEyM2ViZWZlYmZjNWIifQ=="/>
  <ns0:tag name="RESOURCE_RECORD_KEY" val="{&quot;10&quot;:[50062487],&quot;13&quot;:[4722044,4663468,4695728]}"/>
</ns0:tagLst>
</file>

<file path=ppt/theme/theme1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objectDefaults>
    <ns0:spDef>
      <ns0:spPr>
        <ns0:solidFill>
          <ns0:srgbClr val="003E87"/>
        </ns0:solidFill>
      </ns0:spPr>
      <ns0:bodyPr rtlCol="0" anchor="ctr"/>
      <ns0:lstStyle>
        <ns0:defPPr algn="ctr">
          <ns0:defRPr sz="2000" b="1" dirty="0" smtClean="0">
            <ns0:latin typeface="微软雅黑" panose="020B0503020204020204" pitchFamily="34" charset="-122"/>
            <ns0:ea typeface="微软雅黑" panose="020B0503020204020204" pitchFamily="34" charset="-122"/>
          </ns0:defRPr>
        </ns0:defPPr>
      </ns0:lstStyle>
      <ns0:style>
        <ns0:lnRef idx="2">
          <ns0:schemeClr val="accent1">
            <ns0:shade val="50000"/>
          </ns0:schemeClr>
        </ns0:lnRef>
        <ns0:fillRef idx="1">
          <ns0:schemeClr val="accent1"/>
        </ns0:fillRef>
        <ns0:effectRef idx="0">
          <ns0:schemeClr val="accent1"/>
        </ns0:effectRef>
        <ns0:fontRef idx="minor">
          <ns0:schemeClr val="lt1"/>
        </ns0:fontRef>
      </ns0:style>
    </ns0:spDef>
  </ns0:objectDefaul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自定义设计方案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4.xml><?xml version="1.0" encoding="utf-8"?>
<ns0:theme xmlns:ns0="http://schemas.openxmlformats.org/drawingml/2006/main" xmlns:ns1="http://schemas.microsoft.com/office/thememl/2012/main" name="Office 主题​​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472C4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5B9BD5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等线 Light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等线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515</ns0:Words>
  <ns0:Application>WPS 演示</ns0:Application>
  <ns0:PresentationFormat>宽屏</ns0:PresentationFormat>
  <ns0:Paragraphs>19</ns0:Paragraphs>
  <ns0:Slides>1</ns0:Slides>
  <ns0:Notes>32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16</ns1:i4>
      </ns1:variant>
      <ns1:variant>
        <ns1:lpstr>主题</ns1:lpstr>
      </ns1:variant>
      <ns1:variant>
        <ns1:i4>2</ns1:i4>
      </ns1:variant>
      <ns1:variant>
        <ns1:lpstr>幻灯片标题</ns1:lpstr>
      </ns1:variant>
      <ns1:variant>
        <ns1:i4>1</ns1:i4>
      </ns1:variant>
    </ns1:vector>
  </ns0:HeadingPairs>
  <ns0:TitlesOfParts>
    <ns1:vector size="19" baseType="lpstr">
      <ns1:lpstr>Arial</ns1:lpstr>
      <ns1:lpstr>宋体</ns1:lpstr>
      <ns1:lpstr>Wingdings</ns1:lpstr>
      <ns1:lpstr>微软雅黑</ns1:lpstr>
      <ns1:lpstr>Times New Roman</ns1:lpstr>
      <ns1:lpstr>黑体</ns1:lpstr>
      <ns1:lpstr>华文中宋</ns1:lpstr>
      <ns1:lpstr>OPPOSans B</ns1:lpstr>
      <ns1:lpstr>OPPOSans R</ns1:lpstr>
      <ns1:lpstr>Wingdings</ns1:lpstr>
      <ns1:lpstr>Noto Sans SC</ns1:lpstr>
      <ns1:lpstr>Segoe</ns1:lpstr>
      <ns1:lpstr>Cambria Math</ns1:lpstr>
      <ns1:lpstr>仿宋_GB2312</ns1:lpstr>
      <ns1:lpstr>仿宋</ns1:lpstr>
      <ns1:lpstr>等线</ns1:lpstr>
      <ns1:lpstr>Office 主题​​</ns1:lpstr>
      <ns1:lpstr>自定义设计方案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ICV">
    <ns1:lpwstr>public</ns1:lpwstr>
  </ns0:property>
  <ns0:property fmtid="{D5CDD505-2E9C-101B-9397-08002B2CF9AE}" pid="3" name="KSOProductBuildVer">
    <ns1:lpwstr>public</ns1:lpwstr>
  </ns0:property>
</ns0:Properties>
</file>