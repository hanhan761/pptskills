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00.xml" ContentType="application/vnd.openxmlformats-officedocument.presentationml.tags+xml"/>
  <ns0:Override PartName="/ppt/tags/tag101.xml" ContentType="application/vnd.openxmlformats-officedocument.presentationml.tags+xml"/>
  <ns0:Override PartName="/ppt/tags/tag102.xml" ContentType="application/vnd.openxmlformats-officedocument.presentationml.tags+xml"/>
  <ns0:Override PartName="/ppt/tags/tag103.xml" ContentType="application/vnd.openxmlformats-officedocument.presentationml.tags+xml"/>
  <ns0:Override PartName="/ppt/tags/tag104.xml" ContentType="application/vnd.openxmlformats-officedocument.presentationml.tags+xml"/>
  <ns0:Override PartName="/ppt/tags/tag105.xml" ContentType="application/vnd.openxmlformats-officedocument.presentationml.tags+xml"/>
  <ns0:Override PartName="/ppt/tags/tag106.xml" ContentType="application/vnd.openxmlformats-officedocument.presentationml.tags+xml"/>
  <ns0:Override PartName="/ppt/tags/tag107.xml" ContentType="application/vnd.openxmlformats-officedocument.presentationml.tags+xml"/>
  <ns0:Override PartName="/ppt/tags/tag108.xml" ContentType="application/vnd.openxmlformats-officedocument.presentationml.tags+xml"/>
  <ns0:Override PartName="/ppt/tags/tag109.xml" ContentType="application/vnd.openxmlformats-officedocument.presentationml.tags+xml"/>
  <ns0:Override PartName="/ppt/tags/tag11.xml" ContentType="application/vnd.openxmlformats-officedocument.presentationml.tags+xml"/>
  <ns0:Override PartName="/ppt/tags/tag110.xml" ContentType="application/vnd.openxmlformats-officedocument.presentationml.tags+xml"/>
  <ns0:Override PartName="/ppt/tags/tag111.xml" ContentType="application/vnd.openxmlformats-officedocument.presentationml.tags+xml"/>
  <ns0:Override PartName="/ppt/tags/tag112.xml" ContentType="application/vnd.openxmlformats-officedocument.presentationml.tags+xml"/>
  <ns0:Override PartName="/ppt/tags/tag113.xml" ContentType="application/vnd.openxmlformats-officedocument.presentationml.tags+xml"/>
  <ns0:Override PartName="/ppt/tags/tag114.xml" ContentType="application/vnd.openxmlformats-officedocument.presentationml.tags+xml"/>
  <ns0:Override PartName="/ppt/tags/tag115.xml" ContentType="application/vnd.openxmlformats-officedocument.presentationml.tags+xml"/>
  <ns0:Override PartName="/ppt/tags/tag116.xml" ContentType="application/vnd.openxmlformats-officedocument.presentationml.tags+xml"/>
  <ns0:Override PartName="/ppt/tags/tag117.xml" ContentType="application/vnd.openxmlformats-officedocument.presentationml.tags+xml"/>
  <ns0:Override PartName="/ppt/tags/tag118.xml" ContentType="application/vnd.openxmlformats-officedocument.presentationml.tags+xml"/>
  <ns0:Override PartName="/ppt/tags/tag119.xml" ContentType="application/vnd.openxmlformats-officedocument.presentationml.tags+xml"/>
  <ns0:Override PartName="/ppt/tags/tag12.xml" ContentType="application/vnd.openxmlformats-officedocument.presentationml.tags+xml"/>
  <ns0:Override PartName="/ppt/tags/tag120.xml" ContentType="application/vnd.openxmlformats-officedocument.presentationml.tags+xml"/>
  <ns0:Override PartName="/ppt/tags/tag121.xml" ContentType="application/vnd.openxmlformats-officedocument.presentationml.tags+xml"/>
  <ns0:Override PartName="/ppt/tags/tag122.xml" ContentType="application/vnd.openxmlformats-officedocument.presentationml.tags+xml"/>
  <ns0:Override PartName="/ppt/tags/tag123.xml" ContentType="application/vnd.openxmlformats-officedocument.presentationml.tags+xml"/>
  <ns0:Override PartName="/ppt/tags/tag124.xml" ContentType="application/vnd.openxmlformats-officedocument.presentationml.tags+xml"/>
  <ns0:Override PartName="/ppt/tags/tag125.xml" ContentType="application/vnd.openxmlformats-officedocument.presentationml.tags+xml"/>
  <ns0:Override PartName="/ppt/tags/tag126.xml" ContentType="application/vnd.openxmlformats-officedocument.presentationml.tags+xml"/>
  <ns0:Override PartName="/ppt/tags/tag127.xml" ContentType="application/vnd.openxmlformats-officedocument.presentationml.tags+xml"/>
  <ns0:Override PartName="/ppt/tags/tag128.xml" ContentType="application/vnd.openxmlformats-officedocument.presentationml.tags+xml"/>
  <ns0:Override PartName="/ppt/tags/tag129.xml" ContentType="application/vnd.openxmlformats-officedocument.presentationml.tags+xml"/>
  <ns0:Override PartName="/ppt/tags/tag13.xml" ContentType="application/vnd.openxmlformats-officedocument.presentationml.tags+xml"/>
  <ns0:Override PartName="/ppt/tags/tag130.xml" ContentType="application/vnd.openxmlformats-officedocument.presentationml.tags+xml"/>
  <ns0:Override PartName="/ppt/tags/tag131.xml" ContentType="application/vnd.openxmlformats-officedocument.presentationml.tags+xml"/>
  <ns0:Override PartName="/ppt/tags/tag132.xml" ContentType="application/vnd.openxmlformats-officedocument.presentationml.tags+xml"/>
  <ns0:Override PartName="/ppt/tags/tag133.xml" ContentType="application/vnd.openxmlformats-officedocument.presentationml.tags+xml"/>
  <ns0:Override PartName="/ppt/tags/tag134.xml" ContentType="application/vnd.openxmlformats-officedocument.presentationml.tags+xml"/>
  <ns0:Override PartName="/ppt/tags/tag135.xml" ContentType="application/vnd.openxmlformats-officedocument.presentationml.tags+xml"/>
  <ns0:Override PartName="/ppt/tags/tag136.xml" ContentType="application/vnd.openxmlformats-officedocument.presentationml.tags+xml"/>
  <ns0:Override PartName="/ppt/tags/tag137.xml" ContentType="application/vnd.openxmlformats-officedocument.presentationml.tags+xml"/>
  <ns0:Override PartName="/ppt/tags/tag138.xml" ContentType="application/vnd.openxmlformats-officedocument.presentationml.tags+xml"/>
  <ns0:Override PartName="/ppt/tags/tag139.xml" ContentType="application/vnd.openxmlformats-officedocument.presentationml.tags+xml"/>
  <ns0:Override PartName="/ppt/tags/tag14.xml" ContentType="application/vnd.openxmlformats-officedocument.presentationml.tags+xml"/>
  <ns0:Override PartName="/ppt/tags/tag140.xml" ContentType="application/vnd.openxmlformats-officedocument.presentationml.tags+xml"/>
  <ns0:Override PartName="/ppt/tags/tag141.xml" ContentType="application/vnd.openxmlformats-officedocument.presentationml.tags+xml"/>
  <ns0:Override PartName="/ppt/tags/tag142.xml" ContentType="application/vnd.openxmlformats-officedocument.presentationml.tags+xml"/>
  <ns0:Override PartName="/ppt/tags/tag143.xml" ContentType="application/vnd.openxmlformats-officedocument.presentationml.tags+xml"/>
  <ns0:Override PartName="/ppt/tags/tag144.xml" ContentType="application/vnd.openxmlformats-officedocument.presentationml.tags+xml"/>
  <ns0:Override PartName="/ppt/tags/tag145.xml" ContentType="application/vnd.openxmlformats-officedocument.presentationml.tags+xml"/>
  <ns0:Override PartName="/ppt/tags/tag146.xml" ContentType="application/vnd.openxmlformats-officedocument.presentationml.tags+xml"/>
  <ns0:Override PartName="/ppt/tags/tag147.xml" ContentType="application/vnd.openxmlformats-officedocument.presentationml.tags+xml"/>
  <ns0:Override PartName="/ppt/tags/tag148.xml" ContentType="application/vnd.openxmlformats-officedocument.presentationml.tags+xml"/>
  <ns0:Override PartName="/ppt/tags/tag149.xml" ContentType="application/vnd.openxmlformats-officedocument.presentationml.tags+xml"/>
  <ns0:Override PartName="/ppt/tags/tag15.xml" ContentType="application/vnd.openxmlformats-officedocument.presentationml.tags+xml"/>
  <ns0:Override PartName="/ppt/tags/tag150.xml" ContentType="application/vnd.openxmlformats-officedocument.presentationml.tags+xml"/>
  <ns0:Override PartName="/ppt/tags/tag151.xml" ContentType="application/vnd.openxmlformats-officedocument.presentationml.tags+xml"/>
  <ns0:Override PartName="/ppt/tags/tag152.xml" ContentType="application/vnd.openxmlformats-officedocument.presentationml.tags+xml"/>
  <ns0:Override PartName="/ppt/tags/tag153.xml" ContentType="application/vnd.openxmlformats-officedocument.presentationml.tags+xml"/>
  <ns0:Override PartName="/ppt/tags/tag154.xml" ContentType="application/vnd.openxmlformats-officedocument.presentationml.tags+xml"/>
  <ns0:Override PartName="/ppt/tags/tag155.xml" ContentType="application/vnd.openxmlformats-officedocument.presentationml.tags+xml"/>
  <ns0:Override PartName="/ppt/tags/tag156.xml" ContentType="application/vnd.openxmlformats-officedocument.presentationml.tags+xml"/>
  <ns0:Override PartName="/ppt/tags/tag157.xml" ContentType="application/vnd.openxmlformats-officedocument.presentationml.tags+xml"/>
  <ns0:Override PartName="/ppt/tags/tag158.xml" ContentType="application/vnd.openxmlformats-officedocument.presentationml.tags+xml"/>
  <ns0:Override PartName="/ppt/tags/tag159.xml" ContentType="application/vnd.openxmlformats-officedocument.presentationml.tags+xml"/>
  <ns0:Override PartName="/ppt/tags/tag16.xml" ContentType="application/vnd.openxmlformats-officedocument.presentationml.tags+xml"/>
  <ns0:Override PartName="/ppt/tags/tag160.xml" ContentType="application/vnd.openxmlformats-officedocument.presentationml.tags+xml"/>
  <ns0:Override PartName="/ppt/tags/tag161.xml" ContentType="application/vnd.openxmlformats-officedocument.presentationml.tags+xml"/>
  <ns0:Override PartName="/ppt/tags/tag162.xml" ContentType="application/vnd.openxmlformats-officedocument.presentationml.tags+xml"/>
  <ns0:Override PartName="/ppt/tags/tag163.xml" ContentType="application/vnd.openxmlformats-officedocument.presentationml.tags+xml"/>
  <ns0:Override PartName="/ppt/tags/tag164.xml" ContentType="application/vnd.openxmlformats-officedocument.presentationml.tags+xml"/>
  <ns0:Override PartName="/ppt/tags/tag165.xml" ContentType="application/vnd.openxmlformats-officedocument.presentationml.tags+xml"/>
  <ns0:Override PartName="/ppt/tags/tag166.xml" ContentType="application/vnd.openxmlformats-officedocument.presentationml.tags+xml"/>
  <ns0:Override PartName="/ppt/tags/tag167.xml" ContentType="application/vnd.openxmlformats-officedocument.presentationml.tags+xml"/>
  <ns0:Override PartName="/ppt/tags/tag168.xml" ContentType="application/vnd.openxmlformats-officedocument.presentationml.tags+xml"/>
  <ns0:Override PartName="/ppt/tags/tag169.xml" ContentType="application/vnd.openxmlformats-officedocument.presentationml.tags+xml"/>
  <ns0:Override PartName="/ppt/tags/tag17.xml" ContentType="application/vnd.openxmlformats-officedocument.presentationml.tags+xml"/>
  <ns0:Override PartName="/ppt/tags/tag170.xml" ContentType="application/vnd.openxmlformats-officedocument.presentationml.tags+xml"/>
  <ns0:Override PartName="/ppt/tags/tag171.xml" ContentType="application/vnd.openxmlformats-officedocument.presentationml.tags+xml"/>
  <ns0:Override PartName="/ppt/tags/tag172.xml" ContentType="application/vnd.openxmlformats-officedocument.presentationml.tags+xml"/>
  <ns0:Override PartName="/ppt/tags/tag173.xml" ContentType="application/vnd.openxmlformats-officedocument.presentationml.tags+xml"/>
  <ns0:Override PartName="/ppt/tags/tag174.xml" ContentType="application/vnd.openxmlformats-officedocument.presentationml.tags+xml"/>
  <ns0:Override PartName="/ppt/tags/tag175.xml" ContentType="application/vnd.openxmlformats-officedocument.presentationml.tags+xml"/>
  <ns0:Override PartName="/ppt/tags/tag176.xml" ContentType="application/vnd.openxmlformats-officedocument.presentationml.tags+xml"/>
  <ns0:Override PartName="/ppt/tags/tag177.xml" ContentType="application/vnd.openxmlformats-officedocument.presentationml.tags+xml"/>
  <ns0:Override PartName="/ppt/tags/tag178.xml" ContentType="application/vnd.openxmlformats-officedocument.presentationml.tags+xml"/>
  <ns0:Override PartName="/ppt/tags/tag179.xml" ContentType="application/vnd.openxmlformats-officedocument.presentationml.tags+xml"/>
  <ns0:Override PartName="/ppt/tags/tag18.xml" ContentType="application/vnd.openxmlformats-officedocument.presentationml.tags+xml"/>
  <ns0:Override PartName="/ppt/tags/tag180.xml" ContentType="application/vnd.openxmlformats-officedocument.presentationml.tags+xml"/>
  <ns0:Override PartName="/ppt/tags/tag181.xml" ContentType="application/vnd.openxmlformats-officedocument.presentationml.tags+xml"/>
  <ns0:Override PartName="/ppt/tags/tag182.xml" ContentType="application/vnd.openxmlformats-officedocument.presentationml.tags+xml"/>
  <ns0:Override PartName="/ppt/tags/tag183.xml" ContentType="application/vnd.openxmlformats-officedocument.presentationml.tags+xml"/>
  <ns0:Override PartName="/ppt/tags/tag184.xml" ContentType="application/vnd.openxmlformats-officedocument.presentationml.tags+xml"/>
  <ns0:Override PartName="/ppt/tags/tag185.xml" ContentType="application/vnd.openxmlformats-officedocument.presentationml.tags+xml"/>
  <ns0:Override PartName="/ppt/tags/tag186.xml" ContentType="application/vnd.openxmlformats-officedocument.presentationml.tags+xml"/>
  <ns0:Override PartName="/ppt/tags/tag187.xml" ContentType="application/vnd.openxmlformats-officedocument.presentationml.tags+xml"/>
  <ns0:Override PartName="/ppt/tags/tag188.xml" ContentType="application/vnd.openxmlformats-officedocument.presentationml.tags+xml"/>
  <ns0:Override PartName="/ppt/tags/tag189.xml" ContentType="application/vnd.openxmlformats-officedocument.presentationml.tags+xml"/>
  <ns0:Override PartName="/ppt/tags/tag19.xml" ContentType="application/vnd.openxmlformats-officedocument.presentationml.tags+xml"/>
  <ns0:Override PartName="/ppt/tags/tag190.xml" ContentType="application/vnd.openxmlformats-officedocument.presentationml.tags+xml"/>
  <ns0:Override PartName="/ppt/tags/tag191.xml" ContentType="application/vnd.openxmlformats-officedocument.presentationml.tags+xml"/>
  <ns0:Override PartName="/ppt/tags/tag192.xml" ContentType="application/vnd.openxmlformats-officedocument.presentationml.tags+xml"/>
  <ns0:Override PartName="/ppt/tags/tag193.xml" ContentType="application/vnd.openxmlformats-officedocument.presentationml.tags+xml"/>
  <ns0:Override PartName="/ppt/tags/tag194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55.xml" ContentType="application/vnd.openxmlformats-officedocument.presentationml.tags+xml"/>
  <ns0:Override PartName="/ppt/tags/tag56.xml" ContentType="application/vnd.openxmlformats-officedocument.presentationml.tags+xml"/>
  <ns0:Override PartName="/ppt/tags/tag57.xml" ContentType="application/vnd.openxmlformats-officedocument.presentationml.tags+xml"/>
  <ns0:Override PartName="/ppt/tags/tag58.xml" ContentType="application/vnd.openxmlformats-officedocument.presentationml.tags+xml"/>
  <ns0:Override PartName="/ppt/tags/tag59.xml" ContentType="application/vnd.openxmlformats-officedocument.presentationml.tags+xml"/>
  <ns0:Override PartName="/ppt/tags/tag6.xml" ContentType="application/vnd.openxmlformats-officedocument.presentationml.tags+xml"/>
  <ns0:Override PartName="/ppt/tags/tag60.xml" ContentType="application/vnd.openxmlformats-officedocument.presentationml.tags+xml"/>
  <ns0:Override PartName="/ppt/tags/tag61.xml" ContentType="application/vnd.openxmlformats-officedocument.presentationml.tags+xml"/>
  <ns0:Override PartName="/ppt/tags/tag62.xml" ContentType="application/vnd.openxmlformats-officedocument.presentationml.tags+xml"/>
  <ns0:Override PartName="/ppt/tags/tag63.xml" ContentType="application/vnd.openxmlformats-officedocument.presentationml.tags+xml"/>
  <ns0:Override PartName="/ppt/tags/tag64.xml" ContentType="application/vnd.openxmlformats-officedocument.presentationml.tags+xml"/>
  <ns0:Override PartName="/ppt/tags/tag65.xml" ContentType="application/vnd.openxmlformats-officedocument.presentationml.tags+xml"/>
  <ns0:Override PartName="/ppt/tags/tag66.xml" ContentType="application/vnd.openxmlformats-officedocument.presentationml.tags+xml"/>
  <ns0:Override PartName="/ppt/tags/tag67.xml" ContentType="application/vnd.openxmlformats-officedocument.presentationml.tags+xml"/>
  <ns0:Override PartName="/ppt/tags/tag68.xml" ContentType="application/vnd.openxmlformats-officedocument.presentationml.tags+xml"/>
  <ns0:Override PartName="/ppt/tags/tag69.xml" ContentType="application/vnd.openxmlformats-officedocument.presentationml.tags+xml"/>
  <ns0:Override PartName="/ppt/tags/tag7.xml" ContentType="application/vnd.openxmlformats-officedocument.presentationml.tags+xml"/>
  <ns0:Override PartName="/ppt/tags/tag70.xml" ContentType="application/vnd.openxmlformats-officedocument.presentationml.tags+xml"/>
  <ns0:Override PartName="/ppt/tags/tag71.xml" ContentType="application/vnd.openxmlformats-officedocument.presentationml.tags+xml"/>
  <ns0:Override PartName="/ppt/tags/tag72.xml" ContentType="application/vnd.openxmlformats-officedocument.presentationml.tags+xml"/>
  <ns0:Override PartName="/ppt/tags/tag73.xml" ContentType="application/vnd.openxmlformats-officedocument.presentationml.tags+xml"/>
  <ns0:Override PartName="/ppt/tags/tag74.xml" ContentType="application/vnd.openxmlformats-officedocument.presentationml.tags+xml"/>
  <ns0:Override PartName="/ppt/tags/tag75.xml" ContentType="application/vnd.openxmlformats-officedocument.presentationml.tags+xml"/>
  <ns0:Override PartName="/ppt/tags/tag76.xml" ContentType="application/vnd.openxmlformats-officedocument.presentationml.tags+xml"/>
  <ns0:Override PartName="/ppt/tags/tag77.xml" ContentType="application/vnd.openxmlformats-officedocument.presentationml.tags+xml"/>
  <ns0:Override PartName="/ppt/tags/tag78.xml" ContentType="application/vnd.openxmlformats-officedocument.presentationml.tags+xml"/>
  <ns0:Override PartName="/ppt/tags/tag79.xml" ContentType="application/vnd.openxmlformats-officedocument.presentationml.tags+xml"/>
  <ns0:Override PartName="/ppt/tags/tag8.xml" ContentType="application/vnd.openxmlformats-officedocument.presentationml.tags+xml"/>
  <ns0:Override PartName="/ppt/tags/tag80.xml" ContentType="application/vnd.openxmlformats-officedocument.presentationml.tags+xml"/>
  <ns0:Override PartName="/ppt/tags/tag81.xml" ContentType="application/vnd.openxmlformats-officedocument.presentationml.tags+xml"/>
  <ns0:Override PartName="/ppt/tags/tag82.xml" ContentType="application/vnd.openxmlformats-officedocument.presentationml.tags+xml"/>
  <ns0:Override PartName="/ppt/tags/tag83.xml" ContentType="application/vnd.openxmlformats-officedocument.presentationml.tags+xml"/>
  <ns0:Override PartName="/ppt/tags/tag84.xml" ContentType="application/vnd.openxmlformats-officedocument.presentationml.tags+xml"/>
  <ns0:Override PartName="/ppt/tags/tag85.xml" ContentType="application/vnd.openxmlformats-officedocument.presentationml.tags+xml"/>
  <ns0:Override PartName="/ppt/tags/tag86.xml" ContentType="application/vnd.openxmlformats-officedocument.presentationml.tags+xml"/>
  <ns0:Override PartName="/ppt/tags/tag87.xml" ContentType="application/vnd.openxmlformats-officedocument.presentationml.tags+xml"/>
  <ns0:Override PartName="/ppt/tags/tag88.xml" ContentType="application/vnd.openxmlformats-officedocument.presentationml.tags+xml"/>
  <ns0:Override PartName="/ppt/tags/tag89.xml" ContentType="application/vnd.openxmlformats-officedocument.presentationml.tags+xml"/>
  <ns0:Override PartName="/ppt/tags/tag9.xml" ContentType="application/vnd.openxmlformats-officedocument.presentationml.tags+xml"/>
  <ns0:Override PartName="/ppt/tags/tag90.xml" ContentType="application/vnd.openxmlformats-officedocument.presentationml.tags+xml"/>
  <ns0:Override PartName="/ppt/tags/tag91.xml" ContentType="application/vnd.openxmlformats-officedocument.presentationml.tags+xml"/>
  <ns0:Override PartName="/ppt/tags/tag92.xml" ContentType="application/vnd.openxmlformats-officedocument.presentationml.tags+xml"/>
  <ns0:Override PartName="/ppt/tags/tag93.xml" ContentType="application/vnd.openxmlformats-officedocument.presentationml.tags+xml"/>
  <ns0:Override PartName="/ppt/tags/tag94.xml" ContentType="application/vnd.openxmlformats-officedocument.presentationml.tags+xml"/>
  <ns0:Override PartName="/ppt/tags/tag95.xml" ContentType="application/vnd.openxmlformats-officedocument.presentationml.tags+xml"/>
  <ns0:Override PartName="/ppt/tags/tag96.xml" ContentType="application/vnd.openxmlformats-officedocument.presentationml.tags+xml"/>
  <ns0:Override PartName="/ppt/tags/tag97.xml" ContentType="application/vnd.openxmlformats-officedocument.presentationml.tags+xml"/>
  <ns0:Override PartName="/ppt/tags/tag98.xml" ContentType="application/vnd.openxmlformats-officedocument.presentationml.tags+xml"/>
  <ns0:Override PartName="/ppt/tags/tag9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7" r:id="rId3"/>
    <p:sldId id="278" r:id="rId4"/>
    <p:sldId id="290" r:id="rId5"/>
    <p:sldId id="279" r:id="rId6"/>
    <p:sldId id="287" r:id="rId7"/>
    <p:sldId id="289" r:id="rId8"/>
    <p:sldId id="293" r:id="rId9"/>
    <p:sldId id="295" r:id="rId10"/>
    <p:sldId id="298" r:id="rId11"/>
    <p:sldId id="301" r:id="rId12"/>
    <p:sldId id="305" r:id="rId13"/>
    <p:sldId id="306" r:id="rId14"/>
    <p:sldId id="310" r:id="rId15"/>
    <p:sldId id="311" r:id="rId16"/>
    <p:sldId id="315" r:id="rId17"/>
    <p:sldId id="321" r:id="rId18"/>
    <p:sldId id="327" r:id="rId19"/>
    <p:sldId id="316" r:id="rId20"/>
    <p:sldId id="326" r:id="rId21"/>
    <p:sldId id="317" r:id="rId22"/>
    <p:sldId id="328" r:id="rId23"/>
    <p:sldId id="331" r:id="rId24"/>
    <p:sldId id="332" r:id="rId25"/>
    <p:sldId id="330" r:id="rId26"/>
    <p:sldId id="333" r:id="rId27"/>
    <p:sldId id="32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FF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36" y="96"/>
      </p:cViewPr>
      <p:guideLst/>
    </p:cSldViewPr>
  </p:notesViewPr>
  <p:gridSpacing cx="72008" cy="72008"/>
</p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slide" Target="slides/slide7.xml" /><ns0:Relationship Id="rId8" Type="http://schemas.openxmlformats.org/officeDocument/2006/relationships/slide" Target="slides/slide6.xml" /><ns0:Relationship Id="rId7" Type="http://schemas.openxmlformats.org/officeDocument/2006/relationships/slide" Target="slides/slide5.xml" /><ns0:Relationship Id="rId6" Type="http://schemas.openxmlformats.org/officeDocument/2006/relationships/slide" Target="slides/slide4.xml" /><ns0:Relationship Id="rId5" Type="http://schemas.openxmlformats.org/officeDocument/2006/relationships/slide" Target="slides/slide3.xml" /><ns0:Relationship Id="rId4" Type="http://schemas.openxmlformats.org/officeDocument/2006/relationships/slide" Target="slides/slide2.xml" /><ns0:Relationship Id="rId33" Type="http://schemas.openxmlformats.org/officeDocument/2006/relationships/tableStyles" Target="tableStyles.xml" /><ns0:Relationship Id="rId32" Type="http://schemas.openxmlformats.org/officeDocument/2006/relationships/viewProps" Target="viewProps.xml" /><ns0:Relationship Id="rId31" Type="http://schemas.openxmlformats.org/officeDocument/2006/relationships/presProps" Target="presProps.xml" /><ns0:Relationship Id="rId30" Type="http://schemas.openxmlformats.org/officeDocument/2006/relationships/handoutMaster" Target="handoutMasters/handoutMaster1.xml" /><ns0:Relationship Id="rId3" Type="http://schemas.openxmlformats.org/officeDocument/2006/relationships/slide" Target="slides/slide1.xml" /><ns0:Relationship Id="rId29" Type="http://schemas.openxmlformats.org/officeDocument/2006/relationships/notesMaster" Target="notesMasters/notesMaster1.xml" /><ns0:Relationship Id="rId28" Type="http://schemas.openxmlformats.org/officeDocument/2006/relationships/slide" Target="slides/slide26.xml" /><ns0:Relationship Id="rId27" Type="http://schemas.openxmlformats.org/officeDocument/2006/relationships/slide" Target="slides/slide25.xml" /><ns0:Relationship Id="rId26" Type="http://schemas.openxmlformats.org/officeDocument/2006/relationships/slide" Target="slides/slide24.xml" /><ns0:Relationship Id="rId25" Type="http://schemas.openxmlformats.org/officeDocument/2006/relationships/slide" Target="slides/slide23.xml" /><ns0:Relationship Id="rId24" Type="http://schemas.openxmlformats.org/officeDocument/2006/relationships/slide" Target="slides/slide22.xml" /><ns0:Relationship Id="rId23" Type="http://schemas.openxmlformats.org/officeDocument/2006/relationships/slide" Target="slides/slide21.xml" /><ns0:Relationship Id="rId22" Type="http://schemas.openxmlformats.org/officeDocument/2006/relationships/slide" Target="slides/slide20.xml" /><ns0:Relationship Id="rId21" Type="http://schemas.openxmlformats.org/officeDocument/2006/relationships/slide" Target="slides/slide19.xml" /><ns0:Relationship Id="rId20" Type="http://schemas.openxmlformats.org/officeDocument/2006/relationships/slide" Target="slides/slide18.xml" /><ns0:Relationship Id="rId2" Type="http://schemas.openxmlformats.org/officeDocument/2006/relationships/theme" Target="theme/theme1.xml" /><ns0:Relationship Id="rId19" Type="http://schemas.openxmlformats.org/officeDocument/2006/relationships/slide" Target="slides/slide17.xml" /><ns0:Relationship Id="rId18" Type="http://schemas.openxmlformats.org/officeDocument/2006/relationships/slide" Target="slides/slide16.xml" /><ns0:Relationship Id="rId17" Type="http://schemas.openxmlformats.org/officeDocument/2006/relationships/slide" Target="slides/slide15.xml" /><ns0:Relationship Id="rId16" Type="http://schemas.openxmlformats.org/officeDocument/2006/relationships/slide" Target="slides/slide14.xml" /><ns0:Relationship Id="rId15" Type="http://schemas.openxmlformats.org/officeDocument/2006/relationships/slide" Target="slides/slide13.xml" /><ns0:Relationship Id="rId14" Type="http://schemas.openxmlformats.org/officeDocument/2006/relationships/slide" Target="slides/slide12.xml" /><ns0:Relationship Id="rId13" Type="http://schemas.openxmlformats.org/officeDocument/2006/relationships/slide" Target="slides/slide11.xml" /><ns0:Relationship Id="rId12" Type="http://schemas.openxmlformats.org/officeDocument/2006/relationships/slide" Target="slides/slide10.xml" /><ns0:Relationship Id="rId11" Type="http://schemas.openxmlformats.org/officeDocument/2006/relationships/slide" Target="slides/slide9.xml" /><ns0:Relationship Id="rId10" Type="http://schemas.openxmlformats.org/officeDocument/2006/relationships/slide" Target="slides/slide8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B76D0-25F9-40AE-A2B3-3D9BEDA82E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A97C88-37D9-4C7E-8544-957D14E7E3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CE023-0241-4B1E-A429-55FCB2D37E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示例内容公开模板示例内容</a:t>
            </a:r>
            <a:endParaRPr lang="zh-CN" altLang="en-US"/>
          </a:p>
          <a:p>
            <a:pPr lvl="1"/>
            <a:r>
              <a:rPr lang="zh-CN" altLang="en-US"/>
              <a:t>示例</a:t>
            </a:r>
            <a:endParaRPr lang="zh-CN" altLang="en-US"/>
          </a:p>
          <a:p>
            <a:pPr lvl="2"/>
            <a:r>
              <a:rPr lang="zh-CN" altLang="en-US"/>
              <a:t>示例</a:t>
            </a:r>
            <a:endParaRPr lang="zh-CN" altLang="en-US"/>
          </a:p>
          <a:p>
            <a:pPr lvl="3"/>
            <a:r>
              <a:rPr lang="zh-CN" altLang="en-US"/>
              <a:t>示例</a:t>
            </a:r>
            <a:endParaRPr lang="zh-CN" altLang="en-US"/>
          </a:p>
          <a:p>
            <a:pPr lvl="4"/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59D5A-57EC-419A-9C9D-E8820F30E5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ns0:Relationships xmlns:ns0="http://schemas.openxmlformats.org/package/2006/relationships"><ns0:Relationship Id="rId2" Type="http://schemas.openxmlformats.org/officeDocument/2006/relationships/tags" Target="../tags/tag1.xml" /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alpha val="96000"/>
            </a:schemeClr>
          </a:solidFill>
          <a:ln w="12700"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232821" y="190633"/>
            <a:ext cx="11731119" cy="6476734"/>
          </a:xfrm>
          <a:prstGeom prst="plaque">
            <a:avLst>
              <a:gd name="adj" fmla="val 4894"/>
            </a:avLst>
          </a:prstGeom>
          <a:solidFill>
            <a:schemeClr val="accent3">
              <a:lumMod val="40000"/>
              <a:lumOff val="60000"/>
            </a:schemeClr>
          </a:solidFill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357284" y="327940"/>
            <a:ext cx="11482193" cy="6202121"/>
          </a:xfrm>
          <a:prstGeom prst="plaque">
            <a:avLst>
              <a:gd name="adj" fmla="val 4249"/>
            </a:avLst>
          </a:prstGeom>
          <a:solidFill>
            <a:schemeClr val="bg1">
              <a:alpha val="90000"/>
            </a:schemeClr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596174" y="514826"/>
            <a:ext cx="481781" cy="481781"/>
            <a:chOff x="826485" y="501445"/>
            <a:chExt cx="481781" cy="481781"/>
          </a:xfrm>
        </p:grpSpPr>
        <p:sp>
          <p:nvSpPr>
            <p:cNvPr id="13" name="椭圆 12"/>
            <p:cNvSpPr/>
            <p:nvPr/>
          </p:nvSpPr>
          <p:spPr>
            <a:xfrm>
              <a:off x="826485" y="501445"/>
              <a:ext cx="481781" cy="481781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形 13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/>
            <a:stretch>
              <a:fillRect/>
            </a:stretch>
          </p:blipFill>
          <p:spPr>
            <a:xfrm>
              <a:off x="896758" y="568613"/>
              <a:ext cx="360000" cy="3600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alpha val="96000"/>
            </a:schemeClr>
          </a:solidFill>
          <a:ln w="12700"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标题 1"/>
          <p:cNvSpPr txBox="1"/>
          <p:nvPr userDrawn="1"/>
        </p:nvSpPr>
        <p:spPr>
          <a:xfrm>
            <a:off x="232821" y="190633"/>
            <a:ext cx="11731119" cy="6476734"/>
          </a:xfrm>
          <a:prstGeom prst="plaque">
            <a:avLst>
              <a:gd name="adj" fmla="val 4894"/>
            </a:avLst>
          </a:prstGeom>
          <a:solidFill>
            <a:schemeClr val="accent3">
              <a:lumMod val="40000"/>
              <a:lumOff val="60000"/>
            </a:schemeClr>
          </a:solidFill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标题 1"/>
          <p:cNvSpPr txBox="1"/>
          <p:nvPr userDrawn="1"/>
        </p:nvSpPr>
        <p:spPr>
          <a:xfrm>
            <a:off x="357284" y="327940"/>
            <a:ext cx="11482193" cy="6202121"/>
          </a:xfrm>
          <a:prstGeom prst="plaque">
            <a:avLst>
              <a:gd name="adj" fmla="val 4249"/>
            </a:avLst>
          </a:prstGeom>
          <a:solidFill>
            <a:schemeClr val="bg1">
              <a:alpha val="90000"/>
            </a:schemeClr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示例内容公开模板示例内容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示例内容公开模板示例内容</a:t>
            </a:r>
            <a:endParaRPr lang="zh-CN" altLang="en-US"/>
          </a:p>
          <a:p>
            <a:pPr lvl="1"/>
            <a:r>
              <a:rPr lang="zh-CN" altLang="en-US"/>
              <a:t>示例</a:t>
            </a:r>
            <a:endParaRPr lang="zh-CN" altLang="en-US"/>
          </a:p>
          <a:p>
            <a:pPr lvl="2"/>
            <a:r>
              <a:rPr lang="zh-CN" altLang="en-US"/>
              <a:t>示例</a:t>
            </a:r>
            <a:endParaRPr lang="zh-CN" altLang="en-US"/>
          </a:p>
          <a:p>
            <a:pPr lvl="3"/>
            <a:r>
              <a:rPr lang="zh-CN" altLang="en-US"/>
              <a:t>示例</a:t>
            </a:r>
            <a:endParaRPr lang="zh-CN" altLang="en-US"/>
          </a:p>
          <a:p>
            <a:pPr lvl="4"/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1CB695-F8A3-4CE5-8498-04E164C5E5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36A571-B6BF-4B12-8B7B-C404E961C9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public-placeholder.png" /></ns0:Relationships>
</file>

<file path=ppt/slides/_rels/slide2.xml.rels><?xml version='1.0' encoding='utf-8'?>
<ns0:Relationships xmlns:ns0="http://schemas.openxmlformats.org/package/2006/relationships"><ns0:Relationship Id="rId9" Type="http://schemas.openxmlformats.org/officeDocument/2006/relationships/tags" Target="../tags/tag10.xml" /><ns0:Relationship Id="rId8" Type="http://schemas.openxmlformats.org/officeDocument/2006/relationships/tags" Target="../tags/tag9.xml" /><ns0:Relationship Id="rId7" Type="http://schemas.openxmlformats.org/officeDocument/2006/relationships/tags" Target="../tags/tag8.xml" /><ns0:Relationship Id="rId6" Type="http://schemas.openxmlformats.org/officeDocument/2006/relationships/tags" Target="../tags/tag7.xml" /><ns0:Relationship Id="rId5" Type="http://schemas.openxmlformats.org/officeDocument/2006/relationships/tags" Target="../tags/tag6.xml" /><ns0:Relationship Id="rId4" Type="http://schemas.openxmlformats.org/officeDocument/2006/relationships/tags" Target="../tags/tag5.xml" /><ns0:Relationship Id="rId3" Type="http://schemas.openxmlformats.org/officeDocument/2006/relationships/tags" Target="../tags/tag4.xml" /><ns0:Relationship Id="rId2" Type="http://schemas.openxmlformats.org/officeDocument/2006/relationships/tags" Target="../tags/tag3.xml" /><ns0:Relationship Id="rId15" Type="http://schemas.openxmlformats.org/officeDocument/2006/relationships/slideLayout" Target="../slideLayouts/slideLayout1.xml" /><ns0:Relationship Id="rId14" Type="http://schemas.openxmlformats.org/officeDocument/2006/relationships/image" Target="../media/public-placeholder.png" /><ns0:Relationship Id="rId13" Type="http://schemas.openxmlformats.org/officeDocument/2006/relationships/tags" Target="../tags/tag14.xml" /><ns0:Relationship Id="rId12" Type="http://schemas.openxmlformats.org/officeDocument/2006/relationships/tags" Target="../tags/tag13.xml" /><ns0:Relationship Id="rId11" Type="http://schemas.openxmlformats.org/officeDocument/2006/relationships/tags" Target="../tags/tag12.xml" /><ns0:Relationship Id="rId10" Type="http://schemas.openxmlformats.org/officeDocument/2006/relationships/tags" Target="../tags/tag11.xml" /><ns0:Relationship Id="rId1" Type="http://schemas.openxmlformats.org/officeDocument/2006/relationships/tags" Target="../tags/tag2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2.xml" /><ns0:Relationship Id="rId1" Type="http://schemas.openxmlformats.org/officeDocument/2006/relationships/image" Target="../media/public-placeholder.png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public-placeholder.png" /></ns0:Relationships>
</file>

<file path=ppt/slides/_rels/slide5.xml.rels><?xml version='1.0' encoding='utf-8'?>
<ns0:Relationships xmlns:ns0="http://schemas.openxmlformats.org/package/2006/relationships"><ns0:Relationship Id="rId9" Type="http://schemas.openxmlformats.org/officeDocument/2006/relationships/tags" Target="../tags/tag23.xml" /><ns0:Relationship Id="rId8" Type="http://schemas.openxmlformats.org/officeDocument/2006/relationships/tags" Target="../tags/tag22.xml" /><ns0:Relationship Id="rId7" Type="http://schemas.openxmlformats.org/officeDocument/2006/relationships/tags" Target="../tags/tag21.xml" /><ns0:Relationship Id="rId6" Type="http://schemas.openxmlformats.org/officeDocument/2006/relationships/tags" Target="../tags/tag20.xml" /><ns0:Relationship Id="rId5" Type="http://schemas.openxmlformats.org/officeDocument/2006/relationships/tags" Target="../tags/tag19.xml" /><ns0:Relationship Id="rId4" Type="http://schemas.openxmlformats.org/officeDocument/2006/relationships/tags" Target="../tags/tag18.xml" /><ns0:Relationship Id="rId3" Type="http://schemas.openxmlformats.org/officeDocument/2006/relationships/tags" Target="../tags/tag17.xml" /><ns0:Relationship Id="rId2" Type="http://schemas.openxmlformats.org/officeDocument/2006/relationships/tags" Target="../tags/tag16.xml" /><ns0:Relationship Id="rId14" Type="http://schemas.openxmlformats.org/officeDocument/2006/relationships/slideLayout" Target="../slideLayouts/slideLayout1.xml" /><ns0:Relationship Id="rId13" Type="http://schemas.openxmlformats.org/officeDocument/2006/relationships/image" Target="../media/public-placeholder.png" /><ns0:Relationship Id="rId12" Type="http://schemas.openxmlformats.org/officeDocument/2006/relationships/tags" Target="../tags/tag26.xml" /><ns0:Relationship Id="rId11" Type="http://schemas.openxmlformats.org/officeDocument/2006/relationships/tags" Target="../tags/tag25.xml" /><ns0:Relationship Id="rId10" Type="http://schemas.openxmlformats.org/officeDocument/2006/relationships/tags" Target="../tags/tag24.xml" /><ns0:Relationship Id="rId1" Type="http://schemas.openxmlformats.org/officeDocument/2006/relationships/tags" Target="../tags/tag15.xml" /></ns0:Relationships>
</file>

<file path=ppt/slides/_rels/slide6.xml.rels><?xml version='1.0' encoding='utf-8'?>
<ns0:Relationships xmlns:ns0="http://schemas.openxmlformats.org/package/2006/relationships"><ns0:Relationship Id="rId5" Type="http://schemas.openxmlformats.org/officeDocument/2006/relationships/slideLayout" Target="../slideLayouts/slideLayout1.xml" /><ns0:Relationship Id="rId4" Type="http://schemas.openxmlformats.org/officeDocument/2006/relationships/image" Target="../media/public-placeholder.png" /><ns0:Relationship Id="rId3" Type="http://schemas.openxmlformats.org/officeDocument/2006/relationships/tags" Target="../tags/tag29.xml" /><ns0:Relationship Id="rId2" Type="http://schemas.openxmlformats.org/officeDocument/2006/relationships/tags" Target="../tags/tag28.xml" /><ns0:Relationship Id="rId1" Type="http://schemas.openxmlformats.org/officeDocument/2006/relationships/tags" Target="../tags/tag27.xml" /></ns0:Relationships>
</file>

<file path=ppt/slides/_rels/slide7.xml.rels><?xml version='1.0' encoding='utf-8'?>
<ns0:Relationships xmlns:ns0="http://schemas.openxmlformats.org/package/2006/relationships"><ns0:Relationship Id="rId9" Type="http://schemas.openxmlformats.org/officeDocument/2006/relationships/tags" Target="../tags/tag38.xml" /><ns0:Relationship Id="rId8" Type="http://schemas.openxmlformats.org/officeDocument/2006/relationships/tags" Target="../tags/tag37.xml" /><ns0:Relationship Id="rId7" Type="http://schemas.openxmlformats.org/officeDocument/2006/relationships/tags" Target="../tags/tag36.xml" /><ns0:Relationship Id="rId6" Type="http://schemas.openxmlformats.org/officeDocument/2006/relationships/tags" Target="../tags/tag35.xml" /><ns0:Relationship Id="rId5" Type="http://schemas.openxmlformats.org/officeDocument/2006/relationships/tags" Target="../tags/tag34.xml" /><ns0:Relationship Id="rId4" Type="http://schemas.openxmlformats.org/officeDocument/2006/relationships/tags" Target="../tags/tag33.xml" /><ns0:Relationship Id="rId3" Type="http://schemas.openxmlformats.org/officeDocument/2006/relationships/tags" Target="../tags/tag32.xml" /><ns0:Relationship Id="rId2" Type="http://schemas.openxmlformats.org/officeDocument/2006/relationships/tags" Target="../tags/tag31.xml" /><ns0:Relationship Id="rId17" Type="http://schemas.openxmlformats.org/officeDocument/2006/relationships/slideLayout" Target="../slideLayouts/slideLayout1.xml" /><ns0:Relationship Id="rId16" Type="http://schemas.openxmlformats.org/officeDocument/2006/relationships/image" Target="../media/public-placeholder.png" /><ns0:Relationship Id="rId15" Type="http://schemas.openxmlformats.org/officeDocument/2006/relationships/tags" Target="../tags/tag44.xml" /><ns0:Relationship Id="rId14" Type="http://schemas.openxmlformats.org/officeDocument/2006/relationships/tags" Target="../tags/tag43.xml" /><ns0:Relationship Id="rId13" Type="http://schemas.openxmlformats.org/officeDocument/2006/relationships/tags" Target="../tags/tag42.xml" /><ns0:Relationship Id="rId12" Type="http://schemas.openxmlformats.org/officeDocument/2006/relationships/tags" Target="../tags/tag41.xml" /><ns0:Relationship Id="rId11" Type="http://schemas.openxmlformats.org/officeDocument/2006/relationships/tags" Target="../tags/tag40.xml" /><ns0:Relationship Id="rId10" Type="http://schemas.openxmlformats.org/officeDocument/2006/relationships/tags" Target="../tags/tag39.xml" /><ns0:Relationship Id="rId1" Type="http://schemas.openxmlformats.org/officeDocument/2006/relationships/tags" Target="../tags/tag30.xml" /></ns0:Relationships>
</file>

<file path=ppt/slides/_rels/slide8.xml.rels><?xml version='1.0' encoding='utf-8'?>
<ns0:Relationships xmlns:ns0="http://schemas.openxmlformats.org/package/2006/relationships"><ns0:Relationship Id="rId9" Type="http://schemas.openxmlformats.org/officeDocument/2006/relationships/image" Target="../media/public-placeholder.png" /><ns0:Relationship Id="rId8" Type="http://schemas.openxmlformats.org/officeDocument/2006/relationships/tags" Target="../tags/tag52.xml" /><ns0:Relationship Id="rId7" Type="http://schemas.openxmlformats.org/officeDocument/2006/relationships/tags" Target="../tags/tag51.xml" /><ns0:Relationship Id="rId6" Type="http://schemas.openxmlformats.org/officeDocument/2006/relationships/tags" Target="../tags/tag50.xml" /><ns0:Relationship Id="rId5" Type="http://schemas.openxmlformats.org/officeDocument/2006/relationships/tags" Target="../tags/tag49.xml" /><ns0:Relationship Id="rId4" Type="http://schemas.openxmlformats.org/officeDocument/2006/relationships/tags" Target="../tags/tag48.xml" /><ns0:Relationship Id="rId3" Type="http://schemas.openxmlformats.org/officeDocument/2006/relationships/tags" Target="../tags/tag47.xml" /><ns0:Relationship Id="rId2" Type="http://schemas.openxmlformats.org/officeDocument/2006/relationships/tags" Target="../tags/tag46.xml" /><ns0:Relationship Id="rId10" Type="http://schemas.openxmlformats.org/officeDocument/2006/relationships/slideLayout" Target="../slideLayouts/slideLayout1.xml" /><ns0:Relationship Id="rId1" Type="http://schemas.openxmlformats.org/officeDocument/2006/relationships/tags" Target="../tags/tag45.xml" /></ns0:Relationships>
</file>

<file path=ppt/slides/_rels/slide9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public-placeholder.png" /></ns0:Relationships>
</file>

<file path=ppt/slides/_rels/slide10.xml.rels><?xml version='1.0' encoding='utf-8'?>
<ns0:Relationships xmlns:ns0="http://schemas.openxmlformats.org/package/2006/relationships"><ns0:Relationship Id="rId9" Type="http://schemas.openxmlformats.org/officeDocument/2006/relationships/image" Target="../media/public-placeholder.png" /><ns0:Relationship Id="rId8" Type="http://schemas.openxmlformats.org/officeDocument/2006/relationships/tags" Target="../tags/tag60.xml" /><ns0:Relationship Id="rId7" Type="http://schemas.openxmlformats.org/officeDocument/2006/relationships/tags" Target="../tags/tag59.xml" /><ns0:Relationship Id="rId6" Type="http://schemas.openxmlformats.org/officeDocument/2006/relationships/tags" Target="../tags/tag58.xml" /><ns0:Relationship Id="rId5" Type="http://schemas.openxmlformats.org/officeDocument/2006/relationships/tags" Target="../tags/tag57.xml" /><ns0:Relationship Id="rId4" Type="http://schemas.openxmlformats.org/officeDocument/2006/relationships/tags" Target="../tags/tag56.xml" /><ns0:Relationship Id="rId3" Type="http://schemas.openxmlformats.org/officeDocument/2006/relationships/tags" Target="../tags/tag55.xml" /><ns0:Relationship Id="rId2" Type="http://schemas.openxmlformats.org/officeDocument/2006/relationships/tags" Target="../tags/tag54.xml" /><ns0:Relationship Id="rId10" Type="http://schemas.openxmlformats.org/officeDocument/2006/relationships/slideLayout" Target="../slideLayouts/slideLayout1.xml" /><ns0:Relationship Id="rId1" Type="http://schemas.openxmlformats.org/officeDocument/2006/relationships/tags" Target="../tags/tag53.xml" /></ns0:Relationships>
</file>

<file path=ppt/slides/_rels/slide11.xml.rels><?xml version='1.0' encoding='utf-8'?>
<ns0:Relationships xmlns:ns0="http://schemas.openxmlformats.org/package/2006/relationships"><ns0:Relationship Id="rId9" Type="http://schemas.openxmlformats.org/officeDocument/2006/relationships/tags" Target="../tags/tag69.xml" /><ns0:Relationship Id="rId8" Type="http://schemas.openxmlformats.org/officeDocument/2006/relationships/tags" Target="../tags/tag68.xml" /><ns0:Relationship Id="rId7" Type="http://schemas.openxmlformats.org/officeDocument/2006/relationships/tags" Target="../tags/tag67.xml" /><ns0:Relationship Id="rId6" Type="http://schemas.openxmlformats.org/officeDocument/2006/relationships/tags" Target="../tags/tag66.xml" /><ns0:Relationship Id="rId5" Type="http://schemas.openxmlformats.org/officeDocument/2006/relationships/tags" Target="../tags/tag65.xml" /><ns0:Relationship Id="rId4" Type="http://schemas.openxmlformats.org/officeDocument/2006/relationships/tags" Target="../tags/tag64.xml" /><ns0:Relationship Id="rId38" Type="http://schemas.openxmlformats.org/officeDocument/2006/relationships/slideLayout" Target="../slideLayouts/slideLayout1.xml" /><ns0:Relationship Id="rId37" Type="http://schemas.openxmlformats.org/officeDocument/2006/relationships/image" Target="../media/public-placeholder.png" /><ns0:Relationship Id="rId36" Type="http://schemas.openxmlformats.org/officeDocument/2006/relationships/tags" Target="../tags/tag96.xml" /><ns0:Relationship Id="rId35" Type="http://schemas.openxmlformats.org/officeDocument/2006/relationships/tags" Target="../tags/tag95.xml" /><ns0:Relationship Id="rId34" Type="http://schemas.openxmlformats.org/officeDocument/2006/relationships/tags" Target="../tags/tag94.xml" /><ns0:Relationship Id="rId33" Type="http://schemas.openxmlformats.org/officeDocument/2006/relationships/tags" Target="../tags/tag93.xml" /><ns0:Relationship Id="rId32" Type="http://schemas.openxmlformats.org/officeDocument/2006/relationships/tags" Target="../tags/tag92.xml" /><ns0:Relationship Id="rId31" Type="http://schemas.openxmlformats.org/officeDocument/2006/relationships/tags" Target="../tags/tag91.xml" /><ns0:Relationship Id="rId30" Type="http://schemas.openxmlformats.org/officeDocument/2006/relationships/tags" Target="../tags/tag90.xml" /><ns0:Relationship Id="rId3" Type="http://schemas.openxmlformats.org/officeDocument/2006/relationships/tags" Target="../tags/tag63.xml" /><ns0:Relationship Id="rId29" Type="http://schemas.openxmlformats.org/officeDocument/2006/relationships/tags" Target="../tags/tag89.xml" /><ns0:Relationship Id="rId28" Type="http://schemas.openxmlformats.org/officeDocument/2006/relationships/tags" Target="../tags/tag88.xml" /><ns0:Relationship Id="rId27" Type="http://schemas.openxmlformats.org/officeDocument/2006/relationships/tags" Target="../tags/tag87.xml" /><ns0:Relationship Id="rId26" Type="http://schemas.openxmlformats.org/officeDocument/2006/relationships/tags" Target="../tags/tag86.xml" /><ns0:Relationship Id="rId25" Type="http://schemas.openxmlformats.org/officeDocument/2006/relationships/tags" Target="../tags/tag85.xml" /><ns0:Relationship Id="rId24" Type="http://schemas.openxmlformats.org/officeDocument/2006/relationships/tags" Target="../tags/tag84.xml" /><ns0:Relationship Id="rId23" Type="http://schemas.openxmlformats.org/officeDocument/2006/relationships/tags" Target="../tags/tag83.xml" /><ns0:Relationship Id="rId22" Type="http://schemas.openxmlformats.org/officeDocument/2006/relationships/tags" Target="../tags/tag82.xml" /><ns0:Relationship Id="rId21" Type="http://schemas.openxmlformats.org/officeDocument/2006/relationships/tags" Target="../tags/tag81.xml" /><ns0:Relationship Id="rId20" Type="http://schemas.openxmlformats.org/officeDocument/2006/relationships/tags" Target="../tags/tag80.xml" /><ns0:Relationship Id="rId2" Type="http://schemas.openxmlformats.org/officeDocument/2006/relationships/tags" Target="../tags/tag62.xml" /><ns0:Relationship Id="rId19" Type="http://schemas.openxmlformats.org/officeDocument/2006/relationships/tags" Target="../tags/tag79.xml" /><ns0:Relationship Id="rId18" Type="http://schemas.openxmlformats.org/officeDocument/2006/relationships/tags" Target="../tags/tag78.xml" /><ns0:Relationship Id="rId17" Type="http://schemas.openxmlformats.org/officeDocument/2006/relationships/tags" Target="../tags/tag77.xml" /><ns0:Relationship Id="rId16" Type="http://schemas.openxmlformats.org/officeDocument/2006/relationships/tags" Target="../tags/tag76.xml" /><ns0:Relationship Id="rId15" Type="http://schemas.openxmlformats.org/officeDocument/2006/relationships/tags" Target="../tags/tag75.xml" /><ns0:Relationship Id="rId14" Type="http://schemas.openxmlformats.org/officeDocument/2006/relationships/tags" Target="../tags/tag74.xml" /><ns0:Relationship Id="rId13" Type="http://schemas.openxmlformats.org/officeDocument/2006/relationships/tags" Target="../tags/tag73.xml" /><ns0:Relationship Id="rId12" Type="http://schemas.openxmlformats.org/officeDocument/2006/relationships/tags" Target="../tags/tag72.xml" /><ns0:Relationship Id="rId11" Type="http://schemas.openxmlformats.org/officeDocument/2006/relationships/tags" Target="../tags/tag71.xml" /><ns0:Relationship Id="rId10" Type="http://schemas.openxmlformats.org/officeDocument/2006/relationships/tags" Target="../tags/tag70.xml" /><ns0:Relationship Id="rId1" Type="http://schemas.openxmlformats.org/officeDocument/2006/relationships/tags" Target="../tags/tag61.xml" /></ns0:Relationships>
</file>

<file path=ppt/slides/_rels/slide12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public-placeholder.png" /></ns0:Relationships>
</file>

<file path=ppt/slides/_rels/slide13.xml.rels><?xml version='1.0' encoding='utf-8'?>
<ns0:Relationships xmlns:ns0="http://schemas.openxmlformats.org/package/2006/relationships"><ns0:Relationship Id="rId9" Type="http://schemas.openxmlformats.org/officeDocument/2006/relationships/tags" Target="../tags/tag105.xml" /><ns0:Relationship Id="rId8" Type="http://schemas.openxmlformats.org/officeDocument/2006/relationships/tags" Target="../tags/tag104.xml" /><ns0:Relationship Id="rId7" Type="http://schemas.openxmlformats.org/officeDocument/2006/relationships/tags" Target="../tags/tag103.xml" /><ns0:Relationship Id="rId6" Type="http://schemas.openxmlformats.org/officeDocument/2006/relationships/tags" Target="../tags/tag102.xml" /><ns0:Relationship Id="rId5" Type="http://schemas.openxmlformats.org/officeDocument/2006/relationships/tags" Target="../tags/tag101.xml" /><ns0:Relationship Id="rId4" Type="http://schemas.openxmlformats.org/officeDocument/2006/relationships/tags" Target="../tags/tag100.xml" /><ns0:Relationship Id="rId3" Type="http://schemas.openxmlformats.org/officeDocument/2006/relationships/tags" Target="../tags/tag99.xml" /><ns0:Relationship Id="rId2" Type="http://schemas.openxmlformats.org/officeDocument/2006/relationships/tags" Target="../tags/tag98.xml" /><ns0:Relationship Id="rId14" Type="http://schemas.openxmlformats.org/officeDocument/2006/relationships/slideLayout" Target="../slideLayouts/slideLayout1.xml" /><ns0:Relationship Id="rId13" Type="http://schemas.openxmlformats.org/officeDocument/2006/relationships/image" Target="../media/public-placeholder.png" /><ns0:Relationship Id="rId12" Type="http://schemas.openxmlformats.org/officeDocument/2006/relationships/tags" Target="../tags/tag108.xml" /><ns0:Relationship Id="rId11" Type="http://schemas.openxmlformats.org/officeDocument/2006/relationships/tags" Target="../tags/tag107.xml" /><ns0:Relationship Id="rId10" Type="http://schemas.openxmlformats.org/officeDocument/2006/relationships/tags" Target="../tags/tag106.xml" /><ns0:Relationship Id="rId1" Type="http://schemas.openxmlformats.org/officeDocument/2006/relationships/tags" Target="../tags/tag97.xml" /></ns0:Relationships>
</file>

<file path=ppt/slides/_rels/slide14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1.xml" /><ns0:Relationship Id="rId8" Type="http://schemas.openxmlformats.org/officeDocument/2006/relationships/tags" Target="../tags/tag115.xml" /><ns0:Relationship Id="rId7" Type="http://schemas.openxmlformats.org/officeDocument/2006/relationships/tags" Target="../tags/tag114.xml" /><ns0:Relationship Id="rId6" Type="http://schemas.openxmlformats.org/officeDocument/2006/relationships/tags" Target="../tags/tag113.xml" /><ns0:Relationship Id="rId5" Type="http://schemas.openxmlformats.org/officeDocument/2006/relationships/tags" Target="../tags/tag112.xml" /><ns0:Relationship Id="rId4" Type="http://schemas.openxmlformats.org/officeDocument/2006/relationships/tags" Target="../tags/tag111.xml" /><ns0:Relationship Id="rId3" Type="http://schemas.openxmlformats.org/officeDocument/2006/relationships/tags" Target="../tags/tag110.xml" /><ns0:Relationship Id="rId2" Type="http://schemas.openxmlformats.org/officeDocument/2006/relationships/image" Target="../media/public-placeholder.png" /><ns0:Relationship Id="rId1" Type="http://schemas.openxmlformats.org/officeDocument/2006/relationships/tags" Target="../tags/tag109.xml" /></ns0:Relationships>
</file>

<file path=ppt/slides/_rels/slide15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public-placeholder.png" /></ns0:Relationships>
</file>

<file path=ppt/slides/_rels/slide16.xml.rels><?xml version='1.0' encoding='utf-8'?>
<ns0:Relationships xmlns:ns0="http://schemas.openxmlformats.org/package/2006/relationships"><ns0:Relationship Id="rId9" Type="http://schemas.openxmlformats.org/officeDocument/2006/relationships/tags" Target="../tags/tag123.xml" /><ns0:Relationship Id="rId8" Type="http://schemas.openxmlformats.org/officeDocument/2006/relationships/image" Target="../media/public-placeholder.png" /><ns0:Relationship Id="rId7" Type="http://schemas.openxmlformats.org/officeDocument/2006/relationships/tags" Target="../tags/tag122.xml" /><ns0:Relationship Id="rId6" Type="http://schemas.openxmlformats.org/officeDocument/2006/relationships/tags" Target="../tags/tag121.xml" /><ns0:Relationship Id="rId5" Type="http://schemas.openxmlformats.org/officeDocument/2006/relationships/tags" Target="../tags/tag120.xml" /><ns0:Relationship Id="rId4" Type="http://schemas.openxmlformats.org/officeDocument/2006/relationships/tags" Target="../tags/tag119.xml" /><ns0:Relationship Id="rId3" Type="http://schemas.openxmlformats.org/officeDocument/2006/relationships/tags" Target="../tags/tag118.xml" /><ns0:Relationship Id="rId2" Type="http://schemas.openxmlformats.org/officeDocument/2006/relationships/tags" Target="../tags/tag117.xml" /><ns0:Relationship Id="rId10" Type="http://schemas.openxmlformats.org/officeDocument/2006/relationships/slideLayout" Target="../slideLayouts/slideLayout1.xml" /><ns0:Relationship Id="rId1" Type="http://schemas.openxmlformats.org/officeDocument/2006/relationships/tags" Target="../tags/tag116.xml" /></ns0:Relationships>
</file>

<file path=ppt/slides/_rels/slide17.xml.rels><?xml version='1.0' encoding='utf-8'?>
<ns0:Relationships xmlns:ns0="http://schemas.openxmlformats.org/package/2006/relationships"><ns0:Relationship Id="rId9" Type="http://schemas.openxmlformats.org/officeDocument/2006/relationships/tags" Target="../tags/tag132.xml" /><ns0:Relationship Id="rId8" Type="http://schemas.openxmlformats.org/officeDocument/2006/relationships/tags" Target="../tags/tag131.xml" /><ns0:Relationship Id="rId7" Type="http://schemas.openxmlformats.org/officeDocument/2006/relationships/tags" Target="../tags/tag130.xml" /><ns0:Relationship Id="rId6" Type="http://schemas.openxmlformats.org/officeDocument/2006/relationships/tags" Target="../tags/tag129.xml" /><ns0:Relationship Id="rId5" Type="http://schemas.openxmlformats.org/officeDocument/2006/relationships/tags" Target="../tags/tag128.xml" /><ns0:Relationship Id="rId4" Type="http://schemas.openxmlformats.org/officeDocument/2006/relationships/tags" Target="../tags/tag127.xml" /><ns0:Relationship Id="rId3" Type="http://schemas.openxmlformats.org/officeDocument/2006/relationships/tags" Target="../tags/tag126.xml" /><ns0:Relationship Id="rId2" Type="http://schemas.openxmlformats.org/officeDocument/2006/relationships/tags" Target="../tags/tag125.xml" /><ns0:Relationship Id="rId16" Type="http://schemas.openxmlformats.org/officeDocument/2006/relationships/slideLayout" Target="../slideLayouts/slideLayout1.xml" /><ns0:Relationship Id="rId15" Type="http://schemas.openxmlformats.org/officeDocument/2006/relationships/tags" Target="../tags/tag137.xml" /><ns0:Relationship Id="rId14" Type="http://schemas.openxmlformats.org/officeDocument/2006/relationships/image" Target="../media/public-placeholder.png" /><ns0:Relationship Id="rId13" Type="http://schemas.openxmlformats.org/officeDocument/2006/relationships/tags" Target="../tags/tag136.xml" /><ns0:Relationship Id="rId12" Type="http://schemas.openxmlformats.org/officeDocument/2006/relationships/tags" Target="../tags/tag135.xml" /><ns0:Relationship Id="rId11" Type="http://schemas.openxmlformats.org/officeDocument/2006/relationships/tags" Target="../tags/tag134.xml" /><ns0:Relationship Id="rId10" Type="http://schemas.openxmlformats.org/officeDocument/2006/relationships/tags" Target="../tags/tag133.xml" /><ns0:Relationship Id="rId1" Type="http://schemas.openxmlformats.org/officeDocument/2006/relationships/tags" Target="../tags/tag124.xml" /></ns0:Relationships>
</file>

<file path=ppt/slides/_rels/slide18.xml.rels><?xml version='1.0' encoding='utf-8'?>
<ns0:Relationships xmlns:ns0="http://schemas.openxmlformats.org/package/2006/relationships"><ns0:Relationship Id="rId9" Type="http://schemas.openxmlformats.org/officeDocument/2006/relationships/tags" Target="../tags/tag146.xml" /><ns0:Relationship Id="rId8" Type="http://schemas.openxmlformats.org/officeDocument/2006/relationships/tags" Target="../tags/tag145.xml" /><ns0:Relationship Id="rId7" Type="http://schemas.openxmlformats.org/officeDocument/2006/relationships/tags" Target="../tags/tag144.xml" /><ns0:Relationship Id="rId6" Type="http://schemas.openxmlformats.org/officeDocument/2006/relationships/tags" Target="../tags/tag143.xml" /><ns0:Relationship Id="rId5" Type="http://schemas.openxmlformats.org/officeDocument/2006/relationships/tags" Target="../tags/tag142.xml" /><ns0:Relationship Id="rId4" Type="http://schemas.openxmlformats.org/officeDocument/2006/relationships/tags" Target="../tags/tag141.xml" /><ns0:Relationship Id="rId3" Type="http://schemas.openxmlformats.org/officeDocument/2006/relationships/tags" Target="../tags/tag140.xml" /><ns0:Relationship Id="rId2" Type="http://schemas.openxmlformats.org/officeDocument/2006/relationships/tags" Target="../tags/tag139.xml" /><ns0:Relationship Id="rId16" Type="http://schemas.openxmlformats.org/officeDocument/2006/relationships/slideLayout" Target="../slideLayouts/slideLayout1.xml" /><ns0:Relationship Id="rId15" Type="http://schemas.openxmlformats.org/officeDocument/2006/relationships/tags" Target="../tags/tag151.xml" /><ns0:Relationship Id="rId14" Type="http://schemas.openxmlformats.org/officeDocument/2006/relationships/image" Target="../media/public-placeholder.png" /><ns0:Relationship Id="rId13" Type="http://schemas.openxmlformats.org/officeDocument/2006/relationships/tags" Target="../tags/tag150.xml" /><ns0:Relationship Id="rId12" Type="http://schemas.openxmlformats.org/officeDocument/2006/relationships/tags" Target="../tags/tag149.xml" /><ns0:Relationship Id="rId11" Type="http://schemas.openxmlformats.org/officeDocument/2006/relationships/tags" Target="../tags/tag148.xml" /><ns0:Relationship Id="rId10" Type="http://schemas.openxmlformats.org/officeDocument/2006/relationships/tags" Target="../tags/tag147.xml" /><ns0:Relationship Id="rId1" Type="http://schemas.openxmlformats.org/officeDocument/2006/relationships/tags" Target="../tags/tag138.xml" /></ns0:Relationships>
</file>

<file path=ppt/slides/_rels/slide19.xml.rels><?xml version='1.0' encoding='utf-8'?>
<ns0:Relationships xmlns:ns0="http://schemas.openxmlformats.org/package/2006/relationships"><ns0:Relationship Id="rId9" Type="http://schemas.openxmlformats.org/officeDocument/2006/relationships/tags" Target="../tags/tag159.xml" /><ns0:Relationship Id="rId8" Type="http://schemas.openxmlformats.org/officeDocument/2006/relationships/tags" Target="../tags/tag158.xml" /><ns0:Relationship Id="rId7" Type="http://schemas.openxmlformats.org/officeDocument/2006/relationships/tags" Target="../tags/tag157.xml" /><ns0:Relationship Id="rId6" Type="http://schemas.openxmlformats.org/officeDocument/2006/relationships/tags" Target="../tags/tag156.xml" /><ns0:Relationship Id="rId5" Type="http://schemas.openxmlformats.org/officeDocument/2006/relationships/tags" Target="../tags/tag155.xml" /><ns0:Relationship Id="rId4" Type="http://schemas.openxmlformats.org/officeDocument/2006/relationships/image" Target="../media/public-placeholder.png" /><ns0:Relationship Id="rId3" Type="http://schemas.openxmlformats.org/officeDocument/2006/relationships/tags" Target="../tags/tag154.xml" /><ns0:Relationship Id="rId2" Type="http://schemas.openxmlformats.org/officeDocument/2006/relationships/tags" Target="../tags/tag153.xml" /><ns0:Relationship Id="rId10" Type="http://schemas.openxmlformats.org/officeDocument/2006/relationships/slideLayout" Target="../slideLayouts/slideLayout1.xml" /><ns0:Relationship Id="rId1" Type="http://schemas.openxmlformats.org/officeDocument/2006/relationships/tags" Target="../tags/tag152.xml" /></ns0:Relationships>
</file>

<file path=ppt/slides/_rels/slide20.xml.rels><?xml version='1.0' encoding='utf-8'?>
<ns0:Relationships xmlns:ns0="http://schemas.openxmlformats.org/package/2006/relationships"><ns0:Relationship Id="rId9" Type="http://schemas.openxmlformats.org/officeDocument/2006/relationships/tags" Target="../tags/tag168.xml" /><ns0:Relationship Id="rId8" Type="http://schemas.openxmlformats.org/officeDocument/2006/relationships/tags" Target="../tags/tag167.xml" /><ns0:Relationship Id="rId7" Type="http://schemas.openxmlformats.org/officeDocument/2006/relationships/tags" Target="../tags/tag166.xml" /><ns0:Relationship Id="rId6" Type="http://schemas.openxmlformats.org/officeDocument/2006/relationships/tags" Target="../tags/tag165.xml" /><ns0:Relationship Id="rId5" Type="http://schemas.openxmlformats.org/officeDocument/2006/relationships/tags" Target="../tags/tag164.xml" /><ns0:Relationship Id="rId4" Type="http://schemas.openxmlformats.org/officeDocument/2006/relationships/tags" Target="../tags/tag163.xml" /><ns0:Relationship Id="rId3" Type="http://schemas.openxmlformats.org/officeDocument/2006/relationships/tags" Target="../tags/tag162.xml" /><ns0:Relationship Id="rId2" Type="http://schemas.openxmlformats.org/officeDocument/2006/relationships/tags" Target="../tags/tag161.xml" /><ns0:Relationship Id="rId17" Type="http://schemas.openxmlformats.org/officeDocument/2006/relationships/slideLayout" Target="../slideLayouts/slideLayout1.xml" /><ns0:Relationship Id="rId16" Type="http://schemas.openxmlformats.org/officeDocument/2006/relationships/image" Target="../media/public-placeholder.png" /><ns0:Relationship Id="rId15" Type="http://schemas.openxmlformats.org/officeDocument/2006/relationships/tags" Target="../tags/tag174.xml" /><ns0:Relationship Id="rId14" Type="http://schemas.openxmlformats.org/officeDocument/2006/relationships/tags" Target="../tags/tag173.xml" /><ns0:Relationship Id="rId13" Type="http://schemas.openxmlformats.org/officeDocument/2006/relationships/tags" Target="../tags/tag172.xml" /><ns0:Relationship Id="rId12" Type="http://schemas.openxmlformats.org/officeDocument/2006/relationships/tags" Target="../tags/tag171.xml" /><ns0:Relationship Id="rId11" Type="http://schemas.openxmlformats.org/officeDocument/2006/relationships/tags" Target="../tags/tag170.xml" /><ns0:Relationship Id="rId10" Type="http://schemas.openxmlformats.org/officeDocument/2006/relationships/tags" Target="../tags/tag169.xml" /><ns0:Relationship Id="rId1" Type="http://schemas.openxmlformats.org/officeDocument/2006/relationships/tags" Target="../tags/tag160.xml" /></ns0:Relationships>
</file>

<file path=ppt/slides/_rels/slide21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public-placeholder.png" /></ns0:Relationships>
</file>

<file path=ppt/slides/_rels/slide22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public-placeholder.png" /></ns0:Relationships>
</file>

<file path=ppt/slides/_rels/slide23.xml.rels><?xml version='1.0' encoding='utf-8'?>
<ns0:Relationships xmlns:ns0="http://schemas.openxmlformats.org/package/2006/relationships"><ns0:Relationship Id="rId9" Type="http://schemas.openxmlformats.org/officeDocument/2006/relationships/tags" Target="../tags/tag183.xml" /><ns0:Relationship Id="rId8" Type="http://schemas.openxmlformats.org/officeDocument/2006/relationships/tags" Target="../tags/tag182.xml" /><ns0:Relationship Id="rId7" Type="http://schemas.openxmlformats.org/officeDocument/2006/relationships/tags" Target="../tags/tag181.xml" /><ns0:Relationship Id="rId6" Type="http://schemas.openxmlformats.org/officeDocument/2006/relationships/tags" Target="../tags/tag180.xml" /><ns0:Relationship Id="rId5" Type="http://schemas.openxmlformats.org/officeDocument/2006/relationships/tags" Target="../tags/tag179.xml" /><ns0:Relationship Id="rId4" Type="http://schemas.openxmlformats.org/officeDocument/2006/relationships/tags" Target="../tags/tag178.xml" /><ns0:Relationship Id="rId3" Type="http://schemas.openxmlformats.org/officeDocument/2006/relationships/tags" Target="../tags/tag177.xml" /><ns0:Relationship Id="rId2" Type="http://schemas.openxmlformats.org/officeDocument/2006/relationships/tags" Target="../tags/tag176.xml" /><ns0:Relationship Id="rId14" Type="http://schemas.openxmlformats.org/officeDocument/2006/relationships/slideLayout" Target="../slideLayouts/slideLayout1.xml" /><ns0:Relationship Id="rId13" Type="http://schemas.openxmlformats.org/officeDocument/2006/relationships/image" Target="../media/public-placeholder.png" /><ns0:Relationship Id="rId12" Type="http://schemas.openxmlformats.org/officeDocument/2006/relationships/tags" Target="../tags/tag186.xml" /><ns0:Relationship Id="rId11" Type="http://schemas.openxmlformats.org/officeDocument/2006/relationships/tags" Target="../tags/tag185.xml" /><ns0:Relationship Id="rId10" Type="http://schemas.openxmlformats.org/officeDocument/2006/relationships/tags" Target="../tags/tag184.xml" /><ns0:Relationship Id="rId1" Type="http://schemas.openxmlformats.org/officeDocument/2006/relationships/tags" Target="../tags/tag175.xml" /></ns0:Relationships>
</file>

<file path=ppt/slides/_rels/slide24.xml.rels><?xml version='1.0' encoding='utf-8'?>
<ns0:Relationships xmlns:ns0="http://schemas.openxmlformats.org/package/2006/relationships"><ns0:Relationship Id="rId6" Type="http://schemas.openxmlformats.org/officeDocument/2006/relationships/slideLayout" Target="../slideLayouts/slideLayout1.xml" /><ns0:Relationship Id="rId5" Type="http://schemas.openxmlformats.org/officeDocument/2006/relationships/image" Target="../media/public-placeholder.png" /><ns0:Relationship Id="rId4" Type="http://schemas.openxmlformats.org/officeDocument/2006/relationships/tags" Target="../tags/tag190.xml" /><ns0:Relationship Id="rId3" Type="http://schemas.openxmlformats.org/officeDocument/2006/relationships/tags" Target="../tags/tag189.xml" /><ns0:Relationship Id="rId2" Type="http://schemas.openxmlformats.org/officeDocument/2006/relationships/tags" Target="../tags/tag188.xml" /><ns0:Relationship Id="rId1" Type="http://schemas.openxmlformats.org/officeDocument/2006/relationships/tags" Target="../tags/tag187.xml" /></ns0:Relationships>
</file>

<file path=ppt/slides/_rels/slide25.xml.rels><?xml version='1.0' encoding='utf-8'?>
<ns0:Relationships xmlns:ns0="http://schemas.openxmlformats.org/package/2006/relationships"><ns0:Relationship Id="rId7" Type="http://schemas.openxmlformats.org/officeDocument/2006/relationships/slideLayout" Target="../slideLayouts/slideLayout1.xml" /><ns0:Relationship Id="rId6" Type="http://schemas.microsoft.com/office/2007/relationships/hdphoto" Target="../media/image2.jpeg" /><ns0:Relationship Id="rId5" Type="http://schemas.openxmlformats.org/officeDocument/2006/relationships/image" Target="../media/public-placeholder.png" /><ns0:Relationship Id="rId4" Type="http://schemas.openxmlformats.org/officeDocument/2006/relationships/tags" Target="../tags/tag194.xml" /><ns0:Relationship Id="rId3" Type="http://schemas.openxmlformats.org/officeDocument/2006/relationships/tags" Target="../tags/tag193.xml" /><ns0:Relationship Id="rId2" Type="http://schemas.openxmlformats.org/officeDocument/2006/relationships/tags" Target="../tags/tag192.xml" /><ns0:Relationship Id="rId1" Type="http://schemas.openxmlformats.org/officeDocument/2006/relationships/tags" Target="../tags/tag191.xml" /></ns0:Relationships>
</file>

<file path=ppt/slides/_rels/slide26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public-placeholder.png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accent2">
              <a:alpha val="96000"/>
            </a:schemeClr>
          </a:solidFill>
          <a:ln w="12700"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99994" y="285891"/>
            <a:ext cx="11392011" cy="6286217"/>
          </a:xfrm>
          <a:prstGeom prst="plaque">
            <a:avLst>
              <a:gd name="adj" fmla="val 6892"/>
            </a:avLst>
          </a:prstGeom>
          <a:solidFill>
            <a:schemeClr val="accent3">
              <a:lumMod val="40000"/>
              <a:lumOff val="60000"/>
            </a:schemeClr>
          </a:solidFill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545061" y="419619"/>
            <a:ext cx="11101877" cy="6018760"/>
          </a:xfrm>
          <a:prstGeom prst="plaque">
            <a:avLst>
              <a:gd name="adj" fmla="val 6892"/>
            </a:avLst>
          </a:prstGeom>
          <a:solidFill>
            <a:schemeClr val="bg1">
              <a:alpha val="90000"/>
            </a:schemeClr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4415155" y="4953000"/>
            <a:ext cx="2123440" cy="3270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prstDash val="solid"/>
            <a:miter/>
          </a:ln>
          <a:effectLst>
            <a:outerShdw blurRad="190500" dist="38100" dir="5400000" algn="t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4662805" y="4932045"/>
            <a:ext cx="1875790" cy="367030"/>
          </a:xfrm>
          <a:prstGeom prst="rect">
            <a:avLst/>
          </a:prstGeom>
          <a:noFill/>
          <a:ln w="12700" cap="sq">
            <a:solidFill>
              <a:schemeClr val="accent2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3755755" y="4905582"/>
            <a:ext cx="946271" cy="421799"/>
          </a:xfrm>
          <a:prstGeom prst="plaque">
            <a:avLst>
              <a:gd name="adj" fmla="val 12558"/>
            </a:avLst>
          </a:prstGeom>
          <a:gradFill>
            <a:gsLst>
              <a:gs pos="0">
                <a:schemeClr val="accent2">
                  <a:lumMod val="75000"/>
                </a:schemeClr>
              </a:gs>
              <a:gs pos="96000">
                <a:schemeClr val="accent2"/>
              </a:gs>
            </a:gsLst>
            <a:lin ang="5400000" scaled="1"/>
          </a:gradFill>
          <a:ln w="12700" cap="sq">
            <a:noFill/>
            <a:prstDash val="solid"/>
            <a:miter/>
          </a:ln>
          <a:effectLst>
            <a:outerShdw blurRad="190500" dist="38100" dir="5400000" algn="t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3794793" y="4942441"/>
            <a:ext cx="868195" cy="348080"/>
          </a:xfrm>
          <a:prstGeom prst="plaque">
            <a:avLst>
              <a:gd name="adj" fmla="val 12558"/>
            </a:avLst>
          </a:prstGeom>
          <a:noFill/>
          <a:ln w="12700" cap="sq">
            <a:solidFill>
              <a:schemeClr val="accent2">
                <a:lumMod val="20000"/>
                <a:lumOff val="8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1656591" y="4954002"/>
            <a:ext cx="1479235" cy="3272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prstDash val="solid"/>
            <a:miter/>
          </a:ln>
          <a:effectLst>
            <a:outerShdw blurRad="190500" dist="38100" dir="5400000" algn="t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1609497" y="4943583"/>
            <a:ext cx="1525582" cy="367145"/>
          </a:xfrm>
          <a:prstGeom prst="rect">
            <a:avLst/>
          </a:prstGeom>
          <a:noFill/>
          <a:ln w="12700" cap="sq">
            <a:solidFill>
              <a:schemeClr val="accent2"/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996981" y="4906724"/>
            <a:ext cx="946271" cy="421799"/>
          </a:xfrm>
          <a:prstGeom prst="plaque">
            <a:avLst>
              <a:gd name="adj" fmla="val 12558"/>
            </a:avLst>
          </a:prstGeom>
          <a:gradFill>
            <a:gsLst>
              <a:gs pos="0">
                <a:schemeClr val="accent2">
                  <a:lumMod val="75000"/>
                </a:schemeClr>
              </a:gs>
              <a:gs pos="96000">
                <a:schemeClr val="accent2"/>
              </a:gs>
            </a:gsLst>
            <a:lin ang="5400000" scaled="1"/>
          </a:gradFill>
          <a:ln w="12700" cap="sq">
            <a:noFill/>
            <a:prstDash val="solid"/>
            <a:miter/>
          </a:ln>
          <a:effectLst>
            <a:outerShdw blurRad="190500" dist="38100" dir="5400000" algn="t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1024954" y="4942441"/>
            <a:ext cx="868195" cy="348080"/>
          </a:xfrm>
          <a:prstGeom prst="plaque">
            <a:avLst>
              <a:gd name="adj" fmla="val 12558"/>
            </a:avLst>
          </a:prstGeom>
          <a:noFill/>
          <a:ln w="12700" cap="sq">
            <a:solidFill>
              <a:schemeClr val="accent2">
                <a:lumMod val="20000"/>
                <a:lumOff val="8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44732" y="4942489"/>
            <a:ext cx="92424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示例内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031343" y="4954002"/>
            <a:ext cx="11261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示</a:t>
            </a:r>
            <a:r>
              <a:rPr lang="en-US" altLang="zh-CN" b="1" dirty="0"/>
              <a:t> </a:t>
            </a:r>
            <a:r>
              <a:rPr lang="zh-CN" altLang="en-US" b="1" dirty="0"/>
              <a:t>示</a:t>
            </a:r>
            <a:endParaRPr lang="zh-CN" altLang="en-US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3904944" y="4931924"/>
            <a:ext cx="82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示例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763135" y="4932045"/>
            <a:ext cx="212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0000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示0例00内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 rot="16200000">
            <a:off x="4222454" y="2077712"/>
            <a:ext cx="523508" cy="3223591"/>
            <a:chOff x="5235946" y="3959655"/>
            <a:chExt cx="523508" cy="1992462"/>
          </a:xfrm>
        </p:grpSpPr>
        <p:sp>
          <p:nvSpPr>
            <p:cNvPr id="5" name="矩形: 圆角 4"/>
            <p:cNvSpPr/>
            <p:nvPr/>
          </p:nvSpPr>
          <p:spPr>
            <a:xfrm>
              <a:off x="5245790" y="3959655"/>
              <a:ext cx="513664" cy="199246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平方赖江湖飞扬体" panose="02000500000000000000" pitchFamily="2" charset="-122"/>
                <a:ea typeface="平方赖江湖飞扬体" panose="02000500000000000000" pitchFamily="2" charset="-122"/>
                <a:cs typeface="Arial" panose="020B0604020202020204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 rot="5400000">
              <a:off x="4587541" y="4687734"/>
              <a:ext cx="1818779" cy="52197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cs typeface="Arial" panose="020B0604020202020204"/>
                </a:rPr>
                <a:t>示例内容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Arial" panose="020B0604020202020204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50339" y="1452090"/>
            <a:ext cx="2685693" cy="2790917"/>
          </a:xfrm>
          <a:prstGeom prst="rect">
            <a:avLst/>
          </a:prstGeom>
          <a:noFill/>
          <a:effectLst/>
        </p:spPr>
        <p:txBody>
          <a:bodyPr wrap="square" lIns="96926" tIns="48463" rIns="96926" bIns="48463" rtlCol="0">
            <a:spAutoFit/>
          </a:bodyPr>
          <a:lstStyle/>
          <a:p>
            <a:pPr algn="dist"/>
            <a:r>
              <a:rPr lang="zh-CN" altLang="en-US" sz="17000" dirty="0">
                <a:solidFill>
                  <a:schemeClr val="accent2"/>
                </a:solidFill>
                <a:latin typeface="+mj-ea"/>
                <a:ea typeface="+mj-ea"/>
              </a:rPr>
              <a:t>示</a:t>
            </a:r>
            <a:endParaRPr lang="zh-CN" altLang="en-US" sz="17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66276" y="1976917"/>
            <a:ext cx="1504229" cy="1452089"/>
          </a:xfrm>
          <a:prstGeom prst="rect">
            <a:avLst/>
          </a:prstGeom>
          <a:noFill/>
          <a:effectLst/>
        </p:spPr>
        <p:txBody>
          <a:bodyPr wrap="square" lIns="96926" tIns="48463" rIns="96926" bIns="48463" rtlCol="0">
            <a:spAutoFit/>
          </a:bodyPr>
          <a:lstStyle/>
          <a:p>
            <a:pPr algn="dist"/>
            <a:r>
              <a:rPr lang="zh-CN" altLang="en-US" sz="88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示</a:t>
            </a:r>
            <a:endParaRPr lang="zh-CN" altLang="en-US" sz="88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19641" y="1976917"/>
            <a:ext cx="1504229" cy="1452089"/>
          </a:xfrm>
          <a:prstGeom prst="rect">
            <a:avLst/>
          </a:prstGeom>
          <a:noFill/>
          <a:effectLst/>
        </p:spPr>
        <p:txBody>
          <a:bodyPr wrap="square" lIns="96926" tIns="48463" rIns="96926" bIns="48463" rtlCol="0">
            <a:spAutoFit/>
          </a:bodyPr>
          <a:lstStyle/>
          <a:p>
            <a:pPr algn="dist"/>
            <a:r>
              <a:rPr lang="zh-CN" altLang="en-US" sz="88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示</a:t>
            </a:r>
            <a:endParaRPr lang="zh-CN" altLang="en-US" sz="88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864115" y="1976917"/>
            <a:ext cx="1504229" cy="1452089"/>
          </a:xfrm>
          <a:prstGeom prst="rect">
            <a:avLst/>
          </a:prstGeom>
          <a:noFill/>
          <a:effectLst/>
        </p:spPr>
        <p:txBody>
          <a:bodyPr wrap="square" lIns="96926" tIns="48463" rIns="96926" bIns="48463" rtlCol="0">
            <a:spAutoFit/>
          </a:bodyPr>
          <a:lstStyle/>
          <a:p>
            <a:pPr algn="dist"/>
            <a:r>
              <a:rPr lang="zh-CN" altLang="en-US" sz="88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示</a:t>
            </a:r>
            <a:endParaRPr lang="zh-CN" altLang="en-US" sz="88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913850" y="1316537"/>
            <a:ext cx="4233418" cy="4233418"/>
            <a:chOff x="6715933" y="1208053"/>
            <a:chExt cx="4572000" cy="4572000"/>
          </a:xfrm>
        </p:grpSpPr>
        <p:sp>
          <p:nvSpPr>
            <p:cNvPr id="26" name="标题 1"/>
            <p:cNvSpPr txBox="1"/>
            <p:nvPr/>
          </p:nvSpPr>
          <p:spPr>
            <a:xfrm>
              <a:off x="6715933" y="1208053"/>
              <a:ext cx="4572000" cy="4572000"/>
            </a:xfrm>
            <a:custGeom>
              <a:avLst/>
              <a:gdLst>
                <a:gd name="connsiteX0" fmla="*/ 4191001 w 4191001"/>
                <a:gd name="connsiteY0" fmla="*/ 1059790 h 3396843"/>
                <a:gd name="connsiteX1" fmla="*/ 4191001 w 4191001"/>
                <a:gd name="connsiteY1" fmla="*/ 2337055 h 3396843"/>
                <a:gd name="connsiteX2" fmla="*/ 3766551 w 4191001"/>
                <a:gd name="connsiteY2" fmla="*/ 2857837 h 3396843"/>
                <a:gd name="connsiteX3" fmla="*/ 3749947 w 4191001"/>
                <a:gd name="connsiteY3" fmla="*/ 2859511 h 3396843"/>
                <a:gd name="connsiteX4" fmla="*/ 3729042 w 4191001"/>
                <a:gd name="connsiteY4" fmla="*/ 2926854 h 3396843"/>
                <a:gd name="connsiteX5" fmla="*/ 3019992 w 4191001"/>
                <a:gd name="connsiteY5" fmla="*/ 3396843 h 3396843"/>
                <a:gd name="connsiteX6" fmla="*/ 1171008 w 4191001"/>
                <a:gd name="connsiteY6" fmla="*/ 3396843 h 3396843"/>
                <a:gd name="connsiteX7" fmla="*/ 461958 w 4191001"/>
                <a:gd name="connsiteY7" fmla="*/ 2926853 h 3396843"/>
                <a:gd name="connsiteX8" fmla="*/ 441054 w 4191001"/>
                <a:gd name="connsiteY8" fmla="*/ 2859510 h 3396843"/>
                <a:gd name="connsiteX9" fmla="*/ 424450 w 4191001"/>
                <a:gd name="connsiteY9" fmla="*/ 2857836 h 3396843"/>
                <a:gd name="connsiteX10" fmla="*/ 0 w 4191001"/>
                <a:gd name="connsiteY10" fmla="*/ 2337054 h 3396843"/>
                <a:gd name="connsiteX11" fmla="*/ 0 w 4191001"/>
                <a:gd name="connsiteY11" fmla="*/ 1059789 h 3396843"/>
                <a:gd name="connsiteX12" fmla="*/ 424450 w 4191001"/>
                <a:gd name="connsiteY12" fmla="*/ 539008 h 3396843"/>
                <a:gd name="connsiteX13" fmla="*/ 441053 w 4191001"/>
                <a:gd name="connsiteY13" fmla="*/ 537334 h 3396843"/>
                <a:gd name="connsiteX14" fmla="*/ 461958 w 4191001"/>
                <a:gd name="connsiteY14" fmla="*/ 469990 h 3396843"/>
                <a:gd name="connsiteX15" fmla="*/ 1171008 w 4191001"/>
                <a:gd name="connsiteY15" fmla="*/ 0 h 3396843"/>
                <a:gd name="connsiteX16" fmla="*/ 3019992 w 4191001"/>
                <a:gd name="connsiteY16" fmla="*/ 0 h 3396843"/>
                <a:gd name="connsiteX17" fmla="*/ 3729042 w 4191001"/>
                <a:gd name="connsiteY17" fmla="*/ 469990 h 3396843"/>
                <a:gd name="connsiteX18" fmla="*/ 3749947 w 4191001"/>
                <a:gd name="connsiteY18" fmla="*/ 537334 h 3396843"/>
                <a:gd name="connsiteX19" fmla="*/ 3766551 w 4191001"/>
                <a:gd name="connsiteY19" fmla="*/ 539008 h 3396843"/>
                <a:gd name="connsiteX20" fmla="*/ 4191001 w 4191001"/>
                <a:gd name="connsiteY20" fmla="*/ 1059790 h 3396843"/>
              </a:gdLst>
              <a:ahLst/>
              <a:cxnLst/>
              <a:rect l="l" t="t" r="r" b="b"/>
              <a:pathLst>
                <a:path w="4191001" h="3396843">
                  <a:moveTo>
                    <a:pt x="4191001" y="1059790"/>
                  </a:moveTo>
                  <a:lnTo>
                    <a:pt x="4191001" y="2337055"/>
                  </a:lnTo>
                  <a:cubicBezTo>
                    <a:pt x="4191001" y="2593942"/>
                    <a:pt x="4008784" y="2808269"/>
                    <a:pt x="3766551" y="2857837"/>
                  </a:cubicBezTo>
                  <a:lnTo>
                    <a:pt x="3749947" y="2859511"/>
                  </a:lnTo>
                  <a:lnTo>
                    <a:pt x="3729042" y="2926854"/>
                  </a:lnTo>
                  <a:cubicBezTo>
                    <a:pt x="3612222" y="3203047"/>
                    <a:pt x="3338739" y="3396843"/>
                    <a:pt x="3019992" y="3396843"/>
                  </a:cubicBezTo>
                  <a:lnTo>
                    <a:pt x="1171008" y="3396843"/>
                  </a:lnTo>
                  <a:cubicBezTo>
                    <a:pt x="852261" y="3396843"/>
                    <a:pt x="578778" y="3203046"/>
                    <a:pt x="461958" y="2926853"/>
                  </a:cubicBezTo>
                  <a:lnTo>
                    <a:pt x="441054" y="2859510"/>
                  </a:lnTo>
                  <a:lnTo>
                    <a:pt x="424450" y="2857836"/>
                  </a:lnTo>
                  <a:cubicBezTo>
                    <a:pt x="182217" y="2808268"/>
                    <a:pt x="0" y="2593941"/>
                    <a:pt x="0" y="2337054"/>
                  </a:cubicBezTo>
                  <a:lnTo>
                    <a:pt x="0" y="1059789"/>
                  </a:lnTo>
                  <a:cubicBezTo>
                    <a:pt x="0" y="802902"/>
                    <a:pt x="182217" y="588576"/>
                    <a:pt x="424450" y="539008"/>
                  </a:cubicBezTo>
                  <a:lnTo>
                    <a:pt x="441053" y="537334"/>
                  </a:lnTo>
                  <a:lnTo>
                    <a:pt x="461958" y="469990"/>
                  </a:lnTo>
                  <a:cubicBezTo>
                    <a:pt x="578778" y="193797"/>
                    <a:pt x="852261" y="0"/>
                    <a:pt x="1171008" y="0"/>
                  </a:cubicBezTo>
                  <a:lnTo>
                    <a:pt x="3019992" y="0"/>
                  </a:lnTo>
                  <a:cubicBezTo>
                    <a:pt x="3338739" y="0"/>
                    <a:pt x="3612222" y="193797"/>
                    <a:pt x="3729042" y="469990"/>
                  </a:cubicBezTo>
                  <a:lnTo>
                    <a:pt x="3749947" y="537334"/>
                  </a:lnTo>
                  <a:lnTo>
                    <a:pt x="3766551" y="539008"/>
                  </a:lnTo>
                  <a:cubicBezTo>
                    <a:pt x="4008784" y="588576"/>
                    <a:pt x="4191001" y="802903"/>
                    <a:pt x="4191001" y="105979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</a:gradFill>
            <a:ln w="44450" cap="sq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/>
            </a:ln>
            <a:effectLst>
              <a:outerShdw blurRad="1905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8" name="标题 1"/>
            <p:cNvSpPr txBox="1"/>
            <p:nvPr/>
          </p:nvSpPr>
          <p:spPr>
            <a:xfrm>
              <a:off x="6862364" y="1354484"/>
              <a:ext cx="4279138" cy="4279138"/>
            </a:xfrm>
            <a:custGeom>
              <a:avLst/>
              <a:gdLst>
                <a:gd name="connsiteX0" fmla="*/ 4191001 w 4191001"/>
                <a:gd name="connsiteY0" fmla="*/ 1059790 h 3396843"/>
                <a:gd name="connsiteX1" fmla="*/ 4191001 w 4191001"/>
                <a:gd name="connsiteY1" fmla="*/ 2337055 h 3396843"/>
                <a:gd name="connsiteX2" fmla="*/ 3766551 w 4191001"/>
                <a:gd name="connsiteY2" fmla="*/ 2857837 h 3396843"/>
                <a:gd name="connsiteX3" fmla="*/ 3749947 w 4191001"/>
                <a:gd name="connsiteY3" fmla="*/ 2859511 h 3396843"/>
                <a:gd name="connsiteX4" fmla="*/ 3729042 w 4191001"/>
                <a:gd name="connsiteY4" fmla="*/ 2926854 h 3396843"/>
                <a:gd name="connsiteX5" fmla="*/ 3019992 w 4191001"/>
                <a:gd name="connsiteY5" fmla="*/ 3396843 h 3396843"/>
                <a:gd name="connsiteX6" fmla="*/ 1171008 w 4191001"/>
                <a:gd name="connsiteY6" fmla="*/ 3396843 h 3396843"/>
                <a:gd name="connsiteX7" fmla="*/ 461958 w 4191001"/>
                <a:gd name="connsiteY7" fmla="*/ 2926853 h 3396843"/>
                <a:gd name="connsiteX8" fmla="*/ 441054 w 4191001"/>
                <a:gd name="connsiteY8" fmla="*/ 2859510 h 3396843"/>
                <a:gd name="connsiteX9" fmla="*/ 424450 w 4191001"/>
                <a:gd name="connsiteY9" fmla="*/ 2857836 h 3396843"/>
                <a:gd name="connsiteX10" fmla="*/ 0 w 4191001"/>
                <a:gd name="connsiteY10" fmla="*/ 2337054 h 3396843"/>
                <a:gd name="connsiteX11" fmla="*/ 0 w 4191001"/>
                <a:gd name="connsiteY11" fmla="*/ 1059789 h 3396843"/>
                <a:gd name="connsiteX12" fmla="*/ 424450 w 4191001"/>
                <a:gd name="connsiteY12" fmla="*/ 539008 h 3396843"/>
                <a:gd name="connsiteX13" fmla="*/ 441053 w 4191001"/>
                <a:gd name="connsiteY13" fmla="*/ 537334 h 3396843"/>
                <a:gd name="connsiteX14" fmla="*/ 461958 w 4191001"/>
                <a:gd name="connsiteY14" fmla="*/ 469990 h 3396843"/>
                <a:gd name="connsiteX15" fmla="*/ 1171008 w 4191001"/>
                <a:gd name="connsiteY15" fmla="*/ 0 h 3396843"/>
                <a:gd name="connsiteX16" fmla="*/ 3019992 w 4191001"/>
                <a:gd name="connsiteY16" fmla="*/ 0 h 3396843"/>
                <a:gd name="connsiteX17" fmla="*/ 3729042 w 4191001"/>
                <a:gd name="connsiteY17" fmla="*/ 469990 h 3396843"/>
                <a:gd name="connsiteX18" fmla="*/ 3749947 w 4191001"/>
                <a:gd name="connsiteY18" fmla="*/ 537334 h 3396843"/>
                <a:gd name="connsiteX19" fmla="*/ 3766551 w 4191001"/>
                <a:gd name="connsiteY19" fmla="*/ 539008 h 3396843"/>
                <a:gd name="connsiteX20" fmla="*/ 4191001 w 4191001"/>
                <a:gd name="connsiteY20" fmla="*/ 1059790 h 3396843"/>
              </a:gdLst>
              <a:ahLst/>
              <a:cxnLst/>
              <a:rect l="l" t="t" r="r" b="b"/>
              <a:pathLst>
                <a:path w="4191001" h="3396843">
                  <a:moveTo>
                    <a:pt x="4191001" y="1059790"/>
                  </a:moveTo>
                  <a:lnTo>
                    <a:pt x="4191001" y="2337055"/>
                  </a:lnTo>
                  <a:cubicBezTo>
                    <a:pt x="4191001" y="2593942"/>
                    <a:pt x="4008784" y="2808269"/>
                    <a:pt x="3766551" y="2857837"/>
                  </a:cubicBezTo>
                  <a:lnTo>
                    <a:pt x="3749947" y="2859511"/>
                  </a:lnTo>
                  <a:lnTo>
                    <a:pt x="3729042" y="2926854"/>
                  </a:lnTo>
                  <a:cubicBezTo>
                    <a:pt x="3612222" y="3203047"/>
                    <a:pt x="3338739" y="3396843"/>
                    <a:pt x="3019992" y="3396843"/>
                  </a:cubicBezTo>
                  <a:lnTo>
                    <a:pt x="1171008" y="3396843"/>
                  </a:lnTo>
                  <a:cubicBezTo>
                    <a:pt x="852261" y="3396843"/>
                    <a:pt x="578778" y="3203046"/>
                    <a:pt x="461958" y="2926853"/>
                  </a:cubicBezTo>
                  <a:lnTo>
                    <a:pt x="441054" y="2859510"/>
                  </a:lnTo>
                  <a:lnTo>
                    <a:pt x="424450" y="2857836"/>
                  </a:lnTo>
                  <a:cubicBezTo>
                    <a:pt x="182217" y="2808268"/>
                    <a:pt x="0" y="2593941"/>
                    <a:pt x="0" y="2337054"/>
                  </a:cubicBezTo>
                  <a:lnTo>
                    <a:pt x="0" y="1059789"/>
                  </a:lnTo>
                  <a:cubicBezTo>
                    <a:pt x="0" y="802902"/>
                    <a:pt x="182217" y="588576"/>
                    <a:pt x="424450" y="539008"/>
                  </a:cubicBezTo>
                  <a:lnTo>
                    <a:pt x="441053" y="537334"/>
                  </a:lnTo>
                  <a:lnTo>
                    <a:pt x="461958" y="469990"/>
                  </a:lnTo>
                  <a:cubicBezTo>
                    <a:pt x="578778" y="193797"/>
                    <a:pt x="852261" y="0"/>
                    <a:pt x="1171008" y="0"/>
                  </a:cubicBezTo>
                  <a:lnTo>
                    <a:pt x="3019992" y="0"/>
                  </a:lnTo>
                  <a:cubicBezTo>
                    <a:pt x="3338739" y="0"/>
                    <a:pt x="3612222" y="193797"/>
                    <a:pt x="3729042" y="469990"/>
                  </a:cubicBezTo>
                  <a:lnTo>
                    <a:pt x="3749947" y="537334"/>
                  </a:lnTo>
                  <a:lnTo>
                    <a:pt x="3766551" y="539008"/>
                  </a:lnTo>
                  <a:cubicBezTo>
                    <a:pt x="4008784" y="588576"/>
                    <a:pt x="4191001" y="802903"/>
                    <a:pt x="4191001" y="1059790"/>
                  </a:cubicBezTo>
                  <a:close/>
                </a:path>
              </a:pathLst>
            </a:custGeom>
            <a:blipFill>
              <a:blip r:embed="rId1" cstate="hqprint"/>
              <a:stretch>
                <a:fillRect/>
              </a:stretch>
            </a:blipFill>
            <a:ln w="44450" cap="sq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  <a:effectLst>
              <a:outerShdw blurRad="1905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-2380" y="0"/>
            <a:ext cx="12196761" cy="6858000"/>
            <a:chOff x="-2380" y="0"/>
            <a:chExt cx="12196761" cy="6858000"/>
          </a:xfrm>
        </p:grpSpPr>
        <p:sp>
          <p:nvSpPr>
            <p:cNvPr id="2" name="标题 1"/>
            <p:cNvSpPr txBox="1"/>
            <p:nvPr/>
          </p:nvSpPr>
          <p:spPr>
            <a:xfrm>
              <a:off x="-2380" y="0"/>
              <a:ext cx="12196761" cy="6858000"/>
            </a:xfrm>
            <a:prstGeom prst="rect">
              <a:avLst/>
            </a:prstGeom>
            <a:solidFill>
              <a:schemeClr val="accent2">
                <a:alpha val="96000"/>
              </a:schemeClr>
            </a:solidFill>
            <a:ln w="12700" cap="flat">
              <a:noFill/>
              <a:prstDash val="solid"/>
              <a:miter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" name="标题 1"/>
            <p:cNvSpPr txBox="1"/>
            <p:nvPr/>
          </p:nvSpPr>
          <p:spPr>
            <a:xfrm>
              <a:off x="399994" y="285891"/>
              <a:ext cx="11392011" cy="6286217"/>
            </a:xfrm>
            <a:prstGeom prst="plaque">
              <a:avLst>
                <a:gd name="adj" fmla="val 6892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38100" cap="sq">
              <a:solidFill>
                <a:schemeClr val="accent3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" name="标题 1"/>
            <p:cNvSpPr txBox="1"/>
            <p:nvPr/>
          </p:nvSpPr>
          <p:spPr>
            <a:xfrm>
              <a:off x="545061" y="419619"/>
              <a:ext cx="11101877" cy="6018760"/>
            </a:xfrm>
            <a:prstGeom prst="plaque">
              <a:avLst>
                <a:gd name="adj" fmla="val 6892"/>
              </a:avLst>
            </a:prstGeom>
            <a:solidFill>
              <a:schemeClr val="bg1">
                <a:alpha val="90000"/>
              </a:schemeClr>
            </a:solidFill>
            <a:ln w="22225" cap="sq">
              <a:solidFill>
                <a:schemeClr val="accent3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9772312" y="1771592"/>
            <a:ext cx="859155" cy="3921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杨任东竹石体-Regular" panose="02000000000000000000" pitchFamily="2" charset="-122"/>
              <a:ea typeface="杨任东竹石体-Regular" panose="02000000000000000000" pitchFamily="2" charset="-122"/>
            </a:endParaRPr>
          </a:p>
        </p:txBody>
      </p:sp>
      <p:sp>
        <p:nvSpPr>
          <p:cNvPr id="6" name="图形"/>
          <p:cNvSpPr/>
          <p:nvPr>
            <p:custDataLst>
              <p:tags r:id="rId2"/>
            </p:custDataLst>
          </p:nvPr>
        </p:nvSpPr>
        <p:spPr>
          <a:xfrm>
            <a:off x="9841527" y="1417897"/>
            <a:ext cx="721360" cy="721360"/>
          </a:xfrm>
          <a:prstGeom prst="ellipse">
            <a:avLst/>
          </a:prstGeom>
          <a:solidFill>
            <a:srgbClr val="2F9B7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</a:rPr>
              <a:t>示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7" name="图形"/>
          <p:cNvSpPr txBox="1"/>
          <p:nvPr>
            <p:custDataLst>
              <p:tags r:id="rId3"/>
            </p:custDataLst>
          </p:nvPr>
        </p:nvSpPr>
        <p:spPr>
          <a:xfrm>
            <a:off x="9903082" y="2315787"/>
            <a:ext cx="615553" cy="36987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示例内容公开模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ea"/>
              <a:ea typeface="+mj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8568987" y="1771592"/>
            <a:ext cx="859155" cy="3921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杨任东竹石体-Regular" panose="02000000000000000000" pitchFamily="2" charset="-122"/>
              <a:ea typeface="杨任东竹石体-Regular" panose="02000000000000000000" pitchFamily="2" charset="-122"/>
            </a:endParaRPr>
          </a:p>
        </p:txBody>
      </p:sp>
      <p:sp>
        <p:nvSpPr>
          <p:cNvPr id="9" name="图形"/>
          <p:cNvSpPr/>
          <p:nvPr>
            <p:custDataLst>
              <p:tags r:id="rId5"/>
            </p:custDataLst>
          </p:nvPr>
        </p:nvSpPr>
        <p:spPr>
          <a:xfrm>
            <a:off x="8638202" y="1417897"/>
            <a:ext cx="721360" cy="721360"/>
          </a:xfrm>
          <a:prstGeom prst="ellipse">
            <a:avLst/>
          </a:prstGeom>
          <a:solidFill>
            <a:srgbClr val="2F9B7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</a:rPr>
              <a:t>示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" name="图形"/>
          <p:cNvSpPr txBox="1"/>
          <p:nvPr>
            <p:custDataLst>
              <p:tags r:id="rId6"/>
            </p:custDataLst>
          </p:nvPr>
        </p:nvSpPr>
        <p:spPr>
          <a:xfrm>
            <a:off x="8693134" y="2315787"/>
            <a:ext cx="615553" cy="36987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示例内容公开模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ea"/>
              <a:ea typeface="+mj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7365662" y="1771592"/>
            <a:ext cx="859155" cy="3921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杨任东竹石体-Regular" panose="02000000000000000000" pitchFamily="2" charset="-122"/>
              <a:ea typeface="杨任东竹石体-Regular" panose="02000000000000000000" pitchFamily="2" charset="-122"/>
            </a:endParaRPr>
          </a:p>
        </p:txBody>
      </p:sp>
      <p:sp>
        <p:nvSpPr>
          <p:cNvPr id="12" name="图形"/>
          <p:cNvSpPr/>
          <p:nvPr>
            <p:custDataLst>
              <p:tags r:id="rId8"/>
            </p:custDataLst>
          </p:nvPr>
        </p:nvSpPr>
        <p:spPr>
          <a:xfrm>
            <a:off x="7434877" y="1417897"/>
            <a:ext cx="721360" cy="721360"/>
          </a:xfrm>
          <a:prstGeom prst="ellipse">
            <a:avLst/>
          </a:prstGeom>
          <a:solidFill>
            <a:srgbClr val="2F9B7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</a:rPr>
              <a:t>示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3" name="图形"/>
          <p:cNvSpPr txBox="1"/>
          <p:nvPr>
            <p:custDataLst>
              <p:tags r:id="rId9"/>
            </p:custDataLst>
          </p:nvPr>
        </p:nvSpPr>
        <p:spPr>
          <a:xfrm>
            <a:off x="7500043" y="2315787"/>
            <a:ext cx="615553" cy="351498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示例内容公开模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ea"/>
              <a:ea typeface="+mj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6162337" y="1771592"/>
            <a:ext cx="859155" cy="3921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杨任东竹石体-Regular" panose="02000000000000000000" pitchFamily="2" charset="-122"/>
              <a:ea typeface="杨任东竹石体-Regular" panose="02000000000000000000" pitchFamily="2" charset="-122"/>
            </a:endParaRPr>
          </a:p>
        </p:txBody>
      </p:sp>
      <p:sp>
        <p:nvSpPr>
          <p:cNvPr id="15" name="图形"/>
          <p:cNvSpPr/>
          <p:nvPr>
            <p:custDataLst>
              <p:tags r:id="rId11"/>
            </p:custDataLst>
          </p:nvPr>
        </p:nvSpPr>
        <p:spPr>
          <a:xfrm>
            <a:off x="6231552" y="1417897"/>
            <a:ext cx="721360" cy="721360"/>
          </a:xfrm>
          <a:prstGeom prst="ellipse">
            <a:avLst/>
          </a:prstGeom>
          <a:solidFill>
            <a:srgbClr val="2F9B7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</a:rPr>
              <a:t>示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6" name="图形"/>
          <p:cNvSpPr txBox="1"/>
          <p:nvPr>
            <p:custDataLst>
              <p:tags r:id="rId12"/>
            </p:custDataLst>
          </p:nvPr>
        </p:nvSpPr>
        <p:spPr>
          <a:xfrm>
            <a:off x="6309082" y="2310880"/>
            <a:ext cx="613410" cy="321084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示例内容公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示例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ea"/>
              <a:ea typeface="+mj-ea"/>
              <a:sym typeface="+mn-ea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3377034" y="1333088"/>
            <a:ext cx="2332990" cy="4391437"/>
            <a:chOff x="3679065" y="1301915"/>
            <a:chExt cx="2332990" cy="4391437"/>
          </a:xfrm>
        </p:grpSpPr>
        <p:sp>
          <p:nvSpPr>
            <p:cNvPr id="30" name="图形"/>
            <p:cNvSpPr txBox="1"/>
            <p:nvPr/>
          </p:nvSpPr>
          <p:spPr>
            <a:xfrm flipH="1">
              <a:off x="4796665" y="1301915"/>
              <a:ext cx="1215390" cy="15722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</a:rPr>
                <a:t>示</a:t>
              </a:r>
              <a:endParaRPr kumimoji="0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31" name="图形"/>
            <p:cNvSpPr txBox="1"/>
            <p:nvPr>
              <p:custDataLst>
                <p:tags r:id="rId13"/>
              </p:custDataLst>
            </p:nvPr>
          </p:nvSpPr>
          <p:spPr>
            <a:xfrm flipH="1">
              <a:off x="3679065" y="2611697"/>
              <a:ext cx="1691005" cy="15722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</a:rPr>
                <a:t>示</a:t>
              </a:r>
              <a:endParaRPr kumimoji="0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32" name="图形"/>
            <p:cNvSpPr txBox="1"/>
            <p:nvPr/>
          </p:nvSpPr>
          <p:spPr>
            <a:xfrm flipH="1">
              <a:off x="5145003" y="2501207"/>
              <a:ext cx="553998" cy="235648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ea"/>
                </a:rPr>
                <a:t>示例内容公开模板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 flipH="1" flipV="1">
              <a:off x="5412616" y="5002472"/>
              <a:ext cx="0" cy="69088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4524568" y="4311592"/>
              <a:ext cx="0" cy="138176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4515331" y="5684017"/>
              <a:ext cx="900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62" name="图片 61" descr="Public template placeholder"/>
          <p:cNvPicPr>
            <a:picLocks noChangeAspect="1"/>
          </p:cNvPicPr>
          <p:nvPr/>
        </p:nvPicPr>
        <p:blipFill>
          <a:blip r:embed="rId14" cstate="screen"/>
          <a:srcRect/>
          <a:stretch>
            <a:fillRect/>
          </a:stretch>
        </p:blipFill>
        <p:spPr>
          <a:xfrm flipH="1">
            <a:off x="553839" y="425732"/>
            <a:ext cx="1230630" cy="248856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594" y="1236806"/>
            <a:ext cx="2846519" cy="405991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14" cstate="hqprint"/>
          <a:stretch>
            <a:fillRect/>
          </a:stretch>
        </p:blipFill>
        <p:spPr>
          <a:xfrm>
            <a:off x="10587088" y="4932660"/>
            <a:ext cx="1587403" cy="1925340"/>
          </a:xfrm>
          <a:prstGeom prst="rect">
            <a:avLst/>
          </a:prstGeom>
        </p:spPr>
      </p:pic>
      <p:sp>
        <p:nvSpPr>
          <p:cNvPr id="67" name="标题 1"/>
          <p:cNvSpPr txBox="1"/>
          <p:nvPr/>
        </p:nvSpPr>
        <p:spPr>
          <a:xfrm>
            <a:off x="10748974" y="669960"/>
            <a:ext cx="750373" cy="706855"/>
          </a:xfrm>
          <a:custGeom>
            <a:avLst/>
            <a:gdLst>
              <a:gd name="connsiteX0" fmla="*/ 714771 w 750373"/>
              <a:gd name="connsiteY0" fmla="*/ 635651 h 706855"/>
              <a:gd name="connsiteX1" fmla="*/ 750373 w 750373"/>
              <a:gd name="connsiteY1" fmla="*/ 671253 h 706855"/>
              <a:gd name="connsiteX2" fmla="*/ 714771 w 750373"/>
              <a:gd name="connsiteY2" fmla="*/ 706855 h 706855"/>
              <a:gd name="connsiteX3" fmla="*/ 679169 w 750373"/>
              <a:gd name="connsiteY3" fmla="*/ 671253 h 706855"/>
              <a:gd name="connsiteX4" fmla="*/ 714771 w 750373"/>
              <a:gd name="connsiteY4" fmla="*/ 635651 h 706855"/>
              <a:gd name="connsiteX5" fmla="*/ 544979 w 750373"/>
              <a:gd name="connsiteY5" fmla="*/ 635651 h 706855"/>
              <a:gd name="connsiteX6" fmla="*/ 580581 w 750373"/>
              <a:gd name="connsiteY6" fmla="*/ 671253 h 706855"/>
              <a:gd name="connsiteX7" fmla="*/ 544979 w 750373"/>
              <a:gd name="connsiteY7" fmla="*/ 706855 h 706855"/>
              <a:gd name="connsiteX8" fmla="*/ 509377 w 750373"/>
              <a:gd name="connsiteY8" fmla="*/ 671253 h 706855"/>
              <a:gd name="connsiteX9" fmla="*/ 544979 w 750373"/>
              <a:gd name="connsiteY9" fmla="*/ 635651 h 706855"/>
              <a:gd name="connsiteX10" fmla="*/ 375186 w 750373"/>
              <a:gd name="connsiteY10" fmla="*/ 635651 h 706855"/>
              <a:gd name="connsiteX11" fmla="*/ 410788 w 750373"/>
              <a:gd name="connsiteY11" fmla="*/ 671253 h 706855"/>
              <a:gd name="connsiteX12" fmla="*/ 375186 w 750373"/>
              <a:gd name="connsiteY12" fmla="*/ 706855 h 706855"/>
              <a:gd name="connsiteX13" fmla="*/ 339584 w 750373"/>
              <a:gd name="connsiteY13" fmla="*/ 671253 h 706855"/>
              <a:gd name="connsiteX14" fmla="*/ 375186 w 750373"/>
              <a:gd name="connsiteY14" fmla="*/ 635651 h 706855"/>
              <a:gd name="connsiteX15" fmla="*/ 205394 w 750373"/>
              <a:gd name="connsiteY15" fmla="*/ 635651 h 706855"/>
              <a:gd name="connsiteX16" fmla="*/ 240996 w 750373"/>
              <a:gd name="connsiteY16" fmla="*/ 671253 h 706855"/>
              <a:gd name="connsiteX17" fmla="*/ 205394 w 750373"/>
              <a:gd name="connsiteY17" fmla="*/ 706855 h 706855"/>
              <a:gd name="connsiteX18" fmla="*/ 169792 w 750373"/>
              <a:gd name="connsiteY18" fmla="*/ 671253 h 706855"/>
              <a:gd name="connsiteX19" fmla="*/ 205394 w 750373"/>
              <a:gd name="connsiteY19" fmla="*/ 635651 h 706855"/>
              <a:gd name="connsiteX20" fmla="*/ 35602 w 750373"/>
              <a:gd name="connsiteY20" fmla="*/ 635651 h 706855"/>
              <a:gd name="connsiteX21" fmla="*/ 71204 w 750373"/>
              <a:gd name="connsiteY21" fmla="*/ 671253 h 706855"/>
              <a:gd name="connsiteX22" fmla="*/ 35602 w 750373"/>
              <a:gd name="connsiteY22" fmla="*/ 706855 h 706855"/>
              <a:gd name="connsiteX23" fmla="*/ 0 w 750373"/>
              <a:gd name="connsiteY23" fmla="*/ 671253 h 706855"/>
              <a:gd name="connsiteX24" fmla="*/ 35602 w 750373"/>
              <a:gd name="connsiteY24" fmla="*/ 635651 h 706855"/>
              <a:gd name="connsiteX25" fmla="*/ 714771 w 750373"/>
              <a:gd name="connsiteY25" fmla="*/ 508521 h 706855"/>
              <a:gd name="connsiteX26" fmla="*/ 750373 w 750373"/>
              <a:gd name="connsiteY26" fmla="*/ 544123 h 706855"/>
              <a:gd name="connsiteX27" fmla="*/ 714771 w 750373"/>
              <a:gd name="connsiteY27" fmla="*/ 579725 h 706855"/>
              <a:gd name="connsiteX28" fmla="*/ 679169 w 750373"/>
              <a:gd name="connsiteY28" fmla="*/ 544123 h 706855"/>
              <a:gd name="connsiteX29" fmla="*/ 714771 w 750373"/>
              <a:gd name="connsiteY29" fmla="*/ 508521 h 706855"/>
              <a:gd name="connsiteX30" fmla="*/ 544979 w 750373"/>
              <a:gd name="connsiteY30" fmla="*/ 508521 h 706855"/>
              <a:gd name="connsiteX31" fmla="*/ 580581 w 750373"/>
              <a:gd name="connsiteY31" fmla="*/ 544123 h 706855"/>
              <a:gd name="connsiteX32" fmla="*/ 544979 w 750373"/>
              <a:gd name="connsiteY32" fmla="*/ 579725 h 706855"/>
              <a:gd name="connsiteX33" fmla="*/ 509377 w 750373"/>
              <a:gd name="connsiteY33" fmla="*/ 544123 h 706855"/>
              <a:gd name="connsiteX34" fmla="*/ 544979 w 750373"/>
              <a:gd name="connsiteY34" fmla="*/ 508521 h 706855"/>
              <a:gd name="connsiteX35" fmla="*/ 375186 w 750373"/>
              <a:gd name="connsiteY35" fmla="*/ 508521 h 706855"/>
              <a:gd name="connsiteX36" fmla="*/ 410788 w 750373"/>
              <a:gd name="connsiteY36" fmla="*/ 544123 h 706855"/>
              <a:gd name="connsiteX37" fmla="*/ 375186 w 750373"/>
              <a:gd name="connsiteY37" fmla="*/ 579725 h 706855"/>
              <a:gd name="connsiteX38" fmla="*/ 339584 w 750373"/>
              <a:gd name="connsiteY38" fmla="*/ 544123 h 706855"/>
              <a:gd name="connsiteX39" fmla="*/ 375186 w 750373"/>
              <a:gd name="connsiteY39" fmla="*/ 508521 h 706855"/>
              <a:gd name="connsiteX40" fmla="*/ 205394 w 750373"/>
              <a:gd name="connsiteY40" fmla="*/ 508521 h 706855"/>
              <a:gd name="connsiteX41" fmla="*/ 240996 w 750373"/>
              <a:gd name="connsiteY41" fmla="*/ 544123 h 706855"/>
              <a:gd name="connsiteX42" fmla="*/ 205394 w 750373"/>
              <a:gd name="connsiteY42" fmla="*/ 579725 h 706855"/>
              <a:gd name="connsiteX43" fmla="*/ 169792 w 750373"/>
              <a:gd name="connsiteY43" fmla="*/ 544123 h 706855"/>
              <a:gd name="connsiteX44" fmla="*/ 205394 w 750373"/>
              <a:gd name="connsiteY44" fmla="*/ 508521 h 706855"/>
              <a:gd name="connsiteX45" fmla="*/ 35602 w 750373"/>
              <a:gd name="connsiteY45" fmla="*/ 508521 h 706855"/>
              <a:gd name="connsiteX46" fmla="*/ 71204 w 750373"/>
              <a:gd name="connsiteY46" fmla="*/ 544123 h 706855"/>
              <a:gd name="connsiteX47" fmla="*/ 35602 w 750373"/>
              <a:gd name="connsiteY47" fmla="*/ 579725 h 706855"/>
              <a:gd name="connsiteX48" fmla="*/ 0 w 750373"/>
              <a:gd name="connsiteY48" fmla="*/ 544123 h 706855"/>
              <a:gd name="connsiteX49" fmla="*/ 35602 w 750373"/>
              <a:gd name="connsiteY49" fmla="*/ 508521 h 706855"/>
              <a:gd name="connsiteX50" fmla="*/ 714771 w 750373"/>
              <a:gd name="connsiteY50" fmla="*/ 381391 h 706855"/>
              <a:gd name="connsiteX51" fmla="*/ 750373 w 750373"/>
              <a:gd name="connsiteY51" fmla="*/ 416993 h 706855"/>
              <a:gd name="connsiteX52" fmla="*/ 714771 w 750373"/>
              <a:gd name="connsiteY52" fmla="*/ 452595 h 706855"/>
              <a:gd name="connsiteX53" fmla="*/ 679169 w 750373"/>
              <a:gd name="connsiteY53" fmla="*/ 416993 h 706855"/>
              <a:gd name="connsiteX54" fmla="*/ 714771 w 750373"/>
              <a:gd name="connsiteY54" fmla="*/ 381391 h 706855"/>
              <a:gd name="connsiteX55" fmla="*/ 544979 w 750373"/>
              <a:gd name="connsiteY55" fmla="*/ 381391 h 706855"/>
              <a:gd name="connsiteX56" fmla="*/ 580581 w 750373"/>
              <a:gd name="connsiteY56" fmla="*/ 416993 h 706855"/>
              <a:gd name="connsiteX57" fmla="*/ 544979 w 750373"/>
              <a:gd name="connsiteY57" fmla="*/ 452595 h 706855"/>
              <a:gd name="connsiteX58" fmla="*/ 509377 w 750373"/>
              <a:gd name="connsiteY58" fmla="*/ 416993 h 706855"/>
              <a:gd name="connsiteX59" fmla="*/ 544979 w 750373"/>
              <a:gd name="connsiteY59" fmla="*/ 381391 h 706855"/>
              <a:gd name="connsiteX60" fmla="*/ 375186 w 750373"/>
              <a:gd name="connsiteY60" fmla="*/ 381391 h 706855"/>
              <a:gd name="connsiteX61" fmla="*/ 410788 w 750373"/>
              <a:gd name="connsiteY61" fmla="*/ 416993 h 706855"/>
              <a:gd name="connsiteX62" fmla="*/ 375186 w 750373"/>
              <a:gd name="connsiteY62" fmla="*/ 452595 h 706855"/>
              <a:gd name="connsiteX63" fmla="*/ 339584 w 750373"/>
              <a:gd name="connsiteY63" fmla="*/ 416993 h 706855"/>
              <a:gd name="connsiteX64" fmla="*/ 375186 w 750373"/>
              <a:gd name="connsiteY64" fmla="*/ 381391 h 706855"/>
              <a:gd name="connsiteX65" fmla="*/ 205394 w 750373"/>
              <a:gd name="connsiteY65" fmla="*/ 381391 h 706855"/>
              <a:gd name="connsiteX66" fmla="*/ 240996 w 750373"/>
              <a:gd name="connsiteY66" fmla="*/ 416993 h 706855"/>
              <a:gd name="connsiteX67" fmla="*/ 205394 w 750373"/>
              <a:gd name="connsiteY67" fmla="*/ 452595 h 706855"/>
              <a:gd name="connsiteX68" fmla="*/ 169792 w 750373"/>
              <a:gd name="connsiteY68" fmla="*/ 416993 h 706855"/>
              <a:gd name="connsiteX69" fmla="*/ 205394 w 750373"/>
              <a:gd name="connsiteY69" fmla="*/ 381391 h 706855"/>
              <a:gd name="connsiteX70" fmla="*/ 35602 w 750373"/>
              <a:gd name="connsiteY70" fmla="*/ 381391 h 706855"/>
              <a:gd name="connsiteX71" fmla="*/ 71204 w 750373"/>
              <a:gd name="connsiteY71" fmla="*/ 416993 h 706855"/>
              <a:gd name="connsiteX72" fmla="*/ 35602 w 750373"/>
              <a:gd name="connsiteY72" fmla="*/ 452595 h 706855"/>
              <a:gd name="connsiteX73" fmla="*/ 0 w 750373"/>
              <a:gd name="connsiteY73" fmla="*/ 416993 h 706855"/>
              <a:gd name="connsiteX74" fmla="*/ 35602 w 750373"/>
              <a:gd name="connsiteY74" fmla="*/ 381391 h 706855"/>
              <a:gd name="connsiteX75" fmla="*/ 714771 w 750373"/>
              <a:gd name="connsiteY75" fmla="*/ 254260 h 706855"/>
              <a:gd name="connsiteX76" fmla="*/ 750373 w 750373"/>
              <a:gd name="connsiteY76" fmla="*/ 289862 h 706855"/>
              <a:gd name="connsiteX77" fmla="*/ 714771 w 750373"/>
              <a:gd name="connsiteY77" fmla="*/ 325464 h 706855"/>
              <a:gd name="connsiteX78" fmla="*/ 679169 w 750373"/>
              <a:gd name="connsiteY78" fmla="*/ 289862 h 706855"/>
              <a:gd name="connsiteX79" fmla="*/ 714771 w 750373"/>
              <a:gd name="connsiteY79" fmla="*/ 254260 h 706855"/>
              <a:gd name="connsiteX80" fmla="*/ 544979 w 750373"/>
              <a:gd name="connsiteY80" fmla="*/ 254260 h 706855"/>
              <a:gd name="connsiteX81" fmla="*/ 580581 w 750373"/>
              <a:gd name="connsiteY81" fmla="*/ 289862 h 706855"/>
              <a:gd name="connsiteX82" fmla="*/ 544979 w 750373"/>
              <a:gd name="connsiteY82" fmla="*/ 325464 h 706855"/>
              <a:gd name="connsiteX83" fmla="*/ 509377 w 750373"/>
              <a:gd name="connsiteY83" fmla="*/ 289862 h 706855"/>
              <a:gd name="connsiteX84" fmla="*/ 544979 w 750373"/>
              <a:gd name="connsiteY84" fmla="*/ 254260 h 706855"/>
              <a:gd name="connsiteX85" fmla="*/ 375186 w 750373"/>
              <a:gd name="connsiteY85" fmla="*/ 254260 h 706855"/>
              <a:gd name="connsiteX86" fmla="*/ 410788 w 750373"/>
              <a:gd name="connsiteY86" fmla="*/ 289862 h 706855"/>
              <a:gd name="connsiteX87" fmla="*/ 375186 w 750373"/>
              <a:gd name="connsiteY87" fmla="*/ 325464 h 706855"/>
              <a:gd name="connsiteX88" fmla="*/ 339584 w 750373"/>
              <a:gd name="connsiteY88" fmla="*/ 289862 h 706855"/>
              <a:gd name="connsiteX89" fmla="*/ 375186 w 750373"/>
              <a:gd name="connsiteY89" fmla="*/ 254260 h 706855"/>
              <a:gd name="connsiteX90" fmla="*/ 205394 w 750373"/>
              <a:gd name="connsiteY90" fmla="*/ 254260 h 706855"/>
              <a:gd name="connsiteX91" fmla="*/ 240996 w 750373"/>
              <a:gd name="connsiteY91" fmla="*/ 289862 h 706855"/>
              <a:gd name="connsiteX92" fmla="*/ 205394 w 750373"/>
              <a:gd name="connsiteY92" fmla="*/ 325464 h 706855"/>
              <a:gd name="connsiteX93" fmla="*/ 169792 w 750373"/>
              <a:gd name="connsiteY93" fmla="*/ 289862 h 706855"/>
              <a:gd name="connsiteX94" fmla="*/ 205394 w 750373"/>
              <a:gd name="connsiteY94" fmla="*/ 254260 h 706855"/>
              <a:gd name="connsiteX95" fmla="*/ 35602 w 750373"/>
              <a:gd name="connsiteY95" fmla="*/ 254260 h 706855"/>
              <a:gd name="connsiteX96" fmla="*/ 71204 w 750373"/>
              <a:gd name="connsiteY96" fmla="*/ 289862 h 706855"/>
              <a:gd name="connsiteX97" fmla="*/ 35602 w 750373"/>
              <a:gd name="connsiteY97" fmla="*/ 325464 h 706855"/>
              <a:gd name="connsiteX98" fmla="*/ 0 w 750373"/>
              <a:gd name="connsiteY98" fmla="*/ 289862 h 706855"/>
              <a:gd name="connsiteX99" fmla="*/ 35602 w 750373"/>
              <a:gd name="connsiteY99" fmla="*/ 254260 h 706855"/>
              <a:gd name="connsiteX100" fmla="*/ 714771 w 750373"/>
              <a:gd name="connsiteY100" fmla="*/ 127130 h 706855"/>
              <a:gd name="connsiteX101" fmla="*/ 750373 w 750373"/>
              <a:gd name="connsiteY101" fmla="*/ 162732 h 706855"/>
              <a:gd name="connsiteX102" fmla="*/ 714771 w 750373"/>
              <a:gd name="connsiteY102" fmla="*/ 198334 h 706855"/>
              <a:gd name="connsiteX103" fmla="*/ 679169 w 750373"/>
              <a:gd name="connsiteY103" fmla="*/ 162732 h 706855"/>
              <a:gd name="connsiteX104" fmla="*/ 714771 w 750373"/>
              <a:gd name="connsiteY104" fmla="*/ 127130 h 706855"/>
              <a:gd name="connsiteX105" fmla="*/ 544979 w 750373"/>
              <a:gd name="connsiteY105" fmla="*/ 127130 h 706855"/>
              <a:gd name="connsiteX106" fmla="*/ 580581 w 750373"/>
              <a:gd name="connsiteY106" fmla="*/ 162732 h 706855"/>
              <a:gd name="connsiteX107" fmla="*/ 544979 w 750373"/>
              <a:gd name="connsiteY107" fmla="*/ 198334 h 706855"/>
              <a:gd name="connsiteX108" fmla="*/ 509377 w 750373"/>
              <a:gd name="connsiteY108" fmla="*/ 162732 h 706855"/>
              <a:gd name="connsiteX109" fmla="*/ 544979 w 750373"/>
              <a:gd name="connsiteY109" fmla="*/ 127130 h 706855"/>
              <a:gd name="connsiteX110" fmla="*/ 375186 w 750373"/>
              <a:gd name="connsiteY110" fmla="*/ 127130 h 706855"/>
              <a:gd name="connsiteX111" fmla="*/ 410788 w 750373"/>
              <a:gd name="connsiteY111" fmla="*/ 162732 h 706855"/>
              <a:gd name="connsiteX112" fmla="*/ 375186 w 750373"/>
              <a:gd name="connsiteY112" fmla="*/ 198334 h 706855"/>
              <a:gd name="connsiteX113" fmla="*/ 339584 w 750373"/>
              <a:gd name="connsiteY113" fmla="*/ 162732 h 706855"/>
              <a:gd name="connsiteX114" fmla="*/ 375186 w 750373"/>
              <a:gd name="connsiteY114" fmla="*/ 127130 h 706855"/>
              <a:gd name="connsiteX115" fmla="*/ 205394 w 750373"/>
              <a:gd name="connsiteY115" fmla="*/ 127130 h 706855"/>
              <a:gd name="connsiteX116" fmla="*/ 240996 w 750373"/>
              <a:gd name="connsiteY116" fmla="*/ 162732 h 706855"/>
              <a:gd name="connsiteX117" fmla="*/ 205394 w 750373"/>
              <a:gd name="connsiteY117" fmla="*/ 198334 h 706855"/>
              <a:gd name="connsiteX118" fmla="*/ 169792 w 750373"/>
              <a:gd name="connsiteY118" fmla="*/ 162732 h 706855"/>
              <a:gd name="connsiteX119" fmla="*/ 205394 w 750373"/>
              <a:gd name="connsiteY119" fmla="*/ 127130 h 706855"/>
              <a:gd name="connsiteX120" fmla="*/ 35602 w 750373"/>
              <a:gd name="connsiteY120" fmla="*/ 127130 h 706855"/>
              <a:gd name="connsiteX121" fmla="*/ 71204 w 750373"/>
              <a:gd name="connsiteY121" fmla="*/ 162732 h 706855"/>
              <a:gd name="connsiteX122" fmla="*/ 35602 w 750373"/>
              <a:gd name="connsiteY122" fmla="*/ 198334 h 706855"/>
              <a:gd name="connsiteX123" fmla="*/ 0 w 750373"/>
              <a:gd name="connsiteY123" fmla="*/ 162732 h 706855"/>
              <a:gd name="connsiteX124" fmla="*/ 35602 w 750373"/>
              <a:gd name="connsiteY124" fmla="*/ 127130 h 706855"/>
              <a:gd name="connsiteX125" fmla="*/ 375186 w 750373"/>
              <a:gd name="connsiteY125" fmla="*/ 2 h 706855"/>
              <a:gd name="connsiteX126" fmla="*/ 410788 w 750373"/>
              <a:gd name="connsiteY126" fmla="*/ 35604 h 706855"/>
              <a:gd name="connsiteX127" fmla="*/ 375186 w 750373"/>
              <a:gd name="connsiteY127" fmla="*/ 71206 h 706855"/>
              <a:gd name="connsiteX128" fmla="*/ 339584 w 750373"/>
              <a:gd name="connsiteY128" fmla="*/ 35604 h 706855"/>
              <a:gd name="connsiteX129" fmla="*/ 375186 w 750373"/>
              <a:gd name="connsiteY129" fmla="*/ 2 h 706855"/>
              <a:gd name="connsiteX130" fmla="*/ 35602 w 750373"/>
              <a:gd name="connsiteY130" fmla="*/ 1 h 706855"/>
              <a:gd name="connsiteX131" fmla="*/ 71204 w 750373"/>
              <a:gd name="connsiteY131" fmla="*/ 35603 h 706855"/>
              <a:gd name="connsiteX132" fmla="*/ 35602 w 750373"/>
              <a:gd name="connsiteY132" fmla="*/ 71205 h 706855"/>
              <a:gd name="connsiteX133" fmla="*/ 0 w 750373"/>
              <a:gd name="connsiteY133" fmla="*/ 35603 h 706855"/>
              <a:gd name="connsiteX134" fmla="*/ 35602 w 750373"/>
              <a:gd name="connsiteY134" fmla="*/ 1 h 706855"/>
              <a:gd name="connsiteX135" fmla="*/ 714771 w 750373"/>
              <a:gd name="connsiteY135" fmla="*/ 0 h 706855"/>
              <a:gd name="connsiteX136" fmla="*/ 750373 w 750373"/>
              <a:gd name="connsiteY136" fmla="*/ 35602 h 706855"/>
              <a:gd name="connsiteX137" fmla="*/ 714771 w 750373"/>
              <a:gd name="connsiteY137" fmla="*/ 71204 h 706855"/>
              <a:gd name="connsiteX138" fmla="*/ 679169 w 750373"/>
              <a:gd name="connsiteY138" fmla="*/ 35602 h 706855"/>
              <a:gd name="connsiteX139" fmla="*/ 714771 w 750373"/>
              <a:gd name="connsiteY139" fmla="*/ 0 h 706855"/>
              <a:gd name="connsiteX140" fmla="*/ 544979 w 750373"/>
              <a:gd name="connsiteY140" fmla="*/ 0 h 706855"/>
              <a:gd name="connsiteX141" fmla="*/ 580581 w 750373"/>
              <a:gd name="connsiteY141" fmla="*/ 35602 h 706855"/>
              <a:gd name="connsiteX142" fmla="*/ 544979 w 750373"/>
              <a:gd name="connsiteY142" fmla="*/ 71204 h 706855"/>
              <a:gd name="connsiteX143" fmla="*/ 509377 w 750373"/>
              <a:gd name="connsiteY143" fmla="*/ 35602 h 706855"/>
              <a:gd name="connsiteX144" fmla="*/ 544979 w 750373"/>
              <a:gd name="connsiteY144" fmla="*/ 0 h 706855"/>
              <a:gd name="connsiteX145" fmla="*/ 205394 w 750373"/>
              <a:gd name="connsiteY145" fmla="*/ 0 h 706855"/>
              <a:gd name="connsiteX146" fmla="*/ 240996 w 750373"/>
              <a:gd name="connsiteY146" fmla="*/ 35602 h 706855"/>
              <a:gd name="connsiteX147" fmla="*/ 205394 w 750373"/>
              <a:gd name="connsiteY147" fmla="*/ 71204 h 706855"/>
              <a:gd name="connsiteX148" fmla="*/ 169792 w 750373"/>
              <a:gd name="connsiteY148" fmla="*/ 35602 h 706855"/>
              <a:gd name="connsiteX149" fmla="*/ 205394 w 750373"/>
              <a:gd name="connsiteY149" fmla="*/ 0 h 706855"/>
            </a:gdLst>
            <a:ahLst/>
            <a:cxnLst/>
            <a:rect l="l" t="t" r="r" b="b"/>
            <a:pathLst>
              <a:path w="750373" h="706855">
                <a:moveTo>
                  <a:pt x="714771" y="635651"/>
                </a:moveTo>
                <a:cubicBezTo>
                  <a:pt x="734433" y="635651"/>
                  <a:pt x="750373" y="651591"/>
                  <a:pt x="750373" y="671253"/>
                </a:cubicBezTo>
                <a:cubicBezTo>
                  <a:pt x="750373" y="690915"/>
                  <a:pt x="734433" y="706855"/>
                  <a:pt x="714771" y="706855"/>
                </a:cubicBezTo>
                <a:cubicBezTo>
                  <a:pt x="695109" y="706855"/>
                  <a:pt x="679169" y="690915"/>
                  <a:pt x="679169" y="671253"/>
                </a:cubicBezTo>
                <a:cubicBezTo>
                  <a:pt x="679169" y="651591"/>
                  <a:pt x="695109" y="635651"/>
                  <a:pt x="714771" y="635651"/>
                </a:cubicBezTo>
                <a:close/>
                <a:moveTo>
                  <a:pt x="544979" y="635651"/>
                </a:moveTo>
                <a:cubicBezTo>
                  <a:pt x="564641" y="635651"/>
                  <a:pt x="580581" y="651591"/>
                  <a:pt x="580581" y="671253"/>
                </a:cubicBezTo>
                <a:cubicBezTo>
                  <a:pt x="580581" y="690915"/>
                  <a:pt x="564641" y="706855"/>
                  <a:pt x="544979" y="706855"/>
                </a:cubicBezTo>
                <a:cubicBezTo>
                  <a:pt x="525317" y="706855"/>
                  <a:pt x="509377" y="690915"/>
                  <a:pt x="509377" y="671253"/>
                </a:cubicBezTo>
                <a:cubicBezTo>
                  <a:pt x="509377" y="651591"/>
                  <a:pt x="525317" y="635651"/>
                  <a:pt x="544979" y="635651"/>
                </a:cubicBezTo>
                <a:close/>
                <a:moveTo>
                  <a:pt x="375186" y="635651"/>
                </a:moveTo>
                <a:cubicBezTo>
                  <a:pt x="394848" y="635651"/>
                  <a:pt x="410788" y="651591"/>
                  <a:pt x="410788" y="671253"/>
                </a:cubicBezTo>
                <a:cubicBezTo>
                  <a:pt x="410788" y="690915"/>
                  <a:pt x="394848" y="706855"/>
                  <a:pt x="375186" y="706855"/>
                </a:cubicBezTo>
                <a:cubicBezTo>
                  <a:pt x="355524" y="706855"/>
                  <a:pt x="339584" y="690915"/>
                  <a:pt x="339584" y="671253"/>
                </a:cubicBezTo>
                <a:cubicBezTo>
                  <a:pt x="339584" y="651591"/>
                  <a:pt x="355524" y="635651"/>
                  <a:pt x="375186" y="635651"/>
                </a:cubicBezTo>
                <a:close/>
                <a:moveTo>
                  <a:pt x="205394" y="635651"/>
                </a:moveTo>
                <a:cubicBezTo>
                  <a:pt x="225056" y="635651"/>
                  <a:pt x="240996" y="651591"/>
                  <a:pt x="240996" y="671253"/>
                </a:cubicBezTo>
                <a:cubicBezTo>
                  <a:pt x="240996" y="690915"/>
                  <a:pt x="225056" y="706855"/>
                  <a:pt x="205394" y="706855"/>
                </a:cubicBezTo>
                <a:cubicBezTo>
                  <a:pt x="185732" y="706855"/>
                  <a:pt x="169792" y="690915"/>
                  <a:pt x="169792" y="671253"/>
                </a:cubicBezTo>
                <a:cubicBezTo>
                  <a:pt x="169792" y="651591"/>
                  <a:pt x="185732" y="635651"/>
                  <a:pt x="205394" y="635651"/>
                </a:cubicBezTo>
                <a:close/>
                <a:moveTo>
                  <a:pt x="35602" y="635651"/>
                </a:moveTo>
                <a:cubicBezTo>
                  <a:pt x="55264" y="635651"/>
                  <a:pt x="71204" y="651591"/>
                  <a:pt x="71204" y="671253"/>
                </a:cubicBezTo>
                <a:cubicBezTo>
                  <a:pt x="71204" y="690915"/>
                  <a:pt x="55264" y="706855"/>
                  <a:pt x="35602" y="706855"/>
                </a:cubicBezTo>
                <a:cubicBezTo>
                  <a:pt x="15940" y="706855"/>
                  <a:pt x="0" y="690915"/>
                  <a:pt x="0" y="671253"/>
                </a:cubicBezTo>
                <a:cubicBezTo>
                  <a:pt x="0" y="651591"/>
                  <a:pt x="15940" y="635651"/>
                  <a:pt x="35602" y="635651"/>
                </a:cubicBezTo>
                <a:close/>
                <a:moveTo>
                  <a:pt x="714771" y="508521"/>
                </a:moveTo>
                <a:cubicBezTo>
                  <a:pt x="734433" y="508521"/>
                  <a:pt x="750373" y="524461"/>
                  <a:pt x="750373" y="544123"/>
                </a:cubicBezTo>
                <a:cubicBezTo>
                  <a:pt x="750373" y="563785"/>
                  <a:pt x="734433" y="579725"/>
                  <a:pt x="714771" y="579725"/>
                </a:cubicBezTo>
                <a:cubicBezTo>
                  <a:pt x="695109" y="579725"/>
                  <a:pt x="679169" y="563785"/>
                  <a:pt x="679169" y="544123"/>
                </a:cubicBezTo>
                <a:cubicBezTo>
                  <a:pt x="679169" y="524461"/>
                  <a:pt x="695109" y="508521"/>
                  <a:pt x="714771" y="508521"/>
                </a:cubicBezTo>
                <a:close/>
                <a:moveTo>
                  <a:pt x="544979" y="508521"/>
                </a:moveTo>
                <a:cubicBezTo>
                  <a:pt x="564641" y="508521"/>
                  <a:pt x="580581" y="524461"/>
                  <a:pt x="580581" y="544123"/>
                </a:cubicBezTo>
                <a:cubicBezTo>
                  <a:pt x="580581" y="563785"/>
                  <a:pt x="564641" y="579725"/>
                  <a:pt x="544979" y="579725"/>
                </a:cubicBezTo>
                <a:cubicBezTo>
                  <a:pt x="525317" y="579725"/>
                  <a:pt x="509377" y="563785"/>
                  <a:pt x="509377" y="544123"/>
                </a:cubicBezTo>
                <a:cubicBezTo>
                  <a:pt x="509377" y="524461"/>
                  <a:pt x="525317" y="508521"/>
                  <a:pt x="544979" y="508521"/>
                </a:cubicBezTo>
                <a:close/>
                <a:moveTo>
                  <a:pt x="375186" y="508521"/>
                </a:moveTo>
                <a:cubicBezTo>
                  <a:pt x="394848" y="508521"/>
                  <a:pt x="410788" y="524461"/>
                  <a:pt x="410788" y="544123"/>
                </a:cubicBezTo>
                <a:cubicBezTo>
                  <a:pt x="410788" y="563785"/>
                  <a:pt x="394848" y="579725"/>
                  <a:pt x="375186" y="579725"/>
                </a:cubicBezTo>
                <a:cubicBezTo>
                  <a:pt x="355524" y="579725"/>
                  <a:pt x="339584" y="563785"/>
                  <a:pt x="339584" y="544123"/>
                </a:cubicBezTo>
                <a:cubicBezTo>
                  <a:pt x="339584" y="524461"/>
                  <a:pt x="355524" y="508521"/>
                  <a:pt x="375186" y="508521"/>
                </a:cubicBezTo>
                <a:close/>
                <a:moveTo>
                  <a:pt x="205394" y="508521"/>
                </a:moveTo>
                <a:cubicBezTo>
                  <a:pt x="225056" y="508521"/>
                  <a:pt x="240996" y="524461"/>
                  <a:pt x="240996" y="544123"/>
                </a:cubicBezTo>
                <a:cubicBezTo>
                  <a:pt x="240996" y="563785"/>
                  <a:pt x="225056" y="579725"/>
                  <a:pt x="205394" y="579725"/>
                </a:cubicBezTo>
                <a:cubicBezTo>
                  <a:pt x="185732" y="579725"/>
                  <a:pt x="169792" y="563785"/>
                  <a:pt x="169792" y="544123"/>
                </a:cubicBezTo>
                <a:cubicBezTo>
                  <a:pt x="169792" y="524461"/>
                  <a:pt x="185732" y="508521"/>
                  <a:pt x="205394" y="508521"/>
                </a:cubicBezTo>
                <a:close/>
                <a:moveTo>
                  <a:pt x="35602" y="508521"/>
                </a:moveTo>
                <a:cubicBezTo>
                  <a:pt x="55264" y="508521"/>
                  <a:pt x="71204" y="524461"/>
                  <a:pt x="71204" y="544123"/>
                </a:cubicBezTo>
                <a:cubicBezTo>
                  <a:pt x="71204" y="563785"/>
                  <a:pt x="55264" y="579725"/>
                  <a:pt x="35602" y="579725"/>
                </a:cubicBezTo>
                <a:cubicBezTo>
                  <a:pt x="15940" y="579725"/>
                  <a:pt x="0" y="563785"/>
                  <a:pt x="0" y="544123"/>
                </a:cubicBezTo>
                <a:cubicBezTo>
                  <a:pt x="0" y="524461"/>
                  <a:pt x="15940" y="508521"/>
                  <a:pt x="35602" y="508521"/>
                </a:cubicBezTo>
                <a:close/>
                <a:moveTo>
                  <a:pt x="714771" y="381391"/>
                </a:moveTo>
                <a:cubicBezTo>
                  <a:pt x="734433" y="381391"/>
                  <a:pt x="750373" y="397331"/>
                  <a:pt x="750373" y="416993"/>
                </a:cubicBezTo>
                <a:cubicBezTo>
                  <a:pt x="750373" y="436655"/>
                  <a:pt x="734433" y="452595"/>
                  <a:pt x="714771" y="452595"/>
                </a:cubicBezTo>
                <a:cubicBezTo>
                  <a:pt x="695109" y="452595"/>
                  <a:pt x="679169" y="436655"/>
                  <a:pt x="679169" y="416993"/>
                </a:cubicBezTo>
                <a:cubicBezTo>
                  <a:pt x="679169" y="397331"/>
                  <a:pt x="695109" y="381391"/>
                  <a:pt x="714771" y="381391"/>
                </a:cubicBezTo>
                <a:close/>
                <a:moveTo>
                  <a:pt x="544979" y="381391"/>
                </a:moveTo>
                <a:cubicBezTo>
                  <a:pt x="564641" y="381391"/>
                  <a:pt x="580581" y="397331"/>
                  <a:pt x="580581" y="416993"/>
                </a:cubicBezTo>
                <a:cubicBezTo>
                  <a:pt x="580581" y="436655"/>
                  <a:pt x="564641" y="452595"/>
                  <a:pt x="544979" y="452595"/>
                </a:cubicBezTo>
                <a:cubicBezTo>
                  <a:pt x="525317" y="452595"/>
                  <a:pt x="509377" y="436655"/>
                  <a:pt x="509377" y="416993"/>
                </a:cubicBezTo>
                <a:cubicBezTo>
                  <a:pt x="509377" y="397331"/>
                  <a:pt x="525317" y="381391"/>
                  <a:pt x="544979" y="381391"/>
                </a:cubicBezTo>
                <a:close/>
                <a:moveTo>
                  <a:pt x="375186" y="381391"/>
                </a:moveTo>
                <a:cubicBezTo>
                  <a:pt x="394848" y="381391"/>
                  <a:pt x="410788" y="397331"/>
                  <a:pt x="410788" y="416993"/>
                </a:cubicBezTo>
                <a:cubicBezTo>
                  <a:pt x="410788" y="436655"/>
                  <a:pt x="394848" y="452595"/>
                  <a:pt x="375186" y="452595"/>
                </a:cubicBezTo>
                <a:cubicBezTo>
                  <a:pt x="355524" y="452595"/>
                  <a:pt x="339584" y="436655"/>
                  <a:pt x="339584" y="416993"/>
                </a:cubicBezTo>
                <a:cubicBezTo>
                  <a:pt x="339584" y="397331"/>
                  <a:pt x="355524" y="381391"/>
                  <a:pt x="375186" y="381391"/>
                </a:cubicBezTo>
                <a:close/>
                <a:moveTo>
                  <a:pt x="205394" y="381391"/>
                </a:moveTo>
                <a:cubicBezTo>
                  <a:pt x="225056" y="381391"/>
                  <a:pt x="240996" y="397331"/>
                  <a:pt x="240996" y="416993"/>
                </a:cubicBezTo>
                <a:cubicBezTo>
                  <a:pt x="240996" y="436655"/>
                  <a:pt x="225056" y="452595"/>
                  <a:pt x="205394" y="452595"/>
                </a:cubicBezTo>
                <a:cubicBezTo>
                  <a:pt x="185732" y="452595"/>
                  <a:pt x="169792" y="436655"/>
                  <a:pt x="169792" y="416993"/>
                </a:cubicBezTo>
                <a:cubicBezTo>
                  <a:pt x="169792" y="397331"/>
                  <a:pt x="185732" y="381391"/>
                  <a:pt x="205394" y="381391"/>
                </a:cubicBezTo>
                <a:close/>
                <a:moveTo>
                  <a:pt x="35602" y="381391"/>
                </a:moveTo>
                <a:cubicBezTo>
                  <a:pt x="55264" y="381391"/>
                  <a:pt x="71204" y="397331"/>
                  <a:pt x="71204" y="416993"/>
                </a:cubicBezTo>
                <a:cubicBezTo>
                  <a:pt x="71204" y="436655"/>
                  <a:pt x="55264" y="452595"/>
                  <a:pt x="35602" y="452595"/>
                </a:cubicBezTo>
                <a:cubicBezTo>
                  <a:pt x="15940" y="452595"/>
                  <a:pt x="0" y="436655"/>
                  <a:pt x="0" y="416993"/>
                </a:cubicBezTo>
                <a:cubicBezTo>
                  <a:pt x="0" y="397331"/>
                  <a:pt x="15940" y="381391"/>
                  <a:pt x="35602" y="381391"/>
                </a:cubicBezTo>
                <a:close/>
                <a:moveTo>
                  <a:pt x="714771" y="254260"/>
                </a:moveTo>
                <a:cubicBezTo>
                  <a:pt x="734433" y="254260"/>
                  <a:pt x="750373" y="270200"/>
                  <a:pt x="750373" y="289862"/>
                </a:cubicBezTo>
                <a:cubicBezTo>
                  <a:pt x="750373" y="309524"/>
                  <a:pt x="734433" y="325464"/>
                  <a:pt x="714771" y="325464"/>
                </a:cubicBezTo>
                <a:cubicBezTo>
                  <a:pt x="695109" y="325464"/>
                  <a:pt x="679169" y="309524"/>
                  <a:pt x="679169" y="289862"/>
                </a:cubicBezTo>
                <a:cubicBezTo>
                  <a:pt x="679169" y="270200"/>
                  <a:pt x="695109" y="254260"/>
                  <a:pt x="714771" y="254260"/>
                </a:cubicBezTo>
                <a:close/>
                <a:moveTo>
                  <a:pt x="544979" y="254260"/>
                </a:moveTo>
                <a:cubicBezTo>
                  <a:pt x="564641" y="254260"/>
                  <a:pt x="580581" y="270200"/>
                  <a:pt x="580581" y="289862"/>
                </a:cubicBezTo>
                <a:cubicBezTo>
                  <a:pt x="580581" y="309524"/>
                  <a:pt x="564641" y="325464"/>
                  <a:pt x="544979" y="325464"/>
                </a:cubicBezTo>
                <a:cubicBezTo>
                  <a:pt x="525317" y="325464"/>
                  <a:pt x="509377" y="309524"/>
                  <a:pt x="509377" y="289862"/>
                </a:cubicBezTo>
                <a:cubicBezTo>
                  <a:pt x="509377" y="270200"/>
                  <a:pt x="525317" y="254260"/>
                  <a:pt x="544979" y="254260"/>
                </a:cubicBezTo>
                <a:close/>
                <a:moveTo>
                  <a:pt x="375186" y="254260"/>
                </a:moveTo>
                <a:cubicBezTo>
                  <a:pt x="394848" y="254260"/>
                  <a:pt x="410788" y="270200"/>
                  <a:pt x="410788" y="289862"/>
                </a:cubicBezTo>
                <a:cubicBezTo>
                  <a:pt x="410788" y="309524"/>
                  <a:pt x="394848" y="325464"/>
                  <a:pt x="375186" y="325464"/>
                </a:cubicBezTo>
                <a:cubicBezTo>
                  <a:pt x="355524" y="325464"/>
                  <a:pt x="339584" y="309524"/>
                  <a:pt x="339584" y="289862"/>
                </a:cubicBezTo>
                <a:cubicBezTo>
                  <a:pt x="339584" y="270200"/>
                  <a:pt x="355524" y="254260"/>
                  <a:pt x="375186" y="254260"/>
                </a:cubicBezTo>
                <a:close/>
                <a:moveTo>
                  <a:pt x="205394" y="254260"/>
                </a:moveTo>
                <a:cubicBezTo>
                  <a:pt x="225056" y="254260"/>
                  <a:pt x="240996" y="270200"/>
                  <a:pt x="240996" y="289862"/>
                </a:cubicBezTo>
                <a:cubicBezTo>
                  <a:pt x="240996" y="309524"/>
                  <a:pt x="225056" y="325464"/>
                  <a:pt x="205394" y="325464"/>
                </a:cubicBezTo>
                <a:cubicBezTo>
                  <a:pt x="185732" y="325464"/>
                  <a:pt x="169792" y="309524"/>
                  <a:pt x="169792" y="289862"/>
                </a:cubicBezTo>
                <a:cubicBezTo>
                  <a:pt x="169792" y="270200"/>
                  <a:pt x="185732" y="254260"/>
                  <a:pt x="205394" y="254260"/>
                </a:cubicBezTo>
                <a:close/>
                <a:moveTo>
                  <a:pt x="35602" y="254260"/>
                </a:moveTo>
                <a:cubicBezTo>
                  <a:pt x="55264" y="254260"/>
                  <a:pt x="71204" y="270200"/>
                  <a:pt x="71204" y="289862"/>
                </a:cubicBezTo>
                <a:cubicBezTo>
                  <a:pt x="71204" y="309524"/>
                  <a:pt x="55264" y="325464"/>
                  <a:pt x="35602" y="325464"/>
                </a:cubicBezTo>
                <a:cubicBezTo>
                  <a:pt x="15940" y="325464"/>
                  <a:pt x="0" y="309524"/>
                  <a:pt x="0" y="289862"/>
                </a:cubicBezTo>
                <a:cubicBezTo>
                  <a:pt x="0" y="270200"/>
                  <a:pt x="15940" y="254260"/>
                  <a:pt x="35602" y="254260"/>
                </a:cubicBezTo>
                <a:close/>
                <a:moveTo>
                  <a:pt x="714771" y="127130"/>
                </a:moveTo>
                <a:cubicBezTo>
                  <a:pt x="734433" y="127130"/>
                  <a:pt x="750373" y="143070"/>
                  <a:pt x="750373" y="162732"/>
                </a:cubicBezTo>
                <a:cubicBezTo>
                  <a:pt x="750373" y="182394"/>
                  <a:pt x="734433" y="198334"/>
                  <a:pt x="714771" y="198334"/>
                </a:cubicBezTo>
                <a:cubicBezTo>
                  <a:pt x="695109" y="198334"/>
                  <a:pt x="679169" y="182394"/>
                  <a:pt x="679169" y="162732"/>
                </a:cubicBezTo>
                <a:cubicBezTo>
                  <a:pt x="679169" y="143070"/>
                  <a:pt x="695109" y="127130"/>
                  <a:pt x="714771" y="127130"/>
                </a:cubicBezTo>
                <a:close/>
                <a:moveTo>
                  <a:pt x="544979" y="127130"/>
                </a:moveTo>
                <a:cubicBezTo>
                  <a:pt x="564641" y="127130"/>
                  <a:pt x="580581" y="143070"/>
                  <a:pt x="580581" y="162732"/>
                </a:cubicBezTo>
                <a:cubicBezTo>
                  <a:pt x="580581" y="182394"/>
                  <a:pt x="564641" y="198334"/>
                  <a:pt x="544979" y="198334"/>
                </a:cubicBezTo>
                <a:cubicBezTo>
                  <a:pt x="525317" y="198334"/>
                  <a:pt x="509377" y="182394"/>
                  <a:pt x="509377" y="162732"/>
                </a:cubicBezTo>
                <a:cubicBezTo>
                  <a:pt x="509377" y="143070"/>
                  <a:pt x="525317" y="127130"/>
                  <a:pt x="544979" y="127130"/>
                </a:cubicBezTo>
                <a:close/>
                <a:moveTo>
                  <a:pt x="375186" y="127130"/>
                </a:moveTo>
                <a:cubicBezTo>
                  <a:pt x="394848" y="127130"/>
                  <a:pt x="410788" y="143070"/>
                  <a:pt x="410788" y="162732"/>
                </a:cubicBezTo>
                <a:cubicBezTo>
                  <a:pt x="410788" y="182394"/>
                  <a:pt x="394848" y="198334"/>
                  <a:pt x="375186" y="198334"/>
                </a:cubicBezTo>
                <a:cubicBezTo>
                  <a:pt x="355524" y="198334"/>
                  <a:pt x="339584" y="182394"/>
                  <a:pt x="339584" y="162732"/>
                </a:cubicBezTo>
                <a:cubicBezTo>
                  <a:pt x="339584" y="143070"/>
                  <a:pt x="355524" y="127130"/>
                  <a:pt x="375186" y="127130"/>
                </a:cubicBezTo>
                <a:close/>
                <a:moveTo>
                  <a:pt x="205394" y="127130"/>
                </a:moveTo>
                <a:cubicBezTo>
                  <a:pt x="225056" y="127130"/>
                  <a:pt x="240996" y="143070"/>
                  <a:pt x="240996" y="162732"/>
                </a:cubicBezTo>
                <a:cubicBezTo>
                  <a:pt x="240996" y="182394"/>
                  <a:pt x="225056" y="198334"/>
                  <a:pt x="205394" y="198334"/>
                </a:cubicBezTo>
                <a:cubicBezTo>
                  <a:pt x="185732" y="198334"/>
                  <a:pt x="169792" y="182394"/>
                  <a:pt x="169792" y="162732"/>
                </a:cubicBezTo>
                <a:cubicBezTo>
                  <a:pt x="169792" y="143070"/>
                  <a:pt x="185732" y="127130"/>
                  <a:pt x="205394" y="127130"/>
                </a:cubicBezTo>
                <a:close/>
                <a:moveTo>
                  <a:pt x="35602" y="127130"/>
                </a:moveTo>
                <a:cubicBezTo>
                  <a:pt x="55264" y="127130"/>
                  <a:pt x="71204" y="143070"/>
                  <a:pt x="71204" y="162732"/>
                </a:cubicBezTo>
                <a:cubicBezTo>
                  <a:pt x="71204" y="182394"/>
                  <a:pt x="55264" y="198334"/>
                  <a:pt x="35602" y="198334"/>
                </a:cubicBezTo>
                <a:cubicBezTo>
                  <a:pt x="15940" y="198334"/>
                  <a:pt x="0" y="182394"/>
                  <a:pt x="0" y="162732"/>
                </a:cubicBezTo>
                <a:cubicBezTo>
                  <a:pt x="0" y="143070"/>
                  <a:pt x="15940" y="127130"/>
                  <a:pt x="35602" y="127130"/>
                </a:cubicBezTo>
                <a:close/>
                <a:moveTo>
                  <a:pt x="375186" y="2"/>
                </a:moveTo>
                <a:cubicBezTo>
                  <a:pt x="394848" y="2"/>
                  <a:pt x="410788" y="15942"/>
                  <a:pt x="410788" y="35604"/>
                </a:cubicBezTo>
                <a:cubicBezTo>
                  <a:pt x="410788" y="55266"/>
                  <a:pt x="394848" y="71206"/>
                  <a:pt x="375186" y="71206"/>
                </a:cubicBezTo>
                <a:cubicBezTo>
                  <a:pt x="355524" y="71206"/>
                  <a:pt x="339584" y="55266"/>
                  <a:pt x="339584" y="35604"/>
                </a:cubicBezTo>
                <a:cubicBezTo>
                  <a:pt x="339584" y="15942"/>
                  <a:pt x="355524" y="2"/>
                  <a:pt x="375186" y="2"/>
                </a:cubicBezTo>
                <a:close/>
                <a:moveTo>
                  <a:pt x="35602" y="1"/>
                </a:moveTo>
                <a:cubicBezTo>
                  <a:pt x="55264" y="1"/>
                  <a:pt x="71204" y="15941"/>
                  <a:pt x="71204" y="35603"/>
                </a:cubicBezTo>
                <a:cubicBezTo>
                  <a:pt x="71204" y="55265"/>
                  <a:pt x="55264" y="71205"/>
                  <a:pt x="35602" y="71205"/>
                </a:cubicBezTo>
                <a:cubicBezTo>
                  <a:pt x="15940" y="71205"/>
                  <a:pt x="0" y="55265"/>
                  <a:pt x="0" y="35603"/>
                </a:cubicBezTo>
                <a:cubicBezTo>
                  <a:pt x="0" y="15941"/>
                  <a:pt x="15940" y="1"/>
                  <a:pt x="35602" y="1"/>
                </a:cubicBezTo>
                <a:close/>
                <a:moveTo>
                  <a:pt x="714771" y="0"/>
                </a:moveTo>
                <a:cubicBezTo>
                  <a:pt x="734433" y="0"/>
                  <a:pt x="750373" y="15940"/>
                  <a:pt x="750373" y="35602"/>
                </a:cubicBezTo>
                <a:cubicBezTo>
                  <a:pt x="750373" y="55264"/>
                  <a:pt x="734433" y="71204"/>
                  <a:pt x="714771" y="71204"/>
                </a:cubicBezTo>
                <a:cubicBezTo>
                  <a:pt x="695109" y="71204"/>
                  <a:pt x="679169" y="55264"/>
                  <a:pt x="679169" y="35602"/>
                </a:cubicBezTo>
                <a:cubicBezTo>
                  <a:pt x="679169" y="15940"/>
                  <a:pt x="695109" y="0"/>
                  <a:pt x="714771" y="0"/>
                </a:cubicBezTo>
                <a:close/>
                <a:moveTo>
                  <a:pt x="544979" y="0"/>
                </a:moveTo>
                <a:cubicBezTo>
                  <a:pt x="564641" y="0"/>
                  <a:pt x="580581" y="15940"/>
                  <a:pt x="580581" y="35602"/>
                </a:cubicBezTo>
                <a:cubicBezTo>
                  <a:pt x="580581" y="55264"/>
                  <a:pt x="564641" y="71204"/>
                  <a:pt x="544979" y="71204"/>
                </a:cubicBezTo>
                <a:cubicBezTo>
                  <a:pt x="525317" y="71204"/>
                  <a:pt x="509377" y="55264"/>
                  <a:pt x="509377" y="35602"/>
                </a:cubicBezTo>
                <a:cubicBezTo>
                  <a:pt x="509377" y="15940"/>
                  <a:pt x="525317" y="0"/>
                  <a:pt x="544979" y="0"/>
                </a:cubicBezTo>
                <a:close/>
                <a:moveTo>
                  <a:pt x="205394" y="0"/>
                </a:moveTo>
                <a:cubicBezTo>
                  <a:pt x="225056" y="0"/>
                  <a:pt x="240996" y="15940"/>
                  <a:pt x="240996" y="35602"/>
                </a:cubicBezTo>
                <a:cubicBezTo>
                  <a:pt x="240996" y="55264"/>
                  <a:pt x="225056" y="71204"/>
                  <a:pt x="205394" y="71204"/>
                </a:cubicBezTo>
                <a:cubicBezTo>
                  <a:pt x="185732" y="71204"/>
                  <a:pt x="169792" y="55264"/>
                  <a:pt x="169792" y="35602"/>
                </a:cubicBezTo>
                <a:cubicBezTo>
                  <a:pt x="169792" y="15940"/>
                  <a:pt x="185732" y="0"/>
                  <a:pt x="20539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540000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4" cstate="hqprint"/>
          <a:stretch>
            <a:fillRect/>
          </a:stretch>
        </p:blipFill>
        <p:spPr>
          <a:xfrm>
            <a:off x="14589" y="4648371"/>
            <a:ext cx="3585088" cy="21523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950031" y="2713341"/>
            <a:ext cx="6571409" cy="5530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示</a:t>
            </a:r>
            <a:r>
              <a:rPr lang="zh-CN" altLang="en-US" sz="2000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示例内</a:t>
            </a:r>
            <a:r>
              <a:rPr lang="en-US" altLang="zh-CN" sz="2000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示</a:t>
            </a:r>
            <a:r>
              <a:rPr lang="zh-CN" altLang="en-US" sz="2000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：示例内容，公开模，板示例，内容公开 。模</a:t>
            </a:r>
            <a:endParaRPr lang="en-US" altLang="zh-CN" sz="2000" b="1" dirty="0">
              <a:solidFill>
                <a:prstClr val="black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50031" y="1453159"/>
            <a:ext cx="6219483" cy="749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2"/>
                </a:solidFill>
                <a:latin typeface="+mj-ea"/>
                <a:ea typeface="+mj-ea"/>
                <a:cs typeface="+mn-ea"/>
                <a:sym typeface="+mn-lt"/>
              </a:rPr>
              <a:t>示例内容   公开模板</a:t>
            </a:r>
            <a:endParaRPr lang="zh-CN" altLang="en-US" sz="3600" dirty="0">
              <a:solidFill>
                <a:schemeClr val="accent2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email"/>
          <a:srcRect t="-30047" b="-1"/>
          <a:stretch>
            <a:fillRect/>
          </a:stretch>
        </p:blipFill>
        <p:spPr>
          <a:xfrm>
            <a:off x="4689514" y="3647814"/>
            <a:ext cx="6480000" cy="2172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 cstate="email"/>
          <a:srcRect t="-30047" b="-1"/>
          <a:stretch>
            <a:fillRect/>
          </a:stretch>
        </p:blipFill>
        <p:spPr>
          <a:xfrm>
            <a:off x="4689514" y="5559306"/>
            <a:ext cx="6480000" cy="21724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916805" y="4321175"/>
            <a:ext cx="654875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示</a:t>
            </a:r>
            <a:r>
              <a:rPr lang="zh-CN" altLang="en-US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示例内容</a:t>
            </a:r>
            <a:r>
              <a:rPr lang="en-US" altLang="zh-CN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示</a:t>
            </a:r>
            <a:r>
              <a:rPr lang="zh-CN" altLang="en-US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：示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+mn-ea"/>
                <a:sym typeface="+mn-lt"/>
              </a:rPr>
              <a:t>示例内容公开，模板示例内容公开</a:t>
            </a:r>
            <a:r>
              <a:rPr lang="zh-CN" altLang="en-US" b="1" dirty="0">
                <a:solidFill>
                  <a:prstClr val="black"/>
                </a:solidFill>
                <a:latin typeface="+mn-ea"/>
                <a:cs typeface="+mn-ea"/>
                <a:sym typeface="+mn-lt"/>
              </a:rPr>
              <a:t>，示例内容公开模，板示例内容公开。模板示例内容公，开模板示例 。</a:t>
            </a:r>
            <a:endParaRPr lang="zh-CN" altLang="en-US" b="1" dirty="0">
              <a:solidFill>
                <a:prstClr val="black"/>
              </a:solidFill>
              <a:latin typeface="+mn-ea"/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hqprint"/>
          <a:stretch>
            <a:fillRect/>
          </a:stretch>
        </p:blipFill>
        <p:spPr>
          <a:xfrm>
            <a:off x="828522" y="1559974"/>
            <a:ext cx="3667028" cy="42258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accent2">
              <a:alpha val="96000"/>
            </a:schemeClr>
          </a:solidFill>
          <a:ln w="12700"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399994" y="285891"/>
            <a:ext cx="11392011" cy="6286217"/>
          </a:xfrm>
          <a:prstGeom prst="plaque">
            <a:avLst>
              <a:gd name="adj" fmla="val 6892"/>
            </a:avLst>
          </a:prstGeom>
          <a:solidFill>
            <a:schemeClr val="accent3">
              <a:lumMod val="40000"/>
              <a:lumOff val="60000"/>
            </a:schemeClr>
          </a:solidFill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545061" y="419619"/>
            <a:ext cx="11101877" cy="6018760"/>
          </a:xfrm>
          <a:prstGeom prst="plaque">
            <a:avLst>
              <a:gd name="adj" fmla="val 6892"/>
            </a:avLst>
          </a:prstGeom>
          <a:solidFill>
            <a:schemeClr val="bg1">
              <a:alpha val="90000"/>
            </a:schemeClr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 cstate="hqprint"/>
          <a:stretch>
            <a:fillRect/>
          </a:stretch>
        </p:blipFill>
        <p:spPr>
          <a:xfrm flipH="1">
            <a:off x="10399346" y="4475532"/>
            <a:ext cx="1786851" cy="2382468"/>
          </a:xfrm>
          <a:prstGeom prst="rect">
            <a:avLst/>
          </a:prstGeom>
        </p:spPr>
      </p:pic>
      <p:pic>
        <p:nvPicPr>
          <p:cNvPr id="44" name="图片 43" descr="Public template placeholder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 flipH="1">
            <a:off x="553839" y="425732"/>
            <a:ext cx="1230630" cy="248856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3177772" y="1793240"/>
            <a:ext cx="6426200" cy="2754240"/>
            <a:chOff x="9644" y="3081"/>
            <a:chExt cx="8434" cy="4337"/>
          </a:xfrm>
        </p:grpSpPr>
        <p:sp>
          <p:nvSpPr>
            <p:cNvPr id="43" name="标题 1"/>
            <p:cNvSpPr txBox="1"/>
            <p:nvPr/>
          </p:nvSpPr>
          <p:spPr>
            <a:xfrm flipH="1">
              <a:off x="10138" y="7305"/>
              <a:ext cx="6901" cy="113"/>
            </a:xfrm>
            <a:prstGeom prst="rect">
              <a:avLst/>
            </a:prstGeom>
            <a:gradFill>
              <a:gsLst>
                <a:gs pos="40000">
                  <a:schemeClr val="accent2"/>
                </a:gs>
                <a:gs pos="100000">
                  <a:schemeClr val="accent2">
                    <a:lumMod val="20000"/>
                    <a:lumOff val="80000"/>
                    <a:alpha val="10000"/>
                  </a:schemeClr>
                </a:gs>
              </a:gsLst>
              <a:lin ang="0" scaled="0"/>
            </a:gradFill>
            <a:ln w="12700" cap="sq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147" y="3081"/>
              <a:ext cx="2751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>
                  <a:solidFill>
                    <a:schemeClr val="accent2"/>
                  </a:solidFill>
                  <a:latin typeface="+mj-ea"/>
                  <a:ea typeface="+mj-ea"/>
                </a:rPr>
                <a:t>示</a:t>
              </a:r>
              <a:endParaRPr lang="zh-CN" altLang="en-US" sz="7200" b="1" dirty="0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644" y="5121"/>
              <a:ext cx="8434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示例内容公开模</a:t>
              </a:r>
              <a:endParaRPr lang="zh-CN" altLang="en-US" sz="6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8" name="任意多边形: 形状 38"/>
            <p:cNvSpPr/>
            <p:nvPr/>
          </p:nvSpPr>
          <p:spPr>
            <a:xfrm>
              <a:off x="14748" y="4283"/>
              <a:ext cx="934" cy="396"/>
            </a:xfrm>
            <a:custGeom>
              <a:avLst/>
              <a:gdLst>
                <a:gd name="connsiteX0" fmla="*/ 0 w 2106744"/>
                <a:gd name="connsiteY0" fmla="*/ 651749 h 651748"/>
                <a:gd name="connsiteX1" fmla="*/ 1943696 w 2106744"/>
                <a:gd name="connsiteY1" fmla="*/ 651749 h 651748"/>
                <a:gd name="connsiteX2" fmla="*/ 2106745 w 2106744"/>
                <a:gd name="connsiteY2" fmla="*/ 488862 h 651748"/>
                <a:gd name="connsiteX3" fmla="*/ 2106745 w 2106744"/>
                <a:gd name="connsiteY3" fmla="*/ 488822 h 651748"/>
                <a:gd name="connsiteX4" fmla="*/ 2106745 w 2106744"/>
                <a:gd name="connsiteY4" fmla="*/ 488822 h 651748"/>
                <a:gd name="connsiteX5" fmla="*/ 1943818 w 2106744"/>
                <a:gd name="connsiteY5" fmla="*/ 325854 h 651748"/>
                <a:gd name="connsiteX6" fmla="*/ 328213 w 2106744"/>
                <a:gd name="connsiteY6" fmla="*/ 325854 h 651748"/>
                <a:gd name="connsiteX7" fmla="*/ 165245 w 2106744"/>
                <a:gd name="connsiteY7" fmla="*/ 162968 h 651748"/>
                <a:gd name="connsiteX8" fmla="*/ 165245 w 2106744"/>
                <a:gd name="connsiteY8" fmla="*/ 162927 h 651748"/>
                <a:gd name="connsiteX9" fmla="*/ 165245 w 2106744"/>
                <a:gd name="connsiteY9" fmla="*/ 162927 h 651748"/>
                <a:gd name="connsiteX10" fmla="*/ 328213 w 2106744"/>
                <a:gd name="connsiteY10" fmla="*/ 0 h 651748"/>
                <a:gd name="connsiteX11" fmla="*/ 1205278 w 2106744"/>
                <a:gd name="connsiteY11" fmla="*/ 0 h 65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6744" h="651748">
                  <a:moveTo>
                    <a:pt x="0" y="651749"/>
                  </a:moveTo>
                  <a:lnTo>
                    <a:pt x="1943696" y="651749"/>
                  </a:lnTo>
                  <a:cubicBezTo>
                    <a:pt x="2033700" y="651794"/>
                    <a:pt x="2106700" y="578867"/>
                    <a:pt x="2106745" y="488862"/>
                  </a:cubicBezTo>
                  <a:cubicBezTo>
                    <a:pt x="2106745" y="488849"/>
                    <a:pt x="2106745" y="488835"/>
                    <a:pt x="2106745" y="488822"/>
                  </a:cubicBezTo>
                  <a:lnTo>
                    <a:pt x="2106745" y="488822"/>
                  </a:lnTo>
                  <a:cubicBezTo>
                    <a:pt x="2106745" y="398833"/>
                    <a:pt x="2033807" y="325876"/>
                    <a:pt x="1943818" y="325854"/>
                  </a:cubicBezTo>
                  <a:lnTo>
                    <a:pt x="328213" y="325854"/>
                  </a:lnTo>
                  <a:cubicBezTo>
                    <a:pt x="238231" y="325876"/>
                    <a:pt x="165268" y="252950"/>
                    <a:pt x="165245" y="162968"/>
                  </a:cubicBezTo>
                  <a:cubicBezTo>
                    <a:pt x="165245" y="162954"/>
                    <a:pt x="165245" y="162941"/>
                    <a:pt x="165245" y="162927"/>
                  </a:cubicBezTo>
                  <a:lnTo>
                    <a:pt x="165245" y="162927"/>
                  </a:lnTo>
                  <a:cubicBezTo>
                    <a:pt x="165268" y="72938"/>
                    <a:pt x="238224" y="0"/>
                    <a:pt x="328213" y="0"/>
                  </a:cubicBezTo>
                  <a:lnTo>
                    <a:pt x="1205278" y="0"/>
                  </a:lnTo>
                </a:path>
              </a:pathLst>
            </a:custGeom>
            <a:noFill/>
            <a:ln w="3175" cap="rnd">
              <a:solidFill>
                <a:schemeClr val="accent2"/>
              </a:solidFill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6600" dirty="0">
                <a:cs typeface="微软雅黑 Light" panose="020B0502040204020203" pitchFamily="34" charset="-122"/>
              </a:endParaRPr>
            </a:p>
          </p:txBody>
        </p:sp>
        <p:sp>
          <p:nvSpPr>
            <p:cNvPr id="9" name="任意多边形: 形状 39"/>
            <p:cNvSpPr/>
            <p:nvPr/>
          </p:nvSpPr>
          <p:spPr>
            <a:xfrm>
              <a:off x="11448" y="3310"/>
              <a:ext cx="1032" cy="438"/>
            </a:xfrm>
            <a:custGeom>
              <a:avLst/>
              <a:gdLst>
                <a:gd name="connsiteX0" fmla="*/ 0 w 2106744"/>
                <a:gd name="connsiteY0" fmla="*/ 651749 h 651748"/>
                <a:gd name="connsiteX1" fmla="*/ 1943696 w 2106744"/>
                <a:gd name="connsiteY1" fmla="*/ 651749 h 651748"/>
                <a:gd name="connsiteX2" fmla="*/ 2106745 w 2106744"/>
                <a:gd name="connsiteY2" fmla="*/ 488862 h 651748"/>
                <a:gd name="connsiteX3" fmla="*/ 2106745 w 2106744"/>
                <a:gd name="connsiteY3" fmla="*/ 488822 h 651748"/>
                <a:gd name="connsiteX4" fmla="*/ 2106745 w 2106744"/>
                <a:gd name="connsiteY4" fmla="*/ 488822 h 651748"/>
                <a:gd name="connsiteX5" fmla="*/ 1943818 w 2106744"/>
                <a:gd name="connsiteY5" fmla="*/ 325854 h 651748"/>
                <a:gd name="connsiteX6" fmla="*/ 328213 w 2106744"/>
                <a:gd name="connsiteY6" fmla="*/ 325854 h 651748"/>
                <a:gd name="connsiteX7" fmla="*/ 165245 w 2106744"/>
                <a:gd name="connsiteY7" fmla="*/ 162968 h 651748"/>
                <a:gd name="connsiteX8" fmla="*/ 165245 w 2106744"/>
                <a:gd name="connsiteY8" fmla="*/ 162927 h 651748"/>
                <a:gd name="connsiteX9" fmla="*/ 165245 w 2106744"/>
                <a:gd name="connsiteY9" fmla="*/ 162927 h 651748"/>
                <a:gd name="connsiteX10" fmla="*/ 328213 w 2106744"/>
                <a:gd name="connsiteY10" fmla="*/ 0 h 651748"/>
                <a:gd name="connsiteX11" fmla="*/ 1205278 w 2106744"/>
                <a:gd name="connsiteY11" fmla="*/ 0 h 651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6744" h="651748">
                  <a:moveTo>
                    <a:pt x="0" y="651749"/>
                  </a:moveTo>
                  <a:lnTo>
                    <a:pt x="1943696" y="651749"/>
                  </a:lnTo>
                  <a:cubicBezTo>
                    <a:pt x="2033700" y="651794"/>
                    <a:pt x="2106700" y="578867"/>
                    <a:pt x="2106745" y="488862"/>
                  </a:cubicBezTo>
                  <a:cubicBezTo>
                    <a:pt x="2106745" y="488849"/>
                    <a:pt x="2106745" y="488835"/>
                    <a:pt x="2106745" y="488822"/>
                  </a:cubicBezTo>
                  <a:lnTo>
                    <a:pt x="2106745" y="488822"/>
                  </a:lnTo>
                  <a:cubicBezTo>
                    <a:pt x="2106745" y="398833"/>
                    <a:pt x="2033807" y="325876"/>
                    <a:pt x="1943818" y="325854"/>
                  </a:cubicBezTo>
                  <a:lnTo>
                    <a:pt x="328213" y="325854"/>
                  </a:lnTo>
                  <a:cubicBezTo>
                    <a:pt x="238231" y="325876"/>
                    <a:pt x="165268" y="252950"/>
                    <a:pt x="165245" y="162968"/>
                  </a:cubicBezTo>
                  <a:cubicBezTo>
                    <a:pt x="165245" y="162954"/>
                    <a:pt x="165245" y="162941"/>
                    <a:pt x="165245" y="162927"/>
                  </a:cubicBezTo>
                  <a:lnTo>
                    <a:pt x="165245" y="162927"/>
                  </a:lnTo>
                  <a:cubicBezTo>
                    <a:pt x="165268" y="72938"/>
                    <a:pt x="238224" y="0"/>
                    <a:pt x="328213" y="0"/>
                  </a:cubicBezTo>
                  <a:lnTo>
                    <a:pt x="1205278" y="0"/>
                  </a:lnTo>
                </a:path>
              </a:pathLst>
            </a:custGeom>
            <a:noFill/>
            <a:ln w="3175" cap="rnd">
              <a:solidFill>
                <a:schemeClr val="accent2"/>
              </a:solidFill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6600" dirty="0">
                <a:cs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妈妈东方大楷"/>
                <a:ea typeface="阿里妈妈东方大楷"/>
              </a:rPr>
              <a:t>示例内容公开模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0730" y="5808980"/>
            <a:ext cx="5475605" cy="5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just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 dirty="0">
                <a:solidFill>
                  <a:schemeClr val="accent2"/>
                </a:solidFill>
                <a:latin typeface="+mj-ea"/>
                <a:ea typeface="+mj-ea"/>
                <a:sym typeface="+mn-ea"/>
              </a:rPr>
              <a:t>示例</a:t>
            </a:r>
            <a:r>
              <a:rPr kumimoji="0" lang="zh-CN" altLang="en-US" sz="2400" b="1" i="0" u="none" strike="noStrike" kern="1200" cap="none" spc="0" normalizeH="0" baseline="0" dirty="0">
                <a:solidFill>
                  <a:schemeClr val="accent2"/>
                </a:solidFill>
                <a:latin typeface="+mj-ea"/>
                <a:ea typeface="+mj-ea"/>
                <a:sym typeface="+mn-ea"/>
              </a:rPr>
              <a:t>示</a:t>
            </a:r>
            <a:r>
              <a:rPr lang="zh-CN" altLang="en-US" sz="2400" b="1" dirty="0">
                <a:solidFill>
                  <a:schemeClr val="accent2"/>
                </a:solidFill>
                <a:latin typeface="+mj-ea"/>
                <a:ea typeface="+mj-ea"/>
                <a:sym typeface="+mn-ea"/>
              </a:rPr>
              <a:t>示</a:t>
            </a:r>
            <a:r>
              <a:rPr kumimoji="0" lang="zh-CN" altLang="en-US" sz="2400" b="1" i="0" u="none" strike="noStrike" kern="1200" cap="none" spc="0" normalizeH="0" baseline="0" dirty="0">
                <a:solidFill>
                  <a:schemeClr val="accent2"/>
                </a:solidFill>
                <a:latin typeface="+mj-ea"/>
                <a:ea typeface="+mj-ea"/>
                <a:sym typeface="+mn-ea"/>
              </a:rPr>
              <a:t>示0例内0容</a:t>
            </a:r>
            <a:r>
              <a:rPr lang="zh-CN" altLang="en-US" sz="2400" b="1" dirty="0">
                <a:solidFill>
                  <a:schemeClr val="accent2"/>
                </a:solidFill>
                <a:latin typeface="+mj-ea"/>
                <a:ea typeface="+mj-ea"/>
                <a:sym typeface="+mn-ea"/>
              </a:rPr>
              <a:t>，示例0内容公</a:t>
            </a:r>
            <a:r>
              <a:rPr kumimoji="0" lang="zh-CN" altLang="en-US" sz="2400" b="1" i="0" u="none" strike="noStrike" kern="1200" cap="none" spc="0" normalizeH="0" baseline="0" dirty="0">
                <a:solidFill>
                  <a:schemeClr val="accent2"/>
                </a:solidFill>
                <a:latin typeface="+mj-ea"/>
                <a:ea typeface="+mj-ea"/>
                <a:sym typeface="+mn-ea"/>
              </a:rPr>
              <a:t>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阿里巴巴普惠体" panose="00020600040101010101" pitchFamily="18" charset="-122"/>
                <a:sym typeface="+mn-ea"/>
              </a:rPr>
              <a:t>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阿里巴巴普惠体" panose="00020600040101010101" pitchFamily="18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837333" y="2625032"/>
            <a:ext cx="7737179" cy="3384881"/>
            <a:chOff x="2826065" y="2404423"/>
            <a:chExt cx="7737179" cy="3384881"/>
          </a:xfrm>
        </p:grpSpPr>
        <p:sp>
          <p:nvSpPr>
            <p:cNvPr id="52" name="0"/>
            <p:cNvSpPr/>
            <p:nvPr/>
          </p:nvSpPr>
          <p:spPr>
            <a:xfrm rot="20529339">
              <a:off x="8931057" y="5395198"/>
              <a:ext cx="936744" cy="35378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0"/>
            <p:cNvSpPr/>
            <p:nvPr/>
          </p:nvSpPr>
          <p:spPr>
            <a:xfrm>
              <a:off x="3161843" y="2409779"/>
              <a:ext cx="5953760" cy="3211830"/>
            </a:xfrm>
            <a:custGeom>
              <a:avLst/>
              <a:gdLst>
                <a:gd name="connsiteX0" fmla="*/ 9376 w 9376"/>
                <a:gd name="connsiteY0" fmla="*/ 5058 h 5058"/>
                <a:gd name="connsiteX1" fmla="*/ 1501 w 9376"/>
                <a:gd name="connsiteY1" fmla="*/ 3039 h 5058"/>
                <a:gd name="connsiteX2" fmla="*/ 6397 w 9376"/>
                <a:gd name="connsiteY2" fmla="*/ 1107 h 5058"/>
                <a:gd name="connsiteX3" fmla="*/ 0 w 9376"/>
                <a:gd name="connsiteY3" fmla="*/ 0 h 5058"/>
                <a:gd name="connsiteX0-1" fmla="*/ 10000 w 10000"/>
                <a:gd name="connsiteY0-2" fmla="*/ 10000 h 10000"/>
                <a:gd name="connsiteX1-3" fmla="*/ 1601 w 10000"/>
                <a:gd name="connsiteY1-4" fmla="*/ 6008 h 10000"/>
                <a:gd name="connsiteX2-5" fmla="*/ 6823 w 10000"/>
                <a:gd name="connsiteY2-6" fmla="*/ 2189 h 10000"/>
                <a:gd name="connsiteX3-7" fmla="*/ 0 w 10000"/>
                <a:gd name="connsiteY3-8" fmla="*/ 0 h 10000"/>
                <a:gd name="connsiteX0-9" fmla="*/ 10000 w 10000"/>
                <a:gd name="connsiteY0-10" fmla="*/ 10000 h 10000"/>
                <a:gd name="connsiteX1-11" fmla="*/ 1601 w 10000"/>
                <a:gd name="connsiteY1-12" fmla="*/ 6008 h 10000"/>
                <a:gd name="connsiteX2-13" fmla="*/ 6823 w 10000"/>
                <a:gd name="connsiteY2-14" fmla="*/ 2189 h 10000"/>
                <a:gd name="connsiteX3-15" fmla="*/ 0 w 10000"/>
                <a:gd name="connsiteY3-16" fmla="*/ 0 h 10000"/>
                <a:gd name="connsiteX0-17" fmla="*/ 10000 w 10000"/>
                <a:gd name="connsiteY0-18" fmla="*/ 10000 h 10000"/>
                <a:gd name="connsiteX1-19" fmla="*/ 1601 w 10000"/>
                <a:gd name="connsiteY1-20" fmla="*/ 6008 h 10000"/>
                <a:gd name="connsiteX2-21" fmla="*/ 6823 w 10000"/>
                <a:gd name="connsiteY2-22" fmla="*/ 2189 h 10000"/>
                <a:gd name="connsiteX3-23" fmla="*/ 0 w 10000"/>
                <a:gd name="connsiteY3-24" fmla="*/ 0 h 10000"/>
                <a:gd name="connsiteX0-25" fmla="*/ 10000 w 10000"/>
                <a:gd name="connsiteY0-26" fmla="*/ 10000 h 10000"/>
                <a:gd name="connsiteX1-27" fmla="*/ 1601 w 10000"/>
                <a:gd name="connsiteY1-28" fmla="*/ 6008 h 10000"/>
                <a:gd name="connsiteX2-29" fmla="*/ 6823 w 10000"/>
                <a:gd name="connsiteY2-30" fmla="*/ 2189 h 10000"/>
                <a:gd name="connsiteX3-31" fmla="*/ 0 w 10000"/>
                <a:gd name="connsiteY3-32" fmla="*/ 0 h 10000"/>
                <a:gd name="connsiteX0-33" fmla="*/ 10000 w 10000"/>
                <a:gd name="connsiteY0-34" fmla="*/ 10000 h 10000"/>
                <a:gd name="connsiteX1-35" fmla="*/ 1601 w 10000"/>
                <a:gd name="connsiteY1-36" fmla="*/ 6008 h 10000"/>
                <a:gd name="connsiteX2-37" fmla="*/ 6823 w 10000"/>
                <a:gd name="connsiteY2-38" fmla="*/ 2189 h 10000"/>
                <a:gd name="connsiteX3-39" fmla="*/ 0 w 10000"/>
                <a:gd name="connsiteY3-40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0000" h="10000">
                  <a:moveTo>
                    <a:pt x="10000" y="10000"/>
                  </a:moveTo>
                  <a:cubicBezTo>
                    <a:pt x="5754" y="9253"/>
                    <a:pt x="1649" y="8074"/>
                    <a:pt x="1601" y="6008"/>
                  </a:cubicBezTo>
                  <a:cubicBezTo>
                    <a:pt x="1553" y="3942"/>
                    <a:pt x="6861" y="4008"/>
                    <a:pt x="6823" y="2189"/>
                  </a:cubicBezTo>
                  <a:cubicBezTo>
                    <a:pt x="6784" y="370"/>
                    <a:pt x="1898" y="1518"/>
                    <a:pt x="0" y="0"/>
                  </a:cubicBezTo>
                </a:path>
              </a:pathLst>
            </a:custGeom>
            <a:noFill/>
            <a:ln w="279400" cap="rnd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4" name="0"/>
            <p:cNvSpPr/>
            <p:nvPr/>
          </p:nvSpPr>
          <p:spPr>
            <a:xfrm>
              <a:off x="3508331" y="2923217"/>
              <a:ext cx="3270670" cy="441813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45000"/>
                    </a:schemeClr>
                  </a:gs>
                  <a:gs pos="38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0"/>
            <p:cNvSpPr/>
            <p:nvPr/>
          </p:nvSpPr>
          <p:spPr>
            <a:xfrm flipH="1">
              <a:off x="4463293" y="3949921"/>
              <a:ext cx="3606878" cy="838374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45000"/>
                    </a:schemeClr>
                  </a:gs>
                  <a:gs pos="31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0"/>
            <p:cNvSpPr/>
            <p:nvPr/>
          </p:nvSpPr>
          <p:spPr>
            <a:xfrm rot="319249" flipH="1" flipV="1">
              <a:off x="5911459" y="5446493"/>
              <a:ext cx="4651785" cy="342811"/>
            </a:xfrm>
            <a:prstGeom prst="arc">
              <a:avLst>
                <a:gd name="adj1" fmla="val 11796187"/>
                <a:gd name="adj2" fmla="val 21475629"/>
              </a:avLst>
            </a:prstGeom>
            <a:noFill/>
            <a:ln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34000"/>
                    </a:schemeClr>
                  </a:gs>
                  <a:gs pos="69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7" name="0"/>
            <p:cNvSpPr/>
            <p:nvPr/>
          </p:nvSpPr>
          <p:spPr>
            <a:xfrm rot="522230" flipV="1">
              <a:off x="2826065" y="2503830"/>
              <a:ext cx="1718450" cy="342811"/>
            </a:xfrm>
            <a:prstGeom prst="arc">
              <a:avLst>
                <a:gd name="adj1" fmla="val 11796187"/>
                <a:gd name="adj2" fmla="val 21475629"/>
              </a:avLst>
            </a:prstGeom>
            <a:noFill/>
            <a:ln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45000"/>
                    </a:schemeClr>
                  </a:gs>
                  <a:gs pos="69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8" name="0"/>
            <p:cNvSpPr/>
            <p:nvPr/>
          </p:nvSpPr>
          <p:spPr>
            <a:xfrm>
              <a:off x="3174720" y="2404423"/>
              <a:ext cx="5953760" cy="3211830"/>
            </a:xfrm>
            <a:custGeom>
              <a:avLst/>
              <a:gdLst>
                <a:gd name="connsiteX0" fmla="*/ 9376 w 9376"/>
                <a:gd name="connsiteY0" fmla="*/ 5058 h 5058"/>
                <a:gd name="connsiteX1" fmla="*/ 1501 w 9376"/>
                <a:gd name="connsiteY1" fmla="*/ 3039 h 5058"/>
                <a:gd name="connsiteX2" fmla="*/ 6397 w 9376"/>
                <a:gd name="connsiteY2" fmla="*/ 1107 h 5058"/>
                <a:gd name="connsiteX3" fmla="*/ 0 w 9376"/>
                <a:gd name="connsiteY3" fmla="*/ 0 h 5058"/>
                <a:gd name="connsiteX0-1" fmla="*/ 10000 w 10000"/>
                <a:gd name="connsiteY0-2" fmla="*/ 10000 h 10000"/>
                <a:gd name="connsiteX1-3" fmla="*/ 1601 w 10000"/>
                <a:gd name="connsiteY1-4" fmla="*/ 6008 h 10000"/>
                <a:gd name="connsiteX2-5" fmla="*/ 6823 w 10000"/>
                <a:gd name="connsiteY2-6" fmla="*/ 2189 h 10000"/>
                <a:gd name="connsiteX3-7" fmla="*/ 0 w 10000"/>
                <a:gd name="connsiteY3-8" fmla="*/ 0 h 10000"/>
                <a:gd name="connsiteX0-9" fmla="*/ 10000 w 10000"/>
                <a:gd name="connsiteY0-10" fmla="*/ 10000 h 10000"/>
                <a:gd name="connsiteX1-11" fmla="*/ 1601 w 10000"/>
                <a:gd name="connsiteY1-12" fmla="*/ 6008 h 10000"/>
                <a:gd name="connsiteX2-13" fmla="*/ 6823 w 10000"/>
                <a:gd name="connsiteY2-14" fmla="*/ 2189 h 10000"/>
                <a:gd name="connsiteX3-15" fmla="*/ 0 w 10000"/>
                <a:gd name="connsiteY3-16" fmla="*/ 0 h 10000"/>
                <a:gd name="connsiteX0-17" fmla="*/ 10000 w 10000"/>
                <a:gd name="connsiteY0-18" fmla="*/ 10000 h 10000"/>
                <a:gd name="connsiteX1-19" fmla="*/ 1601 w 10000"/>
                <a:gd name="connsiteY1-20" fmla="*/ 6008 h 10000"/>
                <a:gd name="connsiteX2-21" fmla="*/ 6823 w 10000"/>
                <a:gd name="connsiteY2-22" fmla="*/ 2189 h 10000"/>
                <a:gd name="connsiteX3-23" fmla="*/ 0 w 10000"/>
                <a:gd name="connsiteY3-24" fmla="*/ 0 h 10000"/>
                <a:gd name="connsiteX0-25" fmla="*/ 10000 w 10000"/>
                <a:gd name="connsiteY0-26" fmla="*/ 10000 h 10000"/>
                <a:gd name="connsiteX1-27" fmla="*/ 1601 w 10000"/>
                <a:gd name="connsiteY1-28" fmla="*/ 6008 h 10000"/>
                <a:gd name="connsiteX2-29" fmla="*/ 6823 w 10000"/>
                <a:gd name="connsiteY2-30" fmla="*/ 2189 h 10000"/>
                <a:gd name="connsiteX3-31" fmla="*/ 0 w 10000"/>
                <a:gd name="connsiteY3-32" fmla="*/ 0 h 10000"/>
                <a:gd name="connsiteX0-33" fmla="*/ 10000 w 10000"/>
                <a:gd name="connsiteY0-34" fmla="*/ 10000 h 10000"/>
                <a:gd name="connsiteX1-35" fmla="*/ 1601 w 10000"/>
                <a:gd name="connsiteY1-36" fmla="*/ 6008 h 10000"/>
                <a:gd name="connsiteX2-37" fmla="*/ 6823 w 10000"/>
                <a:gd name="connsiteY2-38" fmla="*/ 2189 h 10000"/>
                <a:gd name="connsiteX3-39" fmla="*/ 0 w 10000"/>
                <a:gd name="connsiteY3-40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0000" h="10000">
                  <a:moveTo>
                    <a:pt x="10000" y="10000"/>
                  </a:moveTo>
                  <a:cubicBezTo>
                    <a:pt x="5754" y="9253"/>
                    <a:pt x="1649" y="8074"/>
                    <a:pt x="1601" y="6008"/>
                  </a:cubicBezTo>
                  <a:cubicBezTo>
                    <a:pt x="1553" y="3942"/>
                    <a:pt x="6861" y="4008"/>
                    <a:pt x="6823" y="2189"/>
                  </a:cubicBezTo>
                  <a:cubicBezTo>
                    <a:pt x="6784" y="370"/>
                    <a:pt x="1898" y="1518"/>
                    <a:pt x="0" y="0"/>
                  </a:cubicBezTo>
                </a:path>
              </a:pathLst>
            </a:custGeom>
            <a:noFill/>
            <a:ln w="25400" cap="rnd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7" name="1"/>
          <p:cNvSpPr/>
          <p:nvPr/>
        </p:nvSpPr>
        <p:spPr>
          <a:xfrm>
            <a:off x="3002083" y="2065384"/>
            <a:ext cx="282676" cy="282676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1"/>
          <p:cNvSpPr/>
          <p:nvPr/>
        </p:nvSpPr>
        <p:spPr>
          <a:xfrm>
            <a:off x="3061149" y="2124098"/>
            <a:ext cx="165249" cy="1652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1" descr="Public template placeholder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64404" y="2015824"/>
            <a:ext cx="558554" cy="558554"/>
          </a:xfrm>
          <a:prstGeom prst="rect">
            <a:avLst/>
          </a:prstGeom>
          <a:effectLst>
            <a:outerShdw blurRad="50800" dir="5400000" sx="90000" sy="-19000" rotWithShape="0">
              <a:prstClr val="black">
                <a:alpha val="61000"/>
              </a:prstClr>
            </a:outerShdw>
          </a:effectLst>
        </p:spPr>
      </p:pic>
      <p:sp>
        <p:nvSpPr>
          <p:cNvPr id="50" name="Title-1"/>
          <p:cNvSpPr txBox="1"/>
          <p:nvPr>
            <p:custDataLst>
              <p:tags r:id="rId1"/>
            </p:custDataLst>
          </p:nvPr>
        </p:nvSpPr>
        <p:spPr>
          <a:xfrm>
            <a:off x="1359521" y="1476160"/>
            <a:ext cx="138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</a:rPr>
              <a:t>00 </a:t>
            </a:r>
            <a:r>
              <a:rPr lang="zh-CN" altLang="en-US" sz="2400" dirty="0">
                <a:solidFill>
                  <a:schemeClr val="accent2"/>
                </a:solidFill>
                <a:latin typeface="+mj-ea"/>
                <a:ea typeface="+mj-ea"/>
              </a:rPr>
              <a:t>示例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51" name="Body-1"/>
          <p:cNvSpPr txBox="1"/>
          <p:nvPr>
            <p:custDataLst>
              <p:tags r:id="rId2"/>
            </p:custDataLst>
          </p:nvPr>
        </p:nvSpPr>
        <p:spPr>
          <a:xfrm>
            <a:off x="586646" y="1912978"/>
            <a:ext cx="2160575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/>
              <a:t>示例内容，公开模板</a:t>
            </a:r>
            <a:endParaRPr lang="en-US" altLang="zh-CN" sz="1600" dirty="0"/>
          </a:p>
        </p:txBody>
      </p:sp>
      <p:sp>
        <p:nvSpPr>
          <p:cNvPr id="42" name="2"/>
          <p:cNvSpPr/>
          <p:nvPr/>
        </p:nvSpPr>
        <p:spPr>
          <a:xfrm>
            <a:off x="4977399" y="2368255"/>
            <a:ext cx="282676" cy="282676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2"/>
          <p:cNvSpPr/>
          <p:nvPr/>
        </p:nvSpPr>
        <p:spPr>
          <a:xfrm>
            <a:off x="5036465" y="2426969"/>
            <a:ext cx="165249" cy="16524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2" descr="Public template placeholder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39720" y="2318695"/>
            <a:ext cx="558554" cy="558554"/>
          </a:xfrm>
          <a:prstGeom prst="rect">
            <a:avLst/>
          </a:prstGeom>
          <a:effectLst>
            <a:outerShdw blurRad="50800" dir="5400000" sx="90000" sy="-19000" rotWithShape="0">
              <a:prstClr val="black">
                <a:alpha val="61000"/>
              </a:prstClr>
            </a:outerShdw>
          </a:effectLst>
        </p:spPr>
      </p:pic>
      <p:sp>
        <p:nvSpPr>
          <p:cNvPr id="45" name="Title-2"/>
          <p:cNvSpPr txBox="1"/>
          <p:nvPr>
            <p:custDataLst>
              <p:tags r:id="rId3"/>
            </p:custDataLst>
          </p:nvPr>
        </p:nvSpPr>
        <p:spPr>
          <a:xfrm>
            <a:off x="5383124" y="1540143"/>
            <a:ext cx="138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</a:rPr>
              <a:t>00 </a:t>
            </a:r>
            <a:r>
              <a:rPr lang="zh-CN" altLang="en-US" sz="2400" dirty="0">
                <a:solidFill>
                  <a:schemeClr val="accent2"/>
                </a:solidFill>
                <a:latin typeface="+mj-ea"/>
                <a:ea typeface="+mj-ea"/>
              </a:rPr>
              <a:t>示例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46" name="Body-2"/>
          <p:cNvSpPr txBox="1"/>
          <p:nvPr>
            <p:custDataLst>
              <p:tags r:id="rId4"/>
            </p:custDataLst>
          </p:nvPr>
        </p:nvSpPr>
        <p:spPr>
          <a:xfrm>
            <a:off x="5418035" y="1986298"/>
            <a:ext cx="2169038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示例内容，公开模板</a:t>
            </a:r>
            <a:endParaRPr lang="en-US" altLang="zh-CN" sz="1600" dirty="0"/>
          </a:p>
        </p:txBody>
      </p:sp>
      <p:sp>
        <p:nvSpPr>
          <p:cNvPr id="37" name="3"/>
          <p:cNvSpPr/>
          <p:nvPr/>
        </p:nvSpPr>
        <p:spPr>
          <a:xfrm>
            <a:off x="7083169" y="2786832"/>
            <a:ext cx="282676" cy="282676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3"/>
          <p:cNvSpPr/>
          <p:nvPr/>
        </p:nvSpPr>
        <p:spPr>
          <a:xfrm>
            <a:off x="7142235" y="2845546"/>
            <a:ext cx="165249" cy="16524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3" descr="Public template placeholder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45490" y="2737272"/>
            <a:ext cx="558554" cy="558554"/>
          </a:xfrm>
          <a:prstGeom prst="rect">
            <a:avLst/>
          </a:prstGeom>
          <a:effectLst>
            <a:outerShdw blurRad="50800" dir="5400000" sx="90000" sy="-19000" rotWithShape="0">
              <a:prstClr val="black">
                <a:alpha val="61000"/>
              </a:prstClr>
            </a:outerShdw>
          </a:effectLst>
        </p:spPr>
      </p:pic>
      <p:sp>
        <p:nvSpPr>
          <p:cNvPr id="40" name="Title-3"/>
          <p:cNvSpPr txBox="1"/>
          <p:nvPr>
            <p:custDataLst>
              <p:tags r:id="rId5"/>
            </p:custDataLst>
          </p:nvPr>
        </p:nvSpPr>
        <p:spPr>
          <a:xfrm>
            <a:off x="7563110" y="2698800"/>
            <a:ext cx="138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</a:rPr>
              <a:t>00 </a:t>
            </a:r>
            <a:r>
              <a:rPr lang="zh-CN" altLang="en-US" sz="2400" dirty="0">
                <a:solidFill>
                  <a:schemeClr val="accent2"/>
                </a:solidFill>
                <a:latin typeface="+mj-ea"/>
                <a:ea typeface="+mj-ea"/>
              </a:rPr>
              <a:t>示例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41" name="Body-3"/>
          <p:cNvSpPr txBox="1"/>
          <p:nvPr>
            <p:custDataLst>
              <p:tags r:id="rId6"/>
            </p:custDataLst>
          </p:nvPr>
        </p:nvSpPr>
        <p:spPr>
          <a:xfrm>
            <a:off x="7608833" y="3118735"/>
            <a:ext cx="2169038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示例内容，公开模板</a:t>
            </a:r>
            <a:endParaRPr lang="en-US" altLang="zh-CN" sz="1600" dirty="0"/>
          </a:p>
        </p:txBody>
      </p:sp>
      <p:sp>
        <p:nvSpPr>
          <p:cNvPr id="32" name="4"/>
          <p:cNvSpPr/>
          <p:nvPr/>
        </p:nvSpPr>
        <p:spPr>
          <a:xfrm>
            <a:off x="4034194" y="3934428"/>
            <a:ext cx="282676" cy="282676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4"/>
          <p:cNvSpPr/>
          <p:nvPr/>
        </p:nvSpPr>
        <p:spPr>
          <a:xfrm>
            <a:off x="4093260" y="3993142"/>
            <a:ext cx="165249" cy="16524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4" descr="Public template placeholder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96515" y="3884868"/>
            <a:ext cx="558554" cy="558554"/>
          </a:xfrm>
          <a:prstGeom prst="rect">
            <a:avLst/>
          </a:prstGeom>
          <a:effectLst>
            <a:outerShdw blurRad="50800" dir="5400000" sx="90000" sy="-19000" rotWithShape="0">
              <a:prstClr val="black">
                <a:alpha val="61000"/>
              </a:prstClr>
            </a:outerShdw>
          </a:effectLst>
        </p:spPr>
      </p:pic>
      <p:sp>
        <p:nvSpPr>
          <p:cNvPr id="35" name="Title-4"/>
          <p:cNvSpPr txBox="1"/>
          <p:nvPr>
            <p:custDataLst>
              <p:tags r:id="rId7"/>
            </p:custDataLst>
          </p:nvPr>
        </p:nvSpPr>
        <p:spPr>
          <a:xfrm>
            <a:off x="2389240" y="3847772"/>
            <a:ext cx="138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</a:rPr>
              <a:t>00 </a:t>
            </a:r>
            <a:r>
              <a:rPr lang="zh-CN" altLang="en-US" sz="2400" dirty="0">
                <a:solidFill>
                  <a:schemeClr val="accent2"/>
                </a:solidFill>
                <a:latin typeface="+mj-ea"/>
                <a:ea typeface="+mj-ea"/>
              </a:rPr>
              <a:t>示例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36" name="Body-4"/>
          <p:cNvSpPr txBox="1"/>
          <p:nvPr>
            <p:custDataLst>
              <p:tags r:id="rId8"/>
            </p:custDataLst>
          </p:nvPr>
        </p:nvSpPr>
        <p:spPr>
          <a:xfrm>
            <a:off x="1616365" y="4311687"/>
            <a:ext cx="2160575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/>
              <a:t>示例内容，公开模板</a:t>
            </a:r>
            <a:endParaRPr lang="en-US" altLang="zh-CN" sz="1600" dirty="0"/>
          </a:p>
        </p:txBody>
      </p:sp>
      <p:sp>
        <p:nvSpPr>
          <p:cNvPr id="27" name="5"/>
          <p:cNvSpPr/>
          <p:nvPr/>
        </p:nvSpPr>
        <p:spPr>
          <a:xfrm>
            <a:off x="6111249" y="4894048"/>
            <a:ext cx="282676" cy="282676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5"/>
          <p:cNvSpPr/>
          <p:nvPr/>
        </p:nvSpPr>
        <p:spPr>
          <a:xfrm>
            <a:off x="6170315" y="4952762"/>
            <a:ext cx="165249" cy="16524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5" descr="Public template placeholder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973570" y="4844488"/>
            <a:ext cx="558554" cy="558554"/>
          </a:xfrm>
          <a:prstGeom prst="rect">
            <a:avLst/>
          </a:prstGeom>
          <a:effectLst>
            <a:outerShdw blurRad="50800" dir="5400000" sx="90000" sy="-19000" rotWithShape="0">
              <a:prstClr val="black">
                <a:alpha val="61000"/>
              </a:prstClr>
            </a:outerShdw>
          </a:effectLst>
        </p:spPr>
      </p:pic>
      <p:sp>
        <p:nvSpPr>
          <p:cNvPr id="30" name="Title-5"/>
          <p:cNvSpPr txBox="1"/>
          <p:nvPr>
            <p:custDataLst>
              <p:tags r:id="rId9"/>
            </p:custDataLst>
          </p:nvPr>
        </p:nvSpPr>
        <p:spPr>
          <a:xfrm>
            <a:off x="6591190" y="4238524"/>
            <a:ext cx="138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</a:rPr>
              <a:t>00 </a:t>
            </a:r>
            <a:r>
              <a:rPr lang="zh-CN" altLang="en-US" sz="2400" dirty="0">
                <a:solidFill>
                  <a:schemeClr val="accent2"/>
                </a:solidFill>
                <a:latin typeface="+mj-ea"/>
                <a:ea typeface="+mj-ea"/>
              </a:rPr>
              <a:t>示例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31" name="Body-5"/>
          <p:cNvSpPr txBox="1"/>
          <p:nvPr>
            <p:custDataLst>
              <p:tags r:id="rId10"/>
            </p:custDataLst>
          </p:nvPr>
        </p:nvSpPr>
        <p:spPr>
          <a:xfrm>
            <a:off x="6608716" y="4702683"/>
            <a:ext cx="2169038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示例内容，公开模板</a:t>
            </a:r>
            <a:endParaRPr lang="en-US" altLang="zh-CN" sz="1600" dirty="0"/>
          </a:p>
        </p:txBody>
      </p:sp>
      <p:sp>
        <p:nvSpPr>
          <p:cNvPr id="22" name="6"/>
          <p:cNvSpPr/>
          <p:nvPr/>
        </p:nvSpPr>
        <p:spPr>
          <a:xfrm>
            <a:off x="9007457" y="5208508"/>
            <a:ext cx="282676" cy="282676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6"/>
          <p:cNvSpPr/>
          <p:nvPr/>
        </p:nvSpPr>
        <p:spPr>
          <a:xfrm>
            <a:off x="9066523" y="5267222"/>
            <a:ext cx="165249" cy="16524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6" descr="Public template placeholder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69778" y="5158948"/>
            <a:ext cx="558554" cy="558554"/>
          </a:xfrm>
          <a:prstGeom prst="rect">
            <a:avLst/>
          </a:prstGeom>
          <a:effectLst>
            <a:outerShdw blurRad="50800" dir="5400000" sx="90000" sy="-19000" rotWithShape="0">
              <a:prstClr val="black">
                <a:alpha val="61000"/>
              </a:prstClr>
            </a:outerShdw>
          </a:effectLst>
        </p:spPr>
      </p:pic>
      <p:sp>
        <p:nvSpPr>
          <p:cNvPr id="25" name="Title-6"/>
          <p:cNvSpPr txBox="1"/>
          <p:nvPr>
            <p:custDataLst>
              <p:tags r:id="rId11"/>
            </p:custDataLst>
          </p:nvPr>
        </p:nvSpPr>
        <p:spPr>
          <a:xfrm>
            <a:off x="9411900" y="4446649"/>
            <a:ext cx="138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</a:rPr>
              <a:t>00 </a:t>
            </a:r>
            <a:r>
              <a:rPr lang="zh-CN" altLang="en-US" sz="2400" dirty="0">
                <a:solidFill>
                  <a:schemeClr val="accent2"/>
                </a:solidFill>
                <a:latin typeface="+mj-ea"/>
                <a:ea typeface="+mj-ea"/>
              </a:rPr>
              <a:t>示例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6" name="Body-6"/>
          <p:cNvSpPr txBox="1"/>
          <p:nvPr>
            <p:custDataLst>
              <p:tags r:id="rId12"/>
            </p:custDataLst>
          </p:nvPr>
        </p:nvSpPr>
        <p:spPr>
          <a:xfrm>
            <a:off x="9419742" y="4920574"/>
            <a:ext cx="2169038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示例内容，公开模板</a:t>
            </a:r>
            <a:endParaRPr lang="en-US" altLang="zh-CN" sz="1600" dirty="0"/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3" cstate="hqprint"/>
          <a:stretch>
            <a:fillRect/>
          </a:stretch>
        </p:blipFill>
        <p:spPr>
          <a:xfrm>
            <a:off x="9823594" y="885749"/>
            <a:ext cx="1979976" cy="27645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妈妈东方大楷"/>
                <a:ea typeface="阿里妈妈东方大楷"/>
              </a:rPr>
              <a:t>示例内容公开模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7" name="缺角矩形 6"/>
          <p:cNvSpPr/>
          <p:nvPr/>
        </p:nvSpPr>
        <p:spPr>
          <a:xfrm>
            <a:off x="759413" y="1507641"/>
            <a:ext cx="5597236" cy="4532941"/>
          </a:xfrm>
          <a:prstGeom prst="plaque">
            <a:avLst>
              <a:gd name="adj" fmla="val 5255"/>
            </a:avLst>
          </a:prstGeom>
          <a:noFill/>
          <a:ln w="28575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89443" y="3021181"/>
            <a:ext cx="5137176" cy="0"/>
          </a:xfrm>
          <a:prstGeom prst="line">
            <a:avLst/>
          </a:prstGeom>
          <a:noFill/>
          <a:ln w="12700" cap="flat" cmpd="sng" algn="ctr">
            <a:solidFill>
              <a:schemeClr val="accent3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</p:cxnSp>
      <p:cxnSp>
        <p:nvCxnSpPr>
          <p:cNvPr id="9" name="直接连接符 8"/>
          <p:cNvCxnSpPr/>
          <p:nvPr/>
        </p:nvCxnSpPr>
        <p:spPr>
          <a:xfrm>
            <a:off x="989443" y="4466668"/>
            <a:ext cx="5137176" cy="0"/>
          </a:xfrm>
          <a:prstGeom prst="line">
            <a:avLst/>
          </a:prstGeom>
          <a:noFill/>
          <a:ln w="12700" cap="flat" cmpd="sng" algn="ctr">
            <a:solidFill>
              <a:schemeClr val="accent3">
                <a:lumMod val="40000"/>
                <a:lumOff val="60000"/>
              </a:schemeClr>
            </a:solidFill>
            <a:prstDash val="sysDash"/>
            <a:miter lim="800000"/>
          </a:ln>
          <a:effectLst/>
        </p:spPr>
      </p:cxnSp>
      <p:sp>
        <p:nvSpPr>
          <p:cNvPr id="13" name="文本框 12"/>
          <p:cNvSpPr txBox="1"/>
          <p:nvPr/>
        </p:nvSpPr>
        <p:spPr>
          <a:xfrm>
            <a:off x="989443" y="5008478"/>
            <a:ext cx="5281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示例内容，公开模板，示例内容公开模板示例内，容公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示例、内容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，示例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示例、内容公开。模板示例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89443" y="3587013"/>
            <a:ext cx="5281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示例内，</a:t>
            </a:r>
            <a:r>
              <a:rPr lang="zh-CN" altLang="en-US" sz="1600" kern="0" dirty="0">
                <a:solidFill>
                  <a:srgbClr val="000000"/>
                </a:solidFill>
              </a:rPr>
              <a:t>示例内容公开模板示、例内容公、开模板示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15021" y="3223107"/>
            <a:ext cx="295952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00 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61714" y="4643892"/>
            <a:ext cx="28965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00 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9443" y="2172108"/>
            <a:ext cx="5281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示例内，容公开模，板示例内容公，开模板示，例内容公。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61714" y="1807522"/>
            <a:ext cx="28965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00 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pic>
        <p:nvPicPr>
          <p:cNvPr id="20" name="图形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/>
          <a:stretch>
            <a:fillRect/>
          </a:stretch>
        </p:blipFill>
        <p:spPr>
          <a:xfrm>
            <a:off x="1086232" y="3207162"/>
            <a:ext cx="432000" cy="432000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/>
          <a:stretch>
            <a:fillRect/>
          </a:stretch>
        </p:blipFill>
        <p:spPr>
          <a:xfrm>
            <a:off x="1074040" y="4637081"/>
            <a:ext cx="432000" cy="432000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/>
          <a:stretch>
            <a:fillRect/>
          </a:stretch>
        </p:blipFill>
        <p:spPr>
          <a:xfrm>
            <a:off x="1061847" y="1782340"/>
            <a:ext cx="432000" cy="4320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468" y="1479337"/>
            <a:ext cx="4931076" cy="4561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妈妈东方大楷"/>
                <a:ea typeface="阿里妈妈东方大楷"/>
              </a:rPr>
              <a:t>示例内容公开模板示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阿里妈妈东方大楷"/>
              <a:ea typeface="阿里妈妈东方大楷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828169" y="1743424"/>
            <a:ext cx="725784" cy="727152"/>
            <a:chOff x="3838979" y="1830483"/>
            <a:chExt cx="725784" cy="727152"/>
          </a:xfrm>
        </p:grpSpPr>
        <p:sp>
          <p:nvSpPr>
            <p:cNvPr id="29" name="Index-1"/>
            <p:cNvSpPr txBox="1"/>
            <p:nvPr>
              <p:custDataLst>
                <p:tags r:id="rId2"/>
              </p:custDataLst>
            </p:nvPr>
          </p:nvSpPr>
          <p:spPr>
            <a:xfrm>
              <a:off x="4022336" y="1916832"/>
              <a:ext cx="359073" cy="523220"/>
            </a:xfrm>
            <a:prstGeom prst="rect">
              <a:avLst/>
            </a:prstGeom>
            <a:noFill/>
          </p:spPr>
          <p:txBody>
            <a:bodyPr wrap="none" lIns="0" rIns="0" rtlCol="0" anchor="ctr" anchorCtr="0">
              <a:noAutofit/>
            </a:bodyPr>
            <a:lstStyle/>
            <a:p>
              <a:pPr algn="ctr"/>
              <a:r>
                <a:rPr lang="zh-CN" altLang="en-US" sz="2800" dirty="0">
                  <a:solidFill>
                    <a:schemeClr val="accent1"/>
                  </a:solidFill>
                  <a:latin typeface="OPPOSans M" panose="00020600040101010101" pitchFamily="18" charset="-122"/>
                  <a:ea typeface="阿里妈妈东方大楷" pitchFamily="2" charset="-122"/>
                </a:rPr>
                <a:t>示</a:t>
              </a:r>
              <a:endParaRPr lang="zh-CN" altLang="en-US" sz="2800" dirty="0">
                <a:solidFill>
                  <a:schemeClr val="accent1"/>
                </a:solidFill>
                <a:effectLst/>
                <a:latin typeface="OPPOSans M" panose="00020600040101010101" pitchFamily="18" charset="-122"/>
                <a:ea typeface="阿里妈妈东方大楷" pitchFamily="2" charset="-122"/>
              </a:endParaRPr>
            </a:p>
          </p:txBody>
        </p:sp>
        <p:sp>
          <p:nvSpPr>
            <p:cNvPr id="30" name="1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838979" y="1830483"/>
              <a:ext cx="725784" cy="727152"/>
            </a:xfrm>
            <a:custGeom>
              <a:avLst/>
              <a:gdLst>
                <a:gd name="T0" fmla="*/ 579 w 669"/>
                <a:gd name="T1" fmla="*/ 485 h 670"/>
                <a:gd name="T2" fmla="*/ 324 w 669"/>
                <a:gd name="T3" fmla="*/ 608 h 670"/>
                <a:gd name="T4" fmla="*/ 198 w 669"/>
                <a:gd name="T5" fmla="*/ 568 h 670"/>
                <a:gd name="T6" fmla="*/ 426 w 669"/>
                <a:gd name="T7" fmla="*/ 593 h 670"/>
                <a:gd name="T8" fmla="*/ 567 w 669"/>
                <a:gd name="T9" fmla="*/ 485 h 670"/>
                <a:gd name="T10" fmla="*/ 522 w 669"/>
                <a:gd name="T11" fmla="*/ 529 h 670"/>
                <a:gd name="T12" fmla="*/ 211 w 669"/>
                <a:gd name="T13" fmla="*/ 566 h 670"/>
                <a:gd name="T14" fmla="*/ 279 w 669"/>
                <a:gd name="T15" fmla="*/ 67 h 670"/>
                <a:gd name="T16" fmla="*/ 521 w 669"/>
                <a:gd name="T17" fmla="*/ 120 h 670"/>
                <a:gd name="T18" fmla="*/ 598 w 669"/>
                <a:gd name="T19" fmla="*/ 182 h 670"/>
                <a:gd name="T20" fmla="*/ 661 w 669"/>
                <a:gd name="T21" fmla="*/ 313 h 670"/>
                <a:gd name="T22" fmla="*/ 640 w 669"/>
                <a:gd name="T23" fmla="*/ 192 h 670"/>
                <a:gd name="T24" fmla="*/ 553 w 669"/>
                <a:gd name="T25" fmla="*/ 76 h 670"/>
                <a:gd name="T26" fmla="*/ 407 w 669"/>
                <a:gd name="T27" fmla="*/ 8 h 670"/>
                <a:gd name="T28" fmla="*/ 243 w 669"/>
                <a:gd name="T29" fmla="*/ 13 h 670"/>
                <a:gd name="T30" fmla="*/ 107 w 669"/>
                <a:gd name="T31" fmla="*/ 91 h 670"/>
                <a:gd name="T32" fmla="*/ 23 w 669"/>
                <a:gd name="T33" fmla="*/ 217 h 670"/>
                <a:gd name="T34" fmla="*/ 2 w 669"/>
                <a:gd name="T35" fmla="*/ 354 h 670"/>
                <a:gd name="T36" fmla="*/ 15 w 669"/>
                <a:gd name="T37" fmla="*/ 438 h 670"/>
                <a:gd name="T38" fmla="*/ 48 w 669"/>
                <a:gd name="T39" fmla="*/ 506 h 670"/>
                <a:gd name="T40" fmla="*/ 157 w 669"/>
                <a:gd name="T41" fmla="*/ 618 h 670"/>
                <a:gd name="T42" fmla="*/ 251 w 669"/>
                <a:gd name="T43" fmla="*/ 659 h 670"/>
                <a:gd name="T44" fmla="*/ 457 w 669"/>
                <a:gd name="T45" fmla="*/ 650 h 670"/>
                <a:gd name="T46" fmla="*/ 567 w 669"/>
                <a:gd name="T47" fmla="*/ 584 h 670"/>
                <a:gd name="T48" fmla="*/ 450 w 669"/>
                <a:gd name="T49" fmla="*/ 646 h 670"/>
                <a:gd name="T50" fmla="*/ 308 w 669"/>
                <a:gd name="T51" fmla="*/ 658 h 670"/>
                <a:gd name="T52" fmla="*/ 403 w 669"/>
                <a:gd name="T53" fmla="*/ 652 h 670"/>
                <a:gd name="T54" fmla="*/ 566 w 669"/>
                <a:gd name="T55" fmla="*/ 569 h 670"/>
                <a:gd name="T56" fmla="*/ 637 w 669"/>
                <a:gd name="T57" fmla="*/ 474 h 670"/>
                <a:gd name="T58" fmla="*/ 599 w 669"/>
                <a:gd name="T59" fmla="*/ 521 h 670"/>
                <a:gd name="T60" fmla="*/ 623 w 669"/>
                <a:gd name="T61" fmla="*/ 472 h 670"/>
                <a:gd name="T62" fmla="*/ 471 w 669"/>
                <a:gd name="T63" fmla="*/ 613 h 670"/>
                <a:gd name="T64" fmla="*/ 301 w 669"/>
                <a:gd name="T65" fmla="*/ 638 h 670"/>
                <a:gd name="T66" fmla="*/ 267 w 669"/>
                <a:gd name="T67" fmla="*/ 628 h 670"/>
                <a:gd name="T68" fmla="*/ 425 w 669"/>
                <a:gd name="T69" fmla="*/ 625 h 670"/>
                <a:gd name="T70" fmla="*/ 549 w 669"/>
                <a:gd name="T71" fmla="*/ 550 h 670"/>
                <a:gd name="T72" fmla="*/ 578 w 669"/>
                <a:gd name="T73" fmla="*/ 508 h 670"/>
                <a:gd name="T74" fmla="*/ 613 w 669"/>
                <a:gd name="T75" fmla="*/ 435 h 670"/>
                <a:gd name="T76" fmla="*/ 634 w 669"/>
                <a:gd name="T77" fmla="*/ 185 h 670"/>
                <a:gd name="T78" fmla="*/ 523 w 669"/>
                <a:gd name="T79" fmla="*/ 544 h 670"/>
                <a:gd name="T80" fmla="*/ 544 w 669"/>
                <a:gd name="T81" fmla="*/ 549 h 670"/>
                <a:gd name="T82" fmla="*/ 583 w 669"/>
                <a:gd name="T83" fmla="*/ 532 h 670"/>
                <a:gd name="T84" fmla="*/ 585 w 669"/>
                <a:gd name="T85" fmla="*/ 541 h 670"/>
                <a:gd name="T86" fmla="*/ 498 w 669"/>
                <a:gd name="T87" fmla="*/ 585 h 670"/>
                <a:gd name="T88" fmla="*/ 528 w 669"/>
                <a:gd name="T89" fmla="*/ 585 h 670"/>
                <a:gd name="T90" fmla="*/ 564 w 669"/>
                <a:gd name="T91" fmla="*/ 575 h 670"/>
                <a:gd name="T92" fmla="*/ 445 w 669"/>
                <a:gd name="T93" fmla="*/ 624 h 670"/>
                <a:gd name="T94" fmla="*/ 468 w 669"/>
                <a:gd name="T95" fmla="*/ 641 h 670"/>
                <a:gd name="T96" fmla="*/ 354 w 669"/>
                <a:gd name="T97" fmla="*/ 641 h 670"/>
                <a:gd name="T98" fmla="*/ 409 w 669"/>
                <a:gd name="T99" fmla="*/ 661 h 670"/>
                <a:gd name="T100" fmla="*/ 240 w 669"/>
                <a:gd name="T101" fmla="*/ 622 h 670"/>
                <a:gd name="T102" fmla="*/ 276 w 669"/>
                <a:gd name="T103" fmla="*/ 650 h 670"/>
                <a:gd name="T104" fmla="*/ 291 w 669"/>
                <a:gd name="T105" fmla="*/ 661 h 670"/>
                <a:gd name="T106" fmla="*/ 204 w 669"/>
                <a:gd name="T107" fmla="*/ 627 h 670"/>
                <a:gd name="T108" fmla="*/ 103 w 669"/>
                <a:gd name="T109" fmla="*/ 475 h 670"/>
                <a:gd name="T110" fmla="*/ 147 w 669"/>
                <a:gd name="T111" fmla="*/ 593 h 670"/>
                <a:gd name="T112" fmla="*/ 113 w 669"/>
                <a:gd name="T113" fmla="*/ 579 h 670"/>
                <a:gd name="T114" fmla="*/ 41 w 669"/>
                <a:gd name="T115" fmla="*/ 486 h 670"/>
                <a:gd name="T116" fmla="*/ 71 w 669"/>
                <a:gd name="T117" fmla="*/ 258 h 670"/>
                <a:gd name="T118" fmla="*/ 84 w 669"/>
                <a:gd name="T119" fmla="*/ 216 h 670"/>
                <a:gd name="T120" fmla="*/ 157 w 669"/>
                <a:gd name="T121" fmla="*/ 54 h 670"/>
                <a:gd name="T122" fmla="*/ 434 w 669"/>
                <a:gd name="T123" fmla="*/ 15 h 670"/>
                <a:gd name="T124" fmla="*/ 635 w 669"/>
                <a:gd name="T125" fmla="*/ 18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9" h="670">
                  <a:moveTo>
                    <a:pt x="620" y="396"/>
                  </a:moveTo>
                  <a:cubicBezTo>
                    <a:pt x="620" y="397"/>
                    <a:pt x="620" y="398"/>
                    <a:pt x="621" y="397"/>
                  </a:cubicBezTo>
                  <a:cubicBezTo>
                    <a:pt x="621" y="397"/>
                    <a:pt x="620" y="398"/>
                    <a:pt x="620" y="399"/>
                  </a:cubicBezTo>
                  <a:cubicBezTo>
                    <a:pt x="620" y="401"/>
                    <a:pt x="620" y="400"/>
                    <a:pt x="620" y="402"/>
                  </a:cubicBezTo>
                  <a:cubicBezTo>
                    <a:pt x="620" y="405"/>
                    <a:pt x="618" y="408"/>
                    <a:pt x="618" y="412"/>
                  </a:cubicBezTo>
                  <a:cubicBezTo>
                    <a:pt x="615" y="415"/>
                    <a:pt x="616" y="419"/>
                    <a:pt x="614" y="423"/>
                  </a:cubicBezTo>
                  <a:cubicBezTo>
                    <a:pt x="613" y="422"/>
                    <a:pt x="615" y="417"/>
                    <a:pt x="614" y="416"/>
                  </a:cubicBezTo>
                  <a:cubicBezTo>
                    <a:pt x="613" y="422"/>
                    <a:pt x="610" y="425"/>
                    <a:pt x="609" y="432"/>
                  </a:cubicBezTo>
                  <a:cubicBezTo>
                    <a:pt x="608" y="433"/>
                    <a:pt x="607" y="434"/>
                    <a:pt x="607" y="437"/>
                  </a:cubicBezTo>
                  <a:cubicBezTo>
                    <a:pt x="606" y="438"/>
                    <a:pt x="605" y="437"/>
                    <a:pt x="606" y="435"/>
                  </a:cubicBezTo>
                  <a:cubicBezTo>
                    <a:pt x="605" y="435"/>
                    <a:pt x="605" y="436"/>
                    <a:pt x="605" y="437"/>
                  </a:cubicBezTo>
                  <a:cubicBezTo>
                    <a:pt x="606" y="436"/>
                    <a:pt x="605" y="440"/>
                    <a:pt x="606" y="438"/>
                  </a:cubicBezTo>
                  <a:cubicBezTo>
                    <a:pt x="604" y="441"/>
                    <a:pt x="604" y="445"/>
                    <a:pt x="602" y="449"/>
                  </a:cubicBezTo>
                  <a:cubicBezTo>
                    <a:pt x="603" y="444"/>
                    <a:pt x="604" y="440"/>
                    <a:pt x="604" y="439"/>
                  </a:cubicBezTo>
                  <a:cubicBezTo>
                    <a:pt x="603" y="440"/>
                    <a:pt x="602" y="447"/>
                    <a:pt x="600" y="450"/>
                  </a:cubicBezTo>
                  <a:cubicBezTo>
                    <a:pt x="599" y="450"/>
                    <a:pt x="598" y="454"/>
                    <a:pt x="597" y="456"/>
                  </a:cubicBezTo>
                  <a:cubicBezTo>
                    <a:pt x="597" y="456"/>
                    <a:pt x="598" y="455"/>
                    <a:pt x="598" y="456"/>
                  </a:cubicBezTo>
                  <a:cubicBezTo>
                    <a:pt x="598" y="457"/>
                    <a:pt x="597" y="457"/>
                    <a:pt x="597" y="458"/>
                  </a:cubicBezTo>
                  <a:cubicBezTo>
                    <a:pt x="597" y="458"/>
                    <a:pt x="597" y="457"/>
                    <a:pt x="596" y="458"/>
                  </a:cubicBezTo>
                  <a:cubicBezTo>
                    <a:pt x="594" y="462"/>
                    <a:pt x="593" y="466"/>
                    <a:pt x="591" y="470"/>
                  </a:cubicBezTo>
                  <a:cubicBezTo>
                    <a:pt x="590" y="470"/>
                    <a:pt x="590" y="470"/>
                    <a:pt x="590" y="470"/>
                  </a:cubicBezTo>
                  <a:cubicBezTo>
                    <a:pt x="592" y="466"/>
                    <a:pt x="592" y="464"/>
                    <a:pt x="594" y="460"/>
                  </a:cubicBezTo>
                  <a:cubicBezTo>
                    <a:pt x="592" y="463"/>
                    <a:pt x="590" y="467"/>
                    <a:pt x="588" y="470"/>
                  </a:cubicBezTo>
                  <a:cubicBezTo>
                    <a:pt x="588" y="471"/>
                    <a:pt x="589" y="468"/>
                    <a:pt x="590" y="468"/>
                  </a:cubicBezTo>
                  <a:cubicBezTo>
                    <a:pt x="590" y="469"/>
                    <a:pt x="589" y="470"/>
                    <a:pt x="589" y="471"/>
                  </a:cubicBezTo>
                  <a:cubicBezTo>
                    <a:pt x="587" y="473"/>
                    <a:pt x="587" y="471"/>
                    <a:pt x="586" y="473"/>
                  </a:cubicBezTo>
                  <a:cubicBezTo>
                    <a:pt x="586" y="474"/>
                    <a:pt x="586" y="474"/>
                    <a:pt x="586" y="475"/>
                  </a:cubicBezTo>
                  <a:cubicBezTo>
                    <a:pt x="586" y="475"/>
                    <a:pt x="586" y="474"/>
                    <a:pt x="587" y="473"/>
                  </a:cubicBezTo>
                  <a:cubicBezTo>
                    <a:pt x="588" y="473"/>
                    <a:pt x="588" y="474"/>
                    <a:pt x="588" y="472"/>
                  </a:cubicBezTo>
                  <a:cubicBezTo>
                    <a:pt x="591" y="470"/>
                    <a:pt x="589" y="473"/>
                    <a:pt x="588" y="475"/>
                  </a:cubicBezTo>
                  <a:cubicBezTo>
                    <a:pt x="589" y="472"/>
                    <a:pt x="586" y="477"/>
                    <a:pt x="586" y="475"/>
                  </a:cubicBezTo>
                  <a:cubicBezTo>
                    <a:pt x="585" y="476"/>
                    <a:pt x="585" y="478"/>
                    <a:pt x="584" y="479"/>
                  </a:cubicBezTo>
                  <a:cubicBezTo>
                    <a:pt x="583" y="480"/>
                    <a:pt x="585" y="477"/>
                    <a:pt x="585" y="475"/>
                  </a:cubicBezTo>
                  <a:cubicBezTo>
                    <a:pt x="586" y="474"/>
                    <a:pt x="584" y="476"/>
                    <a:pt x="584" y="474"/>
                  </a:cubicBezTo>
                  <a:cubicBezTo>
                    <a:pt x="583" y="476"/>
                    <a:pt x="583" y="478"/>
                    <a:pt x="581" y="480"/>
                  </a:cubicBezTo>
                  <a:cubicBezTo>
                    <a:pt x="581" y="479"/>
                    <a:pt x="582" y="477"/>
                    <a:pt x="582" y="476"/>
                  </a:cubicBezTo>
                  <a:cubicBezTo>
                    <a:pt x="580" y="477"/>
                    <a:pt x="580" y="480"/>
                    <a:pt x="578" y="481"/>
                  </a:cubicBezTo>
                  <a:cubicBezTo>
                    <a:pt x="578" y="482"/>
                    <a:pt x="580" y="479"/>
                    <a:pt x="581" y="479"/>
                  </a:cubicBezTo>
                  <a:cubicBezTo>
                    <a:pt x="580" y="480"/>
                    <a:pt x="579" y="481"/>
                    <a:pt x="578" y="483"/>
                  </a:cubicBezTo>
                  <a:cubicBezTo>
                    <a:pt x="580" y="481"/>
                    <a:pt x="580" y="482"/>
                    <a:pt x="580" y="483"/>
                  </a:cubicBezTo>
                  <a:cubicBezTo>
                    <a:pt x="580" y="484"/>
                    <a:pt x="579" y="484"/>
                    <a:pt x="579" y="485"/>
                  </a:cubicBezTo>
                  <a:cubicBezTo>
                    <a:pt x="577" y="487"/>
                    <a:pt x="579" y="483"/>
                    <a:pt x="578" y="485"/>
                  </a:cubicBezTo>
                  <a:cubicBezTo>
                    <a:pt x="577" y="486"/>
                    <a:pt x="575" y="490"/>
                    <a:pt x="573" y="492"/>
                  </a:cubicBezTo>
                  <a:cubicBezTo>
                    <a:pt x="571" y="495"/>
                    <a:pt x="569" y="497"/>
                    <a:pt x="569" y="496"/>
                  </a:cubicBezTo>
                  <a:cubicBezTo>
                    <a:pt x="568" y="498"/>
                    <a:pt x="567" y="499"/>
                    <a:pt x="568" y="499"/>
                  </a:cubicBezTo>
                  <a:cubicBezTo>
                    <a:pt x="566" y="501"/>
                    <a:pt x="566" y="500"/>
                    <a:pt x="565" y="501"/>
                  </a:cubicBezTo>
                  <a:cubicBezTo>
                    <a:pt x="567" y="498"/>
                    <a:pt x="568" y="496"/>
                    <a:pt x="570" y="494"/>
                  </a:cubicBezTo>
                  <a:cubicBezTo>
                    <a:pt x="568" y="495"/>
                    <a:pt x="564" y="500"/>
                    <a:pt x="563" y="503"/>
                  </a:cubicBezTo>
                  <a:cubicBezTo>
                    <a:pt x="562" y="503"/>
                    <a:pt x="563" y="502"/>
                    <a:pt x="561" y="503"/>
                  </a:cubicBezTo>
                  <a:cubicBezTo>
                    <a:pt x="560" y="505"/>
                    <a:pt x="559" y="507"/>
                    <a:pt x="556" y="509"/>
                  </a:cubicBezTo>
                  <a:cubicBezTo>
                    <a:pt x="557" y="510"/>
                    <a:pt x="555" y="512"/>
                    <a:pt x="557" y="511"/>
                  </a:cubicBezTo>
                  <a:cubicBezTo>
                    <a:pt x="555" y="512"/>
                    <a:pt x="555" y="514"/>
                    <a:pt x="552" y="516"/>
                  </a:cubicBezTo>
                  <a:cubicBezTo>
                    <a:pt x="554" y="516"/>
                    <a:pt x="550" y="520"/>
                    <a:pt x="550" y="520"/>
                  </a:cubicBezTo>
                  <a:cubicBezTo>
                    <a:pt x="547" y="523"/>
                    <a:pt x="551" y="518"/>
                    <a:pt x="549" y="520"/>
                  </a:cubicBezTo>
                  <a:cubicBezTo>
                    <a:pt x="548" y="521"/>
                    <a:pt x="547" y="523"/>
                    <a:pt x="546" y="524"/>
                  </a:cubicBezTo>
                  <a:cubicBezTo>
                    <a:pt x="546" y="523"/>
                    <a:pt x="546" y="523"/>
                    <a:pt x="546" y="522"/>
                  </a:cubicBezTo>
                  <a:cubicBezTo>
                    <a:pt x="549" y="518"/>
                    <a:pt x="553" y="514"/>
                    <a:pt x="555" y="510"/>
                  </a:cubicBezTo>
                  <a:cubicBezTo>
                    <a:pt x="554" y="511"/>
                    <a:pt x="554" y="513"/>
                    <a:pt x="552" y="513"/>
                  </a:cubicBezTo>
                  <a:cubicBezTo>
                    <a:pt x="549" y="520"/>
                    <a:pt x="542" y="523"/>
                    <a:pt x="538" y="529"/>
                  </a:cubicBezTo>
                  <a:cubicBezTo>
                    <a:pt x="537" y="530"/>
                    <a:pt x="535" y="531"/>
                    <a:pt x="534" y="532"/>
                  </a:cubicBezTo>
                  <a:cubicBezTo>
                    <a:pt x="532" y="534"/>
                    <a:pt x="530" y="535"/>
                    <a:pt x="529" y="537"/>
                  </a:cubicBezTo>
                  <a:cubicBezTo>
                    <a:pt x="526" y="540"/>
                    <a:pt x="523" y="543"/>
                    <a:pt x="521" y="543"/>
                  </a:cubicBezTo>
                  <a:cubicBezTo>
                    <a:pt x="519" y="544"/>
                    <a:pt x="518" y="545"/>
                    <a:pt x="516" y="547"/>
                  </a:cubicBezTo>
                  <a:cubicBezTo>
                    <a:pt x="516" y="548"/>
                    <a:pt x="512" y="550"/>
                    <a:pt x="510" y="552"/>
                  </a:cubicBezTo>
                  <a:cubicBezTo>
                    <a:pt x="510" y="552"/>
                    <a:pt x="511" y="551"/>
                    <a:pt x="509" y="551"/>
                  </a:cubicBezTo>
                  <a:cubicBezTo>
                    <a:pt x="510" y="552"/>
                    <a:pt x="507" y="555"/>
                    <a:pt x="507" y="554"/>
                  </a:cubicBezTo>
                  <a:cubicBezTo>
                    <a:pt x="502" y="558"/>
                    <a:pt x="497" y="560"/>
                    <a:pt x="492" y="564"/>
                  </a:cubicBezTo>
                  <a:cubicBezTo>
                    <a:pt x="494" y="564"/>
                    <a:pt x="492" y="566"/>
                    <a:pt x="491" y="566"/>
                  </a:cubicBezTo>
                  <a:cubicBezTo>
                    <a:pt x="490" y="567"/>
                    <a:pt x="492" y="564"/>
                    <a:pt x="492" y="564"/>
                  </a:cubicBezTo>
                  <a:cubicBezTo>
                    <a:pt x="487" y="566"/>
                    <a:pt x="483" y="570"/>
                    <a:pt x="479" y="573"/>
                  </a:cubicBezTo>
                  <a:cubicBezTo>
                    <a:pt x="479" y="571"/>
                    <a:pt x="474" y="574"/>
                    <a:pt x="473" y="576"/>
                  </a:cubicBezTo>
                  <a:cubicBezTo>
                    <a:pt x="472" y="576"/>
                    <a:pt x="471" y="576"/>
                    <a:pt x="470" y="577"/>
                  </a:cubicBezTo>
                  <a:cubicBezTo>
                    <a:pt x="468" y="580"/>
                    <a:pt x="458" y="582"/>
                    <a:pt x="453" y="586"/>
                  </a:cubicBezTo>
                  <a:cubicBezTo>
                    <a:pt x="448" y="586"/>
                    <a:pt x="441" y="593"/>
                    <a:pt x="437" y="592"/>
                  </a:cubicBezTo>
                  <a:cubicBezTo>
                    <a:pt x="438" y="592"/>
                    <a:pt x="440" y="591"/>
                    <a:pt x="441" y="590"/>
                  </a:cubicBezTo>
                  <a:cubicBezTo>
                    <a:pt x="440" y="590"/>
                    <a:pt x="435" y="593"/>
                    <a:pt x="431" y="594"/>
                  </a:cubicBezTo>
                  <a:cubicBezTo>
                    <a:pt x="430" y="594"/>
                    <a:pt x="424" y="595"/>
                    <a:pt x="424" y="596"/>
                  </a:cubicBezTo>
                  <a:cubicBezTo>
                    <a:pt x="423" y="597"/>
                    <a:pt x="422" y="596"/>
                    <a:pt x="421" y="596"/>
                  </a:cubicBezTo>
                  <a:cubicBezTo>
                    <a:pt x="417" y="598"/>
                    <a:pt x="414" y="599"/>
                    <a:pt x="410" y="600"/>
                  </a:cubicBezTo>
                  <a:cubicBezTo>
                    <a:pt x="408" y="601"/>
                    <a:pt x="405" y="602"/>
                    <a:pt x="401" y="602"/>
                  </a:cubicBezTo>
                  <a:cubicBezTo>
                    <a:pt x="397" y="603"/>
                    <a:pt x="393" y="604"/>
                    <a:pt x="390" y="605"/>
                  </a:cubicBezTo>
                  <a:cubicBezTo>
                    <a:pt x="368" y="608"/>
                    <a:pt x="346" y="609"/>
                    <a:pt x="324" y="608"/>
                  </a:cubicBezTo>
                  <a:cubicBezTo>
                    <a:pt x="313" y="608"/>
                    <a:pt x="302" y="606"/>
                    <a:pt x="291" y="604"/>
                  </a:cubicBezTo>
                  <a:cubicBezTo>
                    <a:pt x="280" y="602"/>
                    <a:pt x="269" y="600"/>
                    <a:pt x="259" y="597"/>
                  </a:cubicBezTo>
                  <a:cubicBezTo>
                    <a:pt x="217" y="584"/>
                    <a:pt x="178" y="562"/>
                    <a:pt x="146" y="532"/>
                  </a:cubicBezTo>
                  <a:cubicBezTo>
                    <a:pt x="114" y="502"/>
                    <a:pt x="89" y="464"/>
                    <a:pt x="75" y="423"/>
                  </a:cubicBezTo>
                  <a:cubicBezTo>
                    <a:pt x="67" y="402"/>
                    <a:pt x="62" y="381"/>
                    <a:pt x="60" y="359"/>
                  </a:cubicBezTo>
                  <a:cubicBezTo>
                    <a:pt x="58" y="337"/>
                    <a:pt x="58" y="315"/>
                    <a:pt x="61" y="293"/>
                  </a:cubicBezTo>
                  <a:cubicBezTo>
                    <a:pt x="62" y="292"/>
                    <a:pt x="62" y="293"/>
                    <a:pt x="62" y="294"/>
                  </a:cubicBezTo>
                  <a:cubicBezTo>
                    <a:pt x="59" y="307"/>
                    <a:pt x="60" y="321"/>
                    <a:pt x="59" y="333"/>
                  </a:cubicBezTo>
                  <a:cubicBezTo>
                    <a:pt x="60" y="334"/>
                    <a:pt x="60" y="335"/>
                    <a:pt x="60" y="337"/>
                  </a:cubicBezTo>
                  <a:cubicBezTo>
                    <a:pt x="60" y="338"/>
                    <a:pt x="60" y="336"/>
                    <a:pt x="60" y="336"/>
                  </a:cubicBezTo>
                  <a:cubicBezTo>
                    <a:pt x="59" y="338"/>
                    <a:pt x="61" y="340"/>
                    <a:pt x="60" y="342"/>
                  </a:cubicBezTo>
                  <a:cubicBezTo>
                    <a:pt x="60" y="343"/>
                    <a:pt x="61" y="342"/>
                    <a:pt x="61" y="343"/>
                  </a:cubicBezTo>
                  <a:cubicBezTo>
                    <a:pt x="60" y="346"/>
                    <a:pt x="60" y="349"/>
                    <a:pt x="61" y="353"/>
                  </a:cubicBezTo>
                  <a:cubicBezTo>
                    <a:pt x="61" y="357"/>
                    <a:pt x="62" y="361"/>
                    <a:pt x="62" y="365"/>
                  </a:cubicBezTo>
                  <a:cubicBezTo>
                    <a:pt x="63" y="367"/>
                    <a:pt x="63" y="370"/>
                    <a:pt x="63" y="373"/>
                  </a:cubicBezTo>
                  <a:cubicBezTo>
                    <a:pt x="64" y="376"/>
                    <a:pt x="64" y="379"/>
                    <a:pt x="65" y="382"/>
                  </a:cubicBezTo>
                  <a:cubicBezTo>
                    <a:pt x="65" y="383"/>
                    <a:pt x="65" y="383"/>
                    <a:pt x="65" y="382"/>
                  </a:cubicBezTo>
                  <a:cubicBezTo>
                    <a:pt x="67" y="391"/>
                    <a:pt x="69" y="404"/>
                    <a:pt x="72" y="409"/>
                  </a:cubicBezTo>
                  <a:cubicBezTo>
                    <a:pt x="72" y="411"/>
                    <a:pt x="72" y="410"/>
                    <a:pt x="72" y="412"/>
                  </a:cubicBezTo>
                  <a:cubicBezTo>
                    <a:pt x="72" y="412"/>
                    <a:pt x="72" y="411"/>
                    <a:pt x="73" y="410"/>
                  </a:cubicBezTo>
                  <a:cubicBezTo>
                    <a:pt x="74" y="416"/>
                    <a:pt x="76" y="421"/>
                    <a:pt x="78" y="426"/>
                  </a:cubicBezTo>
                  <a:cubicBezTo>
                    <a:pt x="80" y="431"/>
                    <a:pt x="82" y="436"/>
                    <a:pt x="83" y="441"/>
                  </a:cubicBezTo>
                  <a:cubicBezTo>
                    <a:pt x="85" y="442"/>
                    <a:pt x="86" y="448"/>
                    <a:pt x="88" y="450"/>
                  </a:cubicBezTo>
                  <a:cubicBezTo>
                    <a:pt x="90" y="455"/>
                    <a:pt x="92" y="457"/>
                    <a:pt x="92" y="459"/>
                  </a:cubicBezTo>
                  <a:cubicBezTo>
                    <a:pt x="95" y="463"/>
                    <a:pt x="97" y="466"/>
                    <a:pt x="98" y="470"/>
                  </a:cubicBezTo>
                  <a:cubicBezTo>
                    <a:pt x="100" y="472"/>
                    <a:pt x="98" y="469"/>
                    <a:pt x="100" y="471"/>
                  </a:cubicBezTo>
                  <a:cubicBezTo>
                    <a:pt x="100" y="471"/>
                    <a:pt x="101" y="474"/>
                    <a:pt x="100" y="473"/>
                  </a:cubicBezTo>
                  <a:cubicBezTo>
                    <a:pt x="102" y="475"/>
                    <a:pt x="103" y="478"/>
                    <a:pt x="105" y="480"/>
                  </a:cubicBezTo>
                  <a:cubicBezTo>
                    <a:pt x="105" y="481"/>
                    <a:pt x="105" y="480"/>
                    <a:pt x="105" y="480"/>
                  </a:cubicBezTo>
                  <a:cubicBezTo>
                    <a:pt x="107" y="483"/>
                    <a:pt x="109" y="486"/>
                    <a:pt x="111" y="489"/>
                  </a:cubicBezTo>
                  <a:cubicBezTo>
                    <a:pt x="110" y="490"/>
                    <a:pt x="111" y="489"/>
                    <a:pt x="112" y="491"/>
                  </a:cubicBezTo>
                  <a:cubicBezTo>
                    <a:pt x="113" y="491"/>
                    <a:pt x="114" y="492"/>
                    <a:pt x="115" y="493"/>
                  </a:cubicBezTo>
                  <a:cubicBezTo>
                    <a:pt x="114" y="493"/>
                    <a:pt x="114" y="494"/>
                    <a:pt x="115" y="495"/>
                  </a:cubicBezTo>
                  <a:cubicBezTo>
                    <a:pt x="117" y="496"/>
                    <a:pt x="119" y="501"/>
                    <a:pt x="123" y="504"/>
                  </a:cubicBezTo>
                  <a:cubicBezTo>
                    <a:pt x="123" y="505"/>
                    <a:pt x="123" y="505"/>
                    <a:pt x="123" y="505"/>
                  </a:cubicBezTo>
                  <a:cubicBezTo>
                    <a:pt x="125" y="507"/>
                    <a:pt x="128" y="511"/>
                    <a:pt x="131" y="514"/>
                  </a:cubicBezTo>
                  <a:cubicBezTo>
                    <a:pt x="134" y="518"/>
                    <a:pt x="137" y="520"/>
                    <a:pt x="138" y="521"/>
                  </a:cubicBezTo>
                  <a:cubicBezTo>
                    <a:pt x="140" y="523"/>
                    <a:pt x="141" y="526"/>
                    <a:pt x="144" y="527"/>
                  </a:cubicBezTo>
                  <a:cubicBezTo>
                    <a:pt x="146" y="530"/>
                    <a:pt x="149" y="534"/>
                    <a:pt x="151" y="534"/>
                  </a:cubicBezTo>
                  <a:cubicBezTo>
                    <a:pt x="165" y="547"/>
                    <a:pt x="180" y="557"/>
                    <a:pt x="197" y="568"/>
                  </a:cubicBezTo>
                  <a:cubicBezTo>
                    <a:pt x="198" y="568"/>
                    <a:pt x="197" y="568"/>
                    <a:pt x="198" y="568"/>
                  </a:cubicBezTo>
                  <a:cubicBezTo>
                    <a:pt x="199" y="569"/>
                    <a:pt x="200" y="569"/>
                    <a:pt x="201" y="571"/>
                  </a:cubicBezTo>
                  <a:cubicBezTo>
                    <a:pt x="211" y="575"/>
                    <a:pt x="224" y="584"/>
                    <a:pt x="236" y="587"/>
                  </a:cubicBezTo>
                  <a:cubicBezTo>
                    <a:pt x="237" y="587"/>
                    <a:pt x="237" y="587"/>
                    <a:pt x="237" y="588"/>
                  </a:cubicBezTo>
                  <a:cubicBezTo>
                    <a:pt x="242" y="590"/>
                    <a:pt x="247" y="591"/>
                    <a:pt x="251" y="593"/>
                  </a:cubicBezTo>
                  <a:cubicBezTo>
                    <a:pt x="251" y="592"/>
                    <a:pt x="251" y="590"/>
                    <a:pt x="255" y="591"/>
                  </a:cubicBezTo>
                  <a:cubicBezTo>
                    <a:pt x="256" y="592"/>
                    <a:pt x="255" y="592"/>
                    <a:pt x="258" y="593"/>
                  </a:cubicBezTo>
                  <a:cubicBezTo>
                    <a:pt x="258" y="594"/>
                    <a:pt x="254" y="594"/>
                    <a:pt x="254" y="593"/>
                  </a:cubicBezTo>
                  <a:cubicBezTo>
                    <a:pt x="252" y="593"/>
                    <a:pt x="257" y="595"/>
                    <a:pt x="257" y="594"/>
                  </a:cubicBezTo>
                  <a:cubicBezTo>
                    <a:pt x="260" y="596"/>
                    <a:pt x="263" y="596"/>
                    <a:pt x="266" y="597"/>
                  </a:cubicBezTo>
                  <a:cubicBezTo>
                    <a:pt x="269" y="598"/>
                    <a:pt x="273" y="598"/>
                    <a:pt x="275" y="600"/>
                  </a:cubicBezTo>
                  <a:cubicBezTo>
                    <a:pt x="277" y="599"/>
                    <a:pt x="281" y="600"/>
                    <a:pt x="284" y="602"/>
                  </a:cubicBezTo>
                  <a:cubicBezTo>
                    <a:pt x="285" y="602"/>
                    <a:pt x="285" y="601"/>
                    <a:pt x="284" y="601"/>
                  </a:cubicBezTo>
                  <a:cubicBezTo>
                    <a:pt x="290" y="603"/>
                    <a:pt x="296" y="603"/>
                    <a:pt x="301" y="605"/>
                  </a:cubicBezTo>
                  <a:cubicBezTo>
                    <a:pt x="302" y="604"/>
                    <a:pt x="302" y="604"/>
                    <a:pt x="302" y="604"/>
                  </a:cubicBezTo>
                  <a:cubicBezTo>
                    <a:pt x="306" y="605"/>
                    <a:pt x="311" y="605"/>
                    <a:pt x="316" y="605"/>
                  </a:cubicBezTo>
                  <a:cubicBezTo>
                    <a:pt x="321" y="606"/>
                    <a:pt x="325" y="606"/>
                    <a:pt x="328" y="607"/>
                  </a:cubicBezTo>
                  <a:cubicBezTo>
                    <a:pt x="329" y="607"/>
                    <a:pt x="328" y="606"/>
                    <a:pt x="328" y="606"/>
                  </a:cubicBezTo>
                  <a:cubicBezTo>
                    <a:pt x="333" y="607"/>
                    <a:pt x="337" y="606"/>
                    <a:pt x="342" y="606"/>
                  </a:cubicBezTo>
                  <a:cubicBezTo>
                    <a:pt x="347" y="606"/>
                    <a:pt x="351" y="606"/>
                    <a:pt x="356" y="606"/>
                  </a:cubicBezTo>
                  <a:cubicBezTo>
                    <a:pt x="359" y="606"/>
                    <a:pt x="364" y="605"/>
                    <a:pt x="368" y="605"/>
                  </a:cubicBezTo>
                  <a:cubicBezTo>
                    <a:pt x="371" y="605"/>
                    <a:pt x="373" y="605"/>
                    <a:pt x="375" y="604"/>
                  </a:cubicBezTo>
                  <a:cubicBezTo>
                    <a:pt x="378" y="604"/>
                    <a:pt x="380" y="604"/>
                    <a:pt x="382" y="603"/>
                  </a:cubicBezTo>
                  <a:cubicBezTo>
                    <a:pt x="384" y="603"/>
                    <a:pt x="382" y="603"/>
                    <a:pt x="384" y="602"/>
                  </a:cubicBezTo>
                  <a:cubicBezTo>
                    <a:pt x="384" y="602"/>
                    <a:pt x="385" y="602"/>
                    <a:pt x="386" y="602"/>
                  </a:cubicBezTo>
                  <a:cubicBezTo>
                    <a:pt x="385" y="603"/>
                    <a:pt x="386" y="603"/>
                    <a:pt x="389" y="602"/>
                  </a:cubicBezTo>
                  <a:cubicBezTo>
                    <a:pt x="391" y="602"/>
                    <a:pt x="393" y="601"/>
                    <a:pt x="395" y="601"/>
                  </a:cubicBezTo>
                  <a:cubicBezTo>
                    <a:pt x="396" y="600"/>
                    <a:pt x="393" y="601"/>
                    <a:pt x="392" y="601"/>
                  </a:cubicBezTo>
                  <a:cubicBezTo>
                    <a:pt x="391" y="601"/>
                    <a:pt x="394" y="600"/>
                    <a:pt x="395" y="600"/>
                  </a:cubicBezTo>
                  <a:cubicBezTo>
                    <a:pt x="397" y="600"/>
                    <a:pt x="399" y="600"/>
                    <a:pt x="402" y="600"/>
                  </a:cubicBezTo>
                  <a:cubicBezTo>
                    <a:pt x="405" y="599"/>
                    <a:pt x="408" y="598"/>
                    <a:pt x="410" y="598"/>
                  </a:cubicBezTo>
                  <a:cubicBezTo>
                    <a:pt x="412" y="597"/>
                    <a:pt x="410" y="597"/>
                    <a:pt x="412" y="596"/>
                  </a:cubicBezTo>
                  <a:cubicBezTo>
                    <a:pt x="412" y="596"/>
                    <a:pt x="413" y="596"/>
                    <a:pt x="414" y="596"/>
                  </a:cubicBezTo>
                  <a:cubicBezTo>
                    <a:pt x="414" y="596"/>
                    <a:pt x="413" y="596"/>
                    <a:pt x="412" y="597"/>
                  </a:cubicBezTo>
                  <a:cubicBezTo>
                    <a:pt x="414" y="597"/>
                    <a:pt x="415" y="597"/>
                    <a:pt x="417" y="595"/>
                  </a:cubicBezTo>
                  <a:cubicBezTo>
                    <a:pt x="417" y="595"/>
                    <a:pt x="415" y="595"/>
                    <a:pt x="417" y="594"/>
                  </a:cubicBezTo>
                  <a:cubicBezTo>
                    <a:pt x="415" y="594"/>
                    <a:pt x="415" y="595"/>
                    <a:pt x="413" y="595"/>
                  </a:cubicBezTo>
                  <a:cubicBezTo>
                    <a:pt x="415" y="594"/>
                    <a:pt x="417" y="594"/>
                    <a:pt x="418" y="593"/>
                  </a:cubicBezTo>
                  <a:cubicBezTo>
                    <a:pt x="420" y="593"/>
                    <a:pt x="422" y="592"/>
                    <a:pt x="423" y="592"/>
                  </a:cubicBezTo>
                  <a:cubicBezTo>
                    <a:pt x="424" y="593"/>
                    <a:pt x="420" y="593"/>
                    <a:pt x="419" y="594"/>
                  </a:cubicBezTo>
                  <a:cubicBezTo>
                    <a:pt x="422" y="594"/>
                    <a:pt x="418" y="595"/>
                    <a:pt x="417" y="595"/>
                  </a:cubicBezTo>
                  <a:cubicBezTo>
                    <a:pt x="422" y="595"/>
                    <a:pt x="421" y="594"/>
                    <a:pt x="426" y="593"/>
                  </a:cubicBezTo>
                  <a:cubicBezTo>
                    <a:pt x="427" y="593"/>
                    <a:pt x="424" y="593"/>
                    <a:pt x="425" y="593"/>
                  </a:cubicBezTo>
                  <a:cubicBezTo>
                    <a:pt x="425" y="592"/>
                    <a:pt x="426" y="592"/>
                    <a:pt x="426" y="592"/>
                  </a:cubicBezTo>
                  <a:cubicBezTo>
                    <a:pt x="427" y="592"/>
                    <a:pt x="426" y="592"/>
                    <a:pt x="425" y="592"/>
                  </a:cubicBezTo>
                  <a:cubicBezTo>
                    <a:pt x="427" y="590"/>
                    <a:pt x="430" y="590"/>
                    <a:pt x="432" y="588"/>
                  </a:cubicBezTo>
                  <a:cubicBezTo>
                    <a:pt x="434" y="587"/>
                    <a:pt x="434" y="587"/>
                    <a:pt x="434" y="588"/>
                  </a:cubicBezTo>
                  <a:cubicBezTo>
                    <a:pt x="436" y="587"/>
                    <a:pt x="438" y="585"/>
                    <a:pt x="440" y="585"/>
                  </a:cubicBezTo>
                  <a:cubicBezTo>
                    <a:pt x="442" y="585"/>
                    <a:pt x="439" y="586"/>
                    <a:pt x="439" y="587"/>
                  </a:cubicBezTo>
                  <a:cubicBezTo>
                    <a:pt x="440" y="586"/>
                    <a:pt x="441" y="585"/>
                    <a:pt x="441" y="585"/>
                  </a:cubicBezTo>
                  <a:cubicBezTo>
                    <a:pt x="442" y="584"/>
                    <a:pt x="444" y="584"/>
                    <a:pt x="445" y="583"/>
                  </a:cubicBezTo>
                  <a:cubicBezTo>
                    <a:pt x="446" y="583"/>
                    <a:pt x="444" y="584"/>
                    <a:pt x="446" y="584"/>
                  </a:cubicBezTo>
                  <a:cubicBezTo>
                    <a:pt x="447" y="582"/>
                    <a:pt x="450" y="581"/>
                    <a:pt x="452" y="580"/>
                  </a:cubicBezTo>
                  <a:cubicBezTo>
                    <a:pt x="454" y="579"/>
                    <a:pt x="456" y="578"/>
                    <a:pt x="456" y="579"/>
                  </a:cubicBezTo>
                  <a:cubicBezTo>
                    <a:pt x="458" y="578"/>
                    <a:pt x="460" y="577"/>
                    <a:pt x="462" y="575"/>
                  </a:cubicBezTo>
                  <a:cubicBezTo>
                    <a:pt x="465" y="576"/>
                    <a:pt x="468" y="572"/>
                    <a:pt x="470" y="572"/>
                  </a:cubicBezTo>
                  <a:cubicBezTo>
                    <a:pt x="471" y="569"/>
                    <a:pt x="478" y="569"/>
                    <a:pt x="482" y="565"/>
                  </a:cubicBezTo>
                  <a:cubicBezTo>
                    <a:pt x="484" y="564"/>
                    <a:pt x="485" y="563"/>
                    <a:pt x="487" y="562"/>
                  </a:cubicBezTo>
                  <a:cubicBezTo>
                    <a:pt x="489" y="560"/>
                    <a:pt x="491" y="559"/>
                    <a:pt x="493" y="558"/>
                  </a:cubicBezTo>
                  <a:cubicBezTo>
                    <a:pt x="494" y="558"/>
                    <a:pt x="491" y="560"/>
                    <a:pt x="493" y="559"/>
                  </a:cubicBezTo>
                  <a:cubicBezTo>
                    <a:pt x="498" y="554"/>
                    <a:pt x="505" y="551"/>
                    <a:pt x="510" y="546"/>
                  </a:cubicBezTo>
                  <a:cubicBezTo>
                    <a:pt x="509" y="546"/>
                    <a:pt x="508" y="547"/>
                    <a:pt x="508" y="547"/>
                  </a:cubicBezTo>
                  <a:cubicBezTo>
                    <a:pt x="507" y="547"/>
                    <a:pt x="508" y="546"/>
                    <a:pt x="507" y="547"/>
                  </a:cubicBezTo>
                  <a:cubicBezTo>
                    <a:pt x="510" y="545"/>
                    <a:pt x="513" y="543"/>
                    <a:pt x="515" y="541"/>
                  </a:cubicBezTo>
                  <a:cubicBezTo>
                    <a:pt x="515" y="541"/>
                    <a:pt x="514" y="542"/>
                    <a:pt x="514" y="542"/>
                  </a:cubicBezTo>
                  <a:cubicBezTo>
                    <a:pt x="512" y="542"/>
                    <a:pt x="515" y="541"/>
                    <a:pt x="516" y="539"/>
                  </a:cubicBezTo>
                  <a:cubicBezTo>
                    <a:pt x="516" y="540"/>
                    <a:pt x="516" y="540"/>
                    <a:pt x="518" y="539"/>
                  </a:cubicBezTo>
                  <a:cubicBezTo>
                    <a:pt x="519" y="535"/>
                    <a:pt x="524" y="534"/>
                    <a:pt x="527" y="530"/>
                  </a:cubicBezTo>
                  <a:cubicBezTo>
                    <a:pt x="528" y="529"/>
                    <a:pt x="528" y="529"/>
                    <a:pt x="527" y="531"/>
                  </a:cubicBezTo>
                  <a:cubicBezTo>
                    <a:pt x="529" y="530"/>
                    <a:pt x="529" y="529"/>
                    <a:pt x="531" y="528"/>
                  </a:cubicBezTo>
                  <a:cubicBezTo>
                    <a:pt x="531" y="527"/>
                    <a:pt x="530" y="528"/>
                    <a:pt x="529" y="529"/>
                  </a:cubicBezTo>
                  <a:cubicBezTo>
                    <a:pt x="530" y="527"/>
                    <a:pt x="531" y="526"/>
                    <a:pt x="532" y="525"/>
                  </a:cubicBezTo>
                  <a:cubicBezTo>
                    <a:pt x="532" y="525"/>
                    <a:pt x="532" y="525"/>
                    <a:pt x="531" y="527"/>
                  </a:cubicBezTo>
                  <a:cubicBezTo>
                    <a:pt x="534" y="523"/>
                    <a:pt x="537" y="521"/>
                    <a:pt x="539" y="519"/>
                  </a:cubicBezTo>
                  <a:cubicBezTo>
                    <a:pt x="540" y="518"/>
                    <a:pt x="539" y="520"/>
                    <a:pt x="540" y="519"/>
                  </a:cubicBezTo>
                  <a:cubicBezTo>
                    <a:pt x="541" y="516"/>
                    <a:pt x="549" y="508"/>
                    <a:pt x="551" y="505"/>
                  </a:cubicBezTo>
                  <a:cubicBezTo>
                    <a:pt x="552" y="504"/>
                    <a:pt x="554" y="501"/>
                    <a:pt x="553" y="504"/>
                  </a:cubicBezTo>
                  <a:cubicBezTo>
                    <a:pt x="554" y="502"/>
                    <a:pt x="554" y="502"/>
                    <a:pt x="554" y="501"/>
                  </a:cubicBezTo>
                  <a:cubicBezTo>
                    <a:pt x="555" y="500"/>
                    <a:pt x="557" y="500"/>
                    <a:pt x="558" y="497"/>
                  </a:cubicBezTo>
                  <a:cubicBezTo>
                    <a:pt x="557" y="498"/>
                    <a:pt x="557" y="499"/>
                    <a:pt x="556" y="500"/>
                  </a:cubicBezTo>
                  <a:cubicBezTo>
                    <a:pt x="556" y="499"/>
                    <a:pt x="556" y="499"/>
                    <a:pt x="556" y="499"/>
                  </a:cubicBezTo>
                  <a:cubicBezTo>
                    <a:pt x="559" y="495"/>
                    <a:pt x="563" y="491"/>
                    <a:pt x="565" y="486"/>
                  </a:cubicBezTo>
                  <a:cubicBezTo>
                    <a:pt x="566" y="487"/>
                    <a:pt x="566" y="486"/>
                    <a:pt x="567" y="485"/>
                  </a:cubicBezTo>
                  <a:cubicBezTo>
                    <a:pt x="568" y="484"/>
                    <a:pt x="566" y="485"/>
                    <a:pt x="565" y="486"/>
                  </a:cubicBezTo>
                  <a:cubicBezTo>
                    <a:pt x="566" y="482"/>
                    <a:pt x="569" y="481"/>
                    <a:pt x="570" y="478"/>
                  </a:cubicBezTo>
                  <a:cubicBezTo>
                    <a:pt x="572" y="476"/>
                    <a:pt x="570" y="480"/>
                    <a:pt x="572" y="479"/>
                  </a:cubicBezTo>
                  <a:cubicBezTo>
                    <a:pt x="572" y="477"/>
                    <a:pt x="571" y="478"/>
                    <a:pt x="571" y="477"/>
                  </a:cubicBezTo>
                  <a:cubicBezTo>
                    <a:pt x="572" y="474"/>
                    <a:pt x="573" y="475"/>
                    <a:pt x="573" y="474"/>
                  </a:cubicBezTo>
                  <a:cubicBezTo>
                    <a:pt x="573" y="474"/>
                    <a:pt x="573" y="475"/>
                    <a:pt x="573" y="476"/>
                  </a:cubicBezTo>
                  <a:cubicBezTo>
                    <a:pt x="574" y="475"/>
                    <a:pt x="575" y="472"/>
                    <a:pt x="574" y="472"/>
                  </a:cubicBezTo>
                  <a:cubicBezTo>
                    <a:pt x="577" y="470"/>
                    <a:pt x="576" y="469"/>
                    <a:pt x="578" y="468"/>
                  </a:cubicBezTo>
                  <a:cubicBezTo>
                    <a:pt x="580" y="464"/>
                    <a:pt x="580" y="464"/>
                    <a:pt x="582" y="461"/>
                  </a:cubicBezTo>
                  <a:cubicBezTo>
                    <a:pt x="582" y="460"/>
                    <a:pt x="581" y="462"/>
                    <a:pt x="581" y="459"/>
                  </a:cubicBezTo>
                  <a:cubicBezTo>
                    <a:pt x="579" y="461"/>
                    <a:pt x="579" y="461"/>
                    <a:pt x="579" y="461"/>
                  </a:cubicBezTo>
                  <a:cubicBezTo>
                    <a:pt x="578" y="463"/>
                    <a:pt x="580" y="463"/>
                    <a:pt x="578" y="464"/>
                  </a:cubicBezTo>
                  <a:cubicBezTo>
                    <a:pt x="578" y="465"/>
                    <a:pt x="578" y="465"/>
                    <a:pt x="578" y="464"/>
                  </a:cubicBezTo>
                  <a:cubicBezTo>
                    <a:pt x="577" y="467"/>
                    <a:pt x="572" y="476"/>
                    <a:pt x="571" y="474"/>
                  </a:cubicBezTo>
                  <a:cubicBezTo>
                    <a:pt x="571" y="474"/>
                    <a:pt x="571" y="476"/>
                    <a:pt x="570" y="477"/>
                  </a:cubicBezTo>
                  <a:cubicBezTo>
                    <a:pt x="569" y="478"/>
                    <a:pt x="569" y="476"/>
                    <a:pt x="570" y="474"/>
                  </a:cubicBezTo>
                  <a:cubicBezTo>
                    <a:pt x="569" y="475"/>
                    <a:pt x="566" y="480"/>
                    <a:pt x="568" y="478"/>
                  </a:cubicBezTo>
                  <a:cubicBezTo>
                    <a:pt x="567" y="480"/>
                    <a:pt x="565" y="482"/>
                    <a:pt x="565" y="484"/>
                  </a:cubicBezTo>
                  <a:cubicBezTo>
                    <a:pt x="564" y="485"/>
                    <a:pt x="565" y="482"/>
                    <a:pt x="565" y="482"/>
                  </a:cubicBezTo>
                  <a:cubicBezTo>
                    <a:pt x="563" y="483"/>
                    <a:pt x="561" y="489"/>
                    <a:pt x="561" y="486"/>
                  </a:cubicBezTo>
                  <a:cubicBezTo>
                    <a:pt x="560" y="487"/>
                    <a:pt x="560" y="488"/>
                    <a:pt x="561" y="488"/>
                  </a:cubicBezTo>
                  <a:cubicBezTo>
                    <a:pt x="560" y="489"/>
                    <a:pt x="559" y="491"/>
                    <a:pt x="557" y="492"/>
                  </a:cubicBezTo>
                  <a:cubicBezTo>
                    <a:pt x="557" y="493"/>
                    <a:pt x="558" y="492"/>
                    <a:pt x="557" y="493"/>
                  </a:cubicBezTo>
                  <a:cubicBezTo>
                    <a:pt x="557" y="494"/>
                    <a:pt x="556" y="495"/>
                    <a:pt x="555" y="496"/>
                  </a:cubicBezTo>
                  <a:cubicBezTo>
                    <a:pt x="555" y="496"/>
                    <a:pt x="555" y="496"/>
                    <a:pt x="555" y="495"/>
                  </a:cubicBezTo>
                  <a:cubicBezTo>
                    <a:pt x="553" y="499"/>
                    <a:pt x="550" y="503"/>
                    <a:pt x="547" y="506"/>
                  </a:cubicBezTo>
                  <a:cubicBezTo>
                    <a:pt x="546" y="507"/>
                    <a:pt x="548" y="505"/>
                    <a:pt x="548" y="504"/>
                  </a:cubicBezTo>
                  <a:cubicBezTo>
                    <a:pt x="546" y="505"/>
                    <a:pt x="546" y="507"/>
                    <a:pt x="544" y="507"/>
                  </a:cubicBezTo>
                  <a:cubicBezTo>
                    <a:pt x="545" y="505"/>
                    <a:pt x="547" y="504"/>
                    <a:pt x="548" y="503"/>
                  </a:cubicBezTo>
                  <a:cubicBezTo>
                    <a:pt x="548" y="500"/>
                    <a:pt x="553" y="497"/>
                    <a:pt x="554" y="494"/>
                  </a:cubicBezTo>
                  <a:cubicBezTo>
                    <a:pt x="552" y="497"/>
                    <a:pt x="550" y="499"/>
                    <a:pt x="548" y="501"/>
                  </a:cubicBezTo>
                  <a:cubicBezTo>
                    <a:pt x="546" y="504"/>
                    <a:pt x="544" y="506"/>
                    <a:pt x="542" y="508"/>
                  </a:cubicBezTo>
                  <a:cubicBezTo>
                    <a:pt x="542" y="509"/>
                    <a:pt x="544" y="507"/>
                    <a:pt x="544" y="507"/>
                  </a:cubicBezTo>
                  <a:cubicBezTo>
                    <a:pt x="543" y="510"/>
                    <a:pt x="541" y="509"/>
                    <a:pt x="539" y="512"/>
                  </a:cubicBezTo>
                  <a:cubicBezTo>
                    <a:pt x="540" y="511"/>
                    <a:pt x="541" y="510"/>
                    <a:pt x="542" y="510"/>
                  </a:cubicBezTo>
                  <a:cubicBezTo>
                    <a:pt x="541" y="511"/>
                    <a:pt x="540" y="512"/>
                    <a:pt x="539" y="513"/>
                  </a:cubicBezTo>
                  <a:cubicBezTo>
                    <a:pt x="538" y="514"/>
                    <a:pt x="539" y="513"/>
                    <a:pt x="539" y="512"/>
                  </a:cubicBezTo>
                  <a:cubicBezTo>
                    <a:pt x="539" y="513"/>
                    <a:pt x="538" y="514"/>
                    <a:pt x="537" y="514"/>
                  </a:cubicBezTo>
                  <a:cubicBezTo>
                    <a:pt x="538" y="516"/>
                    <a:pt x="531" y="522"/>
                    <a:pt x="528" y="524"/>
                  </a:cubicBezTo>
                  <a:cubicBezTo>
                    <a:pt x="527" y="524"/>
                    <a:pt x="530" y="523"/>
                    <a:pt x="530" y="522"/>
                  </a:cubicBezTo>
                  <a:cubicBezTo>
                    <a:pt x="527" y="524"/>
                    <a:pt x="525" y="527"/>
                    <a:pt x="522" y="529"/>
                  </a:cubicBezTo>
                  <a:cubicBezTo>
                    <a:pt x="520" y="532"/>
                    <a:pt x="517" y="534"/>
                    <a:pt x="514" y="536"/>
                  </a:cubicBezTo>
                  <a:cubicBezTo>
                    <a:pt x="513" y="536"/>
                    <a:pt x="514" y="535"/>
                    <a:pt x="515" y="534"/>
                  </a:cubicBezTo>
                  <a:cubicBezTo>
                    <a:pt x="513" y="535"/>
                    <a:pt x="512" y="537"/>
                    <a:pt x="512" y="537"/>
                  </a:cubicBezTo>
                  <a:cubicBezTo>
                    <a:pt x="510" y="540"/>
                    <a:pt x="512" y="537"/>
                    <a:pt x="509" y="538"/>
                  </a:cubicBezTo>
                  <a:cubicBezTo>
                    <a:pt x="507" y="540"/>
                    <a:pt x="511" y="538"/>
                    <a:pt x="510" y="539"/>
                  </a:cubicBezTo>
                  <a:cubicBezTo>
                    <a:pt x="507" y="542"/>
                    <a:pt x="504" y="545"/>
                    <a:pt x="500" y="547"/>
                  </a:cubicBezTo>
                  <a:cubicBezTo>
                    <a:pt x="500" y="549"/>
                    <a:pt x="498" y="550"/>
                    <a:pt x="496" y="551"/>
                  </a:cubicBezTo>
                  <a:cubicBezTo>
                    <a:pt x="494" y="552"/>
                    <a:pt x="495" y="551"/>
                    <a:pt x="494" y="552"/>
                  </a:cubicBezTo>
                  <a:cubicBezTo>
                    <a:pt x="491" y="554"/>
                    <a:pt x="488" y="556"/>
                    <a:pt x="486" y="558"/>
                  </a:cubicBezTo>
                  <a:cubicBezTo>
                    <a:pt x="485" y="558"/>
                    <a:pt x="488" y="556"/>
                    <a:pt x="488" y="555"/>
                  </a:cubicBezTo>
                  <a:cubicBezTo>
                    <a:pt x="487" y="556"/>
                    <a:pt x="486" y="556"/>
                    <a:pt x="485" y="557"/>
                  </a:cubicBezTo>
                  <a:cubicBezTo>
                    <a:pt x="484" y="558"/>
                    <a:pt x="482" y="559"/>
                    <a:pt x="481" y="560"/>
                  </a:cubicBezTo>
                  <a:cubicBezTo>
                    <a:pt x="479" y="561"/>
                    <a:pt x="481" y="560"/>
                    <a:pt x="479" y="560"/>
                  </a:cubicBezTo>
                  <a:cubicBezTo>
                    <a:pt x="480" y="559"/>
                    <a:pt x="482" y="558"/>
                    <a:pt x="482" y="558"/>
                  </a:cubicBezTo>
                  <a:cubicBezTo>
                    <a:pt x="477" y="561"/>
                    <a:pt x="473" y="564"/>
                    <a:pt x="469" y="567"/>
                  </a:cubicBezTo>
                  <a:cubicBezTo>
                    <a:pt x="466" y="568"/>
                    <a:pt x="470" y="565"/>
                    <a:pt x="468" y="566"/>
                  </a:cubicBezTo>
                  <a:cubicBezTo>
                    <a:pt x="463" y="569"/>
                    <a:pt x="458" y="571"/>
                    <a:pt x="453" y="573"/>
                  </a:cubicBezTo>
                  <a:cubicBezTo>
                    <a:pt x="451" y="575"/>
                    <a:pt x="449" y="575"/>
                    <a:pt x="447" y="575"/>
                  </a:cubicBezTo>
                  <a:cubicBezTo>
                    <a:pt x="446" y="576"/>
                    <a:pt x="448" y="576"/>
                    <a:pt x="447" y="577"/>
                  </a:cubicBezTo>
                  <a:cubicBezTo>
                    <a:pt x="445" y="577"/>
                    <a:pt x="442" y="579"/>
                    <a:pt x="439" y="580"/>
                  </a:cubicBezTo>
                  <a:cubicBezTo>
                    <a:pt x="436" y="581"/>
                    <a:pt x="434" y="582"/>
                    <a:pt x="434" y="581"/>
                  </a:cubicBezTo>
                  <a:cubicBezTo>
                    <a:pt x="431" y="582"/>
                    <a:pt x="427" y="584"/>
                    <a:pt x="424" y="585"/>
                  </a:cubicBezTo>
                  <a:cubicBezTo>
                    <a:pt x="420" y="586"/>
                    <a:pt x="417" y="587"/>
                    <a:pt x="415" y="588"/>
                  </a:cubicBezTo>
                  <a:cubicBezTo>
                    <a:pt x="412" y="588"/>
                    <a:pt x="409" y="590"/>
                    <a:pt x="405" y="589"/>
                  </a:cubicBezTo>
                  <a:cubicBezTo>
                    <a:pt x="403" y="591"/>
                    <a:pt x="401" y="591"/>
                    <a:pt x="399" y="592"/>
                  </a:cubicBezTo>
                  <a:cubicBezTo>
                    <a:pt x="397" y="592"/>
                    <a:pt x="399" y="592"/>
                    <a:pt x="397" y="592"/>
                  </a:cubicBezTo>
                  <a:cubicBezTo>
                    <a:pt x="391" y="593"/>
                    <a:pt x="386" y="594"/>
                    <a:pt x="380" y="595"/>
                  </a:cubicBezTo>
                  <a:cubicBezTo>
                    <a:pt x="374" y="596"/>
                    <a:pt x="368" y="596"/>
                    <a:pt x="362" y="597"/>
                  </a:cubicBezTo>
                  <a:cubicBezTo>
                    <a:pt x="362" y="597"/>
                    <a:pt x="361" y="598"/>
                    <a:pt x="363" y="597"/>
                  </a:cubicBezTo>
                  <a:cubicBezTo>
                    <a:pt x="358" y="598"/>
                    <a:pt x="353" y="597"/>
                    <a:pt x="348" y="598"/>
                  </a:cubicBezTo>
                  <a:cubicBezTo>
                    <a:pt x="343" y="598"/>
                    <a:pt x="338" y="598"/>
                    <a:pt x="333" y="598"/>
                  </a:cubicBezTo>
                  <a:cubicBezTo>
                    <a:pt x="331" y="599"/>
                    <a:pt x="329" y="597"/>
                    <a:pt x="326" y="597"/>
                  </a:cubicBezTo>
                  <a:cubicBezTo>
                    <a:pt x="326" y="598"/>
                    <a:pt x="327" y="598"/>
                    <a:pt x="326" y="598"/>
                  </a:cubicBezTo>
                  <a:cubicBezTo>
                    <a:pt x="323" y="597"/>
                    <a:pt x="320" y="597"/>
                    <a:pt x="315" y="597"/>
                  </a:cubicBezTo>
                  <a:cubicBezTo>
                    <a:pt x="312" y="596"/>
                    <a:pt x="312" y="596"/>
                    <a:pt x="312" y="596"/>
                  </a:cubicBezTo>
                  <a:cubicBezTo>
                    <a:pt x="310" y="596"/>
                    <a:pt x="307" y="596"/>
                    <a:pt x="305" y="596"/>
                  </a:cubicBezTo>
                  <a:cubicBezTo>
                    <a:pt x="302" y="595"/>
                    <a:pt x="300" y="595"/>
                    <a:pt x="297" y="595"/>
                  </a:cubicBezTo>
                  <a:cubicBezTo>
                    <a:pt x="292" y="594"/>
                    <a:pt x="287" y="593"/>
                    <a:pt x="282" y="591"/>
                  </a:cubicBezTo>
                  <a:cubicBezTo>
                    <a:pt x="282" y="591"/>
                    <a:pt x="282" y="592"/>
                    <a:pt x="282" y="592"/>
                  </a:cubicBezTo>
                  <a:cubicBezTo>
                    <a:pt x="265" y="587"/>
                    <a:pt x="247" y="583"/>
                    <a:pt x="231" y="575"/>
                  </a:cubicBezTo>
                  <a:cubicBezTo>
                    <a:pt x="228" y="575"/>
                    <a:pt x="218" y="569"/>
                    <a:pt x="211" y="566"/>
                  </a:cubicBezTo>
                  <a:cubicBezTo>
                    <a:pt x="207" y="564"/>
                    <a:pt x="204" y="563"/>
                    <a:pt x="202" y="560"/>
                  </a:cubicBezTo>
                  <a:cubicBezTo>
                    <a:pt x="200" y="560"/>
                    <a:pt x="200" y="560"/>
                    <a:pt x="200" y="560"/>
                  </a:cubicBezTo>
                  <a:cubicBezTo>
                    <a:pt x="199" y="559"/>
                    <a:pt x="198" y="558"/>
                    <a:pt x="196" y="557"/>
                  </a:cubicBezTo>
                  <a:cubicBezTo>
                    <a:pt x="195" y="556"/>
                    <a:pt x="193" y="555"/>
                    <a:pt x="192" y="554"/>
                  </a:cubicBezTo>
                  <a:cubicBezTo>
                    <a:pt x="190" y="553"/>
                    <a:pt x="188" y="552"/>
                    <a:pt x="186" y="551"/>
                  </a:cubicBezTo>
                  <a:cubicBezTo>
                    <a:pt x="184" y="549"/>
                    <a:pt x="182" y="548"/>
                    <a:pt x="180" y="546"/>
                  </a:cubicBezTo>
                  <a:cubicBezTo>
                    <a:pt x="175" y="543"/>
                    <a:pt x="171" y="539"/>
                    <a:pt x="167" y="536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55" y="527"/>
                    <a:pt x="147" y="517"/>
                    <a:pt x="138" y="509"/>
                  </a:cubicBezTo>
                  <a:cubicBezTo>
                    <a:pt x="135" y="504"/>
                    <a:pt x="130" y="500"/>
                    <a:pt x="127" y="495"/>
                  </a:cubicBezTo>
                  <a:cubicBezTo>
                    <a:pt x="124" y="493"/>
                    <a:pt x="123" y="490"/>
                    <a:pt x="121" y="488"/>
                  </a:cubicBezTo>
                  <a:cubicBezTo>
                    <a:pt x="116" y="480"/>
                    <a:pt x="110" y="472"/>
                    <a:pt x="105" y="464"/>
                  </a:cubicBezTo>
                  <a:cubicBezTo>
                    <a:pt x="96" y="446"/>
                    <a:pt x="86" y="428"/>
                    <a:pt x="81" y="408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79" y="405"/>
                    <a:pt x="80" y="405"/>
                    <a:pt x="80" y="405"/>
                  </a:cubicBezTo>
                  <a:cubicBezTo>
                    <a:pt x="79" y="403"/>
                    <a:pt x="78" y="400"/>
                    <a:pt x="78" y="398"/>
                  </a:cubicBezTo>
                  <a:cubicBezTo>
                    <a:pt x="77" y="395"/>
                    <a:pt x="76" y="393"/>
                    <a:pt x="76" y="391"/>
                  </a:cubicBezTo>
                  <a:cubicBezTo>
                    <a:pt x="75" y="389"/>
                    <a:pt x="75" y="386"/>
                    <a:pt x="74" y="384"/>
                  </a:cubicBezTo>
                  <a:cubicBezTo>
                    <a:pt x="74" y="381"/>
                    <a:pt x="73" y="379"/>
                    <a:pt x="72" y="376"/>
                  </a:cubicBezTo>
                  <a:cubicBezTo>
                    <a:pt x="73" y="374"/>
                    <a:pt x="73" y="374"/>
                    <a:pt x="73" y="374"/>
                  </a:cubicBezTo>
                  <a:cubicBezTo>
                    <a:pt x="72" y="372"/>
                    <a:pt x="71" y="373"/>
                    <a:pt x="71" y="370"/>
                  </a:cubicBezTo>
                  <a:cubicBezTo>
                    <a:pt x="72" y="370"/>
                    <a:pt x="72" y="371"/>
                    <a:pt x="72" y="372"/>
                  </a:cubicBezTo>
                  <a:cubicBezTo>
                    <a:pt x="72" y="370"/>
                    <a:pt x="72" y="368"/>
                    <a:pt x="71" y="368"/>
                  </a:cubicBezTo>
                  <a:cubicBezTo>
                    <a:pt x="66" y="328"/>
                    <a:pt x="69" y="287"/>
                    <a:pt x="81" y="248"/>
                  </a:cubicBezTo>
                  <a:cubicBezTo>
                    <a:pt x="87" y="229"/>
                    <a:pt x="95" y="211"/>
                    <a:pt x="105" y="193"/>
                  </a:cubicBezTo>
                  <a:cubicBezTo>
                    <a:pt x="115" y="176"/>
                    <a:pt x="127" y="159"/>
                    <a:pt x="142" y="144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51" y="135"/>
                    <a:pt x="158" y="126"/>
                    <a:pt x="167" y="120"/>
                  </a:cubicBezTo>
                  <a:cubicBezTo>
                    <a:pt x="169" y="119"/>
                    <a:pt x="169" y="117"/>
                    <a:pt x="170" y="118"/>
                  </a:cubicBezTo>
                  <a:cubicBezTo>
                    <a:pt x="171" y="116"/>
                    <a:pt x="175" y="113"/>
                    <a:pt x="178" y="112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2" y="108"/>
                    <a:pt x="186" y="106"/>
                    <a:pt x="189" y="103"/>
                  </a:cubicBezTo>
                  <a:cubicBezTo>
                    <a:pt x="205" y="94"/>
                    <a:pt x="221" y="84"/>
                    <a:pt x="240" y="79"/>
                  </a:cubicBezTo>
                  <a:cubicBezTo>
                    <a:pt x="240" y="78"/>
                    <a:pt x="241" y="78"/>
                    <a:pt x="241" y="77"/>
                  </a:cubicBezTo>
                  <a:cubicBezTo>
                    <a:pt x="245" y="77"/>
                    <a:pt x="250" y="75"/>
                    <a:pt x="251" y="74"/>
                  </a:cubicBezTo>
                  <a:cubicBezTo>
                    <a:pt x="252" y="74"/>
                    <a:pt x="252" y="74"/>
                    <a:pt x="253" y="74"/>
                  </a:cubicBezTo>
                  <a:cubicBezTo>
                    <a:pt x="254" y="73"/>
                    <a:pt x="256" y="73"/>
                    <a:pt x="257" y="73"/>
                  </a:cubicBezTo>
                  <a:cubicBezTo>
                    <a:pt x="259" y="72"/>
                    <a:pt x="262" y="71"/>
                    <a:pt x="265" y="70"/>
                  </a:cubicBezTo>
                  <a:cubicBezTo>
                    <a:pt x="268" y="69"/>
                    <a:pt x="271" y="69"/>
                    <a:pt x="274" y="68"/>
                  </a:cubicBezTo>
                  <a:cubicBezTo>
                    <a:pt x="275" y="68"/>
                    <a:pt x="275" y="68"/>
                    <a:pt x="274" y="69"/>
                  </a:cubicBezTo>
                  <a:cubicBezTo>
                    <a:pt x="276" y="69"/>
                    <a:pt x="276" y="67"/>
                    <a:pt x="279" y="67"/>
                  </a:cubicBezTo>
                  <a:cubicBezTo>
                    <a:pt x="279" y="67"/>
                    <a:pt x="279" y="67"/>
                    <a:pt x="278" y="67"/>
                  </a:cubicBezTo>
                  <a:cubicBezTo>
                    <a:pt x="280" y="66"/>
                    <a:pt x="281" y="67"/>
                    <a:pt x="283" y="66"/>
                  </a:cubicBezTo>
                  <a:cubicBezTo>
                    <a:pt x="284" y="66"/>
                    <a:pt x="283" y="66"/>
                    <a:pt x="283" y="66"/>
                  </a:cubicBezTo>
                  <a:cubicBezTo>
                    <a:pt x="285" y="66"/>
                    <a:pt x="288" y="64"/>
                    <a:pt x="291" y="64"/>
                  </a:cubicBezTo>
                  <a:cubicBezTo>
                    <a:pt x="292" y="65"/>
                    <a:pt x="289" y="65"/>
                    <a:pt x="288" y="65"/>
                  </a:cubicBezTo>
                  <a:cubicBezTo>
                    <a:pt x="291" y="64"/>
                    <a:pt x="294" y="64"/>
                    <a:pt x="297" y="63"/>
                  </a:cubicBezTo>
                  <a:cubicBezTo>
                    <a:pt x="300" y="63"/>
                    <a:pt x="303" y="62"/>
                    <a:pt x="306" y="61"/>
                  </a:cubicBezTo>
                  <a:cubicBezTo>
                    <a:pt x="309" y="62"/>
                    <a:pt x="309" y="62"/>
                    <a:pt x="309" y="62"/>
                  </a:cubicBezTo>
                  <a:cubicBezTo>
                    <a:pt x="308" y="63"/>
                    <a:pt x="310" y="61"/>
                    <a:pt x="308" y="61"/>
                  </a:cubicBezTo>
                  <a:cubicBezTo>
                    <a:pt x="311" y="60"/>
                    <a:pt x="313" y="60"/>
                    <a:pt x="317" y="59"/>
                  </a:cubicBezTo>
                  <a:cubicBezTo>
                    <a:pt x="318" y="60"/>
                    <a:pt x="322" y="60"/>
                    <a:pt x="319" y="60"/>
                  </a:cubicBezTo>
                  <a:cubicBezTo>
                    <a:pt x="321" y="61"/>
                    <a:pt x="321" y="59"/>
                    <a:pt x="324" y="60"/>
                  </a:cubicBezTo>
                  <a:cubicBezTo>
                    <a:pt x="327" y="60"/>
                    <a:pt x="323" y="60"/>
                    <a:pt x="322" y="60"/>
                  </a:cubicBezTo>
                  <a:cubicBezTo>
                    <a:pt x="326" y="59"/>
                    <a:pt x="330" y="59"/>
                    <a:pt x="333" y="58"/>
                  </a:cubicBezTo>
                  <a:cubicBezTo>
                    <a:pt x="334" y="59"/>
                    <a:pt x="333" y="59"/>
                    <a:pt x="332" y="59"/>
                  </a:cubicBezTo>
                  <a:cubicBezTo>
                    <a:pt x="333" y="59"/>
                    <a:pt x="334" y="59"/>
                    <a:pt x="335" y="59"/>
                  </a:cubicBezTo>
                  <a:cubicBezTo>
                    <a:pt x="334" y="58"/>
                    <a:pt x="337" y="59"/>
                    <a:pt x="339" y="58"/>
                  </a:cubicBezTo>
                  <a:cubicBezTo>
                    <a:pt x="341" y="59"/>
                    <a:pt x="344" y="59"/>
                    <a:pt x="346" y="59"/>
                  </a:cubicBezTo>
                  <a:cubicBezTo>
                    <a:pt x="348" y="59"/>
                    <a:pt x="351" y="59"/>
                    <a:pt x="353" y="59"/>
                  </a:cubicBezTo>
                  <a:cubicBezTo>
                    <a:pt x="358" y="59"/>
                    <a:pt x="362" y="59"/>
                    <a:pt x="366" y="60"/>
                  </a:cubicBezTo>
                  <a:cubicBezTo>
                    <a:pt x="368" y="59"/>
                    <a:pt x="373" y="60"/>
                    <a:pt x="377" y="60"/>
                  </a:cubicBezTo>
                  <a:cubicBezTo>
                    <a:pt x="376" y="61"/>
                    <a:pt x="372" y="60"/>
                    <a:pt x="370" y="60"/>
                  </a:cubicBezTo>
                  <a:cubicBezTo>
                    <a:pt x="371" y="60"/>
                    <a:pt x="372" y="60"/>
                    <a:pt x="373" y="61"/>
                  </a:cubicBezTo>
                  <a:cubicBezTo>
                    <a:pt x="370" y="61"/>
                    <a:pt x="366" y="62"/>
                    <a:pt x="364" y="61"/>
                  </a:cubicBezTo>
                  <a:cubicBezTo>
                    <a:pt x="364" y="61"/>
                    <a:pt x="362" y="60"/>
                    <a:pt x="360" y="60"/>
                  </a:cubicBezTo>
                  <a:cubicBezTo>
                    <a:pt x="357" y="60"/>
                    <a:pt x="355" y="61"/>
                    <a:pt x="354" y="61"/>
                  </a:cubicBezTo>
                  <a:cubicBezTo>
                    <a:pt x="360" y="62"/>
                    <a:pt x="370" y="63"/>
                    <a:pt x="376" y="62"/>
                  </a:cubicBezTo>
                  <a:cubicBezTo>
                    <a:pt x="376" y="62"/>
                    <a:pt x="375" y="62"/>
                    <a:pt x="374" y="63"/>
                  </a:cubicBezTo>
                  <a:cubicBezTo>
                    <a:pt x="377" y="63"/>
                    <a:pt x="383" y="64"/>
                    <a:pt x="384" y="63"/>
                  </a:cubicBezTo>
                  <a:cubicBezTo>
                    <a:pt x="386" y="63"/>
                    <a:pt x="385" y="64"/>
                    <a:pt x="386" y="64"/>
                  </a:cubicBezTo>
                  <a:cubicBezTo>
                    <a:pt x="392" y="64"/>
                    <a:pt x="396" y="65"/>
                    <a:pt x="403" y="65"/>
                  </a:cubicBezTo>
                  <a:cubicBezTo>
                    <a:pt x="407" y="67"/>
                    <a:pt x="410" y="68"/>
                    <a:pt x="414" y="69"/>
                  </a:cubicBezTo>
                  <a:cubicBezTo>
                    <a:pt x="418" y="70"/>
                    <a:pt x="422" y="71"/>
                    <a:pt x="426" y="71"/>
                  </a:cubicBezTo>
                  <a:cubicBezTo>
                    <a:pt x="431" y="73"/>
                    <a:pt x="438" y="75"/>
                    <a:pt x="442" y="75"/>
                  </a:cubicBezTo>
                  <a:cubicBezTo>
                    <a:pt x="446" y="78"/>
                    <a:pt x="453" y="80"/>
                    <a:pt x="460" y="82"/>
                  </a:cubicBezTo>
                  <a:cubicBezTo>
                    <a:pt x="467" y="85"/>
                    <a:pt x="474" y="89"/>
                    <a:pt x="479" y="93"/>
                  </a:cubicBezTo>
                  <a:cubicBezTo>
                    <a:pt x="477" y="90"/>
                    <a:pt x="486" y="97"/>
                    <a:pt x="487" y="95"/>
                  </a:cubicBezTo>
                  <a:cubicBezTo>
                    <a:pt x="489" y="96"/>
                    <a:pt x="493" y="96"/>
                    <a:pt x="494" y="99"/>
                  </a:cubicBezTo>
                  <a:cubicBezTo>
                    <a:pt x="497" y="100"/>
                    <a:pt x="499" y="102"/>
                    <a:pt x="502" y="103"/>
                  </a:cubicBezTo>
                  <a:cubicBezTo>
                    <a:pt x="504" y="105"/>
                    <a:pt x="507" y="106"/>
                    <a:pt x="509" y="108"/>
                  </a:cubicBezTo>
                  <a:cubicBezTo>
                    <a:pt x="513" y="111"/>
                    <a:pt x="517" y="116"/>
                    <a:pt x="521" y="120"/>
                  </a:cubicBezTo>
                  <a:cubicBezTo>
                    <a:pt x="522" y="120"/>
                    <a:pt x="524" y="121"/>
                    <a:pt x="524" y="120"/>
                  </a:cubicBezTo>
                  <a:cubicBezTo>
                    <a:pt x="525" y="121"/>
                    <a:pt x="526" y="123"/>
                    <a:pt x="527" y="124"/>
                  </a:cubicBezTo>
                  <a:cubicBezTo>
                    <a:pt x="529" y="125"/>
                    <a:pt x="530" y="126"/>
                    <a:pt x="531" y="127"/>
                  </a:cubicBezTo>
                  <a:cubicBezTo>
                    <a:pt x="532" y="127"/>
                    <a:pt x="533" y="128"/>
                    <a:pt x="535" y="129"/>
                  </a:cubicBezTo>
                  <a:cubicBezTo>
                    <a:pt x="534" y="128"/>
                    <a:pt x="533" y="127"/>
                    <a:pt x="533" y="126"/>
                  </a:cubicBezTo>
                  <a:cubicBezTo>
                    <a:pt x="539" y="130"/>
                    <a:pt x="547" y="139"/>
                    <a:pt x="551" y="147"/>
                  </a:cubicBezTo>
                  <a:cubicBezTo>
                    <a:pt x="553" y="147"/>
                    <a:pt x="555" y="149"/>
                    <a:pt x="557" y="152"/>
                  </a:cubicBezTo>
                  <a:cubicBezTo>
                    <a:pt x="560" y="154"/>
                    <a:pt x="563" y="157"/>
                    <a:pt x="566" y="160"/>
                  </a:cubicBezTo>
                  <a:cubicBezTo>
                    <a:pt x="569" y="163"/>
                    <a:pt x="573" y="166"/>
                    <a:pt x="575" y="169"/>
                  </a:cubicBezTo>
                  <a:cubicBezTo>
                    <a:pt x="576" y="173"/>
                    <a:pt x="576" y="173"/>
                    <a:pt x="576" y="173"/>
                  </a:cubicBezTo>
                  <a:cubicBezTo>
                    <a:pt x="577" y="171"/>
                    <a:pt x="580" y="176"/>
                    <a:pt x="581" y="178"/>
                  </a:cubicBezTo>
                  <a:cubicBezTo>
                    <a:pt x="581" y="178"/>
                    <a:pt x="581" y="179"/>
                    <a:pt x="581" y="178"/>
                  </a:cubicBezTo>
                  <a:cubicBezTo>
                    <a:pt x="583" y="182"/>
                    <a:pt x="585" y="185"/>
                    <a:pt x="587" y="188"/>
                  </a:cubicBezTo>
                  <a:cubicBezTo>
                    <a:pt x="589" y="191"/>
                    <a:pt x="591" y="194"/>
                    <a:pt x="594" y="196"/>
                  </a:cubicBezTo>
                  <a:cubicBezTo>
                    <a:pt x="598" y="204"/>
                    <a:pt x="603" y="214"/>
                    <a:pt x="607" y="219"/>
                  </a:cubicBezTo>
                  <a:cubicBezTo>
                    <a:pt x="608" y="222"/>
                    <a:pt x="610" y="226"/>
                    <a:pt x="612" y="229"/>
                  </a:cubicBezTo>
                  <a:cubicBezTo>
                    <a:pt x="614" y="233"/>
                    <a:pt x="616" y="236"/>
                    <a:pt x="617" y="239"/>
                  </a:cubicBezTo>
                  <a:cubicBezTo>
                    <a:pt x="619" y="242"/>
                    <a:pt x="621" y="246"/>
                    <a:pt x="622" y="249"/>
                  </a:cubicBezTo>
                  <a:cubicBezTo>
                    <a:pt x="624" y="252"/>
                    <a:pt x="625" y="255"/>
                    <a:pt x="627" y="258"/>
                  </a:cubicBezTo>
                  <a:cubicBezTo>
                    <a:pt x="626" y="256"/>
                    <a:pt x="627" y="256"/>
                    <a:pt x="627" y="254"/>
                  </a:cubicBezTo>
                  <a:cubicBezTo>
                    <a:pt x="628" y="256"/>
                    <a:pt x="628" y="257"/>
                    <a:pt x="629" y="259"/>
                  </a:cubicBezTo>
                  <a:cubicBezTo>
                    <a:pt x="629" y="256"/>
                    <a:pt x="628" y="255"/>
                    <a:pt x="628" y="253"/>
                  </a:cubicBezTo>
                  <a:cubicBezTo>
                    <a:pt x="626" y="251"/>
                    <a:pt x="626" y="246"/>
                    <a:pt x="625" y="245"/>
                  </a:cubicBezTo>
                  <a:cubicBezTo>
                    <a:pt x="624" y="244"/>
                    <a:pt x="625" y="242"/>
                    <a:pt x="625" y="241"/>
                  </a:cubicBezTo>
                  <a:cubicBezTo>
                    <a:pt x="623" y="237"/>
                    <a:pt x="622" y="234"/>
                    <a:pt x="621" y="231"/>
                  </a:cubicBezTo>
                  <a:cubicBezTo>
                    <a:pt x="623" y="234"/>
                    <a:pt x="623" y="235"/>
                    <a:pt x="626" y="239"/>
                  </a:cubicBezTo>
                  <a:cubicBezTo>
                    <a:pt x="621" y="226"/>
                    <a:pt x="614" y="208"/>
                    <a:pt x="605" y="195"/>
                  </a:cubicBezTo>
                  <a:cubicBezTo>
                    <a:pt x="604" y="194"/>
                    <a:pt x="604" y="192"/>
                    <a:pt x="603" y="191"/>
                  </a:cubicBezTo>
                  <a:cubicBezTo>
                    <a:pt x="603" y="191"/>
                    <a:pt x="603" y="191"/>
                    <a:pt x="603" y="192"/>
                  </a:cubicBezTo>
                  <a:cubicBezTo>
                    <a:pt x="602" y="190"/>
                    <a:pt x="601" y="189"/>
                    <a:pt x="600" y="187"/>
                  </a:cubicBezTo>
                  <a:cubicBezTo>
                    <a:pt x="600" y="184"/>
                    <a:pt x="595" y="180"/>
                    <a:pt x="592" y="177"/>
                  </a:cubicBezTo>
                  <a:cubicBezTo>
                    <a:pt x="592" y="176"/>
                    <a:pt x="593" y="178"/>
                    <a:pt x="595" y="179"/>
                  </a:cubicBezTo>
                  <a:cubicBezTo>
                    <a:pt x="594" y="177"/>
                    <a:pt x="593" y="175"/>
                    <a:pt x="594" y="175"/>
                  </a:cubicBezTo>
                  <a:cubicBezTo>
                    <a:pt x="596" y="177"/>
                    <a:pt x="595" y="178"/>
                    <a:pt x="597" y="179"/>
                  </a:cubicBezTo>
                  <a:cubicBezTo>
                    <a:pt x="597" y="178"/>
                    <a:pt x="595" y="177"/>
                    <a:pt x="595" y="176"/>
                  </a:cubicBezTo>
                  <a:cubicBezTo>
                    <a:pt x="594" y="174"/>
                    <a:pt x="594" y="175"/>
                    <a:pt x="593" y="174"/>
                  </a:cubicBezTo>
                  <a:cubicBezTo>
                    <a:pt x="593" y="173"/>
                    <a:pt x="592" y="173"/>
                    <a:pt x="592" y="172"/>
                  </a:cubicBezTo>
                  <a:cubicBezTo>
                    <a:pt x="592" y="172"/>
                    <a:pt x="594" y="174"/>
                    <a:pt x="595" y="173"/>
                  </a:cubicBezTo>
                  <a:cubicBezTo>
                    <a:pt x="595" y="174"/>
                    <a:pt x="595" y="174"/>
                    <a:pt x="596" y="175"/>
                  </a:cubicBezTo>
                  <a:cubicBezTo>
                    <a:pt x="594" y="174"/>
                    <a:pt x="597" y="178"/>
                    <a:pt x="598" y="180"/>
                  </a:cubicBezTo>
                  <a:cubicBezTo>
                    <a:pt x="599" y="181"/>
                    <a:pt x="598" y="180"/>
                    <a:pt x="598" y="182"/>
                  </a:cubicBezTo>
                  <a:cubicBezTo>
                    <a:pt x="601" y="186"/>
                    <a:pt x="603" y="186"/>
                    <a:pt x="606" y="190"/>
                  </a:cubicBezTo>
                  <a:cubicBezTo>
                    <a:pt x="606" y="191"/>
                    <a:pt x="603" y="187"/>
                    <a:pt x="602" y="186"/>
                  </a:cubicBezTo>
                  <a:cubicBezTo>
                    <a:pt x="603" y="188"/>
                    <a:pt x="605" y="192"/>
                    <a:pt x="605" y="190"/>
                  </a:cubicBezTo>
                  <a:cubicBezTo>
                    <a:pt x="606" y="193"/>
                    <a:pt x="608" y="195"/>
                    <a:pt x="609" y="198"/>
                  </a:cubicBezTo>
                  <a:cubicBezTo>
                    <a:pt x="611" y="200"/>
                    <a:pt x="613" y="203"/>
                    <a:pt x="614" y="205"/>
                  </a:cubicBezTo>
                  <a:cubicBezTo>
                    <a:pt x="613" y="202"/>
                    <a:pt x="611" y="199"/>
                    <a:pt x="609" y="196"/>
                  </a:cubicBezTo>
                  <a:cubicBezTo>
                    <a:pt x="611" y="197"/>
                    <a:pt x="614" y="203"/>
                    <a:pt x="615" y="207"/>
                  </a:cubicBezTo>
                  <a:cubicBezTo>
                    <a:pt x="618" y="211"/>
                    <a:pt x="620" y="215"/>
                    <a:pt x="621" y="219"/>
                  </a:cubicBezTo>
                  <a:cubicBezTo>
                    <a:pt x="625" y="226"/>
                    <a:pt x="627" y="232"/>
                    <a:pt x="630" y="239"/>
                  </a:cubicBezTo>
                  <a:cubicBezTo>
                    <a:pt x="632" y="245"/>
                    <a:pt x="635" y="252"/>
                    <a:pt x="637" y="259"/>
                  </a:cubicBezTo>
                  <a:cubicBezTo>
                    <a:pt x="637" y="256"/>
                    <a:pt x="636" y="253"/>
                    <a:pt x="636" y="250"/>
                  </a:cubicBezTo>
                  <a:cubicBezTo>
                    <a:pt x="635" y="246"/>
                    <a:pt x="634" y="243"/>
                    <a:pt x="634" y="240"/>
                  </a:cubicBezTo>
                  <a:cubicBezTo>
                    <a:pt x="634" y="239"/>
                    <a:pt x="634" y="239"/>
                    <a:pt x="633" y="239"/>
                  </a:cubicBezTo>
                  <a:cubicBezTo>
                    <a:pt x="634" y="236"/>
                    <a:pt x="632" y="234"/>
                    <a:pt x="631" y="231"/>
                  </a:cubicBezTo>
                  <a:cubicBezTo>
                    <a:pt x="631" y="230"/>
                    <a:pt x="632" y="231"/>
                    <a:pt x="633" y="233"/>
                  </a:cubicBezTo>
                  <a:cubicBezTo>
                    <a:pt x="633" y="230"/>
                    <a:pt x="631" y="227"/>
                    <a:pt x="630" y="224"/>
                  </a:cubicBezTo>
                  <a:cubicBezTo>
                    <a:pt x="630" y="221"/>
                    <a:pt x="631" y="225"/>
                    <a:pt x="631" y="223"/>
                  </a:cubicBezTo>
                  <a:cubicBezTo>
                    <a:pt x="630" y="218"/>
                    <a:pt x="628" y="216"/>
                    <a:pt x="625" y="211"/>
                  </a:cubicBezTo>
                  <a:cubicBezTo>
                    <a:pt x="626" y="210"/>
                    <a:pt x="629" y="215"/>
                    <a:pt x="630" y="217"/>
                  </a:cubicBezTo>
                  <a:cubicBezTo>
                    <a:pt x="630" y="216"/>
                    <a:pt x="629" y="215"/>
                    <a:pt x="629" y="214"/>
                  </a:cubicBezTo>
                  <a:cubicBezTo>
                    <a:pt x="629" y="214"/>
                    <a:pt x="629" y="214"/>
                    <a:pt x="629" y="215"/>
                  </a:cubicBezTo>
                  <a:cubicBezTo>
                    <a:pt x="628" y="213"/>
                    <a:pt x="628" y="211"/>
                    <a:pt x="627" y="210"/>
                  </a:cubicBezTo>
                  <a:cubicBezTo>
                    <a:pt x="627" y="209"/>
                    <a:pt x="627" y="210"/>
                    <a:pt x="627" y="208"/>
                  </a:cubicBezTo>
                  <a:cubicBezTo>
                    <a:pt x="625" y="205"/>
                    <a:pt x="623" y="201"/>
                    <a:pt x="622" y="197"/>
                  </a:cubicBezTo>
                  <a:cubicBezTo>
                    <a:pt x="621" y="196"/>
                    <a:pt x="620" y="196"/>
                    <a:pt x="621" y="198"/>
                  </a:cubicBezTo>
                  <a:cubicBezTo>
                    <a:pt x="620" y="197"/>
                    <a:pt x="619" y="196"/>
                    <a:pt x="618" y="195"/>
                  </a:cubicBezTo>
                  <a:cubicBezTo>
                    <a:pt x="619" y="193"/>
                    <a:pt x="619" y="193"/>
                    <a:pt x="619" y="192"/>
                  </a:cubicBezTo>
                  <a:cubicBezTo>
                    <a:pt x="622" y="196"/>
                    <a:pt x="626" y="203"/>
                    <a:pt x="628" y="203"/>
                  </a:cubicBezTo>
                  <a:cubicBezTo>
                    <a:pt x="630" y="207"/>
                    <a:pt x="631" y="210"/>
                    <a:pt x="633" y="214"/>
                  </a:cubicBezTo>
                  <a:cubicBezTo>
                    <a:pt x="634" y="217"/>
                    <a:pt x="635" y="221"/>
                    <a:pt x="636" y="224"/>
                  </a:cubicBezTo>
                  <a:cubicBezTo>
                    <a:pt x="637" y="222"/>
                    <a:pt x="638" y="228"/>
                    <a:pt x="639" y="231"/>
                  </a:cubicBezTo>
                  <a:cubicBezTo>
                    <a:pt x="639" y="232"/>
                    <a:pt x="638" y="228"/>
                    <a:pt x="637" y="227"/>
                  </a:cubicBezTo>
                  <a:cubicBezTo>
                    <a:pt x="638" y="230"/>
                    <a:pt x="640" y="233"/>
                    <a:pt x="641" y="236"/>
                  </a:cubicBezTo>
                  <a:cubicBezTo>
                    <a:pt x="642" y="238"/>
                    <a:pt x="640" y="235"/>
                    <a:pt x="641" y="238"/>
                  </a:cubicBezTo>
                  <a:cubicBezTo>
                    <a:pt x="642" y="238"/>
                    <a:pt x="645" y="246"/>
                    <a:pt x="645" y="251"/>
                  </a:cubicBezTo>
                  <a:cubicBezTo>
                    <a:pt x="647" y="254"/>
                    <a:pt x="648" y="258"/>
                    <a:pt x="649" y="263"/>
                  </a:cubicBezTo>
                  <a:cubicBezTo>
                    <a:pt x="651" y="263"/>
                    <a:pt x="649" y="259"/>
                    <a:pt x="648" y="257"/>
                  </a:cubicBezTo>
                  <a:cubicBezTo>
                    <a:pt x="649" y="259"/>
                    <a:pt x="651" y="262"/>
                    <a:pt x="652" y="266"/>
                  </a:cubicBezTo>
                  <a:cubicBezTo>
                    <a:pt x="653" y="270"/>
                    <a:pt x="654" y="275"/>
                    <a:pt x="654" y="279"/>
                  </a:cubicBezTo>
                  <a:cubicBezTo>
                    <a:pt x="656" y="284"/>
                    <a:pt x="657" y="301"/>
                    <a:pt x="659" y="303"/>
                  </a:cubicBezTo>
                  <a:cubicBezTo>
                    <a:pt x="659" y="307"/>
                    <a:pt x="661" y="309"/>
                    <a:pt x="661" y="313"/>
                  </a:cubicBezTo>
                  <a:cubicBezTo>
                    <a:pt x="660" y="313"/>
                    <a:pt x="660" y="310"/>
                    <a:pt x="659" y="311"/>
                  </a:cubicBezTo>
                  <a:cubicBezTo>
                    <a:pt x="661" y="321"/>
                    <a:pt x="663" y="331"/>
                    <a:pt x="665" y="332"/>
                  </a:cubicBezTo>
                  <a:cubicBezTo>
                    <a:pt x="666" y="329"/>
                    <a:pt x="666" y="325"/>
                    <a:pt x="667" y="326"/>
                  </a:cubicBezTo>
                  <a:cubicBezTo>
                    <a:pt x="668" y="321"/>
                    <a:pt x="667" y="312"/>
                    <a:pt x="669" y="311"/>
                  </a:cubicBezTo>
                  <a:cubicBezTo>
                    <a:pt x="668" y="308"/>
                    <a:pt x="668" y="303"/>
                    <a:pt x="667" y="303"/>
                  </a:cubicBezTo>
                  <a:cubicBezTo>
                    <a:pt x="667" y="304"/>
                    <a:pt x="667" y="305"/>
                    <a:pt x="668" y="305"/>
                  </a:cubicBezTo>
                  <a:cubicBezTo>
                    <a:pt x="667" y="307"/>
                    <a:pt x="667" y="305"/>
                    <a:pt x="667" y="304"/>
                  </a:cubicBezTo>
                  <a:cubicBezTo>
                    <a:pt x="667" y="302"/>
                    <a:pt x="667" y="300"/>
                    <a:pt x="667" y="299"/>
                  </a:cubicBezTo>
                  <a:cubicBezTo>
                    <a:pt x="667" y="297"/>
                    <a:pt x="668" y="297"/>
                    <a:pt x="668" y="299"/>
                  </a:cubicBezTo>
                  <a:cubicBezTo>
                    <a:pt x="668" y="298"/>
                    <a:pt x="668" y="296"/>
                    <a:pt x="668" y="296"/>
                  </a:cubicBezTo>
                  <a:cubicBezTo>
                    <a:pt x="668" y="292"/>
                    <a:pt x="666" y="283"/>
                    <a:pt x="664" y="277"/>
                  </a:cubicBezTo>
                  <a:cubicBezTo>
                    <a:pt x="665" y="270"/>
                    <a:pt x="661" y="263"/>
                    <a:pt x="658" y="256"/>
                  </a:cubicBezTo>
                  <a:cubicBezTo>
                    <a:pt x="659" y="255"/>
                    <a:pt x="659" y="255"/>
                    <a:pt x="659" y="255"/>
                  </a:cubicBezTo>
                  <a:cubicBezTo>
                    <a:pt x="661" y="257"/>
                    <a:pt x="663" y="264"/>
                    <a:pt x="664" y="268"/>
                  </a:cubicBezTo>
                  <a:cubicBezTo>
                    <a:pt x="665" y="266"/>
                    <a:pt x="664" y="265"/>
                    <a:pt x="665" y="264"/>
                  </a:cubicBezTo>
                  <a:cubicBezTo>
                    <a:pt x="660" y="253"/>
                    <a:pt x="660" y="247"/>
                    <a:pt x="655" y="237"/>
                  </a:cubicBezTo>
                  <a:cubicBezTo>
                    <a:pt x="655" y="236"/>
                    <a:pt x="656" y="237"/>
                    <a:pt x="656" y="236"/>
                  </a:cubicBezTo>
                  <a:cubicBezTo>
                    <a:pt x="657" y="240"/>
                    <a:pt x="659" y="245"/>
                    <a:pt x="661" y="247"/>
                  </a:cubicBezTo>
                  <a:cubicBezTo>
                    <a:pt x="661" y="245"/>
                    <a:pt x="660" y="244"/>
                    <a:pt x="660" y="242"/>
                  </a:cubicBezTo>
                  <a:cubicBezTo>
                    <a:pt x="659" y="243"/>
                    <a:pt x="659" y="241"/>
                    <a:pt x="658" y="239"/>
                  </a:cubicBezTo>
                  <a:cubicBezTo>
                    <a:pt x="658" y="239"/>
                    <a:pt x="658" y="239"/>
                    <a:pt x="657" y="239"/>
                  </a:cubicBezTo>
                  <a:cubicBezTo>
                    <a:pt x="657" y="237"/>
                    <a:pt x="656" y="234"/>
                    <a:pt x="655" y="232"/>
                  </a:cubicBezTo>
                  <a:cubicBezTo>
                    <a:pt x="654" y="230"/>
                    <a:pt x="653" y="228"/>
                    <a:pt x="653" y="229"/>
                  </a:cubicBezTo>
                  <a:cubicBezTo>
                    <a:pt x="651" y="228"/>
                    <a:pt x="653" y="228"/>
                    <a:pt x="652" y="226"/>
                  </a:cubicBezTo>
                  <a:cubicBezTo>
                    <a:pt x="652" y="226"/>
                    <a:pt x="653" y="229"/>
                    <a:pt x="653" y="227"/>
                  </a:cubicBezTo>
                  <a:cubicBezTo>
                    <a:pt x="653" y="225"/>
                    <a:pt x="651" y="223"/>
                    <a:pt x="651" y="224"/>
                  </a:cubicBezTo>
                  <a:cubicBezTo>
                    <a:pt x="650" y="222"/>
                    <a:pt x="651" y="222"/>
                    <a:pt x="651" y="221"/>
                  </a:cubicBezTo>
                  <a:cubicBezTo>
                    <a:pt x="649" y="218"/>
                    <a:pt x="649" y="220"/>
                    <a:pt x="648" y="218"/>
                  </a:cubicBezTo>
                  <a:cubicBezTo>
                    <a:pt x="647" y="216"/>
                    <a:pt x="648" y="216"/>
                    <a:pt x="649" y="217"/>
                  </a:cubicBezTo>
                  <a:cubicBezTo>
                    <a:pt x="648" y="214"/>
                    <a:pt x="647" y="215"/>
                    <a:pt x="647" y="214"/>
                  </a:cubicBezTo>
                  <a:cubicBezTo>
                    <a:pt x="646" y="214"/>
                    <a:pt x="646" y="211"/>
                    <a:pt x="646" y="211"/>
                  </a:cubicBezTo>
                  <a:cubicBezTo>
                    <a:pt x="647" y="212"/>
                    <a:pt x="648" y="213"/>
                    <a:pt x="649" y="215"/>
                  </a:cubicBezTo>
                  <a:cubicBezTo>
                    <a:pt x="648" y="211"/>
                    <a:pt x="646" y="210"/>
                    <a:pt x="646" y="210"/>
                  </a:cubicBezTo>
                  <a:cubicBezTo>
                    <a:pt x="644" y="206"/>
                    <a:pt x="642" y="202"/>
                    <a:pt x="640" y="200"/>
                  </a:cubicBezTo>
                  <a:cubicBezTo>
                    <a:pt x="639" y="197"/>
                    <a:pt x="641" y="200"/>
                    <a:pt x="641" y="198"/>
                  </a:cubicBezTo>
                  <a:cubicBezTo>
                    <a:pt x="642" y="201"/>
                    <a:pt x="643" y="203"/>
                    <a:pt x="644" y="205"/>
                  </a:cubicBezTo>
                  <a:cubicBezTo>
                    <a:pt x="644" y="203"/>
                    <a:pt x="645" y="203"/>
                    <a:pt x="646" y="205"/>
                  </a:cubicBezTo>
                  <a:cubicBezTo>
                    <a:pt x="646" y="203"/>
                    <a:pt x="645" y="202"/>
                    <a:pt x="645" y="202"/>
                  </a:cubicBezTo>
                  <a:cubicBezTo>
                    <a:pt x="645" y="201"/>
                    <a:pt x="643" y="199"/>
                    <a:pt x="644" y="198"/>
                  </a:cubicBezTo>
                  <a:cubicBezTo>
                    <a:pt x="642" y="195"/>
                    <a:pt x="640" y="192"/>
                    <a:pt x="638" y="188"/>
                  </a:cubicBezTo>
                  <a:cubicBezTo>
                    <a:pt x="639" y="187"/>
                    <a:pt x="641" y="191"/>
                    <a:pt x="640" y="192"/>
                  </a:cubicBezTo>
                  <a:cubicBezTo>
                    <a:pt x="641" y="193"/>
                    <a:pt x="641" y="192"/>
                    <a:pt x="641" y="192"/>
                  </a:cubicBezTo>
                  <a:cubicBezTo>
                    <a:pt x="642" y="193"/>
                    <a:pt x="642" y="193"/>
                    <a:pt x="642" y="193"/>
                  </a:cubicBezTo>
                  <a:cubicBezTo>
                    <a:pt x="641" y="190"/>
                    <a:pt x="640" y="188"/>
                    <a:pt x="638" y="186"/>
                  </a:cubicBezTo>
                  <a:cubicBezTo>
                    <a:pt x="638" y="185"/>
                    <a:pt x="640" y="186"/>
                    <a:pt x="640" y="184"/>
                  </a:cubicBezTo>
                  <a:cubicBezTo>
                    <a:pt x="638" y="183"/>
                    <a:pt x="639" y="183"/>
                    <a:pt x="637" y="181"/>
                  </a:cubicBezTo>
                  <a:cubicBezTo>
                    <a:pt x="636" y="179"/>
                    <a:pt x="637" y="179"/>
                    <a:pt x="637" y="178"/>
                  </a:cubicBezTo>
                  <a:cubicBezTo>
                    <a:pt x="636" y="177"/>
                    <a:pt x="636" y="177"/>
                    <a:pt x="635" y="176"/>
                  </a:cubicBezTo>
                  <a:cubicBezTo>
                    <a:pt x="635" y="175"/>
                    <a:pt x="636" y="176"/>
                    <a:pt x="635" y="174"/>
                  </a:cubicBezTo>
                  <a:cubicBezTo>
                    <a:pt x="633" y="170"/>
                    <a:pt x="631" y="167"/>
                    <a:pt x="629" y="164"/>
                  </a:cubicBezTo>
                  <a:cubicBezTo>
                    <a:pt x="629" y="162"/>
                    <a:pt x="630" y="165"/>
                    <a:pt x="632" y="166"/>
                  </a:cubicBezTo>
                  <a:cubicBezTo>
                    <a:pt x="631" y="164"/>
                    <a:pt x="629" y="163"/>
                    <a:pt x="629" y="161"/>
                  </a:cubicBezTo>
                  <a:cubicBezTo>
                    <a:pt x="629" y="161"/>
                    <a:pt x="628" y="160"/>
                    <a:pt x="628" y="161"/>
                  </a:cubicBezTo>
                  <a:cubicBezTo>
                    <a:pt x="627" y="159"/>
                    <a:pt x="626" y="156"/>
                    <a:pt x="625" y="154"/>
                  </a:cubicBezTo>
                  <a:cubicBezTo>
                    <a:pt x="623" y="152"/>
                    <a:pt x="622" y="151"/>
                    <a:pt x="621" y="149"/>
                  </a:cubicBezTo>
                  <a:cubicBezTo>
                    <a:pt x="618" y="145"/>
                    <a:pt x="615" y="141"/>
                    <a:pt x="612" y="137"/>
                  </a:cubicBezTo>
                  <a:cubicBezTo>
                    <a:pt x="612" y="136"/>
                    <a:pt x="612" y="138"/>
                    <a:pt x="613" y="138"/>
                  </a:cubicBezTo>
                  <a:cubicBezTo>
                    <a:pt x="611" y="137"/>
                    <a:pt x="610" y="136"/>
                    <a:pt x="609" y="135"/>
                  </a:cubicBezTo>
                  <a:cubicBezTo>
                    <a:pt x="610" y="133"/>
                    <a:pt x="608" y="131"/>
                    <a:pt x="605" y="128"/>
                  </a:cubicBezTo>
                  <a:cubicBezTo>
                    <a:pt x="603" y="125"/>
                    <a:pt x="600" y="123"/>
                    <a:pt x="598" y="120"/>
                  </a:cubicBezTo>
                  <a:cubicBezTo>
                    <a:pt x="601" y="120"/>
                    <a:pt x="605" y="126"/>
                    <a:pt x="609" y="130"/>
                  </a:cubicBezTo>
                  <a:cubicBezTo>
                    <a:pt x="608" y="127"/>
                    <a:pt x="605" y="125"/>
                    <a:pt x="605" y="124"/>
                  </a:cubicBezTo>
                  <a:cubicBezTo>
                    <a:pt x="602" y="121"/>
                    <a:pt x="602" y="121"/>
                    <a:pt x="602" y="121"/>
                  </a:cubicBezTo>
                  <a:cubicBezTo>
                    <a:pt x="601" y="120"/>
                    <a:pt x="602" y="120"/>
                    <a:pt x="602" y="119"/>
                  </a:cubicBezTo>
                  <a:cubicBezTo>
                    <a:pt x="603" y="121"/>
                    <a:pt x="604" y="122"/>
                    <a:pt x="605" y="123"/>
                  </a:cubicBezTo>
                  <a:cubicBezTo>
                    <a:pt x="605" y="122"/>
                    <a:pt x="606" y="124"/>
                    <a:pt x="607" y="124"/>
                  </a:cubicBezTo>
                  <a:cubicBezTo>
                    <a:pt x="607" y="121"/>
                    <a:pt x="602" y="120"/>
                    <a:pt x="601" y="117"/>
                  </a:cubicBezTo>
                  <a:cubicBezTo>
                    <a:pt x="599" y="116"/>
                    <a:pt x="596" y="114"/>
                    <a:pt x="594" y="112"/>
                  </a:cubicBezTo>
                  <a:cubicBezTo>
                    <a:pt x="592" y="110"/>
                    <a:pt x="594" y="111"/>
                    <a:pt x="595" y="111"/>
                  </a:cubicBezTo>
                  <a:cubicBezTo>
                    <a:pt x="594" y="109"/>
                    <a:pt x="592" y="108"/>
                    <a:pt x="591" y="106"/>
                  </a:cubicBezTo>
                  <a:cubicBezTo>
                    <a:pt x="591" y="107"/>
                    <a:pt x="590" y="107"/>
                    <a:pt x="588" y="105"/>
                  </a:cubicBezTo>
                  <a:cubicBezTo>
                    <a:pt x="589" y="106"/>
                    <a:pt x="590" y="107"/>
                    <a:pt x="590" y="108"/>
                  </a:cubicBezTo>
                  <a:cubicBezTo>
                    <a:pt x="589" y="107"/>
                    <a:pt x="587" y="105"/>
                    <a:pt x="586" y="103"/>
                  </a:cubicBezTo>
                  <a:cubicBezTo>
                    <a:pt x="584" y="102"/>
                    <a:pt x="583" y="101"/>
                    <a:pt x="581" y="100"/>
                  </a:cubicBezTo>
                  <a:cubicBezTo>
                    <a:pt x="581" y="98"/>
                    <a:pt x="582" y="100"/>
                    <a:pt x="579" y="97"/>
                  </a:cubicBezTo>
                  <a:cubicBezTo>
                    <a:pt x="578" y="94"/>
                    <a:pt x="581" y="98"/>
                    <a:pt x="580" y="95"/>
                  </a:cubicBezTo>
                  <a:cubicBezTo>
                    <a:pt x="578" y="96"/>
                    <a:pt x="576" y="93"/>
                    <a:pt x="572" y="91"/>
                  </a:cubicBezTo>
                  <a:cubicBezTo>
                    <a:pt x="569" y="88"/>
                    <a:pt x="567" y="85"/>
                    <a:pt x="564" y="82"/>
                  </a:cubicBezTo>
                  <a:cubicBezTo>
                    <a:pt x="561" y="81"/>
                    <a:pt x="558" y="79"/>
                    <a:pt x="554" y="77"/>
                  </a:cubicBezTo>
                  <a:cubicBezTo>
                    <a:pt x="552" y="74"/>
                    <a:pt x="556" y="77"/>
                    <a:pt x="556" y="77"/>
                  </a:cubicBezTo>
                  <a:cubicBezTo>
                    <a:pt x="551" y="73"/>
                    <a:pt x="545" y="71"/>
                    <a:pt x="542" y="70"/>
                  </a:cubicBezTo>
                  <a:cubicBezTo>
                    <a:pt x="547" y="74"/>
                    <a:pt x="550" y="73"/>
                    <a:pt x="553" y="76"/>
                  </a:cubicBezTo>
                  <a:cubicBezTo>
                    <a:pt x="553" y="77"/>
                    <a:pt x="553" y="77"/>
                    <a:pt x="553" y="77"/>
                  </a:cubicBezTo>
                  <a:cubicBezTo>
                    <a:pt x="554" y="78"/>
                    <a:pt x="556" y="79"/>
                    <a:pt x="555" y="78"/>
                  </a:cubicBezTo>
                  <a:cubicBezTo>
                    <a:pt x="558" y="82"/>
                    <a:pt x="569" y="87"/>
                    <a:pt x="573" y="93"/>
                  </a:cubicBezTo>
                  <a:cubicBezTo>
                    <a:pt x="568" y="91"/>
                    <a:pt x="561" y="84"/>
                    <a:pt x="556" y="80"/>
                  </a:cubicBezTo>
                  <a:cubicBezTo>
                    <a:pt x="552" y="79"/>
                    <a:pt x="545" y="73"/>
                    <a:pt x="539" y="68"/>
                  </a:cubicBezTo>
                  <a:cubicBezTo>
                    <a:pt x="541" y="69"/>
                    <a:pt x="543" y="69"/>
                    <a:pt x="544" y="68"/>
                  </a:cubicBezTo>
                  <a:cubicBezTo>
                    <a:pt x="542" y="68"/>
                    <a:pt x="541" y="67"/>
                    <a:pt x="539" y="66"/>
                  </a:cubicBezTo>
                  <a:cubicBezTo>
                    <a:pt x="536" y="61"/>
                    <a:pt x="532" y="62"/>
                    <a:pt x="529" y="57"/>
                  </a:cubicBezTo>
                  <a:cubicBezTo>
                    <a:pt x="523" y="55"/>
                    <a:pt x="525" y="56"/>
                    <a:pt x="520" y="53"/>
                  </a:cubicBezTo>
                  <a:cubicBezTo>
                    <a:pt x="522" y="54"/>
                    <a:pt x="520" y="53"/>
                    <a:pt x="520" y="54"/>
                  </a:cubicBezTo>
                  <a:cubicBezTo>
                    <a:pt x="519" y="53"/>
                    <a:pt x="517" y="52"/>
                    <a:pt x="515" y="51"/>
                  </a:cubicBezTo>
                  <a:cubicBezTo>
                    <a:pt x="513" y="49"/>
                    <a:pt x="517" y="51"/>
                    <a:pt x="518" y="52"/>
                  </a:cubicBezTo>
                  <a:cubicBezTo>
                    <a:pt x="518" y="51"/>
                    <a:pt x="512" y="48"/>
                    <a:pt x="511" y="49"/>
                  </a:cubicBezTo>
                  <a:cubicBezTo>
                    <a:pt x="509" y="47"/>
                    <a:pt x="507" y="46"/>
                    <a:pt x="505" y="44"/>
                  </a:cubicBezTo>
                  <a:cubicBezTo>
                    <a:pt x="502" y="42"/>
                    <a:pt x="498" y="42"/>
                    <a:pt x="495" y="40"/>
                  </a:cubicBezTo>
                  <a:cubicBezTo>
                    <a:pt x="494" y="38"/>
                    <a:pt x="497" y="39"/>
                    <a:pt x="500" y="39"/>
                  </a:cubicBezTo>
                  <a:cubicBezTo>
                    <a:pt x="496" y="37"/>
                    <a:pt x="493" y="37"/>
                    <a:pt x="488" y="34"/>
                  </a:cubicBezTo>
                  <a:cubicBezTo>
                    <a:pt x="486" y="32"/>
                    <a:pt x="487" y="33"/>
                    <a:pt x="485" y="31"/>
                  </a:cubicBezTo>
                  <a:cubicBezTo>
                    <a:pt x="483" y="31"/>
                    <a:pt x="488" y="34"/>
                    <a:pt x="486" y="33"/>
                  </a:cubicBezTo>
                  <a:cubicBezTo>
                    <a:pt x="488" y="34"/>
                    <a:pt x="489" y="35"/>
                    <a:pt x="491" y="36"/>
                  </a:cubicBezTo>
                  <a:cubicBezTo>
                    <a:pt x="491" y="37"/>
                    <a:pt x="491" y="36"/>
                    <a:pt x="494" y="38"/>
                  </a:cubicBezTo>
                  <a:cubicBezTo>
                    <a:pt x="494" y="39"/>
                    <a:pt x="493" y="38"/>
                    <a:pt x="492" y="38"/>
                  </a:cubicBezTo>
                  <a:cubicBezTo>
                    <a:pt x="491" y="37"/>
                    <a:pt x="490" y="36"/>
                    <a:pt x="488" y="35"/>
                  </a:cubicBezTo>
                  <a:cubicBezTo>
                    <a:pt x="488" y="35"/>
                    <a:pt x="487" y="35"/>
                    <a:pt x="487" y="35"/>
                  </a:cubicBezTo>
                  <a:cubicBezTo>
                    <a:pt x="485" y="35"/>
                    <a:pt x="484" y="33"/>
                    <a:pt x="482" y="32"/>
                  </a:cubicBezTo>
                  <a:cubicBezTo>
                    <a:pt x="481" y="32"/>
                    <a:pt x="482" y="32"/>
                    <a:pt x="483" y="32"/>
                  </a:cubicBezTo>
                  <a:cubicBezTo>
                    <a:pt x="484" y="33"/>
                    <a:pt x="484" y="33"/>
                    <a:pt x="485" y="34"/>
                  </a:cubicBezTo>
                  <a:cubicBezTo>
                    <a:pt x="485" y="33"/>
                    <a:pt x="486" y="33"/>
                    <a:pt x="485" y="32"/>
                  </a:cubicBezTo>
                  <a:cubicBezTo>
                    <a:pt x="480" y="31"/>
                    <a:pt x="476" y="30"/>
                    <a:pt x="472" y="29"/>
                  </a:cubicBezTo>
                  <a:cubicBezTo>
                    <a:pt x="468" y="27"/>
                    <a:pt x="464" y="26"/>
                    <a:pt x="460" y="25"/>
                  </a:cubicBezTo>
                  <a:cubicBezTo>
                    <a:pt x="459" y="24"/>
                    <a:pt x="458" y="24"/>
                    <a:pt x="459" y="24"/>
                  </a:cubicBezTo>
                  <a:cubicBezTo>
                    <a:pt x="458" y="24"/>
                    <a:pt x="452" y="22"/>
                    <a:pt x="448" y="21"/>
                  </a:cubicBezTo>
                  <a:cubicBezTo>
                    <a:pt x="448" y="20"/>
                    <a:pt x="454" y="22"/>
                    <a:pt x="454" y="21"/>
                  </a:cubicBezTo>
                  <a:cubicBezTo>
                    <a:pt x="455" y="23"/>
                    <a:pt x="457" y="23"/>
                    <a:pt x="455" y="21"/>
                  </a:cubicBezTo>
                  <a:cubicBezTo>
                    <a:pt x="448" y="19"/>
                    <a:pt x="441" y="18"/>
                    <a:pt x="436" y="16"/>
                  </a:cubicBezTo>
                  <a:cubicBezTo>
                    <a:pt x="435" y="14"/>
                    <a:pt x="443" y="17"/>
                    <a:pt x="443" y="16"/>
                  </a:cubicBezTo>
                  <a:cubicBezTo>
                    <a:pt x="441" y="15"/>
                    <a:pt x="440" y="15"/>
                    <a:pt x="439" y="15"/>
                  </a:cubicBezTo>
                  <a:cubicBezTo>
                    <a:pt x="437" y="14"/>
                    <a:pt x="434" y="13"/>
                    <a:pt x="432" y="13"/>
                  </a:cubicBezTo>
                  <a:cubicBezTo>
                    <a:pt x="429" y="12"/>
                    <a:pt x="426" y="12"/>
                    <a:pt x="423" y="11"/>
                  </a:cubicBezTo>
                  <a:cubicBezTo>
                    <a:pt x="420" y="10"/>
                    <a:pt x="418" y="10"/>
                    <a:pt x="415" y="10"/>
                  </a:cubicBezTo>
                  <a:cubicBezTo>
                    <a:pt x="412" y="9"/>
                    <a:pt x="410" y="9"/>
                    <a:pt x="407" y="8"/>
                  </a:cubicBezTo>
                  <a:cubicBezTo>
                    <a:pt x="406" y="8"/>
                    <a:pt x="413" y="9"/>
                    <a:pt x="409" y="7"/>
                  </a:cubicBezTo>
                  <a:cubicBezTo>
                    <a:pt x="408" y="8"/>
                    <a:pt x="405" y="8"/>
                    <a:pt x="402" y="7"/>
                  </a:cubicBezTo>
                  <a:cubicBezTo>
                    <a:pt x="404" y="8"/>
                    <a:pt x="405" y="9"/>
                    <a:pt x="407" y="9"/>
                  </a:cubicBezTo>
                  <a:cubicBezTo>
                    <a:pt x="408" y="9"/>
                    <a:pt x="407" y="9"/>
                    <a:pt x="408" y="9"/>
                  </a:cubicBezTo>
                  <a:cubicBezTo>
                    <a:pt x="404" y="9"/>
                    <a:pt x="401" y="7"/>
                    <a:pt x="396" y="7"/>
                  </a:cubicBezTo>
                  <a:cubicBezTo>
                    <a:pt x="395" y="7"/>
                    <a:pt x="396" y="7"/>
                    <a:pt x="395" y="6"/>
                  </a:cubicBezTo>
                  <a:cubicBezTo>
                    <a:pt x="392" y="7"/>
                    <a:pt x="389" y="5"/>
                    <a:pt x="386" y="5"/>
                  </a:cubicBezTo>
                  <a:cubicBezTo>
                    <a:pt x="385" y="5"/>
                    <a:pt x="385" y="5"/>
                    <a:pt x="386" y="4"/>
                  </a:cubicBezTo>
                  <a:cubicBezTo>
                    <a:pt x="384" y="4"/>
                    <a:pt x="383" y="4"/>
                    <a:pt x="381" y="3"/>
                  </a:cubicBezTo>
                  <a:cubicBezTo>
                    <a:pt x="380" y="3"/>
                    <a:pt x="381" y="4"/>
                    <a:pt x="381" y="4"/>
                  </a:cubicBezTo>
                  <a:cubicBezTo>
                    <a:pt x="376" y="3"/>
                    <a:pt x="371" y="3"/>
                    <a:pt x="366" y="2"/>
                  </a:cubicBezTo>
                  <a:cubicBezTo>
                    <a:pt x="361" y="2"/>
                    <a:pt x="356" y="2"/>
                    <a:pt x="351" y="1"/>
                  </a:cubicBezTo>
                  <a:cubicBezTo>
                    <a:pt x="350" y="1"/>
                    <a:pt x="350" y="1"/>
                    <a:pt x="352" y="1"/>
                  </a:cubicBezTo>
                  <a:cubicBezTo>
                    <a:pt x="350" y="0"/>
                    <a:pt x="348" y="1"/>
                    <a:pt x="346" y="0"/>
                  </a:cubicBezTo>
                  <a:cubicBezTo>
                    <a:pt x="343" y="1"/>
                    <a:pt x="348" y="1"/>
                    <a:pt x="345" y="2"/>
                  </a:cubicBezTo>
                  <a:cubicBezTo>
                    <a:pt x="342" y="1"/>
                    <a:pt x="339" y="1"/>
                    <a:pt x="336" y="2"/>
                  </a:cubicBezTo>
                  <a:cubicBezTo>
                    <a:pt x="334" y="1"/>
                    <a:pt x="336" y="1"/>
                    <a:pt x="334" y="1"/>
                  </a:cubicBezTo>
                  <a:cubicBezTo>
                    <a:pt x="333" y="1"/>
                    <a:pt x="334" y="1"/>
                    <a:pt x="333" y="2"/>
                  </a:cubicBezTo>
                  <a:cubicBezTo>
                    <a:pt x="330" y="1"/>
                    <a:pt x="330" y="2"/>
                    <a:pt x="325" y="2"/>
                  </a:cubicBezTo>
                  <a:cubicBezTo>
                    <a:pt x="324" y="2"/>
                    <a:pt x="325" y="2"/>
                    <a:pt x="323" y="1"/>
                  </a:cubicBezTo>
                  <a:cubicBezTo>
                    <a:pt x="322" y="1"/>
                    <a:pt x="322" y="2"/>
                    <a:pt x="324" y="2"/>
                  </a:cubicBezTo>
                  <a:cubicBezTo>
                    <a:pt x="322" y="2"/>
                    <a:pt x="318" y="2"/>
                    <a:pt x="316" y="2"/>
                  </a:cubicBezTo>
                  <a:cubicBezTo>
                    <a:pt x="313" y="2"/>
                    <a:pt x="311" y="1"/>
                    <a:pt x="311" y="1"/>
                  </a:cubicBezTo>
                  <a:cubicBezTo>
                    <a:pt x="305" y="2"/>
                    <a:pt x="316" y="1"/>
                    <a:pt x="312" y="3"/>
                  </a:cubicBezTo>
                  <a:cubicBezTo>
                    <a:pt x="310" y="3"/>
                    <a:pt x="311" y="2"/>
                    <a:pt x="308" y="2"/>
                  </a:cubicBezTo>
                  <a:cubicBezTo>
                    <a:pt x="305" y="3"/>
                    <a:pt x="302" y="3"/>
                    <a:pt x="300" y="4"/>
                  </a:cubicBezTo>
                  <a:cubicBezTo>
                    <a:pt x="298" y="4"/>
                    <a:pt x="295" y="5"/>
                    <a:pt x="294" y="4"/>
                  </a:cubicBezTo>
                  <a:cubicBezTo>
                    <a:pt x="291" y="5"/>
                    <a:pt x="291" y="5"/>
                    <a:pt x="291" y="5"/>
                  </a:cubicBezTo>
                  <a:cubicBezTo>
                    <a:pt x="293" y="6"/>
                    <a:pt x="291" y="4"/>
                    <a:pt x="294" y="5"/>
                  </a:cubicBezTo>
                  <a:cubicBezTo>
                    <a:pt x="292" y="6"/>
                    <a:pt x="283" y="6"/>
                    <a:pt x="278" y="8"/>
                  </a:cubicBezTo>
                  <a:cubicBezTo>
                    <a:pt x="278" y="7"/>
                    <a:pt x="278" y="7"/>
                    <a:pt x="281" y="6"/>
                  </a:cubicBezTo>
                  <a:cubicBezTo>
                    <a:pt x="276" y="6"/>
                    <a:pt x="276" y="8"/>
                    <a:pt x="271" y="9"/>
                  </a:cubicBezTo>
                  <a:cubicBezTo>
                    <a:pt x="268" y="9"/>
                    <a:pt x="266" y="10"/>
                    <a:pt x="263" y="11"/>
                  </a:cubicBezTo>
                  <a:cubicBezTo>
                    <a:pt x="259" y="11"/>
                    <a:pt x="256" y="12"/>
                    <a:pt x="253" y="13"/>
                  </a:cubicBezTo>
                  <a:cubicBezTo>
                    <a:pt x="252" y="13"/>
                    <a:pt x="256" y="12"/>
                    <a:pt x="257" y="12"/>
                  </a:cubicBezTo>
                  <a:cubicBezTo>
                    <a:pt x="255" y="11"/>
                    <a:pt x="258" y="10"/>
                    <a:pt x="257" y="10"/>
                  </a:cubicBezTo>
                  <a:cubicBezTo>
                    <a:pt x="254" y="12"/>
                    <a:pt x="249" y="13"/>
                    <a:pt x="247" y="15"/>
                  </a:cubicBezTo>
                  <a:cubicBezTo>
                    <a:pt x="245" y="15"/>
                    <a:pt x="244" y="15"/>
                    <a:pt x="242" y="16"/>
                  </a:cubicBezTo>
                  <a:cubicBezTo>
                    <a:pt x="240" y="15"/>
                    <a:pt x="249" y="14"/>
                    <a:pt x="244" y="14"/>
                  </a:cubicBezTo>
                  <a:cubicBezTo>
                    <a:pt x="246" y="13"/>
                    <a:pt x="248" y="13"/>
                    <a:pt x="249" y="12"/>
                  </a:cubicBezTo>
                  <a:cubicBezTo>
                    <a:pt x="247" y="11"/>
                    <a:pt x="243" y="14"/>
                    <a:pt x="243" y="13"/>
                  </a:cubicBezTo>
                  <a:cubicBezTo>
                    <a:pt x="241" y="14"/>
                    <a:pt x="239" y="15"/>
                    <a:pt x="235" y="16"/>
                  </a:cubicBezTo>
                  <a:cubicBezTo>
                    <a:pt x="235" y="15"/>
                    <a:pt x="232" y="17"/>
                    <a:pt x="229" y="17"/>
                  </a:cubicBezTo>
                  <a:cubicBezTo>
                    <a:pt x="225" y="19"/>
                    <a:pt x="222" y="20"/>
                    <a:pt x="218" y="22"/>
                  </a:cubicBezTo>
                  <a:cubicBezTo>
                    <a:pt x="218" y="23"/>
                    <a:pt x="222" y="22"/>
                    <a:pt x="223" y="21"/>
                  </a:cubicBezTo>
                  <a:cubicBezTo>
                    <a:pt x="223" y="22"/>
                    <a:pt x="218" y="24"/>
                    <a:pt x="216" y="24"/>
                  </a:cubicBezTo>
                  <a:cubicBezTo>
                    <a:pt x="215" y="24"/>
                    <a:pt x="216" y="23"/>
                    <a:pt x="217" y="23"/>
                  </a:cubicBezTo>
                  <a:cubicBezTo>
                    <a:pt x="217" y="22"/>
                    <a:pt x="215" y="23"/>
                    <a:pt x="215" y="22"/>
                  </a:cubicBezTo>
                  <a:cubicBezTo>
                    <a:pt x="215" y="24"/>
                    <a:pt x="211" y="24"/>
                    <a:pt x="208" y="26"/>
                  </a:cubicBezTo>
                  <a:cubicBezTo>
                    <a:pt x="210" y="26"/>
                    <a:pt x="211" y="25"/>
                    <a:pt x="213" y="25"/>
                  </a:cubicBezTo>
                  <a:cubicBezTo>
                    <a:pt x="211" y="26"/>
                    <a:pt x="209" y="27"/>
                    <a:pt x="207" y="27"/>
                  </a:cubicBezTo>
                  <a:cubicBezTo>
                    <a:pt x="206" y="27"/>
                    <a:pt x="208" y="27"/>
                    <a:pt x="208" y="26"/>
                  </a:cubicBezTo>
                  <a:cubicBezTo>
                    <a:pt x="207" y="26"/>
                    <a:pt x="206" y="27"/>
                    <a:pt x="207" y="26"/>
                  </a:cubicBezTo>
                  <a:cubicBezTo>
                    <a:pt x="204" y="27"/>
                    <a:pt x="206" y="28"/>
                    <a:pt x="204" y="28"/>
                  </a:cubicBezTo>
                  <a:cubicBezTo>
                    <a:pt x="204" y="28"/>
                    <a:pt x="206" y="28"/>
                    <a:pt x="204" y="29"/>
                  </a:cubicBezTo>
                  <a:cubicBezTo>
                    <a:pt x="201" y="30"/>
                    <a:pt x="204" y="29"/>
                    <a:pt x="202" y="29"/>
                  </a:cubicBezTo>
                  <a:cubicBezTo>
                    <a:pt x="200" y="30"/>
                    <a:pt x="201" y="30"/>
                    <a:pt x="201" y="31"/>
                  </a:cubicBezTo>
                  <a:cubicBezTo>
                    <a:pt x="200" y="31"/>
                    <a:pt x="199" y="31"/>
                    <a:pt x="198" y="32"/>
                  </a:cubicBezTo>
                  <a:cubicBezTo>
                    <a:pt x="195" y="33"/>
                    <a:pt x="200" y="30"/>
                    <a:pt x="197" y="30"/>
                  </a:cubicBezTo>
                  <a:cubicBezTo>
                    <a:pt x="197" y="31"/>
                    <a:pt x="196" y="32"/>
                    <a:pt x="197" y="32"/>
                  </a:cubicBezTo>
                  <a:cubicBezTo>
                    <a:pt x="195" y="34"/>
                    <a:pt x="193" y="33"/>
                    <a:pt x="191" y="35"/>
                  </a:cubicBezTo>
                  <a:cubicBezTo>
                    <a:pt x="189" y="35"/>
                    <a:pt x="189" y="35"/>
                    <a:pt x="188" y="35"/>
                  </a:cubicBezTo>
                  <a:cubicBezTo>
                    <a:pt x="186" y="37"/>
                    <a:pt x="183" y="38"/>
                    <a:pt x="181" y="39"/>
                  </a:cubicBezTo>
                  <a:cubicBezTo>
                    <a:pt x="180" y="41"/>
                    <a:pt x="175" y="42"/>
                    <a:pt x="173" y="44"/>
                  </a:cubicBezTo>
                  <a:cubicBezTo>
                    <a:pt x="171" y="44"/>
                    <a:pt x="175" y="42"/>
                    <a:pt x="172" y="43"/>
                  </a:cubicBezTo>
                  <a:cubicBezTo>
                    <a:pt x="170" y="45"/>
                    <a:pt x="167" y="46"/>
                    <a:pt x="164" y="48"/>
                  </a:cubicBezTo>
                  <a:cubicBezTo>
                    <a:pt x="162" y="50"/>
                    <a:pt x="165" y="49"/>
                    <a:pt x="164" y="50"/>
                  </a:cubicBezTo>
                  <a:cubicBezTo>
                    <a:pt x="161" y="52"/>
                    <a:pt x="163" y="49"/>
                    <a:pt x="160" y="50"/>
                  </a:cubicBezTo>
                  <a:cubicBezTo>
                    <a:pt x="158" y="51"/>
                    <a:pt x="158" y="52"/>
                    <a:pt x="158" y="52"/>
                  </a:cubicBezTo>
                  <a:cubicBezTo>
                    <a:pt x="152" y="54"/>
                    <a:pt x="148" y="60"/>
                    <a:pt x="142" y="63"/>
                  </a:cubicBezTo>
                  <a:cubicBezTo>
                    <a:pt x="141" y="65"/>
                    <a:pt x="140" y="65"/>
                    <a:pt x="137" y="68"/>
                  </a:cubicBezTo>
                  <a:cubicBezTo>
                    <a:pt x="136" y="69"/>
                    <a:pt x="135" y="69"/>
                    <a:pt x="133" y="71"/>
                  </a:cubicBezTo>
                  <a:cubicBezTo>
                    <a:pt x="132" y="70"/>
                    <a:pt x="136" y="68"/>
                    <a:pt x="137" y="67"/>
                  </a:cubicBezTo>
                  <a:cubicBezTo>
                    <a:pt x="133" y="68"/>
                    <a:pt x="131" y="71"/>
                    <a:pt x="130" y="73"/>
                  </a:cubicBezTo>
                  <a:cubicBezTo>
                    <a:pt x="127" y="75"/>
                    <a:pt x="128" y="73"/>
                    <a:pt x="126" y="74"/>
                  </a:cubicBezTo>
                  <a:cubicBezTo>
                    <a:pt x="124" y="76"/>
                    <a:pt x="123" y="76"/>
                    <a:pt x="122" y="78"/>
                  </a:cubicBezTo>
                  <a:cubicBezTo>
                    <a:pt x="122" y="78"/>
                    <a:pt x="121" y="78"/>
                    <a:pt x="120" y="79"/>
                  </a:cubicBezTo>
                  <a:cubicBezTo>
                    <a:pt x="122" y="79"/>
                    <a:pt x="117" y="83"/>
                    <a:pt x="114" y="84"/>
                  </a:cubicBezTo>
                  <a:cubicBezTo>
                    <a:pt x="113" y="86"/>
                    <a:pt x="112" y="87"/>
                    <a:pt x="109" y="89"/>
                  </a:cubicBezTo>
                  <a:cubicBezTo>
                    <a:pt x="108" y="91"/>
                    <a:pt x="109" y="89"/>
                    <a:pt x="110" y="89"/>
                  </a:cubicBezTo>
                  <a:cubicBezTo>
                    <a:pt x="110" y="90"/>
                    <a:pt x="108" y="91"/>
                    <a:pt x="107" y="92"/>
                  </a:cubicBezTo>
                  <a:cubicBezTo>
                    <a:pt x="105" y="93"/>
                    <a:pt x="106" y="92"/>
                    <a:pt x="107" y="91"/>
                  </a:cubicBezTo>
                  <a:cubicBezTo>
                    <a:pt x="105" y="93"/>
                    <a:pt x="103" y="94"/>
                    <a:pt x="100" y="95"/>
                  </a:cubicBezTo>
                  <a:cubicBezTo>
                    <a:pt x="100" y="95"/>
                    <a:pt x="101" y="94"/>
                    <a:pt x="101" y="94"/>
                  </a:cubicBezTo>
                  <a:cubicBezTo>
                    <a:pt x="101" y="94"/>
                    <a:pt x="97" y="98"/>
                    <a:pt x="95" y="100"/>
                  </a:cubicBezTo>
                  <a:cubicBezTo>
                    <a:pt x="100" y="95"/>
                    <a:pt x="100" y="97"/>
                    <a:pt x="104" y="93"/>
                  </a:cubicBezTo>
                  <a:cubicBezTo>
                    <a:pt x="101" y="98"/>
                    <a:pt x="99" y="97"/>
                    <a:pt x="96" y="100"/>
                  </a:cubicBezTo>
                  <a:cubicBezTo>
                    <a:pt x="96" y="101"/>
                    <a:pt x="100" y="98"/>
                    <a:pt x="100" y="99"/>
                  </a:cubicBezTo>
                  <a:cubicBezTo>
                    <a:pt x="99" y="100"/>
                    <a:pt x="96" y="103"/>
                    <a:pt x="94" y="103"/>
                  </a:cubicBezTo>
                  <a:cubicBezTo>
                    <a:pt x="93" y="105"/>
                    <a:pt x="94" y="106"/>
                    <a:pt x="93" y="107"/>
                  </a:cubicBezTo>
                  <a:cubicBezTo>
                    <a:pt x="93" y="106"/>
                    <a:pt x="91" y="108"/>
                    <a:pt x="89" y="109"/>
                  </a:cubicBezTo>
                  <a:cubicBezTo>
                    <a:pt x="88" y="110"/>
                    <a:pt x="90" y="107"/>
                    <a:pt x="88" y="108"/>
                  </a:cubicBezTo>
                  <a:cubicBezTo>
                    <a:pt x="88" y="110"/>
                    <a:pt x="87" y="110"/>
                    <a:pt x="88" y="110"/>
                  </a:cubicBezTo>
                  <a:cubicBezTo>
                    <a:pt x="87" y="112"/>
                    <a:pt x="85" y="113"/>
                    <a:pt x="87" y="113"/>
                  </a:cubicBezTo>
                  <a:cubicBezTo>
                    <a:pt x="85" y="114"/>
                    <a:pt x="84" y="115"/>
                    <a:pt x="82" y="116"/>
                  </a:cubicBezTo>
                  <a:cubicBezTo>
                    <a:pt x="82" y="116"/>
                    <a:pt x="86" y="112"/>
                    <a:pt x="84" y="112"/>
                  </a:cubicBezTo>
                  <a:cubicBezTo>
                    <a:pt x="84" y="113"/>
                    <a:pt x="81" y="117"/>
                    <a:pt x="78" y="120"/>
                  </a:cubicBezTo>
                  <a:cubicBezTo>
                    <a:pt x="76" y="123"/>
                    <a:pt x="74" y="126"/>
                    <a:pt x="74" y="124"/>
                  </a:cubicBezTo>
                  <a:cubicBezTo>
                    <a:pt x="73" y="125"/>
                    <a:pt x="72" y="127"/>
                    <a:pt x="71" y="128"/>
                  </a:cubicBezTo>
                  <a:cubicBezTo>
                    <a:pt x="71" y="130"/>
                    <a:pt x="69" y="132"/>
                    <a:pt x="68" y="134"/>
                  </a:cubicBezTo>
                  <a:cubicBezTo>
                    <a:pt x="66" y="136"/>
                    <a:pt x="65" y="138"/>
                    <a:pt x="64" y="141"/>
                  </a:cubicBezTo>
                  <a:cubicBezTo>
                    <a:pt x="62" y="141"/>
                    <a:pt x="61" y="145"/>
                    <a:pt x="61" y="143"/>
                  </a:cubicBezTo>
                  <a:cubicBezTo>
                    <a:pt x="59" y="144"/>
                    <a:pt x="60" y="145"/>
                    <a:pt x="59" y="147"/>
                  </a:cubicBezTo>
                  <a:cubicBezTo>
                    <a:pt x="56" y="151"/>
                    <a:pt x="53" y="155"/>
                    <a:pt x="51" y="160"/>
                  </a:cubicBezTo>
                  <a:cubicBezTo>
                    <a:pt x="50" y="159"/>
                    <a:pt x="49" y="163"/>
                    <a:pt x="49" y="164"/>
                  </a:cubicBezTo>
                  <a:cubicBezTo>
                    <a:pt x="47" y="165"/>
                    <a:pt x="47" y="167"/>
                    <a:pt x="45" y="168"/>
                  </a:cubicBezTo>
                  <a:cubicBezTo>
                    <a:pt x="46" y="168"/>
                    <a:pt x="47" y="167"/>
                    <a:pt x="48" y="167"/>
                  </a:cubicBezTo>
                  <a:cubicBezTo>
                    <a:pt x="47" y="169"/>
                    <a:pt x="45" y="171"/>
                    <a:pt x="44" y="172"/>
                  </a:cubicBezTo>
                  <a:cubicBezTo>
                    <a:pt x="42" y="174"/>
                    <a:pt x="44" y="174"/>
                    <a:pt x="41" y="177"/>
                  </a:cubicBezTo>
                  <a:cubicBezTo>
                    <a:pt x="41" y="177"/>
                    <a:pt x="41" y="177"/>
                    <a:pt x="41" y="178"/>
                  </a:cubicBezTo>
                  <a:cubicBezTo>
                    <a:pt x="42" y="175"/>
                    <a:pt x="44" y="173"/>
                    <a:pt x="45" y="171"/>
                  </a:cubicBezTo>
                  <a:cubicBezTo>
                    <a:pt x="43" y="175"/>
                    <a:pt x="41" y="179"/>
                    <a:pt x="39" y="183"/>
                  </a:cubicBezTo>
                  <a:cubicBezTo>
                    <a:pt x="39" y="184"/>
                    <a:pt x="39" y="183"/>
                    <a:pt x="38" y="184"/>
                  </a:cubicBezTo>
                  <a:cubicBezTo>
                    <a:pt x="39" y="182"/>
                    <a:pt x="41" y="178"/>
                    <a:pt x="40" y="178"/>
                  </a:cubicBezTo>
                  <a:cubicBezTo>
                    <a:pt x="39" y="180"/>
                    <a:pt x="38" y="184"/>
                    <a:pt x="35" y="187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5" y="190"/>
                    <a:pt x="35" y="190"/>
                    <a:pt x="36" y="189"/>
                  </a:cubicBezTo>
                  <a:cubicBezTo>
                    <a:pt x="35" y="192"/>
                    <a:pt x="33" y="194"/>
                    <a:pt x="32" y="197"/>
                  </a:cubicBezTo>
                  <a:cubicBezTo>
                    <a:pt x="31" y="199"/>
                    <a:pt x="32" y="197"/>
                    <a:pt x="31" y="199"/>
                  </a:cubicBezTo>
                  <a:cubicBezTo>
                    <a:pt x="30" y="201"/>
                    <a:pt x="32" y="198"/>
                    <a:pt x="30" y="201"/>
                  </a:cubicBezTo>
                  <a:cubicBezTo>
                    <a:pt x="29" y="203"/>
                    <a:pt x="30" y="199"/>
                    <a:pt x="29" y="202"/>
                  </a:cubicBezTo>
                  <a:cubicBezTo>
                    <a:pt x="28" y="204"/>
                    <a:pt x="30" y="202"/>
                    <a:pt x="29" y="203"/>
                  </a:cubicBezTo>
                  <a:cubicBezTo>
                    <a:pt x="27" y="207"/>
                    <a:pt x="25" y="212"/>
                    <a:pt x="23" y="217"/>
                  </a:cubicBezTo>
                  <a:cubicBezTo>
                    <a:pt x="21" y="222"/>
                    <a:pt x="20" y="226"/>
                    <a:pt x="18" y="230"/>
                  </a:cubicBezTo>
                  <a:cubicBezTo>
                    <a:pt x="17" y="231"/>
                    <a:pt x="18" y="228"/>
                    <a:pt x="18" y="228"/>
                  </a:cubicBezTo>
                  <a:cubicBezTo>
                    <a:pt x="16" y="232"/>
                    <a:pt x="16" y="236"/>
                    <a:pt x="14" y="238"/>
                  </a:cubicBezTo>
                  <a:cubicBezTo>
                    <a:pt x="14" y="239"/>
                    <a:pt x="15" y="239"/>
                    <a:pt x="15" y="238"/>
                  </a:cubicBezTo>
                  <a:cubicBezTo>
                    <a:pt x="15" y="240"/>
                    <a:pt x="15" y="241"/>
                    <a:pt x="15" y="242"/>
                  </a:cubicBezTo>
                  <a:cubicBezTo>
                    <a:pt x="14" y="244"/>
                    <a:pt x="14" y="242"/>
                    <a:pt x="14" y="241"/>
                  </a:cubicBezTo>
                  <a:cubicBezTo>
                    <a:pt x="13" y="243"/>
                    <a:pt x="13" y="245"/>
                    <a:pt x="12" y="246"/>
                  </a:cubicBezTo>
                  <a:cubicBezTo>
                    <a:pt x="12" y="247"/>
                    <a:pt x="13" y="246"/>
                    <a:pt x="13" y="246"/>
                  </a:cubicBezTo>
                  <a:cubicBezTo>
                    <a:pt x="14" y="247"/>
                    <a:pt x="13" y="248"/>
                    <a:pt x="13" y="249"/>
                  </a:cubicBezTo>
                  <a:cubicBezTo>
                    <a:pt x="12" y="249"/>
                    <a:pt x="12" y="248"/>
                    <a:pt x="12" y="250"/>
                  </a:cubicBezTo>
                  <a:cubicBezTo>
                    <a:pt x="12" y="250"/>
                    <a:pt x="12" y="251"/>
                    <a:pt x="12" y="252"/>
                  </a:cubicBezTo>
                  <a:cubicBezTo>
                    <a:pt x="11" y="254"/>
                    <a:pt x="11" y="252"/>
                    <a:pt x="10" y="254"/>
                  </a:cubicBezTo>
                  <a:cubicBezTo>
                    <a:pt x="9" y="260"/>
                    <a:pt x="8" y="266"/>
                    <a:pt x="7" y="272"/>
                  </a:cubicBezTo>
                  <a:cubicBezTo>
                    <a:pt x="7" y="271"/>
                    <a:pt x="7" y="271"/>
                    <a:pt x="7" y="271"/>
                  </a:cubicBezTo>
                  <a:cubicBezTo>
                    <a:pt x="7" y="272"/>
                    <a:pt x="8" y="274"/>
                    <a:pt x="7" y="276"/>
                  </a:cubicBezTo>
                  <a:cubicBezTo>
                    <a:pt x="6" y="277"/>
                    <a:pt x="6" y="276"/>
                    <a:pt x="6" y="275"/>
                  </a:cubicBezTo>
                  <a:cubicBezTo>
                    <a:pt x="6" y="276"/>
                    <a:pt x="5" y="279"/>
                    <a:pt x="5" y="281"/>
                  </a:cubicBezTo>
                  <a:cubicBezTo>
                    <a:pt x="5" y="284"/>
                    <a:pt x="5" y="286"/>
                    <a:pt x="5" y="287"/>
                  </a:cubicBezTo>
                  <a:cubicBezTo>
                    <a:pt x="4" y="288"/>
                    <a:pt x="4" y="289"/>
                    <a:pt x="4" y="292"/>
                  </a:cubicBezTo>
                  <a:cubicBezTo>
                    <a:pt x="5" y="289"/>
                    <a:pt x="5" y="291"/>
                    <a:pt x="5" y="293"/>
                  </a:cubicBezTo>
                  <a:cubicBezTo>
                    <a:pt x="5" y="287"/>
                    <a:pt x="6" y="285"/>
                    <a:pt x="7" y="279"/>
                  </a:cubicBezTo>
                  <a:cubicBezTo>
                    <a:pt x="7" y="278"/>
                    <a:pt x="7" y="280"/>
                    <a:pt x="7" y="280"/>
                  </a:cubicBezTo>
                  <a:cubicBezTo>
                    <a:pt x="6" y="279"/>
                    <a:pt x="7" y="278"/>
                    <a:pt x="7" y="276"/>
                  </a:cubicBezTo>
                  <a:cubicBezTo>
                    <a:pt x="8" y="275"/>
                    <a:pt x="8" y="274"/>
                    <a:pt x="9" y="272"/>
                  </a:cubicBezTo>
                  <a:cubicBezTo>
                    <a:pt x="8" y="275"/>
                    <a:pt x="7" y="280"/>
                    <a:pt x="7" y="284"/>
                  </a:cubicBezTo>
                  <a:cubicBezTo>
                    <a:pt x="7" y="288"/>
                    <a:pt x="6" y="291"/>
                    <a:pt x="5" y="294"/>
                  </a:cubicBezTo>
                  <a:cubicBezTo>
                    <a:pt x="5" y="294"/>
                    <a:pt x="6" y="294"/>
                    <a:pt x="6" y="295"/>
                  </a:cubicBezTo>
                  <a:cubicBezTo>
                    <a:pt x="6" y="297"/>
                    <a:pt x="5" y="294"/>
                    <a:pt x="5" y="296"/>
                  </a:cubicBezTo>
                  <a:cubicBezTo>
                    <a:pt x="5" y="300"/>
                    <a:pt x="4" y="304"/>
                    <a:pt x="4" y="308"/>
                  </a:cubicBezTo>
                  <a:cubicBezTo>
                    <a:pt x="5" y="309"/>
                    <a:pt x="4" y="311"/>
                    <a:pt x="4" y="314"/>
                  </a:cubicBezTo>
                  <a:cubicBezTo>
                    <a:pt x="3" y="313"/>
                    <a:pt x="3" y="311"/>
                    <a:pt x="2" y="312"/>
                  </a:cubicBezTo>
                  <a:cubicBezTo>
                    <a:pt x="2" y="310"/>
                    <a:pt x="2" y="307"/>
                    <a:pt x="2" y="307"/>
                  </a:cubicBezTo>
                  <a:cubicBezTo>
                    <a:pt x="2" y="309"/>
                    <a:pt x="2" y="309"/>
                    <a:pt x="1" y="311"/>
                  </a:cubicBezTo>
                  <a:cubicBezTo>
                    <a:pt x="1" y="312"/>
                    <a:pt x="1" y="313"/>
                    <a:pt x="2" y="314"/>
                  </a:cubicBezTo>
                  <a:cubicBezTo>
                    <a:pt x="2" y="316"/>
                    <a:pt x="1" y="318"/>
                    <a:pt x="2" y="320"/>
                  </a:cubicBezTo>
                  <a:cubicBezTo>
                    <a:pt x="0" y="323"/>
                    <a:pt x="1" y="328"/>
                    <a:pt x="1" y="333"/>
                  </a:cubicBezTo>
                  <a:cubicBezTo>
                    <a:pt x="0" y="333"/>
                    <a:pt x="0" y="335"/>
                    <a:pt x="1" y="338"/>
                  </a:cubicBezTo>
                  <a:cubicBezTo>
                    <a:pt x="1" y="339"/>
                    <a:pt x="1" y="339"/>
                    <a:pt x="0" y="338"/>
                  </a:cubicBezTo>
                  <a:cubicBezTo>
                    <a:pt x="0" y="342"/>
                    <a:pt x="1" y="346"/>
                    <a:pt x="1" y="350"/>
                  </a:cubicBezTo>
                  <a:cubicBezTo>
                    <a:pt x="1" y="351"/>
                    <a:pt x="2" y="349"/>
                    <a:pt x="2" y="350"/>
                  </a:cubicBezTo>
                  <a:cubicBezTo>
                    <a:pt x="3" y="352"/>
                    <a:pt x="1" y="353"/>
                    <a:pt x="2" y="354"/>
                  </a:cubicBezTo>
                  <a:cubicBezTo>
                    <a:pt x="2" y="355"/>
                    <a:pt x="2" y="355"/>
                    <a:pt x="1" y="355"/>
                  </a:cubicBezTo>
                  <a:cubicBezTo>
                    <a:pt x="1" y="357"/>
                    <a:pt x="2" y="355"/>
                    <a:pt x="2" y="358"/>
                  </a:cubicBezTo>
                  <a:cubicBezTo>
                    <a:pt x="2" y="359"/>
                    <a:pt x="2" y="360"/>
                    <a:pt x="1" y="359"/>
                  </a:cubicBezTo>
                  <a:cubicBezTo>
                    <a:pt x="2" y="362"/>
                    <a:pt x="1" y="368"/>
                    <a:pt x="3" y="369"/>
                  </a:cubicBezTo>
                  <a:cubicBezTo>
                    <a:pt x="3" y="371"/>
                    <a:pt x="2" y="369"/>
                    <a:pt x="2" y="372"/>
                  </a:cubicBezTo>
                  <a:cubicBezTo>
                    <a:pt x="3" y="372"/>
                    <a:pt x="2" y="375"/>
                    <a:pt x="2" y="375"/>
                  </a:cubicBezTo>
                  <a:cubicBezTo>
                    <a:pt x="3" y="379"/>
                    <a:pt x="4" y="381"/>
                    <a:pt x="4" y="385"/>
                  </a:cubicBezTo>
                  <a:cubicBezTo>
                    <a:pt x="5" y="386"/>
                    <a:pt x="6" y="391"/>
                    <a:pt x="6" y="394"/>
                  </a:cubicBezTo>
                  <a:cubicBezTo>
                    <a:pt x="6" y="394"/>
                    <a:pt x="6" y="393"/>
                    <a:pt x="6" y="395"/>
                  </a:cubicBezTo>
                  <a:cubicBezTo>
                    <a:pt x="7" y="397"/>
                    <a:pt x="7" y="400"/>
                    <a:pt x="8" y="403"/>
                  </a:cubicBezTo>
                  <a:cubicBezTo>
                    <a:pt x="9" y="404"/>
                    <a:pt x="9" y="399"/>
                    <a:pt x="8" y="398"/>
                  </a:cubicBezTo>
                  <a:cubicBezTo>
                    <a:pt x="8" y="397"/>
                    <a:pt x="9" y="401"/>
                    <a:pt x="10" y="402"/>
                  </a:cubicBezTo>
                  <a:cubicBezTo>
                    <a:pt x="11" y="403"/>
                    <a:pt x="9" y="399"/>
                    <a:pt x="9" y="398"/>
                  </a:cubicBezTo>
                  <a:cubicBezTo>
                    <a:pt x="9" y="398"/>
                    <a:pt x="10" y="399"/>
                    <a:pt x="10" y="400"/>
                  </a:cubicBezTo>
                  <a:cubicBezTo>
                    <a:pt x="11" y="401"/>
                    <a:pt x="10" y="404"/>
                    <a:pt x="12" y="406"/>
                  </a:cubicBezTo>
                  <a:cubicBezTo>
                    <a:pt x="12" y="408"/>
                    <a:pt x="12" y="409"/>
                    <a:pt x="11" y="408"/>
                  </a:cubicBezTo>
                  <a:cubicBezTo>
                    <a:pt x="11" y="410"/>
                    <a:pt x="12" y="413"/>
                    <a:pt x="12" y="415"/>
                  </a:cubicBezTo>
                  <a:cubicBezTo>
                    <a:pt x="12" y="415"/>
                    <a:pt x="13" y="415"/>
                    <a:pt x="14" y="417"/>
                  </a:cubicBezTo>
                  <a:cubicBezTo>
                    <a:pt x="12" y="416"/>
                    <a:pt x="10" y="412"/>
                    <a:pt x="8" y="407"/>
                  </a:cubicBezTo>
                  <a:cubicBezTo>
                    <a:pt x="8" y="409"/>
                    <a:pt x="9" y="411"/>
                    <a:pt x="9" y="413"/>
                  </a:cubicBezTo>
                  <a:cubicBezTo>
                    <a:pt x="9" y="414"/>
                    <a:pt x="10" y="414"/>
                    <a:pt x="10" y="416"/>
                  </a:cubicBezTo>
                  <a:cubicBezTo>
                    <a:pt x="11" y="417"/>
                    <a:pt x="11" y="416"/>
                    <a:pt x="11" y="417"/>
                  </a:cubicBezTo>
                  <a:cubicBezTo>
                    <a:pt x="12" y="420"/>
                    <a:pt x="11" y="418"/>
                    <a:pt x="11" y="421"/>
                  </a:cubicBezTo>
                  <a:cubicBezTo>
                    <a:pt x="13" y="420"/>
                    <a:pt x="16" y="431"/>
                    <a:pt x="15" y="433"/>
                  </a:cubicBezTo>
                  <a:cubicBezTo>
                    <a:pt x="16" y="433"/>
                    <a:pt x="16" y="435"/>
                    <a:pt x="17" y="437"/>
                  </a:cubicBezTo>
                  <a:cubicBezTo>
                    <a:pt x="17" y="435"/>
                    <a:pt x="15" y="433"/>
                    <a:pt x="15" y="431"/>
                  </a:cubicBezTo>
                  <a:cubicBezTo>
                    <a:pt x="16" y="431"/>
                    <a:pt x="17" y="436"/>
                    <a:pt x="18" y="438"/>
                  </a:cubicBezTo>
                  <a:cubicBezTo>
                    <a:pt x="18" y="438"/>
                    <a:pt x="19" y="439"/>
                    <a:pt x="20" y="440"/>
                  </a:cubicBezTo>
                  <a:cubicBezTo>
                    <a:pt x="20" y="442"/>
                    <a:pt x="19" y="442"/>
                    <a:pt x="19" y="440"/>
                  </a:cubicBezTo>
                  <a:cubicBezTo>
                    <a:pt x="19" y="442"/>
                    <a:pt x="20" y="442"/>
                    <a:pt x="20" y="441"/>
                  </a:cubicBezTo>
                  <a:cubicBezTo>
                    <a:pt x="20" y="439"/>
                    <a:pt x="20" y="438"/>
                    <a:pt x="18" y="437"/>
                  </a:cubicBezTo>
                  <a:cubicBezTo>
                    <a:pt x="19" y="436"/>
                    <a:pt x="19" y="436"/>
                    <a:pt x="19" y="435"/>
                  </a:cubicBezTo>
                  <a:cubicBezTo>
                    <a:pt x="20" y="438"/>
                    <a:pt x="20" y="441"/>
                    <a:pt x="22" y="444"/>
                  </a:cubicBezTo>
                  <a:cubicBezTo>
                    <a:pt x="21" y="444"/>
                    <a:pt x="18" y="440"/>
                    <a:pt x="20" y="444"/>
                  </a:cubicBezTo>
                  <a:cubicBezTo>
                    <a:pt x="20" y="443"/>
                    <a:pt x="20" y="445"/>
                    <a:pt x="22" y="447"/>
                  </a:cubicBezTo>
                  <a:cubicBezTo>
                    <a:pt x="21" y="447"/>
                    <a:pt x="20" y="445"/>
                    <a:pt x="21" y="449"/>
                  </a:cubicBezTo>
                  <a:cubicBezTo>
                    <a:pt x="22" y="449"/>
                    <a:pt x="22" y="450"/>
                    <a:pt x="24" y="452"/>
                  </a:cubicBezTo>
                  <a:cubicBezTo>
                    <a:pt x="23" y="453"/>
                    <a:pt x="26" y="456"/>
                    <a:pt x="26" y="459"/>
                  </a:cubicBezTo>
                  <a:cubicBezTo>
                    <a:pt x="23" y="452"/>
                    <a:pt x="20" y="447"/>
                    <a:pt x="18" y="439"/>
                  </a:cubicBezTo>
                  <a:cubicBezTo>
                    <a:pt x="18" y="442"/>
                    <a:pt x="15" y="433"/>
                    <a:pt x="15" y="435"/>
                  </a:cubicBezTo>
                  <a:cubicBezTo>
                    <a:pt x="15" y="436"/>
                    <a:pt x="15" y="437"/>
                    <a:pt x="15" y="438"/>
                  </a:cubicBezTo>
                  <a:cubicBezTo>
                    <a:pt x="16" y="439"/>
                    <a:pt x="17" y="444"/>
                    <a:pt x="17" y="445"/>
                  </a:cubicBezTo>
                  <a:cubicBezTo>
                    <a:pt x="17" y="443"/>
                    <a:pt x="19" y="448"/>
                    <a:pt x="19" y="445"/>
                  </a:cubicBezTo>
                  <a:cubicBezTo>
                    <a:pt x="20" y="447"/>
                    <a:pt x="21" y="448"/>
                    <a:pt x="21" y="450"/>
                  </a:cubicBezTo>
                  <a:cubicBezTo>
                    <a:pt x="21" y="451"/>
                    <a:pt x="19" y="445"/>
                    <a:pt x="20" y="450"/>
                  </a:cubicBezTo>
                  <a:cubicBezTo>
                    <a:pt x="19" y="449"/>
                    <a:pt x="19" y="447"/>
                    <a:pt x="18" y="446"/>
                  </a:cubicBezTo>
                  <a:cubicBezTo>
                    <a:pt x="18" y="447"/>
                    <a:pt x="18" y="447"/>
                    <a:pt x="18" y="448"/>
                  </a:cubicBezTo>
                  <a:cubicBezTo>
                    <a:pt x="20" y="451"/>
                    <a:pt x="20" y="452"/>
                    <a:pt x="19" y="454"/>
                  </a:cubicBezTo>
                  <a:cubicBezTo>
                    <a:pt x="21" y="453"/>
                    <a:pt x="23" y="461"/>
                    <a:pt x="25" y="465"/>
                  </a:cubicBezTo>
                  <a:cubicBezTo>
                    <a:pt x="26" y="466"/>
                    <a:pt x="25" y="464"/>
                    <a:pt x="25" y="463"/>
                  </a:cubicBezTo>
                  <a:cubicBezTo>
                    <a:pt x="28" y="466"/>
                    <a:pt x="29" y="473"/>
                    <a:pt x="31" y="475"/>
                  </a:cubicBezTo>
                  <a:cubicBezTo>
                    <a:pt x="32" y="477"/>
                    <a:pt x="30" y="474"/>
                    <a:pt x="30" y="475"/>
                  </a:cubicBezTo>
                  <a:cubicBezTo>
                    <a:pt x="29" y="472"/>
                    <a:pt x="27" y="469"/>
                    <a:pt x="26" y="466"/>
                  </a:cubicBezTo>
                  <a:cubicBezTo>
                    <a:pt x="25" y="465"/>
                    <a:pt x="25" y="465"/>
                    <a:pt x="25" y="466"/>
                  </a:cubicBezTo>
                  <a:cubicBezTo>
                    <a:pt x="26" y="467"/>
                    <a:pt x="26" y="468"/>
                    <a:pt x="26" y="469"/>
                  </a:cubicBezTo>
                  <a:cubicBezTo>
                    <a:pt x="26" y="469"/>
                    <a:pt x="27" y="469"/>
                    <a:pt x="27" y="469"/>
                  </a:cubicBezTo>
                  <a:cubicBezTo>
                    <a:pt x="27" y="470"/>
                    <a:pt x="28" y="473"/>
                    <a:pt x="30" y="476"/>
                  </a:cubicBezTo>
                  <a:cubicBezTo>
                    <a:pt x="31" y="479"/>
                    <a:pt x="33" y="481"/>
                    <a:pt x="34" y="482"/>
                  </a:cubicBezTo>
                  <a:cubicBezTo>
                    <a:pt x="32" y="481"/>
                    <a:pt x="35" y="487"/>
                    <a:pt x="35" y="488"/>
                  </a:cubicBezTo>
                  <a:cubicBezTo>
                    <a:pt x="36" y="489"/>
                    <a:pt x="36" y="490"/>
                    <a:pt x="36" y="491"/>
                  </a:cubicBezTo>
                  <a:cubicBezTo>
                    <a:pt x="38" y="492"/>
                    <a:pt x="35" y="489"/>
                    <a:pt x="35" y="488"/>
                  </a:cubicBezTo>
                  <a:cubicBezTo>
                    <a:pt x="36" y="486"/>
                    <a:pt x="38" y="490"/>
                    <a:pt x="40" y="492"/>
                  </a:cubicBezTo>
                  <a:cubicBezTo>
                    <a:pt x="41" y="495"/>
                    <a:pt x="38" y="490"/>
                    <a:pt x="37" y="490"/>
                  </a:cubicBezTo>
                  <a:cubicBezTo>
                    <a:pt x="38" y="493"/>
                    <a:pt x="38" y="493"/>
                    <a:pt x="40" y="495"/>
                  </a:cubicBezTo>
                  <a:cubicBezTo>
                    <a:pt x="40" y="494"/>
                    <a:pt x="41" y="495"/>
                    <a:pt x="41" y="494"/>
                  </a:cubicBezTo>
                  <a:cubicBezTo>
                    <a:pt x="42" y="495"/>
                    <a:pt x="42" y="497"/>
                    <a:pt x="44" y="498"/>
                  </a:cubicBezTo>
                  <a:cubicBezTo>
                    <a:pt x="43" y="495"/>
                    <a:pt x="40" y="494"/>
                    <a:pt x="40" y="491"/>
                  </a:cubicBezTo>
                  <a:cubicBezTo>
                    <a:pt x="38" y="488"/>
                    <a:pt x="36" y="485"/>
                    <a:pt x="35" y="483"/>
                  </a:cubicBezTo>
                  <a:cubicBezTo>
                    <a:pt x="35" y="481"/>
                    <a:pt x="36" y="485"/>
                    <a:pt x="37" y="486"/>
                  </a:cubicBezTo>
                  <a:cubicBezTo>
                    <a:pt x="38" y="487"/>
                    <a:pt x="36" y="483"/>
                    <a:pt x="36" y="484"/>
                  </a:cubicBezTo>
                  <a:cubicBezTo>
                    <a:pt x="37" y="483"/>
                    <a:pt x="39" y="487"/>
                    <a:pt x="42" y="492"/>
                  </a:cubicBezTo>
                  <a:cubicBezTo>
                    <a:pt x="44" y="497"/>
                    <a:pt x="47" y="504"/>
                    <a:pt x="51" y="507"/>
                  </a:cubicBezTo>
                  <a:cubicBezTo>
                    <a:pt x="50" y="506"/>
                    <a:pt x="50" y="506"/>
                    <a:pt x="51" y="506"/>
                  </a:cubicBezTo>
                  <a:cubicBezTo>
                    <a:pt x="50" y="505"/>
                    <a:pt x="48" y="504"/>
                    <a:pt x="48" y="502"/>
                  </a:cubicBezTo>
                  <a:cubicBezTo>
                    <a:pt x="49" y="502"/>
                    <a:pt x="52" y="506"/>
                    <a:pt x="52" y="507"/>
                  </a:cubicBezTo>
                  <a:cubicBezTo>
                    <a:pt x="52" y="506"/>
                    <a:pt x="56" y="510"/>
                    <a:pt x="56" y="512"/>
                  </a:cubicBezTo>
                  <a:cubicBezTo>
                    <a:pt x="57" y="513"/>
                    <a:pt x="54" y="510"/>
                    <a:pt x="53" y="508"/>
                  </a:cubicBezTo>
                  <a:cubicBezTo>
                    <a:pt x="53" y="509"/>
                    <a:pt x="52" y="508"/>
                    <a:pt x="51" y="507"/>
                  </a:cubicBezTo>
                  <a:cubicBezTo>
                    <a:pt x="52" y="510"/>
                    <a:pt x="51" y="509"/>
                    <a:pt x="52" y="512"/>
                  </a:cubicBezTo>
                  <a:cubicBezTo>
                    <a:pt x="50" y="508"/>
                    <a:pt x="49" y="506"/>
                    <a:pt x="45" y="502"/>
                  </a:cubicBezTo>
                  <a:cubicBezTo>
                    <a:pt x="45" y="504"/>
                    <a:pt x="44" y="502"/>
                    <a:pt x="45" y="505"/>
                  </a:cubicBezTo>
                  <a:cubicBezTo>
                    <a:pt x="46" y="505"/>
                    <a:pt x="45" y="503"/>
                    <a:pt x="48" y="506"/>
                  </a:cubicBezTo>
                  <a:cubicBezTo>
                    <a:pt x="50" y="509"/>
                    <a:pt x="52" y="513"/>
                    <a:pt x="54" y="517"/>
                  </a:cubicBezTo>
                  <a:cubicBezTo>
                    <a:pt x="54" y="515"/>
                    <a:pt x="54" y="514"/>
                    <a:pt x="55" y="515"/>
                  </a:cubicBezTo>
                  <a:cubicBezTo>
                    <a:pt x="54" y="513"/>
                    <a:pt x="53" y="512"/>
                    <a:pt x="52" y="510"/>
                  </a:cubicBezTo>
                  <a:cubicBezTo>
                    <a:pt x="52" y="510"/>
                    <a:pt x="54" y="512"/>
                    <a:pt x="55" y="513"/>
                  </a:cubicBezTo>
                  <a:cubicBezTo>
                    <a:pt x="55" y="514"/>
                    <a:pt x="55" y="514"/>
                    <a:pt x="54" y="513"/>
                  </a:cubicBezTo>
                  <a:cubicBezTo>
                    <a:pt x="56" y="517"/>
                    <a:pt x="55" y="514"/>
                    <a:pt x="57" y="517"/>
                  </a:cubicBezTo>
                  <a:cubicBezTo>
                    <a:pt x="57" y="518"/>
                    <a:pt x="56" y="517"/>
                    <a:pt x="56" y="517"/>
                  </a:cubicBezTo>
                  <a:cubicBezTo>
                    <a:pt x="59" y="520"/>
                    <a:pt x="63" y="528"/>
                    <a:pt x="67" y="531"/>
                  </a:cubicBezTo>
                  <a:cubicBezTo>
                    <a:pt x="67" y="532"/>
                    <a:pt x="66" y="531"/>
                    <a:pt x="67" y="533"/>
                  </a:cubicBezTo>
                  <a:cubicBezTo>
                    <a:pt x="69" y="535"/>
                    <a:pt x="70" y="537"/>
                    <a:pt x="72" y="538"/>
                  </a:cubicBezTo>
                  <a:cubicBezTo>
                    <a:pt x="71" y="537"/>
                    <a:pt x="71" y="536"/>
                    <a:pt x="71" y="536"/>
                  </a:cubicBezTo>
                  <a:cubicBezTo>
                    <a:pt x="73" y="538"/>
                    <a:pt x="75" y="541"/>
                    <a:pt x="77" y="543"/>
                  </a:cubicBezTo>
                  <a:cubicBezTo>
                    <a:pt x="78" y="544"/>
                    <a:pt x="74" y="542"/>
                    <a:pt x="73" y="539"/>
                  </a:cubicBezTo>
                  <a:cubicBezTo>
                    <a:pt x="74" y="541"/>
                    <a:pt x="72" y="539"/>
                    <a:pt x="72" y="540"/>
                  </a:cubicBezTo>
                  <a:cubicBezTo>
                    <a:pt x="75" y="542"/>
                    <a:pt x="76" y="544"/>
                    <a:pt x="80" y="548"/>
                  </a:cubicBezTo>
                  <a:cubicBezTo>
                    <a:pt x="80" y="546"/>
                    <a:pt x="78" y="546"/>
                    <a:pt x="78" y="544"/>
                  </a:cubicBezTo>
                  <a:cubicBezTo>
                    <a:pt x="79" y="544"/>
                    <a:pt x="80" y="547"/>
                    <a:pt x="82" y="548"/>
                  </a:cubicBezTo>
                  <a:cubicBezTo>
                    <a:pt x="83" y="549"/>
                    <a:pt x="82" y="549"/>
                    <a:pt x="83" y="550"/>
                  </a:cubicBezTo>
                  <a:cubicBezTo>
                    <a:pt x="85" y="550"/>
                    <a:pt x="87" y="556"/>
                    <a:pt x="90" y="558"/>
                  </a:cubicBezTo>
                  <a:cubicBezTo>
                    <a:pt x="91" y="560"/>
                    <a:pt x="86" y="555"/>
                    <a:pt x="86" y="555"/>
                  </a:cubicBezTo>
                  <a:cubicBezTo>
                    <a:pt x="86" y="556"/>
                    <a:pt x="86" y="556"/>
                    <a:pt x="87" y="556"/>
                  </a:cubicBezTo>
                  <a:cubicBezTo>
                    <a:pt x="89" y="559"/>
                    <a:pt x="85" y="556"/>
                    <a:pt x="87" y="558"/>
                  </a:cubicBezTo>
                  <a:cubicBezTo>
                    <a:pt x="89" y="559"/>
                    <a:pt x="91" y="562"/>
                    <a:pt x="91" y="561"/>
                  </a:cubicBezTo>
                  <a:cubicBezTo>
                    <a:pt x="93" y="562"/>
                    <a:pt x="93" y="564"/>
                    <a:pt x="95" y="565"/>
                  </a:cubicBezTo>
                  <a:cubicBezTo>
                    <a:pt x="95" y="566"/>
                    <a:pt x="94" y="565"/>
                    <a:pt x="93" y="564"/>
                  </a:cubicBezTo>
                  <a:cubicBezTo>
                    <a:pt x="92" y="565"/>
                    <a:pt x="99" y="569"/>
                    <a:pt x="98" y="571"/>
                  </a:cubicBezTo>
                  <a:cubicBezTo>
                    <a:pt x="102" y="573"/>
                    <a:pt x="102" y="573"/>
                    <a:pt x="102" y="573"/>
                  </a:cubicBezTo>
                  <a:cubicBezTo>
                    <a:pt x="101" y="571"/>
                    <a:pt x="101" y="571"/>
                    <a:pt x="101" y="571"/>
                  </a:cubicBezTo>
                  <a:cubicBezTo>
                    <a:pt x="103" y="572"/>
                    <a:pt x="103" y="573"/>
                    <a:pt x="103" y="574"/>
                  </a:cubicBezTo>
                  <a:cubicBezTo>
                    <a:pt x="107" y="576"/>
                    <a:pt x="109" y="579"/>
                    <a:pt x="113" y="584"/>
                  </a:cubicBezTo>
                  <a:cubicBezTo>
                    <a:pt x="115" y="585"/>
                    <a:pt x="117" y="587"/>
                    <a:pt x="120" y="589"/>
                  </a:cubicBezTo>
                  <a:cubicBezTo>
                    <a:pt x="122" y="591"/>
                    <a:pt x="125" y="594"/>
                    <a:pt x="127" y="595"/>
                  </a:cubicBezTo>
                  <a:cubicBezTo>
                    <a:pt x="128" y="595"/>
                    <a:pt x="125" y="593"/>
                    <a:pt x="124" y="592"/>
                  </a:cubicBezTo>
                  <a:cubicBezTo>
                    <a:pt x="126" y="592"/>
                    <a:pt x="130" y="596"/>
                    <a:pt x="133" y="598"/>
                  </a:cubicBezTo>
                  <a:cubicBezTo>
                    <a:pt x="133" y="599"/>
                    <a:pt x="129" y="596"/>
                    <a:pt x="129" y="597"/>
                  </a:cubicBezTo>
                  <a:cubicBezTo>
                    <a:pt x="131" y="598"/>
                    <a:pt x="132" y="599"/>
                    <a:pt x="132" y="600"/>
                  </a:cubicBezTo>
                  <a:cubicBezTo>
                    <a:pt x="133" y="600"/>
                    <a:pt x="136" y="601"/>
                    <a:pt x="138" y="602"/>
                  </a:cubicBezTo>
                  <a:cubicBezTo>
                    <a:pt x="141" y="604"/>
                    <a:pt x="139" y="604"/>
                    <a:pt x="141" y="605"/>
                  </a:cubicBezTo>
                  <a:cubicBezTo>
                    <a:pt x="142" y="606"/>
                    <a:pt x="147" y="608"/>
                    <a:pt x="145" y="609"/>
                  </a:cubicBezTo>
                  <a:cubicBezTo>
                    <a:pt x="150" y="611"/>
                    <a:pt x="154" y="614"/>
                    <a:pt x="158" y="617"/>
                  </a:cubicBezTo>
                  <a:cubicBezTo>
                    <a:pt x="160" y="619"/>
                    <a:pt x="155" y="616"/>
                    <a:pt x="157" y="618"/>
                  </a:cubicBezTo>
                  <a:cubicBezTo>
                    <a:pt x="161" y="620"/>
                    <a:pt x="157" y="617"/>
                    <a:pt x="160" y="618"/>
                  </a:cubicBezTo>
                  <a:cubicBezTo>
                    <a:pt x="163" y="619"/>
                    <a:pt x="162" y="620"/>
                    <a:pt x="164" y="622"/>
                  </a:cubicBezTo>
                  <a:cubicBezTo>
                    <a:pt x="165" y="622"/>
                    <a:pt x="166" y="623"/>
                    <a:pt x="168" y="624"/>
                  </a:cubicBezTo>
                  <a:cubicBezTo>
                    <a:pt x="167" y="624"/>
                    <a:pt x="167" y="625"/>
                    <a:pt x="169" y="627"/>
                  </a:cubicBezTo>
                  <a:cubicBezTo>
                    <a:pt x="169" y="626"/>
                    <a:pt x="170" y="626"/>
                    <a:pt x="171" y="627"/>
                  </a:cubicBezTo>
                  <a:cubicBezTo>
                    <a:pt x="173" y="627"/>
                    <a:pt x="170" y="626"/>
                    <a:pt x="169" y="625"/>
                  </a:cubicBezTo>
                  <a:cubicBezTo>
                    <a:pt x="171" y="626"/>
                    <a:pt x="172" y="627"/>
                    <a:pt x="174" y="628"/>
                  </a:cubicBezTo>
                  <a:cubicBezTo>
                    <a:pt x="175" y="628"/>
                    <a:pt x="172" y="626"/>
                    <a:pt x="171" y="626"/>
                  </a:cubicBezTo>
                  <a:cubicBezTo>
                    <a:pt x="171" y="625"/>
                    <a:pt x="172" y="625"/>
                    <a:pt x="173" y="625"/>
                  </a:cubicBezTo>
                  <a:cubicBezTo>
                    <a:pt x="175" y="626"/>
                    <a:pt x="175" y="627"/>
                    <a:pt x="176" y="627"/>
                  </a:cubicBezTo>
                  <a:cubicBezTo>
                    <a:pt x="178" y="629"/>
                    <a:pt x="175" y="627"/>
                    <a:pt x="175" y="627"/>
                  </a:cubicBezTo>
                  <a:cubicBezTo>
                    <a:pt x="177" y="629"/>
                    <a:pt x="177" y="628"/>
                    <a:pt x="178" y="628"/>
                  </a:cubicBezTo>
                  <a:cubicBezTo>
                    <a:pt x="181" y="629"/>
                    <a:pt x="183" y="631"/>
                    <a:pt x="186" y="632"/>
                  </a:cubicBezTo>
                  <a:cubicBezTo>
                    <a:pt x="186" y="633"/>
                    <a:pt x="184" y="632"/>
                    <a:pt x="184" y="633"/>
                  </a:cubicBezTo>
                  <a:cubicBezTo>
                    <a:pt x="186" y="634"/>
                    <a:pt x="188" y="637"/>
                    <a:pt x="191" y="637"/>
                  </a:cubicBezTo>
                  <a:cubicBezTo>
                    <a:pt x="193" y="639"/>
                    <a:pt x="193" y="640"/>
                    <a:pt x="198" y="643"/>
                  </a:cubicBezTo>
                  <a:cubicBezTo>
                    <a:pt x="197" y="642"/>
                    <a:pt x="195" y="641"/>
                    <a:pt x="195" y="640"/>
                  </a:cubicBezTo>
                  <a:cubicBezTo>
                    <a:pt x="197" y="641"/>
                    <a:pt x="199" y="642"/>
                    <a:pt x="200" y="643"/>
                  </a:cubicBezTo>
                  <a:cubicBezTo>
                    <a:pt x="202" y="643"/>
                    <a:pt x="200" y="642"/>
                    <a:pt x="202" y="642"/>
                  </a:cubicBezTo>
                  <a:cubicBezTo>
                    <a:pt x="200" y="641"/>
                    <a:pt x="196" y="638"/>
                    <a:pt x="195" y="639"/>
                  </a:cubicBezTo>
                  <a:cubicBezTo>
                    <a:pt x="195" y="638"/>
                    <a:pt x="195" y="638"/>
                    <a:pt x="197" y="638"/>
                  </a:cubicBezTo>
                  <a:cubicBezTo>
                    <a:pt x="199" y="639"/>
                    <a:pt x="197" y="640"/>
                    <a:pt x="201" y="640"/>
                  </a:cubicBezTo>
                  <a:cubicBezTo>
                    <a:pt x="203" y="641"/>
                    <a:pt x="199" y="640"/>
                    <a:pt x="201" y="641"/>
                  </a:cubicBezTo>
                  <a:cubicBezTo>
                    <a:pt x="201" y="640"/>
                    <a:pt x="204" y="642"/>
                    <a:pt x="207" y="643"/>
                  </a:cubicBezTo>
                  <a:cubicBezTo>
                    <a:pt x="209" y="643"/>
                    <a:pt x="206" y="642"/>
                    <a:pt x="205" y="642"/>
                  </a:cubicBezTo>
                  <a:cubicBezTo>
                    <a:pt x="206" y="642"/>
                    <a:pt x="207" y="642"/>
                    <a:pt x="208" y="642"/>
                  </a:cubicBezTo>
                  <a:cubicBezTo>
                    <a:pt x="209" y="643"/>
                    <a:pt x="212" y="645"/>
                    <a:pt x="210" y="645"/>
                  </a:cubicBezTo>
                  <a:cubicBezTo>
                    <a:pt x="211" y="645"/>
                    <a:pt x="216" y="646"/>
                    <a:pt x="214" y="646"/>
                  </a:cubicBezTo>
                  <a:cubicBezTo>
                    <a:pt x="216" y="648"/>
                    <a:pt x="218" y="646"/>
                    <a:pt x="221" y="648"/>
                  </a:cubicBezTo>
                  <a:cubicBezTo>
                    <a:pt x="221" y="648"/>
                    <a:pt x="220" y="648"/>
                    <a:pt x="219" y="648"/>
                  </a:cubicBezTo>
                  <a:cubicBezTo>
                    <a:pt x="222" y="649"/>
                    <a:pt x="227" y="652"/>
                    <a:pt x="228" y="651"/>
                  </a:cubicBezTo>
                  <a:cubicBezTo>
                    <a:pt x="229" y="651"/>
                    <a:pt x="233" y="653"/>
                    <a:pt x="230" y="653"/>
                  </a:cubicBezTo>
                  <a:cubicBezTo>
                    <a:pt x="236" y="654"/>
                    <a:pt x="243" y="655"/>
                    <a:pt x="246" y="654"/>
                  </a:cubicBezTo>
                  <a:cubicBezTo>
                    <a:pt x="247" y="654"/>
                    <a:pt x="249" y="655"/>
                    <a:pt x="250" y="655"/>
                  </a:cubicBezTo>
                  <a:cubicBezTo>
                    <a:pt x="252" y="656"/>
                    <a:pt x="247" y="656"/>
                    <a:pt x="251" y="657"/>
                  </a:cubicBezTo>
                  <a:cubicBezTo>
                    <a:pt x="247" y="657"/>
                    <a:pt x="248" y="656"/>
                    <a:pt x="246" y="656"/>
                  </a:cubicBezTo>
                  <a:cubicBezTo>
                    <a:pt x="243" y="655"/>
                    <a:pt x="242" y="656"/>
                    <a:pt x="244" y="657"/>
                  </a:cubicBezTo>
                  <a:cubicBezTo>
                    <a:pt x="244" y="657"/>
                    <a:pt x="244" y="656"/>
                    <a:pt x="243" y="656"/>
                  </a:cubicBezTo>
                  <a:cubicBezTo>
                    <a:pt x="245" y="656"/>
                    <a:pt x="247" y="657"/>
                    <a:pt x="249" y="658"/>
                  </a:cubicBezTo>
                  <a:cubicBezTo>
                    <a:pt x="250" y="658"/>
                    <a:pt x="247" y="657"/>
                    <a:pt x="246" y="658"/>
                  </a:cubicBezTo>
                  <a:cubicBezTo>
                    <a:pt x="248" y="659"/>
                    <a:pt x="250" y="658"/>
                    <a:pt x="251" y="659"/>
                  </a:cubicBezTo>
                  <a:cubicBezTo>
                    <a:pt x="253" y="658"/>
                    <a:pt x="259" y="661"/>
                    <a:pt x="263" y="663"/>
                  </a:cubicBezTo>
                  <a:cubicBezTo>
                    <a:pt x="266" y="662"/>
                    <a:pt x="268" y="662"/>
                    <a:pt x="263" y="661"/>
                  </a:cubicBezTo>
                  <a:cubicBezTo>
                    <a:pt x="264" y="662"/>
                    <a:pt x="262" y="661"/>
                    <a:pt x="260" y="660"/>
                  </a:cubicBezTo>
                  <a:cubicBezTo>
                    <a:pt x="259" y="660"/>
                    <a:pt x="261" y="660"/>
                    <a:pt x="261" y="660"/>
                  </a:cubicBezTo>
                  <a:cubicBezTo>
                    <a:pt x="261" y="659"/>
                    <a:pt x="254" y="658"/>
                    <a:pt x="251" y="657"/>
                  </a:cubicBezTo>
                  <a:cubicBezTo>
                    <a:pt x="261" y="659"/>
                    <a:pt x="276" y="663"/>
                    <a:pt x="289" y="664"/>
                  </a:cubicBezTo>
                  <a:cubicBezTo>
                    <a:pt x="289" y="664"/>
                    <a:pt x="288" y="664"/>
                    <a:pt x="287" y="664"/>
                  </a:cubicBezTo>
                  <a:cubicBezTo>
                    <a:pt x="289" y="665"/>
                    <a:pt x="291" y="665"/>
                    <a:pt x="293" y="665"/>
                  </a:cubicBezTo>
                  <a:cubicBezTo>
                    <a:pt x="293" y="666"/>
                    <a:pt x="295" y="665"/>
                    <a:pt x="297" y="666"/>
                  </a:cubicBezTo>
                  <a:cubicBezTo>
                    <a:pt x="299" y="667"/>
                    <a:pt x="293" y="666"/>
                    <a:pt x="296" y="667"/>
                  </a:cubicBezTo>
                  <a:cubicBezTo>
                    <a:pt x="299" y="666"/>
                    <a:pt x="300" y="667"/>
                    <a:pt x="305" y="668"/>
                  </a:cubicBezTo>
                  <a:cubicBezTo>
                    <a:pt x="307" y="667"/>
                    <a:pt x="309" y="667"/>
                    <a:pt x="312" y="668"/>
                  </a:cubicBezTo>
                  <a:cubicBezTo>
                    <a:pt x="315" y="668"/>
                    <a:pt x="317" y="668"/>
                    <a:pt x="319" y="668"/>
                  </a:cubicBezTo>
                  <a:cubicBezTo>
                    <a:pt x="322" y="669"/>
                    <a:pt x="327" y="669"/>
                    <a:pt x="332" y="669"/>
                  </a:cubicBezTo>
                  <a:cubicBezTo>
                    <a:pt x="338" y="669"/>
                    <a:pt x="344" y="669"/>
                    <a:pt x="349" y="670"/>
                  </a:cubicBezTo>
                  <a:cubicBezTo>
                    <a:pt x="349" y="669"/>
                    <a:pt x="352" y="668"/>
                    <a:pt x="353" y="669"/>
                  </a:cubicBezTo>
                  <a:cubicBezTo>
                    <a:pt x="356" y="668"/>
                    <a:pt x="355" y="668"/>
                    <a:pt x="355" y="668"/>
                  </a:cubicBezTo>
                  <a:cubicBezTo>
                    <a:pt x="356" y="668"/>
                    <a:pt x="357" y="667"/>
                    <a:pt x="358" y="668"/>
                  </a:cubicBezTo>
                  <a:cubicBezTo>
                    <a:pt x="357" y="668"/>
                    <a:pt x="358" y="669"/>
                    <a:pt x="356" y="669"/>
                  </a:cubicBezTo>
                  <a:cubicBezTo>
                    <a:pt x="359" y="670"/>
                    <a:pt x="357" y="668"/>
                    <a:pt x="361" y="669"/>
                  </a:cubicBezTo>
                  <a:cubicBezTo>
                    <a:pt x="362" y="667"/>
                    <a:pt x="363" y="668"/>
                    <a:pt x="367" y="667"/>
                  </a:cubicBezTo>
                  <a:cubicBezTo>
                    <a:pt x="368" y="668"/>
                    <a:pt x="366" y="668"/>
                    <a:pt x="365" y="669"/>
                  </a:cubicBezTo>
                  <a:cubicBezTo>
                    <a:pt x="371" y="667"/>
                    <a:pt x="380" y="667"/>
                    <a:pt x="384" y="664"/>
                  </a:cubicBezTo>
                  <a:cubicBezTo>
                    <a:pt x="387" y="663"/>
                    <a:pt x="387" y="664"/>
                    <a:pt x="389" y="664"/>
                  </a:cubicBezTo>
                  <a:cubicBezTo>
                    <a:pt x="391" y="664"/>
                    <a:pt x="388" y="665"/>
                    <a:pt x="390" y="665"/>
                  </a:cubicBezTo>
                  <a:cubicBezTo>
                    <a:pt x="392" y="664"/>
                    <a:pt x="392" y="664"/>
                    <a:pt x="391" y="664"/>
                  </a:cubicBezTo>
                  <a:cubicBezTo>
                    <a:pt x="394" y="663"/>
                    <a:pt x="394" y="663"/>
                    <a:pt x="396" y="662"/>
                  </a:cubicBezTo>
                  <a:cubicBezTo>
                    <a:pt x="398" y="663"/>
                    <a:pt x="394" y="665"/>
                    <a:pt x="391" y="665"/>
                  </a:cubicBezTo>
                  <a:cubicBezTo>
                    <a:pt x="393" y="665"/>
                    <a:pt x="392" y="665"/>
                    <a:pt x="391" y="665"/>
                  </a:cubicBezTo>
                  <a:cubicBezTo>
                    <a:pt x="396" y="666"/>
                    <a:pt x="402" y="666"/>
                    <a:pt x="408" y="662"/>
                  </a:cubicBezTo>
                  <a:cubicBezTo>
                    <a:pt x="411" y="662"/>
                    <a:pt x="406" y="664"/>
                    <a:pt x="408" y="664"/>
                  </a:cubicBezTo>
                  <a:cubicBezTo>
                    <a:pt x="411" y="662"/>
                    <a:pt x="417" y="662"/>
                    <a:pt x="421" y="661"/>
                  </a:cubicBezTo>
                  <a:cubicBezTo>
                    <a:pt x="422" y="660"/>
                    <a:pt x="422" y="660"/>
                    <a:pt x="423" y="659"/>
                  </a:cubicBezTo>
                  <a:cubicBezTo>
                    <a:pt x="423" y="660"/>
                    <a:pt x="422" y="660"/>
                    <a:pt x="423" y="660"/>
                  </a:cubicBezTo>
                  <a:cubicBezTo>
                    <a:pt x="426" y="659"/>
                    <a:pt x="424" y="660"/>
                    <a:pt x="426" y="659"/>
                  </a:cubicBezTo>
                  <a:cubicBezTo>
                    <a:pt x="426" y="659"/>
                    <a:pt x="425" y="659"/>
                    <a:pt x="426" y="659"/>
                  </a:cubicBezTo>
                  <a:cubicBezTo>
                    <a:pt x="429" y="659"/>
                    <a:pt x="431" y="658"/>
                    <a:pt x="431" y="657"/>
                  </a:cubicBezTo>
                  <a:cubicBezTo>
                    <a:pt x="432" y="658"/>
                    <a:pt x="432" y="657"/>
                    <a:pt x="433" y="657"/>
                  </a:cubicBezTo>
                  <a:cubicBezTo>
                    <a:pt x="433" y="657"/>
                    <a:pt x="432" y="658"/>
                    <a:pt x="432" y="658"/>
                  </a:cubicBezTo>
                  <a:cubicBezTo>
                    <a:pt x="437" y="657"/>
                    <a:pt x="447" y="655"/>
                    <a:pt x="450" y="652"/>
                  </a:cubicBezTo>
                  <a:cubicBezTo>
                    <a:pt x="456" y="651"/>
                    <a:pt x="454" y="650"/>
                    <a:pt x="457" y="650"/>
                  </a:cubicBezTo>
                  <a:cubicBezTo>
                    <a:pt x="460" y="647"/>
                    <a:pt x="462" y="647"/>
                    <a:pt x="466" y="645"/>
                  </a:cubicBezTo>
                  <a:cubicBezTo>
                    <a:pt x="465" y="645"/>
                    <a:pt x="463" y="645"/>
                    <a:pt x="462" y="646"/>
                  </a:cubicBezTo>
                  <a:cubicBezTo>
                    <a:pt x="463" y="644"/>
                    <a:pt x="465" y="645"/>
                    <a:pt x="467" y="643"/>
                  </a:cubicBezTo>
                  <a:cubicBezTo>
                    <a:pt x="468" y="643"/>
                    <a:pt x="467" y="644"/>
                    <a:pt x="466" y="645"/>
                  </a:cubicBezTo>
                  <a:cubicBezTo>
                    <a:pt x="470" y="643"/>
                    <a:pt x="474" y="642"/>
                    <a:pt x="478" y="640"/>
                  </a:cubicBezTo>
                  <a:cubicBezTo>
                    <a:pt x="478" y="640"/>
                    <a:pt x="477" y="641"/>
                    <a:pt x="477" y="642"/>
                  </a:cubicBezTo>
                  <a:cubicBezTo>
                    <a:pt x="478" y="641"/>
                    <a:pt x="480" y="640"/>
                    <a:pt x="482" y="639"/>
                  </a:cubicBezTo>
                  <a:cubicBezTo>
                    <a:pt x="483" y="636"/>
                    <a:pt x="496" y="633"/>
                    <a:pt x="501" y="629"/>
                  </a:cubicBezTo>
                  <a:cubicBezTo>
                    <a:pt x="494" y="632"/>
                    <a:pt x="487" y="635"/>
                    <a:pt x="480" y="638"/>
                  </a:cubicBezTo>
                  <a:cubicBezTo>
                    <a:pt x="482" y="637"/>
                    <a:pt x="485" y="636"/>
                    <a:pt x="487" y="635"/>
                  </a:cubicBezTo>
                  <a:cubicBezTo>
                    <a:pt x="488" y="634"/>
                    <a:pt x="484" y="636"/>
                    <a:pt x="483" y="636"/>
                  </a:cubicBezTo>
                  <a:cubicBezTo>
                    <a:pt x="486" y="634"/>
                    <a:pt x="486" y="634"/>
                    <a:pt x="486" y="634"/>
                  </a:cubicBezTo>
                  <a:cubicBezTo>
                    <a:pt x="487" y="633"/>
                    <a:pt x="487" y="634"/>
                    <a:pt x="488" y="634"/>
                  </a:cubicBezTo>
                  <a:cubicBezTo>
                    <a:pt x="493" y="631"/>
                    <a:pt x="492" y="630"/>
                    <a:pt x="498" y="627"/>
                  </a:cubicBezTo>
                  <a:cubicBezTo>
                    <a:pt x="499" y="627"/>
                    <a:pt x="495" y="630"/>
                    <a:pt x="493" y="631"/>
                  </a:cubicBezTo>
                  <a:cubicBezTo>
                    <a:pt x="494" y="631"/>
                    <a:pt x="495" y="631"/>
                    <a:pt x="494" y="632"/>
                  </a:cubicBezTo>
                  <a:cubicBezTo>
                    <a:pt x="495" y="631"/>
                    <a:pt x="497" y="627"/>
                    <a:pt x="502" y="626"/>
                  </a:cubicBezTo>
                  <a:cubicBezTo>
                    <a:pt x="503" y="626"/>
                    <a:pt x="503" y="626"/>
                    <a:pt x="501" y="627"/>
                  </a:cubicBezTo>
                  <a:cubicBezTo>
                    <a:pt x="504" y="627"/>
                    <a:pt x="505" y="623"/>
                    <a:pt x="509" y="622"/>
                  </a:cubicBezTo>
                  <a:cubicBezTo>
                    <a:pt x="511" y="621"/>
                    <a:pt x="508" y="624"/>
                    <a:pt x="510" y="623"/>
                  </a:cubicBezTo>
                  <a:cubicBezTo>
                    <a:pt x="511" y="622"/>
                    <a:pt x="511" y="622"/>
                    <a:pt x="510" y="622"/>
                  </a:cubicBezTo>
                  <a:cubicBezTo>
                    <a:pt x="510" y="622"/>
                    <a:pt x="513" y="620"/>
                    <a:pt x="512" y="620"/>
                  </a:cubicBezTo>
                  <a:cubicBezTo>
                    <a:pt x="513" y="619"/>
                    <a:pt x="517" y="617"/>
                    <a:pt x="516" y="617"/>
                  </a:cubicBezTo>
                  <a:cubicBezTo>
                    <a:pt x="517" y="616"/>
                    <a:pt x="518" y="615"/>
                    <a:pt x="520" y="615"/>
                  </a:cubicBezTo>
                  <a:cubicBezTo>
                    <a:pt x="520" y="615"/>
                    <a:pt x="517" y="618"/>
                    <a:pt x="518" y="618"/>
                  </a:cubicBezTo>
                  <a:cubicBezTo>
                    <a:pt x="519" y="617"/>
                    <a:pt x="521" y="616"/>
                    <a:pt x="522" y="614"/>
                  </a:cubicBezTo>
                  <a:cubicBezTo>
                    <a:pt x="524" y="614"/>
                    <a:pt x="523" y="615"/>
                    <a:pt x="525" y="614"/>
                  </a:cubicBezTo>
                  <a:cubicBezTo>
                    <a:pt x="528" y="611"/>
                    <a:pt x="531" y="609"/>
                    <a:pt x="534" y="607"/>
                  </a:cubicBezTo>
                  <a:cubicBezTo>
                    <a:pt x="536" y="607"/>
                    <a:pt x="532" y="609"/>
                    <a:pt x="532" y="610"/>
                  </a:cubicBezTo>
                  <a:cubicBezTo>
                    <a:pt x="536" y="608"/>
                    <a:pt x="536" y="605"/>
                    <a:pt x="541" y="603"/>
                  </a:cubicBezTo>
                  <a:cubicBezTo>
                    <a:pt x="542" y="602"/>
                    <a:pt x="542" y="600"/>
                    <a:pt x="544" y="600"/>
                  </a:cubicBezTo>
                  <a:cubicBezTo>
                    <a:pt x="545" y="599"/>
                    <a:pt x="542" y="601"/>
                    <a:pt x="541" y="601"/>
                  </a:cubicBezTo>
                  <a:cubicBezTo>
                    <a:pt x="543" y="599"/>
                    <a:pt x="543" y="599"/>
                    <a:pt x="543" y="599"/>
                  </a:cubicBezTo>
                  <a:cubicBezTo>
                    <a:pt x="546" y="598"/>
                    <a:pt x="549" y="595"/>
                    <a:pt x="552" y="593"/>
                  </a:cubicBezTo>
                  <a:cubicBezTo>
                    <a:pt x="553" y="593"/>
                    <a:pt x="548" y="597"/>
                    <a:pt x="546" y="597"/>
                  </a:cubicBezTo>
                  <a:cubicBezTo>
                    <a:pt x="545" y="599"/>
                    <a:pt x="544" y="600"/>
                    <a:pt x="543" y="601"/>
                  </a:cubicBezTo>
                  <a:cubicBezTo>
                    <a:pt x="544" y="600"/>
                    <a:pt x="549" y="598"/>
                    <a:pt x="551" y="595"/>
                  </a:cubicBezTo>
                  <a:cubicBezTo>
                    <a:pt x="553" y="594"/>
                    <a:pt x="551" y="596"/>
                    <a:pt x="553" y="595"/>
                  </a:cubicBezTo>
                  <a:cubicBezTo>
                    <a:pt x="554" y="592"/>
                    <a:pt x="560" y="587"/>
                    <a:pt x="565" y="583"/>
                  </a:cubicBezTo>
                  <a:cubicBezTo>
                    <a:pt x="566" y="583"/>
                    <a:pt x="563" y="585"/>
                    <a:pt x="563" y="586"/>
                  </a:cubicBezTo>
                  <a:cubicBezTo>
                    <a:pt x="565" y="584"/>
                    <a:pt x="565" y="585"/>
                    <a:pt x="567" y="584"/>
                  </a:cubicBezTo>
                  <a:cubicBezTo>
                    <a:pt x="569" y="581"/>
                    <a:pt x="572" y="579"/>
                    <a:pt x="574" y="576"/>
                  </a:cubicBezTo>
                  <a:cubicBezTo>
                    <a:pt x="578" y="574"/>
                    <a:pt x="577" y="573"/>
                    <a:pt x="581" y="567"/>
                  </a:cubicBezTo>
                  <a:cubicBezTo>
                    <a:pt x="579" y="569"/>
                    <a:pt x="578" y="571"/>
                    <a:pt x="576" y="573"/>
                  </a:cubicBezTo>
                  <a:cubicBezTo>
                    <a:pt x="575" y="574"/>
                    <a:pt x="575" y="574"/>
                    <a:pt x="576" y="574"/>
                  </a:cubicBezTo>
                  <a:cubicBezTo>
                    <a:pt x="575" y="575"/>
                    <a:pt x="574" y="576"/>
                    <a:pt x="572" y="577"/>
                  </a:cubicBezTo>
                  <a:cubicBezTo>
                    <a:pt x="571" y="578"/>
                    <a:pt x="573" y="575"/>
                    <a:pt x="574" y="575"/>
                  </a:cubicBezTo>
                  <a:cubicBezTo>
                    <a:pt x="573" y="575"/>
                    <a:pt x="567" y="578"/>
                    <a:pt x="566" y="581"/>
                  </a:cubicBezTo>
                  <a:cubicBezTo>
                    <a:pt x="564" y="582"/>
                    <a:pt x="558" y="587"/>
                    <a:pt x="555" y="590"/>
                  </a:cubicBezTo>
                  <a:cubicBezTo>
                    <a:pt x="554" y="590"/>
                    <a:pt x="554" y="589"/>
                    <a:pt x="553" y="592"/>
                  </a:cubicBezTo>
                  <a:cubicBezTo>
                    <a:pt x="547" y="595"/>
                    <a:pt x="542" y="599"/>
                    <a:pt x="537" y="603"/>
                  </a:cubicBezTo>
                  <a:cubicBezTo>
                    <a:pt x="536" y="602"/>
                    <a:pt x="531" y="607"/>
                    <a:pt x="532" y="605"/>
                  </a:cubicBezTo>
                  <a:cubicBezTo>
                    <a:pt x="531" y="606"/>
                    <a:pt x="529" y="607"/>
                    <a:pt x="527" y="609"/>
                  </a:cubicBezTo>
                  <a:cubicBezTo>
                    <a:pt x="528" y="608"/>
                    <a:pt x="529" y="608"/>
                    <a:pt x="530" y="607"/>
                  </a:cubicBezTo>
                  <a:cubicBezTo>
                    <a:pt x="529" y="608"/>
                    <a:pt x="528" y="609"/>
                    <a:pt x="527" y="610"/>
                  </a:cubicBezTo>
                  <a:cubicBezTo>
                    <a:pt x="527" y="610"/>
                    <a:pt x="527" y="610"/>
                    <a:pt x="527" y="609"/>
                  </a:cubicBezTo>
                  <a:cubicBezTo>
                    <a:pt x="526" y="609"/>
                    <a:pt x="524" y="610"/>
                    <a:pt x="523" y="611"/>
                  </a:cubicBezTo>
                  <a:cubicBezTo>
                    <a:pt x="522" y="612"/>
                    <a:pt x="523" y="612"/>
                    <a:pt x="522" y="612"/>
                  </a:cubicBezTo>
                  <a:cubicBezTo>
                    <a:pt x="521" y="613"/>
                    <a:pt x="519" y="613"/>
                    <a:pt x="518" y="615"/>
                  </a:cubicBezTo>
                  <a:cubicBezTo>
                    <a:pt x="517" y="615"/>
                    <a:pt x="516" y="615"/>
                    <a:pt x="515" y="616"/>
                  </a:cubicBezTo>
                  <a:cubicBezTo>
                    <a:pt x="514" y="616"/>
                    <a:pt x="518" y="613"/>
                    <a:pt x="515" y="615"/>
                  </a:cubicBezTo>
                  <a:cubicBezTo>
                    <a:pt x="514" y="616"/>
                    <a:pt x="511" y="618"/>
                    <a:pt x="508" y="620"/>
                  </a:cubicBezTo>
                  <a:cubicBezTo>
                    <a:pt x="505" y="621"/>
                    <a:pt x="502" y="623"/>
                    <a:pt x="501" y="623"/>
                  </a:cubicBezTo>
                  <a:cubicBezTo>
                    <a:pt x="499" y="623"/>
                    <a:pt x="501" y="624"/>
                    <a:pt x="499" y="625"/>
                  </a:cubicBezTo>
                  <a:cubicBezTo>
                    <a:pt x="499" y="625"/>
                    <a:pt x="498" y="625"/>
                    <a:pt x="498" y="626"/>
                  </a:cubicBezTo>
                  <a:cubicBezTo>
                    <a:pt x="495" y="627"/>
                    <a:pt x="497" y="625"/>
                    <a:pt x="494" y="626"/>
                  </a:cubicBezTo>
                  <a:cubicBezTo>
                    <a:pt x="491" y="629"/>
                    <a:pt x="483" y="632"/>
                    <a:pt x="478" y="634"/>
                  </a:cubicBezTo>
                  <a:cubicBezTo>
                    <a:pt x="477" y="635"/>
                    <a:pt x="475" y="636"/>
                    <a:pt x="474" y="637"/>
                  </a:cubicBezTo>
                  <a:cubicBezTo>
                    <a:pt x="477" y="636"/>
                    <a:pt x="476" y="635"/>
                    <a:pt x="479" y="634"/>
                  </a:cubicBezTo>
                  <a:cubicBezTo>
                    <a:pt x="478" y="636"/>
                    <a:pt x="478" y="635"/>
                    <a:pt x="480" y="635"/>
                  </a:cubicBezTo>
                  <a:cubicBezTo>
                    <a:pt x="477" y="638"/>
                    <a:pt x="473" y="639"/>
                    <a:pt x="472" y="639"/>
                  </a:cubicBezTo>
                  <a:cubicBezTo>
                    <a:pt x="473" y="637"/>
                    <a:pt x="475" y="638"/>
                    <a:pt x="476" y="636"/>
                  </a:cubicBezTo>
                  <a:cubicBezTo>
                    <a:pt x="474" y="638"/>
                    <a:pt x="472" y="637"/>
                    <a:pt x="474" y="636"/>
                  </a:cubicBezTo>
                  <a:cubicBezTo>
                    <a:pt x="471" y="637"/>
                    <a:pt x="467" y="638"/>
                    <a:pt x="463" y="640"/>
                  </a:cubicBezTo>
                  <a:cubicBezTo>
                    <a:pt x="464" y="639"/>
                    <a:pt x="464" y="639"/>
                    <a:pt x="461" y="640"/>
                  </a:cubicBezTo>
                  <a:cubicBezTo>
                    <a:pt x="462" y="639"/>
                    <a:pt x="464" y="638"/>
                    <a:pt x="467" y="638"/>
                  </a:cubicBezTo>
                  <a:cubicBezTo>
                    <a:pt x="468" y="637"/>
                    <a:pt x="465" y="638"/>
                    <a:pt x="466" y="637"/>
                  </a:cubicBezTo>
                  <a:cubicBezTo>
                    <a:pt x="464" y="638"/>
                    <a:pt x="462" y="639"/>
                    <a:pt x="460" y="640"/>
                  </a:cubicBezTo>
                  <a:cubicBezTo>
                    <a:pt x="459" y="641"/>
                    <a:pt x="461" y="640"/>
                    <a:pt x="463" y="640"/>
                  </a:cubicBezTo>
                  <a:cubicBezTo>
                    <a:pt x="459" y="642"/>
                    <a:pt x="456" y="642"/>
                    <a:pt x="453" y="644"/>
                  </a:cubicBezTo>
                  <a:cubicBezTo>
                    <a:pt x="452" y="645"/>
                    <a:pt x="453" y="645"/>
                    <a:pt x="453" y="646"/>
                  </a:cubicBezTo>
                  <a:cubicBezTo>
                    <a:pt x="449" y="647"/>
                    <a:pt x="453" y="645"/>
                    <a:pt x="450" y="646"/>
                  </a:cubicBezTo>
                  <a:cubicBezTo>
                    <a:pt x="449" y="646"/>
                    <a:pt x="451" y="645"/>
                    <a:pt x="451" y="645"/>
                  </a:cubicBezTo>
                  <a:cubicBezTo>
                    <a:pt x="448" y="645"/>
                    <a:pt x="440" y="648"/>
                    <a:pt x="435" y="648"/>
                  </a:cubicBezTo>
                  <a:cubicBezTo>
                    <a:pt x="431" y="651"/>
                    <a:pt x="426" y="651"/>
                    <a:pt x="421" y="653"/>
                  </a:cubicBezTo>
                  <a:cubicBezTo>
                    <a:pt x="419" y="652"/>
                    <a:pt x="424" y="651"/>
                    <a:pt x="424" y="650"/>
                  </a:cubicBezTo>
                  <a:cubicBezTo>
                    <a:pt x="421" y="650"/>
                    <a:pt x="420" y="652"/>
                    <a:pt x="419" y="651"/>
                  </a:cubicBezTo>
                  <a:cubicBezTo>
                    <a:pt x="418" y="652"/>
                    <a:pt x="418" y="652"/>
                    <a:pt x="419" y="653"/>
                  </a:cubicBezTo>
                  <a:cubicBezTo>
                    <a:pt x="415" y="654"/>
                    <a:pt x="410" y="655"/>
                    <a:pt x="406" y="655"/>
                  </a:cubicBezTo>
                  <a:cubicBezTo>
                    <a:pt x="405" y="657"/>
                    <a:pt x="401" y="657"/>
                    <a:pt x="398" y="658"/>
                  </a:cubicBezTo>
                  <a:cubicBezTo>
                    <a:pt x="397" y="658"/>
                    <a:pt x="398" y="657"/>
                    <a:pt x="399" y="657"/>
                  </a:cubicBezTo>
                  <a:cubicBezTo>
                    <a:pt x="400" y="657"/>
                    <a:pt x="401" y="657"/>
                    <a:pt x="402" y="657"/>
                  </a:cubicBezTo>
                  <a:cubicBezTo>
                    <a:pt x="403" y="656"/>
                    <a:pt x="403" y="656"/>
                    <a:pt x="403" y="656"/>
                  </a:cubicBezTo>
                  <a:cubicBezTo>
                    <a:pt x="404" y="656"/>
                    <a:pt x="404" y="656"/>
                    <a:pt x="404" y="656"/>
                  </a:cubicBezTo>
                  <a:cubicBezTo>
                    <a:pt x="401" y="656"/>
                    <a:pt x="399" y="657"/>
                    <a:pt x="397" y="656"/>
                  </a:cubicBezTo>
                  <a:cubicBezTo>
                    <a:pt x="398" y="656"/>
                    <a:pt x="400" y="656"/>
                    <a:pt x="401" y="655"/>
                  </a:cubicBezTo>
                  <a:cubicBezTo>
                    <a:pt x="402" y="654"/>
                    <a:pt x="398" y="656"/>
                    <a:pt x="396" y="656"/>
                  </a:cubicBezTo>
                  <a:cubicBezTo>
                    <a:pt x="400" y="653"/>
                    <a:pt x="392" y="656"/>
                    <a:pt x="388" y="656"/>
                  </a:cubicBezTo>
                  <a:cubicBezTo>
                    <a:pt x="389" y="657"/>
                    <a:pt x="388" y="658"/>
                    <a:pt x="385" y="658"/>
                  </a:cubicBezTo>
                  <a:cubicBezTo>
                    <a:pt x="387" y="657"/>
                    <a:pt x="384" y="658"/>
                    <a:pt x="383" y="657"/>
                  </a:cubicBezTo>
                  <a:cubicBezTo>
                    <a:pt x="383" y="657"/>
                    <a:pt x="382" y="657"/>
                    <a:pt x="382" y="657"/>
                  </a:cubicBezTo>
                  <a:cubicBezTo>
                    <a:pt x="383" y="658"/>
                    <a:pt x="379" y="658"/>
                    <a:pt x="378" y="659"/>
                  </a:cubicBezTo>
                  <a:cubicBezTo>
                    <a:pt x="376" y="659"/>
                    <a:pt x="371" y="659"/>
                    <a:pt x="367" y="660"/>
                  </a:cubicBezTo>
                  <a:cubicBezTo>
                    <a:pt x="365" y="660"/>
                    <a:pt x="367" y="659"/>
                    <a:pt x="367" y="659"/>
                  </a:cubicBezTo>
                  <a:cubicBezTo>
                    <a:pt x="364" y="659"/>
                    <a:pt x="361" y="659"/>
                    <a:pt x="359" y="658"/>
                  </a:cubicBezTo>
                  <a:cubicBezTo>
                    <a:pt x="358" y="659"/>
                    <a:pt x="357" y="659"/>
                    <a:pt x="356" y="659"/>
                  </a:cubicBezTo>
                  <a:cubicBezTo>
                    <a:pt x="359" y="660"/>
                    <a:pt x="359" y="660"/>
                    <a:pt x="359" y="660"/>
                  </a:cubicBezTo>
                  <a:cubicBezTo>
                    <a:pt x="361" y="659"/>
                    <a:pt x="363" y="660"/>
                    <a:pt x="365" y="659"/>
                  </a:cubicBezTo>
                  <a:cubicBezTo>
                    <a:pt x="362" y="660"/>
                    <a:pt x="360" y="659"/>
                    <a:pt x="357" y="660"/>
                  </a:cubicBezTo>
                  <a:cubicBezTo>
                    <a:pt x="357" y="658"/>
                    <a:pt x="350" y="660"/>
                    <a:pt x="345" y="659"/>
                  </a:cubicBezTo>
                  <a:cubicBezTo>
                    <a:pt x="347" y="659"/>
                    <a:pt x="349" y="659"/>
                    <a:pt x="351" y="659"/>
                  </a:cubicBezTo>
                  <a:cubicBezTo>
                    <a:pt x="351" y="658"/>
                    <a:pt x="346" y="659"/>
                    <a:pt x="344" y="659"/>
                  </a:cubicBezTo>
                  <a:cubicBezTo>
                    <a:pt x="343" y="659"/>
                    <a:pt x="343" y="660"/>
                    <a:pt x="342" y="660"/>
                  </a:cubicBezTo>
                  <a:cubicBezTo>
                    <a:pt x="339" y="660"/>
                    <a:pt x="341" y="659"/>
                    <a:pt x="340" y="659"/>
                  </a:cubicBezTo>
                  <a:cubicBezTo>
                    <a:pt x="339" y="659"/>
                    <a:pt x="338" y="659"/>
                    <a:pt x="337" y="659"/>
                  </a:cubicBezTo>
                  <a:cubicBezTo>
                    <a:pt x="337" y="660"/>
                    <a:pt x="334" y="660"/>
                    <a:pt x="331" y="659"/>
                  </a:cubicBezTo>
                  <a:cubicBezTo>
                    <a:pt x="333" y="660"/>
                    <a:pt x="330" y="659"/>
                    <a:pt x="327" y="660"/>
                  </a:cubicBezTo>
                  <a:cubicBezTo>
                    <a:pt x="324" y="659"/>
                    <a:pt x="331" y="659"/>
                    <a:pt x="327" y="658"/>
                  </a:cubicBezTo>
                  <a:cubicBezTo>
                    <a:pt x="326" y="660"/>
                    <a:pt x="324" y="659"/>
                    <a:pt x="322" y="660"/>
                  </a:cubicBezTo>
                  <a:cubicBezTo>
                    <a:pt x="319" y="659"/>
                    <a:pt x="326" y="659"/>
                    <a:pt x="325" y="659"/>
                  </a:cubicBezTo>
                  <a:cubicBezTo>
                    <a:pt x="322" y="658"/>
                    <a:pt x="321" y="658"/>
                    <a:pt x="319" y="659"/>
                  </a:cubicBezTo>
                  <a:cubicBezTo>
                    <a:pt x="316" y="658"/>
                    <a:pt x="321" y="659"/>
                    <a:pt x="320" y="658"/>
                  </a:cubicBezTo>
                  <a:cubicBezTo>
                    <a:pt x="315" y="657"/>
                    <a:pt x="313" y="658"/>
                    <a:pt x="308" y="658"/>
                  </a:cubicBezTo>
                  <a:cubicBezTo>
                    <a:pt x="307" y="658"/>
                    <a:pt x="307" y="657"/>
                    <a:pt x="305" y="657"/>
                  </a:cubicBezTo>
                  <a:cubicBezTo>
                    <a:pt x="302" y="657"/>
                    <a:pt x="300" y="656"/>
                    <a:pt x="297" y="656"/>
                  </a:cubicBezTo>
                  <a:cubicBezTo>
                    <a:pt x="296" y="656"/>
                    <a:pt x="298" y="655"/>
                    <a:pt x="297" y="655"/>
                  </a:cubicBezTo>
                  <a:cubicBezTo>
                    <a:pt x="298" y="655"/>
                    <a:pt x="299" y="655"/>
                    <a:pt x="300" y="655"/>
                  </a:cubicBezTo>
                  <a:cubicBezTo>
                    <a:pt x="302" y="655"/>
                    <a:pt x="300" y="656"/>
                    <a:pt x="300" y="656"/>
                  </a:cubicBezTo>
                  <a:cubicBezTo>
                    <a:pt x="303" y="656"/>
                    <a:pt x="305" y="656"/>
                    <a:pt x="309" y="656"/>
                  </a:cubicBezTo>
                  <a:cubicBezTo>
                    <a:pt x="306" y="656"/>
                    <a:pt x="304" y="655"/>
                    <a:pt x="301" y="655"/>
                  </a:cubicBezTo>
                  <a:cubicBezTo>
                    <a:pt x="299" y="654"/>
                    <a:pt x="304" y="655"/>
                    <a:pt x="303" y="655"/>
                  </a:cubicBezTo>
                  <a:cubicBezTo>
                    <a:pt x="305" y="655"/>
                    <a:pt x="308" y="655"/>
                    <a:pt x="311" y="656"/>
                  </a:cubicBezTo>
                  <a:cubicBezTo>
                    <a:pt x="312" y="655"/>
                    <a:pt x="310" y="655"/>
                    <a:pt x="311" y="655"/>
                  </a:cubicBezTo>
                  <a:cubicBezTo>
                    <a:pt x="314" y="655"/>
                    <a:pt x="312" y="656"/>
                    <a:pt x="314" y="656"/>
                  </a:cubicBezTo>
                  <a:cubicBezTo>
                    <a:pt x="315" y="656"/>
                    <a:pt x="316" y="656"/>
                    <a:pt x="317" y="656"/>
                  </a:cubicBezTo>
                  <a:cubicBezTo>
                    <a:pt x="318" y="654"/>
                    <a:pt x="323" y="657"/>
                    <a:pt x="327" y="656"/>
                  </a:cubicBezTo>
                  <a:cubicBezTo>
                    <a:pt x="329" y="656"/>
                    <a:pt x="326" y="657"/>
                    <a:pt x="329" y="657"/>
                  </a:cubicBezTo>
                  <a:cubicBezTo>
                    <a:pt x="331" y="656"/>
                    <a:pt x="328" y="655"/>
                    <a:pt x="330" y="655"/>
                  </a:cubicBezTo>
                  <a:cubicBezTo>
                    <a:pt x="329" y="654"/>
                    <a:pt x="327" y="655"/>
                    <a:pt x="326" y="654"/>
                  </a:cubicBezTo>
                  <a:cubicBezTo>
                    <a:pt x="325" y="654"/>
                    <a:pt x="326" y="655"/>
                    <a:pt x="327" y="655"/>
                  </a:cubicBezTo>
                  <a:cubicBezTo>
                    <a:pt x="325" y="655"/>
                    <a:pt x="323" y="655"/>
                    <a:pt x="321" y="655"/>
                  </a:cubicBezTo>
                  <a:cubicBezTo>
                    <a:pt x="320" y="654"/>
                    <a:pt x="323" y="654"/>
                    <a:pt x="323" y="654"/>
                  </a:cubicBezTo>
                  <a:cubicBezTo>
                    <a:pt x="326" y="654"/>
                    <a:pt x="328" y="654"/>
                    <a:pt x="331" y="654"/>
                  </a:cubicBezTo>
                  <a:cubicBezTo>
                    <a:pt x="333" y="654"/>
                    <a:pt x="330" y="655"/>
                    <a:pt x="333" y="655"/>
                  </a:cubicBezTo>
                  <a:cubicBezTo>
                    <a:pt x="337" y="652"/>
                    <a:pt x="350" y="654"/>
                    <a:pt x="358" y="653"/>
                  </a:cubicBezTo>
                  <a:cubicBezTo>
                    <a:pt x="358" y="654"/>
                    <a:pt x="355" y="654"/>
                    <a:pt x="357" y="655"/>
                  </a:cubicBezTo>
                  <a:cubicBezTo>
                    <a:pt x="349" y="655"/>
                    <a:pt x="342" y="654"/>
                    <a:pt x="335" y="655"/>
                  </a:cubicBezTo>
                  <a:cubicBezTo>
                    <a:pt x="333" y="655"/>
                    <a:pt x="337" y="655"/>
                    <a:pt x="338" y="655"/>
                  </a:cubicBezTo>
                  <a:cubicBezTo>
                    <a:pt x="340" y="655"/>
                    <a:pt x="343" y="655"/>
                    <a:pt x="340" y="656"/>
                  </a:cubicBezTo>
                  <a:cubicBezTo>
                    <a:pt x="342" y="656"/>
                    <a:pt x="344" y="655"/>
                    <a:pt x="346" y="655"/>
                  </a:cubicBezTo>
                  <a:cubicBezTo>
                    <a:pt x="347" y="656"/>
                    <a:pt x="344" y="656"/>
                    <a:pt x="347" y="657"/>
                  </a:cubicBezTo>
                  <a:cubicBezTo>
                    <a:pt x="349" y="656"/>
                    <a:pt x="350" y="656"/>
                    <a:pt x="353" y="656"/>
                  </a:cubicBezTo>
                  <a:cubicBezTo>
                    <a:pt x="355" y="656"/>
                    <a:pt x="352" y="657"/>
                    <a:pt x="355" y="657"/>
                  </a:cubicBezTo>
                  <a:cubicBezTo>
                    <a:pt x="359" y="657"/>
                    <a:pt x="364" y="656"/>
                    <a:pt x="367" y="655"/>
                  </a:cubicBezTo>
                  <a:cubicBezTo>
                    <a:pt x="367" y="655"/>
                    <a:pt x="368" y="656"/>
                    <a:pt x="367" y="656"/>
                  </a:cubicBezTo>
                  <a:cubicBezTo>
                    <a:pt x="366" y="657"/>
                    <a:pt x="367" y="655"/>
                    <a:pt x="365" y="656"/>
                  </a:cubicBezTo>
                  <a:cubicBezTo>
                    <a:pt x="369" y="657"/>
                    <a:pt x="372" y="655"/>
                    <a:pt x="376" y="656"/>
                  </a:cubicBezTo>
                  <a:cubicBezTo>
                    <a:pt x="380" y="654"/>
                    <a:pt x="380" y="654"/>
                    <a:pt x="380" y="654"/>
                  </a:cubicBezTo>
                  <a:cubicBezTo>
                    <a:pt x="382" y="654"/>
                    <a:pt x="382" y="655"/>
                    <a:pt x="384" y="655"/>
                  </a:cubicBezTo>
                  <a:cubicBezTo>
                    <a:pt x="387" y="653"/>
                    <a:pt x="382" y="654"/>
                    <a:pt x="382" y="654"/>
                  </a:cubicBezTo>
                  <a:cubicBezTo>
                    <a:pt x="384" y="653"/>
                    <a:pt x="386" y="654"/>
                    <a:pt x="388" y="653"/>
                  </a:cubicBezTo>
                  <a:cubicBezTo>
                    <a:pt x="391" y="653"/>
                    <a:pt x="386" y="654"/>
                    <a:pt x="390" y="654"/>
                  </a:cubicBezTo>
                  <a:cubicBezTo>
                    <a:pt x="390" y="654"/>
                    <a:pt x="389" y="654"/>
                    <a:pt x="389" y="654"/>
                  </a:cubicBezTo>
                  <a:cubicBezTo>
                    <a:pt x="394" y="653"/>
                    <a:pt x="398" y="653"/>
                    <a:pt x="403" y="652"/>
                  </a:cubicBezTo>
                  <a:cubicBezTo>
                    <a:pt x="405" y="650"/>
                    <a:pt x="401" y="651"/>
                    <a:pt x="399" y="651"/>
                  </a:cubicBezTo>
                  <a:cubicBezTo>
                    <a:pt x="401" y="650"/>
                    <a:pt x="404" y="648"/>
                    <a:pt x="406" y="648"/>
                  </a:cubicBezTo>
                  <a:cubicBezTo>
                    <a:pt x="407" y="649"/>
                    <a:pt x="403" y="649"/>
                    <a:pt x="404" y="650"/>
                  </a:cubicBezTo>
                  <a:cubicBezTo>
                    <a:pt x="405" y="650"/>
                    <a:pt x="406" y="649"/>
                    <a:pt x="408" y="649"/>
                  </a:cubicBezTo>
                  <a:cubicBezTo>
                    <a:pt x="409" y="648"/>
                    <a:pt x="407" y="648"/>
                    <a:pt x="411" y="647"/>
                  </a:cubicBezTo>
                  <a:cubicBezTo>
                    <a:pt x="412" y="647"/>
                    <a:pt x="412" y="648"/>
                    <a:pt x="411" y="648"/>
                  </a:cubicBezTo>
                  <a:cubicBezTo>
                    <a:pt x="414" y="648"/>
                    <a:pt x="414" y="646"/>
                    <a:pt x="417" y="646"/>
                  </a:cubicBezTo>
                  <a:cubicBezTo>
                    <a:pt x="418" y="647"/>
                    <a:pt x="414" y="648"/>
                    <a:pt x="416" y="648"/>
                  </a:cubicBezTo>
                  <a:cubicBezTo>
                    <a:pt x="418" y="647"/>
                    <a:pt x="418" y="647"/>
                    <a:pt x="419" y="646"/>
                  </a:cubicBezTo>
                  <a:cubicBezTo>
                    <a:pt x="420" y="646"/>
                    <a:pt x="421" y="645"/>
                    <a:pt x="421" y="645"/>
                  </a:cubicBezTo>
                  <a:cubicBezTo>
                    <a:pt x="422" y="646"/>
                    <a:pt x="418" y="647"/>
                    <a:pt x="419" y="647"/>
                  </a:cubicBezTo>
                  <a:cubicBezTo>
                    <a:pt x="422" y="647"/>
                    <a:pt x="422" y="647"/>
                    <a:pt x="425" y="647"/>
                  </a:cubicBezTo>
                  <a:cubicBezTo>
                    <a:pt x="431" y="646"/>
                    <a:pt x="436" y="643"/>
                    <a:pt x="440" y="642"/>
                  </a:cubicBezTo>
                  <a:cubicBezTo>
                    <a:pt x="439" y="643"/>
                    <a:pt x="441" y="643"/>
                    <a:pt x="444" y="642"/>
                  </a:cubicBezTo>
                  <a:cubicBezTo>
                    <a:pt x="448" y="641"/>
                    <a:pt x="452" y="639"/>
                    <a:pt x="454" y="638"/>
                  </a:cubicBezTo>
                  <a:cubicBezTo>
                    <a:pt x="454" y="639"/>
                    <a:pt x="448" y="640"/>
                    <a:pt x="446" y="642"/>
                  </a:cubicBezTo>
                  <a:cubicBezTo>
                    <a:pt x="451" y="641"/>
                    <a:pt x="455" y="638"/>
                    <a:pt x="459" y="638"/>
                  </a:cubicBezTo>
                  <a:cubicBezTo>
                    <a:pt x="459" y="637"/>
                    <a:pt x="458" y="637"/>
                    <a:pt x="457" y="637"/>
                  </a:cubicBezTo>
                  <a:cubicBezTo>
                    <a:pt x="459" y="636"/>
                    <a:pt x="461" y="636"/>
                    <a:pt x="462" y="635"/>
                  </a:cubicBezTo>
                  <a:cubicBezTo>
                    <a:pt x="467" y="635"/>
                    <a:pt x="472" y="631"/>
                    <a:pt x="475" y="631"/>
                  </a:cubicBezTo>
                  <a:cubicBezTo>
                    <a:pt x="480" y="628"/>
                    <a:pt x="483" y="627"/>
                    <a:pt x="487" y="624"/>
                  </a:cubicBezTo>
                  <a:cubicBezTo>
                    <a:pt x="485" y="625"/>
                    <a:pt x="486" y="624"/>
                    <a:pt x="485" y="624"/>
                  </a:cubicBezTo>
                  <a:cubicBezTo>
                    <a:pt x="490" y="620"/>
                    <a:pt x="493" y="621"/>
                    <a:pt x="494" y="622"/>
                  </a:cubicBezTo>
                  <a:cubicBezTo>
                    <a:pt x="495" y="621"/>
                    <a:pt x="493" y="621"/>
                    <a:pt x="494" y="619"/>
                  </a:cubicBezTo>
                  <a:cubicBezTo>
                    <a:pt x="496" y="618"/>
                    <a:pt x="499" y="617"/>
                    <a:pt x="501" y="616"/>
                  </a:cubicBezTo>
                  <a:cubicBezTo>
                    <a:pt x="502" y="616"/>
                    <a:pt x="499" y="618"/>
                    <a:pt x="498" y="619"/>
                  </a:cubicBezTo>
                  <a:cubicBezTo>
                    <a:pt x="497" y="619"/>
                    <a:pt x="506" y="615"/>
                    <a:pt x="508" y="614"/>
                  </a:cubicBezTo>
                  <a:cubicBezTo>
                    <a:pt x="509" y="613"/>
                    <a:pt x="509" y="614"/>
                    <a:pt x="508" y="614"/>
                  </a:cubicBezTo>
                  <a:cubicBezTo>
                    <a:pt x="508" y="615"/>
                    <a:pt x="510" y="613"/>
                    <a:pt x="511" y="612"/>
                  </a:cubicBezTo>
                  <a:cubicBezTo>
                    <a:pt x="512" y="612"/>
                    <a:pt x="510" y="612"/>
                    <a:pt x="510" y="612"/>
                  </a:cubicBezTo>
                  <a:cubicBezTo>
                    <a:pt x="512" y="611"/>
                    <a:pt x="515" y="610"/>
                    <a:pt x="518" y="608"/>
                  </a:cubicBezTo>
                  <a:cubicBezTo>
                    <a:pt x="521" y="607"/>
                    <a:pt x="524" y="605"/>
                    <a:pt x="527" y="602"/>
                  </a:cubicBezTo>
                  <a:cubicBezTo>
                    <a:pt x="530" y="601"/>
                    <a:pt x="530" y="601"/>
                    <a:pt x="530" y="601"/>
                  </a:cubicBezTo>
                  <a:cubicBezTo>
                    <a:pt x="531" y="600"/>
                    <a:pt x="532" y="600"/>
                    <a:pt x="533" y="599"/>
                  </a:cubicBezTo>
                  <a:cubicBezTo>
                    <a:pt x="538" y="597"/>
                    <a:pt x="542" y="592"/>
                    <a:pt x="547" y="590"/>
                  </a:cubicBezTo>
                  <a:cubicBezTo>
                    <a:pt x="551" y="586"/>
                    <a:pt x="556" y="583"/>
                    <a:pt x="560" y="580"/>
                  </a:cubicBezTo>
                  <a:cubicBezTo>
                    <a:pt x="558" y="583"/>
                    <a:pt x="558" y="583"/>
                    <a:pt x="556" y="585"/>
                  </a:cubicBezTo>
                  <a:cubicBezTo>
                    <a:pt x="561" y="581"/>
                    <a:pt x="565" y="575"/>
                    <a:pt x="568" y="574"/>
                  </a:cubicBezTo>
                  <a:cubicBezTo>
                    <a:pt x="567" y="573"/>
                    <a:pt x="570" y="570"/>
                    <a:pt x="568" y="569"/>
                  </a:cubicBezTo>
                  <a:cubicBezTo>
                    <a:pt x="570" y="567"/>
                    <a:pt x="573" y="565"/>
                    <a:pt x="575" y="563"/>
                  </a:cubicBezTo>
                  <a:cubicBezTo>
                    <a:pt x="574" y="562"/>
                    <a:pt x="567" y="571"/>
                    <a:pt x="566" y="569"/>
                  </a:cubicBezTo>
                  <a:cubicBezTo>
                    <a:pt x="566" y="568"/>
                    <a:pt x="568" y="568"/>
                    <a:pt x="569" y="567"/>
                  </a:cubicBezTo>
                  <a:cubicBezTo>
                    <a:pt x="568" y="566"/>
                    <a:pt x="572" y="564"/>
                    <a:pt x="573" y="561"/>
                  </a:cubicBezTo>
                  <a:cubicBezTo>
                    <a:pt x="573" y="562"/>
                    <a:pt x="574" y="563"/>
                    <a:pt x="576" y="561"/>
                  </a:cubicBezTo>
                  <a:cubicBezTo>
                    <a:pt x="575" y="560"/>
                    <a:pt x="577" y="559"/>
                    <a:pt x="578" y="556"/>
                  </a:cubicBezTo>
                  <a:cubicBezTo>
                    <a:pt x="580" y="555"/>
                    <a:pt x="583" y="553"/>
                    <a:pt x="582" y="553"/>
                  </a:cubicBezTo>
                  <a:cubicBezTo>
                    <a:pt x="584" y="551"/>
                    <a:pt x="584" y="553"/>
                    <a:pt x="586" y="551"/>
                  </a:cubicBezTo>
                  <a:cubicBezTo>
                    <a:pt x="587" y="550"/>
                    <a:pt x="586" y="551"/>
                    <a:pt x="585" y="553"/>
                  </a:cubicBezTo>
                  <a:cubicBezTo>
                    <a:pt x="587" y="551"/>
                    <a:pt x="589" y="549"/>
                    <a:pt x="590" y="546"/>
                  </a:cubicBezTo>
                  <a:cubicBezTo>
                    <a:pt x="592" y="545"/>
                    <a:pt x="589" y="549"/>
                    <a:pt x="591" y="548"/>
                  </a:cubicBezTo>
                  <a:cubicBezTo>
                    <a:pt x="592" y="547"/>
                    <a:pt x="592" y="545"/>
                    <a:pt x="594" y="544"/>
                  </a:cubicBezTo>
                  <a:cubicBezTo>
                    <a:pt x="594" y="543"/>
                    <a:pt x="594" y="541"/>
                    <a:pt x="593" y="543"/>
                  </a:cubicBezTo>
                  <a:cubicBezTo>
                    <a:pt x="594" y="540"/>
                    <a:pt x="594" y="541"/>
                    <a:pt x="594" y="539"/>
                  </a:cubicBezTo>
                  <a:cubicBezTo>
                    <a:pt x="595" y="537"/>
                    <a:pt x="597" y="538"/>
                    <a:pt x="597" y="536"/>
                  </a:cubicBezTo>
                  <a:cubicBezTo>
                    <a:pt x="598" y="533"/>
                    <a:pt x="596" y="537"/>
                    <a:pt x="595" y="537"/>
                  </a:cubicBezTo>
                  <a:cubicBezTo>
                    <a:pt x="596" y="536"/>
                    <a:pt x="597" y="535"/>
                    <a:pt x="598" y="533"/>
                  </a:cubicBezTo>
                  <a:cubicBezTo>
                    <a:pt x="599" y="533"/>
                    <a:pt x="597" y="536"/>
                    <a:pt x="599" y="534"/>
                  </a:cubicBezTo>
                  <a:cubicBezTo>
                    <a:pt x="599" y="533"/>
                    <a:pt x="602" y="531"/>
                    <a:pt x="601" y="532"/>
                  </a:cubicBezTo>
                  <a:cubicBezTo>
                    <a:pt x="602" y="528"/>
                    <a:pt x="607" y="523"/>
                    <a:pt x="611" y="520"/>
                  </a:cubicBezTo>
                  <a:cubicBezTo>
                    <a:pt x="611" y="519"/>
                    <a:pt x="611" y="518"/>
                    <a:pt x="611" y="517"/>
                  </a:cubicBezTo>
                  <a:cubicBezTo>
                    <a:pt x="609" y="519"/>
                    <a:pt x="610" y="518"/>
                    <a:pt x="608" y="520"/>
                  </a:cubicBezTo>
                  <a:cubicBezTo>
                    <a:pt x="607" y="521"/>
                    <a:pt x="608" y="520"/>
                    <a:pt x="609" y="520"/>
                  </a:cubicBezTo>
                  <a:cubicBezTo>
                    <a:pt x="606" y="524"/>
                    <a:pt x="602" y="528"/>
                    <a:pt x="599" y="532"/>
                  </a:cubicBezTo>
                  <a:cubicBezTo>
                    <a:pt x="601" y="528"/>
                    <a:pt x="605" y="525"/>
                    <a:pt x="607" y="521"/>
                  </a:cubicBezTo>
                  <a:cubicBezTo>
                    <a:pt x="605" y="523"/>
                    <a:pt x="604" y="524"/>
                    <a:pt x="602" y="526"/>
                  </a:cubicBezTo>
                  <a:cubicBezTo>
                    <a:pt x="603" y="524"/>
                    <a:pt x="605" y="522"/>
                    <a:pt x="606" y="519"/>
                  </a:cubicBezTo>
                  <a:cubicBezTo>
                    <a:pt x="607" y="519"/>
                    <a:pt x="606" y="521"/>
                    <a:pt x="608" y="519"/>
                  </a:cubicBezTo>
                  <a:cubicBezTo>
                    <a:pt x="608" y="518"/>
                    <a:pt x="609" y="518"/>
                    <a:pt x="609" y="516"/>
                  </a:cubicBezTo>
                  <a:cubicBezTo>
                    <a:pt x="610" y="515"/>
                    <a:pt x="610" y="517"/>
                    <a:pt x="610" y="518"/>
                  </a:cubicBezTo>
                  <a:cubicBezTo>
                    <a:pt x="610" y="517"/>
                    <a:pt x="611" y="515"/>
                    <a:pt x="612" y="515"/>
                  </a:cubicBezTo>
                  <a:cubicBezTo>
                    <a:pt x="611" y="513"/>
                    <a:pt x="614" y="510"/>
                    <a:pt x="614" y="509"/>
                  </a:cubicBezTo>
                  <a:cubicBezTo>
                    <a:pt x="616" y="507"/>
                    <a:pt x="614" y="510"/>
                    <a:pt x="616" y="509"/>
                  </a:cubicBezTo>
                  <a:cubicBezTo>
                    <a:pt x="617" y="506"/>
                    <a:pt x="621" y="501"/>
                    <a:pt x="621" y="501"/>
                  </a:cubicBezTo>
                  <a:cubicBezTo>
                    <a:pt x="623" y="498"/>
                    <a:pt x="624" y="498"/>
                    <a:pt x="625" y="495"/>
                  </a:cubicBezTo>
                  <a:cubicBezTo>
                    <a:pt x="627" y="494"/>
                    <a:pt x="625" y="497"/>
                    <a:pt x="625" y="498"/>
                  </a:cubicBezTo>
                  <a:cubicBezTo>
                    <a:pt x="627" y="495"/>
                    <a:pt x="628" y="491"/>
                    <a:pt x="630" y="488"/>
                  </a:cubicBezTo>
                  <a:cubicBezTo>
                    <a:pt x="631" y="487"/>
                    <a:pt x="631" y="487"/>
                    <a:pt x="630" y="486"/>
                  </a:cubicBezTo>
                  <a:cubicBezTo>
                    <a:pt x="631" y="484"/>
                    <a:pt x="633" y="480"/>
                    <a:pt x="632" y="480"/>
                  </a:cubicBezTo>
                  <a:cubicBezTo>
                    <a:pt x="634" y="477"/>
                    <a:pt x="632" y="481"/>
                    <a:pt x="634" y="479"/>
                  </a:cubicBezTo>
                  <a:cubicBezTo>
                    <a:pt x="635" y="478"/>
                    <a:pt x="635" y="475"/>
                    <a:pt x="636" y="474"/>
                  </a:cubicBezTo>
                  <a:cubicBezTo>
                    <a:pt x="637" y="472"/>
                    <a:pt x="636" y="473"/>
                    <a:pt x="637" y="471"/>
                  </a:cubicBezTo>
                  <a:cubicBezTo>
                    <a:pt x="638" y="469"/>
                    <a:pt x="637" y="474"/>
                    <a:pt x="637" y="474"/>
                  </a:cubicBezTo>
                  <a:cubicBezTo>
                    <a:pt x="637" y="476"/>
                    <a:pt x="635" y="476"/>
                    <a:pt x="635" y="478"/>
                  </a:cubicBezTo>
                  <a:cubicBezTo>
                    <a:pt x="636" y="478"/>
                    <a:pt x="638" y="473"/>
                    <a:pt x="639" y="471"/>
                  </a:cubicBezTo>
                  <a:cubicBezTo>
                    <a:pt x="640" y="469"/>
                    <a:pt x="640" y="470"/>
                    <a:pt x="641" y="469"/>
                  </a:cubicBezTo>
                  <a:cubicBezTo>
                    <a:pt x="641" y="467"/>
                    <a:pt x="642" y="465"/>
                    <a:pt x="643" y="463"/>
                  </a:cubicBezTo>
                  <a:cubicBezTo>
                    <a:pt x="643" y="461"/>
                    <a:pt x="644" y="459"/>
                    <a:pt x="645" y="459"/>
                  </a:cubicBezTo>
                  <a:cubicBezTo>
                    <a:pt x="645" y="458"/>
                    <a:pt x="645" y="457"/>
                    <a:pt x="645" y="458"/>
                  </a:cubicBezTo>
                  <a:cubicBezTo>
                    <a:pt x="645" y="456"/>
                    <a:pt x="646" y="453"/>
                    <a:pt x="648" y="452"/>
                  </a:cubicBezTo>
                  <a:cubicBezTo>
                    <a:pt x="648" y="450"/>
                    <a:pt x="649" y="449"/>
                    <a:pt x="649" y="447"/>
                  </a:cubicBezTo>
                  <a:cubicBezTo>
                    <a:pt x="648" y="450"/>
                    <a:pt x="645" y="451"/>
                    <a:pt x="645" y="455"/>
                  </a:cubicBezTo>
                  <a:cubicBezTo>
                    <a:pt x="644" y="456"/>
                    <a:pt x="645" y="453"/>
                    <a:pt x="642" y="457"/>
                  </a:cubicBezTo>
                  <a:cubicBezTo>
                    <a:pt x="643" y="453"/>
                    <a:pt x="644" y="453"/>
                    <a:pt x="645" y="452"/>
                  </a:cubicBezTo>
                  <a:cubicBezTo>
                    <a:pt x="645" y="449"/>
                    <a:pt x="643" y="454"/>
                    <a:pt x="643" y="454"/>
                  </a:cubicBezTo>
                  <a:cubicBezTo>
                    <a:pt x="643" y="455"/>
                    <a:pt x="642" y="456"/>
                    <a:pt x="641" y="457"/>
                  </a:cubicBezTo>
                  <a:cubicBezTo>
                    <a:pt x="641" y="459"/>
                    <a:pt x="640" y="460"/>
                    <a:pt x="641" y="460"/>
                  </a:cubicBezTo>
                  <a:cubicBezTo>
                    <a:pt x="642" y="459"/>
                    <a:pt x="642" y="457"/>
                    <a:pt x="643" y="458"/>
                  </a:cubicBezTo>
                  <a:cubicBezTo>
                    <a:pt x="642" y="460"/>
                    <a:pt x="641" y="460"/>
                    <a:pt x="641" y="462"/>
                  </a:cubicBezTo>
                  <a:cubicBezTo>
                    <a:pt x="640" y="463"/>
                    <a:pt x="641" y="460"/>
                    <a:pt x="639" y="463"/>
                  </a:cubicBezTo>
                  <a:cubicBezTo>
                    <a:pt x="640" y="463"/>
                    <a:pt x="638" y="466"/>
                    <a:pt x="637" y="468"/>
                  </a:cubicBezTo>
                  <a:cubicBezTo>
                    <a:pt x="636" y="468"/>
                    <a:pt x="636" y="467"/>
                    <a:pt x="637" y="465"/>
                  </a:cubicBezTo>
                  <a:cubicBezTo>
                    <a:pt x="636" y="467"/>
                    <a:pt x="634" y="470"/>
                    <a:pt x="633" y="473"/>
                  </a:cubicBezTo>
                  <a:cubicBezTo>
                    <a:pt x="630" y="474"/>
                    <a:pt x="629" y="478"/>
                    <a:pt x="627" y="479"/>
                  </a:cubicBezTo>
                  <a:cubicBezTo>
                    <a:pt x="626" y="482"/>
                    <a:pt x="627" y="482"/>
                    <a:pt x="625" y="485"/>
                  </a:cubicBezTo>
                  <a:cubicBezTo>
                    <a:pt x="625" y="486"/>
                    <a:pt x="625" y="484"/>
                    <a:pt x="625" y="483"/>
                  </a:cubicBezTo>
                  <a:cubicBezTo>
                    <a:pt x="623" y="485"/>
                    <a:pt x="623" y="488"/>
                    <a:pt x="621" y="490"/>
                  </a:cubicBezTo>
                  <a:cubicBezTo>
                    <a:pt x="621" y="491"/>
                    <a:pt x="621" y="490"/>
                    <a:pt x="622" y="489"/>
                  </a:cubicBezTo>
                  <a:cubicBezTo>
                    <a:pt x="622" y="491"/>
                    <a:pt x="620" y="493"/>
                    <a:pt x="621" y="493"/>
                  </a:cubicBezTo>
                  <a:cubicBezTo>
                    <a:pt x="620" y="493"/>
                    <a:pt x="619" y="493"/>
                    <a:pt x="619" y="495"/>
                  </a:cubicBezTo>
                  <a:cubicBezTo>
                    <a:pt x="618" y="496"/>
                    <a:pt x="619" y="495"/>
                    <a:pt x="619" y="493"/>
                  </a:cubicBezTo>
                  <a:cubicBezTo>
                    <a:pt x="617" y="495"/>
                    <a:pt x="616" y="499"/>
                    <a:pt x="613" y="501"/>
                  </a:cubicBezTo>
                  <a:cubicBezTo>
                    <a:pt x="614" y="503"/>
                    <a:pt x="610" y="504"/>
                    <a:pt x="610" y="507"/>
                  </a:cubicBezTo>
                  <a:cubicBezTo>
                    <a:pt x="609" y="506"/>
                    <a:pt x="608" y="509"/>
                    <a:pt x="607" y="509"/>
                  </a:cubicBezTo>
                  <a:cubicBezTo>
                    <a:pt x="608" y="507"/>
                    <a:pt x="609" y="505"/>
                    <a:pt x="611" y="504"/>
                  </a:cubicBezTo>
                  <a:cubicBezTo>
                    <a:pt x="611" y="501"/>
                    <a:pt x="615" y="497"/>
                    <a:pt x="618" y="494"/>
                  </a:cubicBezTo>
                  <a:cubicBezTo>
                    <a:pt x="617" y="494"/>
                    <a:pt x="617" y="493"/>
                    <a:pt x="618" y="491"/>
                  </a:cubicBezTo>
                  <a:cubicBezTo>
                    <a:pt x="617" y="494"/>
                    <a:pt x="614" y="497"/>
                    <a:pt x="612" y="501"/>
                  </a:cubicBezTo>
                  <a:cubicBezTo>
                    <a:pt x="609" y="504"/>
                    <a:pt x="607" y="507"/>
                    <a:pt x="606" y="511"/>
                  </a:cubicBezTo>
                  <a:cubicBezTo>
                    <a:pt x="604" y="514"/>
                    <a:pt x="602" y="517"/>
                    <a:pt x="599" y="520"/>
                  </a:cubicBezTo>
                  <a:cubicBezTo>
                    <a:pt x="599" y="521"/>
                    <a:pt x="599" y="521"/>
                    <a:pt x="600" y="520"/>
                  </a:cubicBezTo>
                  <a:cubicBezTo>
                    <a:pt x="600" y="521"/>
                    <a:pt x="599" y="522"/>
                    <a:pt x="599" y="523"/>
                  </a:cubicBezTo>
                  <a:cubicBezTo>
                    <a:pt x="598" y="524"/>
                    <a:pt x="597" y="525"/>
                    <a:pt x="596" y="526"/>
                  </a:cubicBezTo>
                  <a:cubicBezTo>
                    <a:pt x="597" y="524"/>
                    <a:pt x="599" y="523"/>
                    <a:pt x="599" y="521"/>
                  </a:cubicBezTo>
                  <a:cubicBezTo>
                    <a:pt x="598" y="522"/>
                    <a:pt x="597" y="524"/>
                    <a:pt x="595" y="525"/>
                  </a:cubicBezTo>
                  <a:cubicBezTo>
                    <a:pt x="595" y="526"/>
                    <a:pt x="594" y="527"/>
                    <a:pt x="594" y="527"/>
                  </a:cubicBezTo>
                  <a:cubicBezTo>
                    <a:pt x="594" y="528"/>
                    <a:pt x="593" y="529"/>
                    <a:pt x="592" y="530"/>
                  </a:cubicBezTo>
                  <a:cubicBezTo>
                    <a:pt x="591" y="530"/>
                    <a:pt x="592" y="529"/>
                    <a:pt x="592" y="527"/>
                  </a:cubicBezTo>
                  <a:cubicBezTo>
                    <a:pt x="589" y="531"/>
                    <a:pt x="592" y="530"/>
                    <a:pt x="588" y="534"/>
                  </a:cubicBezTo>
                  <a:cubicBezTo>
                    <a:pt x="588" y="534"/>
                    <a:pt x="589" y="535"/>
                    <a:pt x="589" y="534"/>
                  </a:cubicBezTo>
                  <a:cubicBezTo>
                    <a:pt x="589" y="535"/>
                    <a:pt x="588" y="536"/>
                    <a:pt x="587" y="537"/>
                  </a:cubicBezTo>
                  <a:cubicBezTo>
                    <a:pt x="588" y="536"/>
                    <a:pt x="586" y="537"/>
                    <a:pt x="584" y="538"/>
                  </a:cubicBezTo>
                  <a:cubicBezTo>
                    <a:pt x="582" y="540"/>
                    <a:pt x="580" y="542"/>
                    <a:pt x="579" y="543"/>
                  </a:cubicBezTo>
                  <a:cubicBezTo>
                    <a:pt x="580" y="542"/>
                    <a:pt x="582" y="539"/>
                    <a:pt x="584" y="537"/>
                  </a:cubicBezTo>
                  <a:cubicBezTo>
                    <a:pt x="586" y="535"/>
                    <a:pt x="587" y="534"/>
                    <a:pt x="586" y="533"/>
                  </a:cubicBezTo>
                  <a:cubicBezTo>
                    <a:pt x="589" y="530"/>
                    <a:pt x="591" y="528"/>
                    <a:pt x="593" y="525"/>
                  </a:cubicBezTo>
                  <a:cubicBezTo>
                    <a:pt x="593" y="524"/>
                    <a:pt x="591" y="528"/>
                    <a:pt x="589" y="529"/>
                  </a:cubicBezTo>
                  <a:cubicBezTo>
                    <a:pt x="591" y="527"/>
                    <a:pt x="591" y="527"/>
                    <a:pt x="592" y="525"/>
                  </a:cubicBezTo>
                  <a:cubicBezTo>
                    <a:pt x="593" y="524"/>
                    <a:pt x="594" y="522"/>
                    <a:pt x="596" y="522"/>
                  </a:cubicBezTo>
                  <a:cubicBezTo>
                    <a:pt x="597" y="519"/>
                    <a:pt x="596" y="520"/>
                    <a:pt x="595" y="520"/>
                  </a:cubicBezTo>
                  <a:cubicBezTo>
                    <a:pt x="596" y="518"/>
                    <a:pt x="597" y="519"/>
                    <a:pt x="598" y="518"/>
                  </a:cubicBezTo>
                  <a:cubicBezTo>
                    <a:pt x="598" y="516"/>
                    <a:pt x="599" y="515"/>
                    <a:pt x="599" y="514"/>
                  </a:cubicBezTo>
                  <a:cubicBezTo>
                    <a:pt x="601" y="512"/>
                    <a:pt x="600" y="514"/>
                    <a:pt x="602" y="512"/>
                  </a:cubicBezTo>
                  <a:cubicBezTo>
                    <a:pt x="603" y="510"/>
                    <a:pt x="602" y="511"/>
                    <a:pt x="604" y="509"/>
                  </a:cubicBezTo>
                  <a:cubicBezTo>
                    <a:pt x="605" y="506"/>
                    <a:pt x="607" y="504"/>
                    <a:pt x="608" y="501"/>
                  </a:cubicBezTo>
                  <a:cubicBezTo>
                    <a:pt x="610" y="500"/>
                    <a:pt x="609" y="502"/>
                    <a:pt x="610" y="502"/>
                  </a:cubicBezTo>
                  <a:cubicBezTo>
                    <a:pt x="608" y="504"/>
                    <a:pt x="605" y="508"/>
                    <a:pt x="606" y="509"/>
                  </a:cubicBezTo>
                  <a:cubicBezTo>
                    <a:pt x="607" y="508"/>
                    <a:pt x="607" y="506"/>
                    <a:pt x="608" y="504"/>
                  </a:cubicBezTo>
                  <a:cubicBezTo>
                    <a:pt x="608" y="504"/>
                    <a:pt x="609" y="504"/>
                    <a:pt x="609" y="504"/>
                  </a:cubicBezTo>
                  <a:cubicBezTo>
                    <a:pt x="610" y="501"/>
                    <a:pt x="610" y="501"/>
                    <a:pt x="612" y="499"/>
                  </a:cubicBezTo>
                  <a:cubicBezTo>
                    <a:pt x="613" y="496"/>
                    <a:pt x="611" y="499"/>
                    <a:pt x="612" y="495"/>
                  </a:cubicBezTo>
                  <a:cubicBezTo>
                    <a:pt x="612" y="495"/>
                    <a:pt x="613" y="494"/>
                    <a:pt x="613" y="493"/>
                  </a:cubicBezTo>
                  <a:cubicBezTo>
                    <a:pt x="614" y="492"/>
                    <a:pt x="614" y="494"/>
                    <a:pt x="614" y="494"/>
                  </a:cubicBezTo>
                  <a:cubicBezTo>
                    <a:pt x="616" y="493"/>
                    <a:pt x="616" y="492"/>
                    <a:pt x="617" y="491"/>
                  </a:cubicBezTo>
                  <a:cubicBezTo>
                    <a:pt x="618" y="489"/>
                    <a:pt x="617" y="490"/>
                    <a:pt x="617" y="490"/>
                  </a:cubicBezTo>
                  <a:cubicBezTo>
                    <a:pt x="618" y="487"/>
                    <a:pt x="621" y="484"/>
                    <a:pt x="622" y="480"/>
                  </a:cubicBezTo>
                  <a:cubicBezTo>
                    <a:pt x="623" y="477"/>
                    <a:pt x="625" y="475"/>
                    <a:pt x="626" y="472"/>
                  </a:cubicBezTo>
                  <a:cubicBezTo>
                    <a:pt x="627" y="470"/>
                    <a:pt x="629" y="467"/>
                    <a:pt x="630" y="465"/>
                  </a:cubicBezTo>
                  <a:cubicBezTo>
                    <a:pt x="630" y="463"/>
                    <a:pt x="632" y="462"/>
                    <a:pt x="633" y="460"/>
                  </a:cubicBezTo>
                  <a:cubicBezTo>
                    <a:pt x="632" y="458"/>
                    <a:pt x="632" y="459"/>
                    <a:pt x="632" y="457"/>
                  </a:cubicBezTo>
                  <a:cubicBezTo>
                    <a:pt x="630" y="459"/>
                    <a:pt x="630" y="459"/>
                    <a:pt x="629" y="461"/>
                  </a:cubicBezTo>
                  <a:cubicBezTo>
                    <a:pt x="629" y="462"/>
                    <a:pt x="629" y="461"/>
                    <a:pt x="629" y="464"/>
                  </a:cubicBezTo>
                  <a:cubicBezTo>
                    <a:pt x="628" y="466"/>
                    <a:pt x="626" y="468"/>
                    <a:pt x="626" y="471"/>
                  </a:cubicBezTo>
                  <a:cubicBezTo>
                    <a:pt x="625" y="472"/>
                    <a:pt x="626" y="468"/>
                    <a:pt x="626" y="467"/>
                  </a:cubicBezTo>
                  <a:cubicBezTo>
                    <a:pt x="625" y="468"/>
                    <a:pt x="623" y="473"/>
                    <a:pt x="623" y="472"/>
                  </a:cubicBezTo>
                  <a:cubicBezTo>
                    <a:pt x="621" y="475"/>
                    <a:pt x="620" y="480"/>
                    <a:pt x="617" y="482"/>
                  </a:cubicBezTo>
                  <a:cubicBezTo>
                    <a:pt x="617" y="480"/>
                    <a:pt x="619" y="478"/>
                    <a:pt x="620" y="476"/>
                  </a:cubicBezTo>
                  <a:cubicBezTo>
                    <a:pt x="619" y="477"/>
                    <a:pt x="618" y="478"/>
                    <a:pt x="617" y="479"/>
                  </a:cubicBezTo>
                  <a:cubicBezTo>
                    <a:pt x="617" y="480"/>
                    <a:pt x="617" y="481"/>
                    <a:pt x="616" y="482"/>
                  </a:cubicBezTo>
                  <a:cubicBezTo>
                    <a:pt x="614" y="486"/>
                    <a:pt x="610" y="489"/>
                    <a:pt x="608" y="494"/>
                  </a:cubicBezTo>
                  <a:cubicBezTo>
                    <a:pt x="607" y="495"/>
                    <a:pt x="608" y="493"/>
                    <a:pt x="608" y="492"/>
                  </a:cubicBezTo>
                  <a:cubicBezTo>
                    <a:pt x="607" y="493"/>
                    <a:pt x="607" y="495"/>
                    <a:pt x="606" y="496"/>
                  </a:cubicBezTo>
                  <a:cubicBezTo>
                    <a:pt x="607" y="495"/>
                    <a:pt x="607" y="496"/>
                    <a:pt x="609" y="493"/>
                  </a:cubicBezTo>
                  <a:cubicBezTo>
                    <a:pt x="609" y="493"/>
                    <a:pt x="609" y="494"/>
                    <a:pt x="609" y="494"/>
                  </a:cubicBezTo>
                  <a:cubicBezTo>
                    <a:pt x="609" y="496"/>
                    <a:pt x="608" y="497"/>
                    <a:pt x="607" y="498"/>
                  </a:cubicBezTo>
                  <a:cubicBezTo>
                    <a:pt x="607" y="498"/>
                    <a:pt x="607" y="496"/>
                    <a:pt x="606" y="498"/>
                  </a:cubicBezTo>
                  <a:cubicBezTo>
                    <a:pt x="605" y="500"/>
                    <a:pt x="606" y="500"/>
                    <a:pt x="605" y="500"/>
                  </a:cubicBezTo>
                  <a:cubicBezTo>
                    <a:pt x="605" y="501"/>
                    <a:pt x="604" y="502"/>
                    <a:pt x="604" y="502"/>
                  </a:cubicBezTo>
                  <a:cubicBezTo>
                    <a:pt x="603" y="503"/>
                    <a:pt x="604" y="501"/>
                    <a:pt x="604" y="501"/>
                  </a:cubicBezTo>
                  <a:cubicBezTo>
                    <a:pt x="605" y="499"/>
                    <a:pt x="606" y="498"/>
                    <a:pt x="607" y="496"/>
                  </a:cubicBezTo>
                  <a:cubicBezTo>
                    <a:pt x="596" y="511"/>
                    <a:pt x="585" y="526"/>
                    <a:pt x="572" y="539"/>
                  </a:cubicBezTo>
                  <a:cubicBezTo>
                    <a:pt x="572" y="541"/>
                    <a:pt x="568" y="545"/>
                    <a:pt x="566" y="545"/>
                  </a:cubicBezTo>
                  <a:cubicBezTo>
                    <a:pt x="566" y="547"/>
                    <a:pt x="567" y="546"/>
                    <a:pt x="567" y="548"/>
                  </a:cubicBezTo>
                  <a:cubicBezTo>
                    <a:pt x="565" y="550"/>
                    <a:pt x="564" y="549"/>
                    <a:pt x="562" y="552"/>
                  </a:cubicBezTo>
                  <a:cubicBezTo>
                    <a:pt x="561" y="552"/>
                    <a:pt x="562" y="551"/>
                    <a:pt x="562" y="550"/>
                  </a:cubicBezTo>
                  <a:cubicBezTo>
                    <a:pt x="560" y="552"/>
                    <a:pt x="559" y="555"/>
                    <a:pt x="556" y="557"/>
                  </a:cubicBezTo>
                  <a:cubicBezTo>
                    <a:pt x="558" y="553"/>
                    <a:pt x="550" y="561"/>
                    <a:pt x="546" y="563"/>
                  </a:cubicBezTo>
                  <a:cubicBezTo>
                    <a:pt x="545" y="565"/>
                    <a:pt x="547" y="564"/>
                    <a:pt x="548" y="563"/>
                  </a:cubicBezTo>
                  <a:cubicBezTo>
                    <a:pt x="544" y="566"/>
                    <a:pt x="545" y="565"/>
                    <a:pt x="542" y="567"/>
                  </a:cubicBezTo>
                  <a:cubicBezTo>
                    <a:pt x="541" y="568"/>
                    <a:pt x="543" y="567"/>
                    <a:pt x="543" y="568"/>
                  </a:cubicBezTo>
                  <a:cubicBezTo>
                    <a:pt x="542" y="569"/>
                    <a:pt x="541" y="569"/>
                    <a:pt x="540" y="570"/>
                  </a:cubicBezTo>
                  <a:cubicBezTo>
                    <a:pt x="540" y="570"/>
                    <a:pt x="540" y="571"/>
                    <a:pt x="538" y="572"/>
                  </a:cubicBezTo>
                  <a:cubicBezTo>
                    <a:pt x="537" y="574"/>
                    <a:pt x="537" y="573"/>
                    <a:pt x="535" y="575"/>
                  </a:cubicBezTo>
                  <a:cubicBezTo>
                    <a:pt x="534" y="575"/>
                    <a:pt x="534" y="575"/>
                    <a:pt x="535" y="574"/>
                  </a:cubicBezTo>
                  <a:cubicBezTo>
                    <a:pt x="529" y="578"/>
                    <a:pt x="530" y="576"/>
                    <a:pt x="523" y="582"/>
                  </a:cubicBezTo>
                  <a:cubicBezTo>
                    <a:pt x="523" y="582"/>
                    <a:pt x="523" y="582"/>
                    <a:pt x="523" y="581"/>
                  </a:cubicBezTo>
                  <a:cubicBezTo>
                    <a:pt x="519" y="585"/>
                    <a:pt x="514" y="588"/>
                    <a:pt x="510" y="591"/>
                  </a:cubicBezTo>
                  <a:cubicBezTo>
                    <a:pt x="510" y="591"/>
                    <a:pt x="509" y="591"/>
                    <a:pt x="510" y="591"/>
                  </a:cubicBezTo>
                  <a:cubicBezTo>
                    <a:pt x="508" y="592"/>
                    <a:pt x="506" y="594"/>
                    <a:pt x="505" y="595"/>
                  </a:cubicBezTo>
                  <a:cubicBezTo>
                    <a:pt x="503" y="596"/>
                    <a:pt x="503" y="596"/>
                    <a:pt x="504" y="594"/>
                  </a:cubicBezTo>
                  <a:cubicBezTo>
                    <a:pt x="501" y="596"/>
                    <a:pt x="498" y="598"/>
                    <a:pt x="495" y="600"/>
                  </a:cubicBezTo>
                  <a:cubicBezTo>
                    <a:pt x="492" y="601"/>
                    <a:pt x="489" y="603"/>
                    <a:pt x="486" y="606"/>
                  </a:cubicBezTo>
                  <a:cubicBezTo>
                    <a:pt x="484" y="606"/>
                    <a:pt x="486" y="605"/>
                    <a:pt x="484" y="605"/>
                  </a:cubicBezTo>
                  <a:cubicBezTo>
                    <a:pt x="485" y="604"/>
                    <a:pt x="486" y="604"/>
                    <a:pt x="487" y="603"/>
                  </a:cubicBezTo>
                  <a:cubicBezTo>
                    <a:pt x="482" y="606"/>
                    <a:pt x="476" y="610"/>
                    <a:pt x="470" y="613"/>
                  </a:cubicBezTo>
                  <a:cubicBezTo>
                    <a:pt x="469" y="614"/>
                    <a:pt x="474" y="611"/>
                    <a:pt x="471" y="613"/>
                  </a:cubicBezTo>
                  <a:cubicBezTo>
                    <a:pt x="468" y="614"/>
                    <a:pt x="466" y="615"/>
                    <a:pt x="463" y="616"/>
                  </a:cubicBezTo>
                  <a:cubicBezTo>
                    <a:pt x="462" y="618"/>
                    <a:pt x="466" y="615"/>
                    <a:pt x="467" y="615"/>
                  </a:cubicBezTo>
                  <a:cubicBezTo>
                    <a:pt x="466" y="616"/>
                    <a:pt x="463" y="617"/>
                    <a:pt x="461" y="618"/>
                  </a:cubicBezTo>
                  <a:cubicBezTo>
                    <a:pt x="461" y="617"/>
                    <a:pt x="462" y="617"/>
                    <a:pt x="462" y="616"/>
                  </a:cubicBezTo>
                  <a:cubicBezTo>
                    <a:pt x="459" y="617"/>
                    <a:pt x="457" y="618"/>
                    <a:pt x="455" y="620"/>
                  </a:cubicBezTo>
                  <a:cubicBezTo>
                    <a:pt x="452" y="621"/>
                    <a:pt x="450" y="622"/>
                    <a:pt x="446" y="623"/>
                  </a:cubicBezTo>
                  <a:cubicBezTo>
                    <a:pt x="446" y="623"/>
                    <a:pt x="447" y="622"/>
                    <a:pt x="446" y="622"/>
                  </a:cubicBezTo>
                  <a:cubicBezTo>
                    <a:pt x="445" y="622"/>
                    <a:pt x="444" y="623"/>
                    <a:pt x="443" y="623"/>
                  </a:cubicBezTo>
                  <a:cubicBezTo>
                    <a:pt x="442" y="624"/>
                    <a:pt x="443" y="624"/>
                    <a:pt x="440" y="625"/>
                  </a:cubicBezTo>
                  <a:cubicBezTo>
                    <a:pt x="440" y="625"/>
                    <a:pt x="439" y="625"/>
                    <a:pt x="438" y="625"/>
                  </a:cubicBezTo>
                  <a:cubicBezTo>
                    <a:pt x="435" y="626"/>
                    <a:pt x="432" y="627"/>
                    <a:pt x="429" y="628"/>
                  </a:cubicBezTo>
                  <a:cubicBezTo>
                    <a:pt x="428" y="628"/>
                    <a:pt x="431" y="627"/>
                    <a:pt x="432" y="627"/>
                  </a:cubicBezTo>
                  <a:cubicBezTo>
                    <a:pt x="429" y="626"/>
                    <a:pt x="425" y="629"/>
                    <a:pt x="423" y="630"/>
                  </a:cubicBezTo>
                  <a:cubicBezTo>
                    <a:pt x="420" y="631"/>
                    <a:pt x="423" y="630"/>
                    <a:pt x="424" y="629"/>
                  </a:cubicBezTo>
                  <a:cubicBezTo>
                    <a:pt x="420" y="630"/>
                    <a:pt x="417" y="632"/>
                    <a:pt x="413" y="633"/>
                  </a:cubicBezTo>
                  <a:cubicBezTo>
                    <a:pt x="411" y="633"/>
                    <a:pt x="414" y="631"/>
                    <a:pt x="415" y="632"/>
                  </a:cubicBezTo>
                  <a:cubicBezTo>
                    <a:pt x="414" y="631"/>
                    <a:pt x="412" y="632"/>
                    <a:pt x="409" y="632"/>
                  </a:cubicBezTo>
                  <a:cubicBezTo>
                    <a:pt x="410" y="632"/>
                    <a:pt x="412" y="631"/>
                    <a:pt x="410" y="631"/>
                  </a:cubicBezTo>
                  <a:cubicBezTo>
                    <a:pt x="411" y="631"/>
                    <a:pt x="412" y="631"/>
                    <a:pt x="413" y="630"/>
                  </a:cubicBezTo>
                  <a:cubicBezTo>
                    <a:pt x="411" y="630"/>
                    <a:pt x="410" y="631"/>
                    <a:pt x="408" y="631"/>
                  </a:cubicBezTo>
                  <a:cubicBezTo>
                    <a:pt x="409" y="632"/>
                    <a:pt x="407" y="633"/>
                    <a:pt x="405" y="633"/>
                  </a:cubicBezTo>
                  <a:cubicBezTo>
                    <a:pt x="404" y="633"/>
                    <a:pt x="406" y="633"/>
                    <a:pt x="407" y="633"/>
                  </a:cubicBezTo>
                  <a:cubicBezTo>
                    <a:pt x="404" y="634"/>
                    <a:pt x="402" y="634"/>
                    <a:pt x="400" y="636"/>
                  </a:cubicBezTo>
                  <a:cubicBezTo>
                    <a:pt x="397" y="636"/>
                    <a:pt x="401" y="635"/>
                    <a:pt x="399" y="635"/>
                  </a:cubicBezTo>
                  <a:cubicBezTo>
                    <a:pt x="397" y="636"/>
                    <a:pt x="394" y="636"/>
                    <a:pt x="394" y="637"/>
                  </a:cubicBezTo>
                  <a:cubicBezTo>
                    <a:pt x="389" y="637"/>
                    <a:pt x="383" y="638"/>
                    <a:pt x="380" y="639"/>
                  </a:cubicBezTo>
                  <a:cubicBezTo>
                    <a:pt x="380" y="639"/>
                    <a:pt x="381" y="640"/>
                    <a:pt x="378" y="640"/>
                  </a:cubicBezTo>
                  <a:cubicBezTo>
                    <a:pt x="376" y="639"/>
                    <a:pt x="380" y="639"/>
                    <a:pt x="375" y="639"/>
                  </a:cubicBezTo>
                  <a:cubicBezTo>
                    <a:pt x="376" y="638"/>
                    <a:pt x="378" y="638"/>
                    <a:pt x="380" y="638"/>
                  </a:cubicBezTo>
                  <a:cubicBezTo>
                    <a:pt x="379" y="637"/>
                    <a:pt x="374" y="639"/>
                    <a:pt x="372" y="639"/>
                  </a:cubicBezTo>
                  <a:cubicBezTo>
                    <a:pt x="372" y="639"/>
                    <a:pt x="373" y="639"/>
                    <a:pt x="371" y="640"/>
                  </a:cubicBezTo>
                  <a:cubicBezTo>
                    <a:pt x="370" y="639"/>
                    <a:pt x="368" y="640"/>
                    <a:pt x="367" y="639"/>
                  </a:cubicBezTo>
                  <a:cubicBezTo>
                    <a:pt x="365" y="640"/>
                    <a:pt x="366" y="640"/>
                    <a:pt x="364" y="641"/>
                  </a:cubicBezTo>
                  <a:cubicBezTo>
                    <a:pt x="362" y="641"/>
                    <a:pt x="360" y="639"/>
                    <a:pt x="357" y="641"/>
                  </a:cubicBezTo>
                  <a:cubicBezTo>
                    <a:pt x="356" y="641"/>
                    <a:pt x="357" y="640"/>
                    <a:pt x="355" y="640"/>
                  </a:cubicBezTo>
                  <a:cubicBezTo>
                    <a:pt x="356" y="639"/>
                    <a:pt x="358" y="640"/>
                    <a:pt x="359" y="640"/>
                  </a:cubicBezTo>
                  <a:cubicBezTo>
                    <a:pt x="351" y="639"/>
                    <a:pt x="337" y="641"/>
                    <a:pt x="326" y="640"/>
                  </a:cubicBezTo>
                  <a:cubicBezTo>
                    <a:pt x="326" y="639"/>
                    <a:pt x="327" y="639"/>
                    <a:pt x="329" y="638"/>
                  </a:cubicBezTo>
                  <a:cubicBezTo>
                    <a:pt x="326" y="638"/>
                    <a:pt x="324" y="639"/>
                    <a:pt x="322" y="638"/>
                  </a:cubicBezTo>
                  <a:cubicBezTo>
                    <a:pt x="321" y="638"/>
                    <a:pt x="321" y="639"/>
                    <a:pt x="321" y="639"/>
                  </a:cubicBezTo>
                  <a:cubicBezTo>
                    <a:pt x="316" y="639"/>
                    <a:pt x="307" y="636"/>
                    <a:pt x="301" y="638"/>
                  </a:cubicBezTo>
                  <a:cubicBezTo>
                    <a:pt x="300" y="637"/>
                    <a:pt x="304" y="638"/>
                    <a:pt x="304" y="637"/>
                  </a:cubicBezTo>
                  <a:cubicBezTo>
                    <a:pt x="300" y="637"/>
                    <a:pt x="299" y="637"/>
                    <a:pt x="296" y="636"/>
                  </a:cubicBezTo>
                  <a:cubicBezTo>
                    <a:pt x="295" y="636"/>
                    <a:pt x="296" y="637"/>
                    <a:pt x="295" y="637"/>
                  </a:cubicBezTo>
                  <a:cubicBezTo>
                    <a:pt x="291" y="637"/>
                    <a:pt x="286" y="634"/>
                    <a:pt x="283" y="635"/>
                  </a:cubicBezTo>
                  <a:cubicBezTo>
                    <a:pt x="282" y="634"/>
                    <a:pt x="283" y="634"/>
                    <a:pt x="281" y="633"/>
                  </a:cubicBezTo>
                  <a:cubicBezTo>
                    <a:pt x="279" y="633"/>
                    <a:pt x="277" y="633"/>
                    <a:pt x="276" y="632"/>
                  </a:cubicBezTo>
                  <a:cubicBezTo>
                    <a:pt x="272" y="634"/>
                    <a:pt x="266" y="630"/>
                    <a:pt x="261" y="630"/>
                  </a:cubicBezTo>
                  <a:cubicBezTo>
                    <a:pt x="262" y="630"/>
                    <a:pt x="259" y="629"/>
                    <a:pt x="260" y="629"/>
                  </a:cubicBezTo>
                  <a:cubicBezTo>
                    <a:pt x="257" y="628"/>
                    <a:pt x="254" y="628"/>
                    <a:pt x="252" y="626"/>
                  </a:cubicBezTo>
                  <a:cubicBezTo>
                    <a:pt x="251" y="626"/>
                    <a:pt x="250" y="626"/>
                    <a:pt x="249" y="626"/>
                  </a:cubicBezTo>
                  <a:cubicBezTo>
                    <a:pt x="248" y="626"/>
                    <a:pt x="248" y="625"/>
                    <a:pt x="248" y="625"/>
                  </a:cubicBezTo>
                  <a:cubicBezTo>
                    <a:pt x="247" y="625"/>
                    <a:pt x="244" y="624"/>
                    <a:pt x="246" y="624"/>
                  </a:cubicBezTo>
                  <a:cubicBezTo>
                    <a:pt x="244" y="624"/>
                    <a:pt x="241" y="623"/>
                    <a:pt x="238" y="622"/>
                  </a:cubicBezTo>
                  <a:cubicBezTo>
                    <a:pt x="238" y="623"/>
                    <a:pt x="237" y="622"/>
                    <a:pt x="235" y="621"/>
                  </a:cubicBezTo>
                  <a:cubicBezTo>
                    <a:pt x="234" y="621"/>
                    <a:pt x="235" y="621"/>
                    <a:pt x="236" y="621"/>
                  </a:cubicBezTo>
                  <a:cubicBezTo>
                    <a:pt x="234" y="620"/>
                    <a:pt x="231" y="619"/>
                    <a:pt x="228" y="618"/>
                  </a:cubicBezTo>
                  <a:cubicBezTo>
                    <a:pt x="231" y="618"/>
                    <a:pt x="231" y="619"/>
                    <a:pt x="232" y="619"/>
                  </a:cubicBezTo>
                  <a:cubicBezTo>
                    <a:pt x="231" y="618"/>
                    <a:pt x="229" y="617"/>
                    <a:pt x="227" y="617"/>
                  </a:cubicBezTo>
                  <a:cubicBezTo>
                    <a:pt x="227" y="616"/>
                    <a:pt x="229" y="617"/>
                    <a:pt x="229" y="617"/>
                  </a:cubicBezTo>
                  <a:cubicBezTo>
                    <a:pt x="231" y="617"/>
                    <a:pt x="233" y="619"/>
                    <a:pt x="235" y="619"/>
                  </a:cubicBezTo>
                  <a:cubicBezTo>
                    <a:pt x="233" y="618"/>
                    <a:pt x="235" y="618"/>
                    <a:pt x="232" y="617"/>
                  </a:cubicBezTo>
                  <a:cubicBezTo>
                    <a:pt x="232" y="616"/>
                    <a:pt x="234" y="617"/>
                    <a:pt x="236" y="617"/>
                  </a:cubicBezTo>
                  <a:cubicBezTo>
                    <a:pt x="236" y="618"/>
                    <a:pt x="235" y="618"/>
                    <a:pt x="235" y="618"/>
                  </a:cubicBezTo>
                  <a:cubicBezTo>
                    <a:pt x="236" y="619"/>
                    <a:pt x="238" y="619"/>
                    <a:pt x="239" y="619"/>
                  </a:cubicBezTo>
                  <a:cubicBezTo>
                    <a:pt x="241" y="619"/>
                    <a:pt x="242" y="620"/>
                    <a:pt x="244" y="621"/>
                  </a:cubicBezTo>
                  <a:cubicBezTo>
                    <a:pt x="240" y="619"/>
                    <a:pt x="241" y="621"/>
                    <a:pt x="238" y="619"/>
                  </a:cubicBezTo>
                  <a:cubicBezTo>
                    <a:pt x="236" y="620"/>
                    <a:pt x="241" y="621"/>
                    <a:pt x="237" y="620"/>
                  </a:cubicBezTo>
                  <a:cubicBezTo>
                    <a:pt x="235" y="620"/>
                    <a:pt x="238" y="620"/>
                    <a:pt x="236" y="619"/>
                  </a:cubicBezTo>
                  <a:cubicBezTo>
                    <a:pt x="233" y="619"/>
                    <a:pt x="235" y="620"/>
                    <a:pt x="236" y="621"/>
                  </a:cubicBezTo>
                  <a:cubicBezTo>
                    <a:pt x="236" y="620"/>
                    <a:pt x="235" y="620"/>
                    <a:pt x="234" y="620"/>
                  </a:cubicBezTo>
                  <a:cubicBezTo>
                    <a:pt x="236" y="621"/>
                    <a:pt x="244" y="623"/>
                    <a:pt x="248" y="625"/>
                  </a:cubicBezTo>
                  <a:cubicBezTo>
                    <a:pt x="247" y="623"/>
                    <a:pt x="250" y="625"/>
                    <a:pt x="251" y="624"/>
                  </a:cubicBezTo>
                  <a:cubicBezTo>
                    <a:pt x="248" y="624"/>
                    <a:pt x="245" y="623"/>
                    <a:pt x="242" y="623"/>
                  </a:cubicBezTo>
                  <a:cubicBezTo>
                    <a:pt x="242" y="620"/>
                    <a:pt x="251" y="623"/>
                    <a:pt x="254" y="624"/>
                  </a:cubicBezTo>
                  <a:cubicBezTo>
                    <a:pt x="258" y="626"/>
                    <a:pt x="253" y="625"/>
                    <a:pt x="256" y="627"/>
                  </a:cubicBezTo>
                  <a:cubicBezTo>
                    <a:pt x="256" y="626"/>
                    <a:pt x="259" y="628"/>
                    <a:pt x="261" y="628"/>
                  </a:cubicBezTo>
                  <a:cubicBezTo>
                    <a:pt x="260" y="627"/>
                    <a:pt x="255" y="626"/>
                    <a:pt x="257" y="625"/>
                  </a:cubicBezTo>
                  <a:cubicBezTo>
                    <a:pt x="260" y="627"/>
                    <a:pt x="260" y="625"/>
                    <a:pt x="264" y="627"/>
                  </a:cubicBezTo>
                  <a:cubicBezTo>
                    <a:pt x="266" y="628"/>
                    <a:pt x="263" y="628"/>
                    <a:pt x="265" y="629"/>
                  </a:cubicBezTo>
                  <a:cubicBezTo>
                    <a:pt x="268" y="629"/>
                    <a:pt x="268" y="629"/>
                    <a:pt x="268" y="629"/>
                  </a:cubicBezTo>
                  <a:cubicBezTo>
                    <a:pt x="268" y="629"/>
                    <a:pt x="267" y="628"/>
                    <a:pt x="267" y="628"/>
                  </a:cubicBezTo>
                  <a:cubicBezTo>
                    <a:pt x="273" y="629"/>
                    <a:pt x="278" y="630"/>
                    <a:pt x="284" y="630"/>
                  </a:cubicBezTo>
                  <a:cubicBezTo>
                    <a:pt x="282" y="629"/>
                    <a:pt x="280" y="630"/>
                    <a:pt x="279" y="629"/>
                  </a:cubicBezTo>
                  <a:cubicBezTo>
                    <a:pt x="282" y="629"/>
                    <a:pt x="288" y="630"/>
                    <a:pt x="289" y="631"/>
                  </a:cubicBezTo>
                  <a:cubicBezTo>
                    <a:pt x="287" y="631"/>
                    <a:pt x="286" y="631"/>
                    <a:pt x="284" y="631"/>
                  </a:cubicBezTo>
                  <a:cubicBezTo>
                    <a:pt x="283" y="631"/>
                    <a:pt x="287" y="632"/>
                    <a:pt x="285" y="632"/>
                  </a:cubicBezTo>
                  <a:cubicBezTo>
                    <a:pt x="289" y="633"/>
                    <a:pt x="292" y="632"/>
                    <a:pt x="294" y="633"/>
                  </a:cubicBezTo>
                  <a:cubicBezTo>
                    <a:pt x="296" y="633"/>
                    <a:pt x="297" y="634"/>
                    <a:pt x="299" y="634"/>
                  </a:cubicBezTo>
                  <a:cubicBezTo>
                    <a:pt x="299" y="634"/>
                    <a:pt x="300" y="633"/>
                    <a:pt x="299" y="633"/>
                  </a:cubicBezTo>
                  <a:cubicBezTo>
                    <a:pt x="303" y="634"/>
                    <a:pt x="311" y="634"/>
                    <a:pt x="313" y="635"/>
                  </a:cubicBezTo>
                  <a:cubicBezTo>
                    <a:pt x="315" y="635"/>
                    <a:pt x="318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ubicBezTo>
                    <a:pt x="322" y="636"/>
                    <a:pt x="321" y="635"/>
                    <a:pt x="323" y="635"/>
                  </a:cubicBezTo>
                  <a:cubicBezTo>
                    <a:pt x="325" y="636"/>
                    <a:pt x="324" y="636"/>
                    <a:pt x="322" y="637"/>
                  </a:cubicBezTo>
                  <a:cubicBezTo>
                    <a:pt x="325" y="637"/>
                    <a:pt x="328" y="637"/>
                    <a:pt x="329" y="638"/>
                  </a:cubicBezTo>
                  <a:cubicBezTo>
                    <a:pt x="330" y="638"/>
                    <a:pt x="328" y="637"/>
                    <a:pt x="331" y="636"/>
                  </a:cubicBezTo>
                  <a:cubicBezTo>
                    <a:pt x="327" y="636"/>
                    <a:pt x="329" y="638"/>
                    <a:pt x="325" y="637"/>
                  </a:cubicBezTo>
                  <a:cubicBezTo>
                    <a:pt x="324" y="636"/>
                    <a:pt x="325" y="636"/>
                    <a:pt x="327" y="635"/>
                  </a:cubicBezTo>
                  <a:cubicBezTo>
                    <a:pt x="332" y="635"/>
                    <a:pt x="336" y="637"/>
                    <a:pt x="340" y="636"/>
                  </a:cubicBezTo>
                  <a:cubicBezTo>
                    <a:pt x="342" y="637"/>
                    <a:pt x="338" y="637"/>
                    <a:pt x="337" y="637"/>
                  </a:cubicBezTo>
                  <a:cubicBezTo>
                    <a:pt x="339" y="638"/>
                    <a:pt x="341" y="637"/>
                    <a:pt x="343" y="637"/>
                  </a:cubicBezTo>
                  <a:cubicBezTo>
                    <a:pt x="343" y="637"/>
                    <a:pt x="342" y="637"/>
                    <a:pt x="342" y="636"/>
                  </a:cubicBezTo>
                  <a:cubicBezTo>
                    <a:pt x="343" y="636"/>
                    <a:pt x="344" y="637"/>
                    <a:pt x="344" y="636"/>
                  </a:cubicBezTo>
                  <a:cubicBezTo>
                    <a:pt x="347" y="637"/>
                    <a:pt x="351" y="635"/>
                    <a:pt x="354" y="636"/>
                  </a:cubicBezTo>
                  <a:cubicBezTo>
                    <a:pt x="354" y="635"/>
                    <a:pt x="359" y="635"/>
                    <a:pt x="359" y="636"/>
                  </a:cubicBezTo>
                  <a:cubicBezTo>
                    <a:pt x="361" y="634"/>
                    <a:pt x="367" y="634"/>
                    <a:pt x="370" y="634"/>
                  </a:cubicBezTo>
                  <a:cubicBezTo>
                    <a:pt x="372" y="634"/>
                    <a:pt x="371" y="633"/>
                    <a:pt x="372" y="633"/>
                  </a:cubicBezTo>
                  <a:cubicBezTo>
                    <a:pt x="375" y="633"/>
                    <a:pt x="378" y="632"/>
                    <a:pt x="378" y="634"/>
                  </a:cubicBezTo>
                  <a:cubicBezTo>
                    <a:pt x="379" y="633"/>
                    <a:pt x="381" y="632"/>
                    <a:pt x="382" y="632"/>
                  </a:cubicBezTo>
                  <a:cubicBezTo>
                    <a:pt x="386" y="632"/>
                    <a:pt x="381" y="633"/>
                    <a:pt x="383" y="633"/>
                  </a:cubicBezTo>
                  <a:cubicBezTo>
                    <a:pt x="386" y="632"/>
                    <a:pt x="388" y="632"/>
                    <a:pt x="390" y="632"/>
                  </a:cubicBezTo>
                  <a:cubicBezTo>
                    <a:pt x="391" y="631"/>
                    <a:pt x="393" y="630"/>
                    <a:pt x="394" y="630"/>
                  </a:cubicBezTo>
                  <a:cubicBezTo>
                    <a:pt x="395" y="630"/>
                    <a:pt x="391" y="632"/>
                    <a:pt x="394" y="632"/>
                  </a:cubicBezTo>
                  <a:cubicBezTo>
                    <a:pt x="394" y="630"/>
                    <a:pt x="401" y="629"/>
                    <a:pt x="405" y="629"/>
                  </a:cubicBezTo>
                  <a:cubicBezTo>
                    <a:pt x="407" y="628"/>
                    <a:pt x="407" y="627"/>
                    <a:pt x="410" y="626"/>
                  </a:cubicBezTo>
                  <a:cubicBezTo>
                    <a:pt x="410" y="627"/>
                    <a:pt x="408" y="628"/>
                    <a:pt x="411" y="627"/>
                  </a:cubicBezTo>
                  <a:cubicBezTo>
                    <a:pt x="412" y="627"/>
                    <a:pt x="411" y="628"/>
                    <a:pt x="409" y="629"/>
                  </a:cubicBezTo>
                  <a:cubicBezTo>
                    <a:pt x="409" y="629"/>
                    <a:pt x="409" y="629"/>
                    <a:pt x="410" y="629"/>
                  </a:cubicBezTo>
                  <a:cubicBezTo>
                    <a:pt x="411" y="629"/>
                    <a:pt x="411" y="629"/>
                    <a:pt x="411" y="629"/>
                  </a:cubicBezTo>
                  <a:cubicBezTo>
                    <a:pt x="413" y="628"/>
                    <a:pt x="411" y="628"/>
                    <a:pt x="413" y="627"/>
                  </a:cubicBezTo>
                  <a:cubicBezTo>
                    <a:pt x="416" y="626"/>
                    <a:pt x="416" y="627"/>
                    <a:pt x="419" y="627"/>
                  </a:cubicBezTo>
                  <a:cubicBezTo>
                    <a:pt x="421" y="626"/>
                    <a:pt x="423" y="626"/>
                    <a:pt x="425" y="625"/>
                  </a:cubicBezTo>
                  <a:cubicBezTo>
                    <a:pt x="423" y="625"/>
                    <a:pt x="420" y="626"/>
                    <a:pt x="418" y="627"/>
                  </a:cubicBezTo>
                  <a:cubicBezTo>
                    <a:pt x="418" y="626"/>
                    <a:pt x="417" y="626"/>
                    <a:pt x="415" y="626"/>
                  </a:cubicBezTo>
                  <a:cubicBezTo>
                    <a:pt x="418" y="626"/>
                    <a:pt x="417" y="625"/>
                    <a:pt x="420" y="625"/>
                  </a:cubicBezTo>
                  <a:cubicBezTo>
                    <a:pt x="423" y="624"/>
                    <a:pt x="419" y="625"/>
                    <a:pt x="421" y="624"/>
                  </a:cubicBezTo>
                  <a:cubicBezTo>
                    <a:pt x="424" y="624"/>
                    <a:pt x="429" y="622"/>
                    <a:pt x="433" y="621"/>
                  </a:cubicBezTo>
                  <a:cubicBezTo>
                    <a:pt x="434" y="620"/>
                    <a:pt x="430" y="621"/>
                    <a:pt x="429" y="622"/>
                  </a:cubicBezTo>
                  <a:cubicBezTo>
                    <a:pt x="428" y="621"/>
                    <a:pt x="433" y="619"/>
                    <a:pt x="436" y="619"/>
                  </a:cubicBezTo>
                  <a:cubicBezTo>
                    <a:pt x="437" y="619"/>
                    <a:pt x="432" y="620"/>
                    <a:pt x="434" y="620"/>
                  </a:cubicBezTo>
                  <a:cubicBezTo>
                    <a:pt x="436" y="620"/>
                    <a:pt x="436" y="619"/>
                    <a:pt x="438" y="618"/>
                  </a:cubicBezTo>
                  <a:cubicBezTo>
                    <a:pt x="436" y="621"/>
                    <a:pt x="447" y="615"/>
                    <a:pt x="451" y="615"/>
                  </a:cubicBezTo>
                  <a:cubicBezTo>
                    <a:pt x="452" y="614"/>
                    <a:pt x="456" y="612"/>
                    <a:pt x="458" y="610"/>
                  </a:cubicBezTo>
                  <a:cubicBezTo>
                    <a:pt x="458" y="612"/>
                    <a:pt x="467" y="607"/>
                    <a:pt x="468" y="605"/>
                  </a:cubicBezTo>
                  <a:cubicBezTo>
                    <a:pt x="468" y="605"/>
                    <a:pt x="469" y="605"/>
                    <a:pt x="469" y="606"/>
                  </a:cubicBezTo>
                  <a:cubicBezTo>
                    <a:pt x="470" y="605"/>
                    <a:pt x="472" y="604"/>
                    <a:pt x="474" y="602"/>
                  </a:cubicBezTo>
                  <a:cubicBezTo>
                    <a:pt x="476" y="603"/>
                    <a:pt x="477" y="601"/>
                    <a:pt x="481" y="598"/>
                  </a:cubicBezTo>
                  <a:cubicBezTo>
                    <a:pt x="482" y="598"/>
                    <a:pt x="481" y="599"/>
                    <a:pt x="483" y="599"/>
                  </a:cubicBezTo>
                  <a:cubicBezTo>
                    <a:pt x="486" y="596"/>
                    <a:pt x="488" y="595"/>
                    <a:pt x="491" y="594"/>
                  </a:cubicBezTo>
                  <a:cubicBezTo>
                    <a:pt x="493" y="592"/>
                    <a:pt x="495" y="591"/>
                    <a:pt x="499" y="589"/>
                  </a:cubicBezTo>
                  <a:cubicBezTo>
                    <a:pt x="499" y="588"/>
                    <a:pt x="498" y="590"/>
                    <a:pt x="500" y="588"/>
                  </a:cubicBezTo>
                  <a:cubicBezTo>
                    <a:pt x="500" y="587"/>
                    <a:pt x="504" y="586"/>
                    <a:pt x="505" y="586"/>
                  </a:cubicBezTo>
                  <a:cubicBezTo>
                    <a:pt x="504" y="585"/>
                    <a:pt x="507" y="583"/>
                    <a:pt x="510" y="581"/>
                  </a:cubicBezTo>
                  <a:cubicBezTo>
                    <a:pt x="511" y="581"/>
                    <a:pt x="507" y="583"/>
                    <a:pt x="508" y="583"/>
                  </a:cubicBezTo>
                  <a:cubicBezTo>
                    <a:pt x="509" y="583"/>
                    <a:pt x="509" y="583"/>
                    <a:pt x="510" y="582"/>
                  </a:cubicBezTo>
                  <a:cubicBezTo>
                    <a:pt x="511" y="581"/>
                    <a:pt x="509" y="582"/>
                    <a:pt x="511" y="581"/>
                  </a:cubicBezTo>
                  <a:cubicBezTo>
                    <a:pt x="512" y="580"/>
                    <a:pt x="510" y="582"/>
                    <a:pt x="511" y="582"/>
                  </a:cubicBezTo>
                  <a:cubicBezTo>
                    <a:pt x="514" y="580"/>
                    <a:pt x="515" y="579"/>
                    <a:pt x="515" y="578"/>
                  </a:cubicBezTo>
                  <a:cubicBezTo>
                    <a:pt x="517" y="576"/>
                    <a:pt x="515" y="579"/>
                    <a:pt x="517" y="577"/>
                  </a:cubicBezTo>
                  <a:cubicBezTo>
                    <a:pt x="517" y="577"/>
                    <a:pt x="519" y="575"/>
                    <a:pt x="520" y="573"/>
                  </a:cubicBezTo>
                  <a:cubicBezTo>
                    <a:pt x="522" y="574"/>
                    <a:pt x="522" y="572"/>
                    <a:pt x="524" y="572"/>
                  </a:cubicBezTo>
                  <a:cubicBezTo>
                    <a:pt x="524" y="571"/>
                    <a:pt x="526" y="569"/>
                    <a:pt x="528" y="569"/>
                  </a:cubicBezTo>
                  <a:cubicBezTo>
                    <a:pt x="528" y="569"/>
                    <a:pt x="527" y="569"/>
                    <a:pt x="528" y="570"/>
                  </a:cubicBezTo>
                  <a:cubicBezTo>
                    <a:pt x="528" y="568"/>
                    <a:pt x="535" y="563"/>
                    <a:pt x="534" y="563"/>
                  </a:cubicBezTo>
                  <a:cubicBezTo>
                    <a:pt x="535" y="562"/>
                    <a:pt x="536" y="559"/>
                    <a:pt x="538" y="558"/>
                  </a:cubicBezTo>
                  <a:cubicBezTo>
                    <a:pt x="540" y="558"/>
                    <a:pt x="537" y="560"/>
                    <a:pt x="536" y="562"/>
                  </a:cubicBezTo>
                  <a:cubicBezTo>
                    <a:pt x="538" y="560"/>
                    <a:pt x="539" y="559"/>
                    <a:pt x="541" y="558"/>
                  </a:cubicBezTo>
                  <a:cubicBezTo>
                    <a:pt x="541" y="555"/>
                    <a:pt x="547" y="551"/>
                    <a:pt x="548" y="549"/>
                  </a:cubicBezTo>
                  <a:cubicBezTo>
                    <a:pt x="549" y="549"/>
                    <a:pt x="547" y="552"/>
                    <a:pt x="546" y="553"/>
                  </a:cubicBezTo>
                  <a:cubicBezTo>
                    <a:pt x="545" y="553"/>
                    <a:pt x="545" y="553"/>
                    <a:pt x="546" y="552"/>
                  </a:cubicBezTo>
                  <a:cubicBezTo>
                    <a:pt x="544" y="553"/>
                    <a:pt x="545" y="554"/>
                    <a:pt x="543" y="556"/>
                  </a:cubicBezTo>
                  <a:cubicBezTo>
                    <a:pt x="546" y="553"/>
                    <a:pt x="546" y="552"/>
                    <a:pt x="549" y="551"/>
                  </a:cubicBezTo>
                  <a:cubicBezTo>
                    <a:pt x="551" y="549"/>
                    <a:pt x="549" y="551"/>
                    <a:pt x="549" y="550"/>
                  </a:cubicBezTo>
                  <a:cubicBezTo>
                    <a:pt x="552" y="548"/>
                    <a:pt x="561" y="538"/>
                    <a:pt x="565" y="534"/>
                  </a:cubicBezTo>
                  <a:cubicBezTo>
                    <a:pt x="565" y="534"/>
                    <a:pt x="567" y="530"/>
                    <a:pt x="566" y="531"/>
                  </a:cubicBezTo>
                  <a:cubicBezTo>
                    <a:pt x="567" y="528"/>
                    <a:pt x="570" y="527"/>
                    <a:pt x="569" y="526"/>
                  </a:cubicBezTo>
                  <a:cubicBezTo>
                    <a:pt x="571" y="525"/>
                    <a:pt x="570" y="527"/>
                    <a:pt x="570" y="527"/>
                  </a:cubicBezTo>
                  <a:cubicBezTo>
                    <a:pt x="570" y="528"/>
                    <a:pt x="569" y="529"/>
                    <a:pt x="568" y="529"/>
                  </a:cubicBezTo>
                  <a:cubicBezTo>
                    <a:pt x="567" y="531"/>
                    <a:pt x="570" y="529"/>
                    <a:pt x="567" y="532"/>
                  </a:cubicBezTo>
                  <a:cubicBezTo>
                    <a:pt x="569" y="530"/>
                    <a:pt x="569" y="529"/>
                    <a:pt x="571" y="526"/>
                  </a:cubicBezTo>
                  <a:cubicBezTo>
                    <a:pt x="571" y="526"/>
                    <a:pt x="572" y="526"/>
                    <a:pt x="572" y="525"/>
                  </a:cubicBezTo>
                  <a:cubicBezTo>
                    <a:pt x="573" y="524"/>
                    <a:pt x="571" y="526"/>
                    <a:pt x="571" y="525"/>
                  </a:cubicBezTo>
                  <a:cubicBezTo>
                    <a:pt x="572" y="523"/>
                    <a:pt x="574" y="523"/>
                    <a:pt x="574" y="521"/>
                  </a:cubicBezTo>
                  <a:cubicBezTo>
                    <a:pt x="571" y="524"/>
                    <a:pt x="568" y="527"/>
                    <a:pt x="565" y="530"/>
                  </a:cubicBezTo>
                  <a:cubicBezTo>
                    <a:pt x="562" y="533"/>
                    <a:pt x="559" y="537"/>
                    <a:pt x="556" y="540"/>
                  </a:cubicBezTo>
                  <a:cubicBezTo>
                    <a:pt x="554" y="541"/>
                    <a:pt x="556" y="538"/>
                    <a:pt x="554" y="540"/>
                  </a:cubicBezTo>
                  <a:cubicBezTo>
                    <a:pt x="553" y="541"/>
                    <a:pt x="554" y="541"/>
                    <a:pt x="553" y="542"/>
                  </a:cubicBezTo>
                  <a:cubicBezTo>
                    <a:pt x="551" y="544"/>
                    <a:pt x="553" y="540"/>
                    <a:pt x="554" y="538"/>
                  </a:cubicBezTo>
                  <a:cubicBezTo>
                    <a:pt x="558" y="535"/>
                    <a:pt x="562" y="532"/>
                    <a:pt x="566" y="527"/>
                  </a:cubicBezTo>
                  <a:cubicBezTo>
                    <a:pt x="567" y="525"/>
                    <a:pt x="568" y="524"/>
                    <a:pt x="569" y="523"/>
                  </a:cubicBezTo>
                  <a:cubicBezTo>
                    <a:pt x="568" y="524"/>
                    <a:pt x="568" y="523"/>
                    <a:pt x="571" y="521"/>
                  </a:cubicBezTo>
                  <a:cubicBezTo>
                    <a:pt x="572" y="519"/>
                    <a:pt x="570" y="520"/>
                    <a:pt x="571" y="519"/>
                  </a:cubicBezTo>
                  <a:cubicBezTo>
                    <a:pt x="574" y="517"/>
                    <a:pt x="574" y="515"/>
                    <a:pt x="577" y="512"/>
                  </a:cubicBezTo>
                  <a:cubicBezTo>
                    <a:pt x="578" y="511"/>
                    <a:pt x="577" y="513"/>
                    <a:pt x="579" y="511"/>
                  </a:cubicBezTo>
                  <a:cubicBezTo>
                    <a:pt x="578" y="511"/>
                    <a:pt x="579" y="509"/>
                    <a:pt x="580" y="507"/>
                  </a:cubicBezTo>
                  <a:cubicBezTo>
                    <a:pt x="582" y="506"/>
                    <a:pt x="579" y="510"/>
                    <a:pt x="581" y="508"/>
                  </a:cubicBezTo>
                  <a:cubicBezTo>
                    <a:pt x="581" y="507"/>
                    <a:pt x="582" y="507"/>
                    <a:pt x="582" y="506"/>
                  </a:cubicBezTo>
                  <a:cubicBezTo>
                    <a:pt x="582" y="506"/>
                    <a:pt x="582" y="505"/>
                    <a:pt x="583" y="504"/>
                  </a:cubicBezTo>
                  <a:cubicBezTo>
                    <a:pt x="586" y="501"/>
                    <a:pt x="587" y="498"/>
                    <a:pt x="590" y="496"/>
                  </a:cubicBezTo>
                  <a:cubicBezTo>
                    <a:pt x="590" y="494"/>
                    <a:pt x="593" y="493"/>
                    <a:pt x="594" y="490"/>
                  </a:cubicBezTo>
                  <a:cubicBezTo>
                    <a:pt x="595" y="489"/>
                    <a:pt x="592" y="492"/>
                    <a:pt x="593" y="493"/>
                  </a:cubicBezTo>
                  <a:cubicBezTo>
                    <a:pt x="594" y="491"/>
                    <a:pt x="595" y="489"/>
                    <a:pt x="596" y="488"/>
                  </a:cubicBezTo>
                  <a:cubicBezTo>
                    <a:pt x="597" y="487"/>
                    <a:pt x="596" y="485"/>
                    <a:pt x="597" y="484"/>
                  </a:cubicBezTo>
                  <a:cubicBezTo>
                    <a:pt x="596" y="484"/>
                    <a:pt x="597" y="484"/>
                    <a:pt x="598" y="481"/>
                  </a:cubicBezTo>
                  <a:cubicBezTo>
                    <a:pt x="596" y="485"/>
                    <a:pt x="594" y="486"/>
                    <a:pt x="592" y="489"/>
                  </a:cubicBezTo>
                  <a:cubicBezTo>
                    <a:pt x="591" y="490"/>
                    <a:pt x="593" y="488"/>
                    <a:pt x="591" y="489"/>
                  </a:cubicBezTo>
                  <a:cubicBezTo>
                    <a:pt x="590" y="491"/>
                    <a:pt x="591" y="492"/>
                    <a:pt x="591" y="491"/>
                  </a:cubicBezTo>
                  <a:cubicBezTo>
                    <a:pt x="591" y="493"/>
                    <a:pt x="590" y="494"/>
                    <a:pt x="590" y="495"/>
                  </a:cubicBezTo>
                  <a:cubicBezTo>
                    <a:pt x="589" y="494"/>
                    <a:pt x="587" y="498"/>
                    <a:pt x="586" y="499"/>
                  </a:cubicBezTo>
                  <a:cubicBezTo>
                    <a:pt x="585" y="500"/>
                    <a:pt x="587" y="497"/>
                    <a:pt x="587" y="496"/>
                  </a:cubicBezTo>
                  <a:cubicBezTo>
                    <a:pt x="585" y="498"/>
                    <a:pt x="586" y="498"/>
                    <a:pt x="585" y="499"/>
                  </a:cubicBezTo>
                  <a:cubicBezTo>
                    <a:pt x="585" y="500"/>
                    <a:pt x="583" y="501"/>
                    <a:pt x="581" y="503"/>
                  </a:cubicBezTo>
                  <a:cubicBezTo>
                    <a:pt x="582" y="504"/>
                    <a:pt x="581" y="506"/>
                    <a:pt x="580" y="507"/>
                  </a:cubicBezTo>
                  <a:cubicBezTo>
                    <a:pt x="579" y="507"/>
                    <a:pt x="579" y="506"/>
                    <a:pt x="578" y="508"/>
                  </a:cubicBezTo>
                  <a:cubicBezTo>
                    <a:pt x="577" y="509"/>
                    <a:pt x="576" y="510"/>
                    <a:pt x="575" y="511"/>
                  </a:cubicBezTo>
                  <a:cubicBezTo>
                    <a:pt x="575" y="511"/>
                    <a:pt x="574" y="511"/>
                    <a:pt x="574" y="511"/>
                  </a:cubicBezTo>
                  <a:cubicBezTo>
                    <a:pt x="570" y="516"/>
                    <a:pt x="566" y="521"/>
                    <a:pt x="562" y="525"/>
                  </a:cubicBezTo>
                  <a:cubicBezTo>
                    <a:pt x="560" y="528"/>
                    <a:pt x="557" y="530"/>
                    <a:pt x="555" y="533"/>
                  </a:cubicBezTo>
                  <a:cubicBezTo>
                    <a:pt x="550" y="536"/>
                    <a:pt x="546" y="544"/>
                    <a:pt x="541" y="545"/>
                  </a:cubicBezTo>
                  <a:cubicBezTo>
                    <a:pt x="541" y="546"/>
                    <a:pt x="540" y="547"/>
                    <a:pt x="539" y="548"/>
                  </a:cubicBezTo>
                  <a:cubicBezTo>
                    <a:pt x="538" y="548"/>
                    <a:pt x="537" y="549"/>
                    <a:pt x="535" y="550"/>
                  </a:cubicBezTo>
                  <a:cubicBezTo>
                    <a:pt x="537" y="548"/>
                    <a:pt x="539" y="547"/>
                    <a:pt x="539" y="546"/>
                  </a:cubicBezTo>
                  <a:cubicBezTo>
                    <a:pt x="539" y="547"/>
                    <a:pt x="540" y="545"/>
                    <a:pt x="542" y="544"/>
                  </a:cubicBezTo>
                  <a:cubicBezTo>
                    <a:pt x="542" y="543"/>
                    <a:pt x="541" y="544"/>
                    <a:pt x="540" y="545"/>
                  </a:cubicBezTo>
                  <a:cubicBezTo>
                    <a:pt x="541" y="543"/>
                    <a:pt x="543" y="541"/>
                    <a:pt x="545" y="539"/>
                  </a:cubicBezTo>
                  <a:cubicBezTo>
                    <a:pt x="546" y="539"/>
                    <a:pt x="544" y="542"/>
                    <a:pt x="543" y="542"/>
                  </a:cubicBezTo>
                  <a:cubicBezTo>
                    <a:pt x="544" y="542"/>
                    <a:pt x="548" y="537"/>
                    <a:pt x="550" y="535"/>
                  </a:cubicBezTo>
                  <a:cubicBezTo>
                    <a:pt x="548" y="536"/>
                    <a:pt x="548" y="537"/>
                    <a:pt x="547" y="538"/>
                  </a:cubicBezTo>
                  <a:cubicBezTo>
                    <a:pt x="550" y="534"/>
                    <a:pt x="551" y="532"/>
                    <a:pt x="554" y="529"/>
                  </a:cubicBezTo>
                  <a:cubicBezTo>
                    <a:pt x="556" y="528"/>
                    <a:pt x="552" y="532"/>
                    <a:pt x="555" y="530"/>
                  </a:cubicBezTo>
                  <a:cubicBezTo>
                    <a:pt x="556" y="528"/>
                    <a:pt x="556" y="528"/>
                    <a:pt x="556" y="528"/>
                  </a:cubicBezTo>
                  <a:cubicBezTo>
                    <a:pt x="559" y="525"/>
                    <a:pt x="563" y="520"/>
                    <a:pt x="565" y="517"/>
                  </a:cubicBezTo>
                  <a:cubicBezTo>
                    <a:pt x="563" y="520"/>
                    <a:pt x="566" y="516"/>
                    <a:pt x="568" y="513"/>
                  </a:cubicBezTo>
                  <a:cubicBezTo>
                    <a:pt x="568" y="513"/>
                    <a:pt x="569" y="511"/>
                    <a:pt x="567" y="513"/>
                  </a:cubicBezTo>
                  <a:cubicBezTo>
                    <a:pt x="569" y="509"/>
                    <a:pt x="571" y="510"/>
                    <a:pt x="572" y="507"/>
                  </a:cubicBezTo>
                  <a:cubicBezTo>
                    <a:pt x="573" y="506"/>
                    <a:pt x="573" y="507"/>
                    <a:pt x="573" y="507"/>
                  </a:cubicBezTo>
                  <a:cubicBezTo>
                    <a:pt x="574" y="506"/>
                    <a:pt x="575" y="504"/>
                    <a:pt x="575" y="503"/>
                  </a:cubicBezTo>
                  <a:cubicBezTo>
                    <a:pt x="576" y="501"/>
                    <a:pt x="580" y="499"/>
                    <a:pt x="579" y="497"/>
                  </a:cubicBezTo>
                  <a:cubicBezTo>
                    <a:pt x="580" y="497"/>
                    <a:pt x="582" y="494"/>
                    <a:pt x="582" y="495"/>
                  </a:cubicBezTo>
                  <a:cubicBezTo>
                    <a:pt x="582" y="492"/>
                    <a:pt x="586" y="487"/>
                    <a:pt x="589" y="483"/>
                  </a:cubicBezTo>
                  <a:cubicBezTo>
                    <a:pt x="588" y="486"/>
                    <a:pt x="588" y="486"/>
                    <a:pt x="587" y="488"/>
                  </a:cubicBezTo>
                  <a:cubicBezTo>
                    <a:pt x="589" y="487"/>
                    <a:pt x="590" y="485"/>
                    <a:pt x="591" y="484"/>
                  </a:cubicBezTo>
                  <a:cubicBezTo>
                    <a:pt x="592" y="483"/>
                    <a:pt x="589" y="485"/>
                    <a:pt x="591" y="483"/>
                  </a:cubicBezTo>
                  <a:cubicBezTo>
                    <a:pt x="590" y="482"/>
                    <a:pt x="589" y="485"/>
                    <a:pt x="589" y="486"/>
                  </a:cubicBezTo>
                  <a:cubicBezTo>
                    <a:pt x="588" y="486"/>
                    <a:pt x="590" y="480"/>
                    <a:pt x="593" y="478"/>
                  </a:cubicBezTo>
                  <a:cubicBezTo>
                    <a:pt x="595" y="475"/>
                    <a:pt x="595" y="470"/>
                    <a:pt x="598" y="467"/>
                  </a:cubicBezTo>
                  <a:cubicBezTo>
                    <a:pt x="598" y="465"/>
                    <a:pt x="598" y="465"/>
                    <a:pt x="598" y="465"/>
                  </a:cubicBezTo>
                  <a:cubicBezTo>
                    <a:pt x="599" y="463"/>
                    <a:pt x="599" y="465"/>
                    <a:pt x="599" y="465"/>
                  </a:cubicBezTo>
                  <a:cubicBezTo>
                    <a:pt x="600" y="464"/>
                    <a:pt x="600" y="461"/>
                    <a:pt x="602" y="459"/>
                  </a:cubicBezTo>
                  <a:cubicBezTo>
                    <a:pt x="603" y="459"/>
                    <a:pt x="601" y="461"/>
                    <a:pt x="601" y="462"/>
                  </a:cubicBezTo>
                  <a:cubicBezTo>
                    <a:pt x="604" y="456"/>
                    <a:pt x="605" y="451"/>
                    <a:pt x="608" y="448"/>
                  </a:cubicBezTo>
                  <a:cubicBezTo>
                    <a:pt x="609" y="446"/>
                    <a:pt x="610" y="444"/>
                    <a:pt x="610" y="442"/>
                  </a:cubicBezTo>
                  <a:cubicBezTo>
                    <a:pt x="609" y="443"/>
                    <a:pt x="609" y="443"/>
                    <a:pt x="609" y="442"/>
                  </a:cubicBezTo>
                  <a:cubicBezTo>
                    <a:pt x="610" y="440"/>
                    <a:pt x="612" y="434"/>
                    <a:pt x="614" y="431"/>
                  </a:cubicBezTo>
                  <a:cubicBezTo>
                    <a:pt x="614" y="432"/>
                    <a:pt x="614" y="434"/>
                    <a:pt x="613" y="435"/>
                  </a:cubicBezTo>
                  <a:cubicBezTo>
                    <a:pt x="614" y="434"/>
                    <a:pt x="616" y="428"/>
                    <a:pt x="617" y="426"/>
                  </a:cubicBezTo>
                  <a:cubicBezTo>
                    <a:pt x="617" y="423"/>
                    <a:pt x="617" y="427"/>
                    <a:pt x="616" y="428"/>
                  </a:cubicBezTo>
                  <a:cubicBezTo>
                    <a:pt x="616" y="426"/>
                    <a:pt x="617" y="424"/>
                    <a:pt x="617" y="422"/>
                  </a:cubicBezTo>
                  <a:cubicBezTo>
                    <a:pt x="616" y="422"/>
                    <a:pt x="616" y="422"/>
                    <a:pt x="616" y="421"/>
                  </a:cubicBezTo>
                  <a:cubicBezTo>
                    <a:pt x="615" y="422"/>
                    <a:pt x="615" y="423"/>
                    <a:pt x="615" y="423"/>
                  </a:cubicBezTo>
                  <a:cubicBezTo>
                    <a:pt x="615" y="422"/>
                    <a:pt x="615" y="422"/>
                    <a:pt x="615" y="421"/>
                  </a:cubicBezTo>
                  <a:cubicBezTo>
                    <a:pt x="617" y="419"/>
                    <a:pt x="617" y="418"/>
                    <a:pt x="619" y="415"/>
                  </a:cubicBezTo>
                  <a:cubicBezTo>
                    <a:pt x="619" y="417"/>
                    <a:pt x="617" y="418"/>
                    <a:pt x="618" y="420"/>
                  </a:cubicBezTo>
                  <a:cubicBezTo>
                    <a:pt x="619" y="419"/>
                    <a:pt x="618" y="418"/>
                    <a:pt x="619" y="417"/>
                  </a:cubicBezTo>
                  <a:cubicBezTo>
                    <a:pt x="618" y="417"/>
                    <a:pt x="619" y="412"/>
                    <a:pt x="620" y="410"/>
                  </a:cubicBezTo>
                  <a:cubicBezTo>
                    <a:pt x="621" y="410"/>
                    <a:pt x="620" y="411"/>
                    <a:pt x="620" y="412"/>
                  </a:cubicBezTo>
                  <a:cubicBezTo>
                    <a:pt x="622" y="410"/>
                    <a:pt x="621" y="409"/>
                    <a:pt x="622" y="407"/>
                  </a:cubicBezTo>
                  <a:cubicBezTo>
                    <a:pt x="622" y="406"/>
                    <a:pt x="621" y="409"/>
                    <a:pt x="621" y="408"/>
                  </a:cubicBezTo>
                  <a:cubicBezTo>
                    <a:pt x="622" y="404"/>
                    <a:pt x="623" y="401"/>
                    <a:pt x="624" y="397"/>
                  </a:cubicBezTo>
                  <a:cubicBezTo>
                    <a:pt x="623" y="396"/>
                    <a:pt x="623" y="399"/>
                    <a:pt x="622" y="401"/>
                  </a:cubicBezTo>
                  <a:cubicBezTo>
                    <a:pt x="622" y="401"/>
                    <a:pt x="622" y="401"/>
                    <a:pt x="622" y="401"/>
                  </a:cubicBezTo>
                  <a:cubicBezTo>
                    <a:pt x="623" y="399"/>
                    <a:pt x="622" y="398"/>
                    <a:pt x="623" y="394"/>
                  </a:cubicBezTo>
                  <a:cubicBezTo>
                    <a:pt x="622" y="394"/>
                    <a:pt x="622" y="397"/>
                    <a:pt x="622" y="398"/>
                  </a:cubicBezTo>
                  <a:cubicBezTo>
                    <a:pt x="621" y="401"/>
                    <a:pt x="622" y="395"/>
                    <a:pt x="621" y="399"/>
                  </a:cubicBezTo>
                  <a:cubicBezTo>
                    <a:pt x="621" y="397"/>
                    <a:pt x="622" y="393"/>
                    <a:pt x="620" y="396"/>
                  </a:cubicBezTo>
                  <a:close/>
                  <a:moveTo>
                    <a:pt x="501" y="559"/>
                  </a:moveTo>
                  <a:cubicBezTo>
                    <a:pt x="499" y="561"/>
                    <a:pt x="497" y="562"/>
                    <a:pt x="496" y="563"/>
                  </a:cubicBezTo>
                  <a:cubicBezTo>
                    <a:pt x="497" y="561"/>
                    <a:pt x="499" y="560"/>
                    <a:pt x="501" y="559"/>
                  </a:cubicBezTo>
                  <a:close/>
                  <a:moveTo>
                    <a:pt x="349" y="605"/>
                  </a:moveTo>
                  <a:cubicBezTo>
                    <a:pt x="351" y="605"/>
                    <a:pt x="354" y="605"/>
                    <a:pt x="352" y="604"/>
                  </a:cubicBezTo>
                  <a:cubicBezTo>
                    <a:pt x="355" y="603"/>
                    <a:pt x="357" y="604"/>
                    <a:pt x="360" y="604"/>
                  </a:cubicBezTo>
                  <a:cubicBezTo>
                    <a:pt x="359" y="605"/>
                    <a:pt x="359" y="604"/>
                    <a:pt x="357" y="605"/>
                  </a:cubicBezTo>
                  <a:cubicBezTo>
                    <a:pt x="356" y="605"/>
                    <a:pt x="356" y="605"/>
                    <a:pt x="355" y="605"/>
                  </a:cubicBezTo>
                  <a:cubicBezTo>
                    <a:pt x="354" y="605"/>
                    <a:pt x="355" y="605"/>
                    <a:pt x="355" y="606"/>
                  </a:cubicBezTo>
                  <a:cubicBezTo>
                    <a:pt x="353" y="605"/>
                    <a:pt x="351" y="606"/>
                    <a:pt x="349" y="605"/>
                  </a:cubicBezTo>
                  <a:close/>
                  <a:moveTo>
                    <a:pt x="616" y="190"/>
                  </a:moveTo>
                  <a:cubicBezTo>
                    <a:pt x="617" y="192"/>
                    <a:pt x="618" y="191"/>
                    <a:pt x="618" y="194"/>
                  </a:cubicBezTo>
                  <a:cubicBezTo>
                    <a:pt x="618" y="194"/>
                    <a:pt x="616" y="192"/>
                    <a:pt x="616" y="190"/>
                  </a:cubicBezTo>
                  <a:close/>
                  <a:moveTo>
                    <a:pt x="632" y="180"/>
                  </a:moveTo>
                  <a:cubicBezTo>
                    <a:pt x="634" y="184"/>
                    <a:pt x="634" y="184"/>
                    <a:pt x="637" y="186"/>
                  </a:cubicBezTo>
                  <a:cubicBezTo>
                    <a:pt x="636" y="188"/>
                    <a:pt x="637" y="189"/>
                    <a:pt x="638" y="191"/>
                  </a:cubicBezTo>
                  <a:cubicBezTo>
                    <a:pt x="639" y="193"/>
                    <a:pt x="639" y="193"/>
                    <a:pt x="638" y="194"/>
                  </a:cubicBezTo>
                  <a:cubicBezTo>
                    <a:pt x="640" y="197"/>
                    <a:pt x="640" y="195"/>
                    <a:pt x="640" y="194"/>
                  </a:cubicBezTo>
                  <a:cubicBezTo>
                    <a:pt x="642" y="199"/>
                    <a:pt x="640" y="199"/>
                    <a:pt x="638" y="196"/>
                  </a:cubicBezTo>
                  <a:cubicBezTo>
                    <a:pt x="638" y="192"/>
                    <a:pt x="634" y="188"/>
                    <a:pt x="632" y="184"/>
                  </a:cubicBezTo>
                  <a:cubicBezTo>
                    <a:pt x="632" y="182"/>
                    <a:pt x="634" y="186"/>
                    <a:pt x="634" y="185"/>
                  </a:cubicBezTo>
                  <a:cubicBezTo>
                    <a:pt x="633" y="184"/>
                    <a:pt x="631" y="180"/>
                    <a:pt x="632" y="180"/>
                  </a:cubicBezTo>
                  <a:close/>
                  <a:moveTo>
                    <a:pt x="309" y="3"/>
                  </a:moveTo>
                  <a:cubicBezTo>
                    <a:pt x="306" y="4"/>
                    <a:pt x="304" y="3"/>
                    <a:pt x="302" y="4"/>
                  </a:cubicBezTo>
                  <a:cubicBezTo>
                    <a:pt x="304" y="3"/>
                    <a:pt x="306" y="3"/>
                    <a:pt x="309" y="3"/>
                  </a:cubicBezTo>
                  <a:close/>
                  <a:moveTo>
                    <a:pt x="129" y="74"/>
                  </a:moveTo>
                  <a:cubicBezTo>
                    <a:pt x="128" y="75"/>
                    <a:pt x="125" y="77"/>
                    <a:pt x="125" y="76"/>
                  </a:cubicBezTo>
                  <a:cubicBezTo>
                    <a:pt x="127" y="76"/>
                    <a:pt x="130" y="72"/>
                    <a:pt x="129" y="74"/>
                  </a:cubicBezTo>
                  <a:close/>
                  <a:moveTo>
                    <a:pt x="36" y="188"/>
                  </a:moveTo>
                  <a:cubicBezTo>
                    <a:pt x="37" y="187"/>
                    <a:pt x="37" y="185"/>
                    <a:pt x="38" y="184"/>
                  </a:cubicBezTo>
                  <a:cubicBezTo>
                    <a:pt x="38" y="185"/>
                    <a:pt x="36" y="189"/>
                    <a:pt x="36" y="188"/>
                  </a:cubicBezTo>
                  <a:close/>
                  <a:moveTo>
                    <a:pt x="531" y="609"/>
                  </a:moveTo>
                  <a:cubicBezTo>
                    <a:pt x="533" y="607"/>
                    <a:pt x="535" y="605"/>
                    <a:pt x="538" y="604"/>
                  </a:cubicBezTo>
                  <a:cubicBezTo>
                    <a:pt x="536" y="606"/>
                    <a:pt x="531" y="609"/>
                    <a:pt x="531" y="609"/>
                  </a:cubicBezTo>
                  <a:close/>
                  <a:moveTo>
                    <a:pt x="480" y="625"/>
                  </a:moveTo>
                  <a:cubicBezTo>
                    <a:pt x="480" y="625"/>
                    <a:pt x="490" y="620"/>
                    <a:pt x="489" y="622"/>
                  </a:cubicBezTo>
                  <a:cubicBezTo>
                    <a:pt x="486" y="622"/>
                    <a:pt x="483" y="625"/>
                    <a:pt x="480" y="625"/>
                  </a:cubicBezTo>
                  <a:close/>
                  <a:moveTo>
                    <a:pt x="635" y="474"/>
                  </a:moveTo>
                  <a:cubicBezTo>
                    <a:pt x="635" y="475"/>
                    <a:pt x="635" y="475"/>
                    <a:pt x="635" y="476"/>
                  </a:cubicBezTo>
                  <a:cubicBezTo>
                    <a:pt x="634" y="477"/>
                    <a:pt x="634" y="478"/>
                    <a:pt x="633" y="479"/>
                  </a:cubicBezTo>
                  <a:cubicBezTo>
                    <a:pt x="633" y="477"/>
                    <a:pt x="634" y="475"/>
                    <a:pt x="635" y="474"/>
                  </a:cubicBezTo>
                  <a:close/>
                  <a:moveTo>
                    <a:pt x="411" y="626"/>
                  </a:moveTo>
                  <a:cubicBezTo>
                    <a:pt x="416" y="624"/>
                    <a:pt x="419" y="624"/>
                    <a:pt x="423" y="623"/>
                  </a:cubicBezTo>
                  <a:cubicBezTo>
                    <a:pt x="419" y="624"/>
                    <a:pt x="415" y="625"/>
                    <a:pt x="411" y="626"/>
                  </a:cubicBezTo>
                  <a:close/>
                  <a:moveTo>
                    <a:pt x="512" y="579"/>
                  </a:moveTo>
                  <a:cubicBezTo>
                    <a:pt x="513" y="578"/>
                    <a:pt x="517" y="575"/>
                    <a:pt x="517" y="576"/>
                  </a:cubicBezTo>
                  <a:cubicBezTo>
                    <a:pt x="516" y="577"/>
                    <a:pt x="512" y="580"/>
                    <a:pt x="512" y="579"/>
                  </a:cubicBezTo>
                  <a:close/>
                  <a:moveTo>
                    <a:pt x="556" y="543"/>
                  </a:moveTo>
                  <a:cubicBezTo>
                    <a:pt x="556" y="543"/>
                    <a:pt x="557" y="540"/>
                    <a:pt x="558" y="540"/>
                  </a:cubicBezTo>
                  <a:cubicBezTo>
                    <a:pt x="559" y="540"/>
                    <a:pt x="557" y="543"/>
                    <a:pt x="556" y="543"/>
                  </a:cubicBezTo>
                  <a:close/>
                  <a:moveTo>
                    <a:pt x="618" y="415"/>
                  </a:moveTo>
                  <a:cubicBezTo>
                    <a:pt x="618" y="414"/>
                    <a:pt x="618" y="414"/>
                    <a:pt x="618" y="413"/>
                  </a:cubicBezTo>
                  <a:cubicBezTo>
                    <a:pt x="619" y="412"/>
                    <a:pt x="618" y="410"/>
                    <a:pt x="620" y="409"/>
                  </a:cubicBezTo>
                  <a:cubicBezTo>
                    <a:pt x="620" y="411"/>
                    <a:pt x="618" y="415"/>
                    <a:pt x="618" y="415"/>
                  </a:cubicBezTo>
                  <a:close/>
                  <a:moveTo>
                    <a:pt x="581" y="484"/>
                  </a:moveTo>
                  <a:cubicBezTo>
                    <a:pt x="582" y="483"/>
                    <a:pt x="582" y="481"/>
                    <a:pt x="584" y="480"/>
                  </a:cubicBezTo>
                  <a:cubicBezTo>
                    <a:pt x="583" y="483"/>
                    <a:pt x="582" y="484"/>
                    <a:pt x="581" y="484"/>
                  </a:cubicBezTo>
                  <a:close/>
                  <a:moveTo>
                    <a:pt x="530" y="538"/>
                  </a:moveTo>
                  <a:cubicBezTo>
                    <a:pt x="529" y="537"/>
                    <a:pt x="532" y="535"/>
                    <a:pt x="533" y="534"/>
                  </a:cubicBezTo>
                  <a:cubicBezTo>
                    <a:pt x="533" y="536"/>
                    <a:pt x="531" y="537"/>
                    <a:pt x="530" y="538"/>
                  </a:cubicBezTo>
                  <a:close/>
                  <a:moveTo>
                    <a:pt x="518" y="548"/>
                  </a:moveTo>
                  <a:cubicBezTo>
                    <a:pt x="519" y="546"/>
                    <a:pt x="523" y="543"/>
                    <a:pt x="523" y="544"/>
                  </a:cubicBezTo>
                  <a:cubicBezTo>
                    <a:pt x="521" y="545"/>
                    <a:pt x="520" y="547"/>
                    <a:pt x="518" y="548"/>
                  </a:cubicBezTo>
                  <a:close/>
                  <a:moveTo>
                    <a:pt x="616" y="483"/>
                  </a:moveTo>
                  <a:cubicBezTo>
                    <a:pt x="614" y="486"/>
                    <a:pt x="612" y="490"/>
                    <a:pt x="610" y="493"/>
                  </a:cubicBezTo>
                  <a:cubicBezTo>
                    <a:pt x="611" y="490"/>
                    <a:pt x="615" y="484"/>
                    <a:pt x="616" y="483"/>
                  </a:cubicBezTo>
                  <a:close/>
                  <a:moveTo>
                    <a:pt x="474" y="564"/>
                  </a:moveTo>
                  <a:cubicBezTo>
                    <a:pt x="474" y="563"/>
                    <a:pt x="477" y="561"/>
                    <a:pt x="479" y="561"/>
                  </a:cubicBezTo>
                  <a:cubicBezTo>
                    <a:pt x="478" y="563"/>
                    <a:pt x="476" y="564"/>
                    <a:pt x="474" y="564"/>
                  </a:cubicBezTo>
                  <a:close/>
                  <a:moveTo>
                    <a:pt x="543" y="540"/>
                  </a:moveTo>
                  <a:cubicBezTo>
                    <a:pt x="545" y="539"/>
                    <a:pt x="546" y="537"/>
                    <a:pt x="547" y="536"/>
                  </a:cubicBezTo>
                  <a:cubicBezTo>
                    <a:pt x="546" y="537"/>
                    <a:pt x="544" y="541"/>
                    <a:pt x="543" y="540"/>
                  </a:cubicBezTo>
                  <a:close/>
                  <a:moveTo>
                    <a:pt x="619" y="485"/>
                  </a:moveTo>
                  <a:cubicBezTo>
                    <a:pt x="619" y="484"/>
                    <a:pt x="621" y="480"/>
                    <a:pt x="621" y="482"/>
                  </a:cubicBezTo>
                  <a:cubicBezTo>
                    <a:pt x="620" y="483"/>
                    <a:pt x="619" y="487"/>
                    <a:pt x="619" y="485"/>
                  </a:cubicBezTo>
                  <a:close/>
                  <a:moveTo>
                    <a:pt x="617" y="489"/>
                  </a:moveTo>
                  <a:cubicBezTo>
                    <a:pt x="616" y="489"/>
                    <a:pt x="616" y="490"/>
                    <a:pt x="614" y="492"/>
                  </a:cubicBezTo>
                  <a:cubicBezTo>
                    <a:pt x="615" y="491"/>
                    <a:pt x="613" y="493"/>
                    <a:pt x="613" y="492"/>
                  </a:cubicBezTo>
                  <a:cubicBezTo>
                    <a:pt x="615" y="490"/>
                    <a:pt x="615" y="491"/>
                    <a:pt x="616" y="488"/>
                  </a:cubicBezTo>
                  <a:cubicBezTo>
                    <a:pt x="617" y="487"/>
                    <a:pt x="617" y="487"/>
                    <a:pt x="617" y="487"/>
                  </a:cubicBezTo>
                  <a:cubicBezTo>
                    <a:pt x="617" y="487"/>
                    <a:pt x="618" y="487"/>
                    <a:pt x="617" y="489"/>
                  </a:cubicBezTo>
                  <a:close/>
                  <a:moveTo>
                    <a:pt x="609" y="497"/>
                  </a:moveTo>
                  <a:cubicBezTo>
                    <a:pt x="610" y="496"/>
                    <a:pt x="611" y="493"/>
                    <a:pt x="612" y="492"/>
                  </a:cubicBezTo>
                  <a:cubicBezTo>
                    <a:pt x="612" y="494"/>
                    <a:pt x="611" y="496"/>
                    <a:pt x="609" y="497"/>
                  </a:cubicBezTo>
                  <a:close/>
                  <a:moveTo>
                    <a:pt x="551" y="544"/>
                  </a:moveTo>
                  <a:cubicBezTo>
                    <a:pt x="550" y="545"/>
                    <a:pt x="549" y="546"/>
                    <a:pt x="548" y="547"/>
                  </a:cubicBezTo>
                  <a:cubicBezTo>
                    <a:pt x="550" y="545"/>
                    <a:pt x="548" y="545"/>
                    <a:pt x="551" y="542"/>
                  </a:cubicBezTo>
                  <a:cubicBezTo>
                    <a:pt x="552" y="542"/>
                    <a:pt x="549" y="545"/>
                    <a:pt x="551" y="544"/>
                  </a:cubicBezTo>
                  <a:close/>
                  <a:moveTo>
                    <a:pt x="599" y="514"/>
                  </a:moveTo>
                  <a:cubicBezTo>
                    <a:pt x="600" y="513"/>
                    <a:pt x="600" y="512"/>
                    <a:pt x="600" y="511"/>
                  </a:cubicBezTo>
                  <a:cubicBezTo>
                    <a:pt x="602" y="510"/>
                    <a:pt x="602" y="510"/>
                    <a:pt x="602" y="510"/>
                  </a:cubicBezTo>
                  <a:cubicBezTo>
                    <a:pt x="601" y="512"/>
                    <a:pt x="600" y="512"/>
                    <a:pt x="599" y="514"/>
                  </a:cubicBezTo>
                  <a:close/>
                  <a:moveTo>
                    <a:pt x="627" y="488"/>
                  </a:moveTo>
                  <a:cubicBezTo>
                    <a:pt x="629" y="488"/>
                    <a:pt x="628" y="486"/>
                    <a:pt x="630" y="484"/>
                  </a:cubicBezTo>
                  <a:cubicBezTo>
                    <a:pt x="631" y="484"/>
                    <a:pt x="626" y="493"/>
                    <a:pt x="627" y="488"/>
                  </a:cubicBezTo>
                  <a:close/>
                  <a:moveTo>
                    <a:pt x="542" y="553"/>
                  </a:moveTo>
                  <a:cubicBezTo>
                    <a:pt x="540" y="554"/>
                    <a:pt x="539" y="556"/>
                    <a:pt x="537" y="557"/>
                  </a:cubicBezTo>
                  <a:cubicBezTo>
                    <a:pt x="536" y="558"/>
                    <a:pt x="535" y="559"/>
                    <a:pt x="533" y="559"/>
                  </a:cubicBezTo>
                  <a:cubicBezTo>
                    <a:pt x="534" y="561"/>
                    <a:pt x="531" y="563"/>
                    <a:pt x="529" y="564"/>
                  </a:cubicBezTo>
                  <a:cubicBezTo>
                    <a:pt x="533" y="560"/>
                    <a:pt x="532" y="560"/>
                    <a:pt x="535" y="556"/>
                  </a:cubicBezTo>
                  <a:cubicBezTo>
                    <a:pt x="538" y="556"/>
                    <a:pt x="537" y="554"/>
                    <a:pt x="538" y="554"/>
                  </a:cubicBezTo>
                  <a:cubicBezTo>
                    <a:pt x="540" y="552"/>
                    <a:pt x="544" y="548"/>
                    <a:pt x="545" y="548"/>
                  </a:cubicBezTo>
                  <a:cubicBezTo>
                    <a:pt x="545" y="548"/>
                    <a:pt x="543" y="550"/>
                    <a:pt x="544" y="549"/>
                  </a:cubicBezTo>
                  <a:cubicBezTo>
                    <a:pt x="545" y="548"/>
                    <a:pt x="547" y="547"/>
                    <a:pt x="548" y="546"/>
                  </a:cubicBezTo>
                  <a:cubicBezTo>
                    <a:pt x="548" y="547"/>
                    <a:pt x="546" y="548"/>
                    <a:pt x="545" y="549"/>
                  </a:cubicBezTo>
                  <a:cubicBezTo>
                    <a:pt x="544" y="550"/>
                    <a:pt x="541" y="552"/>
                    <a:pt x="542" y="553"/>
                  </a:cubicBezTo>
                  <a:close/>
                  <a:moveTo>
                    <a:pt x="483" y="572"/>
                  </a:moveTo>
                  <a:cubicBezTo>
                    <a:pt x="483" y="571"/>
                    <a:pt x="485" y="570"/>
                    <a:pt x="487" y="569"/>
                  </a:cubicBezTo>
                  <a:cubicBezTo>
                    <a:pt x="487" y="569"/>
                    <a:pt x="484" y="571"/>
                    <a:pt x="483" y="572"/>
                  </a:cubicBezTo>
                  <a:close/>
                  <a:moveTo>
                    <a:pt x="552" y="546"/>
                  </a:moveTo>
                  <a:cubicBezTo>
                    <a:pt x="550" y="547"/>
                    <a:pt x="550" y="547"/>
                    <a:pt x="550" y="547"/>
                  </a:cubicBezTo>
                  <a:cubicBezTo>
                    <a:pt x="551" y="546"/>
                    <a:pt x="551" y="545"/>
                    <a:pt x="552" y="545"/>
                  </a:cubicBezTo>
                  <a:cubicBezTo>
                    <a:pt x="551" y="547"/>
                    <a:pt x="554" y="544"/>
                    <a:pt x="552" y="546"/>
                  </a:cubicBezTo>
                  <a:close/>
                  <a:moveTo>
                    <a:pt x="615" y="506"/>
                  </a:moveTo>
                  <a:cubicBezTo>
                    <a:pt x="615" y="504"/>
                    <a:pt x="617" y="504"/>
                    <a:pt x="618" y="501"/>
                  </a:cubicBezTo>
                  <a:cubicBezTo>
                    <a:pt x="619" y="500"/>
                    <a:pt x="618" y="502"/>
                    <a:pt x="620" y="499"/>
                  </a:cubicBezTo>
                  <a:cubicBezTo>
                    <a:pt x="619" y="504"/>
                    <a:pt x="617" y="503"/>
                    <a:pt x="615" y="506"/>
                  </a:cubicBezTo>
                  <a:close/>
                  <a:moveTo>
                    <a:pt x="587" y="529"/>
                  </a:moveTo>
                  <a:cubicBezTo>
                    <a:pt x="587" y="527"/>
                    <a:pt x="588" y="525"/>
                    <a:pt x="590" y="524"/>
                  </a:cubicBezTo>
                  <a:cubicBezTo>
                    <a:pt x="589" y="526"/>
                    <a:pt x="588" y="528"/>
                    <a:pt x="587" y="529"/>
                  </a:cubicBezTo>
                  <a:close/>
                  <a:moveTo>
                    <a:pt x="606" y="514"/>
                  </a:moveTo>
                  <a:cubicBezTo>
                    <a:pt x="608" y="513"/>
                    <a:pt x="605" y="519"/>
                    <a:pt x="603" y="521"/>
                  </a:cubicBezTo>
                  <a:cubicBezTo>
                    <a:pt x="602" y="520"/>
                    <a:pt x="603" y="518"/>
                    <a:pt x="604" y="517"/>
                  </a:cubicBezTo>
                  <a:cubicBezTo>
                    <a:pt x="605" y="518"/>
                    <a:pt x="606" y="515"/>
                    <a:pt x="606" y="514"/>
                  </a:cubicBezTo>
                  <a:close/>
                  <a:moveTo>
                    <a:pt x="513" y="573"/>
                  </a:moveTo>
                  <a:cubicBezTo>
                    <a:pt x="513" y="574"/>
                    <a:pt x="515" y="572"/>
                    <a:pt x="515" y="571"/>
                  </a:cubicBezTo>
                  <a:cubicBezTo>
                    <a:pt x="517" y="570"/>
                    <a:pt x="517" y="570"/>
                    <a:pt x="517" y="570"/>
                  </a:cubicBezTo>
                  <a:cubicBezTo>
                    <a:pt x="520" y="567"/>
                    <a:pt x="524" y="566"/>
                    <a:pt x="527" y="562"/>
                  </a:cubicBezTo>
                  <a:cubicBezTo>
                    <a:pt x="528" y="562"/>
                    <a:pt x="527" y="564"/>
                    <a:pt x="529" y="561"/>
                  </a:cubicBezTo>
                  <a:cubicBezTo>
                    <a:pt x="531" y="560"/>
                    <a:pt x="532" y="561"/>
                    <a:pt x="529" y="563"/>
                  </a:cubicBezTo>
                  <a:cubicBezTo>
                    <a:pt x="529" y="562"/>
                    <a:pt x="530" y="562"/>
                    <a:pt x="529" y="562"/>
                  </a:cubicBezTo>
                  <a:cubicBezTo>
                    <a:pt x="529" y="563"/>
                    <a:pt x="528" y="565"/>
                    <a:pt x="526" y="566"/>
                  </a:cubicBezTo>
                  <a:cubicBezTo>
                    <a:pt x="524" y="568"/>
                    <a:pt x="522" y="569"/>
                    <a:pt x="521" y="571"/>
                  </a:cubicBezTo>
                  <a:cubicBezTo>
                    <a:pt x="518" y="572"/>
                    <a:pt x="518" y="572"/>
                    <a:pt x="518" y="572"/>
                  </a:cubicBezTo>
                  <a:cubicBezTo>
                    <a:pt x="516" y="573"/>
                    <a:pt x="515" y="576"/>
                    <a:pt x="513" y="576"/>
                  </a:cubicBezTo>
                  <a:cubicBezTo>
                    <a:pt x="513" y="575"/>
                    <a:pt x="517" y="571"/>
                    <a:pt x="520" y="570"/>
                  </a:cubicBezTo>
                  <a:cubicBezTo>
                    <a:pt x="519" y="570"/>
                    <a:pt x="520" y="569"/>
                    <a:pt x="520" y="569"/>
                  </a:cubicBezTo>
                  <a:cubicBezTo>
                    <a:pt x="519" y="570"/>
                    <a:pt x="517" y="570"/>
                    <a:pt x="516" y="572"/>
                  </a:cubicBezTo>
                  <a:cubicBezTo>
                    <a:pt x="514" y="574"/>
                    <a:pt x="512" y="576"/>
                    <a:pt x="509" y="577"/>
                  </a:cubicBezTo>
                  <a:cubicBezTo>
                    <a:pt x="513" y="575"/>
                    <a:pt x="511" y="575"/>
                    <a:pt x="513" y="573"/>
                  </a:cubicBezTo>
                  <a:close/>
                  <a:moveTo>
                    <a:pt x="584" y="533"/>
                  </a:moveTo>
                  <a:cubicBezTo>
                    <a:pt x="584" y="534"/>
                    <a:pt x="586" y="532"/>
                    <a:pt x="585" y="533"/>
                  </a:cubicBezTo>
                  <a:cubicBezTo>
                    <a:pt x="584" y="534"/>
                    <a:pt x="584" y="536"/>
                    <a:pt x="582" y="536"/>
                  </a:cubicBezTo>
                  <a:cubicBezTo>
                    <a:pt x="583" y="534"/>
                    <a:pt x="582" y="534"/>
                    <a:pt x="583" y="532"/>
                  </a:cubicBezTo>
                  <a:cubicBezTo>
                    <a:pt x="585" y="531"/>
                    <a:pt x="585" y="531"/>
                    <a:pt x="585" y="531"/>
                  </a:cubicBezTo>
                  <a:lnTo>
                    <a:pt x="584" y="533"/>
                  </a:lnTo>
                  <a:close/>
                  <a:moveTo>
                    <a:pt x="427" y="585"/>
                  </a:moveTo>
                  <a:cubicBezTo>
                    <a:pt x="426" y="585"/>
                    <a:pt x="429" y="583"/>
                    <a:pt x="430" y="583"/>
                  </a:cubicBezTo>
                  <a:cubicBezTo>
                    <a:pt x="429" y="584"/>
                    <a:pt x="428" y="585"/>
                    <a:pt x="427" y="585"/>
                  </a:cubicBezTo>
                  <a:close/>
                  <a:moveTo>
                    <a:pt x="453" y="586"/>
                  </a:moveTo>
                  <a:cubicBezTo>
                    <a:pt x="454" y="585"/>
                    <a:pt x="460" y="584"/>
                    <a:pt x="458" y="584"/>
                  </a:cubicBezTo>
                  <a:cubicBezTo>
                    <a:pt x="456" y="585"/>
                    <a:pt x="455" y="586"/>
                    <a:pt x="453" y="586"/>
                  </a:cubicBezTo>
                  <a:close/>
                  <a:moveTo>
                    <a:pt x="593" y="532"/>
                  </a:moveTo>
                  <a:cubicBezTo>
                    <a:pt x="594" y="530"/>
                    <a:pt x="594" y="530"/>
                    <a:pt x="594" y="530"/>
                  </a:cubicBezTo>
                  <a:cubicBezTo>
                    <a:pt x="594" y="529"/>
                    <a:pt x="595" y="529"/>
                    <a:pt x="595" y="529"/>
                  </a:cubicBezTo>
                  <a:cubicBezTo>
                    <a:pt x="594" y="530"/>
                    <a:pt x="595" y="531"/>
                    <a:pt x="593" y="532"/>
                  </a:cubicBezTo>
                  <a:close/>
                  <a:moveTo>
                    <a:pt x="575" y="547"/>
                  </a:moveTo>
                  <a:cubicBezTo>
                    <a:pt x="576" y="546"/>
                    <a:pt x="575" y="546"/>
                    <a:pt x="574" y="547"/>
                  </a:cubicBezTo>
                  <a:cubicBezTo>
                    <a:pt x="576" y="544"/>
                    <a:pt x="576" y="544"/>
                    <a:pt x="576" y="544"/>
                  </a:cubicBezTo>
                  <a:cubicBezTo>
                    <a:pt x="577" y="543"/>
                    <a:pt x="578" y="542"/>
                    <a:pt x="580" y="540"/>
                  </a:cubicBezTo>
                  <a:cubicBezTo>
                    <a:pt x="578" y="543"/>
                    <a:pt x="577" y="545"/>
                    <a:pt x="575" y="547"/>
                  </a:cubicBezTo>
                  <a:close/>
                  <a:moveTo>
                    <a:pt x="592" y="533"/>
                  </a:moveTo>
                  <a:cubicBezTo>
                    <a:pt x="592" y="535"/>
                    <a:pt x="592" y="535"/>
                    <a:pt x="593" y="535"/>
                  </a:cubicBezTo>
                  <a:cubicBezTo>
                    <a:pt x="592" y="536"/>
                    <a:pt x="591" y="537"/>
                    <a:pt x="590" y="538"/>
                  </a:cubicBezTo>
                  <a:cubicBezTo>
                    <a:pt x="593" y="533"/>
                    <a:pt x="587" y="541"/>
                    <a:pt x="587" y="539"/>
                  </a:cubicBezTo>
                  <a:cubicBezTo>
                    <a:pt x="589" y="537"/>
                    <a:pt x="592" y="532"/>
                    <a:pt x="593" y="533"/>
                  </a:cubicBezTo>
                  <a:lnTo>
                    <a:pt x="592" y="533"/>
                  </a:lnTo>
                  <a:close/>
                  <a:moveTo>
                    <a:pt x="566" y="553"/>
                  </a:moveTo>
                  <a:cubicBezTo>
                    <a:pt x="567" y="553"/>
                    <a:pt x="569" y="550"/>
                    <a:pt x="571" y="549"/>
                  </a:cubicBezTo>
                  <a:cubicBezTo>
                    <a:pt x="571" y="551"/>
                    <a:pt x="566" y="555"/>
                    <a:pt x="566" y="553"/>
                  </a:cubicBezTo>
                  <a:close/>
                  <a:moveTo>
                    <a:pt x="562" y="556"/>
                  </a:moveTo>
                  <a:cubicBezTo>
                    <a:pt x="561" y="558"/>
                    <a:pt x="561" y="556"/>
                    <a:pt x="560" y="558"/>
                  </a:cubicBezTo>
                  <a:cubicBezTo>
                    <a:pt x="560" y="559"/>
                    <a:pt x="561" y="558"/>
                    <a:pt x="561" y="559"/>
                  </a:cubicBezTo>
                  <a:cubicBezTo>
                    <a:pt x="560" y="559"/>
                    <a:pt x="559" y="560"/>
                    <a:pt x="558" y="560"/>
                  </a:cubicBezTo>
                  <a:cubicBezTo>
                    <a:pt x="559" y="559"/>
                    <a:pt x="560" y="558"/>
                    <a:pt x="558" y="559"/>
                  </a:cubicBezTo>
                  <a:cubicBezTo>
                    <a:pt x="559" y="558"/>
                    <a:pt x="560" y="556"/>
                    <a:pt x="561" y="556"/>
                  </a:cubicBezTo>
                  <a:cubicBezTo>
                    <a:pt x="561" y="556"/>
                    <a:pt x="560" y="557"/>
                    <a:pt x="561" y="556"/>
                  </a:cubicBezTo>
                  <a:cubicBezTo>
                    <a:pt x="563" y="554"/>
                    <a:pt x="562" y="555"/>
                    <a:pt x="563" y="554"/>
                  </a:cubicBezTo>
                  <a:cubicBezTo>
                    <a:pt x="565" y="552"/>
                    <a:pt x="562" y="555"/>
                    <a:pt x="562" y="556"/>
                  </a:cubicBezTo>
                  <a:close/>
                  <a:moveTo>
                    <a:pt x="548" y="564"/>
                  </a:moveTo>
                  <a:cubicBezTo>
                    <a:pt x="549" y="562"/>
                    <a:pt x="551" y="560"/>
                    <a:pt x="553" y="559"/>
                  </a:cubicBezTo>
                  <a:cubicBezTo>
                    <a:pt x="552" y="561"/>
                    <a:pt x="550" y="563"/>
                    <a:pt x="548" y="564"/>
                  </a:cubicBezTo>
                  <a:close/>
                  <a:moveTo>
                    <a:pt x="586" y="541"/>
                  </a:moveTo>
                  <a:cubicBezTo>
                    <a:pt x="585" y="543"/>
                    <a:pt x="582" y="545"/>
                    <a:pt x="580" y="548"/>
                  </a:cubicBezTo>
                  <a:cubicBezTo>
                    <a:pt x="581" y="545"/>
                    <a:pt x="583" y="544"/>
                    <a:pt x="585" y="541"/>
                  </a:cubicBezTo>
                  <a:cubicBezTo>
                    <a:pt x="585" y="542"/>
                    <a:pt x="586" y="541"/>
                    <a:pt x="586" y="541"/>
                  </a:cubicBezTo>
                  <a:close/>
                  <a:moveTo>
                    <a:pt x="502" y="583"/>
                  </a:moveTo>
                  <a:cubicBezTo>
                    <a:pt x="502" y="583"/>
                    <a:pt x="503" y="582"/>
                    <a:pt x="503" y="581"/>
                  </a:cubicBezTo>
                  <a:cubicBezTo>
                    <a:pt x="505" y="581"/>
                    <a:pt x="506" y="580"/>
                    <a:pt x="507" y="579"/>
                  </a:cubicBezTo>
                  <a:cubicBezTo>
                    <a:pt x="508" y="578"/>
                    <a:pt x="508" y="578"/>
                    <a:pt x="509" y="578"/>
                  </a:cubicBezTo>
                  <a:cubicBezTo>
                    <a:pt x="507" y="580"/>
                    <a:pt x="504" y="582"/>
                    <a:pt x="502" y="583"/>
                  </a:cubicBezTo>
                  <a:close/>
                  <a:moveTo>
                    <a:pt x="576" y="550"/>
                  </a:moveTo>
                  <a:cubicBezTo>
                    <a:pt x="578" y="549"/>
                    <a:pt x="579" y="547"/>
                    <a:pt x="580" y="546"/>
                  </a:cubicBezTo>
                  <a:cubicBezTo>
                    <a:pt x="580" y="548"/>
                    <a:pt x="577" y="551"/>
                    <a:pt x="576" y="550"/>
                  </a:cubicBezTo>
                  <a:close/>
                  <a:moveTo>
                    <a:pt x="428" y="595"/>
                  </a:moveTo>
                  <a:cubicBezTo>
                    <a:pt x="431" y="594"/>
                    <a:pt x="434" y="594"/>
                    <a:pt x="436" y="592"/>
                  </a:cubicBezTo>
                  <a:cubicBezTo>
                    <a:pt x="436" y="594"/>
                    <a:pt x="431" y="595"/>
                    <a:pt x="428" y="595"/>
                  </a:cubicBezTo>
                  <a:close/>
                  <a:moveTo>
                    <a:pt x="589" y="543"/>
                  </a:moveTo>
                  <a:cubicBezTo>
                    <a:pt x="589" y="543"/>
                    <a:pt x="588" y="545"/>
                    <a:pt x="588" y="546"/>
                  </a:cubicBezTo>
                  <a:cubicBezTo>
                    <a:pt x="587" y="547"/>
                    <a:pt x="586" y="548"/>
                    <a:pt x="585" y="549"/>
                  </a:cubicBezTo>
                  <a:cubicBezTo>
                    <a:pt x="584" y="550"/>
                    <a:pt x="584" y="548"/>
                    <a:pt x="584" y="548"/>
                  </a:cubicBezTo>
                  <a:cubicBezTo>
                    <a:pt x="583" y="551"/>
                    <a:pt x="581" y="553"/>
                    <a:pt x="579" y="555"/>
                  </a:cubicBezTo>
                  <a:cubicBezTo>
                    <a:pt x="576" y="556"/>
                    <a:pt x="575" y="558"/>
                    <a:pt x="571" y="561"/>
                  </a:cubicBezTo>
                  <a:cubicBezTo>
                    <a:pt x="572" y="559"/>
                    <a:pt x="577" y="554"/>
                    <a:pt x="580" y="552"/>
                  </a:cubicBezTo>
                  <a:cubicBezTo>
                    <a:pt x="579" y="552"/>
                    <a:pt x="579" y="552"/>
                    <a:pt x="579" y="551"/>
                  </a:cubicBezTo>
                  <a:cubicBezTo>
                    <a:pt x="582" y="549"/>
                    <a:pt x="583" y="548"/>
                    <a:pt x="582" y="550"/>
                  </a:cubicBezTo>
                  <a:cubicBezTo>
                    <a:pt x="584" y="547"/>
                    <a:pt x="589" y="540"/>
                    <a:pt x="592" y="539"/>
                  </a:cubicBezTo>
                  <a:cubicBezTo>
                    <a:pt x="590" y="542"/>
                    <a:pt x="590" y="541"/>
                    <a:pt x="589" y="543"/>
                  </a:cubicBezTo>
                  <a:close/>
                  <a:moveTo>
                    <a:pt x="561" y="561"/>
                  </a:moveTo>
                  <a:cubicBezTo>
                    <a:pt x="561" y="560"/>
                    <a:pt x="562" y="558"/>
                    <a:pt x="565" y="556"/>
                  </a:cubicBezTo>
                  <a:cubicBezTo>
                    <a:pt x="562" y="559"/>
                    <a:pt x="564" y="558"/>
                    <a:pt x="561" y="561"/>
                  </a:cubicBezTo>
                  <a:close/>
                  <a:moveTo>
                    <a:pt x="581" y="548"/>
                  </a:moveTo>
                  <a:cubicBezTo>
                    <a:pt x="580" y="549"/>
                    <a:pt x="579" y="550"/>
                    <a:pt x="578" y="551"/>
                  </a:cubicBezTo>
                  <a:cubicBezTo>
                    <a:pt x="579" y="549"/>
                    <a:pt x="582" y="546"/>
                    <a:pt x="581" y="548"/>
                  </a:cubicBezTo>
                  <a:close/>
                  <a:moveTo>
                    <a:pt x="495" y="587"/>
                  </a:moveTo>
                  <a:cubicBezTo>
                    <a:pt x="494" y="588"/>
                    <a:pt x="493" y="588"/>
                    <a:pt x="493" y="589"/>
                  </a:cubicBezTo>
                  <a:cubicBezTo>
                    <a:pt x="490" y="590"/>
                    <a:pt x="490" y="590"/>
                    <a:pt x="490" y="590"/>
                  </a:cubicBezTo>
                  <a:cubicBezTo>
                    <a:pt x="487" y="592"/>
                    <a:pt x="486" y="592"/>
                    <a:pt x="482" y="595"/>
                  </a:cubicBezTo>
                  <a:cubicBezTo>
                    <a:pt x="483" y="594"/>
                    <a:pt x="481" y="595"/>
                    <a:pt x="483" y="593"/>
                  </a:cubicBezTo>
                  <a:cubicBezTo>
                    <a:pt x="485" y="593"/>
                    <a:pt x="487" y="591"/>
                    <a:pt x="489" y="590"/>
                  </a:cubicBezTo>
                  <a:cubicBezTo>
                    <a:pt x="488" y="590"/>
                    <a:pt x="487" y="590"/>
                    <a:pt x="489" y="588"/>
                  </a:cubicBezTo>
                  <a:cubicBezTo>
                    <a:pt x="491" y="587"/>
                    <a:pt x="492" y="586"/>
                    <a:pt x="494" y="586"/>
                  </a:cubicBezTo>
                  <a:cubicBezTo>
                    <a:pt x="492" y="587"/>
                    <a:pt x="491" y="588"/>
                    <a:pt x="490" y="589"/>
                  </a:cubicBezTo>
                  <a:cubicBezTo>
                    <a:pt x="491" y="590"/>
                    <a:pt x="494" y="587"/>
                    <a:pt x="495" y="587"/>
                  </a:cubicBezTo>
                  <a:close/>
                  <a:moveTo>
                    <a:pt x="493" y="587"/>
                  </a:moveTo>
                  <a:cubicBezTo>
                    <a:pt x="495" y="586"/>
                    <a:pt x="496" y="585"/>
                    <a:pt x="498" y="585"/>
                  </a:cubicBezTo>
                  <a:cubicBezTo>
                    <a:pt x="497" y="586"/>
                    <a:pt x="495" y="587"/>
                    <a:pt x="493" y="587"/>
                  </a:cubicBezTo>
                  <a:close/>
                  <a:moveTo>
                    <a:pt x="570" y="559"/>
                  </a:moveTo>
                  <a:cubicBezTo>
                    <a:pt x="567" y="561"/>
                    <a:pt x="570" y="557"/>
                    <a:pt x="568" y="559"/>
                  </a:cubicBezTo>
                  <a:cubicBezTo>
                    <a:pt x="569" y="558"/>
                    <a:pt x="570" y="556"/>
                    <a:pt x="572" y="556"/>
                  </a:cubicBezTo>
                  <a:cubicBezTo>
                    <a:pt x="572" y="556"/>
                    <a:pt x="571" y="558"/>
                    <a:pt x="570" y="559"/>
                  </a:cubicBezTo>
                  <a:close/>
                  <a:moveTo>
                    <a:pt x="406" y="597"/>
                  </a:moveTo>
                  <a:cubicBezTo>
                    <a:pt x="407" y="596"/>
                    <a:pt x="409" y="596"/>
                    <a:pt x="410" y="596"/>
                  </a:cubicBezTo>
                  <a:cubicBezTo>
                    <a:pt x="409" y="597"/>
                    <a:pt x="407" y="597"/>
                    <a:pt x="406" y="597"/>
                  </a:cubicBezTo>
                  <a:close/>
                  <a:moveTo>
                    <a:pt x="573" y="557"/>
                  </a:moveTo>
                  <a:cubicBezTo>
                    <a:pt x="572" y="558"/>
                    <a:pt x="572" y="557"/>
                    <a:pt x="571" y="558"/>
                  </a:cubicBezTo>
                  <a:cubicBezTo>
                    <a:pt x="572" y="557"/>
                    <a:pt x="573" y="556"/>
                    <a:pt x="574" y="555"/>
                  </a:cubicBezTo>
                  <a:lnTo>
                    <a:pt x="573" y="557"/>
                  </a:lnTo>
                  <a:close/>
                  <a:moveTo>
                    <a:pt x="525" y="583"/>
                  </a:moveTo>
                  <a:cubicBezTo>
                    <a:pt x="524" y="583"/>
                    <a:pt x="524" y="583"/>
                    <a:pt x="524" y="583"/>
                  </a:cubicBezTo>
                  <a:cubicBezTo>
                    <a:pt x="525" y="581"/>
                    <a:pt x="527" y="579"/>
                    <a:pt x="530" y="578"/>
                  </a:cubicBezTo>
                  <a:cubicBezTo>
                    <a:pt x="529" y="580"/>
                    <a:pt x="527" y="581"/>
                    <a:pt x="525" y="583"/>
                  </a:cubicBezTo>
                  <a:close/>
                  <a:moveTo>
                    <a:pt x="565" y="564"/>
                  </a:moveTo>
                  <a:cubicBezTo>
                    <a:pt x="562" y="565"/>
                    <a:pt x="560" y="569"/>
                    <a:pt x="557" y="570"/>
                  </a:cubicBezTo>
                  <a:cubicBezTo>
                    <a:pt x="560" y="568"/>
                    <a:pt x="561" y="565"/>
                    <a:pt x="564" y="563"/>
                  </a:cubicBezTo>
                  <a:cubicBezTo>
                    <a:pt x="564" y="564"/>
                    <a:pt x="565" y="563"/>
                    <a:pt x="565" y="564"/>
                  </a:cubicBezTo>
                  <a:close/>
                  <a:moveTo>
                    <a:pt x="552" y="571"/>
                  </a:moveTo>
                  <a:cubicBezTo>
                    <a:pt x="551" y="571"/>
                    <a:pt x="551" y="572"/>
                    <a:pt x="550" y="573"/>
                  </a:cubicBezTo>
                  <a:cubicBezTo>
                    <a:pt x="549" y="573"/>
                    <a:pt x="548" y="574"/>
                    <a:pt x="548" y="573"/>
                  </a:cubicBezTo>
                  <a:cubicBezTo>
                    <a:pt x="550" y="573"/>
                    <a:pt x="550" y="571"/>
                    <a:pt x="552" y="571"/>
                  </a:cubicBezTo>
                  <a:close/>
                  <a:moveTo>
                    <a:pt x="568" y="563"/>
                  </a:moveTo>
                  <a:cubicBezTo>
                    <a:pt x="568" y="564"/>
                    <a:pt x="571" y="561"/>
                    <a:pt x="570" y="563"/>
                  </a:cubicBezTo>
                  <a:cubicBezTo>
                    <a:pt x="567" y="566"/>
                    <a:pt x="569" y="563"/>
                    <a:pt x="567" y="565"/>
                  </a:cubicBezTo>
                  <a:cubicBezTo>
                    <a:pt x="568" y="562"/>
                    <a:pt x="568" y="562"/>
                    <a:pt x="568" y="562"/>
                  </a:cubicBezTo>
                  <a:cubicBezTo>
                    <a:pt x="569" y="561"/>
                    <a:pt x="572" y="559"/>
                    <a:pt x="571" y="560"/>
                  </a:cubicBezTo>
                  <a:cubicBezTo>
                    <a:pt x="570" y="561"/>
                    <a:pt x="569" y="562"/>
                    <a:pt x="568" y="563"/>
                  </a:cubicBezTo>
                  <a:close/>
                  <a:moveTo>
                    <a:pt x="476" y="597"/>
                  </a:moveTo>
                  <a:cubicBezTo>
                    <a:pt x="479" y="596"/>
                    <a:pt x="478" y="595"/>
                    <a:pt x="481" y="594"/>
                  </a:cubicBezTo>
                  <a:cubicBezTo>
                    <a:pt x="480" y="596"/>
                    <a:pt x="476" y="598"/>
                    <a:pt x="476" y="597"/>
                  </a:cubicBezTo>
                  <a:close/>
                  <a:moveTo>
                    <a:pt x="539" y="581"/>
                  </a:moveTo>
                  <a:cubicBezTo>
                    <a:pt x="540" y="579"/>
                    <a:pt x="542" y="578"/>
                    <a:pt x="544" y="576"/>
                  </a:cubicBezTo>
                  <a:cubicBezTo>
                    <a:pt x="543" y="579"/>
                    <a:pt x="541" y="580"/>
                    <a:pt x="539" y="581"/>
                  </a:cubicBezTo>
                  <a:close/>
                  <a:moveTo>
                    <a:pt x="384" y="601"/>
                  </a:moveTo>
                  <a:cubicBezTo>
                    <a:pt x="385" y="601"/>
                    <a:pt x="386" y="600"/>
                    <a:pt x="388" y="600"/>
                  </a:cubicBezTo>
                  <a:cubicBezTo>
                    <a:pt x="388" y="601"/>
                    <a:pt x="385" y="602"/>
                    <a:pt x="384" y="601"/>
                  </a:cubicBezTo>
                  <a:close/>
                  <a:moveTo>
                    <a:pt x="523" y="589"/>
                  </a:moveTo>
                  <a:cubicBezTo>
                    <a:pt x="525" y="588"/>
                    <a:pt x="526" y="586"/>
                    <a:pt x="528" y="585"/>
                  </a:cubicBezTo>
                  <a:cubicBezTo>
                    <a:pt x="527" y="587"/>
                    <a:pt x="523" y="590"/>
                    <a:pt x="523" y="589"/>
                  </a:cubicBezTo>
                  <a:close/>
                  <a:moveTo>
                    <a:pt x="465" y="603"/>
                  </a:moveTo>
                  <a:cubicBezTo>
                    <a:pt x="463" y="604"/>
                    <a:pt x="460" y="605"/>
                    <a:pt x="458" y="606"/>
                  </a:cubicBezTo>
                  <a:cubicBezTo>
                    <a:pt x="460" y="604"/>
                    <a:pt x="466" y="601"/>
                    <a:pt x="465" y="603"/>
                  </a:cubicBezTo>
                  <a:close/>
                  <a:moveTo>
                    <a:pt x="552" y="583"/>
                  </a:moveTo>
                  <a:cubicBezTo>
                    <a:pt x="554" y="581"/>
                    <a:pt x="552" y="583"/>
                    <a:pt x="551" y="583"/>
                  </a:cubicBezTo>
                  <a:cubicBezTo>
                    <a:pt x="552" y="582"/>
                    <a:pt x="553" y="582"/>
                    <a:pt x="554" y="580"/>
                  </a:cubicBezTo>
                  <a:cubicBezTo>
                    <a:pt x="552" y="581"/>
                    <a:pt x="551" y="583"/>
                    <a:pt x="549" y="584"/>
                  </a:cubicBezTo>
                  <a:cubicBezTo>
                    <a:pt x="548" y="584"/>
                    <a:pt x="546" y="584"/>
                    <a:pt x="549" y="582"/>
                  </a:cubicBezTo>
                  <a:cubicBezTo>
                    <a:pt x="548" y="584"/>
                    <a:pt x="551" y="581"/>
                    <a:pt x="552" y="581"/>
                  </a:cubicBezTo>
                  <a:cubicBezTo>
                    <a:pt x="553" y="578"/>
                    <a:pt x="556" y="578"/>
                    <a:pt x="557" y="576"/>
                  </a:cubicBezTo>
                  <a:cubicBezTo>
                    <a:pt x="559" y="575"/>
                    <a:pt x="560" y="574"/>
                    <a:pt x="562" y="572"/>
                  </a:cubicBezTo>
                  <a:cubicBezTo>
                    <a:pt x="563" y="571"/>
                    <a:pt x="561" y="573"/>
                    <a:pt x="561" y="572"/>
                  </a:cubicBezTo>
                  <a:cubicBezTo>
                    <a:pt x="566" y="569"/>
                    <a:pt x="564" y="572"/>
                    <a:pt x="563" y="575"/>
                  </a:cubicBezTo>
                  <a:cubicBezTo>
                    <a:pt x="562" y="575"/>
                    <a:pt x="562" y="574"/>
                    <a:pt x="562" y="574"/>
                  </a:cubicBezTo>
                  <a:cubicBezTo>
                    <a:pt x="561" y="575"/>
                    <a:pt x="560" y="575"/>
                    <a:pt x="560" y="576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0" y="578"/>
                    <a:pt x="559" y="578"/>
                    <a:pt x="560" y="579"/>
                  </a:cubicBezTo>
                  <a:cubicBezTo>
                    <a:pt x="559" y="580"/>
                    <a:pt x="558" y="581"/>
                    <a:pt x="556" y="581"/>
                  </a:cubicBezTo>
                  <a:cubicBezTo>
                    <a:pt x="556" y="580"/>
                    <a:pt x="558" y="579"/>
                    <a:pt x="557" y="579"/>
                  </a:cubicBezTo>
                  <a:cubicBezTo>
                    <a:pt x="556" y="581"/>
                    <a:pt x="554" y="582"/>
                    <a:pt x="552" y="583"/>
                  </a:cubicBezTo>
                  <a:close/>
                  <a:moveTo>
                    <a:pt x="535" y="590"/>
                  </a:moveTo>
                  <a:cubicBezTo>
                    <a:pt x="535" y="590"/>
                    <a:pt x="533" y="592"/>
                    <a:pt x="532" y="593"/>
                  </a:cubicBezTo>
                  <a:cubicBezTo>
                    <a:pt x="531" y="593"/>
                    <a:pt x="528" y="595"/>
                    <a:pt x="526" y="597"/>
                  </a:cubicBezTo>
                  <a:cubicBezTo>
                    <a:pt x="528" y="594"/>
                    <a:pt x="524" y="598"/>
                    <a:pt x="522" y="598"/>
                  </a:cubicBezTo>
                  <a:cubicBezTo>
                    <a:pt x="524" y="596"/>
                    <a:pt x="527" y="595"/>
                    <a:pt x="529" y="593"/>
                  </a:cubicBezTo>
                  <a:cubicBezTo>
                    <a:pt x="532" y="589"/>
                    <a:pt x="530" y="589"/>
                    <a:pt x="535" y="586"/>
                  </a:cubicBezTo>
                  <a:cubicBezTo>
                    <a:pt x="532" y="589"/>
                    <a:pt x="530" y="593"/>
                    <a:pt x="535" y="590"/>
                  </a:cubicBezTo>
                  <a:close/>
                  <a:moveTo>
                    <a:pt x="367" y="604"/>
                  </a:moveTo>
                  <a:cubicBezTo>
                    <a:pt x="366" y="604"/>
                    <a:pt x="369" y="603"/>
                    <a:pt x="367" y="603"/>
                  </a:cubicBezTo>
                  <a:cubicBezTo>
                    <a:pt x="364" y="604"/>
                    <a:pt x="366" y="604"/>
                    <a:pt x="364" y="605"/>
                  </a:cubicBezTo>
                  <a:cubicBezTo>
                    <a:pt x="364" y="605"/>
                    <a:pt x="363" y="605"/>
                    <a:pt x="362" y="605"/>
                  </a:cubicBezTo>
                  <a:cubicBezTo>
                    <a:pt x="364" y="603"/>
                    <a:pt x="366" y="603"/>
                    <a:pt x="367" y="601"/>
                  </a:cubicBezTo>
                  <a:cubicBezTo>
                    <a:pt x="371" y="602"/>
                    <a:pt x="371" y="602"/>
                    <a:pt x="375" y="602"/>
                  </a:cubicBezTo>
                  <a:cubicBezTo>
                    <a:pt x="373" y="603"/>
                    <a:pt x="370" y="604"/>
                    <a:pt x="367" y="604"/>
                  </a:cubicBezTo>
                  <a:close/>
                  <a:moveTo>
                    <a:pt x="452" y="608"/>
                  </a:moveTo>
                  <a:cubicBezTo>
                    <a:pt x="453" y="607"/>
                    <a:pt x="455" y="606"/>
                    <a:pt x="457" y="606"/>
                  </a:cubicBezTo>
                  <a:cubicBezTo>
                    <a:pt x="456" y="607"/>
                    <a:pt x="454" y="607"/>
                    <a:pt x="452" y="608"/>
                  </a:cubicBezTo>
                  <a:close/>
                  <a:moveTo>
                    <a:pt x="564" y="575"/>
                  </a:moveTo>
                  <a:cubicBezTo>
                    <a:pt x="565" y="574"/>
                    <a:pt x="563" y="576"/>
                    <a:pt x="564" y="574"/>
                  </a:cubicBezTo>
                  <a:cubicBezTo>
                    <a:pt x="566" y="572"/>
                    <a:pt x="566" y="573"/>
                    <a:pt x="564" y="575"/>
                  </a:cubicBezTo>
                  <a:close/>
                  <a:moveTo>
                    <a:pt x="524" y="595"/>
                  </a:moveTo>
                  <a:cubicBezTo>
                    <a:pt x="525" y="594"/>
                    <a:pt x="527" y="592"/>
                    <a:pt x="528" y="591"/>
                  </a:cubicBezTo>
                  <a:cubicBezTo>
                    <a:pt x="528" y="591"/>
                    <a:pt x="529" y="590"/>
                    <a:pt x="530" y="590"/>
                  </a:cubicBezTo>
                  <a:cubicBezTo>
                    <a:pt x="531" y="590"/>
                    <a:pt x="527" y="594"/>
                    <a:pt x="524" y="595"/>
                  </a:cubicBezTo>
                  <a:close/>
                  <a:moveTo>
                    <a:pt x="448" y="610"/>
                  </a:moveTo>
                  <a:cubicBezTo>
                    <a:pt x="447" y="610"/>
                    <a:pt x="445" y="610"/>
                    <a:pt x="446" y="609"/>
                  </a:cubicBezTo>
                  <a:cubicBezTo>
                    <a:pt x="448" y="609"/>
                    <a:pt x="448" y="608"/>
                    <a:pt x="450" y="608"/>
                  </a:cubicBezTo>
                  <a:lnTo>
                    <a:pt x="448" y="610"/>
                  </a:lnTo>
                  <a:close/>
                  <a:moveTo>
                    <a:pt x="488" y="606"/>
                  </a:moveTo>
                  <a:cubicBezTo>
                    <a:pt x="485" y="606"/>
                    <a:pt x="490" y="603"/>
                    <a:pt x="492" y="603"/>
                  </a:cubicBezTo>
                  <a:cubicBezTo>
                    <a:pt x="491" y="604"/>
                    <a:pt x="489" y="604"/>
                    <a:pt x="488" y="606"/>
                  </a:cubicBezTo>
                  <a:close/>
                  <a:moveTo>
                    <a:pt x="548" y="585"/>
                  </a:moveTo>
                  <a:cubicBezTo>
                    <a:pt x="547" y="586"/>
                    <a:pt x="544" y="587"/>
                    <a:pt x="546" y="585"/>
                  </a:cubicBezTo>
                  <a:cubicBezTo>
                    <a:pt x="547" y="585"/>
                    <a:pt x="548" y="584"/>
                    <a:pt x="548" y="585"/>
                  </a:cubicBezTo>
                  <a:close/>
                  <a:moveTo>
                    <a:pt x="445" y="612"/>
                  </a:moveTo>
                  <a:cubicBezTo>
                    <a:pt x="445" y="612"/>
                    <a:pt x="446" y="611"/>
                    <a:pt x="445" y="611"/>
                  </a:cubicBezTo>
                  <a:cubicBezTo>
                    <a:pt x="444" y="612"/>
                    <a:pt x="443" y="612"/>
                    <a:pt x="443" y="613"/>
                  </a:cubicBezTo>
                  <a:cubicBezTo>
                    <a:pt x="444" y="611"/>
                    <a:pt x="446" y="611"/>
                    <a:pt x="448" y="610"/>
                  </a:cubicBezTo>
                  <a:cubicBezTo>
                    <a:pt x="447" y="611"/>
                    <a:pt x="446" y="612"/>
                    <a:pt x="445" y="612"/>
                  </a:cubicBezTo>
                  <a:close/>
                  <a:moveTo>
                    <a:pt x="448" y="614"/>
                  </a:moveTo>
                  <a:cubicBezTo>
                    <a:pt x="449" y="614"/>
                    <a:pt x="451" y="612"/>
                    <a:pt x="453" y="612"/>
                  </a:cubicBezTo>
                  <a:cubicBezTo>
                    <a:pt x="452" y="614"/>
                    <a:pt x="447" y="615"/>
                    <a:pt x="448" y="614"/>
                  </a:cubicBezTo>
                  <a:close/>
                  <a:moveTo>
                    <a:pt x="569" y="580"/>
                  </a:moveTo>
                  <a:cubicBezTo>
                    <a:pt x="569" y="579"/>
                    <a:pt x="567" y="582"/>
                    <a:pt x="568" y="582"/>
                  </a:cubicBezTo>
                  <a:cubicBezTo>
                    <a:pt x="566" y="583"/>
                    <a:pt x="566" y="582"/>
                    <a:pt x="567" y="581"/>
                  </a:cubicBezTo>
                  <a:cubicBezTo>
                    <a:pt x="569" y="579"/>
                    <a:pt x="568" y="579"/>
                    <a:pt x="571" y="577"/>
                  </a:cubicBezTo>
                  <a:cubicBezTo>
                    <a:pt x="571" y="578"/>
                    <a:pt x="570" y="579"/>
                    <a:pt x="569" y="580"/>
                  </a:cubicBezTo>
                  <a:close/>
                  <a:moveTo>
                    <a:pt x="331" y="605"/>
                  </a:moveTo>
                  <a:cubicBezTo>
                    <a:pt x="333" y="604"/>
                    <a:pt x="334" y="605"/>
                    <a:pt x="336" y="605"/>
                  </a:cubicBezTo>
                  <a:cubicBezTo>
                    <a:pt x="334" y="606"/>
                    <a:pt x="333" y="606"/>
                    <a:pt x="331" y="605"/>
                  </a:cubicBezTo>
                  <a:close/>
                  <a:moveTo>
                    <a:pt x="455" y="621"/>
                  </a:moveTo>
                  <a:cubicBezTo>
                    <a:pt x="456" y="620"/>
                    <a:pt x="458" y="620"/>
                    <a:pt x="459" y="620"/>
                  </a:cubicBezTo>
                  <a:cubicBezTo>
                    <a:pt x="458" y="621"/>
                    <a:pt x="456" y="621"/>
                    <a:pt x="455" y="621"/>
                  </a:cubicBezTo>
                  <a:close/>
                  <a:moveTo>
                    <a:pt x="404" y="622"/>
                  </a:moveTo>
                  <a:cubicBezTo>
                    <a:pt x="401" y="622"/>
                    <a:pt x="404" y="620"/>
                    <a:pt x="406" y="621"/>
                  </a:cubicBezTo>
                  <a:cubicBezTo>
                    <a:pt x="404" y="622"/>
                    <a:pt x="406" y="622"/>
                    <a:pt x="404" y="622"/>
                  </a:cubicBezTo>
                  <a:close/>
                  <a:moveTo>
                    <a:pt x="445" y="624"/>
                  </a:moveTo>
                  <a:cubicBezTo>
                    <a:pt x="444" y="625"/>
                    <a:pt x="442" y="626"/>
                    <a:pt x="441" y="626"/>
                  </a:cubicBezTo>
                  <a:cubicBezTo>
                    <a:pt x="439" y="627"/>
                    <a:pt x="437" y="627"/>
                    <a:pt x="437" y="627"/>
                  </a:cubicBezTo>
                  <a:cubicBezTo>
                    <a:pt x="440" y="627"/>
                    <a:pt x="442" y="625"/>
                    <a:pt x="444" y="624"/>
                  </a:cubicBezTo>
                  <a:cubicBezTo>
                    <a:pt x="443" y="625"/>
                    <a:pt x="446" y="623"/>
                    <a:pt x="445" y="624"/>
                  </a:cubicBezTo>
                  <a:close/>
                  <a:moveTo>
                    <a:pt x="305" y="602"/>
                  </a:moveTo>
                  <a:cubicBezTo>
                    <a:pt x="308" y="602"/>
                    <a:pt x="310" y="602"/>
                    <a:pt x="312" y="603"/>
                  </a:cubicBezTo>
                  <a:cubicBezTo>
                    <a:pt x="310" y="603"/>
                    <a:pt x="306" y="603"/>
                    <a:pt x="305" y="602"/>
                  </a:cubicBezTo>
                  <a:close/>
                  <a:moveTo>
                    <a:pt x="522" y="613"/>
                  </a:moveTo>
                  <a:cubicBezTo>
                    <a:pt x="524" y="613"/>
                    <a:pt x="527" y="610"/>
                    <a:pt x="527" y="611"/>
                  </a:cubicBezTo>
                  <a:cubicBezTo>
                    <a:pt x="526" y="612"/>
                    <a:pt x="522" y="614"/>
                    <a:pt x="522" y="613"/>
                  </a:cubicBezTo>
                  <a:close/>
                  <a:moveTo>
                    <a:pt x="473" y="630"/>
                  </a:moveTo>
                  <a:cubicBezTo>
                    <a:pt x="471" y="630"/>
                    <a:pt x="469" y="631"/>
                    <a:pt x="467" y="631"/>
                  </a:cubicBezTo>
                  <a:cubicBezTo>
                    <a:pt x="469" y="630"/>
                    <a:pt x="471" y="630"/>
                    <a:pt x="473" y="628"/>
                  </a:cubicBezTo>
                  <a:cubicBezTo>
                    <a:pt x="474" y="628"/>
                    <a:pt x="475" y="627"/>
                    <a:pt x="476" y="627"/>
                  </a:cubicBezTo>
                  <a:cubicBezTo>
                    <a:pt x="474" y="629"/>
                    <a:pt x="474" y="628"/>
                    <a:pt x="473" y="630"/>
                  </a:cubicBezTo>
                  <a:close/>
                  <a:moveTo>
                    <a:pt x="386" y="631"/>
                  </a:moveTo>
                  <a:cubicBezTo>
                    <a:pt x="384" y="631"/>
                    <a:pt x="383" y="631"/>
                    <a:pt x="386" y="630"/>
                  </a:cubicBezTo>
                  <a:cubicBezTo>
                    <a:pt x="388" y="630"/>
                    <a:pt x="388" y="631"/>
                    <a:pt x="391" y="630"/>
                  </a:cubicBezTo>
                  <a:cubicBezTo>
                    <a:pt x="390" y="631"/>
                    <a:pt x="388" y="631"/>
                    <a:pt x="386" y="631"/>
                  </a:cubicBezTo>
                  <a:close/>
                  <a:moveTo>
                    <a:pt x="482" y="635"/>
                  </a:moveTo>
                  <a:cubicBezTo>
                    <a:pt x="484" y="633"/>
                    <a:pt x="486" y="631"/>
                    <a:pt x="488" y="631"/>
                  </a:cubicBezTo>
                  <a:cubicBezTo>
                    <a:pt x="486" y="632"/>
                    <a:pt x="484" y="634"/>
                    <a:pt x="482" y="635"/>
                  </a:cubicBezTo>
                  <a:close/>
                  <a:moveTo>
                    <a:pt x="429" y="638"/>
                  </a:moveTo>
                  <a:cubicBezTo>
                    <a:pt x="430" y="637"/>
                    <a:pt x="431" y="637"/>
                    <a:pt x="433" y="637"/>
                  </a:cubicBezTo>
                  <a:cubicBezTo>
                    <a:pt x="431" y="638"/>
                    <a:pt x="430" y="638"/>
                    <a:pt x="429" y="638"/>
                  </a:cubicBezTo>
                  <a:close/>
                  <a:moveTo>
                    <a:pt x="447" y="639"/>
                  </a:moveTo>
                  <a:cubicBezTo>
                    <a:pt x="449" y="638"/>
                    <a:pt x="451" y="637"/>
                    <a:pt x="454" y="636"/>
                  </a:cubicBezTo>
                  <a:cubicBezTo>
                    <a:pt x="451" y="638"/>
                    <a:pt x="449" y="638"/>
                    <a:pt x="447" y="639"/>
                  </a:cubicBezTo>
                  <a:close/>
                  <a:moveTo>
                    <a:pt x="431" y="641"/>
                  </a:moveTo>
                  <a:cubicBezTo>
                    <a:pt x="428" y="641"/>
                    <a:pt x="425" y="643"/>
                    <a:pt x="422" y="644"/>
                  </a:cubicBezTo>
                  <a:cubicBezTo>
                    <a:pt x="424" y="642"/>
                    <a:pt x="428" y="642"/>
                    <a:pt x="432" y="640"/>
                  </a:cubicBezTo>
                  <a:cubicBezTo>
                    <a:pt x="432" y="640"/>
                    <a:pt x="432" y="639"/>
                    <a:pt x="434" y="639"/>
                  </a:cubicBezTo>
                  <a:cubicBezTo>
                    <a:pt x="433" y="640"/>
                    <a:pt x="433" y="640"/>
                    <a:pt x="431" y="641"/>
                  </a:cubicBezTo>
                  <a:close/>
                  <a:moveTo>
                    <a:pt x="380" y="640"/>
                  </a:moveTo>
                  <a:cubicBezTo>
                    <a:pt x="383" y="639"/>
                    <a:pt x="386" y="638"/>
                    <a:pt x="389" y="638"/>
                  </a:cubicBezTo>
                  <a:cubicBezTo>
                    <a:pt x="386" y="639"/>
                    <a:pt x="383" y="639"/>
                    <a:pt x="380" y="640"/>
                  </a:cubicBezTo>
                  <a:close/>
                  <a:moveTo>
                    <a:pt x="469" y="642"/>
                  </a:moveTo>
                  <a:cubicBezTo>
                    <a:pt x="470" y="641"/>
                    <a:pt x="472" y="640"/>
                    <a:pt x="473" y="640"/>
                  </a:cubicBezTo>
                  <a:cubicBezTo>
                    <a:pt x="472" y="641"/>
                    <a:pt x="474" y="641"/>
                    <a:pt x="473" y="642"/>
                  </a:cubicBezTo>
                  <a:cubicBezTo>
                    <a:pt x="470" y="643"/>
                    <a:pt x="471" y="642"/>
                    <a:pt x="469" y="642"/>
                  </a:cubicBezTo>
                  <a:close/>
                  <a:moveTo>
                    <a:pt x="478" y="637"/>
                  </a:moveTo>
                  <a:cubicBezTo>
                    <a:pt x="479" y="638"/>
                    <a:pt x="480" y="637"/>
                    <a:pt x="483" y="636"/>
                  </a:cubicBezTo>
                  <a:cubicBezTo>
                    <a:pt x="479" y="638"/>
                    <a:pt x="476" y="641"/>
                    <a:pt x="474" y="641"/>
                  </a:cubicBezTo>
                  <a:cubicBezTo>
                    <a:pt x="477" y="639"/>
                    <a:pt x="477" y="639"/>
                    <a:pt x="478" y="637"/>
                  </a:cubicBezTo>
                  <a:close/>
                  <a:moveTo>
                    <a:pt x="468" y="641"/>
                  </a:moveTo>
                  <a:cubicBezTo>
                    <a:pt x="469" y="641"/>
                    <a:pt x="473" y="638"/>
                    <a:pt x="473" y="639"/>
                  </a:cubicBezTo>
                  <a:cubicBezTo>
                    <a:pt x="471" y="640"/>
                    <a:pt x="468" y="642"/>
                    <a:pt x="466" y="642"/>
                  </a:cubicBezTo>
                  <a:cubicBezTo>
                    <a:pt x="467" y="641"/>
                    <a:pt x="467" y="641"/>
                    <a:pt x="465" y="641"/>
                  </a:cubicBezTo>
                  <a:cubicBezTo>
                    <a:pt x="467" y="640"/>
                    <a:pt x="469" y="639"/>
                    <a:pt x="471" y="638"/>
                  </a:cubicBezTo>
                  <a:cubicBezTo>
                    <a:pt x="470" y="639"/>
                    <a:pt x="467" y="641"/>
                    <a:pt x="468" y="641"/>
                  </a:cubicBezTo>
                  <a:close/>
                  <a:moveTo>
                    <a:pt x="425" y="645"/>
                  </a:moveTo>
                  <a:cubicBezTo>
                    <a:pt x="426" y="645"/>
                    <a:pt x="428" y="644"/>
                    <a:pt x="429" y="644"/>
                  </a:cubicBezTo>
                  <a:cubicBezTo>
                    <a:pt x="428" y="645"/>
                    <a:pt x="424" y="646"/>
                    <a:pt x="425" y="645"/>
                  </a:cubicBezTo>
                  <a:close/>
                  <a:moveTo>
                    <a:pt x="432" y="643"/>
                  </a:moveTo>
                  <a:cubicBezTo>
                    <a:pt x="430" y="644"/>
                    <a:pt x="434" y="644"/>
                    <a:pt x="431" y="645"/>
                  </a:cubicBezTo>
                  <a:cubicBezTo>
                    <a:pt x="429" y="645"/>
                    <a:pt x="429" y="644"/>
                    <a:pt x="432" y="643"/>
                  </a:cubicBezTo>
                  <a:close/>
                  <a:moveTo>
                    <a:pt x="418" y="644"/>
                  </a:moveTo>
                  <a:cubicBezTo>
                    <a:pt x="416" y="645"/>
                    <a:pt x="415" y="645"/>
                    <a:pt x="413" y="646"/>
                  </a:cubicBezTo>
                  <a:cubicBezTo>
                    <a:pt x="411" y="645"/>
                    <a:pt x="410" y="646"/>
                    <a:pt x="408" y="646"/>
                  </a:cubicBezTo>
                  <a:cubicBezTo>
                    <a:pt x="411" y="645"/>
                    <a:pt x="410" y="646"/>
                    <a:pt x="412" y="644"/>
                  </a:cubicBezTo>
                  <a:cubicBezTo>
                    <a:pt x="413" y="645"/>
                    <a:pt x="414" y="645"/>
                    <a:pt x="416" y="644"/>
                  </a:cubicBezTo>
                  <a:cubicBezTo>
                    <a:pt x="417" y="644"/>
                    <a:pt x="418" y="644"/>
                    <a:pt x="418" y="644"/>
                  </a:cubicBezTo>
                  <a:close/>
                  <a:moveTo>
                    <a:pt x="326" y="629"/>
                  </a:moveTo>
                  <a:cubicBezTo>
                    <a:pt x="327" y="628"/>
                    <a:pt x="330" y="629"/>
                    <a:pt x="330" y="628"/>
                  </a:cubicBezTo>
                  <a:cubicBezTo>
                    <a:pt x="331" y="628"/>
                    <a:pt x="331" y="628"/>
                    <a:pt x="331" y="628"/>
                  </a:cubicBezTo>
                  <a:cubicBezTo>
                    <a:pt x="331" y="628"/>
                    <a:pt x="332" y="628"/>
                    <a:pt x="332" y="628"/>
                  </a:cubicBezTo>
                  <a:cubicBezTo>
                    <a:pt x="331" y="629"/>
                    <a:pt x="328" y="630"/>
                    <a:pt x="326" y="629"/>
                  </a:cubicBezTo>
                  <a:close/>
                  <a:moveTo>
                    <a:pt x="263" y="595"/>
                  </a:moveTo>
                  <a:cubicBezTo>
                    <a:pt x="262" y="595"/>
                    <a:pt x="261" y="595"/>
                    <a:pt x="261" y="594"/>
                  </a:cubicBezTo>
                  <a:cubicBezTo>
                    <a:pt x="263" y="594"/>
                    <a:pt x="265" y="595"/>
                    <a:pt x="263" y="595"/>
                  </a:cubicBezTo>
                  <a:close/>
                  <a:moveTo>
                    <a:pt x="463" y="644"/>
                  </a:moveTo>
                  <a:cubicBezTo>
                    <a:pt x="464" y="643"/>
                    <a:pt x="466" y="642"/>
                    <a:pt x="468" y="642"/>
                  </a:cubicBezTo>
                  <a:cubicBezTo>
                    <a:pt x="467" y="644"/>
                    <a:pt x="462" y="644"/>
                    <a:pt x="463" y="644"/>
                  </a:cubicBezTo>
                  <a:close/>
                  <a:moveTo>
                    <a:pt x="337" y="635"/>
                  </a:moveTo>
                  <a:cubicBezTo>
                    <a:pt x="340" y="635"/>
                    <a:pt x="342" y="635"/>
                    <a:pt x="344" y="635"/>
                  </a:cubicBezTo>
                  <a:cubicBezTo>
                    <a:pt x="342" y="635"/>
                    <a:pt x="339" y="635"/>
                    <a:pt x="337" y="635"/>
                  </a:cubicBezTo>
                  <a:close/>
                  <a:moveTo>
                    <a:pt x="439" y="651"/>
                  </a:moveTo>
                  <a:cubicBezTo>
                    <a:pt x="440" y="651"/>
                    <a:pt x="440" y="651"/>
                    <a:pt x="441" y="650"/>
                  </a:cubicBezTo>
                  <a:cubicBezTo>
                    <a:pt x="443" y="649"/>
                    <a:pt x="444" y="650"/>
                    <a:pt x="447" y="648"/>
                  </a:cubicBezTo>
                  <a:cubicBezTo>
                    <a:pt x="447" y="648"/>
                    <a:pt x="443" y="649"/>
                    <a:pt x="445" y="648"/>
                  </a:cubicBezTo>
                  <a:cubicBezTo>
                    <a:pt x="447" y="647"/>
                    <a:pt x="449" y="647"/>
                    <a:pt x="450" y="647"/>
                  </a:cubicBezTo>
                  <a:cubicBezTo>
                    <a:pt x="447" y="649"/>
                    <a:pt x="440" y="652"/>
                    <a:pt x="439" y="651"/>
                  </a:cubicBezTo>
                  <a:close/>
                  <a:moveTo>
                    <a:pt x="354" y="641"/>
                  </a:moveTo>
                  <a:cubicBezTo>
                    <a:pt x="351" y="641"/>
                    <a:pt x="349" y="642"/>
                    <a:pt x="346" y="641"/>
                  </a:cubicBezTo>
                  <a:cubicBezTo>
                    <a:pt x="348" y="640"/>
                    <a:pt x="351" y="640"/>
                    <a:pt x="353" y="640"/>
                  </a:cubicBezTo>
                  <a:cubicBezTo>
                    <a:pt x="354" y="640"/>
                    <a:pt x="355" y="640"/>
                    <a:pt x="354" y="641"/>
                  </a:cubicBezTo>
                  <a:close/>
                  <a:moveTo>
                    <a:pt x="400" y="650"/>
                  </a:moveTo>
                  <a:cubicBezTo>
                    <a:pt x="399" y="650"/>
                    <a:pt x="398" y="650"/>
                    <a:pt x="397" y="650"/>
                  </a:cubicBezTo>
                  <a:cubicBezTo>
                    <a:pt x="398" y="649"/>
                    <a:pt x="402" y="649"/>
                    <a:pt x="400" y="650"/>
                  </a:cubicBezTo>
                  <a:close/>
                  <a:moveTo>
                    <a:pt x="430" y="654"/>
                  </a:moveTo>
                  <a:cubicBezTo>
                    <a:pt x="431" y="653"/>
                    <a:pt x="431" y="653"/>
                    <a:pt x="431" y="653"/>
                  </a:cubicBezTo>
                  <a:cubicBezTo>
                    <a:pt x="432" y="652"/>
                    <a:pt x="433" y="652"/>
                    <a:pt x="435" y="652"/>
                  </a:cubicBezTo>
                  <a:cubicBezTo>
                    <a:pt x="433" y="653"/>
                    <a:pt x="432" y="654"/>
                    <a:pt x="430" y="654"/>
                  </a:cubicBezTo>
                  <a:close/>
                  <a:moveTo>
                    <a:pt x="388" y="652"/>
                  </a:moveTo>
                  <a:cubicBezTo>
                    <a:pt x="390" y="652"/>
                    <a:pt x="392" y="650"/>
                    <a:pt x="394" y="651"/>
                  </a:cubicBezTo>
                  <a:cubicBezTo>
                    <a:pt x="392" y="651"/>
                    <a:pt x="390" y="652"/>
                    <a:pt x="388" y="652"/>
                  </a:cubicBezTo>
                  <a:close/>
                  <a:moveTo>
                    <a:pt x="371" y="651"/>
                  </a:moveTo>
                  <a:cubicBezTo>
                    <a:pt x="373" y="650"/>
                    <a:pt x="374" y="651"/>
                    <a:pt x="375" y="650"/>
                  </a:cubicBezTo>
                  <a:cubicBezTo>
                    <a:pt x="376" y="650"/>
                    <a:pt x="377" y="650"/>
                    <a:pt x="377" y="651"/>
                  </a:cubicBezTo>
                  <a:cubicBezTo>
                    <a:pt x="375" y="652"/>
                    <a:pt x="373" y="652"/>
                    <a:pt x="371" y="651"/>
                  </a:cubicBezTo>
                  <a:close/>
                  <a:moveTo>
                    <a:pt x="384" y="650"/>
                  </a:moveTo>
                  <a:cubicBezTo>
                    <a:pt x="382" y="650"/>
                    <a:pt x="379" y="651"/>
                    <a:pt x="377" y="651"/>
                  </a:cubicBezTo>
                  <a:cubicBezTo>
                    <a:pt x="379" y="649"/>
                    <a:pt x="384" y="649"/>
                    <a:pt x="384" y="650"/>
                  </a:cubicBezTo>
                  <a:close/>
                  <a:moveTo>
                    <a:pt x="421" y="654"/>
                  </a:moveTo>
                  <a:cubicBezTo>
                    <a:pt x="423" y="653"/>
                    <a:pt x="424" y="653"/>
                    <a:pt x="426" y="653"/>
                  </a:cubicBezTo>
                  <a:cubicBezTo>
                    <a:pt x="424" y="654"/>
                    <a:pt x="423" y="654"/>
                    <a:pt x="421" y="654"/>
                  </a:cubicBezTo>
                  <a:close/>
                  <a:moveTo>
                    <a:pt x="380" y="653"/>
                  </a:moveTo>
                  <a:cubicBezTo>
                    <a:pt x="381" y="652"/>
                    <a:pt x="383" y="652"/>
                    <a:pt x="385" y="652"/>
                  </a:cubicBezTo>
                  <a:cubicBezTo>
                    <a:pt x="385" y="652"/>
                    <a:pt x="382" y="653"/>
                    <a:pt x="380" y="653"/>
                  </a:cubicBezTo>
                  <a:close/>
                  <a:moveTo>
                    <a:pt x="372" y="655"/>
                  </a:moveTo>
                  <a:cubicBezTo>
                    <a:pt x="376" y="654"/>
                    <a:pt x="377" y="653"/>
                    <a:pt x="377" y="652"/>
                  </a:cubicBezTo>
                  <a:cubicBezTo>
                    <a:pt x="380" y="652"/>
                    <a:pt x="379" y="653"/>
                    <a:pt x="380" y="653"/>
                  </a:cubicBezTo>
                  <a:cubicBezTo>
                    <a:pt x="378" y="654"/>
                    <a:pt x="377" y="654"/>
                    <a:pt x="375" y="654"/>
                  </a:cubicBezTo>
                  <a:cubicBezTo>
                    <a:pt x="376" y="655"/>
                    <a:pt x="377" y="654"/>
                    <a:pt x="377" y="655"/>
                  </a:cubicBezTo>
                  <a:cubicBezTo>
                    <a:pt x="373" y="656"/>
                    <a:pt x="371" y="655"/>
                    <a:pt x="369" y="655"/>
                  </a:cubicBezTo>
                  <a:cubicBezTo>
                    <a:pt x="369" y="654"/>
                    <a:pt x="369" y="654"/>
                    <a:pt x="371" y="654"/>
                  </a:cubicBezTo>
                  <a:cubicBezTo>
                    <a:pt x="373" y="654"/>
                    <a:pt x="372" y="654"/>
                    <a:pt x="372" y="655"/>
                  </a:cubicBezTo>
                  <a:close/>
                  <a:moveTo>
                    <a:pt x="363" y="654"/>
                  </a:moveTo>
                  <a:cubicBezTo>
                    <a:pt x="368" y="653"/>
                    <a:pt x="372" y="652"/>
                    <a:pt x="376" y="652"/>
                  </a:cubicBezTo>
                  <a:cubicBezTo>
                    <a:pt x="375" y="654"/>
                    <a:pt x="368" y="654"/>
                    <a:pt x="363" y="654"/>
                  </a:cubicBezTo>
                  <a:close/>
                  <a:moveTo>
                    <a:pt x="423" y="659"/>
                  </a:moveTo>
                  <a:cubicBezTo>
                    <a:pt x="426" y="658"/>
                    <a:pt x="430" y="657"/>
                    <a:pt x="433" y="656"/>
                  </a:cubicBezTo>
                  <a:cubicBezTo>
                    <a:pt x="430" y="658"/>
                    <a:pt x="427" y="659"/>
                    <a:pt x="423" y="659"/>
                  </a:cubicBezTo>
                  <a:close/>
                  <a:moveTo>
                    <a:pt x="404" y="658"/>
                  </a:moveTo>
                  <a:cubicBezTo>
                    <a:pt x="405" y="657"/>
                    <a:pt x="405" y="657"/>
                    <a:pt x="407" y="656"/>
                  </a:cubicBezTo>
                  <a:cubicBezTo>
                    <a:pt x="407" y="657"/>
                    <a:pt x="406" y="658"/>
                    <a:pt x="404" y="658"/>
                  </a:cubicBezTo>
                  <a:close/>
                  <a:moveTo>
                    <a:pt x="409" y="661"/>
                  </a:moveTo>
                  <a:cubicBezTo>
                    <a:pt x="405" y="661"/>
                    <a:pt x="411" y="660"/>
                    <a:pt x="410" y="660"/>
                  </a:cubicBezTo>
                  <a:cubicBezTo>
                    <a:pt x="408" y="660"/>
                    <a:pt x="406" y="661"/>
                    <a:pt x="405" y="661"/>
                  </a:cubicBezTo>
                  <a:cubicBezTo>
                    <a:pt x="408" y="659"/>
                    <a:pt x="411" y="659"/>
                    <a:pt x="414" y="658"/>
                  </a:cubicBezTo>
                  <a:cubicBezTo>
                    <a:pt x="414" y="659"/>
                    <a:pt x="410" y="660"/>
                    <a:pt x="409" y="661"/>
                  </a:cubicBezTo>
                  <a:close/>
                  <a:moveTo>
                    <a:pt x="359" y="652"/>
                  </a:moveTo>
                  <a:cubicBezTo>
                    <a:pt x="355" y="653"/>
                    <a:pt x="351" y="652"/>
                    <a:pt x="352" y="651"/>
                  </a:cubicBezTo>
                  <a:cubicBezTo>
                    <a:pt x="354" y="651"/>
                    <a:pt x="354" y="652"/>
                    <a:pt x="359" y="652"/>
                  </a:cubicBezTo>
                  <a:close/>
                  <a:moveTo>
                    <a:pt x="358" y="654"/>
                  </a:moveTo>
                  <a:cubicBezTo>
                    <a:pt x="361" y="653"/>
                    <a:pt x="361" y="653"/>
                    <a:pt x="361" y="653"/>
                  </a:cubicBezTo>
                  <a:cubicBezTo>
                    <a:pt x="362" y="653"/>
                    <a:pt x="363" y="654"/>
                    <a:pt x="362" y="654"/>
                  </a:cubicBezTo>
                  <a:cubicBezTo>
                    <a:pt x="361" y="653"/>
                    <a:pt x="359" y="655"/>
                    <a:pt x="358" y="654"/>
                  </a:cubicBezTo>
                  <a:close/>
                  <a:moveTo>
                    <a:pt x="382" y="660"/>
                  </a:moveTo>
                  <a:cubicBezTo>
                    <a:pt x="380" y="660"/>
                    <a:pt x="382" y="659"/>
                    <a:pt x="383" y="659"/>
                  </a:cubicBezTo>
                  <a:cubicBezTo>
                    <a:pt x="384" y="659"/>
                    <a:pt x="384" y="659"/>
                    <a:pt x="385" y="659"/>
                  </a:cubicBezTo>
                  <a:cubicBezTo>
                    <a:pt x="384" y="659"/>
                    <a:pt x="383" y="660"/>
                    <a:pt x="382" y="660"/>
                  </a:cubicBezTo>
                  <a:close/>
                  <a:moveTo>
                    <a:pt x="393" y="662"/>
                  </a:moveTo>
                  <a:cubicBezTo>
                    <a:pt x="391" y="662"/>
                    <a:pt x="391" y="661"/>
                    <a:pt x="393" y="660"/>
                  </a:cubicBezTo>
                  <a:cubicBezTo>
                    <a:pt x="396" y="661"/>
                    <a:pt x="395" y="662"/>
                    <a:pt x="393" y="662"/>
                  </a:cubicBezTo>
                  <a:close/>
                  <a:moveTo>
                    <a:pt x="361" y="656"/>
                  </a:moveTo>
                  <a:cubicBezTo>
                    <a:pt x="359" y="657"/>
                    <a:pt x="356" y="656"/>
                    <a:pt x="356" y="656"/>
                  </a:cubicBezTo>
                  <a:cubicBezTo>
                    <a:pt x="359" y="655"/>
                    <a:pt x="358" y="656"/>
                    <a:pt x="361" y="656"/>
                  </a:cubicBezTo>
                  <a:close/>
                  <a:moveTo>
                    <a:pt x="382" y="664"/>
                  </a:moveTo>
                  <a:cubicBezTo>
                    <a:pt x="381" y="664"/>
                    <a:pt x="380" y="664"/>
                    <a:pt x="379" y="664"/>
                  </a:cubicBezTo>
                  <a:cubicBezTo>
                    <a:pt x="382" y="663"/>
                    <a:pt x="383" y="664"/>
                    <a:pt x="384" y="663"/>
                  </a:cubicBezTo>
                  <a:cubicBezTo>
                    <a:pt x="385" y="663"/>
                    <a:pt x="388" y="662"/>
                    <a:pt x="390" y="662"/>
                  </a:cubicBezTo>
                  <a:cubicBezTo>
                    <a:pt x="387" y="664"/>
                    <a:pt x="385" y="663"/>
                    <a:pt x="382" y="664"/>
                  </a:cubicBezTo>
                  <a:close/>
                  <a:moveTo>
                    <a:pt x="364" y="664"/>
                  </a:moveTo>
                  <a:cubicBezTo>
                    <a:pt x="368" y="665"/>
                    <a:pt x="376" y="663"/>
                    <a:pt x="378" y="664"/>
                  </a:cubicBezTo>
                  <a:cubicBezTo>
                    <a:pt x="374" y="664"/>
                    <a:pt x="364" y="666"/>
                    <a:pt x="364" y="664"/>
                  </a:cubicBezTo>
                  <a:close/>
                  <a:moveTo>
                    <a:pt x="368" y="664"/>
                  </a:moveTo>
                  <a:cubicBezTo>
                    <a:pt x="369" y="664"/>
                    <a:pt x="367" y="664"/>
                    <a:pt x="369" y="663"/>
                  </a:cubicBezTo>
                  <a:cubicBezTo>
                    <a:pt x="371" y="663"/>
                    <a:pt x="372" y="663"/>
                    <a:pt x="373" y="663"/>
                  </a:cubicBezTo>
                  <a:cubicBezTo>
                    <a:pt x="370" y="664"/>
                    <a:pt x="371" y="664"/>
                    <a:pt x="368" y="664"/>
                  </a:cubicBezTo>
                  <a:close/>
                  <a:moveTo>
                    <a:pt x="346" y="666"/>
                  </a:moveTo>
                  <a:cubicBezTo>
                    <a:pt x="345" y="665"/>
                    <a:pt x="343" y="666"/>
                    <a:pt x="342" y="665"/>
                  </a:cubicBezTo>
                  <a:cubicBezTo>
                    <a:pt x="343" y="665"/>
                    <a:pt x="345" y="665"/>
                    <a:pt x="347" y="665"/>
                  </a:cubicBezTo>
                  <a:cubicBezTo>
                    <a:pt x="346" y="665"/>
                    <a:pt x="347" y="666"/>
                    <a:pt x="346" y="666"/>
                  </a:cubicBezTo>
                  <a:close/>
                  <a:moveTo>
                    <a:pt x="293" y="652"/>
                  </a:moveTo>
                  <a:cubicBezTo>
                    <a:pt x="295" y="652"/>
                    <a:pt x="301" y="652"/>
                    <a:pt x="299" y="653"/>
                  </a:cubicBezTo>
                  <a:cubicBezTo>
                    <a:pt x="298" y="652"/>
                    <a:pt x="292" y="652"/>
                    <a:pt x="293" y="652"/>
                  </a:cubicBezTo>
                  <a:close/>
                  <a:moveTo>
                    <a:pt x="240" y="622"/>
                  </a:moveTo>
                  <a:cubicBezTo>
                    <a:pt x="238" y="620"/>
                    <a:pt x="242" y="620"/>
                    <a:pt x="243" y="621"/>
                  </a:cubicBezTo>
                  <a:cubicBezTo>
                    <a:pt x="241" y="621"/>
                    <a:pt x="243" y="622"/>
                    <a:pt x="240" y="622"/>
                  </a:cubicBezTo>
                  <a:close/>
                  <a:moveTo>
                    <a:pt x="294" y="653"/>
                  </a:moveTo>
                  <a:cubicBezTo>
                    <a:pt x="296" y="653"/>
                    <a:pt x="297" y="653"/>
                    <a:pt x="298" y="654"/>
                  </a:cubicBezTo>
                  <a:cubicBezTo>
                    <a:pt x="297" y="654"/>
                    <a:pt x="297" y="655"/>
                    <a:pt x="295" y="654"/>
                  </a:cubicBezTo>
                  <a:cubicBezTo>
                    <a:pt x="296" y="654"/>
                    <a:pt x="294" y="653"/>
                    <a:pt x="294" y="653"/>
                  </a:cubicBezTo>
                  <a:close/>
                  <a:moveTo>
                    <a:pt x="292" y="654"/>
                  </a:moveTo>
                  <a:cubicBezTo>
                    <a:pt x="289" y="653"/>
                    <a:pt x="292" y="652"/>
                    <a:pt x="294" y="653"/>
                  </a:cubicBezTo>
                  <a:cubicBezTo>
                    <a:pt x="294" y="654"/>
                    <a:pt x="295" y="654"/>
                    <a:pt x="292" y="654"/>
                  </a:cubicBezTo>
                  <a:close/>
                  <a:moveTo>
                    <a:pt x="315" y="665"/>
                  </a:moveTo>
                  <a:cubicBezTo>
                    <a:pt x="314" y="663"/>
                    <a:pt x="311" y="664"/>
                    <a:pt x="310" y="664"/>
                  </a:cubicBezTo>
                  <a:cubicBezTo>
                    <a:pt x="313" y="663"/>
                    <a:pt x="316" y="664"/>
                    <a:pt x="319" y="664"/>
                  </a:cubicBezTo>
                  <a:lnTo>
                    <a:pt x="315" y="665"/>
                  </a:lnTo>
                  <a:close/>
                  <a:moveTo>
                    <a:pt x="292" y="655"/>
                  </a:moveTo>
                  <a:cubicBezTo>
                    <a:pt x="294" y="655"/>
                    <a:pt x="294" y="655"/>
                    <a:pt x="294" y="655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4" y="656"/>
                    <a:pt x="293" y="656"/>
                    <a:pt x="292" y="655"/>
                  </a:cubicBezTo>
                  <a:close/>
                  <a:moveTo>
                    <a:pt x="282" y="650"/>
                  </a:moveTo>
                  <a:cubicBezTo>
                    <a:pt x="278" y="651"/>
                    <a:pt x="279" y="649"/>
                    <a:pt x="276" y="649"/>
                  </a:cubicBezTo>
                  <a:cubicBezTo>
                    <a:pt x="278" y="649"/>
                    <a:pt x="282" y="650"/>
                    <a:pt x="282" y="650"/>
                  </a:cubicBezTo>
                  <a:close/>
                  <a:moveTo>
                    <a:pt x="274" y="648"/>
                  </a:moveTo>
                  <a:cubicBezTo>
                    <a:pt x="272" y="647"/>
                    <a:pt x="272" y="647"/>
                    <a:pt x="272" y="647"/>
                  </a:cubicBezTo>
                  <a:cubicBezTo>
                    <a:pt x="273" y="647"/>
                    <a:pt x="278" y="647"/>
                    <a:pt x="277" y="648"/>
                  </a:cubicBezTo>
                  <a:cubicBezTo>
                    <a:pt x="275" y="647"/>
                    <a:pt x="274" y="648"/>
                    <a:pt x="274" y="648"/>
                  </a:cubicBezTo>
                  <a:close/>
                  <a:moveTo>
                    <a:pt x="223" y="615"/>
                  </a:moveTo>
                  <a:cubicBezTo>
                    <a:pt x="224" y="616"/>
                    <a:pt x="225" y="617"/>
                    <a:pt x="227" y="617"/>
                  </a:cubicBezTo>
                  <a:cubicBezTo>
                    <a:pt x="223" y="616"/>
                    <a:pt x="219" y="615"/>
                    <a:pt x="215" y="613"/>
                  </a:cubicBezTo>
                  <a:cubicBezTo>
                    <a:pt x="212" y="611"/>
                    <a:pt x="208" y="609"/>
                    <a:pt x="205" y="607"/>
                  </a:cubicBezTo>
                  <a:cubicBezTo>
                    <a:pt x="207" y="607"/>
                    <a:pt x="208" y="610"/>
                    <a:pt x="211" y="610"/>
                  </a:cubicBezTo>
                  <a:cubicBezTo>
                    <a:pt x="210" y="609"/>
                    <a:pt x="208" y="609"/>
                    <a:pt x="210" y="609"/>
                  </a:cubicBezTo>
                  <a:cubicBezTo>
                    <a:pt x="212" y="610"/>
                    <a:pt x="211" y="610"/>
                    <a:pt x="213" y="611"/>
                  </a:cubicBezTo>
                  <a:cubicBezTo>
                    <a:pt x="216" y="612"/>
                    <a:pt x="217" y="614"/>
                    <a:pt x="220" y="614"/>
                  </a:cubicBezTo>
                  <a:cubicBezTo>
                    <a:pt x="219" y="613"/>
                    <a:pt x="217" y="613"/>
                    <a:pt x="216" y="612"/>
                  </a:cubicBezTo>
                  <a:cubicBezTo>
                    <a:pt x="217" y="612"/>
                    <a:pt x="218" y="612"/>
                    <a:pt x="220" y="612"/>
                  </a:cubicBezTo>
                  <a:cubicBezTo>
                    <a:pt x="221" y="613"/>
                    <a:pt x="219" y="613"/>
                    <a:pt x="221" y="614"/>
                  </a:cubicBezTo>
                  <a:cubicBezTo>
                    <a:pt x="223" y="614"/>
                    <a:pt x="220" y="613"/>
                    <a:pt x="222" y="613"/>
                  </a:cubicBezTo>
                  <a:cubicBezTo>
                    <a:pt x="224" y="614"/>
                    <a:pt x="224" y="614"/>
                    <a:pt x="225" y="615"/>
                  </a:cubicBezTo>
                  <a:cubicBezTo>
                    <a:pt x="225" y="615"/>
                    <a:pt x="223" y="615"/>
                    <a:pt x="223" y="615"/>
                  </a:cubicBezTo>
                  <a:close/>
                  <a:moveTo>
                    <a:pt x="281" y="653"/>
                  </a:moveTo>
                  <a:cubicBezTo>
                    <a:pt x="278" y="651"/>
                    <a:pt x="275" y="651"/>
                    <a:pt x="273" y="650"/>
                  </a:cubicBezTo>
                  <a:cubicBezTo>
                    <a:pt x="274" y="650"/>
                    <a:pt x="273" y="649"/>
                    <a:pt x="276" y="650"/>
                  </a:cubicBezTo>
                  <a:cubicBezTo>
                    <a:pt x="279" y="651"/>
                    <a:pt x="277" y="651"/>
                    <a:pt x="277" y="651"/>
                  </a:cubicBezTo>
                  <a:cubicBezTo>
                    <a:pt x="279" y="651"/>
                    <a:pt x="281" y="652"/>
                    <a:pt x="283" y="652"/>
                  </a:cubicBezTo>
                  <a:cubicBezTo>
                    <a:pt x="285" y="652"/>
                    <a:pt x="283" y="653"/>
                    <a:pt x="281" y="653"/>
                  </a:cubicBezTo>
                  <a:close/>
                  <a:moveTo>
                    <a:pt x="301" y="663"/>
                  </a:moveTo>
                  <a:cubicBezTo>
                    <a:pt x="303" y="662"/>
                    <a:pt x="305" y="662"/>
                    <a:pt x="307" y="663"/>
                  </a:cubicBezTo>
                  <a:cubicBezTo>
                    <a:pt x="305" y="663"/>
                    <a:pt x="303" y="663"/>
                    <a:pt x="301" y="663"/>
                  </a:cubicBezTo>
                  <a:close/>
                  <a:moveTo>
                    <a:pt x="260" y="642"/>
                  </a:moveTo>
                  <a:cubicBezTo>
                    <a:pt x="263" y="641"/>
                    <a:pt x="263" y="641"/>
                    <a:pt x="263" y="641"/>
                  </a:cubicBezTo>
                  <a:cubicBezTo>
                    <a:pt x="264" y="642"/>
                    <a:pt x="264" y="642"/>
                    <a:pt x="264" y="642"/>
                  </a:cubicBezTo>
                  <a:cubicBezTo>
                    <a:pt x="263" y="642"/>
                    <a:pt x="261" y="642"/>
                    <a:pt x="260" y="642"/>
                  </a:cubicBezTo>
                  <a:close/>
                  <a:moveTo>
                    <a:pt x="241" y="640"/>
                  </a:moveTo>
                  <a:cubicBezTo>
                    <a:pt x="240" y="640"/>
                    <a:pt x="239" y="640"/>
                    <a:pt x="238" y="639"/>
                  </a:cubicBezTo>
                  <a:cubicBezTo>
                    <a:pt x="243" y="640"/>
                    <a:pt x="244" y="642"/>
                    <a:pt x="246" y="643"/>
                  </a:cubicBezTo>
                  <a:cubicBezTo>
                    <a:pt x="247" y="643"/>
                    <a:pt x="248" y="643"/>
                    <a:pt x="249" y="643"/>
                  </a:cubicBezTo>
                  <a:cubicBezTo>
                    <a:pt x="253" y="646"/>
                    <a:pt x="258" y="647"/>
                    <a:pt x="263" y="647"/>
                  </a:cubicBezTo>
                  <a:cubicBezTo>
                    <a:pt x="264" y="647"/>
                    <a:pt x="266" y="647"/>
                    <a:pt x="267" y="647"/>
                  </a:cubicBezTo>
                  <a:cubicBezTo>
                    <a:pt x="267" y="648"/>
                    <a:pt x="269" y="647"/>
                    <a:pt x="272" y="648"/>
                  </a:cubicBezTo>
                  <a:cubicBezTo>
                    <a:pt x="268" y="648"/>
                    <a:pt x="264" y="648"/>
                    <a:pt x="262" y="648"/>
                  </a:cubicBezTo>
                  <a:cubicBezTo>
                    <a:pt x="258" y="646"/>
                    <a:pt x="251" y="646"/>
                    <a:pt x="246" y="645"/>
                  </a:cubicBezTo>
                  <a:cubicBezTo>
                    <a:pt x="247" y="644"/>
                    <a:pt x="250" y="645"/>
                    <a:pt x="249" y="644"/>
                  </a:cubicBezTo>
                  <a:cubicBezTo>
                    <a:pt x="247" y="644"/>
                    <a:pt x="245" y="643"/>
                    <a:pt x="242" y="643"/>
                  </a:cubicBezTo>
                  <a:cubicBezTo>
                    <a:pt x="243" y="644"/>
                    <a:pt x="244" y="644"/>
                    <a:pt x="244" y="644"/>
                  </a:cubicBezTo>
                  <a:cubicBezTo>
                    <a:pt x="242" y="643"/>
                    <a:pt x="236" y="643"/>
                    <a:pt x="236" y="641"/>
                  </a:cubicBezTo>
                  <a:cubicBezTo>
                    <a:pt x="239" y="643"/>
                    <a:pt x="244" y="643"/>
                    <a:pt x="242" y="641"/>
                  </a:cubicBezTo>
                  <a:cubicBezTo>
                    <a:pt x="241" y="642"/>
                    <a:pt x="233" y="639"/>
                    <a:pt x="234" y="639"/>
                  </a:cubicBezTo>
                  <a:cubicBezTo>
                    <a:pt x="236" y="640"/>
                    <a:pt x="242" y="642"/>
                    <a:pt x="241" y="640"/>
                  </a:cubicBezTo>
                  <a:close/>
                  <a:moveTo>
                    <a:pt x="238" y="641"/>
                  </a:moveTo>
                  <a:cubicBezTo>
                    <a:pt x="238" y="642"/>
                    <a:pt x="235" y="641"/>
                    <a:pt x="233" y="641"/>
                  </a:cubicBezTo>
                  <a:cubicBezTo>
                    <a:pt x="235" y="641"/>
                    <a:pt x="231" y="640"/>
                    <a:pt x="230" y="639"/>
                  </a:cubicBezTo>
                  <a:cubicBezTo>
                    <a:pt x="233" y="639"/>
                    <a:pt x="235" y="640"/>
                    <a:pt x="238" y="641"/>
                  </a:cubicBezTo>
                  <a:close/>
                  <a:moveTo>
                    <a:pt x="301" y="662"/>
                  </a:moveTo>
                  <a:cubicBezTo>
                    <a:pt x="298" y="662"/>
                    <a:pt x="295" y="662"/>
                    <a:pt x="292" y="661"/>
                  </a:cubicBezTo>
                  <a:cubicBezTo>
                    <a:pt x="295" y="661"/>
                    <a:pt x="300" y="661"/>
                    <a:pt x="301" y="662"/>
                  </a:cubicBezTo>
                  <a:close/>
                  <a:moveTo>
                    <a:pt x="278" y="653"/>
                  </a:moveTo>
                  <a:cubicBezTo>
                    <a:pt x="279" y="653"/>
                    <a:pt x="280" y="653"/>
                    <a:pt x="281" y="654"/>
                  </a:cubicBezTo>
                  <a:cubicBezTo>
                    <a:pt x="280" y="655"/>
                    <a:pt x="276" y="653"/>
                    <a:pt x="278" y="653"/>
                  </a:cubicBezTo>
                  <a:close/>
                  <a:moveTo>
                    <a:pt x="266" y="650"/>
                  </a:moveTo>
                  <a:cubicBezTo>
                    <a:pt x="268" y="650"/>
                    <a:pt x="273" y="651"/>
                    <a:pt x="272" y="651"/>
                  </a:cubicBezTo>
                  <a:cubicBezTo>
                    <a:pt x="270" y="651"/>
                    <a:pt x="268" y="651"/>
                    <a:pt x="266" y="650"/>
                  </a:cubicBezTo>
                  <a:close/>
                  <a:moveTo>
                    <a:pt x="286" y="660"/>
                  </a:moveTo>
                  <a:cubicBezTo>
                    <a:pt x="286" y="660"/>
                    <a:pt x="289" y="660"/>
                    <a:pt x="291" y="661"/>
                  </a:cubicBezTo>
                  <a:cubicBezTo>
                    <a:pt x="289" y="661"/>
                    <a:pt x="288" y="661"/>
                    <a:pt x="286" y="660"/>
                  </a:cubicBezTo>
                  <a:close/>
                  <a:moveTo>
                    <a:pt x="199" y="604"/>
                  </a:moveTo>
                  <a:cubicBezTo>
                    <a:pt x="200" y="604"/>
                    <a:pt x="202" y="606"/>
                    <a:pt x="202" y="605"/>
                  </a:cubicBezTo>
                  <a:cubicBezTo>
                    <a:pt x="205" y="606"/>
                    <a:pt x="200" y="606"/>
                    <a:pt x="199" y="604"/>
                  </a:cubicBezTo>
                  <a:close/>
                  <a:moveTo>
                    <a:pt x="193" y="601"/>
                  </a:moveTo>
                  <a:cubicBezTo>
                    <a:pt x="194" y="601"/>
                    <a:pt x="196" y="602"/>
                    <a:pt x="198" y="602"/>
                  </a:cubicBezTo>
                  <a:cubicBezTo>
                    <a:pt x="200" y="604"/>
                    <a:pt x="200" y="604"/>
                    <a:pt x="200" y="604"/>
                  </a:cubicBezTo>
                  <a:cubicBezTo>
                    <a:pt x="197" y="603"/>
                    <a:pt x="195" y="603"/>
                    <a:pt x="193" y="601"/>
                  </a:cubicBezTo>
                  <a:close/>
                  <a:moveTo>
                    <a:pt x="250" y="646"/>
                  </a:moveTo>
                  <a:cubicBezTo>
                    <a:pt x="252" y="646"/>
                    <a:pt x="256" y="647"/>
                    <a:pt x="256" y="648"/>
                  </a:cubicBezTo>
                  <a:cubicBezTo>
                    <a:pt x="254" y="647"/>
                    <a:pt x="252" y="647"/>
                    <a:pt x="250" y="646"/>
                  </a:cubicBezTo>
                  <a:close/>
                  <a:moveTo>
                    <a:pt x="259" y="654"/>
                  </a:moveTo>
                  <a:cubicBezTo>
                    <a:pt x="261" y="654"/>
                    <a:pt x="263" y="654"/>
                    <a:pt x="264" y="655"/>
                  </a:cubicBezTo>
                  <a:cubicBezTo>
                    <a:pt x="262" y="655"/>
                    <a:pt x="261" y="655"/>
                    <a:pt x="259" y="654"/>
                  </a:cubicBezTo>
                  <a:close/>
                  <a:moveTo>
                    <a:pt x="227" y="637"/>
                  </a:moveTo>
                  <a:cubicBezTo>
                    <a:pt x="226" y="636"/>
                    <a:pt x="224" y="636"/>
                    <a:pt x="223" y="635"/>
                  </a:cubicBezTo>
                  <a:cubicBezTo>
                    <a:pt x="225" y="635"/>
                    <a:pt x="225" y="635"/>
                    <a:pt x="228" y="636"/>
                  </a:cubicBezTo>
                  <a:cubicBezTo>
                    <a:pt x="226" y="636"/>
                    <a:pt x="229" y="637"/>
                    <a:pt x="227" y="637"/>
                  </a:cubicBezTo>
                  <a:close/>
                  <a:moveTo>
                    <a:pt x="216" y="631"/>
                  </a:moveTo>
                  <a:cubicBezTo>
                    <a:pt x="215" y="630"/>
                    <a:pt x="214" y="630"/>
                    <a:pt x="213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8" y="631"/>
                    <a:pt x="216" y="629"/>
                    <a:pt x="218" y="629"/>
                  </a:cubicBezTo>
                  <a:cubicBezTo>
                    <a:pt x="219" y="630"/>
                    <a:pt x="220" y="630"/>
                    <a:pt x="221" y="631"/>
                  </a:cubicBezTo>
                  <a:cubicBezTo>
                    <a:pt x="218" y="631"/>
                    <a:pt x="218" y="631"/>
                    <a:pt x="216" y="631"/>
                  </a:cubicBezTo>
                  <a:close/>
                  <a:moveTo>
                    <a:pt x="221" y="636"/>
                  </a:moveTo>
                  <a:cubicBezTo>
                    <a:pt x="221" y="636"/>
                    <a:pt x="219" y="635"/>
                    <a:pt x="220" y="635"/>
                  </a:cubicBezTo>
                  <a:cubicBezTo>
                    <a:pt x="222" y="636"/>
                    <a:pt x="226" y="636"/>
                    <a:pt x="228" y="638"/>
                  </a:cubicBezTo>
                  <a:cubicBezTo>
                    <a:pt x="225" y="637"/>
                    <a:pt x="223" y="636"/>
                    <a:pt x="221" y="636"/>
                  </a:cubicBezTo>
                  <a:close/>
                  <a:moveTo>
                    <a:pt x="122" y="502"/>
                  </a:moveTo>
                  <a:cubicBezTo>
                    <a:pt x="121" y="501"/>
                    <a:pt x="123" y="501"/>
                    <a:pt x="124" y="502"/>
                  </a:cubicBezTo>
                  <a:cubicBezTo>
                    <a:pt x="124" y="503"/>
                    <a:pt x="124" y="504"/>
                    <a:pt x="125" y="504"/>
                  </a:cubicBezTo>
                  <a:cubicBezTo>
                    <a:pt x="125" y="505"/>
                    <a:pt x="123" y="503"/>
                    <a:pt x="122" y="502"/>
                  </a:cubicBezTo>
                  <a:close/>
                  <a:moveTo>
                    <a:pt x="171" y="589"/>
                  </a:moveTo>
                  <a:cubicBezTo>
                    <a:pt x="169" y="588"/>
                    <a:pt x="168" y="587"/>
                    <a:pt x="166" y="585"/>
                  </a:cubicBezTo>
                  <a:cubicBezTo>
                    <a:pt x="168" y="586"/>
                    <a:pt x="169" y="585"/>
                    <a:pt x="171" y="587"/>
                  </a:cubicBezTo>
                  <a:cubicBezTo>
                    <a:pt x="170" y="587"/>
                    <a:pt x="168" y="587"/>
                    <a:pt x="171" y="589"/>
                  </a:cubicBezTo>
                  <a:close/>
                  <a:moveTo>
                    <a:pt x="203" y="625"/>
                  </a:moveTo>
                  <a:cubicBezTo>
                    <a:pt x="206" y="626"/>
                    <a:pt x="206" y="626"/>
                    <a:pt x="205" y="627"/>
                  </a:cubicBezTo>
                  <a:cubicBezTo>
                    <a:pt x="209" y="628"/>
                    <a:pt x="216" y="631"/>
                    <a:pt x="217" y="633"/>
                  </a:cubicBezTo>
                  <a:cubicBezTo>
                    <a:pt x="213" y="630"/>
                    <a:pt x="207" y="628"/>
                    <a:pt x="204" y="627"/>
                  </a:cubicBezTo>
                  <a:cubicBezTo>
                    <a:pt x="205" y="627"/>
                    <a:pt x="204" y="627"/>
                    <a:pt x="203" y="626"/>
                  </a:cubicBezTo>
                  <a:cubicBezTo>
                    <a:pt x="203" y="626"/>
                    <a:pt x="203" y="626"/>
                    <a:pt x="200" y="625"/>
                  </a:cubicBezTo>
                  <a:cubicBezTo>
                    <a:pt x="199" y="624"/>
                    <a:pt x="200" y="625"/>
                    <a:pt x="200" y="624"/>
                  </a:cubicBezTo>
                  <a:cubicBezTo>
                    <a:pt x="199" y="624"/>
                    <a:pt x="199" y="624"/>
                    <a:pt x="197" y="623"/>
                  </a:cubicBezTo>
                  <a:cubicBezTo>
                    <a:pt x="198" y="624"/>
                    <a:pt x="194" y="623"/>
                    <a:pt x="193" y="622"/>
                  </a:cubicBezTo>
                  <a:cubicBezTo>
                    <a:pt x="193" y="621"/>
                    <a:pt x="196" y="622"/>
                    <a:pt x="198" y="622"/>
                  </a:cubicBezTo>
                  <a:cubicBezTo>
                    <a:pt x="201" y="624"/>
                    <a:pt x="201" y="625"/>
                    <a:pt x="203" y="625"/>
                  </a:cubicBezTo>
                  <a:close/>
                  <a:moveTo>
                    <a:pt x="240" y="654"/>
                  </a:moveTo>
                  <a:cubicBezTo>
                    <a:pt x="237" y="653"/>
                    <a:pt x="234" y="653"/>
                    <a:pt x="232" y="653"/>
                  </a:cubicBezTo>
                  <a:cubicBezTo>
                    <a:pt x="230" y="651"/>
                    <a:pt x="234" y="653"/>
                    <a:pt x="236" y="652"/>
                  </a:cubicBezTo>
                  <a:cubicBezTo>
                    <a:pt x="236" y="653"/>
                    <a:pt x="238" y="653"/>
                    <a:pt x="239" y="653"/>
                  </a:cubicBezTo>
                  <a:cubicBezTo>
                    <a:pt x="241" y="654"/>
                    <a:pt x="241" y="654"/>
                    <a:pt x="240" y="654"/>
                  </a:cubicBezTo>
                  <a:close/>
                  <a:moveTo>
                    <a:pt x="203" y="628"/>
                  </a:moveTo>
                  <a:cubicBezTo>
                    <a:pt x="201" y="626"/>
                    <a:pt x="198" y="625"/>
                    <a:pt x="196" y="624"/>
                  </a:cubicBezTo>
                  <a:cubicBezTo>
                    <a:pt x="198" y="625"/>
                    <a:pt x="200" y="625"/>
                    <a:pt x="201" y="626"/>
                  </a:cubicBezTo>
                  <a:cubicBezTo>
                    <a:pt x="200" y="626"/>
                    <a:pt x="206" y="628"/>
                    <a:pt x="203" y="628"/>
                  </a:cubicBezTo>
                  <a:close/>
                  <a:moveTo>
                    <a:pt x="220" y="645"/>
                  </a:moveTo>
                  <a:cubicBezTo>
                    <a:pt x="220" y="644"/>
                    <a:pt x="223" y="644"/>
                    <a:pt x="224" y="645"/>
                  </a:cubicBezTo>
                  <a:cubicBezTo>
                    <a:pt x="223" y="645"/>
                    <a:pt x="221" y="645"/>
                    <a:pt x="220" y="645"/>
                  </a:cubicBezTo>
                  <a:close/>
                  <a:moveTo>
                    <a:pt x="222" y="649"/>
                  </a:moveTo>
                  <a:cubicBezTo>
                    <a:pt x="223" y="649"/>
                    <a:pt x="225" y="650"/>
                    <a:pt x="226" y="650"/>
                  </a:cubicBezTo>
                  <a:cubicBezTo>
                    <a:pt x="225" y="649"/>
                    <a:pt x="223" y="648"/>
                    <a:pt x="225" y="648"/>
                  </a:cubicBezTo>
                  <a:cubicBezTo>
                    <a:pt x="227" y="649"/>
                    <a:pt x="232" y="650"/>
                    <a:pt x="231" y="651"/>
                  </a:cubicBezTo>
                  <a:cubicBezTo>
                    <a:pt x="228" y="651"/>
                    <a:pt x="225" y="651"/>
                    <a:pt x="222" y="649"/>
                  </a:cubicBezTo>
                  <a:close/>
                  <a:moveTo>
                    <a:pt x="191" y="620"/>
                  </a:moveTo>
                  <a:cubicBezTo>
                    <a:pt x="190" y="619"/>
                    <a:pt x="186" y="618"/>
                    <a:pt x="187" y="618"/>
                  </a:cubicBezTo>
                  <a:cubicBezTo>
                    <a:pt x="189" y="618"/>
                    <a:pt x="193" y="620"/>
                    <a:pt x="191" y="620"/>
                  </a:cubicBezTo>
                  <a:close/>
                  <a:moveTo>
                    <a:pt x="199" y="631"/>
                  </a:moveTo>
                  <a:cubicBezTo>
                    <a:pt x="201" y="632"/>
                    <a:pt x="203" y="633"/>
                    <a:pt x="205" y="634"/>
                  </a:cubicBezTo>
                  <a:cubicBezTo>
                    <a:pt x="205" y="634"/>
                    <a:pt x="198" y="632"/>
                    <a:pt x="199" y="631"/>
                  </a:cubicBezTo>
                  <a:close/>
                  <a:moveTo>
                    <a:pt x="216" y="645"/>
                  </a:moveTo>
                  <a:cubicBezTo>
                    <a:pt x="217" y="646"/>
                    <a:pt x="218" y="645"/>
                    <a:pt x="218" y="645"/>
                  </a:cubicBezTo>
                  <a:cubicBezTo>
                    <a:pt x="219" y="646"/>
                    <a:pt x="224" y="648"/>
                    <a:pt x="223" y="648"/>
                  </a:cubicBezTo>
                  <a:cubicBezTo>
                    <a:pt x="221" y="647"/>
                    <a:pt x="218" y="647"/>
                    <a:pt x="216" y="645"/>
                  </a:cubicBezTo>
                  <a:close/>
                  <a:moveTo>
                    <a:pt x="168" y="608"/>
                  </a:moveTo>
                  <a:cubicBezTo>
                    <a:pt x="172" y="609"/>
                    <a:pt x="177" y="613"/>
                    <a:pt x="181" y="615"/>
                  </a:cubicBezTo>
                  <a:cubicBezTo>
                    <a:pt x="181" y="614"/>
                    <a:pt x="179" y="613"/>
                    <a:pt x="181" y="613"/>
                  </a:cubicBezTo>
                  <a:cubicBezTo>
                    <a:pt x="181" y="615"/>
                    <a:pt x="183" y="615"/>
                    <a:pt x="186" y="617"/>
                  </a:cubicBezTo>
                  <a:cubicBezTo>
                    <a:pt x="184" y="617"/>
                    <a:pt x="182" y="616"/>
                    <a:pt x="182" y="617"/>
                  </a:cubicBezTo>
                  <a:cubicBezTo>
                    <a:pt x="180" y="614"/>
                    <a:pt x="173" y="611"/>
                    <a:pt x="168" y="608"/>
                  </a:cubicBezTo>
                  <a:close/>
                  <a:moveTo>
                    <a:pt x="103" y="475"/>
                  </a:moveTo>
                  <a:cubicBezTo>
                    <a:pt x="104" y="477"/>
                    <a:pt x="106" y="478"/>
                    <a:pt x="106" y="479"/>
                  </a:cubicBezTo>
                  <a:cubicBezTo>
                    <a:pt x="105" y="478"/>
                    <a:pt x="102" y="475"/>
                    <a:pt x="103" y="475"/>
                  </a:cubicBezTo>
                  <a:close/>
                  <a:moveTo>
                    <a:pt x="138" y="564"/>
                  </a:moveTo>
                  <a:cubicBezTo>
                    <a:pt x="138" y="563"/>
                    <a:pt x="137" y="562"/>
                    <a:pt x="136" y="562"/>
                  </a:cubicBezTo>
                  <a:cubicBezTo>
                    <a:pt x="135" y="560"/>
                    <a:pt x="140" y="563"/>
                    <a:pt x="142" y="565"/>
                  </a:cubicBezTo>
                  <a:cubicBezTo>
                    <a:pt x="139" y="564"/>
                    <a:pt x="139" y="564"/>
                    <a:pt x="138" y="564"/>
                  </a:cubicBezTo>
                  <a:close/>
                  <a:moveTo>
                    <a:pt x="205" y="640"/>
                  </a:moveTo>
                  <a:cubicBezTo>
                    <a:pt x="209" y="641"/>
                    <a:pt x="212" y="643"/>
                    <a:pt x="215" y="645"/>
                  </a:cubicBezTo>
                  <a:cubicBezTo>
                    <a:pt x="213" y="644"/>
                    <a:pt x="213" y="644"/>
                    <a:pt x="213" y="644"/>
                  </a:cubicBezTo>
                  <a:cubicBezTo>
                    <a:pt x="211" y="643"/>
                    <a:pt x="208" y="642"/>
                    <a:pt x="205" y="640"/>
                  </a:cubicBezTo>
                  <a:close/>
                  <a:moveTo>
                    <a:pt x="163" y="598"/>
                  </a:moveTo>
                  <a:cubicBezTo>
                    <a:pt x="165" y="599"/>
                    <a:pt x="170" y="602"/>
                    <a:pt x="170" y="603"/>
                  </a:cubicBezTo>
                  <a:cubicBezTo>
                    <a:pt x="168" y="602"/>
                    <a:pt x="163" y="599"/>
                    <a:pt x="163" y="598"/>
                  </a:cubicBezTo>
                  <a:close/>
                  <a:moveTo>
                    <a:pt x="166" y="604"/>
                  </a:moveTo>
                  <a:cubicBezTo>
                    <a:pt x="164" y="602"/>
                    <a:pt x="161" y="600"/>
                    <a:pt x="158" y="598"/>
                  </a:cubicBezTo>
                  <a:cubicBezTo>
                    <a:pt x="162" y="599"/>
                    <a:pt x="167" y="603"/>
                    <a:pt x="168" y="605"/>
                  </a:cubicBezTo>
                  <a:cubicBezTo>
                    <a:pt x="167" y="604"/>
                    <a:pt x="166" y="604"/>
                    <a:pt x="166" y="604"/>
                  </a:cubicBezTo>
                  <a:close/>
                  <a:moveTo>
                    <a:pt x="200" y="639"/>
                  </a:moveTo>
                  <a:cubicBezTo>
                    <a:pt x="201" y="639"/>
                    <a:pt x="199" y="638"/>
                    <a:pt x="200" y="638"/>
                  </a:cubicBezTo>
                  <a:cubicBezTo>
                    <a:pt x="201" y="639"/>
                    <a:pt x="203" y="639"/>
                    <a:pt x="204" y="640"/>
                  </a:cubicBezTo>
                  <a:cubicBezTo>
                    <a:pt x="203" y="640"/>
                    <a:pt x="201" y="640"/>
                    <a:pt x="200" y="639"/>
                  </a:cubicBezTo>
                  <a:close/>
                  <a:moveTo>
                    <a:pt x="189" y="633"/>
                  </a:moveTo>
                  <a:cubicBezTo>
                    <a:pt x="192" y="633"/>
                    <a:pt x="194" y="634"/>
                    <a:pt x="195" y="635"/>
                  </a:cubicBezTo>
                  <a:cubicBezTo>
                    <a:pt x="193" y="635"/>
                    <a:pt x="191" y="634"/>
                    <a:pt x="189" y="633"/>
                  </a:cubicBezTo>
                  <a:close/>
                  <a:moveTo>
                    <a:pt x="164" y="605"/>
                  </a:moveTo>
                  <a:cubicBezTo>
                    <a:pt x="161" y="604"/>
                    <a:pt x="161" y="603"/>
                    <a:pt x="159" y="601"/>
                  </a:cubicBezTo>
                  <a:cubicBezTo>
                    <a:pt x="160" y="601"/>
                    <a:pt x="161" y="601"/>
                    <a:pt x="161" y="601"/>
                  </a:cubicBezTo>
                  <a:cubicBezTo>
                    <a:pt x="161" y="602"/>
                    <a:pt x="162" y="602"/>
                    <a:pt x="162" y="602"/>
                  </a:cubicBezTo>
                  <a:cubicBezTo>
                    <a:pt x="160" y="602"/>
                    <a:pt x="162" y="603"/>
                    <a:pt x="164" y="605"/>
                  </a:cubicBezTo>
                  <a:close/>
                  <a:moveTo>
                    <a:pt x="194" y="638"/>
                  </a:moveTo>
                  <a:cubicBezTo>
                    <a:pt x="191" y="636"/>
                    <a:pt x="187" y="635"/>
                    <a:pt x="185" y="633"/>
                  </a:cubicBezTo>
                  <a:cubicBezTo>
                    <a:pt x="188" y="634"/>
                    <a:pt x="188" y="633"/>
                    <a:pt x="190" y="634"/>
                  </a:cubicBezTo>
                  <a:cubicBezTo>
                    <a:pt x="193" y="636"/>
                    <a:pt x="189" y="635"/>
                    <a:pt x="192" y="636"/>
                  </a:cubicBezTo>
                  <a:cubicBezTo>
                    <a:pt x="193" y="636"/>
                    <a:pt x="192" y="635"/>
                    <a:pt x="194" y="636"/>
                  </a:cubicBezTo>
                  <a:cubicBezTo>
                    <a:pt x="195" y="637"/>
                    <a:pt x="194" y="637"/>
                    <a:pt x="194" y="638"/>
                  </a:cubicBezTo>
                  <a:close/>
                  <a:moveTo>
                    <a:pt x="182" y="629"/>
                  </a:moveTo>
                  <a:cubicBezTo>
                    <a:pt x="182" y="629"/>
                    <a:pt x="183" y="629"/>
                    <a:pt x="184" y="629"/>
                  </a:cubicBezTo>
                  <a:cubicBezTo>
                    <a:pt x="185" y="631"/>
                    <a:pt x="187" y="631"/>
                    <a:pt x="189" y="632"/>
                  </a:cubicBezTo>
                  <a:cubicBezTo>
                    <a:pt x="188" y="632"/>
                    <a:pt x="188" y="632"/>
                    <a:pt x="187" y="632"/>
                  </a:cubicBezTo>
                  <a:cubicBezTo>
                    <a:pt x="186" y="631"/>
                    <a:pt x="184" y="631"/>
                    <a:pt x="182" y="629"/>
                  </a:cubicBezTo>
                  <a:close/>
                  <a:moveTo>
                    <a:pt x="147" y="593"/>
                  </a:moveTo>
                  <a:cubicBezTo>
                    <a:pt x="149" y="595"/>
                    <a:pt x="157" y="598"/>
                    <a:pt x="155" y="599"/>
                  </a:cubicBezTo>
                  <a:cubicBezTo>
                    <a:pt x="153" y="597"/>
                    <a:pt x="149" y="596"/>
                    <a:pt x="147" y="593"/>
                  </a:cubicBezTo>
                  <a:close/>
                  <a:moveTo>
                    <a:pt x="135" y="580"/>
                  </a:moveTo>
                  <a:cubicBezTo>
                    <a:pt x="136" y="581"/>
                    <a:pt x="138" y="582"/>
                    <a:pt x="139" y="583"/>
                  </a:cubicBezTo>
                  <a:cubicBezTo>
                    <a:pt x="138" y="584"/>
                    <a:pt x="136" y="582"/>
                    <a:pt x="135" y="580"/>
                  </a:cubicBezTo>
                  <a:close/>
                  <a:moveTo>
                    <a:pt x="133" y="581"/>
                  </a:moveTo>
                  <a:cubicBezTo>
                    <a:pt x="136" y="584"/>
                    <a:pt x="144" y="589"/>
                    <a:pt x="142" y="590"/>
                  </a:cubicBezTo>
                  <a:cubicBezTo>
                    <a:pt x="140" y="587"/>
                    <a:pt x="134" y="583"/>
                    <a:pt x="133" y="581"/>
                  </a:cubicBezTo>
                  <a:close/>
                  <a:moveTo>
                    <a:pt x="120" y="565"/>
                  </a:moveTo>
                  <a:cubicBezTo>
                    <a:pt x="122" y="565"/>
                    <a:pt x="123" y="566"/>
                    <a:pt x="124" y="568"/>
                  </a:cubicBezTo>
                  <a:cubicBezTo>
                    <a:pt x="124" y="568"/>
                    <a:pt x="121" y="566"/>
                    <a:pt x="120" y="565"/>
                  </a:cubicBezTo>
                  <a:close/>
                  <a:moveTo>
                    <a:pt x="121" y="569"/>
                  </a:moveTo>
                  <a:cubicBezTo>
                    <a:pt x="120" y="566"/>
                    <a:pt x="117" y="564"/>
                    <a:pt x="115" y="562"/>
                  </a:cubicBezTo>
                  <a:cubicBezTo>
                    <a:pt x="117" y="562"/>
                    <a:pt x="121" y="567"/>
                    <a:pt x="124" y="570"/>
                  </a:cubicBezTo>
                  <a:cubicBezTo>
                    <a:pt x="123" y="569"/>
                    <a:pt x="123" y="570"/>
                    <a:pt x="121" y="569"/>
                  </a:cubicBezTo>
                  <a:close/>
                  <a:moveTo>
                    <a:pt x="120" y="569"/>
                  </a:moveTo>
                  <a:cubicBezTo>
                    <a:pt x="118" y="566"/>
                    <a:pt x="116" y="567"/>
                    <a:pt x="114" y="564"/>
                  </a:cubicBezTo>
                  <a:cubicBezTo>
                    <a:pt x="117" y="566"/>
                    <a:pt x="115" y="565"/>
                    <a:pt x="117" y="565"/>
                  </a:cubicBezTo>
                  <a:cubicBezTo>
                    <a:pt x="118" y="566"/>
                    <a:pt x="122" y="569"/>
                    <a:pt x="120" y="569"/>
                  </a:cubicBezTo>
                  <a:close/>
                  <a:moveTo>
                    <a:pt x="106" y="554"/>
                  </a:moveTo>
                  <a:cubicBezTo>
                    <a:pt x="108" y="555"/>
                    <a:pt x="109" y="556"/>
                    <a:pt x="110" y="558"/>
                  </a:cubicBezTo>
                  <a:cubicBezTo>
                    <a:pt x="109" y="558"/>
                    <a:pt x="106" y="556"/>
                    <a:pt x="106" y="554"/>
                  </a:cubicBezTo>
                  <a:close/>
                  <a:moveTo>
                    <a:pt x="126" y="590"/>
                  </a:moveTo>
                  <a:cubicBezTo>
                    <a:pt x="128" y="591"/>
                    <a:pt x="129" y="592"/>
                    <a:pt x="131" y="594"/>
                  </a:cubicBezTo>
                  <a:cubicBezTo>
                    <a:pt x="129" y="593"/>
                    <a:pt x="127" y="592"/>
                    <a:pt x="126" y="590"/>
                  </a:cubicBezTo>
                  <a:close/>
                  <a:moveTo>
                    <a:pt x="126" y="591"/>
                  </a:moveTo>
                  <a:cubicBezTo>
                    <a:pt x="128" y="592"/>
                    <a:pt x="131" y="595"/>
                    <a:pt x="130" y="595"/>
                  </a:cubicBezTo>
                  <a:cubicBezTo>
                    <a:pt x="129" y="593"/>
                    <a:pt x="127" y="593"/>
                    <a:pt x="126" y="591"/>
                  </a:cubicBezTo>
                  <a:close/>
                  <a:moveTo>
                    <a:pt x="120" y="584"/>
                  </a:moveTo>
                  <a:cubicBezTo>
                    <a:pt x="121" y="584"/>
                    <a:pt x="120" y="582"/>
                    <a:pt x="120" y="583"/>
                  </a:cubicBezTo>
                  <a:cubicBezTo>
                    <a:pt x="122" y="583"/>
                    <a:pt x="123" y="584"/>
                    <a:pt x="124" y="585"/>
                  </a:cubicBezTo>
                  <a:cubicBezTo>
                    <a:pt x="122" y="584"/>
                    <a:pt x="123" y="586"/>
                    <a:pt x="120" y="584"/>
                  </a:cubicBezTo>
                  <a:close/>
                  <a:moveTo>
                    <a:pt x="118" y="587"/>
                  </a:moveTo>
                  <a:cubicBezTo>
                    <a:pt x="118" y="587"/>
                    <a:pt x="121" y="588"/>
                    <a:pt x="121" y="587"/>
                  </a:cubicBezTo>
                  <a:cubicBezTo>
                    <a:pt x="119" y="586"/>
                    <a:pt x="119" y="585"/>
                    <a:pt x="118" y="584"/>
                  </a:cubicBezTo>
                  <a:cubicBezTo>
                    <a:pt x="120" y="586"/>
                    <a:pt x="124" y="587"/>
                    <a:pt x="126" y="589"/>
                  </a:cubicBezTo>
                  <a:cubicBezTo>
                    <a:pt x="121" y="587"/>
                    <a:pt x="122" y="591"/>
                    <a:pt x="118" y="587"/>
                  </a:cubicBezTo>
                  <a:close/>
                  <a:moveTo>
                    <a:pt x="93" y="536"/>
                  </a:moveTo>
                  <a:cubicBezTo>
                    <a:pt x="95" y="536"/>
                    <a:pt x="97" y="540"/>
                    <a:pt x="96" y="539"/>
                  </a:cubicBezTo>
                  <a:cubicBezTo>
                    <a:pt x="95" y="538"/>
                    <a:pt x="94" y="537"/>
                    <a:pt x="93" y="536"/>
                  </a:cubicBezTo>
                  <a:close/>
                  <a:moveTo>
                    <a:pt x="113" y="579"/>
                  </a:moveTo>
                  <a:cubicBezTo>
                    <a:pt x="115" y="580"/>
                    <a:pt x="116" y="580"/>
                    <a:pt x="116" y="582"/>
                  </a:cubicBezTo>
                  <a:cubicBezTo>
                    <a:pt x="115" y="581"/>
                    <a:pt x="114" y="580"/>
                    <a:pt x="113" y="579"/>
                  </a:cubicBezTo>
                  <a:close/>
                  <a:moveTo>
                    <a:pt x="95" y="543"/>
                  </a:moveTo>
                  <a:cubicBezTo>
                    <a:pt x="93" y="541"/>
                    <a:pt x="89" y="537"/>
                    <a:pt x="90" y="536"/>
                  </a:cubicBezTo>
                  <a:cubicBezTo>
                    <a:pt x="88" y="535"/>
                    <a:pt x="86" y="531"/>
                    <a:pt x="85" y="532"/>
                  </a:cubicBezTo>
                  <a:cubicBezTo>
                    <a:pt x="84" y="529"/>
                    <a:pt x="84" y="529"/>
                    <a:pt x="84" y="529"/>
                  </a:cubicBezTo>
                  <a:cubicBezTo>
                    <a:pt x="85" y="530"/>
                    <a:pt x="86" y="532"/>
                    <a:pt x="86" y="531"/>
                  </a:cubicBezTo>
                  <a:cubicBezTo>
                    <a:pt x="88" y="534"/>
                    <a:pt x="89" y="536"/>
                    <a:pt x="91" y="536"/>
                  </a:cubicBezTo>
                  <a:cubicBezTo>
                    <a:pt x="92" y="538"/>
                    <a:pt x="90" y="536"/>
                    <a:pt x="91" y="537"/>
                  </a:cubicBezTo>
                  <a:cubicBezTo>
                    <a:pt x="93" y="539"/>
                    <a:pt x="93" y="539"/>
                    <a:pt x="93" y="539"/>
                  </a:cubicBezTo>
                  <a:cubicBezTo>
                    <a:pt x="94" y="542"/>
                    <a:pt x="92" y="540"/>
                    <a:pt x="95" y="543"/>
                  </a:cubicBezTo>
                  <a:close/>
                  <a:moveTo>
                    <a:pt x="82" y="526"/>
                  </a:moveTo>
                  <a:cubicBezTo>
                    <a:pt x="81" y="523"/>
                    <a:pt x="86" y="528"/>
                    <a:pt x="87" y="530"/>
                  </a:cubicBezTo>
                  <a:cubicBezTo>
                    <a:pt x="86" y="530"/>
                    <a:pt x="86" y="531"/>
                    <a:pt x="86" y="530"/>
                  </a:cubicBezTo>
                  <a:cubicBezTo>
                    <a:pt x="83" y="527"/>
                    <a:pt x="85" y="528"/>
                    <a:pt x="82" y="526"/>
                  </a:cubicBezTo>
                  <a:close/>
                  <a:moveTo>
                    <a:pt x="77" y="521"/>
                  </a:moveTo>
                  <a:cubicBezTo>
                    <a:pt x="76" y="519"/>
                    <a:pt x="78" y="521"/>
                    <a:pt x="80" y="522"/>
                  </a:cubicBezTo>
                  <a:cubicBezTo>
                    <a:pt x="80" y="523"/>
                    <a:pt x="81" y="523"/>
                    <a:pt x="82" y="524"/>
                  </a:cubicBezTo>
                  <a:cubicBezTo>
                    <a:pt x="79" y="523"/>
                    <a:pt x="79" y="522"/>
                    <a:pt x="77" y="521"/>
                  </a:cubicBezTo>
                  <a:close/>
                  <a:moveTo>
                    <a:pt x="72" y="507"/>
                  </a:moveTo>
                  <a:cubicBezTo>
                    <a:pt x="73" y="509"/>
                    <a:pt x="75" y="510"/>
                    <a:pt x="75" y="512"/>
                  </a:cubicBezTo>
                  <a:cubicBezTo>
                    <a:pt x="74" y="510"/>
                    <a:pt x="73" y="509"/>
                    <a:pt x="72" y="507"/>
                  </a:cubicBezTo>
                  <a:close/>
                  <a:moveTo>
                    <a:pt x="62" y="350"/>
                  </a:moveTo>
                  <a:cubicBezTo>
                    <a:pt x="61" y="349"/>
                    <a:pt x="61" y="345"/>
                    <a:pt x="62" y="346"/>
                  </a:cubicBezTo>
                  <a:cubicBezTo>
                    <a:pt x="61" y="347"/>
                    <a:pt x="62" y="349"/>
                    <a:pt x="62" y="349"/>
                  </a:cubicBezTo>
                  <a:cubicBezTo>
                    <a:pt x="62" y="350"/>
                    <a:pt x="62" y="350"/>
                    <a:pt x="62" y="350"/>
                  </a:cubicBezTo>
                  <a:close/>
                  <a:moveTo>
                    <a:pt x="53" y="481"/>
                  </a:moveTo>
                  <a:cubicBezTo>
                    <a:pt x="53" y="479"/>
                    <a:pt x="54" y="480"/>
                    <a:pt x="55" y="481"/>
                  </a:cubicBezTo>
                  <a:cubicBezTo>
                    <a:pt x="56" y="483"/>
                    <a:pt x="58" y="485"/>
                    <a:pt x="57" y="485"/>
                  </a:cubicBezTo>
                  <a:cubicBezTo>
                    <a:pt x="56" y="483"/>
                    <a:pt x="55" y="483"/>
                    <a:pt x="53" y="481"/>
                  </a:cubicBezTo>
                  <a:close/>
                  <a:moveTo>
                    <a:pt x="61" y="342"/>
                  </a:moveTo>
                  <a:cubicBezTo>
                    <a:pt x="61" y="339"/>
                    <a:pt x="60" y="334"/>
                    <a:pt x="61" y="333"/>
                  </a:cubicBezTo>
                  <a:cubicBezTo>
                    <a:pt x="61" y="336"/>
                    <a:pt x="62" y="334"/>
                    <a:pt x="63" y="336"/>
                  </a:cubicBezTo>
                  <a:cubicBezTo>
                    <a:pt x="62" y="338"/>
                    <a:pt x="61" y="337"/>
                    <a:pt x="61" y="337"/>
                  </a:cubicBezTo>
                  <a:cubicBezTo>
                    <a:pt x="62" y="339"/>
                    <a:pt x="62" y="342"/>
                    <a:pt x="61" y="342"/>
                  </a:cubicBezTo>
                  <a:close/>
                  <a:moveTo>
                    <a:pt x="61" y="326"/>
                  </a:moveTo>
                  <a:cubicBezTo>
                    <a:pt x="61" y="327"/>
                    <a:pt x="61" y="329"/>
                    <a:pt x="61" y="330"/>
                  </a:cubicBezTo>
                  <a:cubicBezTo>
                    <a:pt x="60" y="330"/>
                    <a:pt x="60" y="324"/>
                    <a:pt x="61" y="326"/>
                  </a:cubicBezTo>
                  <a:close/>
                  <a:moveTo>
                    <a:pt x="41" y="486"/>
                  </a:moveTo>
                  <a:cubicBezTo>
                    <a:pt x="42" y="488"/>
                    <a:pt x="43" y="490"/>
                    <a:pt x="44" y="492"/>
                  </a:cubicBezTo>
                  <a:cubicBezTo>
                    <a:pt x="42" y="490"/>
                    <a:pt x="42" y="489"/>
                    <a:pt x="41" y="486"/>
                  </a:cubicBezTo>
                  <a:close/>
                  <a:moveTo>
                    <a:pt x="35" y="477"/>
                  </a:moveTo>
                  <a:cubicBezTo>
                    <a:pt x="33" y="476"/>
                    <a:pt x="34" y="474"/>
                    <a:pt x="33" y="472"/>
                  </a:cubicBezTo>
                  <a:cubicBezTo>
                    <a:pt x="33" y="474"/>
                    <a:pt x="31" y="471"/>
                    <a:pt x="30" y="470"/>
                  </a:cubicBezTo>
                  <a:cubicBezTo>
                    <a:pt x="29" y="467"/>
                    <a:pt x="33" y="473"/>
                    <a:pt x="32" y="470"/>
                  </a:cubicBezTo>
                  <a:cubicBezTo>
                    <a:pt x="32" y="470"/>
                    <a:pt x="32" y="470"/>
                    <a:pt x="31" y="469"/>
                  </a:cubicBezTo>
                  <a:cubicBezTo>
                    <a:pt x="30" y="468"/>
                    <a:pt x="29" y="464"/>
                    <a:pt x="30" y="465"/>
                  </a:cubicBezTo>
                  <a:cubicBezTo>
                    <a:pt x="31" y="467"/>
                    <a:pt x="33" y="471"/>
                    <a:pt x="35" y="474"/>
                  </a:cubicBezTo>
                  <a:cubicBezTo>
                    <a:pt x="36" y="476"/>
                    <a:pt x="38" y="479"/>
                    <a:pt x="36" y="478"/>
                  </a:cubicBezTo>
                  <a:cubicBezTo>
                    <a:pt x="37" y="480"/>
                    <a:pt x="40" y="485"/>
                    <a:pt x="39" y="486"/>
                  </a:cubicBezTo>
                  <a:cubicBezTo>
                    <a:pt x="38" y="485"/>
                    <a:pt x="35" y="478"/>
                    <a:pt x="35" y="477"/>
                  </a:cubicBezTo>
                  <a:close/>
                  <a:moveTo>
                    <a:pt x="32" y="474"/>
                  </a:moveTo>
                  <a:cubicBezTo>
                    <a:pt x="34" y="476"/>
                    <a:pt x="35" y="479"/>
                    <a:pt x="36" y="482"/>
                  </a:cubicBezTo>
                  <a:cubicBezTo>
                    <a:pt x="35" y="479"/>
                    <a:pt x="32" y="477"/>
                    <a:pt x="32" y="474"/>
                  </a:cubicBezTo>
                  <a:close/>
                  <a:moveTo>
                    <a:pt x="62" y="291"/>
                  </a:moveTo>
                  <a:cubicBezTo>
                    <a:pt x="62" y="289"/>
                    <a:pt x="62" y="284"/>
                    <a:pt x="63" y="284"/>
                  </a:cubicBezTo>
                  <a:cubicBezTo>
                    <a:pt x="63" y="286"/>
                    <a:pt x="63" y="291"/>
                    <a:pt x="62" y="291"/>
                  </a:cubicBezTo>
                  <a:close/>
                  <a:moveTo>
                    <a:pt x="27" y="464"/>
                  </a:moveTo>
                  <a:cubicBezTo>
                    <a:pt x="27" y="463"/>
                    <a:pt x="26" y="461"/>
                    <a:pt x="27" y="462"/>
                  </a:cubicBezTo>
                  <a:cubicBezTo>
                    <a:pt x="27" y="465"/>
                    <a:pt x="28" y="466"/>
                    <a:pt x="29" y="467"/>
                  </a:cubicBezTo>
                  <a:cubicBezTo>
                    <a:pt x="29" y="469"/>
                    <a:pt x="28" y="466"/>
                    <a:pt x="27" y="464"/>
                  </a:cubicBezTo>
                  <a:close/>
                  <a:moveTo>
                    <a:pt x="24" y="452"/>
                  </a:moveTo>
                  <a:cubicBezTo>
                    <a:pt x="24" y="450"/>
                    <a:pt x="23" y="449"/>
                    <a:pt x="23" y="448"/>
                  </a:cubicBezTo>
                  <a:cubicBezTo>
                    <a:pt x="24" y="449"/>
                    <a:pt x="25" y="454"/>
                    <a:pt x="24" y="452"/>
                  </a:cubicBezTo>
                  <a:close/>
                  <a:moveTo>
                    <a:pt x="22" y="457"/>
                  </a:moveTo>
                  <a:cubicBezTo>
                    <a:pt x="22" y="456"/>
                    <a:pt x="22" y="455"/>
                    <a:pt x="23" y="456"/>
                  </a:cubicBezTo>
                  <a:cubicBezTo>
                    <a:pt x="23" y="457"/>
                    <a:pt x="23" y="458"/>
                    <a:pt x="23" y="458"/>
                  </a:cubicBezTo>
                  <a:cubicBezTo>
                    <a:pt x="24" y="459"/>
                    <a:pt x="24" y="460"/>
                    <a:pt x="24" y="460"/>
                  </a:cubicBezTo>
                  <a:lnTo>
                    <a:pt x="22" y="457"/>
                  </a:lnTo>
                  <a:close/>
                  <a:moveTo>
                    <a:pt x="67" y="266"/>
                  </a:moveTo>
                  <a:cubicBezTo>
                    <a:pt x="67" y="267"/>
                    <a:pt x="67" y="266"/>
                    <a:pt x="67" y="268"/>
                  </a:cubicBezTo>
                  <a:cubicBezTo>
                    <a:pt x="66" y="269"/>
                    <a:pt x="66" y="270"/>
                    <a:pt x="66" y="271"/>
                  </a:cubicBezTo>
                  <a:cubicBezTo>
                    <a:pt x="66" y="269"/>
                    <a:pt x="66" y="267"/>
                    <a:pt x="67" y="266"/>
                  </a:cubicBezTo>
                  <a:close/>
                  <a:moveTo>
                    <a:pt x="16" y="431"/>
                  </a:moveTo>
                  <a:cubicBezTo>
                    <a:pt x="17" y="431"/>
                    <a:pt x="16" y="428"/>
                    <a:pt x="16" y="428"/>
                  </a:cubicBezTo>
                  <a:cubicBezTo>
                    <a:pt x="16" y="427"/>
                    <a:pt x="16" y="428"/>
                    <a:pt x="15" y="427"/>
                  </a:cubicBezTo>
                  <a:cubicBezTo>
                    <a:pt x="14" y="424"/>
                    <a:pt x="15" y="423"/>
                    <a:pt x="16" y="425"/>
                  </a:cubicBezTo>
                  <a:cubicBezTo>
                    <a:pt x="17" y="428"/>
                    <a:pt x="18" y="431"/>
                    <a:pt x="19" y="435"/>
                  </a:cubicBezTo>
                  <a:cubicBezTo>
                    <a:pt x="18" y="432"/>
                    <a:pt x="17" y="432"/>
                    <a:pt x="16" y="431"/>
                  </a:cubicBezTo>
                  <a:close/>
                  <a:moveTo>
                    <a:pt x="71" y="258"/>
                  </a:moveTo>
                  <a:cubicBezTo>
                    <a:pt x="69" y="259"/>
                    <a:pt x="69" y="259"/>
                    <a:pt x="69" y="259"/>
                  </a:cubicBezTo>
                  <a:cubicBezTo>
                    <a:pt x="69" y="257"/>
                    <a:pt x="71" y="255"/>
                    <a:pt x="71" y="258"/>
                  </a:cubicBezTo>
                  <a:close/>
                  <a:moveTo>
                    <a:pt x="13" y="415"/>
                  </a:moveTo>
                  <a:cubicBezTo>
                    <a:pt x="12" y="413"/>
                    <a:pt x="12" y="411"/>
                    <a:pt x="12" y="409"/>
                  </a:cubicBezTo>
                  <a:cubicBezTo>
                    <a:pt x="13" y="411"/>
                    <a:pt x="13" y="413"/>
                    <a:pt x="13" y="415"/>
                  </a:cubicBezTo>
                  <a:cubicBezTo>
                    <a:pt x="13" y="415"/>
                    <a:pt x="13" y="414"/>
                    <a:pt x="13" y="415"/>
                  </a:cubicBezTo>
                  <a:close/>
                  <a:moveTo>
                    <a:pt x="76" y="235"/>
                  </a:moveTo>
                  <a:cubicBezTo>
                    <a:pt x="76" y="234"/>
                    <a:pt x="76" y="233"/>
                    <a:pt x="77" y="232"/>
                  </a:cubicBezTo>
                  <a:cubicBezTo>
                    <a:pt x="77" y="233"/>
                    <a:pt x="79" y="232"/>
                    <a:pt x="77" y="234"/>
                  </a:cubicBezTo>
                  <a:cubicBezTo>
                    <a:pt x="78" y="232"/>
                    <a:pt x="77" y="233"/>
                    <a:pt x="76" y="235"/>
                  </a:cubicBezTo>
                  <a:cubicBezTo>
                    <a:pt x="77" y="234"/>
                    <a:pt x="77" y="235"/>
                    <a:pt x="77" y="235"/>
                  </a:cubicBezTo>
                  <a:cubicBezTo>
                    <a:pt x="77" y="236"/>
                    <a:pt x="77" y="237"/>
                    <a:pt x="76" y="238"/>
                  </a:cubicBezTo>
                  <a:cubicBezTo>
                    <a:pt x="76" y="235"/>
                    <a:pt x="75" y="237"/>
                    <a:pt x="76" y="235"/>
                  </a:cubicBezTo>
                  <a:close/>
                  <a:moveTo>
                    <a:pt x="7" y="397"/>
                  </a:moveTo>
                  <a:cubicBezTo>
                    <a:pt x="7" y="394"/>
                    <a:pt x="5" y="388"/>
                    <a:pt x="6" y="387"/>
                  </a:cubicBezTo>
                  <a:cubicBezTo>
                    <a:pt x="6" y="389"/>
                    <a:pt x="7" y="391"/>
                    <a:pt x="7" y="393"/>
                  </a:cubicBezTo>
                  <a:cubicBezTo>
                    <a:pt x="7" y="392"/>
                    <a:pt x="7" y="391"/>
                    <a:pt x="7" y="390"/>
                  </a:cubicBezTo>
                  <a:cubicBezTo>
                    <a:pt x="8" y="391"/>
                    <a:pt x="9" y="394"/>
                    <a:pt x="9" y="394"/>
                  </a:cubicBezTo>
                  <a:cubicBezTo>
                    <a:pt x="9" y="395"/>
                    <a:pt x="8" y="396"/>
                    <a:pt x="7" y="397"/>
                  </a:cubicBezTo>
                  <a:close/>
                  <a:moveTo>
                    <a:pt x="79" y="225"/>
                  </a:moveTo>
                  <a:cubicBezTo>
                    <a:pt x="80" y="226"/>
                    <a:pt x="80" y="226"/>
                    <a:pt x="80" y="227"/>
                  </a:cubicBezTo>
                  <a:cubicBezTo>
                    <a:pt x="79" y="228"/>
                    <a:pt x="78" y="227"/>
                    <a:pt x="79" y="225"/>
                  </a:cubicBezTo>
                  <a:close/>
                  <a:moveTo>
                    <a:pt x="6" y="384"/>
                  </a:moveTo>
                  <a:cubicBezTo>
                    <a:pt x="6" y="381"/>
                    <a:pt x="7" y="381"/>
                    <a:pt x="8" y="382"/>
                  </a:cubicBezTo>
                  <a:cubicBezTo>
                    <a:pt x="8" y="383"/>
                    <a:pt x="8" y="383"/>
                    <a:pt x="8" y="384"/>
                  </a:cubicBezTo>
                  <a:cubicBezTo>
                    <a:pt x="7" y="383"/>
                    <a:pt x="7" y="387"/>
                    <a:pt x="6" y="384"/>
                  </a:cubicBezTo>
                  <a:close/>
                  <a:moveTo>
                    <a:pt x="82" y="221"/>
                  </a:moveTo>
                  <a:cubicBezTo>
                    <a:pt x="82" y="223"/>
                    <a:pt x="82" y="224"/>
                    <a:pt x="81" y="225"/>
                  </a:cubicBezTo>
                  <a:cubicBezTo>
                    <a:pt x="81" y="223"/>
                    <a:pt x="81" y="222"/>
                    <a:pt x="82" y="221"/>
                  </a:cubicBezTo>
                  <a:close/>
                  <a:moveTo>
                    <a:pt x="4" y="375"/>
                  </a:moveTo>
                  <a:cubicBezTo>
                    <a:pt x="5" y="379"/>
                    <a:pt x="6" y="382"/>
                    <a:pt x="6" y="385"/>
                  </a:cubicBezTo>
                  <a:cubicBezTo>
                    <a:pt x="5" y="382"/>
                    <a:pt x="5" y="381"/>
                    <a:pt x="4" y="379"/>
                  </a:cubicBezTo>
                  <a:cubicBezTo>
                    <a:pt x="4" y="379"/>
                    <a:pt x="5" y="379"/>
                    <a:pt x="5" y="378"/>
                  </a:cubicBezTo>
                  <a:cubicBezTo>
                    <a:pt x="4" y="377"/>
                    <a:pt x="4" y="376"/>
                    <a:pt x="4" y="375"/>
                  </a:cubicBezTo>
                  <a:close/>
                  <a:moveTo>
                    <a:pt x="5" y="371"/>
                  </a:moveTo>
                  <a:cubicBezTo>
                    <a:pt x="5" y="371"/>
                    <a:pt x="5" y="370"/>
                    <a:pt x="5" y="370"/>
                  </a:cubicBezTo>
                  <a:cubicBezTo>
                    <a:pt x="6" y="373"/>
                    <a:pt x="7" y="377"/>
                    <a:pt x="7" y="380"/>
                  </a:cubicBezTo>
                  <a:cubicBezTo>
                    <a:pt x="6" y="379"/>
                    <a:pt x="6" y="380"/>
                    <a:pt x="5" y="378"/>
                  </a:cubicBezTo>
                  <a:cubicBezTo>
                    <a:pt x="5" y="375"/>
                    <a:pt x="4" y="373"/>
                    <a:pt x="5" y="371"/>
                  </a:cubicBezTo>
                  <a:close/>
                  <a:moveTo>
                    <a:pt x="87" y="209"/>
                  </a:moveTo>
                  <a:cubicBezTo>
                    <a:pt x="86" y="211"/>
                    <a:pt x="86" y="213"/>
                    <a:pt x="87" y="212"/>
                  </a:cubicBezTo>
                  <a:cubicBezTo>
                    <a:pt x="86" y="213"/>
                    <a:pt x="86" y="215"/>
                    <a:pt x="85" y="216"/>
                  </a:cubicBezTo>
                  <a:cubicBezTo>
                    <a:pt x="85" y="213"/>
                    <a:pt x="84" y="217"/>
                    <a:pt x="84" y="216"/>
                  </a:cubicBezTo>
                  <a:cubicBezTo>
                    <a:pt x="85" y="214"/>
                    <a:pt x="85" y="211"/>
                    <a:pt x="87" y="209"/>
                  </a:cubicBezTo>
                  <a:close/>
                  <a:moveTo>
                    <a:pt x="2" y="366"/>
                  </a:moveTo>
                  <a:cubicBezTo>
                    <a:pt x="2" y="365"/>
                    <a:pt x="3" y="365"/>
                    <a:pt x="3" y="364"/>
                  </a:cubicBezTo>
                  <a:cubicBezTo>
                    <a:pt x="3" y="364"/>
                    <a:pt x="2" y="364"/>
                    <a:pt x="2" y="364"/>
                  </a:cubicBezTo>
                  <a:cubicBezTo>
                    <a:pt x="3" y="361"/>
                    <a:pt x="3" y="362"/>
                    <a:pt x="4" y="364"/>
                  </a:cubicBezTo>
                  <a:cubicBezTo>
                    <a:pt x="3" y="365"/>
                    <a:pt x="3" y="366"/>
                    <a:pt x="3" y="367"/>
                  </a:cubicBezTo>
                  <a:cubicBezTo>
                    <a:pt x="4" y="366"/>
                    <a:pt x="4" y="367"/>
                    <a:pt x="4" y="368"/>
                  </a:cubicBezTo>
                  <a:cubicBezTo>
                    <a:pt x="4" y="369"/>
                    <a:pt x="4" y="369"/>
                    <a:pt x="4" y="370"/>
                  </a:cubicBezTo>
                  <a:cubicBezTo>
                    <a:pt x="3" y="366"/>
                    <a:pt x="3" y="367"/>
                    <a:pt x="2" y="366"/>
                  </a:cubicBezTo>
                  <a:close/>
                  <a:moveTo>
                    <a:pt x="4" y="357"/>
                  </a:moveTo>
                  <a:cubicBezTo>
                    <a:pt x="3" y="355"/>
                    <a:pt x="4" y="353"/>
                    <a:pt x="4" y="351"/>
                  </a:cubicBezTo>
                  <a:cubicBezTo>
                    <a:pt x="5" y="353"/>
                    <a:pt x="5" y="357"/>
                    <a:pt x="4" y="357"/>
                  </a:cubicBezTo>
                  <a:close/>
                  <a:moveTo>
                    <a:pt x="2" y="344"/>
                  </a:moveTo>
                  <a:cubicBezTo>
                    <a:pt x="2" y="342"/>
                    <a:pt x="1" y="340"/>
                    <a:pt x="2" y="338"/>
                  </a:cubicBezTo>
                  <a:cubicBezTo>
                    <a:pt x="3" y="340"/>
                    <a:pt x="2" y="341"/>
                    <a:pt x="2" y="343"/>
                  </a:cubicBezTo>
                  <a:cubicBezTo>
                    <a:pt x="2" y="343"/>
                    <a:pt x="2" y="342"/>
                    <a:pt x="3" y="342"/>
                  </a:cubicBezTo>
                  <a:cubicBezTo>
                    <a:pt x="2" y="343"/>
                    <a:pt x="2" y="343"/>
                    <a:pt x="2" y="344"/>
                  </a:cubicBezTo>
                  <a:close/>
                  <a:moveTo>
                    <a:pt x="3" y="329"/>
                  </a:moveTo>
                  <a:cubicBezTo>
                    <a:pt x="3" y="331"/>
                    <a:pt x="3" y="334"/>
                    <a:pt x="3" y="336"/>
                  </a:cubicBezTo>
                  <a:cubicBezTo>
                    <a:pt x="2" y="334"/>
                    <a:pt x="2" y="329"/>
                    <a:pt x="3" y="329"/>
                  </a:cubicBezTo>
                  <a:close/>
                  <a:moveTo>
                    <a:pt x="3" y="331"/>
                  </a:moveTo>
                  <a:cubicBezTo>
                    <a:pt x="4" y="330"/>
                    <a:pt x="3" y="329"/>
                    <a:pt x="3" y="329"/>
                  </a:cubicBezTo>
                  <a:cubicBezTo>
                    <a:pt x="4" y="327"/>
                    <a:pt x="4" y="327"/>
                    <a:pt x="4" y="328"/>
                  </a:cubicBezTo>
                  <a:cubicBezTo>
                    <a:pt x="4" y="329"/>
                    <a:pt x="4" y="330"/>
                    <a:pt x="4" y="331"/>
                  </a:cubicBezTo>
                  <a:cubicBezTo>
                    <a:pt x="4" y="330"/>
                    <a:pt x="4" y="331"/>
                    <a:pt x="3" y="331"/>
                  </a:cubicBezTo>
                  <a:close/>
                  <a:moveTo>
                    <a:pt x="4" y="316"/>
                  </a:moveTo>
                  <a:cubicBezTo>
                    <a:pt x="5" y="320"/>
                    <a:pt x="5" y="323"/>
                    <a:pt x="4" y="326"/>
                  </a:cubicBezTo>
                  <a:cubicBezTo>
                    <a:pt x="3" y="323"/>
                    <a:pt x="4" y="320"/>
                    <a:pt x="4" y="316"/>
                  </a:cubicBezTo>
                  <a:close/>
                  <a:moveTo>
                    <a:pt x="2" y="314"/>
                  </a:moveTo>
                  <a:cubicBezTo>
                    <a:pt x="3" y="316"/>
                    <a:pt x="3" y="320"/>
                    <a:pt x="3" y="322"/>
                  </a:cubicBezTo>
                  <a:cubicBezTo>
                    <a:pt x="2" y="320"/>
                    <a:pt x="2" y="317"/>
                    <a:pt x="2" y="314"/>
                  </a:cubicBezTo>
                  <a:close/>
                  <a:moveTo>
                    <a:pt x="6" y="299"/>
                  </a:moveTo>
                  <a:cubicBezTo>
                    <a:pt x="6" y="299"/>
                    <a:pt x="6" y="299"/>
                    <a:pt x="7" y="298"/>
                  </a:cubicBezTo>
                  <a:cubicBezTo>
                    <a:pt x="7" y="300"/>
                    <a:pt x="7" y="303"/>
                    <a:pt x="6" y="306"/>
                  </a:cubicBezTo>
                  <a:cubicBezTo>
                    <a:pt x="7" y="302"/>
                    <a:pt x="6" y="299"/>
                    <a:pt x="6" y="299"/>
                  </a:cubicBezTo>
                  <a:close/>
                  <a:moveTo>
                    <a:pt x="10" y="262"/>
                  </a:moveTo>
                  <a:cubicBezTo>
                    <a:pt x="10" y="264"/>
                    <a:pt x="10" y="260"/>
                    <a:pt x="11" y="260"/>
                  </a:cubicBezTo>
                  <a:cubicBezTo>
                    <a:pt x="11" y="261"/>
                    <a:pt x="10" y="265"/>
                    <a:pt x="9" y="264"/>
                  </a:cubicBezTo>
                  <a:cubicBezTo>
                    <a:pt x="10" y="263"/>
                    <a:pt x="9" y="263"/>
                    <a:pt x="10" y="262"/>
                  </a:cubicBezTo>
                  <a:close/>
                  <a:moveTo>
                    <a:pt x="153" y="56"/>
                  </a:moveTo>
                  <a:cubicBezTo>
                    <a:pt x="154" y="55"/>
                    <a:pt x="156" y="54"/>
                    <a:pt x="157" y="54"/>
                  </a:cubicBezTo>
                  <a:cubicBezTo>
                    <a:pt x="155" y="56"/>
                    <a:pt x="153" y="57"/>
                    <a:pt x="151" y="59"/>
                  </a:cubicBezTo>
                  <a:cubicBezTo>
                    <a:pt x="149" y="59"/>
                    <a:pt x="149" y="59"/>
                    <a:pt x="149" y="59"/>
                  </a:cubicBezTo>
                  <a:cubicBezTo>
                    <a:pt x="152" y="57"/>
                    <a:pt x="152" y="57"/>
                    <a:pt x="153" y="56"/>
                  </a:cubicBezTo>
                  <a:close/>
                  <a:moveTo>
                    <a:pt x="171" y="46"/>
                  </a:moveTo>
                  <a:cubicBezTo>
                    <a:pt x="168" y="47"/>
                    <a:pt x="165" y="50"/>
                    <a:pt x="165" y="48"/>
                  </a:cubicBezTo>
                  <a:cubicBezTo>
                    <a:pt x="167" y="48"/>
                    <a:pt x="171" y="45"/>
                    <a:pt x="171" y="46"/>
                  </a:cubicBezTo>
                  <a:close/>
                  <a:moveTo>
                    <a:pt x="389" y="61"/>
                  </a:moveTo>
                  <a:cubicBezTo>
                    <a:pt x="384" y="61"/>
                    <a:pt x="394" y="62"/>
                    <a:pt x="388" y="63"/>
                  </a:cubicBezTo>
                  <a:cubicBezTo>
                    <a:pt x="387" y="62"/>
                    <a:pt x="387" y="62"/>
                    <a:pt x="385" y="61"/>
                  </a:cubicBezTo>
                  <a:cubicBezTo>
                    <a:pt x="386" y="61"/>
                    <a:pt x="387" y="60"/>
                    <a:pt x="389" y="61"/>
                  </a:cubicBezTo>
                  <a:close/>
                  <a:moveTo>
                    <a:pt x="383" y="62"/>
                  </a:moveTo>
                  <a:cubicBezTo>
                    <a:pt x="383" y="62"/>
                    <a:pt x="382" y="61"/>
                    <a:pt x="381" y="61"/>
                  </a:cubicBezTo>
                  <a:cubicBezTo>
                    <a:pt x="380" y="61"/>
                    <a:pt x="381" y="63"/>
                    <a:pt x="379" y="62"/>
                  </a:cubicBezTo>
                  <a:cubicBezTo>
                    <a:pt x="379" y="62"/>
                    <a:pt x="380" y="61"/>
                    <a:pt x="379" y="61"/>
                  </a:cubicBezTo>
                  <a:cubicBezTo>
                    <a:pt x="381" y="61"/>
                    <a:pt x="382" y="60"/>
                    <a:pt x="384" y="60"/>
                  </a:cubicBezTo>
                  <a:cubicBezTo>
                    <a:pt x="385" y="61"/>
                    <a:pt x="386" y="62"/>
                    <a:pt x="383" y="62"/>
                  </a:cubicBezTo>
                  <a:close/>
                  <a:moveTo>
                    <a:pt x="226" y="20"/>
                  </a:moveTo>
                  <a:cubicBezTo>
                    <a:pt x="228" y="19"/>
                    <a:pt x="230" y="19"/>
                    <a:pt x="231" y="18"/>
                  </a:cubicBezTo>
                  <a:cubicBezTo>
                    <a:pt x="232" y="19"/>
                    <a:pt x="229" y="19"/>
                    <a:pt x="227" y="21"/>
                  </a:cubicBezTo>
                  <a:cubicBezTo>
                    <a:pt x="225" y="21"/>
                    <a:pt x="227" y="20"/>
                    <a:pt x="226" y="20"/>
                  </a:cubicBezTo>
                  <a:close/>
                  <a:moveTo>
                    <a:pt x="397" y="63"/>
                  </a:moveTo>
                  <a:cubicBezTo>
                    <a:pt x="398" y="64"/>
                    <a:pt x="397" y="64"/>
                    <a:pt x="397" y="64"/>
                  </a:cubicBezTo>
                  <a:cubicBezTo>
                    <a:pt x="396" y="64"/>
                    <a:pt x="394" y="64"/>
                    <a:pt x="393" y="63"/>
                  </a:cubicBezTo>
                  <a:cubicBezTo>
                    <a:pt x="395" y="63"/>
                    <a:pt x="395" y="63"/>
                    <a:pt x="397" y="63"/>
                  </a:cubicBezTo>
                  <a:close/>
                  <a:moveTo>
                    <a:pt x="239" y="17"/>
                  </a:moveTo>
                  <a:cubicBezTo>
                    <a:pt x="236" y="17"/>
                    <a:pt x="237" y="18"/>
                    <a:pt x="234" y="18"/>
                  </a:cubicBezTo>
                  <a:cubicBezTo>
                    <a:pt x="233" y="18"/>
                    <a:pt x="239" y="15"/>
                    <a:pt x="239" y="17"/>
                  </a:cubicBezTo>
                  <a:close/>
                  <a:moveTo>
                    <a:pt x="398" y="63"/>
                  </a:moveTo>
                  <a:cubicBezTo>
                    <a:pt x="399" y="63"/>
                    <a:pt x="400" y="63"/>
                    <a:pt x="401" y="64"/>
                  </a:cubicBezTo>
                  <a:cubicBezTo>
                    <a:pt x="400" y="64"/>
                    <a:pt x="400" y="64"/>
                    <a:pt x="399" y="64"/>
                  </a:cubicBezTo>
                  <a:cubicBezTo>
                    <a:pt x="399" y="64"/>
                    <a:pt x="399" y="64"/>
                    <a:pt x="398" y="63"/>
                  </a:cubicBezTo>
                  <a:close/>
                  <a:moveTo>
                    <a:pt x="420" y="12"/>
                  </a:moveTo>
                  <a:cubicBezTo>
                    <a:pt x="418" y="11"/>
                    <a:pt x="415" y="11"/>
                    <a:pt x="413" y="10"/>
                  </a:cubicBezTo>
                  <a:cubicBezTo>
                    <a:pt x="416" y="10"/>
                    <a:pt x="421" y="11"/>
                    <a:pt x="420" y="12"/>
                  </a:cubicBezTo>
                  <a:close/>
                  <a:moveTo>
                    <a:pt x="430" y="15"/>
                  </a:moveTo>
                  <a:cubicBezTo>
                    <a:pt x="427" y="14"/>
                    <a:pt x="424" y="13"/>
                    <a:pt x="421" y="12"/>
                  </a:cubicBezTo>
                  <a:cubicBezTo>
                    <a:pt x="424" y="12"/>
                    <a:pt x="427" y="13"/>
                    <a:pt x="430" y="15"/>
                  </a:cubicBezTo>
                  <a:close/>
                  <a:moveTo>
                    <a:pt x="434" y="15"/>
                  </a:moveTo>
                  <a:cubicBezTo>
                    <a:pt x="432" y="15"/>
                    <a:pt x="432" y="15"/>
                    <a:pt x="432" y="15"/>
                  </a:cubicBezTo>
                  <a:cubicBezTo>
                    <a:pt x="431" y="15"/>
                    <a:pt x="431" y="14"/>
                    <a:pt x="430" y="14"/>
                  </a:cubicBezTo>
                  <a:cubicBezTo>
                    <a:pt x="432" y="14"/>
                    <a:pt x="433" y="15"/>
                    <a:pt x="434" y="15"/>
                  </a:cubicBezTo>
                  <a:close/>
                  <a:moveTo>
                    <a:pt x="572" y="145"/>
                  </a:moveTo>
                  <a:cubicBezTo>
                    <a:pt x="573" y="147"/>
                    <a:pt x="572" y="146"/>
                    <a:pt x="570" y="145"/>
                  </a:cubicBezTo>
                  <a:cubicBezTo>
                    <a:pt x="568" y="143"/>
                    <a:pt x="566" y="140"/>
                    <a:pt x="562" y="137"/>
                  </a:cubicBezTo>
                  <a:cubicBezTo>
                    <a:pt x="562" y="137"/>
                    <a:pt x="562" y="136"/>
                    <a:pt x="562" y="136"/>
                  </a:cubicBezTo>
                  <a:cubicBezTo>
                    <a:pt x="565" y="138"/>
                    <a:pt x="569" y="142"/>
                    <a:pt x="572" y="145"/>
                  </a:cubicBezTo>
                  <a:close/>
                  <a:moveTo>
                    <a:pt x="582" y="158"/>
                  </a:moveTo>
                  <a:cubicBezTo>
                    <a:pt x="582" y="159"/>
                    <a:pt x="582" y="159"/>
                    <a:pt x="581" y="159"/>
                  </a:cubicBezTo>
                  <a:cubicBezTo>
                    <a:pt x="579" y="156"/>
                    <a:pt x="576" y="153"/>
                    <a:pt x="574" y="150"/>
                  </a:cubicBezTo>
                  <a:cubicBezTo>
                    <a:pt x="577" y="153"/>
                    <a:pt x="579" y="155"/>
                    <a:pt x="582" y="158"/>
                  </a:cubicBezTo>
                  <a:close/>
                  <a:moveTo>
                    <a:pt x="537" y="67"/>
                  </a:moveTo>
                  <a:cubicBezTo>
                    <a:pt x="536" y="67"/>
                    <a:pt x="532" y="64"/>
                    <a:pt x="530" y="63"/>
                  </a:cubicBezTo>
                  <a:cubicBezTo>
                    <a:pt x="533" y="64"/>
                    <a:pt x="535" y="65"/>
                    <a:pt x="537" y="67"/>
                  </a:cubicBezTo>
                  <a:close/>
                  <a:moveTo>
                    <a:pt x="592" y="172"/>
                  </a:moveTo>
                  <a:cubicBezTo>
                    <a:pt x="589" y="168"/>
                    <a:pt x="586" y="164"/>
                    <a:pt x="584" y="163"/>
                  </a:cubicBezTo>
                  <a:cubicBezTo>
                    <a:pt x="584" y="162"/>
                    <a:pt x="583" y="162"/>
                    <a:pt x="583" y="161"/>
                  </a:cubicBezTo>
                  <a:cubicBezTo>
                    <a:pt x="585" y="163"/>
                    <a:pt x="590" y="166"/>
                    <a:pt x="592" y="172"/>
                  </a:cubicBezTo>
                  <a:close/>
                  <a:moveTo>
                    <a:pt x="575" y="93"/>
                  </a:moveTo>
                  <a:cubicBezTo>
                    <a:pt x="575" y="94"/>
                    <a:pt x="576" y="95"/>
                    <a:pt x="577" y="95"/>
                  </a:cubicBezTo>
                  <a:cubicBezTo>
                    <a:pt x="579" y="98"/>
                    <a:pt x="574" y="95"/>
                    <a:pt x="577" y="99"/>
                  </a:cubicBezTo>
                  <a:cubicBezTo>
                    <a:pt x="575" y="97"/>
                    <a:pt x="573" y="96"/>
                    <a:pt x="572" y="94"/>
                  </a:cubicBezTo>
                  <a:cubicBezTo>
                    <a:pt x="575" y="97"/>
                    <a:pt x="577" y="97"/>
                    <a:pt x="575" y="93"/>
                  </a:cubicBezTo>
                  <a:close/>
                  <a:moveTo>
                    <a:pt x="611" y="210"/>
                  </a:moveTo>
                  <a:cubicBezTo>
                    <a:pt x="612" y="212"/>
                    <a:pt x="610" y="210"/>
                    <a:pt x="610" y="210"/>
                  </a:cubicBezTo>
                  <a:cubicBezTo>
                    <a:pt x="610" y="209"/>
                    <a:pt x="609" y="208"/>
                    <a:pt x="609" y="206"/>
                  </a:cubicBezTo>
                  <a:cubicBezTo>
                    <a:pt x="610" y="207"/>
                    <a:pt x="610" y="209"/>
                    <a:pt x="611" y="210"/>
                  </a:cubicBezTo>
                  <a:close/>
                  <a:moveTo>
                    <a:pt x="615" y="184"/>
                  </a:moveTo>
                  <a:cubicBezTo>
                    <a:pt x="615" y="186"/>
                    <a:pt x="617" y="186"/>
                    <a:pt x="617" y="187"/>
                  </a:cubicBezTo>
                  <a:cubicBezTo>
                    <a:pt x="618" y="189"/>
                    <a:pt x="617" y="188"/>
                    <a:pt x="617" y="188"/>
                  </a:cubicBezTo>
                  <a:cubicBezTo>
                    <a:pt x="617" y="189"/>
                    <a:pt x="618" y="189"/>
                    <a:pt x="618" y="190"/>
                  </a:cubicBezTo>
                  <a:cubicBezTo>
                    <a:pt x="616" y="187"/>
                    <a:pt x="615" y="185"/>
                    <a:pt x="615" y="187"/>
                  </a:cubicBezTo>
                  <a:cubicBezTo>
                    <a:pt x="614" y="185"/>
                    <a:pt x="614" y="184"/>
                    <a:pt x="615" y="184"/>
                  </a:cubicBezTo>
                  <a:close/>
                  <a:moveTo>
                    <a:pt x="618" y="156"/>
                  </a:moveTo>
                  <a:cubicBezTo>
                    <a:pt x="617" y="155"/>
                    <a:pt x="616" y="154"/>
                    <a:pt x="616" y="153"/>
                  </a:cubicBezTo>
                  <a:cubicBezTo>
                    <a:pt x="617" y="153"/>
                    <a:pt x="619" y="157"/>
                    <a:pt x="618" y="156"/>
                  </a:cubicBezTo>
                  <a:close/>
                  <a:moveTo>
                    <a:pt x="626" y="172"/>
                  </a:moveTo>
                  <a:cubicBezTo>
                    <a:pt x="624" y="169"/>
                    <a:pt x="622" y="167"/>
                    <a:pt x="621" y="164"/>
                  </a:cubicBezTo>
                  <a:cubicBezTo>
                    <a:pt x="623" y="166"/>
                    <a:pt x="625" y="169"/>
                    <a:pt x="626" y="172"/>
                  </a:cubicBezTo>
                  <a:close/>
                  <a:moveTo>
                    <a:pt x="632" y="183"/>
                  </a:moveTo>
                  <a:cubicBezTo>
                    <a:pt x="631" y="182"/>
                    <a:pt x="630" y="180"/>
                    <a:pt x="630" y="179"/>
                  </a:cubicBezTo>
                  <a:cubicBezTo>
                    <a:pt x="631" y="180"/>
                    <a:pt x="631" y="182"/>
                    <a:pt x="632" y="183"/>
                  </a:cubicBezTo>
                  <a:close/>
                  <a:moveTo>
                    <a:pt x="635" y="181"/>
                  </a:moveTo>
                  <a:cubicBezTo>
                    <a:pt x="635" y="183"/>
                    <a:pt x="635" y="183"/>
                    <a:pt x="636" y="183"/>
                  </a:cubicBezTo>
                  <a:cubicBezTo>
                    <a:pt x="636" y="186"/>
                    <a:pt x="633" y="181"/>
                    <a:pt x="633" y="180"/>
                  </a:cubicBezTo>
                  <a:cubicBezTo>
                    <a:pt x="634" y="181"/>
                    <a:pt x="634" y="181"/>
                    <a:pt x="635" y="181"/>
                  </a:cubicBezTo>
                  <a:close/>
                  <a:moveTo>
                    <a:pt x="660" y="290"/>
                  </a:moveTo>
                  <a:cubicBezTo>
                    <a:pt x="659" y="290"/>
                    <a:pt x="658" y="287"/>
                    <a:pt x="658" y="285"/>
                  </a:cubicBezTo>
                  <a:cubicBezTo>
                    <a:pt x="659" y="285"/>
                    <a:pt x="660" y="288"/>
                    <a:pt x="660" y="2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b="1">
                <a:latin typeface="+mj-ea"/>
                <a:ea typeface="+mj-ea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5178296" y="3236592"/>
            <a:ext cx="725784" cy="727152"/>
            <a:chOff x="5375920" y="3290877"/>
            <a:chExt cx="725784" cy="727152"/>
          </a:xfrm>
        </p:grpSpPr>
        <p:sp>
          <p:nvSpPr>
            <p:cNvPr id="25" name="Index-2"/>
            <p:cNvSpPr txBox="1"/>
            <p:nvPr>
              <p:custDataLst>
                <p:tags r:id="rId5"/>
              </p:custDataLst>
            </p:nvPr>
          </p:nvSpPr>
          <p:spPr>
            <a:xfrm>
              <a:off x="5559276" y="3377226"/>
              <a:ext cx="359073" cy="523220"/>
            </a:xfrm>
            <a:prstGeom prst="rect">
              <a:avLst/>
            </a:prstGeom>
            <a:noFill/>
          </p:spPr>
          <p:txBody>
            <a:bodyPr wrap="none" lIns="0" rIns="0" rtlCol="0" anchor="ctr" anchorCtr="0">
              <a:noAutofit/>
            </a:bodyPr>
            <a:lstStyle/>
            <a:p>
              <a:pPr algn="ctr"/>
              <a:r>
                <a:rPr lang="zh-CN" altLang="en-US" sz="2800" dirty="0">
                  <a:solidFill>
                    <a:schemeClr val="accent1"/>
                  </a:solidFill>
                  <a:latin typeface="OPPOSans M" panose="00020600040101010101" pitchFamily="18" charset="-122"/>
                  <a:ea typeface="阿里妈妈东方大楷" pitchFamily="2" charset="-122"/>
                </a:rPr>
                <a:t>示</a:t>
              </a:r>
              <a:endParaRPr lang="zh-CN" altLang="en-US" sz="2800" dirty="0">
                <a:solidFill>
                  <a:schemeClr val="accent1"/>
                </a:solidFill>
                <a:effectLst/>
                <a:latin typeface="OPPOSans M" panose="00020600040101010101" pitchFamily="18" charset="-122"/>
                <a:ea typeface="阿里妈妈东方大楷" pitchFamily="2" charset="-122"/>
              </a:endParaRPr>
            </a:p>
          </p:txBody>
        </p:sp>
        <p:sp>
          <p:nvSpPr>
            <p:cNvPr id="26" name="2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5375920" y="3290877"/>
              <a:ext cx="725784" cy="727152"/>
            </a:xfrm>
            <a:custGeom>
              <a:avLst/>
              <a:gdLst>
                <a:gd name="T0" fmla="*/ 579 w 669"/>
                <a:gd name="T1" fmla="*/ 485 h 670"/>
                <a:gd name="T2" fmla="*/ 324 w 669"/>
                <a:gd name="T3" fmla="*/ 608 h 670"/>
                <a:gd name="T4" fmla="*/ 198 w 669"/>
                <a:gd name="T5" fmla="*/ 568 h 670"/>
                <a:gd name="T6" fmla="*/ 426 w 669"/>
                <a:gd name="T7" fmla="*/ 593 h 670"/>
                <a:gd name="T8" fmla="*/ 567 w 669"/>
                <a:gd name="T9" fmla="*/ 485 h 670"/>
                <a:gd name="T10" fmla="*/ 522 w 669"/>
                <a:gd name="T11" fmla="*/ 529 h 670"/>
                <a:gd name="T12" fmla="*/ 211 w 669"/>
                <a:gd name="T13" fmla="*/ 566 h 670"/>
                <a:gd name="T14" fmla="*/ 279 w 669"/>
                <a:gd name="T15" fmla="*/ 67 h 670"/>
                <a:gd name="T16" fmla="*/ 521 w 669"/>
                <a:gd name="T17" fmla="*/ 120 h 670"/>
                <a:gd name="T18" fmla="*/ 598 w 669"/>
                <a:gd name="T19" fmla="*/ 182 h 670"/>
                <a:gd name="T20" fmla="*/ 661 w 669"/>
                <a:gd name="T21" fmla="*/ 313 h 670"/>
                <a:gd name="T22" fmla="*/ 640 w 669"/>
                <a:gd name="T23" fmla="*/ 192 h 670"/>
                <a:gd name="T24" fmla="*/ 553 w 669"/>
                <a:gd name="T25" fmla="*/ 76 h 670"/>
                <a:gd name="T26" fmla="*/ 407 w 669"/>
                <a:gd name="T27" fmla="*/ 8 h 670"/>
                <a:gd name="T28" fmla="*/ 243 w 669"/>
                <a:gd name="T29" fmla="*/ 13 h 670"/>
                <a:gd name="T30" fmla="*/ 107 w 669"/>
                <a:gd name="T31" fmla="*/ 91 h 670"/>
                <a:gd name="T32" fmla="*/ 23 w 669"/>
                <a:gd name="T33" fmla="*/ 217 h 670"/>
                <a:gd name="T34" fmla="*/ 2 w 669"/>
                <a:gd name="T35" fmla="*/ 354 h 670"/>
                <a:gd name="T36" fmla="*/ 15 w 669"/>
                <a:gd name="T37" fmla="*/ 438 h 670"/>
                <a:gd name="T38" fmla="*/ 48 w 669"/>
                <a:gd name="T39" fmla="*/ 506 h 670"/>
                <a:gd name="T40" fmla="*/ 157 w 669"/>
                <a:gd name="T41" fmla="*/ 618 h 670"/>
                <a:gd name="T42" fmla="*/ 251 w 669"/>
                <a:gd name="T43" fmla="*/ 659 h 670"/>
                <a:gd name="T44" fmla="*/ 457 w 669"/>
                <a:gd name="T45" fmla="*/ 650 h 670"/>
                <a:gd name="T46" fmla="*/ 567 w 669"/>
                <a:gd name="T47" fmla="*/ 584 h 670"/>
                <a:gd name="T48" fmla="*/ 450 w 669"/>
                <a:gd name="T49" fmla="*/ 646 h 670"/>
                <a:gd name="T50" fmla="*/ 308 w 669"/>
                <a:gd name="T51" fmla="*/ 658 h 670"/>
                <a:gd name="T52" fmla="*/ 403 w 669"/>
                <a:gd name="T53" fmla="*/ 652 h 670"/>
                <a:gd name="T54" fmla="*/ 566 w 669"/>
                <a:gd name="T55" fmla="*/ 569 h 670"/>
                <a:gd name="T56" fmla="*/ 637 w 669"/>
                <a:gd name="T57" fmla="*/ 474 h 670"/>
                <a:gd name="T58" fmla="*/ 599 w 669"/>
                <a:gd name="T59" fmla="*/ 521 h 670"/>
                <a:gd name="T60" fmla="*/ 623 w 669"/>
                <a:gd name="T61" fmla="*/ 472 h 670"/>
                <a:gd name="T62" fmla="*/ 471 w 669"/>
                <a:gd name="T63" fmla="*/ 613 h 670"/>
                <a:gd name="T64" fmla="*/ 301 w 669"/>
                <a:gd name="T65" fmla="*/ 638 h 670"/>
                <a:gd name="T66" fmla="*/ 267 w 669"/>
                <a:gd name="T67" fmla="*/ 628 h 670"/>
                <a:gd name="T68" fmla="*/ 425 w 669"/>
                <a:gd name="T69" fmla="*/ 625 h 670"/>
                <a:gd name="T70" fmla="*/ 549 w 669"/>
                <a:gd name="T71" fmla="*/ 550 h 670"/>
                <a:gd name="T72" fmla="*/ 578 w 669"/>
                <a:gd name="T73" fmla="*/ 508 h 670"/>
                <a:gd name="T74" fmla="*/ 613 w 669"/>
                <a:gd name="T75" fmla="*/ 435 h 670"/>
                <a:gd name="T76" fmla="*/ 634 w 669"/>
                <a:gd name="T77" fmla="*/ 185 h 670"/>
                <a:gd name="T78" fmla="*/ 523 w 669"/>
                <a:gd name="T79" fmla="*/ 544 h 670"/>
                <a:gd name="T80" fmla="*/ 544 w 669"/>
                <a:gd name="T81" fmla="*/ 549 h 670"/>
                <a:gd name="T82" fmla="*/ 583 w 669"/>
                <a:gd name="T83" fmla="*/ 532 h 670"/>
                <a:gd name="T84" fmla="*/ 585 w 669"/>
                <a:gd name="T85" fmla="*/ 541 h 670"/>
                <a:gd name="T86" fmla="*/ 498 w 669"/>
                <a:gd name="T87" fmla="*/ 585 h 670"/>
                <a:gd name="T88" fmla="*/ 528 w 669"/>
                <a:gd name="T89" fmla="*/ 585 h 670"/>
                <a:gd name="T90" fmla="*/ 564 w 669"/>
                <a:gd name="T91" fmla="*/ 575 h 670"/>
                <a:gd name="T92" fmla="*/ 445 w 669"/>
                <a:gd name="T93" fmla="*/ 624 h 670"/>
                <a:gd name="T94" fmla="*/ 468 w 669"/>
                <a:gd name="T95" fmla="*/ 641 h 670"/>
                <a:gd name="T96" fmla="*/ 354 w 669"/>
                <a:gd name="T97" fmla="*/ 641 h 670"/>
                <a:gd name="T98" fmla="*/ 409 w 669"/>
                <a:gd name="T99" fmla="*/ 661 h 670"/>
                <a:gd name="T100" fmla="*/ 240 w 669"/>
                <a:gd name="T101" fmla="*/ 622 h 670"/>
                <a:gd name="T102" fmla="*/ 276 w 669"/>
                <a:gd name="T103" fmla="*/ 650 h 670"/>
                <a:gd name="T104" fmla="*/ 291 w 669"/>
                <a:gd name="T105" fmla="*/ 661 h 670"/>
                <a:gd name="T106" fmla="*/ 204 w 669"/>
                <a:gd name="T107" fmla="*/ 627 h 670"/>
                <a:gd name="T108" fmla="*/ 103 w 669"/>
                <a:gd name="T109" fmla="*/ 475 h 670"/>
                <a:gd name="T110" fmla="*/ 147 w 669"/>
                <a:gd name="T111" fmla="*/ 593 h 670"/>
                <a:gd name="T112" fmla="*/ 113 w 669"/>
                <a:gd name="T113" fmla="*/ 579 h 670"/>
                <a:gd name="T114" fmla="*/ 41 w 669"/>
                <a:gd name="T115" fmla="*/ 486 h 670"/>
                <a:gd name="T116" fmla="*/ 71 w 669"/>
                <a:gd name="T117" fmla="*/ 258 h 670"/>
                <a:gd name="T118" fmla="*/ 84 w 669"/>
                <a:gd name="T119" fmla="*/ 216 h 670"/>
                <a:gd name="T120" fmla="*/ 157 w 669"/>
                <a:gd name="T121" fmla="*/ 54 h 670"/>
                <a:gd name="T122" fmla="*/ 434 w 669"/>
                <a:gd name="T123" fmla="*/ 15 h 670"/>
                <a:gd name="T124" fmla="*/ 635 w 669"/>
                <a:gd name="T125" fmla="*/ 18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9" h="670">
                  <a:moveTo>
                    <a:pt x="620" y="396"/>
                  </a:moveTo>
                  <a:cubicBezTo>
                    <a:pt x="620" y="397"/>
                    <a:pt x="620" y="398"/>
                    <a:pt x="621" y="397"/>
                  </a:cubicBezTo>
                  <a:cubicBezTo>
                    <a:pt x="621" y="397"/>
                    <a:pt x="620" y="398"/>
                    <a:pt x="620" y="399"/>
                  </a:cubicBezTo>
                  <a:cubicBezTo>
                    <a:pt x="620" y="401"/>
                    <a:pt x="620" y="400"/>
                    <a:pt x="620" y="402"/>
                  </a:cubicBezTo>
                  <a:cubicBezTo>
                    <a:pt x="620" y="405"/>
                    <a:pt x="618" y="408"/>
                    <a:pt x="618" y="412"/>
                  </a:cubicBezTo>
                  <a:cubicBezTo>
                    <a:pt x="615" y="415"/>
                    <a:pt x="616" y="419"/>
                    <a:pt x="614" y="423"/>
                  </a:cubicBezTo>
                  <a:cubicBezTo>
                    <a:pt x="613" y="422"/>
                    <a:pt x="615" y="417"/>
                    <a:pt x="614" y="416"/>
                  </a:cubicBezTo>
                  <a:cubicBezTo>
                    <a:pt x="613" y="422"/>
                    <a:pt x="610" y="425"/>
                    <a:pt x="609" y="432"/>
                  </a:cubicBezTo>
                  <a:cubicBezTo>
                    <a:pt x="608" y="433"/>
                    <a:pt x="607" y="434"/>
                    <a:pt x="607" y="437"/>
                  </a:cubicBezTo>
                  <a:cubicBezTo>
                    <a:pt x="606" y="438"/>
                    <a:pt x="605" y="437"/>
                    <a:pt x="606" y="435"/>
                  </a:cubicBezTo>
                  <a:cubicBezTo>
                    <a:pt x="605" y="435"/>
                    <a:pt x="605" y="436"/>
                    <a:pt x="605" y="437"/>
                  </a:cubicBezTo>
                  <a:cubicBezTo>
                    <a:pt x="606" y="436"/>
                    <a:pt x="605" y="440"/>
                    <a:pt x="606" y="438"/>
                  </a:cubicBezTo>
                  <a:cubicBezTo>
                    <a:pt x="604" y="441"/>
                    <a:pt x="604" y="445"/>
                    <a:pt x="602" y="449"/>
                  </a:cubicBezTo>
                  <a:cubicBezTo>
                    <a:pt x="603" y="444"/>
                    <a:pt x="604" y="440"/>
                    <a:pt x="604" y="439"/>
                  </a:cubicBezTo>
                  <a:cubicBezTo>
                    <a:pt x="603" y="440"/>
                    <a:pt x="602" y="447"/>
                    <a:pt x="600" y="450"/>
                  </a:cubicBezTo>
                  <a:cubicBezTo>
                    <a:pt x="599" y="450"/>
                    <a:pt x="598" y="454"/>
                    <a:pt x="597" y="456"/>
                  </a:cubicBezTo>
                  <a:cubicBezTo>
                    <a:pt x="597" y="456"/>
                    <a:pt x="598" y="455"/>
                    <a:pt x="598" y="456"/>
                  </a:cubicBezTo>
                  <a:cubicBezTo>
                    <a:pt x="598" y="457"/>
                    <a:pt x="597" y="457"/>
                    <a:pt x="597" y="458"/>
                  </a:cubicBezTo>
                  <a:cubicBezTo>
                    <a:pt x="597" y="458"/>
                    <a:pt x="597" y="457"/>
                    <a:pt x="596" y="458"/>
                  </a:cubicBezTo>
                  <a:cubicBezTo>
                    <a:pt x="594" y="462"/>
                    <a:pt x="593" y="466"/>
                    <a:pt x="591" y="470"/>
                  </a:cubicBezTo>
                  <a:cubicBezTo>
                    <a:pt x="590" y="470"/>
                    <a:pt x="590" y="470"/>
                    <a:pt x="590" y="470"/>
                  </a:cubicBezTo>
                  <a:cubicBezTo>
                    <a:pt x="592" y="466"/>
                    <a:pt x="592" y="464"/>
                    <a:pt x="594" y="460"/>
                  </a:cubicBezTo>
                  <a:cubicBezTo>
                    <a:pt x="592" y="463"/>
                    <a:pt x="590" y="467"/>
                    <a:pt x="588" y="470"/>
                  </a:cubicBezTo>
                  <a:cubicBezTo>
                    <a:pt x="588" y="471"/>
                    <a:pt x="589" y="468"/>
                    <a:pt x="590" y="468"/>
                  </a:cubicBezTo>
                  <a:cubicBezTo>
                    <a:pt x="590" y="469"/>
                    <a:pt x="589" y="470"/>
                    <a:pt x="589" y="471"/>
                  </a:cubicBezTo>
                  <a:cubicBezTo>
                    <a:pt x="587" y="473"/>
                    <a:pt x="587" y="471"/>
                    <a:pt x="586" y="473"/>
                  </a:cubicBezTo>
                  <a:cubicBezTo>
                    <a:pt x="586" y="474"/>
                    <a:pt x="586" y="474"/>
                    <a:pt x="586" y="475"/>
                  </a:cubicBezTo>
                  <a:cubicBezTo>
                    <a:pt x="586" y="475"/>
                    <a:pt x="586" y="474"/>
                    <a:pt x="587" y="473"/>
                  </a:cubicBezTo>
                  <a:cubicBezTo>
                    <a:pt x="588" y="473"/>
                    <a:pt x="588" y="474"/>
                    <a:pt x="588" y="472"/>
                  </a:cubicBezTo>
                  <a:cubicBezTo>
                    <a:pt x="591" y="470"/>
                    <a:pt x="589" y="473"/>
                    <a:pt x="588" y="475"/>
                  </a:cubicBezTo>
                  <a:cubicBezTo>
                    <a:pt x="589" y="472"/>
                    <a:pt x="586" y="477"/>
                    <a:pt x="586" y="475"/>
                  </a:cubicBezTo>
                  <a:cubicBezTo>
                    <a:pt x="585" y="476"/>
                    <a:pt x="585" y="478"/>
                    <a:pt x="584" y="479"/>
                  </a:cubicBezTo>
                  <a:cubicBezTo>
                    <a:pt x="583" y="480"/>
                    <a:pt x="585" y="477"/>
                    <a:pt x="585" y="475"/>
                  </a:cubicBezTo>
                  <a:cubicBezTo>
                    <a:pt x="586" y="474"/>
                    <a:pt x="584" y="476"/>
                    <a:pt x="584" y="474"/>
                  </a:cubicBezTo>
                  <a:cubicBezTo>
                    <a:pt x="583" y="476"/>
                    <a:pt x="583" y="478"/>
                    <a:pt x="581" y="480"/>
                  </a:cubicBezTo>
                  <a:cubicBezTo>
                    <a:pt x="581" y="479"/>
                    <a:pt x="582" y="477"/>
                    <a:pt x="582" y="476"/>
                  </a:cubicBezTo>
                  <a:cubicBezTo>
                    <a:pt x="580" y="477"/>
                    <a:pt x="580" y="480"/>
                    <a:pt x="578" y="481"/>
                  </a:cubicBezTo>
                  <a:cubicBezTo>
                    <a:pt x="578" y="482"/>
                    <a:pt x="580" y="479"/>
                    <a:pt x="581" y="479"/>
                  </a:cubicBezTo>
                  <a:cubicBezTo>
                    <a:pt x="580" y="480"/>
                    <a:pt x="579" y="481"/>
                    <a:pt x="578" y="483"/>
                  </a:cubicBezTo>
                  <a:cubicBezTo>
                    <a:pt x="580" y="481"/>
                    <a:pt x="580" y="482"/>
                    <a:pt x="580" y="483"/>
                  </a:cubicBezTo>
                  <a:cubicBezTo>
                    <a:pt x="580" y="484"/>
                    <a:pt x="579" y="484"/>
                    <a:pt x="579" y="485"/>
                  </a:cubicBezTo>
                  <a:cubicBezTo>
                    <a:pt x="577" y="487"/>
                    <a:pt x="579" y="483"/>
                    <a:pt x="578" y="485"/>
                  </a:cubicBezTo>
                  <a:cubicBezTo>
                    <a:pt x="577" y="486"/>
                    <a:pt x="575" y="490"/>
                    <a:pt x="573" y="492"/>
                  </a:cubicBezTo>
                  <a:cubicBezTo>
                    <a:pt x="571" y="495"/>
                    <a:pt x="569" y="497"/>
                    <a:pt x="569" y="496"/>
                  </a:cubicBezTo>
                  <a:cubicBezTo>
                    <a:pt x="568" y="498"/>
                    <a:pt x="567" y="499"/>
                    <a:pt x="568" y="499"/>
                  </a:cubicBezTo>
                  <a:cubicBezTo>
                    <a:pt x="566" y="501"/>
                    <a:pt x="566" y="500"/>
                    <a:pt x="565" y="501"/>
                  </a:cubicBezTo>
                  <a:cubicBezTo>
                    <a:pt x="567" y="498"/>
                    <a:pt x="568" y="496"/>
                    <a:pt x="570" y="494"/>
                  </a:cubicBezTo>
                  <a:cubicBezTo>
                    <a:pt x="568" y="495"/>
                    <a:pt x="564" y="500"/>
                    <a:pt x="563" y="503"/>
                  </a:cubicBezTo>
                  <a:cubicBezTo>
                    <a:pt x="562" y="503"/>
                    <a:pt x="563" y="502"/>
                    <a:pt x="561" y="503"/>
                  </a:cubicBezTo>
                  <a:cubicBezTo>
                    <a:pt x="560" y="505"/>
                    <a:pt x="559" y="507"/>
                    <a:pt x="556" y="509"/>
                  </a:cubicBezTo>
                  <a:cubicBezTo>
                    <a:pt x="557" y="510"/>
                    <a:pt x="555" y="512"/>
                    <a:pt x="557" y="511"/>
                  </a:cubicBezTo>
                  <a:cubicBezTo>
                    <a:pt x="555" y="512"/>
                    <a:pt x="555" y="514"/>
                    <a:pt x="552" y="516"/>
                  </a:cubicBezTo>
                  <a:cubicBezTo>
                    <a:pt x="554" y="516"/>
                    <a:pt x="550" y="520"/>
                    <a:pt x="550" y="520"/>
                  </a:cubicBezTo>
                  <a:cubicBezTo>
                    <a:pt x="547" y="523"/>
                    <a:pt x="551" y="518"/>
                    <a:pt x="549" y="520"/>
                  </a:cubicBezTo>
                  <a:cubicBezTo>
                    <a:pt x="548" y="521"/>
                    <a:pt x="547" y="523"/>
                    <a:pt x="546" y="524"/>
                  </a:cubicBezTo>
                  <a:cubicBezTo>
                    <a:pt x="546" y="523"/>
                    <a:pt x="546" y="523"/>
                    <a:pt x="546" y="522"/>
                  </a:cubicBezTo>
                  <a:cubicBezTo>
                    <a:pt x="549" y="518"/>
                    <a:pt x="553" y="514"/>
                    <a:pt x="555" y="510"/>
                  </a:cubicBezTo>
                  <a:cubicBezTo>
                    <a:pt x="554" y="511"/>
                    <a:pt x="554" y="513"/>
                    <a:pt x="552" y="513"/>
                  </a:cubicBezTo>
                  <a:cubicBezTo>
                    <a:pt x="549" y="520"/>
                    <a:pt x="542" y="523"/>
                    <a:pt x="538" y="529"/>
                  </a:cubicBezTo>
                  <a:cubicBezTo>
                    <a:pt x="537" y="530"/>
                    <a:pt x="535" y="531"/>
                    <a:pt x="534" y="532"/>
                  </a:cubicBezTo>
                  <a:cubicBezTo>
                    <a:pt x="532" y="534"/>
                    <a:pt x="530" y="535"/>
                    <a:pt x="529" y="537"/>
                  </a:cubicBezTo>
                  <a:cubicBezTo>
                    <a:pt x="526" y="540"/>
                    <a:pt x="523" y="543"/>
                    <a:pt x="521" y="543"/>
                  </a:cubicBezTo>
                  <a:cubicBezTo>
                    <a:pt x="519" y="544"/>
                    <a:pt x="518" y="545"/>
                    <a:pt x="516" y="547"/>
                  </a:cubicBezTo>
                  <a:cubicBezTo>
                    <a:pt x="516" y="548"/>
                    <a:pt x="512" y="550"/>
                    <a:pt x="510" y="552"/>
                  </a:cubicBezTo>
                  <a:cubicBezTo>
                    <a:pt x="510" y="552"/>
                    <a:pt x="511" y="551"/>
                    <a:pt x="509" y="551"/>
                  </a:cubicBezTo>
                  <a:cubicBezTo>
                    <a:pt x="510" y="552"/>
                    <a:pt x="507" y="555"/>
                    <a:pt x="507" y="554"/>
                  </a:cubicBezTo>
                  <a:cubicBezTo>
                    <a:pt x="502" y="558"/>
                    <a:pt x="497" y="560"/>
                    <a:pt x="492" y="564"/>
                  </a:cubicBezTo>
                  <a:cubicBezTo>
                    <a:pt x="494" y="564"/>
                    <a:pt x="492" y="566"/>
                    <a:pt x="491" y="566"/>
                  </a:cubicBezTo>
                  <a:cubicBezTo>
                    <a:pt x="490" y="567"/>
                    <a:pt x="492" y="564"/>
                    <a:pt x="492" y="564"/>
                  </a:cubicBezTo>
                  <a:cubicBezTo>
                    <a:pt x="487" y="566"/>
                    <a:pt x="483" y="570"/>
                    <a:pt x="479" y="573"/>
                  </a:cubicBezTo>
                  <a:cubicBezTo>
                    <a:pt x="479" y="571"/>
                    <a:pt x="474" y="574"/>
                    <a:pt x="473" y="576"/>
                  </a:cubicBezTo>
                  <a:cubicBezTo>
                    <a:pt x="472" y="576"/>
                    <a:pt x="471" y="576"/>
                    <a:pt x="470" y="577"/>
                  </a:cubicBezTo>
                  <a:cubicBezTo>
                    <a:pt x="468" y="580"/>
                    <a:pt x="458" y="582"/>
                    <a:pt x="453" y="586"/>
                  </a:cubicBezTo>
                  <a:cubicBezTo>
                    <a:pt x="448" y="586"/>
                    <a:pt x="441" y="593"/>
                    <a:pt x="437" y="592"/>
                  </a:cubicBezTo>
                  <a:cubicBezTo>
                    <a:pt x="438" y="592"/>
                    <a:pt x="440" y="591"/>
                    <a:pt x="441" y="590"/>
                  </a:cubicBezTo>
                  <a:cubicBezTo>
                    <a:pt x="440" y="590"/>
                    <a:pt x="435" y="593"/>
                    <a:pt x="431" y="594"/>
                  </a:cubicBezTo>
                  <a:cubicBezTo>
                    <a:pt x="430" y="594"/>
                    <a:pt x="424" y="595"/>
                    <a:pt x="424" y="596"/>
                  </a:cubicBezTo>
                  <a:cubicBezTo>
                    <a:pt x="423" y="597"/>
                    <a:pt x="422" y="596"/>
                    <a:pt x="421" y="596"/>
                  </a:cubicBezTo>
                  <a:cubicBezTo>
                    <a:pt x="417" y="598"/>
                    <a:pt x="414" y="599"/>
                    <a:pt x="410" y="600"/>
                  </a:cubicBezTo>
                  <a:cubicBezTo>
                    <a:pt x="408" y="601"/>
                    <a:pt x="405" y="602"/>
                    <a:pt x="401" y="602"/>
                  </a:cubicBezTo>
                  <a:cubicBezTo>
                    <a:pt x="397" y="603"/>
                    <a:pt x="393" y="604"/>
                    <a:pt x="390" y="605"/>
                  </a:cubicBezTo>
                  <a:cubicBezTo>
                    <a:pt x="368" y="608"/>
                    <a:pt x="346" y="609"/>
                    <a:pt x="324" y="608"/>
                  </a:cubicBezTo>
                  <a:cubicBezTo>
                    <a:pt x="313" y="608"/>
                    <a:pt x="302" y="606"/>
                    <a:pt x="291" y="604"/>
                  </a:cubicBezTo>
                  <a:cubicBezTo>
                    <a:pt x="280" y="602"/>
                    <a:pt x="269" y="600"/>
                    <a:pt x="259" y="597"/>
                  </a:cubicBezTo>
                  <a:cubicBezTo>
                    <a:pt x="217" y="584"/>
                    <a:pt x="178" y="562"/>
                    <a:pt x="146" y="532"/>
                  </a:cubicBezTo>
                  <a:cubicBezTo>
                    <a:pt x="114" y="502"/>
                    <a:pt x="89" y="464"/>
                    <a:pt x="75" y="423"/>
                  </a:cubicBezTo>
                  <a:cubicBezTo>
                    <a:pt x="67" y="402"/>
                    <a:pt x="62" y="381"/>
                    <a:pt x="60" y="359"/>
                  </a:cubicBezTo>
                  <a:cubicBezTo>
                    <a:pt x="58" y="337"/>
                    <a:pt x="58" y="315"/>
                    <a:pt x="61" y="293"/>
                  </a:cubicBezTo>
                  <a:cubicBezTo>
                    <a:pt x="62" y="292"/>
                    <a:pt x="62" y="293"/>
                    <a:pt x="62" y="294"/>
                  </a:cubicBezTo>
                  <a:cubicBezTo>
                    <a:pt x="59" y="307"/>
                    <a:pt x="60" y="321"/>
                    <a:pt x="59" y="333"/>
                  </a:cubicBezTo>
                  <a:cubicBezTo>
                    <a:pt x="60" y="334"/>
                    <a:pt x="60" y="335"/>
                    <a:pt x="60" y="337"/>
                  </a:cubicBezTo>
                  <a:cubicBezTo>
                    <a:pt x="60" y="338"/>
                    <a:pt x="60" y="336"/>
                    <a:pt x="60" y="336"/>
                  </a:cubicBezTo>
                  <a:cubicBezTo>
                    <a:pt x="59" y="338"/>
                    <a:pt x="61" y="340"/>
                    <a:pt x="60" y="342"/>
                  </a:cubicBezTo>
                  <a:cubicBezTo>
                    <a:pt x="60" y="343"/>
                    <a:pt x="61" y="342"/>
                    <a:pt x="61" y="343"/>
                  </a:cubicBezTo>
                  <a:cubicBezTo>
                    <a:pt x="60" y="346"/>
                    <a:pt x="60" y="349"/>
                    <a:pt x="61" y="353"/>
                  </a:cubicBezTo>
                  <a:cubicBezTo>
                    <a:pt x="61" y="357"/>
                    <a:pt x="62" y="361"/>
                    <a:pt x="62" y="365"/>
                  </a:cubicBezTo>
                  <a:cubicBezTo>
                    <a:pt x="63" y="367"/>
                    <a:pt x="63" y="370"/>
                    <a:pt x="63" y="373"/>
                  </a:cubicBezTo>
                  <a:cubicBezTo>
                    <a:pt x="64" y="376"/>
                    <a:pt x="64" y="379"/>
                    <a:pt x="65" y="382"/>
                  </a:cubicBezTo>
                  <a:cubicBezTo>
                    <a:pt x="65" y="383"/>
                    <a:pt x="65" y="383"/>
                    <a:pt x="65" y="382"/>
                  </a:cubicBezTo>
                  <a:cubicBezTo>
                    <a:pt x="67" y="391"/>
                    <a:pt x="69" y="404"/>
                    <a:pt x="72" y="409"/>
                  </a:cubicBezTo>
                  <a:cubicBezTo>
                    <a:pt x="72" y="411"/>
                    <a:pt x="72" y="410"/>
                    <a:pt x="72" y="412"/>
                  </a:cubicBezTo>
                  <a:cubicBezTo>
                    <a:pt x="72" y="412"/>
                    <a:pt x="72" y="411"/>
                    <a:pt x="73" y="410"/>
                  </a:cubicBezTo>
                  <a:cubicBezTo>
                    <a:pt x="74" y="416"/>
                    <a:pt x="76" y="421"/>
                    <a:pt x="78" y="426"/>
                  </a:cubicBezTo>
                  <a:cubicBezTo>
                    <a:pt x="80" y="431"/>
                    <a:pt x="82" y="436"/>
                    <a:pt x="83" y="441"/>
                  </a:cubicBezTo>
                  <a:cubicBezTo>
                    <a:pt x="85" y="442"/>
                    <a:pt x="86" y="448"/>
                    <a:pt x="88" y="450"/>
                  </a:cubicBezTo>
                  <a:cubicBezTo>
                    <a:pt x="90" y="455"/>
                    <a:pt x="92" y="457"/>
                    <a:pt x="92" y="459"/>
                  </a:cubicBezTo>
                  <a:cubicBezTo>
                    <a:pt x="95" y="463"/>
                    <a:pt x="97" y="466"/>
                    <a:pt x="98" y="470"/>
                  </a:cubicBezTo>
                  <a:cubicBezTo>
                    <a:pt x="100" y="472"/>
                    <a:pt x="98" y="469"/>
                    <a:pt x="100" y="471"/>
                  </a:cubicBezTo>
                  <a:cubicBezTo>
                    <a:pt x="100" y="471"/>
                    <a:pt x="101" y="474"/>
                    <a:pt x="100" y="473"/>
                  </a:cubicBezTo>
                  <a:cubicBezTo>
                    <a:pt x="102" y="475"/>
                    <a:pt x="103" y="478"/>
                    <a:pt x="105" y="480"/>
                  </a:cubicBezTo>
                  <a:cubicBezTo>
                    <a:pt x="105" y="481"/>
                    <a:pt x="105" y="480"/>
                    <a:pt x="105" y="480"/>
                  </a:cubicBezTo>
                  <a:cubicBezTo>
                    <a:pt x="107" y="483"/>
                    <a:pt x="109" y="486"/>
                    <a:pt x="111" y="489"/>
                  </a:cubicBezTo>
                  <a:cubicBezTo>
                    <a:pt x="110" y="490"/>
                    <a:pt x="111" y="489"/>
                    <a:pt x="112" y="491"/>
                  </a:cubicBezTo>
                  <a:cubicBezTo>
                    <a:pt x="113" y="491"/>
                    <a:pt x="114" y="492"/>
                    <a:pt x="115" y="493"/>
                  </a:cubicBezTo>
                  <a:cubicBezTo>
                    <a:pt x="114" y="493"/>
                    <a:pt x="114" y="494"/>
                    <a:pt x="115" y="495"/>
                  </a:cubicBezTo>
                  <a:cubicBezTo>
                    <a:pt x="117" y="496"/>
                    <a:pt x="119" y="501"/>
                    <a:pt x="123" y="504"/>
                  </a:cubicBezTo>
                  <a:cubicBezTo>
                    <a:pt x="123" y="505"/>
                    <a:pt x="123" y="505"/>
                    <a:pt x="123" y="505"/>
                  </a:cubicBezTo>
                  <a:cubicBezTo>
                    <a:pt x="125" y="507"/>
                    <a:pt x="128" y="511"/>
                    <a:pt x="131" y="514"/>
                  </a:cubicBezTo>
                  <a:cubicBezTo>
                    <a:pt x="134" y="518"/>
                    <a:pt x="137" y="520"/>
                    <a:pt x="138" y="521"/>
                  </a:cubicBezTo>
                  <a:cubicBezTo>
                    <a:pt x="140" y="523"/>
                    <a:pt x="141" y="526"/>
                    <a:pt x="144" y="527"/>
                  </a:cubicBezTo>
                  <a:cubicBezTo>
                    <a:pt x="146" y="530"/>
                    <a:pt x="149" y="534"/>
                    <a:pt x="151" y="534"/>
                  </a:cubicBezTo>
                  <a:cubicBezTo>
                    <a:pt x="165" y="547"/>
                    <a:pt x="180" y="557"/>
                    <a:pt x="197" y="568"/>
                  </a:cubicBezTo>
                  <a:cubicBezTo>
                    <a:pt x="198" y="568"/>
                    <a:pt x="197" y="568"/>
                    <a:pt x="198" y="568"/>
                  </a:cubicBezTo>
                  <a:cubicBezTo>
                    <a:pt x="199" y="569"/>
                    <a:pt x="200" y="569"/>
                    <a:pt x="201" y="571"/>
                  </a:cubicBezTo>
                  <a:cubicBezTo>
                    <a:pt x="211" y="575"/>
                    <a:pt x="224" y="584"/>
                    <a:pt x="236" y="587"/>
                  </a:cubicBezTo>
                  <a:cubicBezTo>
                    <a:pt x="237" y="587"/>
                    <a:pt x="237" y="587"/>
                    <a:pt x="237" y="588"/>
                  </a:cubicBezTo>
                  <a:cubicBezTo>
                    <a:pt x="242" y="590"/>
                    <a:pt x="247" y="591"/>
                    <a:pt x="251" y="593"/>
                  </a:cubicBezTo>
                  <a:cubicBezTo>
                    <a:pt x="251" y="592"/>
                    <a:pt x="251" y="590"/>
                    <a:pt x="255" y="591"/>
                  </a:cubicBezTo>
                  <a:cubicBezTo>
                    <a:pt x="256" y="592"/>
                    <a:pt x="255" y="592"/>
                    <a:pt x="258" y="593"/>
                  </a:cubicBezTo>
                  <a:cubicBezTo>
                    <a:pt x="258" y="594"/>
                    <a:pt x="254" y="594"/>
                    <a:pt x="254" y="593"/>
                  </a:cubicBezTo>
                  <a:cubicBezTo>
                    <a:pt x="252" y="593"/>
                    <a:pt x="257" y="595"/>
                    <a:pt x="257" y="594"/>
                  </a:cubicBezTo>
                  <a:cubicBezTo>
                    <a:pt x="260" y="596"/>
                    <a:pt x="263" y="596"/>
                    <a:pt x="266" y="597"/>
                  </a:cubicBezTo>
                  <a:cubicBezTo>
                    <a:pt x="269" y="598"/>
                    <a:pt x="273" y="598"/>
                    <a:pt x="275" y="600"/>
                  </a:cubicBezTo>
                  <a:cubicBezTo>
                    <a:pt x="277" y="599"/>
                    <a:pt x="281" y="600"/>
                    <a:pt x="284" y="602"/>
                  </a:cubicBezTo>
                  <a:cubicBezTo>
                    <a:pt x="285" y="602"/>
                    <a:pt x="285" y="601"/>
                    <a:pt x="284" y="601"/>
                  </a:cubicBezTo>
                  <a:cubicBezTo>
                    <a:pt x="290" y="603"/>
                    <a:pt x="296" y="603"/>
                    <a:pt x="301" y="605"/>
                  </a:cubicBezTo>
                  <a:cubicBezTo>
                    <a:pt x="302" y="604"/>
                    <a:pt x="302" y="604"/>
                    <a:pt x="302" y="604"/>
                  </a:cubicBezTo>
                  <a:cubicBezTo>
                    <a:pt x="306" y="605"/>
                    <a:pt x="311" y="605"/>
                    <a:pt x="316" y="605"/>
                  </a:cubicBezTo>
                  <a:cubicBezTo>
                    <a:pt x="321" y="606"/>
                    <a:pt x="325" y="606"/>
                    <a:pt x="328" y="607"/>
                  </a:cubicBezTo>
                  <a:cubicBezTo>
                    <a:pt x="329" y="607"/>
                    <a:pt x="328" y="606"/>
                    <a:pt x="328" y="606"/>
                  </a:cubicBezTo>
                  <a:cubicBezTo>
                    <a:pt x="333" y="607"/>
                    <a:pt x="337" y="606"/>
                    <a:pt x="342" y="606"/>
                  </a:cubicBezTo>
                  <a:cubicBezTo>
                    <a:pt x="347" y="606"/>
                    <a:pt x="351" y="606"/>
                    <a:pt x="356" y="606"/>
                  </a:cubicBezTo>
                  <a:cubicBezTo>
                    <a:pt x="359" y="606"/>
                    <a:pt x="364" y="605"/>
                    <a:pt x="368" y="605"/>
                  </a:cubicBezTo>
                  <a:cubicBezTo>
                    <a:pt x="371" y="605"/>
                    <a:pt x="373" y="605"/>
                    <a:pt x="375" y="604"/>
                  </a:cubicBezTo>
                  <a:cubicBezTo>
                    <a:pt x="378" y="604"/>
                    <a:pt x="380" y="604"/>
                    <a:pt x="382" y="603"/>
                  </a:cubicBezTo>
                  <a:cubicBezTo>
                    <a:pt x="384" y="603"/>
                    <a:pt x="382" y="603"/>
                    <a:pt x="384" y="602"/>
                  </a:cubicBezTo>
                  <a:cubicBezTo>
                    <a:pt x="384" y="602"/>
                    <a:pt x="385" y="602"/>
                    <a:pt x="386" y="602"/>
                  </a:cubicBezTo>
                  <a:cubicBezTo>
                    <a:pt x="385" y="603"/>
                    <a:pt x="386" y="603"/>
                    <a:pt x="389" y="602"/>
                  </a:cubicBezTo>
                  <a:cubicBezTo>
                    <a:pt x="391" y="602"/>
                    <a:pt x="393" y="601"/>
                    <a:pt x="395" y="601"/>
                  </a:cubicBezTo>
                  <a:cubicBezTo>
                    <a:pt x="396" y="600"/>
                    <a:pt x="393" y="601"/>
                    <a:pt x="392" y="601"/>
                  </a:cubicBezTo>
                  <a:cubicBezTo>
                    <a:pt x="391" y="601"/>
                    <a:pt x="394" y="600"/>
                    <a:pt x="395" y="600"/>
                  </a:cubicBezTo>
                  <a:cubicBezTo>
                    <a:pt x="397" y="600"/>
                    <a:pt x="399" y="600"/>
                    <a:pt x="402" y="600"/>
                  </a:cubicBezTo>
                  <a:cubicBezTo>
                    <a:pt x="405" y="599"/>
                    <a:pt x="408" y="598"/>
                    <a:pt x="410" y="598"/>
                  </a:cubicBezTo>
                  <a:cubicBezTo>
                    <a:pt x="412" y="597"/>
                    <a:pt x="410" y="597"/>
                    <a:pt x="412" y="596"/>
                  </a:cubicBezTo>
                  <a:cubicBezTo>
                    <a:pt x="412" y="596"/>
                    <a:pt x="413" y="596"/>
                    <a:pt x="414" y="596"/>
                  </a:cubicBezTo>
                  <a:cubicBezTo>
                    <a:pt x="414" y="596"/>
                    <a:pt x="413" y="596"/>
                    <a:pt x="412" y="597"/>
                  </a:cubicBezTo>
                  <a:cubicBezTo>
                    <a:pt x="414" y="597"/>
                    <a:pt x="415" y="597"/>
                    <a:pt x="417" y="595"/>
                  </a:cubicBezTo>
                  <a:cubicBezTo>
                    <a:pt x="417" y="595"/>
                    <a:pt x="415" y="595"/>
                    <a:pt x="417" y="594"/>
                  </a:cubicBezTo>
                  <a:cubicBezTo>
                    <a:pt x="415" y="594"/>
                    <a:pt x="415" y="595"/>
                    <a:pt x="413" y="595"/>
                  </a:cubicBezTo>
                  <a:cubicBezTo>
                    <a:pt x="415" y="594"/>
                    <a:pt x="417" y="594"/>
                    <a:pt x="418" y="593"/>
                  </a:cubicBezTo>
                  <a:cubicBezTo>
                    <a:pt x="420" y="593"/>
                    <a:pt x="422" y="592"/>
                    <a:pt x="423" y="592"/>
                  </a:cubicBezTo>
                  <a:cubicBezTo>
                    <a:pt x="424" y="593"/>
                    <a:pt x="420" y="593"/>
                    <a:pt x="419" y="594"/>
                  </a:cubicBezTo>
                  <a:cubicBezTo>
                    <a:pt x="422" y="594"/>
                    <a:pt x="418" y="595"/>
                    <a:pt x="417" y="595"/>
                  </a:cubicBezTo>
                  <a:cubicBezTo>
                    <a:pt x="422" y="595"/>
                    <a:pt x="421" y="594"/>
                    <a:pt x="426" y="593"/>
                  </a:cubicBezTo>
                  <a:cubicBezTo>
                    <a:pt x="427" y="593"/>
                    <a:pt x="424" y="593"/>
                    <a:pt x="425" y="593"/>
                  </a:cubicBezTo>
                  <a:cubicBezTo>
                    <a:pt x="425" y="592"/>
                    <a:pt x="426" y="592"/>
                    <a:pt x="426" y="592"/>
                  </a:cubicBezTo>
                  <a:cubicBezTo>
                    <a:pt x="427" y="592"/>
                    <a:pt x="426" y="592"/>
                    <a:pt x="425" y="592"/>
                  </a:cubicBezTo>
                  <a:cubicBezTo>
                    <a:pt x="427" y="590"/>
                    <a:pt x="430" y="590"/>
                    <a:pt x="432" y="588"/>
                  </a:cubicBezTo>
                  <a:cubicBezTo>
                    <a:pt x="434" y="587"/>
                    <a:pt x="434" y="587"/>
                    <a:pt x="434" y="588"/>
                  </a:cubicBezTo>
                  <a:cubicBezTo>
                    <a:pt x="436" y="587"/>
                    <a:pt x="438" y="585"/>
                    <a:pt x="440" y="585"/>
                  </a:cubicBezTo>
                  <a:cubicBezTo>
                    <a:pt x="442" y="585"/>
                    <a:pt x="439" y="586"/>
                    <a:pt x="439" y="587"/>
                  </a:cubicBezTo>
                  <a:cubicBezTo>
                    <a:pt x="440" y="586"/>
                    <a:pt x="441" y="585"/>
                    <a:pt x="441" y="585"/>
                  </a:cubicBezTo>
                  <a:cubicBezTo>
                    <a:pt x="442" y="584"/>
                    <a:pt x="444" y="584"/>
                    <a:pt x="445" y="583"/>
                  </a:cubicBezTo>
                  <a:cubicBezTo>
                    <a:pt x="446" y="583"/>
                    <a:pt x="444" y="584"/>
                    <a:pt x="446" y="584"/>
                  </a:cubicBezTo>
                  <a:cubicBezTo>
                    <a:pt x="447" y="582"/>
                    <a:pt x="450" y="581"/>
                    <a:pt x="452" y="580"/>
                  </a:cubicBezTo>
                  <a:cubicBezTo>
                    <a:pt x="454" y="579"/>
                    <a:pt x="456" y="578"/>
                    <a:pt x="456" y="579"/>
                  </a:cubicBezTo>
                  <a:cubicBezTo>
                    <a:pt x="458" y="578"/>
                    <a:pt x="460" y="577"/>
                    <a:pt x="462" y="575"/>
                  </a:cubicBezTo>
                  <a:cubicBezTo>
                    <a:pt x="465" y="576"/>
                    <a:pt x="468" y="572"/>
                    <a:pt x="470" y="572"/>
                  </a:cubicBezTo>
                  <a:cubicBezTo>
                    <a:pt x="471" y="569"/>
                    <a:pt x="478" y="569"/>
                    <a:pt x="482" y="565"/>
                  </a:cubicBezTo>
                  <a:cubicBezTo>
                    <a:pt x="484" y="564"/>
                    <a:pt x="485" y="563"/>
                    <a:pt x="487" y="562"/>
                  </a:cubicBezTo>
                  <a:cubicBezTo>
                    <a:pt x="489" y="560"/>
                    <a:pt x="491" y="559"/>
                    <a:pt x="493" y="558"/>
                  </a:cubicBezTo>
                  <a:cubicBezTo>
                    <a:pt x="494" y="558"/>
                    <a:pt x="491" y="560"/>
                    <a:pt x="493" y="559"/>
                  </a:cubicBezTo>
                  <a:cubicBezTo>
                    <a:pt x="498" y="554"/>
                    <a:pt x="505" y="551"/>
                    <a:pt x="510" y="546"/>
                  </a:cubicBezTo>
                  <a:cubicBezTo>
                    <a:pt x="509" y="546"/>
                    <a:pt x="508" y="547"/>
                    <a:pt x="508" y="547"/>
                  </a:cubicBezTo>
                  <a:cubicBezTo>
                    <a:pt x="507" y="547"/>
                    <a:pt x="508" y="546"/>
                    <a:pt x="507" y="547"/>
                  </a:cubicBezTo>
                  <a:cubicBezTo>
                    <a:pt x="510" y="545"/>
                    <a:pt x="513" y="543"/>
                    <a:pt x="515" y="541"/>
                  </a:cubicBezTo>
                  <a:cubicBezTo>
                    <a:pt x="515" y="541"/>
                    <a:pt x="514" y="542"/>
                    <a:pt x="514" y="542"/>
                  </a:cubicBezTo>
                  <a:cubicBezTo>
                    <a:pt x="512" y="542"/>
                    <a:pt x="515" y="541"/>
                    <a:pt x="516" y="539"/>
                  </a:cubicBezTo>
                  <a:cubicBezTo>
                    <a:pt x="516" y="540"/>
                    <a:pt x="516" y="540"/>
                    <a:pt x="518" y="539"/>
                  </a:cubicBezTo>
                  <a:cubicBezTo>
                    <a:pt x="519" y="535"/>
                    <a:pt x="524" y="534"/>
                    <a:pt x="527" y="530"/>
                  </a:cubicBezTo>
                  <a:cubicBezTo>
                    <a:pt x="528" y="529"/>
                    <a:pt x="528" y="529"/>
                    <a:pt x="527" y="531"/>
                  </a:cubicBezTo>
                  <a:cubicBezTo>
                    <a:pt x="529" y="530"/>
                    <a:pt x="529" y="529"/>
                    <a:pt x="531" y="528"/>
                  </a:cubicBezTo>
                  <a:cubicBezTo>
                    <a:pt x="531" y="527"/>
                    <a:pt x="530" y="528"/>
                    <a:pt x="529" y="529"/>
                  </a:cubicBezTo>
                  <a:cubicBezTo>
                    <a:pt x="530" y="527"/>
                    <a:pt x="531" y="526"/>
                    <a:pt x="532" y="525"/>
                  </a:cubicBezTo>
                  <a:cubicBezTo>
                    <a:pt x="532" y="525"/>
                    <a:pt x="532" y="525"/>
                    <a:pt x="531" y="527"/>
                  </a:cubicBezTo>
                  <a:cubicBezTo>
                    <a:pt x="534" y="523"/>
                    <a:pt x="537" y="521"/>
                    <a:pt x="539" y="519"/>
                  </a:cubicBezTo>
                  <a:cubicBezTo>
                    <a:pt x="540" y="518"/>
                    <a:pt x="539" y="520"/>
                    <a:pt x="540" y="519"/>
                  </a:cubicBezTo>
                  <a:cubicBezTo>
                    <a:pt x="541" y="516"/>
                    <a:pt x="549" y="508"/>
                    <a:pt x="551" y="505"/>
                  </a:cubicBezTo>
                  <a:cubicBezTo>
                    <a:pt x="552" y="504"/>
                    <a:pt x="554" y="501"/>
                    <a:pt x="553" y="504"/>
                  </a:cubicBezTo>
                  <a:cubicBezTo>
                    <a:pt x="554" y="502"/>
                    <a:pt x="554" y="502"/>
                    <a:pt x="554" y="501"/>
                  </a:cubicBezTo>
                  <a:cubicBezTo>
                    <a:pt x="555" y="500"/>
                    <a:pt x="557" y="500"/>
                    <a:pt x="558" y="497"/>
                  </a:cubicBezTo>
                  <a:cubicBezTo>
                    <a:pt x="557" y="498"/>
                    <a:pt x="557" y="499"/>
                    <a:pt x="556" y="500"/>
                  </a:cubicBezTo>
                  <a:cubicBezTo>
                    <a:pt x="556" y="499"/>
                    <a:pt x="556" y="499"/>
                    <a:pt x="556" y="499"/>
                  </a:cubicBezTo>
                  <a:cubicBezTo>
                    <a:pt x="559" y="495"/>
                    <a:pt x="563" y="491"/>
                    <a:pt x="565" y="486"/>
                  </a:cubicBezTo>
                  <a:cubicBezTo>
                    <a:pt x="566" y="487"/>
                    <a:pt x="566" y="486"/>
                    <a:pt x="567" y="485"/>
                  </a:cubicBezTo>
                  <a:cubicBezTo>
                    <a:pt x="568" y="484"/>
                    <a:pt x="566" y="485"/>
                    <a:pt x="565" y="486"/>
                  </a:cubicBezTo>
                  <a:cubicBezTo>
                    <a:pt x="566" y="482"/>
                    <a:pt x="569" y="481"/>
                    <a:pt x="570" y="478"/>
                  </a:cubicBezTo>
                  <a:cubicBezTo>
                    <a:pt x="572" y="476"/>
                    <a:pt x="570" y="480"/>
                    <a:pt x="572" y="479"/>
                  </a:cubicBezTo>
                  <a:cubicBezTo>
                    <a:pt x="572" y="477"/>
                    <a:pt x="571" y="478"/>
                    <a:pt x="571" y="477"/>
                  </a:cubicBezTo>
                  <a:cubicBezTo>
                    <a:pt x="572" y="474"/>
                    <a:pt x="573" y="475"/>
                    <a:pt x="573" y="474"/>
                  </a:cubicBezTo>
                  <a:cubicBezTo>
                    <a:pt x="573" y="474"/>
                    <a:pt x="573" y="475"/>
                    <a:pt x="573" y="476"/>
                  </a:cubicBezTo>
                  <a:cubicBezTo>
                    <a:pt x="574" y="475"/>
                    <a:pt x="575" y="472"/>
                    <a:pt x="574" y="472"/>
                  </a:cubicBezTo>
                  <a:cubicBezTo>
                    <a:pt x="577" y="470"/>
                    <a:pt x="576" y="469"/>
                    <a:pt x="578" y="468"/>
                  </a:cubicBezTo>
                  <a:cubicBezTo>
                    <a:pt x="580" y="464"/>
                    <a:pt x="580" y="464"/>
                    <a:pt x="582" y="461"/>
                  </a:cubicBezTo>
                  <a:cubicBezTo>
                    <a:pt x="582" y="460"/>
                    <a:pt x="581" y="462"/>
                    <a:pt x="581" y="459"/>
                  </a:cubicBezTo>
                  <a:cubicBezTo>
                    <a:pt x="579" y="461"/>
                    <a:pt x="579" y="461"/>
                    <a:pt x="579" y="461"/>
                  </a:cubicBezTo>
                  <a:cubicBezTo>
                    <a:pt x="578" y="463"/>
                    <a:pt x="580" y="463"/>
                    <a:pt x="578" y="464"/>
                  </a:cubicBezTo>
                  <a:cubicBezTo>
                    <a:pt x="578" y="465"/>
                    <a:pt x="578" y="465"/>
                    <a:pt x="578" y="464"/>
                  </a:cubicBezTo>
                  <a:cubicBezTo>
                    <a:pt x="577" y="467"/>
                    <a:pt x="572" y="476"/>
                    <a:pt x="571" y="474"/>
                  </a:cubicBezTo>
                  <a:cubicBezTo>
                    <a:pt x="571" y="474"/>
                    <a:pt x="571" y="476"/>
                    <a:pt x="570" y="477"/>
                  </a:cubicBezTo>
                  <a:cubicBezTo>
                    <a:pt x="569" y="478"/>
                    <a:pt x="569" y="476"/>
                    <a:pt x="570" y="474"/>
                  </a:cubicBezTo>
                  <a:cubicBezTo>
                    <a:pt x="569" y="475"/>
                    <a:pt x="566" y="480"/>
                    <a:pt x="568" y="478"/>
                  </a:cubicBezTo>
                  <a:cubicBezTo>
                    <a:pt x="567" y="480"/>
                    <a:pt x="565" y="482"/>
                    <a:pt x="565" y="484"/>
                  </a:cubicBezTo>
                  <a:cubicBezTo>
                    <a:pt x="564" y="485"/>
                    <a:pt x="565" y="482"/>
                    <a:pt x="565" y="482"/>
                  </a:cubicBezTo>
                  <a:cubicBezTo>
                    <a:pt x="563" y="483"/>
                    <a:pt x="561" y="489"/>
                    <a:pt x="561" y="486"/>
                  </a:cubicBezTo>
                  <a:cubicBezTo>
                    <a:pt x="560" y="487"/>
                    <a:pt x="560" y="488"/>
                    <a:pt x="561" y="488"/>
                  </a:cubicBezTo>
                  <a:cubicBezTo>
                    <a:pt x="560" y="489"/>
                    <a:pt x="559" y="491"/>
                    <a:pt x="557" y="492"/>
                  </a:cubicBezTo>
                  <a:cubicBezTo>
                    <a:pt x="557" y="493"/>
                    <a:pt x="558" y="492"/>
                    <a:pt x="557" y="493"/>
                  </a:cubicBezTo>
                  <a:cubicBezTo>
                    <a:pt x="557" y="494"/>
                    <a:pt x="556" y="495"/>
                    <a:pt x="555" y="496"/>
                  </a:cubicBezTo>
                  <a:cubicBezTo>
                    <a:pt x="555" y="496"/>
                    <a:pt x="555" y="496"/>
                    <a:pt x="555" y="495"/>
                  </a:cubicBezTo>
                  <a:cubicBezTo>
                    <a:pt x="553" y="499"/>
                    <a:pt x="550" y="503"/>
                    <a:pt x="547" y="506"/>
                  </a:cubicBezTo>
                  <a:cubicBezTo>
                    <a:pt x="546" y="507"/>
                    <a:pt x="548" y="505"/>
                    <a:pt x="548" y="504"/>
                  </a:cubicBezTo>
                  <a:cubicBezTo>
                    <a:pt x="546" y="505"/>
                    <a:pt x="546" y="507"/>
                    <a:pt x="544" y="507"/>
                  </a:cubicBezTo>
                  <a:cubicBezTo>
                    <a:pt x="545" y="505"/>
                    <a:pt x="547" y="504"/>
                    <a:pt x="548" y="503"/>
                  </a:cubicBezTo>
                  <a:cubicBezTo>
                    <a:pt x="548" y="500"/>
                    <a:pt x="553" y="497"/>
                    <a:pt x="554" y="494"/>
                  </a:cubicBezTo>
                  <a:cubicBezTo>
                    <a:pt x="552" y="497"/>
                    <a:pt x="550" y="499"/>
                    <a:pt x="548" y="501"/>
                  </a:cubicBezTo>
                  <a:cubicBezTo>
                    <a:pt x="546" y="504"/>
                    <a:pt x="544" y="506"/>
                    <a:pt x="542" y="508"/>
                  </a:cubicBezTo>
                  <a:cubicBezTo>
                    <a:pt x="542" y="509"/>
                    <a:pt x="544" y="507"/>
                    <a:pt x="544" y="507"/>
                  </a:cubicBezTo>
                  <a:cubicBezTo>
                    <a:pt x="543" y="510"/>
                    <a:pt x="541" y="509"/>
                    <a:pt x="539" y="512"/>
                  </a:cubicBezTo>
                  <a:cubicBezTo>
                    <a:pt x="540" y="511"/>
                    <a:pt x="541" y="510"/>
                    <a:pt x="542" y="510"/>
                  </a:cubicBezTo>
                  <a:cubicBezTo>
                    <a:pt x="541" y="511"/>
                    <a:pt x="540" y="512"/>
                    <a:pt x="539" y="513"/>
                  </a:cubicBezTo>
                  <a:cubicBezTo>
                    <a:pt x="538" y="514"/>
                    <a:pt x="539" y="513"/>
                    <a:pt x="539" y="512"/>
                  </a:cubicBezTo>
                  <a:cubicBezTo>
                    <a:pt x="539" y="513"/>
                    <a:pt x="538" y="514"/>
                    <a:pt x="537" y="514"/>
                  </a:cubicBezTo>
                  <a:cubicBezTo>
                    <a:pt x="538" y="516"/>
                    <a:pt x="531" y="522"/>
                    <a:pt x="528" y="524"/>
                  </a:cubicBezTo>
                  <a:cubicBezTo>
                    <a:pt x="527" y="524"/>
                    <a:pt x="530" y="523"/>
                    <a:pt x="530" y="522"/>
                  </a:cubicBezTo>
                  <a:cubicBezTo>
                    <a:pt x="527" y="524"/>
                    <a:pt x="525" y="527"/>
                    <a:pt x="522" y="529"/>
                  </a:cubicBezTo>
                  <a:cubicBezTo>
                    <a:pt x="520" y="532"/>
                    <a:pt x="517" y="534"/>
                    <a:pt x="514" y="536"/>
                  </a:cubicBezTo>
                  <a:cubicBezTo>
                    <a:pt x="513" y="536"/>
                    <a:pt x="514" y="535"/>
                    <a:pt x="515" y="534"/>
                  </a:cubicBezTo>
                  <a:cubicBezTo>
                    <a:pt x="513" y="535"/>
                    <a:pt x="512" y="537"/>
                    <a:pt x="512" y="537"/>
                  </a:cubicBezTo>
                  <a:cubicBezTo>
                    <a:pt x="510" y="540"/>
                    <a:pt x="512" y="537"/>
                    <a:pt x="509" y="538"/>
                  </a:cubicBezTo>
                  <a:cubicBezTo>
                    <a:pt x="507" y="540"/>
                    <a:pt x="511" y="538"/>
                    <a:pt x="510" y="539"/>
                  </a:cubicBezTo>
                  <a:cubicBezTo>
                    <a:pt x="507" y="542"/>
                    <a:pt x="504" y="545"/>
                    <a:pt x="500" y="547"/>
                  </a:cubicBezTo>
                  <a:cubicBezTo>
                    <a:pt x="500" y="549"/>
                    <a:pt x="498" y="550"/>
                    <a:pt x="496" y="551"/>
                  </a:cubicBezTo>
                  <a:cubicBezTo>
                    <a:pt x="494" y="552"/>
                    <a:pt x="495" y="551"/>
                    <a:pt x="494" y="552"/>
                  </a:cubicBezTo>
                  <a:cubicBezTo>
                    <a:pt x="491" y="554"/>
                    <a:pt x="488" y="556"/>
                    <a:pt x="486" y="558"/>
                  </a:cubicBezTo>
                  <a:cubicBezTo>
                    <a:pt x="485" y="558"/>
                    <a:pt x="488" y="556"/>
                    <a:pt x="488" y="555"/>
                  </a:cubicBezTo>
                  <a:cubicBezTo>
                    <a:pt x="487" y="556"/>
                    <a:pt x="486" y="556"/>
                    <a:pt x="485" y="557"/>
                  </a:cubicBezTo>
                  <a:cubicBezTo>
                    <a:pt x="484" y="558"/>
                    <a:pt x="482" y="559"/>
                    <a:pt x="481" y="560"/>
                  </a:cubicBezTo>
                  <a:cubicBezTo>
                    <a:pt x="479" y="561"/>
                    <a:pt x="481" y="560"/>
                    <a:pt x="479" y="560"/>
                  </a:cubicBezTo>
                  <a:cubicBezTo>
                    <a:pt x="480" y="559"/>
                    <a:pt x="482" y="558"/>
                    <a:pt x="482" y="558"/>
                  </a:cubicBezTo>
                  <a:cubicBezTo>
                    <a:pt x="477" y="561"/>
                    <a:pt x="473" y="564"/>
                    <a:pt x="469" y="567"/>
                  </a:cubicBezTo>
                  <a:cubicBezTo>
                    <a:pt x="466" y="568"/>
                    <a:pt x="470" y="565"/>
                    <a:pt x="468" y="566"/>
                  </a:cubicBezTo>
                  <a:cubicBezTo>
                    <a:pt x="463" y="569"/>
                    <a:pt x="458" y="571"/>
                    <a:pt x="453" y="573"/>
                  </a:cubicBezTo>
                  <a:cubicBezTo>
                    <a:pt x="451" y="575"/>
                    <a:pt x="449" y="575"/>
                    <a:pt x="447" y="575"/>
                  </a:cubicBezTo>
                  <a:cubicBezTo>
                    <a:pt x="446" y="576"/>
                    <a:pt x="448" y="576"/>
                    <a:pt x="447" y="577"/>
                  </a:cubicBezTo>
                  <a:cubicBezTo>
                    <a:pt x="445" y="577"/>
                    <a:pt x="442" y="579"/>
                    <a:pt x="439" y="580"/>
                  </a:cubicBezTo>
                  <a:cubicBezTo>
                    <a:pt x="436" y="581"/>
                    <a:pt x="434" y="582"/>
                    <a:pt x="434" y="581"/>
                  </a:cubicBezTo>
                  <a:cubicBezTo>
                    <a:pt x="431" y="582"/>
                    <a:pt x="427" y="584"/>
                    <a:pt x="424" y="585"/>
                  </a:cubicBezTo>
                  <a:cubicBezTo>
                    <a:pt x="420" y="586"/>
                    <a:pt x="417" y="587"/>
                    <a:pt x="415" y="588"/>
                  </a:cubicBezTo>
                  <a:cubicBezTo>
                    <a:pt x="412" y="588"/>
                    <a:pt x="409" y="590"/>
                    <a:pt x="405" y="589"/>
                  </a:cubicBezTo>
                  <a:cubicBezTo>
                    <a:pt x="403" y="591"/>
                    <a:pt x="401" y="591"/>
                    <a:pt x="399" y="592"/>
                  </a:cubicBezTo>
                  <a:cubicBezTo>
                    <a:pt x="397" y="592"/>
                    <a:pt x="399" y="592"/>
                    <a:pt x="397" y="592"/>
                  </a:cubicBezTo>
                  <a:cubicBezTo>
                    <a:pt x="391" y="593"/>
                    <a:pt x="386" y="594"/>
                    <a:pt x="380" y="595"/>
                  </a:cubicBezTo>
                  <a:cubicBezTo>
                    <a:pt x="374" y="596"/>
                    <a:pt x="368" y="596"/>
                    <a:pt x="362" y="597"/>
                  </a:cubicBezTo>
                  <a:cubicBezTo>
                    <a:pt x="362" y="597"/>
                    <a:pt x="361" y="598"/>
                    <a:pt x="363" y="597"/>
                  </a:cubicBezTo>
                  <a:cubicBezTo>
                    <a:pt x="358" y="598"/>
                    <a:pt x="353" y="597"/>
                    <a:pt x="348" y="598"/>
                  </a:cubicBezTo>
                  <a:cubicBezTo>
                    <a:pt x="343" y="598"/>
                    <a:pt x="338" y="598"/>
                    <a:pt x="333" y="598"/>
                  </a:cubicBezTo>
                  <a:cubicBezTo>
                    <a:pt x="331" y="599"/>
                    <a:pt x="329" y="597"/>
                    <a:pt x="326" y="597"/>
                  </a:cubicBezTo>
                  <a:cubicBezTo>
                    <a:pt x="326" y="598"/>
                    <a:pt x="327" y="598"/>
                    <a:pt x="326" y="598"/>
                  </a:cubicBezTo>
                  <a:cubicBezTo>
                    <a:pt x="323" y="597"/>
                    <a:pt x="320" y="597"/>
                    <a:pt x="315" y="597"/>
                  </a:cubicBezTo>
                  <a:cubicBezTo>
                    <a:pt x="312" y="596"/>
                    <a:pt x="312" y="596"/>
                    <a:pt x="312" y="596"/>
                  </a:cubicBezTo>
                  <a:cubicBezTo>
                    <a:pt x="310" y="596"/>
                    <a:pt x="307" y="596"/>
                    <a:pt x="305" y="596"/>
                  </a:cubicBezTo>
                  <a:cubicBezTo>
                    <a:pt x="302" y="595"/>
                    <a:pt x="300" y="595"/>
                    <a:pt x="297" y="595"/>
                  </a:cubicBezTo>
                  <a:cubicBezTo>
                    <a:pt x="292" y="594"/>
                    <a:pt x="287" y="593"/>
                    <a:pt x="282" y="591"/>
                  </a:cubicBezTo>
                  <a:cubicBezTo>
                    <a:pt x="282" y="591"/>
                    <a:pt x="282" y="592"/>
                    <a:pt x="282" y="592"/>
                  </a:cubicBezTo>
                  <a:cubicBezTo>
                    <a:pt x="265" y="587"/>
                    <a:pt x="247" y="583"/>
                    <a:pt x="231" y="575"/>
                  </a:cubicBezTo>
                  <a:cubicBezTo>
                    <a:pt x="228" y="575"/>
                    <a:pt x="218" y="569"/>
                    <a:pt x="211" y="566"/>
                  </a:cubicBezTo>
                  <a:cubicBezTo>
                    <a:pt x="207" y="564"/>
                    <a:pt x="204" y="563"/>
                    <a:pt x="202" y="560"/>
                  </a:cubicBezTo>
                  <a:cubicBezTo>
                    <a:pt x="200" y="560"/>
                    <a:pt x="200" y="560"/>
                    <a:pt x="200" y="560"/>
                  </a:cubicBezTo>
                  <a:cubicBezTo>
                    <a:pt x="199" y="559"/>
                    <a:pt x="198" y="558"/>
                    <a:pt x="196" y="557"/>
                  </a:cubicBezTo>
                  <a:cubicBezTo>
                    <a:pt x="195" y="556"/>
                    <a:pt x="193" y="555"/>
                    <a:pt x="192" y="554"/>
                  </a:cubicBezTo>
                  <a:cubicBezTo>
                    <a:pt x="190" y="553"/>
                    <a:pt x="188" y="552"/>
                    <a:pt x="186" y="551"/>
                  </a:cubicBezTo>
                  <a:cubicBezTo>
                    <a:pt x="184" y="549"/>
                    <a:pt x="182" y="548"/>
                    <a:pt x="180" y="546"/>
                  </a:cubicBezTo>
                  <a:cubicBezTo>
                    <a:pt x="175" y="543"/>
                    <a:pt x="171" y="539"/>
                    <a:pt x="167" y="536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55" y="527"/>
                    <a:pt x="147" y="517"/>
                    <a:pt x="138" y="509"/>
                  </a:cubicBezTo>
                  <a:cubicBezTo>
                    <a:pt x="135" y="504"/>
                    <a:pt x="130" y="500"/>
                    <a:pt x="127" y="495"/>
                  </a:cubicBezTo>
                  <a:cubicBezTo>
                    <a:pt x="124" y="493"/>
                    <a:pt x="123" y="490"/>
                    <a:pt x="121" y="488"/>
                  </a:cubicBezTo>
                  <a:cubicBezTo>
                    <a:pt x="116" y="480"/>
                    <a:pt x="110" y="472"/>
                    <a:pt x="105" y="464"/>
                  </a:cubicBezTo>
                  <a:cubicBezTo>
                    <a:pt x="96" y="446"/>
                    <a:pt x="86" y="428"/>
                    <a:pt x="81" y="408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79" y="405"/>
                    <a:pt x="80" y="405"/>
                    <a:pt x="80" y="405"/>
                  </a:cubicBezTo>
                  <a:cubicBezTo>
                    <a:pt x="79" y="403"/>
                    <a:pt x="78" y="400"/>
                    <a:pt x="78" y="398"/>
                  </a:cubicBezTo>
                  <a:cubicBezTo>
                    <a:pt x="77" y="395"/>
                    <a:pt x="76" y="393"/>
                    <a:pt x="76" y="391"/>
                  </a:cubicBezTo>
                  <a:cubicBezTo>
                    <a:pt x="75" y="389"/>
                    <a:pt x="75" y="386"/>
                    <a:pt x="74" y="384"/>
                  </a:cubicBezTo>
                  <a:cubicBezTo>
                    <a:pt x="74" y="381"/>
                    <a:pt x="73" y="379"/>
                    <a:pt x="72" y="376"/>
                  </a:cubicBezTo>
                  <a:cubicBezTo>
                    <a:pt x="73" y="374"/>
                    <a:pt x="73" y="374"/>
                    <a:pt x="73" y="374"/>
                  </a:cubicBezTo>
                  <a:cubicBezTo>
                    <a:pt x="72" y="372"/>
                    <a:pt x="71" y="373"/>
                    <a:pt x="71" y="370"/>
                  </a:cubicBezTo>
                  <a:cubicBezTo>
                    <a:pt x="72" y="370"/>
                    <a:pt x="72" y="371"/>
                    <a:pt x="72" y="372"/>
                  </a:cubicBezTo>
                  <a:cubicBezTo>
                    <a:pt x="72" y="370"/>
                    <a:pt x="72" y="368"/>
                    <a:pt x="71" y="368"/>
                  </a:cubicBezTo>
                  <a:cubicBezTo>
                    <a:pt x="66" y="328"/>
                    <a:pt x="69" y="287"/>
                    <a:pt x="81" y="248"/>
                  </a:cubicBezTo>
                  <a:cubicBezTo>
                    <a:pt x="87" y="229"/>
                    <a:pt x="95" y="211"/>
                    <a:pt x="105" y="193"/>
                  </a:cubicBezTo>
                  <a:cubicBezTo>
                    <a:pt x="115" y="176"/>
                    <a:pt x="127" y="159"/>
                    <a:pt x="142" y="144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51" y="135"/>
                    <a:pt x="158" y="126"/>
                    <a:pt x="167" y="120"/>
                  </a:cubicBezTo>
                  <a:cubicBezTo>
                    <a:pt x="169" y="119"/>
                    <a:pt x="169" y="117"/>
                    <a:pt x="170" y="118"/>
                  </a:cubicBezTo>
                  <a:cubicBezTo>
                    <a:pt x="171" y="116"/>
                    <a:pt x="175" y="113"/>
                    <a:pt x="178" y="112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2" y="108"/>
                    <a:pt x="186" y="106"/>
                    <a:pt x="189" y="103"/>
                  </a:cubicBezTo>
                  <a:cubicBezTo>
                    <a:pt x="205" y="94"/>
                    <a:pt x="221" y="84"/>
                    <a:pt x="240" y="79"/>
                  </a:cubicBezTo>
                  <a:cubicBezTo>
                    <a:pt x="240" y="78"/>
                    <a:pt x="241" y="78"/>
                    <a:pt x="241" y="77"/>
                  </a:cubicBezTo>
                  <a:cubicBezTo>
                    <a:pt x="245" y="77"/>
                    <a:pt x="250" y="75"/>
                    <a:pt x="251" y="74"/>
                  </a:cubicBezTo>
                  <a:cubicBezTo>
                    <a:pt x="252" y="74"/>
                    <a:pt x="252" y="74"/>
                    <a:pt x="253" y="74"/>
                  </a:cubicBezTo>
                  <a:cubicBezTo>
                    <a:pt x="254" y="73"/>
                    <a:pt x="256" y="73"/>
                    <a:pt x="257" y="73"/>
                  </a:cubicBezTo>
                  <a:cubicBezTo>
                    <a:pt x="259" y="72"/>
                    <a:pt x="262" y="71"/>
                    <a:pt x="265" y="70"/>
                  </a:cubicBezTo>
                  <a:cubicBezTo>
                    <a:pt x="268" y="69"/>
                    <a:pt x="271" y="69"/>
                    <a:pt x="274" y="68"/>
                  </a:cubicBezTo>
                  <a:cubicBezTo>
                    <a:pt x="275" y="68"/>
                    <a:pt x="275" y="68"/>
                    <a:pt x="274" y="69"/>
                  </a:cubicBezTo>
                  <a:cubicBezTo>
                    <a:pt x="276" y="69"/>
                    <a:pt x="276" y="67"/>
                    <a:pt x="279" y="67"/>
                  </a:cubicBezTo>
                  <a:cubicBezTo>
                    <a:pt x="279" y="67"/>
                    <a:pt x="279" y="67"/>
                    <a:pt x="278" y="67"/>
                  </a:cubicBezTo>
                  <a:cubicBezTo>
                    <a:pt x="280" y="66"/>
                    <a:pt x="281" y="67"/>
                    <a:pt x="283" y="66"/>
                  </a:cubicBezTo>
                  <a:cubicBezTo>
                    <a:pt x="284" y="66"/>
                    <a:pt x="283" y="66"/>
                    <a:pt x="283" y="66"/>
                  </a:cubicBezTo>
                  <a:cubicBezTo>
                    <a:pt x="285" y="66"/>
                    <a:pt x="288" y="64"/>
                    <a:pt x="291" y="64"/>
                  </a:cubicBezTo>
                  <a:cubicBezTo>
                    <a:pt x="292" y="65"/>
                    <a:pt x="289" y="65"/>
                    <a:pt x="288" y="65"/>
                  </a:cubicBezTo>
                  <a:cubicBezTo>
                    <a:pt x="291" y="64"/>
                    <a:pt x="294" y="64"/>
                    <a:pt x="297" y="63"/>
                  </a:cubicBezTo>
                  <a:cubicBezTo>
                    <a:pt x="300" y="63"/>
                    <a:pt x="303" y="62"/>
                    <a:pt x="306" y="61"/>
                  </a:cubicBezTo>
                  <a:cubicBezTo>
                    <a:pt x="309" y="62"/>
                    <a:pt x="309" y="62"/>
                    <a:pt x="309" y="62"/>
                  </a:cubicBezTo>
                  <a:cubicBezTo>
                    <a:pt x="308" y="63"/>
                    <a:pt x="310" y="61"/>
                    <a:pt x="308" y="61"/>
                  </a:cubicBezTo>
                  <a:cubicBezTo>
                    <a:pt x="311" y="60"/>
                    <a:pt x="313" y="60"/>
                    <a:pt x="317" y="59"/>
                  </a:cubicBezTo>
                  <a:cubicBezTo>
                    <a:pt x="318" y="60"/>
                    <a:pt x="322" y="60"/>
                    <a:pt x="319" y="60"/>
                  </a:cubicBezTo>
                  <a:cubicBezTo>
                    <a:pt x="321" y="61"/>
                    <a:pt x="321" y="59"/>
                    <a:pt x="324" y="60"/>
                  </a:cubicBezTo>
                  <a:cubicBezTo>
                    <a:pt x="327" y="60"/>
                    <a:pt x="323" y="60"/>
                    <a:pt x="322" y="60"/>
                  </a:cubicBezTo>
                  <a:cubicBezTo>
                    <a:pt x="326" y="59"/>
                    <a:pt x="330" y="59"/>
                    <a:pt x="333" y="58"/>
                  </a:cubicBezTo>
                  <a:cubicBezTo>
                    <a:pt x="334" y="59"/>
                    <a:pt x="333" y="59"/>
                    <a:pt x="332" y="59"/>
                  </a:cubicBezTo>
                  <a:cubicBezTo>
                    <a:pt x="333" y="59"/>
                    <a:pt x="334" y="59"/>
                    <a:pt x="335" y="59"/>
                  </a:cubicBezTo>
                  <a:cubicBezTo>
                    <a:pt x="334" y="58"/>
                    <a:pt x="337" y="59"/>
                    <a:pt x="339" y="58"/>
                  </a:cubicBezTo>
                  <a:cubicBezTo>
                    <a:pt x="341" y="59"/>
                    <a:pt x="344" y="59"/>
                    <a:pt x="346" y="59"/>
                  </a:cubicBezTo>
                  <a:cubicBezTo>
                    <a:pt x="348" y="59"/>
                    <a:pt x="351" y="59"/>
                    <a:pt x="353" y="59"/>
                  </a:cubicBezTo>
                  <a:cubicBezTo>
                    <a:pt x="358" y="59"/>
                    <a:pt x="362" y="59"/>
                    <a:pt x="366" y="60"/>
                  </a:cubicBezTo>
                  <a:cubicBezTo>
                    <a:pt x="368" y="59"/>
                    <a:pt x="373" y="60"/>
                    <a:pt x="377" y="60"/>
                  </a:cubicBezTo>
                  <a:cubicBezTo>
                    <a:pt x="376" y="61"/>
                    <a:pt x="372" y="60"/>
                    <a:pt x="370" y="60"/>
                  </a:cubicBezTo>
                  <a:cubicBezTo>
                    <a:pt x="371" y="60"/>
                    <a:pt x="372" y="60"/>
                    <a:pt x="373" y="61"/>
                  </a:cubicBezTo>
                  <a:cubicBezTo>
                    <a:pt x="370" y="61"/>
                    <a:pt x="366" y="62"/>
                    <a:pt x="364" y="61"/>
                  </a:cubicBezTo>
                  <a:cubicBezTo>
                    <a:pt x="364" y="61"/>
                    <a:pt x="362" y="60"/>
                    <a:pt x="360" y="60"/>
                  </a:cubicBezTo>
                  <a:cubicBezTo>
                    <a:pt x="357" y="60"/>
                    <a:pt x="355" y="61"/>
                    <a:pt x="354" y="61"/>
                  </a:cubicBezTo>
                  <a:cubicBezTo>
                    <a:pt x="360" y="62"/>
                    <a:pt x="370" y="63"/>
                    <a:pt x="376" y="62"/>
                  </a:cubicBezTo>
                  <a:cubicBezTo>
                    <a:pt x="376" y="62"/>
                    <a:pt x="375" y="62"/>
                    <a:pt x="374" y="63"/>
                  </a:cubicBezTo>
                  <a:cubicBezTo>
                    <a:pt x="377" y="63"/>
                    <a:pt x="383" y="64"/>
                    <a:pt x="384" y="63"/>
                  </a:cubicBezTo>
                  <a:cubicBezTo>
                    <a:pt x="386" y="63"/>
                    <a:pt x="385" y="64"/>
                    <a:pt x="386" y="64"/>
                  </a:cubicBezTo>
                  <a:cubicBezTo>
                    <a:pt x="392" y="64"/>
                    <a:pt x="396" y="65"/>
                    <a:pt x="403" y="65"/>
                  </a:cubicBezTo>
                  <a:cubicBezTo>
                    <a:pt x="407" y="67"/>
                    <a:pt x="410" y="68"/>
                    <a:pt x="414" y="69"/>
                  </a:cubicBezTo>
                  <a:cubicBezTo>
                    <a:pt x="418" y="70"/>
                    <a:pt x="422" y="71"/>
                    <a:pt x="426" y="71"/>
                  </a:cubicBezTo>
                  <a:cubicBezTo>
                    <a:pt x="431" y="73"/>
                    <a:pt x="438" y="75"/>
                    <a:pt x="442" y="75"/>
                  </a:cubicBezTo>
                  <a:cubicBezTo>
                    <a:pt x="446" y="78"/>
                    <a:pt x="453" y="80"/>
                    <a:pt x="460" y="82"/>
                  </a:cubicBezTo>
                  <a:cubicBezTo>
                    <a:pt x="467" y="85"/>
                    <a:pt x="474" y="89"/>
                    <a:pt x="479" y="93"/>
                  </a:cubicBezTo>
                  <a:cubicBezTo>
                    <a:pt x="477" y="90"/>
                    <a:pt x="486" y="97"/>
                    <a:pt x="487" y="95"/>
                  </a:cubicBezTo>
                  <a:cubicBezTo>
                    <a:pt x="489" y="96"/>
                    <a:pt x="493" y="96"/>
                    <a:pt x="494" y="99"/>
                  </a:cubicBezTo>
                  <a:cubicBezTo>
                    <a:pt x="497" y="100"/>
                    <a:pt x="499" y="102"/>
                    <a:pt x="502" y="103"/>
                  </a:cubicBezTo>
                  <a:cubicBezTo>
                    <a:pt x="504" y="105"/>
                    <a:pt x="507" y="106"/>
                    <a:pt x="509" y="108"/>
                  </a:cubicBezTo>
                  <a:cubicBezTo>
                    <a:pt x="513" y="111"/>
                    <a:pt x="517" y="116"/>
                    <a:pt x="521" y="120"/>
                  </a:cubicBezTo>
                  <a:cubicBezTo>
                    <a:pt x="522" y="120"/>
                    <a:pt x="524" y="121"/>
                    <a:pt x="524" y="120"/>
                  </a:cubicBezTo>
                  <a:cubicBezTo>
                    <a:pt x="525" y="121"/>
                    <a:pt x="526" y="123"/>
                    <a:pt x="527" y="124"/>
                  </a:cubicBezTo>
                  <a:cubicBezTo>
                    <a:pt x="529" y="125"/>
                    <a:pt x="530" y="126"/>
                    <a:pt x="531" y="127"/>
                  </a:cubicBezTo>
                  <a:cubicBezTo>
                    <a:pt x="532" y="127"/>
                    <a:pt x="533" y="128"/>
                    <a:pt x="535" y="129"/>
                  </a:cubicBezTo>
                  <a:cubicBezTo>
                    <a:pt x="534" y="128"/>
                    <a:pt x="533" y="127"/>
                    <a:pt x="533" y="126"/>
                  </a:cubicBezTo>
                  <a:cubicBezTo>
                    <a:pt x="539" y="130"/>
                    <a:pt x="547" y="139"/>
                    <a:pt x="551" y="147"/>
                  </a:cubicBezTo>
                  <a:cubicBezTo>
                    <a:pt x="553" y="147"/>
                    <a:pt x="555" y="149"/>
                    <a:pt x="557" y="152"/>
                  </a:cubicBezTo>
                  <a:cubicBezTo>
                    <a:pt x="560" y="154"/>
                    <a:pt x="563" y="157"/>
                    <a:pt x="566" y="160"/>
                  </a:cubicBezTo>
                  <a:cubicBezTo>
                    <a:pt x="569" y="163"/>
                    <a:pt x="573" y="166"/>
                    <a:pt x="575" y="169"/>
                  </a:cubicBezTo>
                  <a:cubicBezTo>
                    <a:pt x="576" y="173"/>
                    <a:pt x="576" y="173"/>
                    <a:pt x="576" y="173"/>
                  </a:cubicBezTo>
                  <a:cubicBezTo>
                    <a:pt x="577" y="171"/>
                    <a:pt x="580" y="176"/>
                    <a:pt x="581" y="178"/>
                  </a:cubicBezTo>
                  <a:cubicBezTo>
                    <a:pt x="581" y="178"/>
                    <a:pt x="581" y="179"/>
                    <a:pt x="581" y="178"/>
                  </a:cubicBezTo>
                  <a:cubicBezTo>
                    <a:pt x="583" y="182"/>
                    <a:pt x="585" y="185"/>
                    <a:pt x="587" y="188"/>
                  </a:cubicBezTo>
                  <a:cubicBezTo>
                    <a:pt x="589" y="191"/>
                    <a:pt x="591" y="194"/>
                    <a:pt x="594" y="196"/>
                  </a:cubicBezTo>
                  <a:cubicBezTo>
                    <a:pt x="598" y="204"/>
                    <a:pt x="603" y="214"/>
                    <a:pt x="607" y="219"/>
                  </a:cubicBezTo>
                  <a:cubicBezTo>
                    <a:pt x="608" y="222"/>
                    <a:pt x="610" y="226"/>
                    <a:pt x="612" y="229"/>
                  </a:cubicBezTo>
                  <a:cubicBezTo>
                    <a:pt x="614" y="233"/>
                    <a:pt x="616" y="236"/>
                    <a:pt x="617" y="239"/>
                  </a:cubicBezTo>
                  <a:cubicBezTo>
                    <a:pt x="619" y="242"/>
                    <a:pt x="621" y="246"/>
                    <a:pt x="622" y="249"/>
                  </a:cubicBezTo>
                  <a:cubicBezTo>
                    <a:pt x="624" y="252"/>
                    <a:pt x="625" y="255"/>
                    <a:pt x="627" y="258"/>
                  </a:cubicBezTo>
                  <a:cubicBezTo>
                    <a:pt x="626" y="256"/>
                    <a:pt x="627" y="256"/>
                    <a:pt x="627" y="254"/>
                  </a:cubicBezTo>
                  <a:cubicBezTo>
                    <a:pt x="628" y="256"/>
                    <a:pt x="628" y="257"/>
                    <a:pt x="629" y="259"/>
                  </a:cubicBezTo>
                  <a:cubicBezTo>
                    <a:pt x="629" y="256"/>
                    <a:pt x="628" y="255"/>
                    <a:pt x="628" y="253"/>
                  </a:cubicBezTo>
                  <a:cubicBezTo>
                    <a:pt x="626" y="251"/>
                    <a:pt x="626" y="246"/>
                    <a:pt x="625" y="245"/>
                  </a:cubicBezTo>
                  <a:cubicBezTo>
                    <a:pt x="624" y="244"/>
                    <a:pt x="625" y="242"/>
                    <a:pt x="625" y="241"/>
                  </a:cubicBezTo>
                  <a:cubicBezTo>
                    <a:pt x="623" y="237"/>
                    <a:pt x="622" y="234"/>
                    <a:pt x="621" y="231"/>
                  </a:cubicBezTo>
                  <a:cubicBezTo>
                    <a:pt x="623" y="234"/>
                    <a:pt x="623" y="235"/>
                    <a:pt x="626" y="239"/>
                  </a:cubicBezTo>
                  <a:cubicBezTo>
                    <a:pt x="621" y="226"/>
                    <a:pt x="614" y="208"/>
                    <a:pt x="605" y="195"/>
                  </a:cubicBezTo>
                  <a:cubicBezTo>
                    <a:pt x="604" y="194"/>
                    <a:pt x="604" y="192"/>
                    <a:pt x="603" y="191"/>
                  </a:cubicBezTo>
                  <a:cubicBezTo>
                    <a:pt x="603" y="191"/>
                    <a:pt x="603" y="191"/>
                    <a:pt x="603" y="192"/>
                  </a:cubicBezTo>
                  <a:cubicBezTo>
                    <a:pt x="602" y="190"/>
                    <a:pt x="601" y="189"/>
                    <a:pt x="600" y="187"/>
                  </a:cubicBezTo>
                  <a:cubicBezTo>
                    <a:pt x="600" y="184"/>
                    <a:pt x="595" y="180"/>
                    <a:pt x="592" y="177"/>
                  </a:cubicBezTo>
                  <a:cubicBezTo>
                    <a:pt x="592" y="176"/>
                    <a:pt x="593" y="178"/>
                    <a:pt x="595" y="179"/>
                  </a:cubicBezTo>
                  <a:cubicBezTo>
                    <a:pt x="594" y="177"/>
                    <a:pt x="593" y="175"/>
                    <a:pt x="594" y="175"/>
                  </a:cubicBezTo>
                  <a:cubicBezTo>
                    <a:pt x="596" y="177"/>
                    <a:pt x="595" y="178"/>
                    <a:pt x="597" y="179"/>
                  </a:cubicBezTo>
                  <a:cubicBezTo>
                    <a:pt x="597" y="178"/>
                    <a:pt x="595" y="177"/>
                    <a:pt x="595" y="176"/>
                  </a:cubicBezTo>
                  <a:cubicBezTo>
                    <a:pt x="594" y="174"/>
                    <a:pt x="594" y="175"/>
                    <a:pt x="593" y="174"/>
                  </a:cubicBezTo>
                  <a:cubicBezTo>
                    <a:pt x="593" y="173"/>
                    <a:pt x="592" y="173"/>
                    <a:pt x="592" y="172"/>
                  </a:cubicBezTo>
                  <a:cubicBezTo>
                    <a:pt x="592" y="172"/>
                    <a:pt x="594" y="174"/>
                    <a:pt x="595" y="173"/>
                  </a:cubicBezTo>
                  <a:cubicBezTo>
                    <a:pt x="595" y="174"/>
                    <a:pt x="595" y="174"/>
                    <a:pt x="596" y="175"/>
                  </a:cubicBezTo>
                  <a:cubicBezTo>
                    <a:pt x="594" y="174"/>
                    <a:pt x="597" y="178"/>
                    <a:pt x="598" y="180"/>
                  </a:cubicBezTo>
                  <a:cubicBezTo>
                    <a:pt x="599" y="181"/>
                    <a:pt x="598" y="180"/>
                    <a:pt x="598" y="182"/>
                  </a:cubicBezTo>
                  <a:cubicBezTo>
                    <a:pt x="601" y="186"/>
                    <a:pt x="603" y="186"/>
                    <a:pt x="606" y="190"/>
                  </a:cubicBezTo>
                  <a:cubicBezTo>
                    <a:pt x="606" y="191"/>
                    <a:pt x="603" y="187"/>
                    <a:pt x="602" y="186"/>
                  </a:cubicBezTo>
                  <a:cubicBezTo>
                    <a:pt x="603" y="188"/>
                    <a:pt x="605" y="192"/>
                    <a:pt x="605" y="190"/>
                  </a:cubicBezTo>
                  <a:cubicBezTo>
                    <a:pt x="606" y="193"/>
                    <a:pt x="608" y="195"/>
                    <a:pt x="609" y="198"/>
                  </a:cubicBezTo>
                  <a:cubicBezTo>
                    <a:pt x="611" y="200"/>
                    <a:pt x="613" y="203"/>
                    <a:pt x="614" y="205"/>
                  </a:cubicBezTo>
                  <a:cubicBezTo>
                    <a:pt x="613" y="202"/>
                    <a:pt x="611" y="199"/>
                    <a:pt x="609" y="196"/>
                  </a:cubicBezTo>
                  <a:cubicBezTo>
                    <a:pt x="611" y="197"/>
                    <a:pt x="614" y="203"/>
                    <a:pt x="615" y="207"/>
                  </a:cubicBezTo>
                  <a:cubicBezTo>
                    <a:pt x="618" y="211"/>
                    <a:pt x="620" y="215"/>
                    <a:pt x="621" y="219"/>
                  </a:cubicBezTo>
                  <a:cubicBezTo>
                    <a:pt x="625" y="226"/>
                    <a:pt x="627" y="232"/>
                    <a:pt x="630" y="239"/>
                  </a:cubicBezTo>
                  <a:cubicBezTo>
                    <a:pt x="632" y="245"/>
                    <a:pt x="635" y="252"/>
                    <a:pt x="637" y="259"/>
                  </a:cubicBezTo>
                  <a:cubicBezTo>
                    <a:pt x="637" y="256"/>
                    <a:pt x="636" y="253"/>
                    <a:pt x="636" y="250"/>
                  </a:cubicBezTo>
                  <a:cubicBezTo>
                    <a:pt x="635" y="246"/>
                    <a:pt x="634" y="243"/>
                    <a:pt x="634" y="240"/>
                  </a:cubicBezTo>
                  <a:cubicBezTo>
                    <a:pt x="634" y="239"/>
                    <a:pt x="634" y="239"/>
                    <a:pt x="633" y="239"/>
                  </a:cubicBezTo>
                  <a:cubicBezTo>
                    <a:pt x="634" y="236"/>
                    <a:pt x="632" y="234"/>
                    <a:pt x="631" y="231"/>
                  </a:cubicBezTo>
                  <a:cubicBezTo>
                    <a:pt x="631" y="230"/>
                    <a:pt x="632" y="231"/>
                    <a:pt x="633" y="233"/>
                  </a:cubicBezTo>
                  <a:cubicBezTo>
                    <a:pt x="633" y="230"/>
                    <a:pt x="631" y="227"/>
                    <a:pt x="630" y="224"/>
                  </a:cubicBezTo>
                  <a:cubicBezTo>
                    <a:pt x="630" y="221"/>
                    <a:pt x="631" y="225"/>
                    <a:pt x="631" y="223"/>
                  </a:cubicBezTo>
                  <a:cubicBezTo>
                    <a:pt x="630" y="218"/>
                    <a:pt x="628" y="216"/>
                    <a:pt x="625" y="211"/>
                  </a:cubicBezTo>
                  <a:cubicBezTo>
                    <a:pt x="626" y="210"/>
                    <a:pt x="629" y="215"/>
                    <a:pt x="630" y="217"/>
                  </a:cubicBezTo>
                  <a:cubicBezTo>
                    <a:pt x="630" y="216"/>
                    <a:pt x="629" y="215"/>
                    <a:pt x="629" y="214"/>
                  </a:cubicBezTo>
                  <a:cubicBezTo>
                    <a:pt x="629" y="214"/>
                    <a:pt x="629" y="214"/>
                    <a:pt x="629" y="215"/>
                  </a:cubicBezTo>
                  <a:cubicBezTo>
                    <a:pt x="628" y="213"/>
                    <a:pt x="628" y="211"/>
                    <a:pt x="627" y="210"/>
                  </a:cubicBezTo>
                  <a:cubicBezTo>
                    <a:pt x="627" y="209"/>
                    <a:pt x="627" y="210"/>
                    <a:pt x="627" y="208"/>
                  </a:cubicBezTo>
                  <a:cubicBezTo>
                    <a:pt x="625" y="205"/>
                    <a:pt x="623" y="201"/>
                    <a:pt x="622" y="197"/>
                  </a:cubicBezTo>
                  <a:cubicBezTo>
                    <a:pt x="621" y="196"/>
                    <a:pt x="620" y="196"/>
                    <a:pt x="621" y="198"/>
                  </a:cubicBezTo>
                  <a:cubicBezTo>
                    <a:pt x="620" y="197"/>
                    <a:pt x="619" y="196"/>
                    <a:pt x="618" y="195"/>
                  </a:cubicBezTo>
                  <a:cubicBezTo>
                    <a:pt x="619" y="193"/>
                    <a:pt x="619" y="193"/>
                    <a:pt x="619" y="192"/>
                  </a:cubicBezTo>
                  <a:cubicBezTo>
                    <a:pt x="622" y="196"/>
                    <a:pt x="626" y="203"/>
                    <a:pt x="628" y="203"/>
                  </a:cubicBezTo>
                  <a:cubicBezTo>
                    <a:pt x="630" y="207"/>
                    <a:pt x="631" y="210"/>
                    <a:pt x="633" y="214"/>
                  </a:cubicBezTo>
                  <a:cubicBezTo>
                    <a:pt x="634" y="217"/>
                    <a:pt x="635" y="221"/>
                    <a:pt x="636" y="224"/>
                  </a:cubicBezTo>
                  <a:cubicBezTo>
                    <a:pt x="637" y="222"/>
                    <a:pt x="638" y="228"/>
                    <a:pt x="639" y="231"/>
                  </a:cubicBezTo>
                  <a:cubicBezTo>
                    <a:pt x="639" y="232"/>
                    <a:pt x="638" y="228"/>
                    <a:pt x="637" y="227"/>
                  </a:cubicBezTo>
                  <a:cubicBezTo>
                    <a:pt x="638" y="230"/>
                    <a:pt x="640" y="233"/>
                    <a:pt x="641" y="236"/>
                  </a:cubicBezTo>
                  <a:cubicBezTo>
                    <a:pt x="642" y="238"/>
                    <a:pt x="640" y="235"/>
                    <a:pt x="641" y="238"/>
                  </a:cubicBezTo>
                  <a:cubicBezTo>
                    <a:pt x="642" y="238"/>
                    <a:pt x="645" y="246"/>
                    <a:pt x="645" y="251"/>
                  </a:cubicBezTo>
                  <a:cubicBezTo>
                    <a:pt x="647" y="254"/>
                    <a:pt x="648" y="258"/>
                    <a:pt x="649" y="263"/>
                  </a:cubicBezTo>
                  <a:cubicBezTo>
                    <a:pt x="651" y="263"/>
                    <a:pt x="649" y="259"/>
                    <a:pt x="648" y="257"/>
                  </a:cubicBezTo>
                  <a:cubicBezTo>
                    <a:pt x="649" y="259"/>
                    <a:pt x="651" y="262"/>
                    <a:pt x="652" y="266"/>
                  </a:cubicBezTo>
                  <a:cubicBezTo>
                    <a:pt x="653" y="270"/>
                    <a:pt x="654" y="275"/>
                    <a:pt x="654" y="279"/>
                  </a:cubicBezTo>
                  <a:cubicBezTo>
                    <a:pt x="656" y="284"/>
                    <a:pt x="657" y="301"/>
                    <a:pt x="659" y="303"/>
                  </a:cubicBezTo>
                  <a:cubicBezTo>
                    <a:pt x="659" y="307"/>
                    <a:pt x="661" y="309"/>
                    <a:pt x="661" y="313"/>
                  </a:cubicBezTo>
                  <a:cubicBezTo>
                    <a:pt x="660" y="313"/>
                    <a:pt x="660" y="310"/>
                    <a:pt x="659" y="311"/>
                  </a:cubicBezTo>
                  <a:cubicBezTo>
                    <a:pt x="661" y="321"/>
                    <a:pt x="663" y="331"/>
                    <a:pt x="665" y="332"/>
                  </a:cubicBezTo>
                  <a:cubicBezTo>
                    <a:pt x="666" y="329"/>
                    <a:pt x="666" y="325"/>
                    <a:pt x="667" y="326"/>
                  </a:cubicBezTo>
                  <a:cubicBezTo>
                    <a:pt x="668" y="321"/>
                    <a:pt x="667" y="312"/>
                    <a:pt x="669" y="311"/>
                  </a:cubicBezTo>
                  <a:cubicBezTo>
                    <a:pt x="668" y="308"/>
                    <a:pt x="668" y="303"/>
                    <a:pt x="667" y="303"/>
                  </a:cubicBezTo>
                  <a:cubicBezTo>
                    <a:pt x="667" y="304"/>
                    <a:pt x="667" y="305"/>
                    <a:pt x="668" y="305"/>
                  </a:cubicBezTo>
                  <a:cubicBezTo>
                    <a:pt x="667" y="307"/>
                    <a:pt x="667" y="305"/>
                    <a:pt x="667" y="304"/>
                  </a:cubicBezTo>
                  <a:cubicBezTo>
                    <a:pt x="667" y="302"/>
                    <a:pt x="667" y="300"/>
                    <a:pt x="667" y="299"/>
                  </a:cubicBezTo>
                  <a:cubicBezTo>
                    <a:pt x="667" y="297"/>
                    <a:pt x="668" y="297"/>
                    <a:pt x="668" y="299"/>
                  </a:cubicBezTo>
                  <a:cubicBezTo>
                    <a:pt x="668" y="298"/>
                    <a:pt x="668" y="296"/>
                    <a:pt x="668" y="296"/>
                  </a:cubicBezTo>
                  <a:cubicBezTo>
                    <a:pt x="668" y="292"/>
                    <a:pt x="666" y="283"/>
                    <a:pt x="664" y="277"/>
                  </a:cubicBezTo>
                  <a:cubicBezTo>
                    <a:pt x="665" y="270"/>
                    <a:pt x="661" y="263"/>
                    <a:pt x="658" y="256"/>
                  </a:cubicBezTo>
                  <a:cubicBezTo>
                    <a:pt x="659" y="255"/>
                    <a:pt x="659" y="255"/>
                    <a:pt x="659" y="255"/>
                  </a:cubicBezTo>
                  <a:cubicBezTo>
                    <a:pt x="661" y="257"/>
                    <a:pt x="663" y="264"/>
                    <a:pt x="664" y="268"/>
                  </a:cubicBezTo>
                  <a:cubicBezTo>
                    <a:pt x="665" y="266"/>
                    <a:pt x="664" y="265"/>
                    <a:pt x="665" y="264"/>
                  </a:cubicBezTo>
                  <a:cubicBezTo>
                    <a:pt x="660" y="253"/>
                    <a:pt x="660" y="247"/>
                    <a:pt x="655" y="237"/>
                  </a:cubicBezTo>
                  <a:cubicBezTo>
                    <a:pt x="655" y="236"/>
                    <a:pt x="656" y="237"/>
                    <a:pt x="656" y="236"/>
                  </a:cubicBezTo>
                  <a:cubicBezTo>
                    <a:pt x="657" y="240"/>
                    <a:pt x="659" y="245"/>
                    <a:pt x="661" y="247"/>
                  </a:cubicBezTo>
                  <a:cubicBezTo>
                    <a:pt x="661" y="245"/>
                    <a:pt x="660" y="244"/>
                    <a:pt x="660" y="242"/>
                  </a:cubicBezTo>
                  <a:cubicBezTo>
                    <a:pt x="659" y="243"/>
                    <a:pt x="659" y="241"/>
                    <a:pt x="658" y="239"/>
                  </a:cubicBezTo>
                  <a:cubicBezTo>
                    <a:pt x="658" y="239"/>
                    <a:pt x="658" y="239"/>
                    <a:pt x="657" y="239"/>
                  </a:cubicBezTo>
                  <a:cubicBezTo>
                    <a:pt x="657" y="237"/>
                    <a:pt x="656" y="234"/>
                    <a:pt x="655" y="232"/>
                  </a:cubicBezTo>
                  <a:cubicBezTo>
                    <a:pt x="654" y="230"/>
                    <a:pt x="653" y="228"/>
                    <a:pt x="653" y="229"/>
                  </a:cubicBezTo>
                  <a:cubicBezTo>
                    <a:pt x="651" y="228"/>
                    <a:pt x="653" y="228"/>
                    <a:pt x="652" y="226"/>
                  </a:cubicBezTo>
                  <a:cubicBezTo>
                    <a:pt x="652" y="226"/>
                    <a:pt x="653" y="229"/>
                    <a:pt x="653" y="227"/>
                  </a:cubicBezTo>
                  <a:cubicBezTo>
                    <a:pt x="653" y="225"/>
                    <a:pt x="651" y="223"/>
                    <a:pt x="651" y="224"/>
                  </a:cubicBezTo>
                  <a:cubicBezTo>
                    <a:pt x="650" y="222"/>
                    <a:pt x="651" y="222"/>
                    <a:pt x="651" y="221"/>
                  </a:cubicBezTo>
                  <a:cubicBezTo>
                    <a:pt x="649" y="218"/>
                    <a:pt x="649" y="220"/>
                    <a:pt x="648" y="218"/>
                  </a:cubicBezTo>
                  <a:cubicBezTo>
                    <a:pt x="647" y="216"/>
                    <a:pt x="648" y="216"/>
                    <a:pt x="649" y="217"/>
                  </a:cubicBezTo>
                  <a:cubicBezTo>
                    <a:pt x="648" y="214"/>
                    <a:pt x="647" y="215"/>
                    <a:pt x="647" y="214"/>
                  </a:cubicBezTo>
                  <a:cubicBezTo>
                    <a:pt x="646" y="214"/>
                    <a:pt x="646" y="211"/>
                    <a:pt x="646" y="211"/>
                  </a:cubicBezTo>
                  <a:cubicBezTo>
                    <a:pt x="647" y="212"/>
                    <a:pt x="648" y="213"/>
                    <a:pt x="649" y="215"/>
                  </a:cubicBezTo>
                  <a:cubicBezTo>
                    <a:pt x="648" y="211"/>
                    <a:pt x="646" y="210"/>
                    <a:pt x="646" y="210"/>
                  </a:cubicBezTo>
                  <a:cubicBezTo>
                    <a:pt x="644" y="206"/>
                    <a:pt x="642" y="202"/>
                    <a:pt x="640" y="200"/>
                  </a:cubicBezTo>
                  <a:cubicBezTo>
                    <a:pt x="639" y="197"/>
                    <a:pt x="641" y="200"/>
                    <a:pt x="641" y="198"/>
                  </a:cubicBezTo>
                  <a:cubicBezTo>
                    <a:pt x="642" y="201"/>
                    <a:pt x="643" y="203"/>
                    <a:pt x="644" y="205"/>
                  </a:cubicBezTo>
                  <a:cubicBezTo>
                    <a:pt x="644" y="203"/>
                    <a:pt x="645" y="203"/>
                    <a:pt x="646" y="205"/>
                  </a:cubicBezTo>
                  <a:cubicBezTo>
                    <a:pt x="646" y="203"/>
                    <a:pt x="645" y="202"/>
                    <a:pt x="645" y="202"/>
                  </a:cubicBezTo>
                  <a:cubicBezTo>
                    <a:pt x="645" y="201"/>
                    <a:pt x="643" y="199"/>
                    <a:pt x="644" y="198"/>
                  </a:cubicBezTo>
                  <a:cubicBezTo>
                    <a:pt x="642" y="195"/>
                    <a:pt x="640" y="192"/>
                    <a:pt x="638" y="188"/>
                  </a:cubicBezTo>
                  <a:cubicBezTo>
                    <a:pt x="639" y="187"/>
                    <a:pt x="641" y="191"/>
                    <a:pt x="640" y="192"/>
                  </a:cubicBezTo>
                  <a:cubicBezTo>
                    <a:pt x="641" y="193"/>
                    <a:pt x="641" y="192"/>
                    <a:pt x="641" y="192"/>
                  </a:cubicBezTo>
                  <a:cubicBezTo>
                    <a:pt x="642" y="193"/>
                    <a:pt x="642" y="193"/>
                    <a:pt x="642" y="193"/>
                  </a:cubicBezTo>
                  <a:cubicBezTo>
                    <a:pt x="641" y="190"/>
                    <a:pt x="640" y="188"/>
                    <a:pt x="638" y="186"/>
                  </a:cubicBezTo>
                  <a:cubicBezTo>
                    <a:pt x="638" y="185"/>
                    <a:pt x="640" y="186"/>
                    <a:pt x="640" y="184"/>
                  </a:cubicBezTo>
                  <a:cubicBezTo>
                    <a:pt x="638" y="183"/>
                    <a:pt x="639" y="183"/>
                    <a:pt x="637" y="181"/>
                  </a:cubicBezTo>
                  <a:cubicBezTo>
                    <a:pt x="636" y="179"/>
                    <a:pt x="637" y="179"/>
                    <a:pt x="637" y="178"/>
                  </a:cubicBezTo>
                  <a:cubicBezTo>
                    <a:pt x="636" y="177"/>
                    <a:pt x="636" y="177"/>
                    <a:pt x="635" y="176"/>
                  </a:cubicBezTo>
                  <a:cubicBezTo>
                    <a:pt x="635" y="175"/>
                    <a:pt x="636" y="176"/>
                    <a:pt x="635" y="174"/>
                  </a:cubicBezTo>
                  <a:cubicBezTo>
                    <a:pt x="633" y="170"/>
                    <a:pt x="631" y="167"/>
                    <a:pt x="629" y="164"/>
                  </a:cubicBezTo>
                  <a:cubicBezTo>
                    <a:pt x="629" y="162"/>
                    <a:pt x="630" y="165"/>
                    <a:pt x="632" y="166"/>
                  </a:cubicBezTo>
                  <a:cubicBezTo>
                    <a:pt x="631" y="164"/>
                    <a:pt x="629" y="163"/>
                    <a:pt x="629" y="161"/>
                  </a:cubicBezTo>
                  <a:cubicBezTo>
                    <a:pt x="629" y="161"/>
                    <a:pt x="628" y="160"/>
                    <a:pt x="628" y="161"/>
                  </a:cubicBezTo>
                  <a:cubicBezTo>
                    <a:pt x="627" y="159"/>
                    <a:pt x="626" y="156"/>
                    <a:pt x="625" y="154"/>
                  </a:cubicBezTo>
                  <a:cubicBezTo>
                    <a:pt x="623" y="152"/>
                    <a:pt x="622" y="151"/>
                    <a:pt x="621" y="149"/>
                  </a:cubicBezTo>
                  <a:cubicBezTo>
                    <a:pt x="618" y="145"/>
                    <a:pt x="615" y="141"/>
                    <a:pt x="612" y="137"/>
                  </a:cubicBezTo>
                  <a:cubicBezTo>
                    <a:pt x="612" y="136"/>
                    <a:pt x="612" y="138"/>
                    <a:pt x="613" y="138"/>
                  </a:cubicBezTo>
                  <a:cubicBezTo>
                    <a:pt x="611" y="137"/>
                    <a:pt x="610" y="136"/>
                    <a:pt x="609" y="135"/>
                  </a:cubicBezTo>
                  <a:cubicBezTo>
                    <a:pt x="610" y="133"/>
                    <a:pt x="608" y="131"/>
                    <a:pt x="605" y="128"/>
                  </a:cubicBezTo>
                  <a:cubicBezTo>
                    <a:pt x="603" y="125"/>
                    <a:pt x="600" y="123"/>
                    <a:pt x="598" y="120"/>
                  </a:cubicBezTo>
                  <a:cubicBezTo>
                    <a:pt x="601" y="120"/>
                    <a:pt x="605" y="126"/>
                    <a:pt x="609" y="130"/>
                  </a:cubicBezTo>
                  <a:cubicBezTo>
                    <a:pt x="608" y="127"/>
                    <a:pt x="605" y="125"/>
                    <a:pt x="605" y="124"/>
                  </a:cubicBezTo>
                  <a:cubicBezTo>
                    <a:pt x="602" y="121"/>
                    <a:pt x="602" y="121"/>
                    <a:pt x="602" y="121"/>
                  </a:cubicBezTo>
                  <a:cubicBezTo>
                    <a:pt x="601" y="120"/>
                    <a:pt x="602" y="120"/>
                    <a:pt x="602" y="119"/>
                  </a:cubicBezTo>
                  <a:cubicBezTo>
                    <a:pt x="603" y="121"/>
                    <a:pt x="604" y="122"/>
                    <a:pt x="605" y="123"/>
                  </a:cubicBezTo>
                  <a:cubicBezTo>
                    <a:pt x="605" y="122"/>
                    <a:pt x="606" y="124"/>
                    <a:pt x="607" y="124"/>
                  </a:cubicBezTo>
                  <a:cubicBezTo>
                    <a:pt x="607" y="121"/>
                    <a:pt x="602" y="120"/>
                    <a:pt x="601" y="117"/>
                  </a:cubicBezTo>
                  <a:cubicBezTo>
                    <a:pt x="599" y="116"/>
                    <a:pt x="596" y="114"/>
                    <a:pt x="594" y="112"/>
                  </a:cubicBezTo>
                  <a:cubicBezTo>
                    <a:pt x="592" y="110"/>
                    <a:pt x="594" y="111"/>
                    <a:pt x="595" y="111"/>
                  </a:cubicBezTo>
                  <a:cubicBezTo>
                    <a:pt x="594" y="109"/>
                    <a:pt x="592" y="108"/>
                    <a:pt x="591" y="106"/>
                  </a:cubicBezTo>
                  <a:cubicBezTo>
                    <a:pt x="591" y="107"/>
                    <a:pt x="590" y="107"/>
                    <a:pt x="588" y="105"/>
                  </a:cubicBezTo>
                  <a:cubicBezTo>
                    <a:pt x="589" y="106"/>
                    <a:pt x="590" y="107"/>
                    <a:pt x="590" y="108"/>
                  </a:cubicBezTo>
                  <a:cubicBezTo>
                    <a:pt x="589" y="107"/>
                    <a:pt x="587" y="105"/>
                    <a:pt x="586" y="103"/>
                  </a:cubicBezTo>
                  <a:cubicBezTo>
                    <a:pt x="584" y="102"/>
                    <a:pt x="583" y="101"/>
                    <a:pt x="581" y="100"/>
                  </a:cubicBezTo>
                  <a:cubicBezTo>
                    <a:pt x="581" y="98"/>
                    <a:pt x="582" y="100"/>
                    <a:pt x="579" y="97"/>
                  </a:cubicBezTo>
                  <a:cubicBezTo>
                    <a:pt x="578" y="94"/>
                    <a:pt x="581" y="98"/>
                    <a:pt x="580" y="95"/>
                  </a:cubicBezTo>
                  <a:cubicBezTo>
                    <a:pt x="578" y="96"/>
                    <a:pt x="576" y="93"/>
                    <a:pt x="572" y="91"/>
                  </a:cubicBezTo>
                  <a:cubicBezTo>
                    <a:pt x="569" y="88"/>
                    <a:pt x="567" y="85"/>
                    <a:pt x="564" y="82"/>
                  </a:cubicBezTo>
                  <a:cubicBezTo>
                    <a:pt x="561" y="81"/>
                    <a:pt x="558" y="79"/>
                    <a:pt x="554" y="77"/>
                  </a:cubicBezTo>
                  <a:cubicBezTo>
                    <a:pt x="552" y="74"/>
                    <a:pt x="556" y="77"/>
                    <a:pt x="556" y="77"/>
                  </a:cubicBezTo>
                  <a:cubicBezTo>
                    <a:pt x="551" y="73"/>
                    <a:pt x="545" y="71"/>
                    <a:pt x="542" y="70"/>
                  </a:cubicBezTo>
                  <a:cubicBezTo>
                    <a:pt x="547" y="74"/>
                    <a:pt x="550" y="73"/>
                    <a:pt x="553" y="76"/>
                  </a:cubicBezTo>
                  <a:cubicBezTo>
                    <a:pt x="553" y="77"/>
                    <a:pt x="553" y="77"/>
                    <a:pt x="553" y="77"/>
                  </a:cubicBezTo>
                  <a:cubicBezTo>
                    <a:pt x="554" y="78"/>
                    <a:pt x="556" y="79"/>
                    <a:pt x="555" y="78"/>
                  </a:cubicBezTo>
                  <a:cubicBezTo>
                    <a:pt x="558" y="82"/>
                    <a:pt x="569" y="87"/>
                    <a:pt x="573" y="93"/>
                  </a:cubicBezTo>
                  <a:cubicBezTo>
                    <a:pt x="568" y="91"/>
                    <a:pt x="561" y="84"/>
                    <a:pt x="556" y="80"/>
                  </a:cubicBezTo>
                  <a:cubicBezTo>
                    <a:pt x="552" y="79"/>
                    <a:pt x="545" y="73"/>
                    <a:pt x="539" y="68"/>
                  </a:cubicBezTo>
                  <a:cubicBezTo>
                    <a:pt x="541" y="69"/>
                    <a:pt x="543" y="69"/>
                    <a:pt x="544" y="68"/>
                  </a:cubicBezTo>
                  <a:cubicBezTo>
                    <a:pt x="542" y="68"/>
                    <a:pt x="541" y="67"/>
                    <a:pt x="539" y="66"/>
                  </a:cubicBezTo>
                  <a:cubicBezTo>
                    <a:pt x="536" y="61"/>
                    <a:pt x="532" y="62"/>
                    <a:pt x="529" y="57"/>
                  </a:cubicBezTo>
                  <a:cubicBezTo>
                    <a:pt x="523" y="55"/>
                    <a:pt x="525" y="56"/>
                    <a:pt x="520" y="53"/>
                  </a:cubicBezTo>
                  <a:cubicBezTo>
                    <a:pt x="522" y="54"/>
                    <a:pt x="520" y="53"/>
                    <a:pt x="520" y="54"/>
                  </a:cubicBezTo>
                  <a:cubicBezTo>
                    <a:pt x="519" y="53"/>
                    <a:pt x="517" y="52"/>
                    <a:pt x="515" y="51"/>
                  </a:cubicBezTo>
                  <a:cubicBezTo>
                    <a:pt x="513" y="49"/>
                    <a:pt x="517" y="51"/>
                    <a:pt x="518" y="52"/>
                  </a:cubicBezTo>
                  <a:cubicBezTo>
                    <a:pt x="518" y="51"/>
                    <a:pt x="512" y="48"/>
                    <a:pt x="511" y="49"/>
                  </a:cubicBezTo>
                  <a:cubicBezTo>
                    <a:pt x="509" y="47"/>
                    <a:pt x="507" y="46"/>
                    <a:pt x="505" y="44"/>
                  </a:cubicBezTo>
                  <a:cubicBezTo>
                    <a:pt x="502" y="42"/>
                    <a:pt x="498" y="42"/>
                    <a:pt x="495" y="40"/>
                  </a:cubicBezTo>
                  <a:cubicBezTo>
                    <a:pt x="494" y="38"/>
                    <a:pt x="497" y="39"/>
                    <a:pt x="500" y="39"/>
                  </a:cubicBezTo>
                  <a:cubicBezTo>
                    <a:pt x="496" y="37"/>
                    <a:pt x="493" y="37"/>
                    <a:pt x="488" y="34"/>
                  </a:cubicBezTo>
                  <a:cubicBezTo>
                    <a:pt x="486" y="32"/>
                    <a:pt x="487" y="33"/>
                    <a:pt x="485" y="31"/>
                  </a:cubicBezTo>
                  <a:cubicBezTo>
                    <a:pt x="483" y="31"/>
                    <a:pt x="488" y="34"/>
                    <a:pt x="486" y="33"/>
                  </a:cubicBezTo>
                  <a:cubicBezTo>
                    <a:pt x="488" y="34"/>
                    <a:pt x="489" y="35"/>
                    <a:pt x="491" y="36"/>
                  </a:cubicBezTo>
                  <a:cubicBezTo>
                    <a:pt x="491" y="37"/>
                    <a:pt x="491" y="36"/>
                    <a:pt x="494" y="38"/>
                  </a:cubicBezTo>
                  <a:cubicBezTo>
                    <a:pt x="494" y="39"/>
                    <a:pt x="493" y="38"/>
                    <a:pt x="492" y="38"/>
                  </a:cubicBezTo>
                  <a:cubicBezTo>
                    <a:pt x="491" y="37"/>
                    <a:pt x="490" y="36"/>
                    <a:pt x="488" y="35"/>
                  </a:cubicBezTo>
                  <a:cubicBezTo>
                    <a:pt x="488" y="35"/>
                    <a:pt x="487" y="35"/>
                    <a:pt x="487" y="35"/>
                  </a:cubicBezTo>
                  <a:cubicBezTo>
                    <a:pt x="485" y="35"/>
                    <a:pt x="484" y="33"/>
                    <a:pt x="482" y="32"/>
                  </a:cubicBezTo>
                  <a:cubicBezTo>
                    <a:pt x="481" y="32"/>
                    <a:pt x="482" y="32"/>
                    <a:pt x="483" y="32"/>
                  </a:cubicBezTo>
                  <a:cubicBezTo>
                    <a:pt x="484" y="33"/>
                    <a:pt x="484" y="33"/>
                    <a:pt x="485" y="34"/>
                  </a:cubicBezTo>
                  <a:cubicBezTo>
                    <a:pt x="485" y="33"/>
                    <a:pt x="486" y="33"/>
                    <a:pt x="485" y="32"/>
                  </a:cubicBezTo>
                  <a:cubicBezTo>
                    <a:pt x="480" y="31"/>
                    <a:pt x="476" y="30"/>
                    <a:pt x="472" y="29"/>
                  </a:cubicBezTo>
                  <a:cubicBezTo>
                    <a:pt x="468" y="27"/>
                    <a:pt x="464" y="26"/>
                    <a:pt x="460" y="25"/>
                  </a:cubicBezTo>
                  <a:cubicBezTo>
                    <a:pt x="459" y="24"/>
                    <a:pt x="458" y="24"/>
                    <a:pt x="459" y="24"/>
                  </a:cubicBezTo>
                  <a:cubicBezTo>
                    <a:pt x="458" y="24"/>
                    <a:pt x="452" y="22"/>
                    <a:pt x="448" y="21"/>
                  </a:cubicBezTo>
                  <a:cubicBezTo>
                    <a:pt x="448" y="20"/>
                    <a:pt x="454" y="22"/>
                    <a:pt x="454" y="21"/>
                  </a:cubicBezTo>
                  <a:cubicBezTo>
                    <a:pt x="455" y="23"/>
                    <a:pt x="457" y="23"/>
                    <a:pt x="455" y="21"/>
                  </a:cubicBezTo>
                  <a:cubicBezTo>
                    <a:pt x="448" y="19"/>
                    <a:pt x="441" y="18"/>
                    <a:pt x="436" y="16"/>
                  </a:cubicBezTo>
                  <a:cubicBezTo>
                    <a:pt x="435" y="14"/>
                    <a:pt x="443" y="17"/>
                    <a:pt x="443" y="16"/>
                  </a:cubicBezTo>
                  <a:cubicBezTo>
                    <a:pt x="441" y="15"/>
                    <a:pt x="440" y="15"/>
                    <a:pt x="439" y="15"/>
                  </a:cubicBezTo>
                  <a:cubicBezTo>
                    <a:pt x="437" y="14"/>
                    <a:pt x="434" y="13"/>
                    <a:pt x="432" y="13"/>
                  </a:cubicBezTo>
                  <a:cubicBezTo>
                    <a:pt x="429" y="12"/>
                    <a:pt x="426" y="12"/>
                    <a:pt x="423" y="11"/>
                  </a:cubicBezTo>
                  <a:cubicBezTo>
                    <a:pt x="420" y="10"/>
                    <a:pt x="418" y="10"/>
                    <a:pt x="415" y="10"/>
                  </a:cubicBezTo>
                  <a:cubicBezTo>
                    <a:pt x="412" y="9"/>
                    <a:pt x="410" y="9"/>
                    <a:pt x="407" y="8"/>
                  </a:cubicBezTo>
                  <a:cubicBezTo>
                    <a:pt x="406" y="8"/>
                    <a:pt x="413" y="9"/>
                    <a:pt x="409" y="7"/>
                  </a:cubicBezTo>
                  <a:cubicBezTo>
                    <a:pt x="408" y="8"/>
                    <a:pt x="405" y="8"/>
                    <a:pt x="402" y="7"/>
                  </a:cubicBezTo>
                  <a:cubicBezTo>
                    <a:pt x="404" y="8"/>
                    <a:pt x="405" y="9"/>
                    <a:pt x="407" y="9"/>
                  </a:cubicBezTo>
                  <a:cubicBezTo>
                    <a:pt x="408" y="9"/>
                    <a:pt x="407" y="9"/>
                    <a:pt x="408" y="9"/>
                  </a:cubicBezTo>
                  <a:cubicBezTo>
                    <a:pt x="404" y="9"/>
                    <a:pt x="401" y="7"/>
                    <a:pt x="396" y="7"/>
                  </a:cubicBezTo>
                  <a:cubicBezTo>
                    <a:pt x="395" y="7"/>
                    <a:pt x="396" y="7"/>
                    <a:pt x="395" y="6"/>
                  </a:cubicBezTo>
                  <a:cubicBezTo>
                    <a:pt x="392" y="7"/>
                    <a:pt x="389" y="5"/>
                    <a:pt x="386" y="5"/>
                  </a:cubicBezTo>
                  <a:cubicBezTo>
                    <a:pt x="385" y="5"/>
                    <a:pt x="385" y="5"/>
                    <a:pt x="386" y="4"/>
                  </a:cubicBezTo>
                  <a:cubicBezTo>
                    <a:pt x="384" y="4"/>
                    <a:pt x="383" y="4"/>
                    <a:pt x="381" y="3"/>
                  </a:cubicBezTo>
                  <a:cubicBezTo>
                    <a:pt x="380" y="3"/>
                    <a:pt x="381" y="4"/>
                    <a:pt x="381" y="4"/>
                  </a:cubicBezTo>
                  <a:cubicBezTo>
                    <a:pt x="376" y="3"/>
                    <a:pt x="371" y="3"/>
                    <a:pt x="366" y="2"/>
                  </a:cubicBezTo>
                  <a:cubicBezTo>
                    <a:pt x="361" y="2"/>
                    <a:pt x="356" y="2"/>
                    <a:pt x="351" y="1"/>
                  </a:cubicBezTo>
                  <a:cubicBezTo>
                    <a:pt x="350" y="1"/>
                    <a:pt x="350" y="1"/>
                    <a:pt x="352" y="1"/>
                  </a:cubicBezTo>
                  <a:cubicBezTo>
                    <a:pt x="350" y="0"/>
                    <a:pt x="348" y="1"/>
                    <a:pt x="346" y="0"/>
                  </a:cubicBezTo>
                  <a:cubicBezTo>
                    <a:pt x="343" y="1"/>
                    <a:pt x="348" y="1"/>
                    <a:pt x="345" y="2"/>
                  </a:cubicBezTo>
                  <a:cubicBezTo>
                    <a:pt x="342" y="1"/>
                    <a:pt x="339" y="1"/>
                    <a:pt x="336" y="2"/>
                  </a:cubicBezTo>
                  <a:cubicBezTo>
                    <a:pt x="334" y="1"/>
                    <a:pt x="336" y="1"/>
                    <a:pt x="334" y="1"/>
                  </a:cubicBezTo>
                  <a:cubicBezTo>
                    <a:pt x="333" y="1"/>
                    <a:pt x="334" y="1"/>
                    <a:pt x="333" y="2"/>
                  </a:cubicBezTo>
                  <a:cubicBezTo>
                    <a:pt x="330" y="1"/>
                    <a:pt x="330" y="2"/>
                    <a:pt x="325" y="2"/>
                  </a:cubicBezTo>
                  <a:cubicBezTo>
                    <a:pt x="324" y="2"/>
                    <a:pt x="325" y="2"/>
                    <a:pt x="323" y="1"/>
                  </a:cubicBezTo>
                  <a:cubicBezTo>
                    <a:pt x="322" y="1"/>
                    <a:pt x="322" y="2"/>
                    <a:pt x="324" y="2"/>
                  </a:cubicBezTo>
                  <a:cubicBezTo>
                    <a:pt x="322" y="2"/>
                    <a:pt x="318" y="2"/>
                    <a:pt x="316" y="2"/>
                  </a:cubicBezTo>
                  <a:cubicBezTo>
                    <a:pt x="313" y="2"/>
                    <a:pt x="311" y="1"/>
                    <a:pt x="311" y="1"/>
                  </a:cubicBezTo>
                  <a:cubicBezTo>
                    <a:pt x="305" y="2"/>
                    <a:pt x="316" y="1"/>
                    <a:pt x="312" y="3"/>
                  </a:cubicBezTo>
                  <a:cubicBezTo>
                    <a:pt x="310" y="3"/>
                    <a:pt x="311" y="2"/>
                    <a:pt x="308" y="2"/>
                  </a:cubicBezTo>
                  <a:cubicBezTo>
                    <a:pt x="305" y="3"/>
                    <a:pt x="302" y="3"/>
                    <a:pt x="300" y="4"/>
                  </a:cubicBezTo>
                  <a:cubicBezTo>
                    <a:pt x="298" y="4"/>
                    <a:pt x="295" y="5"/>
                    <a:pt x="294" y="4"/>
                  </a:cubicBezTo>
                  <a:cubicBezTo>
                    <a:pt x="291" y="5"/>
                    <a:pt x="291" y="5"/>
                    <a:pt x="291" y="5"/>
                  </a:cubicBezTo>
                  <a:cubicBezTo>
                    <a:pt x="293" y="6"/>
                    <a:pt x="291" y="4"/>
                    <a:pt x="294" y="5"/>
                  </a:cubicBezTo>
                  <a:cubicBezTo>
                    <a:pt x="292" y="6"/>
                    <a:pt x="283" y="6"/>
                    <a:pt x="278" y="8"/>
                  </a:cubicBezTo>
                  <a:cubicBezTo>
                    <a:pt x="278" y="7"/>
                    <a:pt x="278" y="7"/>
                    <a:pt x="281" y="6"/>
                  </a:cubicBezTo>
                  <a:cubicBezTo>
                    <a:pt x="276" y="6"/>
                    <a:pt x="276" y="8"/>
                    <a:pt x="271" y="9"/>
                  </a:cubicBezTo>
                  <a:cubicBezTo>
                    <a:pt x="268" y="9"/>
                    <a:pt x="266" y="10"/>
                    <a:pt x="263" y="11"/>
                  </a:cubicBezTo>
                  <a:cubicBezTo>
                    <a:pt x="259" y="11"/>
                    <a:pt x="256" y="12"/>
                    <a:pt x="253" y="13"/>
                  </a:cubicBezTo>
                  <a:cubicBezTo>
                    <a:pt x="252" y="13"/>
                    <a:pt x="256" y="12"/>
                    <a:pt x="257" y="12"/>
                  </a:cubicBezTo>
                  <a:cubicBezTo>
                    <a:pt x="255" y="11"/>
                    <a:pt x="258" y="10"/>
                    <a:pt x="257" y="10"/>
                  </a:cubicBezTo>
                  <a:cubicBezTo>
                    <a:pt x="254" y="12"/>
                    <a:pt x="249" y="13"/>
                    <a:pt x="247" y="15"/>
                  </a:cubicBezTo>
                  <a:cubicBezTo>
                    <a:pt x="245" y="15"/>
                    <a:pt x="244" y="15"/>
                    <a:pt x="242" y="16"/>
                  </a:cubicBezTo>
                  <a:cubicBezTo>
                    <a:pt x="240" y="15"/>
                    <a:pt x="249" y="14"/>
                    <a:pt x="244" y="14"/>
                  </a:cubicBezTo>
                  <a:cubicBezTo>
                    <a:pt x="246" y="13"/>
                    <a:pt x="248" y="13"/>
                    <a:pt x="249" y="12"/>
                  </a:cubicBezTo>
                  <a:cubicBezTo>
                    <a:pt x="247" y="11"/>
                    <a:pt x="243" y="14"/>
                    <a:pt x="243" y="13"/>
                  </a:cubicBezTo>
                  <a:cubicBezTo>
                    <a:pt x="241" y="14"/>
                    <a:pt x="239" y="15"/>
                    <a:pt x="235" y="16"/>
                  </a:cubicBezTo>
                  <a:cubicBezTo>
                    <a:pt x="235" y="15"/>
                    <a:pt x="232" y="17"/>
                    <a:pt x="229" y="17"/>
                  </a:cubicBezTo>
                  <a:cubicBezTo>
                    <a:pt x="225" y="19"/>
                    <a:pt x="222" y="20"/>
                    <a:pt x="218" y="22"/>
                  </a:cubicBezTo>
                  <a:cubicBezTo>
                    <a:pt x="218" y="23"/>
                    <a:pt x="222" y="22"/>
                    <a:pt x="223" y="21"/>
                  </a:cubicBezTo>
                  <a:cubicBezTo>
                    <a:pt x="223" y="22"/>
                    <a:pt x="218" y="24"/>
                    <a:pt x="216" y="24"/>
                  </a:cubicBezTo>
                  <a:cubicBezTo>
                    <a:pt x="215" y="24"/>
                    <a:pt x="216" y="23"/>
                    <a:pt x="217" y="23"/>
                  </a:cubicBezTo>
                  <a:cubicBezTo>
                    <a:pt x="217" y="22"/>
                    <a:pt x="215" y="23"/>
                    <a:pt x="215" y="22"/>
                  </a:cubicBezTo>
                  <a:cubicBezTo>
                    <a:pt x="215" y="24"/>
                    <a:pt x="211" y="24"/>
                    <a:pt x="208" y="26"/>
                  </a:cubicBezTo>
                  <a:cubicBezTo>
                    <a:pt x="210" y="26"/>
                    <a:pt x="211" y="25"/>
                    <a:pt x="213" y="25"/>
                  </a:cubicBezTo>
                  <a:cubicBezTo>
                    <a:pt x="211" y="26"/>
                    <a:pt x="209" y="27"/>
                    <a:pt x="207" y="27"/>
                  </a:cubicBezTo>
                  <a:cubicBezTo>
                    <a:pt x="206" y="27"/>
                    <a:pt x="208" y="27"/>
                    <a:pt x="208" y="26"/>
                  </a:cubicBezTo>
                  <a:cubicBezTo>
                    <a:pt x="207" y="26"/>
                    <a:pt x="206" y="27"/>
                    <a:pt x="207" y="26"/>
                  </a:cubicBezTo>
                  <a:cubicBezTo>
                    <a:pt x="204" y="27"/>
                    <a:pt x="206" y="28"/>
                    <a:pt x="204" y="28"/>
                  </a:cubicBezTo>
                  <a:cubicBezTo>
                    <a:pt x="204" y="28"/>
                    <a:pt x="206" y="28"/>
                    <a:pt x="204" y="29"/>
                  </a:cubicBezTo>
                  <a:cubicBezTo>
                    <a:pt x="201" y="30"/>
                    <a:pt x="204" y="29"/>
                    <a:pt x="202" y="29"/>
                  </a:cubicBezTo>
                  <a:cubicBezTo>
                    <a:pt x="200" y="30"/>
                    <a:pt x="201" y="30"/>
                    <a:pt x="201" y="31"/>
                  </a:cubicBezTo>
                  <a:cubicBezTo>
                    <a:pt x="200" y="31"/>
                    <a:pt x="199" y="31"/>
                    <a:pt x="198" y="32"/>
                  </a:cubicBezTo>
                  <a:cubicBezTo>
                    <a:pt x="195" y="33"/>
                    <a:pt x="200" y="30"/>
                    <a:pt x="197" y="30"/>
                  </a:cubicBezTo>
                  <a:cubicBezTo>
                    <a:pt x="197" y="31"/>
                    <a:pt x="196" y="32"/>
                    <a:pt x="197" y="32"/>
                  </a:cubicBezTo>
                  <a:cubicBezTo>
                    <a:pt x="195" y="34"/>
                    <a:pt x="193" y="33"/>
                    <a:pt x="191" y="35"/>
                  </a:cubicBezTo>
                  <a:cubicBezTo>
                    <a:pt x="189" y="35"/>
                    <a:pt x="189" y="35"/>
                    <a:pt x="188" y="35"/>
                  </a:cubicBezTo>
                  <a:cubicBezTo>
                    <a:pt x="186" y="37"/>
                    <a:pt x="183" y="38"/>
                    <a:pt x="181" y="39"/>
                  </a:cubicBezTo>
                  <a:cubicBezTo>
                    <a:pt x="180" y="41"/>
                    <a:pt x="175" y="42"/>
                    <a:pt x="173" y="44"/>
                  </a:cubicBezTo>
                  <a:cubicBezTo>
                    <a:pt x="171" y="44"/>
                    <a:pt x="175" y="42"/>
                    <a:pt x="172" y="43"/>
                  </a:cubicBezTo>
                  <a:cubicBezTo>
                    <a:pt x="170" y="45"/>
                    <a:pt x="167" y="46"/>
                    <a:pt x="164" y="48"/>
                  </a:cubicBezTo>
                  <a:cubicBezTo>
                    <a:pt x="162" y="50"/>
                    <a:pt x="165" y="49"/>
                    <a:pt x="164" y="50"/>
                  </a:cubicBezTo>
                  <a:cubicBezTo>
                    <a:pt x="161" y="52"/>
                    <a:pt x="163" y="49"/>
                    <a:pt x="160" y="50"/>
                  </a:cubicBezTo>
                  <a:cubicBezTo>
                    <a:pt x="158" y="51"/>
                    <a:pt x="158" y="52"/>
                    <a:pt x="158" y="52"/>
                  </a:cubicBezTo>
                  <a:cubicBezTo>
                    <a:pt x="152" y="54"/>
                    <a:pt x="148" y="60"/>
                    <a:pt x="142" y="63"/>
                  </a:cubicBezTo>
                  <a:cubicBezTo>
                    <a:pt x="141" y="65"/>
                    <a:pt x="140" y="65"/>
                    <a:pt x="137" y="68"/>
                  </a:cubicBezTo>
                  <a:cubicBezTo>
                    <a:pt x="136" y="69"/>
                    <a:pt x="135" y="69"/>
                    <a:pt x="133" y="71"/>
                  </a:cubicBezTo>
                  <a:cubicBezTo>
                    <a:pt x="132" y="70"/>
                    <a:pt x="136" y="68"/>
                    <a:pt x="137" y="67"/>
                  </a:cubicBezTo>
                  <a:cubicBezTo>
                    <a:pt x="133" y="68"/>
                    <a:pt x="131" y="71"/>
                    <a:pt x="130" y="73"/>
                  </a:cubicBezTo>
                  <a:cubicBezTo>
                    <a:pt x="127" y="75"/>
                    <a:pt x="128" y="73"/>
                    <a:pt x="126" y="74"/>
                  </a:cubicBezTo>
                  <a:cubicBezTo>
                    <a:pt x="124" y="76"/>
                    <a:pt x="123" y="76"/>
                    <a:pt x="122" y="78"/>
                  </a:cubicBezTo>
                  <a:cubicBezTo>
                    <a:pt x="122" y="78"/>
                    <a:pt x="121" y="78"/>
                    <a:pt x="120" y="79"/>
                  </a:cubicBezTo>
                  <a:cubicBezTo>
                    <a:pt x="122" y="79"/>
                    <a:pt x="117" y="83"/>
                    <a:pt x="114" y="84"/>
                  </a:cubicBezTo>
                  <a:cubicBezTo>
                    <a:pt x="113" y="86"/>
                    <a:pt x="112" y="87"/>
                    <a:pt x="109" y="89"/>
                  </a:cubicBezTo>
                  <a:cubicBezTo>
                    <a:pt x="108" y="91"/>
                    <a:pt x="109" y="89"/>
                    <a:pt x="110" y="89"/>
                  </a:cubicBezTo>
                  <a:cubicBezTo>
                    <a:pt x="110" y="90"/>
                    <a:pt x="108" y="91"/>
                    <a:pt x="107" y="92"/>
                  </a:cubicBezTo>
                  <a:cubicBezTo>
                    <a:pt x="105" y="93"/>
                    <a:pt x="106" y="92"/>
                    <a:pt x="107" y="91"/>
                  </a:cubicBezTo>
                  <a:cubicBezTo>
                    <a:pt x="105" y="93"/>
                    <a:pt x="103" y="94"/>
                    <a:pt x="100" y="95"/>
                  </a:cubicBezTo>
                  <a:cubicBezTo>
                    <a:pt x="100" y="95"/>
                    <a:pt x="101" y="94"/>
                    <a:pt x="101" y="94"/>
                  </a:cubicBezTo>
                  <a:cubicBezTo>
                    <a:pt x="101" y="94"/>
                    <a:pt x="97" y="98"/>
                    <a:pt x="95" y="100"/>
                  </a:cubicBezTo>
                  <a:cubicBezTo>
                    <a:pt x="100" y="95"/>
                    <a:pt x="100" y="97"/>
                    <a:pt x="104" y="93"/>
                  </a:cubicBezTo>
                  <a:cubicBezTo>
                    <a:pt x="101" y="98"/>
                    <a:pt x="99" y="97"/>
                    <a:pt x="96" y="100"/>
                  </a:cubicBezTo>
                  <a:cubicBezTo>
                    <a:pt x="96" y="101"/>
                    <a:pt x="100" y="98"/>
                    <a:pt x="100" y="99"/>
                  </a:cubicBezTo>
                  <a:cubicBezTo>
                    <a:pt x="99" y="100"/>
                    <a:pt x="96" y="103"/>
                    <a:pt x="94" y="103"/>
                  </a:cubicBezTo>
                  <a:cubicBezTo>
                    <a:pt x="93" y="105"/>
                    <a:pt x="94" y="106"/>
                    <a:pt x="93" y="107"/>
                  </a:cubicBezTo>
                  <a:cubicBezTo>
                    <a:pt x="93" y="106"/>
                    <a:pt x="91" y="108"/>
                    <a:pt x="89" y="109"/>
                  </a:cubicBezTo>
                  <a:cubicBezTo>
                    <a:pt x="88" y="110"/>
                    <a:pt x="90" y="107"/>
                    <a:pt x="88" y="108"/>
                  </a:cubicBezTo>
                  <a:cubicBezTo>
                    <a:pt x="88" y="110"/>
                    <a:pt x="87" y="110"/>
                    <a:pt x="88" y="110"/>
                  </a:cubicBezTo>
                  <a:cubicBezTo>
                    <a:pt x="87" y="112"/>
                    <a:pt x="85" y="113"/>
                    <a:pt x="87" y="113"/>
                  </a:cubicBezTo>
                  <a:cubicBezTo>
                    <a:pt x="85" y="114"/>
                    <a:pt x="84" y="115"/>
                    <a:pt x="82" y="116"/>
                  </a:cubicBezTo>
                  <a:cubicBezTo>
                    <a:pt x="82" y="116"/>
                    <a:pt x="86" y="112"/>
                    <a:pt x="84" y="112"/>
                  </a:cubicBezTo>
                  <a:cubicBezTo>
                    <a:pt x="84" y="113"/>
                    <a:pt x="81" y="117"/>
                    <a:pt x="78" y="120"/>
                  </a:cubicBezTo>
                  <a:cubicBezTo>
                    <a:pt x="76" y="123"/>
                    <a:pt x="74" y="126"/>
                    <a:pt x="74" y="124"/>
                  </a:cubicBezTo>
                  <a:cubicBezTo>
                    <a:pt x="73" y="125"/>
                    <a:pt x="72" y="127"/>
                    <a:pt x="71" y="128"/>
                  </a:cubicBezTo>
                  <a:cubicBezTo>
                    <a:pt x="71" y="130"/>
                    <a:pt x="69" y="132"/>
                    <a:pt x="68" y="134"/>
                  </a:cubicBezTo>
                  <a:cubicBezTo>
                    <a:pt x="66" y="136"/>
                    <a:pt x="65" y="138"/>
                    <a:pt x="64" y="141"/>
                  </a:cubicBezTo>
                  <a:cubicBezTo>
                    <a:pt x="62" y="141"/>
                    <a:pt x="61" y="145"/>
                    <a:pt x="61" y="143"/>
                  </a:cubicBezTo>
                  <a:cubicBezTo>
                    <a:pt x="59" y="144"/>
                    <a:pt x="60" y="145"/>
                    <a:pt x="59" y="147"/>
                  </a:cubicBezTo>
                  <a:cubicBezTo>
                    <a:pt x="56" y="151"/>
                    <a:pt x="53" y="155"/>
                    <a:pt x="51" y="160"/>
                  </a:cubicBezTo>
                  <a:cubicBezTo>
                    <a:pt x="50" y="159"/>
                    <a:pt x="49" y="163"/>
                    <a:pt x="49" y="164"/>
                  </a:cubicBezTo>
                  <a:cubicBezTo>
                    <a:pt x="47" y="165"/>
                    <a:pt x="47" y="167"/>
                    <a:pt x="45" y="168"/>
                  </a:cubicBezTo>
                  <a:cubicBezTo>
                    <a:pt x="46" y="168"/>
                    <a:pt x="47" y="167"/>
                    <a:pt x="48" y="167"/>
                  </a:cubicBezTo>
                  <a:cubicBezTo>
                    <a:pt x="47" y="169"/>
                    <a:pt x="45" y="171"/>
                    <a:pt x="44" y="172"/>
                  </a:cubicBezTo>
                  <a:cubicBezTo>
                    <a:pt x="42" y="174"/>
                    <a:pt x="44" y="174"/>
                    <a:pt x="41" y="177"/>
                  </a:cubicBezTo>
                  <a:cubicBezTo>
                    <a:pt x="41" y="177"/>
                    <a:pt x="41" y="177"/>
                    <a:pt x="41" y="178"/>
                  </a:cubicBezTo>
                  <a:cubicBezTo>
                    <a:pt x="42" y="175"/>
                    <a:pt x="44" y="173"/>
                    <a:pt x="45" y="171"/>
                  </a:cubicBezTo>
                  <a:cubicBezTo>
                    <a:pt x="43" y="175"/>
                    <a:pt x="41" y="179"/>
                    <a:pt x="39" y="183"/>
                  </a:cubicBezTo>
                  <a:cubicBezTo>
                    <a:pt x="39" y="184"/>
                    <a:pt x="39" y="183"/>
                    <a:pt x="38" y="184"/>
                  </a:cubicBezTo>
                  <a:cubicBezTo>
                    <a:pt x="39" y="182"/>
                    <a:pt x="41" y="178"/>
                    <a:pt x="40" y="178"/>
                  </a:cubicBezTo>
                  <a:cubicBezTo>
                    <a:pt x="39" y="180"/>
                    <a:pt x="38" y="184"/>
                    <a:pt x="35" y="187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5" y="190"/>
                    <a:pt x="35" y="190"/>
                    <a:pt x="36" y="189"/>
                  </a:cubicBezTo>
                  <a:cubicBezTo>
                    <a:pt x="35" y="192"/>
                    <a:pt x="33" y="194"/>
                    <a:pt x="32" y="197"/>
                  </a:cubicBezTo>
                  <a:cubicBezTo>
                    <a:pt x="31" y="199"/>
                    <a:pt x="32" y="197"/>
                    <a:pt x="31" y="199"/>
                  </a:cubicBezTo>
                  <a:cubicBezTo>
                    <a:pt x="30" y="201"/>
                    <a:pt x="32" y="198"/>
                    <a:pt x="30" y="201"/>
                  </a:cubicBezTo>
                  <a:cubicBezTo>
                    <a:pt x="29" y="203"/>
                    <a:pt x="30" y="199"/>
                    <a:pt x="29" y="202"/>
                  </a:cubicBezTo>
                  <a:cubicBezTo>
                    <a:pt x="28" y="204"/>
                    <a:pt x="30" y="202"/>
                    <a:pt x="29" y="203"/>
                  </a:cubicBezTo>
                  <a:cubicBezTo>
                    <a:pt x="27" y="207"/>
                    <a:pt x="25" y="212"/>
                    <a:pt x="23" y="217"/>
                  </a:cubicBezTo>
                  <a:cubicBezTo>
                    <a:pt x="21" y="222"/>
                    <a:pt x="20" y="226"/>
                    <a:pt x="18" y="230"/>
                  </a:cubicBezTo>
                  <a:cubicBezTo>
                    <a:pt x="17" y="231"/>
                    <a:pt x="18" y="228"/>
                    <a:pt x="18" y="228"/>
                  </a:cubicBezTo>
                  <a:cubicBezTo>
                    <a:pt x="16" y="232"/>
                    <a:pt x="16" y="236"/>
                    <a:pt x="14" y="238"/>
                  </a:cubicBezTo>
                  <a:cubicBezTo>
                    <a:pt x="14" y="239"/>
                    <a:pt x="15" y="239"/>
                    <a:pt x="15" y="238"/>
                  </a:cubicBezTo>
                  <a:cubicBezTo>
                    <a:pt x="15" y="240"/>
                    <a:pt x="15" y="241"/>
                    <a:pt x="15" y="242"/>
                  </a:cubicBezTo>
                  <a:cubicBezTo>
                    <a:pt x="14" y="244"/>
                    <a:pt x="14" y="242"/>
                    <a:pt x="14" y="241"/>
                  </a:cubicBezTo>
                  <a:cubicBezTo>
                    <a:pt x="13" y="243"/>
                    <a:pt x="13" y="245"/>
                    <a:pt x="12" y="246"/>
                  </a:cubicBezTo>
                  <a:cubicBezTo>
                    <a:pt x="12" y="247"/>
                    <a:pt x="13" y="246"/>
                    <a:pt x="13" y="246"/>
                  </a:cubicBezTo>
                  <a:cubicBezTo>
                    <a:pt x="14" y="247"/>
                    <a:pt x="13" y="248"/>
                    <a:pt x="13" y="249"/>
                  </a:cubicBezTo>
                  <a:cubicBezTo>
                    <a:pt x="12" y="249"/>
                    <a:pt x="12" y="248"/>
                    <a:pt x="12" y="250"/>
                  </a:cubicBezTo>
                  <a:cubicBezTo>
                    <a:pt x="12" y="250"/>
                    <a:pt x="12" y="251"/>
                    <a:pt x="12" y="252"/>
                  </a:cubicBezTo>
                  <a:cubicBezTo>
                    <a:pt x="11" y="254"/>
                    <a:pt x="11" y="252"/>
                    <a:pt x="10" y="254"/>
                  </a:cubicBezTo>
                  <a:cubicBezTo>
                    <a:pt x="9" y="260"/>
                    <a:pt x="8" y="266"/>
                    <a:pt x="7" y="272"/>
                  </a:cubicBezTo>
                  <a:cubicBezTo>
                    <a:pt x="7" y="271"/>
                    <a:pt x="7" y="271"/>
                    <a:pt x="7" y="271"/>
                  </a:cubicBezTo>
                  <a:cubicBezTo>
                    <a:pt x="7" y="272"/>
                    <a:pt x="8" y="274"/>
                    <a:pt x="7" y="276"/>
                  </a:cubicBezTo>
                  <a:cubicBezTo>
                    <a:pt x="6" y="277"/>
                    <a:pt x="6" y="276"/>
                    <a:pt x="6" y="275"/>
                  </a:cubicBezTo>
                  <a:cubicBezTo>
                    <a:pt x="6" y="276"/>
                    <a:pt x="5" y="279"/>
                    <a:pt x="5" y="281"/>
                  </a:cubicBezTo>
                  <a:cubicBezTo>
                    <a:pt x="5" y="284"/>
                    <a:pt x="5" y="286"/>
                    <a:pt x="5" y="287"/>
                  </a:cubicBezTo>
                  <a:cubicBezTo>
                    <a:pt x="4" y="288"/>
                    <a:pt x="4" y="289"/>
                    <a:pt x="4" y="292"/>
                  </a:cubicBezTo>
                  <a:cubicBezTo>
                    <a:pt x="5" y="289"/>
                    <a:pt x="5" y="291"/>
                    <a:pt x="5" y="293"/>
                  </a:cubicBezTo>
                  <a:cubicBezTo>
                    <a:pt x="5" y="287"/>
                    <a:pt x="6" y="285"/>
                    <a:pt x="7" y="279"/>
                  </a:cubicBezTo>
                  <a:cubicBezTo>
                    <a:pt x="7" y="278"/>
                    <a:pt x="7" y="280"/>
                    <a:pt x="7" y="280"/>
                  </a:cubicBezTo>
                  <a:cubicBezTo>
                    <a:pt x="6" y="279"/>
                    <a:pt x="7" y="278"/>
                    <a:pt x="7" y="276"/>
                  </a:cubicBezTo>
                  <a:cubicBezTo>
                    <a:pt x="8" y="275"/>
                    <a:pt x="8" y="274"/>
                    <a:pt x="9" y="272"/>
                  </a:cubicBezTo>
                  <a:cubicBezTo>
                    <a:pt x="8" y="275"/>
                    <a:pt x="7" y="280"/>
                    <a:pt x="7" y="284"/>
                  </a:cubicBezTo>
                  <a:cubicBezTo>
                    <a:pt x="7" y="288"/>
                    <a:pt x="6" y="291"/>
                    <a:pt x="5" y="294"/>
                  </a:cubicBezTo>
                  <a:cubicBezTo>
                    <a:pt x="5" y="294"/>
                    <a:pt x="6" y="294"/>
                    <a:pt x="6" y="295"/>
                  </a:cubicBezTo>
                  <a:cubicBezTo>
                    <a:pt x="6" y="297"/>
                    <a:pt x="5" y="294"/>
                    <a:pt x="5" y="296"/>
                  </a:cubicBezTo>
                  <a:cubicBezTo>
                    <a:pt x="5" y="300"/>
                    <a:pt x="4" y="304"/>
                    <a:pt x="4" y="308"/>
                  </a:cubicBezTo>
                  <a:cubicBezTo>
                    <a:pt x="5" y="309"/>
                    <a:pt x="4" y="311"/>
                    <a:pt x="4" y="314"/>
                  </a:cubicBezTo>
                  <a:cubicBezTo>
                    <a:pt x="3" y="313"/>
                    <a:pt x="3" y="311"/>
                    <a:pt x="2" y="312"/>
                  </a:cubicBezTo>
                  <a:cubicBezTo>
                    <a:pt x="2" y="310"/>
                    <a:pt x="2" y="307"/>
                    <a:pt x="2" y="307"/>
                  </a:cubicBezTo>
                  <a:cubicBezTo>
                    <a:pt x="2" y="309"/>
                    <a:pt x="2" y="309"/>
                    <a:pt x="1" y="311"/>
                  </a:cubicBezTo>
                  <a:cubicBezTo>
                    <a:pt x="1" y="312"/>
                    <a:pt x="1" y="313"/>
                    <a:pt x="2" y="314"/>
                  </a:cubicBezTo>
                  <a:cubicBezTo>
                    <a:pt x="2" y="316"/>
                    <a:pt x="1" y="318"/>
                    <a:pt x="2" y="320"/>
                  </a:cubicBezTo>
                  <a:cubicBezTo>
                    <a:pt x="0" y="323"/>
                    <a:pt x="1" y="328"/>
                    <a:pt x="1" y="333"/>
                  </a:cubicBezTo>
                  <a:cubicBezTo>
                    <a:pt x="0" y="333"/>
                    <a:pt x="0" y="335"/>
                    <a:pt x="1" y="338"/>
                  </a:cubicBezTo>
                  <a:cubicBezTo>
                    <a:pt x="1" y="339"/>
                    <a:pt x="1" y="339"/>
                    <a:pt x="0" y="338"/>
                  </a:cubicBezTo>
                  <a:cubicBezTo>
                    <a:pt x="0" y="342"/>
                    <a:pt x="1" y="346"/>
                    <a:pt x="1" y="350"/>
                  </a:cubicBezTo>
                  <a:cubicBezTo>
                    <a:pt x="1" y="351"/>
                    <a:pt x="2" y="349"/>
                    <a:pt x="2" y="350"/>
                  </a:cubicBezTo>
                  <a:cubicBezTo>
                    <a:pt x="3" y="352"/>
                    <a:pt x="1" y="353"/>
                    <a:pt x="2" y="354"/>
                  </a:cubicBezTo>
                  <a:cubicBezTo>
                    <a:pt x="2" y="355"/>
                    <a:pt x="2" y="355"/>
                    <a:pt x="1" y="355"/>
                  </a:cubicBezTo>
                  <a:cubicBezTo>
                    <a:pt x="1" y="357"/>
                    <a:pt x="2" y="355"/>
                    <a:pt x="2" y="358"/>
                  </a:cubicBezTo>
                  <a:cubicBezTo>
                    <a:pt x="2" y="359"/>
                    <a:pt x="2" y="360"/>
                    <a:pt x="1" y="359"/>
                  </a:cubicBezTo>
                  <a:cubicBezTo>
                    <a:pt x="2" y="362"/>
                    <a:pt x="1" y="368"/>
                    <a:pt x="3" y="369"/>
                  </a:cubicBezTo>
                  <a:cubicBezTo>
                    <a:pt x="3" y="371"/>
                    <a:pt x="2" y="369"/>
                    <a:pt x="2" y="372"/>
                  </a:cubicBezTo>
                  <a:cubicBezTo>
                    <a:pt x="3" y="372"/>
                    <a:pt x="2" y="375"/>
                    <a:pt x="2" y="375"/>
                  </a:cubicBezTo>
                  <a:cubicBezTo>
                    <a:pt x="3" y="379"/>
                    <a:pt x="4" y="381"/>
                    <a:pt x="4" y="385"/>
                  </a:cubicBezTo>
                  <a:cubicBezTo>
                    <a:pt x="5" y="386"/>
                    <a:pt x="6" y="391"/>
                    <a:pt x="6" y="394"/>
                  </a:cubicBezTo>
                  <a:cubicBezTo>
                    <a:pt x="6" y="394"/>
                    <a:pt x="6" y="393"/>
                    <a:pt x="6" y="395"/>
                  </a:cubicBezTo>
                  <a:cubicBezTo>
                    <a:pt x="7" y="397"/>
                    <a:pt x="7" y="400"/>
                    <a:pt x="8" y="403"/>
                  </a:cubicBezTo>
                  <a:cubicBezTo>
                    <a:pt x="9" y="404"/>
                    <a:pt x="9" y="399"/>
                    <a:pt x="8" y="398"/>
                  </a:cubicBezTo>
                  <a:cubicBezTo>
                    <a:pt x="8" y="397"/>
                    <a:pt x="9" y="401"/>
                    <a:pt x="10" y="402"/>
                  </a:cubicBezTo>
                  <a:cubicBezTo>
                    <a:pt x="11" y="403"/>
                    <a:pt x="9" y="399"/>
                    <a:pt x="9" y="398"/>
                  </a:cubicBezTo>
                  <a:cubicBezTo>
                    <a:pt x="9" y="398"/>
                    <a:pt x="10" y="399"/>
                    <a:pt x="10" y="400"/>
                  </a:cubicBezTo>
                  <a:cubicBezTo>
                    <a:pt x="11" y="401"/>
                    <a:pt x="10" y="404"/>
                    <a:pt x="12" y="406"/>
                  </a:cubicBezTo>
                  <a:cubicBezTo>
                    <a:pt x="12" y="408"/>
                    <a:pt x="12" y="409"/>
                    <a:pt x="11" y="408"/>
                  </a:cubicBezTo>
                  <a:cubicBezTo>
                    <a:pt x="11" y="410"/>
                    <a:pt x="12" y="413"/>
                    <a:pt x="12" y="415"/>
                  </a:cubicBezTo>
                  <a:cubicBezTo>
                    <a:pt x="12" y="415"/>
                    <a:pt x="13" y="415"/>
                    <a:pt x="14" y="417"/>
                  </a:cubicBezTo>
                  <a:cubicBezTo>
                    <a:pt x="12" y="416"/>
                    <a:pt x="10" y="412"/>
                    <a:pt x="8" y="407"/>
                  </a:cubicBezTo>
                  <a:cubicBezTo>
                    <a:pt x="8" y="409"/>
                    <a:pt x="9" y="411"/>
                    <a:pt x="9" y="413"/>
                  </a:cubicBezTo>
                  <a:cubicBezTo>
                    <a:pt x="9" y="414"/>
                    <a:pt x="10" y="414"/>
                    <a:pt x="10" y="416"/>
                  </a:cubicBezTo>
                  <a:cubicBezTo>
                    <a:pt x="11" y="417"/>
                    <a:pt x="11" y="416"/>
                    <a:pt x="11" y="417"/>
                  </a:cubicBezTo>
                  <a:cubicBezTo>
                    <a:pt x="12" y="420"/>
                    <a:pt x="11" y="418"/>
                    <a:pt x="11" y="421"/>
                  </a:cubicBezTo>
                  <a:cubicBezTo>
                    <a:pt x="13" y="420"/>
                    <a:pt x="16" y="431"/>
                    <a:pt x="15" y="433"/>
                  </a:cubicBezTo>
                  <a:cubicBezTo>
                    <a:pt x="16" y="433"/>
                    <a:pt x="16" y="435"/>
                    <a:pt x="17" y="437"/>
                  </a:cubicBezTo>
                  <a:cubicBezTo>
                    <a:pt x="17" y="435"/>
                    <a:pt x="15" y="433"/>
                    <a:pt x="15" y="431"/>
                  </a:cubicBezTo>
                  <a:cubicBezTo>
                    <a:pt x="16" y="431"/>
                    <a:pt x="17" y="436"/>
                    <a:pt x="18" y="438"/>
                  </a:cubicBezTo>
                  <a:cubicBezTo>
                    <a:pt x="18" y="438"/>
                    <a:pt x="19" y="439"/>
                    <a:pt x="20" y="440"/>
                  </a:cubicBezTo>
                  <a:cubicBezTo>
                    <a:pt x="20" y="442"/>
                    <a:pt x="19" y="442"/>
                    <a:pt x="19" y="440"/>
                  </a:cubicBezTo>
                  <a:cubicBezTo>
                    <a:pt x="19" y="442"/>
                    <a:pt x="20" y="442"/>
                    <a:pt x="20" y="441"/>
                  </a:cubicBezTo>
                  <a:cubicBezTo>
                    <a:pt x="20" y="439"/>
                    <a:pt x="20" y="438"/>
                    <a:pt x="18" y="437"/>
                  </a:cubicBezTo>
                  <a:cubicBezTo>
                    <a:pt x="19" y="436"/>
                    <a:pt x="19" y="436"/>
                    <a:pt x="19" y="435"/>
                  </a:cubicBezTo>
                  <a:cubicBezTo>
                    <a:pt x="20" y="438"/>
                    <a:pt x="20" y="441"/>
                    <a:pt x="22" y="444"/>
                  </a:cubicBezTo>
                  <a:cubicBezTo>
                    <a:pt x="21" y="444"/>
                    <a:pt x="18" y="440"/>
                    <a:pt x="20" y="444"/>
                  </a:cubicBezTo>
                  <a:cubicBezTo>
                    <a:pt x="20" y="443"/>
                    <a:pt x="20" y="445"/>
                    <a:pt x="22" y="447"/>
                  </a:cubicBezTo>
                  <a:cubicBezTo>
                    <a:pt x="21" y="447"/>
                    <a:pt x="20" y="445"/>
                    <a:pt x="21" y="449"/>
                  </a:cubicBezTo>
                  <a:cubicBezTo>
                    <a:pt x="22" y="449"/>
                    <a:pt x="22" y="450"/>
                    <a:pt x="24" y="452"/>
                  </a:cubicBezTo>
                  <a:cubicBezTo>
                    <a:pt x="23" y="453"/>
                    <a:pt x="26" y="456"/>
                    <a:pt x="26" y="459"/>
                  </a:cubicBezTo>
                  <a:cubicBezTo>
                    <a:pt x="23" y="452"/>
                    <a:pt x="20" y="447"/>
                    <a:pt x="18" y="439"/>
                  </a:cubicBezTo>
                  <a:cubicBezTo>
                    <a:pt x="18" y="442"/>
                    <a:pt x="15" y="433"/>
                    <a:pt x="15" y="435"/>
                  </a:cubicBezTo>
                  <a:cubicBezTo>
                    <a:pt x="15" y="436"/>
                    <a:pt x="15" y="437"/>
                    <a:pt x="15" y="438"/>
                  </a:cubicBezTo>
                  <a:cubicBezTo>
                    <a:pt x="16" y="439"/>
                    <a:pt x="17" y="444"/>
                    <a:pt x="17" y="445"/>
                  </a:cubicBezTo>
                  <a:cubicBezTo>
                    <a:pt x="17" y="443"/>
                    <a:pt x="19" y="448"/>
                    <a:pt x="19" y="445"/>
                  </a:cubicBezTo>
                  <a:cubicBezTo>
                    <a:pt x="20" y="447"/>
                    <a:pt x="21" y="448"/>
                    <a:pt x="21" y="450"/>
                  </a:cubicBezTo>
                  <a:cubicBezTo>
                    <a:pt x="21" y="451"/>
                    <a:pt x="19" y="445"/>
                    <a:pt x="20" y="450"/>
                  </a:cubicBezTo>
                  <a:cubicBezTo>
                    <a:pt x="19" y="449"/>
                    <a:pt x="19" y="447"/>
                    <a:pt x="18" y="446"/>
                  </a:cubicBezTo>
                  <a:cubicBezTo>
                    <a:pt x="18" y="447"/>
                    <a:pt x="18" y="447"/>
                    <a:pt x="18" y="448"/>
                  </a:cubicBezTo>
                  <a:cubicBezTo>
                    <a:pt x="20" y="451"/>
                    <a:pt x="20" y="452"/>
                    <a:pt x="19" y="454"/>
                  </a:cubicBezTo>
                  <a:cubicBezTo>
                    <a:pt x="21" y="453"/>
                    <a:pt x="23" y="461"/>
                    <a:pt x="25" y="465"/>
                  </a:cubicBezTo>
                  <a:cubicBezTo>
                    <a:pt x="26" y="466"/>
                    <a:pt x="25" y="464"/>
                    <a:pt x="25" y="463"/>
                  </a:cubicBezTo>
                  <a:cubicBezTo>
                    <a:pt x="28" y="466"/>
                    <a:pt x="29" y="473"/>
                    <a:pt x="31" y="475"/>
                  </a:cubicBezTo>
                  <a:cubicBezTo>
                    <a:pt x="32" y="477"/>
                    <a:pt x="30" y="474"/>
                    <a:pt x="30" y="475"/>
                  </a:cubicBezTo>
                  <a:cubicBezTo>
                    <a:pt x="29" y="472"/>
                    <a:pt x="27" y="469"/>
                    <a:pt x="26" y="466"/>
                  </a:cubicBezTo>
                  <a:cubicBezTo>
                    <a:pt x="25" y="465"/>
                    <a:pt x="25" y="465"/>
                    <a:pt x="25" y="466"/>
                  </a:cubicBezTo>
                  <a:cubicBezTo>
                    <a:pt x="26" y="467"/>
                    <a:pt x="26" y="468"/>
                    <a:pt x="26" y="469"/>
                  </a:cubicBezTo>
                  <a:cubicBezTo>
                    <a:pt x="26" y="469"/>
                    <a:pt x="27" y="469"/>
                    <a:pt x="27" y="469"/>
                  </a:cubicBezTo>
                  <a:cubicBezTo>
                    <a:pt x="27" y="470"/>
                    <a:pt x="28" y="473"/>
                    <a:pt x="30" y="476"/>
                  </a:cubicBezTo>
                  <a:cubicBezTo>
                    <a:pt x="31" y="479"/>
                    <a:pt x="33" y="481"/>
                    <a:pt x="34" y="482"/>
                  </a:cubicBezTo>
                  <a:cubicBezTo>
                    <a:pt x="32" y="481"/>
                    <a:pt x="35" y="487"/>
                    <a:pt x="35" y="488"/>
                  </a:cubicBezTo>
                  <a:cubicBezTo>
                    <a:pt x="36" y="489"/>
                    <a:pt x="36" y="490"/>
                    <a:pt x="36" y="491"/>
                  </a:cubicBezTo>
                  <a:cubicBezTo>
                    <a:pt x="38" y="492"/>
                    <a:pt x="35" y="489"/>
                    <a:pt x="35" y="488"/>
                  </a:cubicBezTo>
                  <a:cubicBezTo>
                    <a:pt x="36" y="486"/>
                    <a:pt x="38" y="490"/>
                    <a:pt x="40" y="492"/>
                  </a:cubicBezTo>
                  <a:cubicBezTo>
                    <a:pt x="41" y="495"/>
                    <a:pt x="38" y="490"/>
                    <a:pt x="37" y="490"/>
                  </a:cubicBezTo>
                  <a:cubicBezTo>
                    <a:pt x="38" y="493"/>
                    <a:pt x="38" y="493"/>
                    <a:pt x="40" y="495"/>
                  </a:cubicBezTo>
                  <a:cubicBezTo>
                    <a:pt x="40" y="494"/>
                    <a:pt x="41" y="495"/>
                    <a:pt x="41" y="494"/>
                  </a:cubicBezTo>
                  <a:cubicBezTo>
                    <a:pt x="42" y="495"/>
                    <a:pt x="42" y="497"/>
                    <a:pt x="44" y="498"/>
                  </a:cubicBezTo>
                  <a:cubicBezTo>
                    <a:pt x="43" y="495"/>
                    <a:pt x="40" y="494"/>
                    <a:pt x="40" y="491"/>
                  </a:cubicBezTo>
                  <a:cubicBezTo>
                    <a:pt x="38" y="488"/>
                    <a:pt x="36" y="485"/>
                    <a:pt x="35" y="483"/>
                  </a:cubicBezTo>
                  <a:cubicBezTo>
                    <a:pt x="35" y="481"/>
                    <a:pt x="36" y="485"/>
                    <a:pt x="37" y="486"/>
                  </a:cubicBezTo>
                  <a:cubicBezTo>
                    <a:pt x="38" y="487"/>
                    <a:pt x="36" y="483"/>
                    <a:pt x="36" y="484"/>
                  </a:cubicBezTo>
                  <a:cubicBezTo>
                    <a:pt x="37" y="483"/>
                    <a:pt x="39" y="487"/>
                    <a:pt x="42" y="492"/>
                  </a:cubicBezTo>
                  <a:cubicBezTo>
                    <a:pt x="44" y="497"/>
                    <a:pt x="47" y="504"/>
                    <a:pt x="51" y="507"/>
                  </a:cubicBezTo>
                  <a:cubicBezTo>
                    <a:pt x="50" y="506"/>
                    <a:pt x="50" y="506"/>
                    <a:pt x="51" y="506"/>
                  </a:cubicBezTo>
                  <a:cubicBezTo>
                    <a:pt x="50" y="505"/>
                    <a:pt x="48" y="504"/>
                    <a:pt x="48" y="502"/>
                  </a:cubicBezTo>
                  <a:cubicBezTo>
                    <a:pt x="49" y="502"/>
                    <a:pt x="52" y="506"/>
                    <a:pt x="52" y="507"/>
                  </a:cubicBezTo>
                  <a:cubicBezTo>
                    <a:pt x="52" y="506"/>
                    <a:pt x="56" y="510"/>
                    <a:pt x="56" y="512"/>
                  </a:cubicBezTo>
                  <a:cubicBezTo>
                    <a:pt x="57" y="513"/>
                    <a:pt x="54" y="510"/>
                    <a:pt x="53" y="508"/>
                  </a:cubicBezTo>
                  <a:cubicBezTo>
                    <a:pt x="53" y="509"/>
                    <a:pt x="52" y="508"/>
                    <a:pt x="51" y="507"/>
                  </a:cubicBezTo>
                  <a:cubicBezTo>
                    <a:pt x="52" y="510"/>
                    <a:pt x="51" y="509"/>
                    <a:pt x="52" y="512"/>
                  </a:cubicBezTo>
                  <a:cubicBezTo>
                    <a:pt x="50" y="508"/>
                    <a:pt x="49" y="506"/>
                    <a:pt x="45" y="502"/>
                  </a:cubicBezTo>
                  <a:cubicBezTo>
                    <a:pt x="45" y="504"/>
                    <a:pt x="44" y="502"/>
                    <a:pt x="45" y="505"/>
                  </a:cubicBezTo>
                  <a:cubicBezTo>
                    <a:pt x="46" y="505"/>
                    <a:pt x="45" y="503"/>
                    <a:pt x="48" y="506"/>
                  </a:cubicBezTo>
                  <a:cubicBezTo>
                    <a:pt x="50" y="509"/>
                    <a:pt x="52" y="513"/>
                    <a:pt x="54" y="517"/>
                  </a:cubicBezTo>
                  <a:cubicBezTo>
                    <a:pt x="54" y="515"/>
                    <a:pt x="54" y="514"/>
                    <a:pt x="55" y="515"/>
                  </a:cubicBezTo>
                  <a:cubicBezTo>
                    <a:pt x="54" y="513"/>
                    <a:pt x="53" y="512"/>
                    <a:pt x="52" y="510"/>
                  </a:cubicBezTo>
                  <a:cubicBezTo>
                    <a:pt x="52" y="510"/>
                    <a:pt x="54" y="512"/>
                    <a:pt x="55" y="513"/>
                  </a:cubicBezTo>
                  <a:cubicBezTo>
                    <a:pt x="55" y="514"/>
                    <a:pt x="55" y="514"/>
                    <a:pt x="54" y="513"/>
                  </a:cubicBezTo>
                  <a:cubicBezTo>
                    <a:pt x="56" y="517"/>
                    <a:pt x="55" y="514"/>
                    <a:pt x="57" y="517"/>
                  </a:cubicBezTo>
                  <a:cubicBezTo>
                    <a:pt x="57" y="518"/>
                    <a:pt x="56" y="517"/>
                    <a:pt x="56" y="517"/>
                  </a:cubicBezTo>
                  <a:cubicBezTo>
                    <a:pt x="59" y="520"/>
                    <a:pt x="63" y="528"/>
                    <a:pt x="67" y="531"/>
                  </a:cubicBezTo>
                  <a:cubicBezTo>
                    <a:pt x="67" y="532"/>
                    <a:pt x="66" y="531"/>
                    <a:pt x="67" y="533"/>
                  </a:cubicBezTo>
                  <a:cubicBezTo>
                    <a:pt x="69" y="535"/>
                    <a:pt x="70" y="537"/>
                    <a:pt x="72" y="538"/>
                  </a:cubicBezTo>
                  <a:cubicBezTo>
                    <a:pt x="71" y="537"/>
                    <a:pt x="71" y="536"/>
                    <a:pt x="71" y="536"/>
                  </a:cubicBezTo>
                  <a:cubicBezTo>
                    <a:pt x="73" y="538"/>
                    <a:pt x="75" y="541"/>
                    <a:pt x="77" y="543"/>
                  </a:cubicBezTo>
                  <a:cubicBezTo>
                    <a:pt x="78" y="544"/>
                    <a:pt x="74" y="542"/>
                    <a:pt x="73" y="539"/>
                  </a:cubicBezTo>
                  <a:cubicBezTo>
                    <a:pt x="74" y="541"/>
                    <a:pt x="72" y="539"/>
                    <a:pt x="72" y="540"/>
                  </a:cubicBezTo>
                  <a:cubicBezTo>
                    <a:pt x="75" y="542"/>
                    <a:pt x="76" y="544"/>
                    <a:pt x="80" y="548"/>
                  </a:cubicBezTo>
                  <a:cubicBezTo>
                    <a:pt x="80" y="546"/>
                    <a:pt x="78" y="546"/>
                    <a:pt x="78" y="544"/>
                  </a:cubicBezTo>
                  <a:cubicBezTo>
                    <a:pt x="79" y="544"/>
                    <a:pt x="80" y="547"/>
                    <a:pt x="82" y="548"/>
                  </a:cubicBezTo>
                  <a:cubicBezTo>
                    <a:pt x="83" y="549"/>
                    <a:pt x="82" y="549"/>
                    <a:pt x="83" y="550"/>
                  </a:cubicBezTo>
                  <a:cubicBezTo>
                    <a:pt x="85" y="550"/>
                    <a:pt x="87" y="556"/>
                    <a:pt x="90" y="558"/>
                  </a:cubicBezTo>
                  <a:cubicBezTo>
                    <a:pt x="91" y="560"/>
                    <a:pt x="86" y="555"/>
                    <a:pt x="86" y="555"/>
                  </a:cubicBezTo>
                  <a:cubicBezTo>
                    <a:pt x="86" y="556"/>
                    <a:pt x="86" y="556"/>
                    <a:pt x="87" y="556"/>
                  </a:cubicBezTo>
                  <a:cubicBezTo>
                    <a:pt x="89" y="559"/>
                    <a:pt x="85" y="556"/>
                    <a:pt x="87" y="558"/>
                  </a:cubicBezTo>
                  <a:cubicBezTo>
                    <a:pt x="89" y="559"/>
                    <a:pt x="91" y="562"/>
                    <a:pt x="91" y="561"/>
                  </a:cubicBezTo>
                  <a:cubicBezTo>
                    <a:pt x="93" y="562"/>
                    <a:pt x="93" y="564"/>
                    <a:pt x="95" y="565"/>
                  </a:cubicBezTo>
                  <a:cubicBezTo>
                    <a:pt x="95" y="566"/>
                    <a:pt x="94" y="565"/>
                    <a:pt x="93" y="564"/>
                  </a:cubicBezTo>
                  <a:cubicBezTo>
                    <a:pt x="92" y="565"/>
                    <a:pt x="99" y="569"/>
                    <a:pt x="98" y="571"/>
                  </a:cubicBezTo>
                  <a:cubicBezTo>
                    <a:pt x="102" y="573"/>
                    <a:pt x="102" y="573"/>
                    <a:pt x="102" y="573"/>
                  </a:cubicBezTo>
                  <a:cubicBezTo>
                    <a:pt x="101" y="571"/>
                    <a:pt x="101" y="571"/>
                    <a:pt x="101" y="571"/>
                  </a:cubicBezTo>
                  <a:cubicBezTo>
                    <a:pt x="103" y="572"/>
                    <a:pt x="103" y="573"/>
                    <a:pt x="103" y="574"/>
                  </a:cubicBezTo>
                  <a:cubicBezTo>
                    <a:pt x="107" y="576"/>
                    <a:pt x="109" y="579"/>
                    <a:pt x="113" y="584"/>
                  </a:cubicBezTo>
                  <a:cubicBezTo>
                    <a:pt x="115" y="585"/>
                    <a:pt x="117" y="587"/>
                    <a:pt x="120" y="589"/>
                  </a:cubicBezTo>
                  <a:cubicBezTo>
                    <a:pt x="122" y="591"/>
                    <a:pt x="125" y="594"/>
                    <a:pt x="127" y="595"/>
                  </a:cubicBezTo>
                  <a:cubicBezTo>
                    <a:pt x="128" y="595"/>
                    <a:pt x="125" y="593"/>
                    <a:pt x="124" y="592"/>
                  </a:cubicBezTo>
                  <a:cubicBezTo>
                    <a:pt x="126" y="592"/>
                    <a:pt x="130" y="596"/>
                    <a:pt x="133" y="598"/>
                  </a:cubicBezTo>
                  <a:cubicBezTo>
                    <a:pt x="133" y="599"/>
                    <a:pt x="129" y="596"/>
                    <a:pt x="129" y="597"/>
                  </a:cubicBezTo>
                  <a:cubicBezTo>
                    <a:pt x="131" y="598"/>
                    <a:pt x="132" y="599"/>
                    <a:pt x="132" y="600"/>
                  </a:cubicBezTo>
                  <a:cubicBezTo>
                    <a:pt x="133" y="600"/>
                    <a:pt x="136" y="601"/>
                    <a:pt x="138" y="602"/>
                  </a:cubicBezTo>
                  <a:cubicBezTo>
                    <a:pt x="141" y="604"/>
                    <a:pt x="139" y="604"/>
                    <a:pt x="141" y="605"/>
                  </a:cubicBezTo>
                  <a:cubicBezTo>
                    <a:pt x="142" y="606"/>
                    <a:pt x="147" y="608"/>
                    <a:pt x="145" y="609"/>
                  </a:cubicBezTo>
                  <a:cubicBezTo>
                    <a:pt x="150" y="611"/>
                    <a:pt x="154" y="614"/>
                    <a:pt x="158" y="617"/>
                  </a:cubicBezTo>
                  <a:cubicBezTo>
                    <a:pt x="160" y="619"/>
                    <a:pt x="155" y="616"/>
                    <a:pt x="157" y="618"/>
                  </a:cubicBezTo>
                  <a:cubicBezTo>
                    <a:pt x="161" y="620"/>
                    <a:pt x="157" y="617"/>
                    <a:pt x="160" y="618"/>
                  </a:cubicBezTo>
                  <a:cubicBezTo>
                    <a:pt x="163" y="619"/>
                    <a:pt x="162" y="620"/>
                    <a:pt x="164" y="622"/>
                  </a:cubicBezTo>
                  <a:cubicBezTo>
                    <a:pt x="165" y="622"/>
                    <a:pt x="166" y="623"/>
                    <a:pt x="168" y="624"/>
                  </a:cubicBezTo>
                  <a:cubicBezTo>
                    <a:pt x="167" y="624"/>
                    <a:pt x="167" y="625"/>
                    <a:pt x="169" y="627"/>
                  </a:cubicBezTo>
                  <a:cubicBezTo>
                    <a:pt x="169" y="626"/>
                    <a:pt x="170" y="626"/>
                    <a:pt x="171" y="627"/>
                  </a:cubicBezTo>
                  <a:cubicBezTo>
                    <a:pt x="173" y="627"/>
                    <a:pt x="170" y="626"/>
                    <a:pt x="169" y="625"/>
                  </a:cubicBezTo>
                  <a:cubicBezTo>
                    <a:pt x="171" y="626"/>
                    <a:pt x="172" y="627"/>
                    <a:pt x="174" y="628"/>
                  </a:cubicBezTo>
                  <a:cubicBezTo>
                    <a:pt x="175" y="628"/>
                    <a:pt x="172" y="626"/>
                    <a:pt x="171" y="626"/>
                  </a:cubicBezTo>
                  <a:cubicBezTo>
                    <a:pt x="171" y="625"/>
                    <a:pt x="172" y="625"/>
                    <a:pt x="173" y="625"/>
                  </a:cubicBezTo>
                  <a:cubicBezTo>
                    <a:pt x="175" y="626"/>
                    <a:pt x="175" y="627"/>
                    <a:pt x="176" y="627"/>
                  </a:cubicBezTo>
                  <a:cubicBezTo>
                    <a:pt x="178" y="629"/>
                    <a:pt x="175" y="627"/>
                    <a:pt x="175" y="627"/>
                  </a:cubicBezTo>
                  <a:cubicBezTo>
                    <a:pt x="177" y="629"/>
                    <a:pt x="177" y="628"/>
                    <a:pt x="178" y="628"/>
                  </a:cubicBezTo>
                  <a:cubicBezTo>
                    <a:pt x="181" y="629"/>
                    <a:pt x="183" y="631"/>
                    <a:pt x="186" y="632"/>
                  </a:cubicBezTo>
                  <a:cubicBezTo>
                    <a:pt x="186" y="633"/>
                    <a:pt x="184" y="632"/>
                    <a:pt x="184" y="633"/>
                  </a:cubicBezTo>
                  <a:cubicBezTo>
                    <a:pt x="186" y="634"/>
                    <a:pt x="188" y="637"/>
                    <a:pt x="191" y="637"/>
                  </a:cubicBezTo>
                  <a:cubicBezTo>
                    <a:pt x="193" y="639"/>
                    <a:pt x="193" y="640"/>
                    <a:pt x="198" y="643"/>
                  </a:cubicBezTo>
                  <a:cubicBezTo>
                    <a:pt x="197" y="642"/>
                    <a:pt x="195" y="641"/>
                    <a:pt x="195" y="640"/>
                  </a:cubicBezTo>
                  <a:cubicBezTo>
                    <a:pt x="197" y="641"/>
                    <a:pt x="199" y="642"/>
                    <a:pt x="200" y="643"/>
                  </a:cubicBezTo>
                  <a:cubicBezTo>
                    <a:pt x="202" y="643"/>
                    <a:pt x="200" y="642"/>
                    <a:pt x="202" y="642"/>
                  </a:cubicBezTo>
                  <a:cubicBezTo>
                    <a:pt x="200" y="641"/>
                    <a:pt x="196" y="638"/>
                    <a:pt x="195" y="639"/>
                  </a:cubicBezTo>
                  <a:cubicBezTo>
                    <a:pt x="195" y="638"/>
                    <a:pt x="195" y="638"/>
                    <a:pt x="197" y="638"/>
                  </a:cubicBezTo>
                  <a:cubicBezTo>
                    <a:pt x="199" y="639"/>
                    <a:pt x="197" y="640"/>
                    <a:pt x="201" y="640"/>
                  </a:cubicBezTo>
                  <a:cubicBezTo>
                    <a:pt x="203" y="641"/>
                    <a:pt x="199" y="640"/>
                    <a:pt x="201" y="641"/>
                  </a:cubicBezTo>
                  <a:cubicBezTo>
                    <a:pt x="201" y="640"/>
                    <a:pt x="204" y="642"/>
                    <a:pt x="207" y="643"/>
                  </a:cubicBezTo>
                  <a:cubicBezTo>
                    <a:pt x="209" y="643"/>
                    <a:pt x="206" y="642"/>
                    <a:pt x="205" y="642"/>
                  </a:cubicBezTo>
                  <a:cubicBezTo>
                    <a:pt x="206" y="642"/>
                    <a:pt x="207" y="642"/>
                    <a:pt x="208" y="642"/>
                  </a:cubicBezTo>
                  <a:cubicBezTo>
                    <a:pt x="209" y="643"/>
                    <a:pt x="212" y="645"/>
                    <a:pt x="210" y="645"/>
                  </a:cubicBezTo>
                  <a:cubicBezTo>
                    <a:pt x="211" y="645"/>
                    <a:pt x="216" y="646"/>
                    <a:pt x="214" y="646"/>
                  </a:cubicBezTo>
                  <a:cubicBezTo>
                    <a:pt x="216" y="648"/>
                    <a:pt x="218" y="646"/>
                    <a:pt x="221" y="648"/>
                  </a:cubicBezTo>
                  <a:cubicBezTo>
                    <a:pt x="221" y="648"/>
                    <a:pt x="220" y="648"/>
                    <a:pt x="219" y="648"/>
                  </a:cubicBezTo>
                  <a:cubicBezTo>
                    <a:pt x="222" y="649"/>
                    <a:pt x="227" y="652"/>
                    <a:pt x="228" y="651"/>
                  </a:cubicBezTo>
                  <a:cubicBezTo>
                    <a:pt x="229" y="651"/>
                    <a:pt x="233" y="653"/>
                    <a:pt x="230" y="653"/>
                  </a:cubicBezTo>
                  <a:cubicBezTo>
                    <a:pt x="236" y="654"/>
                    <a:pt x="243" y="655"/>
                    <a:pt x="246" y="654"/>
                  </a:cubicBezTo>
                  <a:cubicBezTo>
                    <a:pt x="247" y="654"/>
                    <a:pt x="249" y="655"/>
                    <a:pt x="250" y="655"/>
                  </a:cubicBezTo>
                  <a:cubicBezTo>
                    <a:pt x="252" y="656"/>
                    <a:pt x="247" y="656"/>
                    <a:pt x="251" y="657"/>
                  </a:cubicBezTo>
                  <a:cubicBezTo>
                    <a:pt x="247" y="657"/>
                    <a:pt x="248" y="656"/>
                    <a:pt x="246" y="656"/>
                  </a:cubicBezTo>
                  <a:cubicBezTo>
                    <a:pt x="243" y="655"/>
                    <a:pt x="242" y="656"/>
                    <a:pt x="244" y="657"/>
                  </a:cubicBezTo>
                  <a:cubicBezTo>
                    <a:pt x="244" y="657"/>
                    <a:pt x="244" y="656"/>
                    <a:pt x="243" y="656"/>
                  </a:cubicBezTo>
                  <a:cubicBezTo>
                    <a:pt x="245" y="656"/>
                    <a:pt x="247" y="657"/>
                    <a:pt x="249" y="658"/>
                  </a:cubicBezTo>
                  <a:cubicBezTo>
                    <a:pt x="250" y="658"/>
                    <a:pt x="247" y="657"/>
                    <a:pt x="246" y="658"/>
                  </a:cubicBezTo>
                  <a:cubicBezTo>
                    <a:pt x="248" y="659"/>
                    <a:pt x="250" y="658"/>
                    <a:pt x="251" y="659"/>
                  </a:cubicBezTo>
                  <a:cubicBezTo>
                    <a:pt x="253" y="658"/>
                    <a:pt x="259" y="661"/>
                    <a:pt x="263" y="663"/>
                  </a:cubicBezTo>
                  <a:cubicBezTo>
                    <a:pt x="266" y="662"/>
                    <a:pt x="268" y="662"/>
                    <a:pt x="263" y="661"/>
                  </a:cubicBezTo>
                  <a:cubicBezTo>
                    <a:pt x="264" y="662"/>
                    <a:pt x="262" y="661"/>
                    <a:pt x="260" y="660"/>
                  </a:cubicBezTo>
                  <a:cubicBezTo>
                    <a:pt x="259" y="660"/>
                    <a:pt x="261" y="660"/>
                    <a:pt x="261" y="660"/>
                  </a:cubicBezTo>
                  <a:cubicBezTo>
                    <a:pt x="261" y="659"/>
                    <a:pt x="254" y="658"/>
                    <a:pt x="251" y="657"/>
                  </a:cubicBezTo>
                  <a:cubicBezTo>
                    <a:pt x="261" y="659"/>
                    <a:pt x="276" y="663"/>
                    <a:pt x="289" y="664"/>
                  </a:cubicBezTo>
                  <a:cubicBezTo>
                    <a:pt x="289" y="664"/>
                    <a:pt x="288" y="664"/>
                    <a:pt x="287" y="664"/>
                  </a:cubicBezTo>
                  <a:cubicBezTo>
                    <a:pt x="289" y="665"/>
                    <a:pt x="291" y="665"/>
                    <a:pt x="293" y="665"/>
                  </a:cubicBezTo>
                  <a:cubicBezTo>
                    <a:pt x="293" y="666"/>
                    <a:pt x="295" y="665"/>
                    <a:pt x="297" y="666"/>
                  </a:cubicBezTo>
                  <a:cubicBezTo>
                    <a:pt x="299" y="667"/>
                    <a:pt x="293" y="666"/>
                    <a:pt x="296" y="667"/>
                  </a:cubicBezTo>
                  <a:cubicBezTo>
                    <a:pt x="299" y="666"/>
                    <a:pt x="300" y="667"/>
                    <a:pt x="305" y="668"/>
                  </a:cubicBezTo>
                  <a:cubicBezTo>
                    <a:pt x="307" y="667"/>
                    <a:pt x="309" y="667"/>
                    <a:pt x="312" y="668"/>
                  </a:cubicBezTo>
                  <a:cubicBezTo>
                    <a:pt x="315" y="668"/>
                    <a:pt x="317" y="668"/>
                    <a:pt x="319" y="668"/>
                  </a:cubicBezTo>
                  <a:cubicBezTo>
                    <a:pt x="322" y="669"/>
                    <a:pt x="327" y="669"/>
                    <a:pt x="332" y="669"/>
                  </a:cubicBezTo>
                  <a:cubicBezTo>
                    <a:pt x="338" y="669"/>
                    <a:pt x="344" y="669"/>
                    <a:pt x="349" y="670"/>
                  </a:cubicBezTo>
                  <a:cubicBezTo>
                    <a:pt x="349" y="669"/>
                    <a:pt x="352" y="668"/>
                    <a:pt x="353" y="669"/>
                  </a:cubicBezTo>
                  <a:cubicBezTo>
                    <a:pt x="356" y="668"/>
                    <a:pt x="355" y="668"/>
                    <a:pt x="355" y="668"/>
                  </a:cubicBezTo>
                  <a:cubicBezTo>
                    <a:pt x="356" y="668"/>
                    <a:pt x="357" y="667"/>
                    <a:pt x="358" y="668"/>
                  </a:cubicBezTo>
                  <a:cubicBezTo>
                    <a:pt x="357" y="668"/>
                    <a:pt x="358" y="669"/>
                    <a:pt x="356" y="669"/>
                  </a:cubicBezTo>
                  <a:cubicBezTo>
                    <a:pt x="359" y="670"/>
                    <a:pt x="357" y="668"/>
                    <a:pt x="361" y="669"/>
                  </a:cubicBezTo>
                  <a:cubicBezTo>
                    <a:pt x="362" y="667"/>
                    <a:pt x="363" y="668"/>
                    <a:pt x="367" y="667"/>
                  </a:cubicBezTo>
                  <a:cubicBezTo>
                    <a:pt x="368" y="668"/>
                    <a:pt x="366" y="668"/>
                    <a:pt x="365" y="669"/>
                  </a:cubicBezTo>
                  <a:cubicBezTo>
                    <a:pt x="371" y="667"/>
                    <a:pt x="380" y="667"/>
                    <a:pt x="384" y="664"/>
                  </a:cubicBezTo>
                  <a:cubicBezTo>
                    <a:pt x="387" y="663"/>
                    <a:pt x="387" y="664"/>
                    <a:pt x="389" y="664"/>
                  </a:cubicBezTo>
                  <a:cubicBezTo>
                    <a:pt x="391" y="664"/>
                    <a:pt x="388" y="665"/>
                    <a:pt x="390" y="665"/>
                  </a:cubicBezTo>
                  <a:cubicBezTo>
                    <a:pt x="392" y="664"/>
                    <a:pt x="392" y="664"/>
                    <a:pt x="391" y="664"/>
                  </a:cubicBezTo>
                  <a:cubicBezTo>
                    <a:pt x="394" y="663"/>
                    <a:pt x="394" y="663"/>
                    <a:pt x="396" y="662"/>
                  </a:cubicBezTo>
                  <a:cubicBezTo>
                    <a:pt x="398" y="663"/>
                    <a:pt x="394" y="665"/>
                    <a:pt x="391" y="665"/>
                  </a:cubicBezTo>
                  <a:cubicBezTo>
                    <a:pt x="393" y="665"/>
                    <a:pt x="392" y="665"/>
                    <a:pt x="391" y="665"/>
                  </a:cubicBezTo>
                  <a:cubicBezTo>
                    <a:pt x="396" y="666"/>
                    <a:pt x="402" y="666"/>
                    <a:pt x="408" y="662"/>
                  </a:cubicBezTo>
                  <a:cubicBezTo>
                    <a:pt x="411" y="662"/>
                    <a:pt x="406" y="664"/>
                    <a:pt x="408" y="664"/>
                  </a:cubicBezTo>
                  <a:cubicBezTo>
                    <a:pt x="411" y="662"/>
                    <a:pt x="417" y="662"/>
                    <a:pt x="421" y="661"/>
                  </a:cubicBezTo>
                  <a:cubicBezTo>
                    <a:pt x="422" y="660"/>
                    <a:pt x="422" y="660"/>
                    <a:pt x="423" y="659"/>
                  </a:cubicBezTo>
                  <a:cubicBezTo>
                    <a:pt x="423" y="660"/>
                    <a:pt x="422" y="660"/>
                    <a:pt x="423" y="660"/>
                  </a:cubicBezTo>
                  <a:cubicBezTo>
                    <a:pt x="426" y="659"/>
                    <a:pt x="424" y="660"/>
                    <a:pt x="426" y="659"/>
                  </a:cubicBezTo>
                  <a:cubicBezTo>
                    <a:pt x="426" y="659"/>
                    <a:pt x="425" y="659"/>
                    <a:pt x="426" y="659"/>
                  </a:cubicBezTo>
                  <a:cubicBezTo>
                    <a:pt x="429" y="659"/>
                    <a:pt x="431" y="658"/>
                    <a:pt x="431" y="657"/>
                  </a:cubicBezTo>
                  <a:cubicBezTo>
                    <a:pt x="432" y="658"/>
                    <a:pt x="432" y="657"/>
                    <a:pt x="433" y="657"/>
                  </a:cubicBezTo>
                  <a:cubicBezTo>
                    <a:pt x="433" y="657"/>
                    <a:pt x="432" y="658"/>
                    <a:pt x="432" y="658"/>
                  </a:cubicBezTo>
                  <a:cubicBezTo>
                    <a:pt x="437" y="657"/>
                    <a:pt x="447" y="655"/>
                    <a:pt x="450" y="652"/>
                  </a:cubicBezTo>
                  <a:cubicBezTo>
                    <a:pt x="456" y="651"/>
                    <a:pt x="454" y="650"/>
                    <a:pt x="457" y="650"/>
                  </a:cubicBezTo>
                  <a:cubicBezTo>
                    <a:pt x="460" y="647"/>
                    <a:pt x="462" y="647"/>
                    <a:pt x="466" y="645"/>
                  </a:cubicBezTo>
                  <a:cubicBezTo>
                    <a:pt x="465" y="645"/>
                    <a:pt x="463" y="645"/>
                    <a:pt x="462" y="646"/>
                  </a:cubicBezTo>
                  <a:cubicBezTo>
                    <a:pt x="463" y="644"/>
                    <a:pt x="465" y="645"/>
                    <a:pt x="467" y="643"/>
                  </a:cubicBezTo>
                  <a:cubicBezTo>
                    <a:pt x="468" y="643"/>
                    <a:pt x="467" y="644"/>
                    <a:pt x="466" y="645"/>
                  </a:cubicBezTo>
                  <a:cubicBezTo>
                    <a:pt x="470" y="643"/>
                    <a:pt x="474" y="642"/>
                    <a:pt x="478" y="640"/>
                  </a:cubicBezTo>
                  <a:cubicBezTo>
                    <a:pt x="478" y="640"/>
                    <a:pt x="477" y="641"/>
                    <a:pt x="477" y="642"/>
                  </a:cubicBezTo>
                  <a:cubicBezTo>
                    <a:pt x="478" y="641"/>
                    <a:pt x="480" y="640"/>
                    <a:pt x="482" y="639"/>
                  </a:cubicBezTo>
                  <a:cubicBezTo>
                    <a:pt x="483" y="636"/>
                    <a:pt x="496" y="633"/>
                    <a:pt x="501" y="629"/>
                  </a:cubicBezTo>
                  <a:cubicBezTo>
                    <a:pt x="494" y="632"/>
                    <a:pt x="487" y="635"/>
                    <a:pt x="480" y="638"/>
                  </a:cubicBezTo>
                  <a:cubicBezTo>
                    <a:pt x="482" y="637"/>
                    <a:pt x="485" y="636"/>
                    <a:pt x="487" y="635"/>
                  </a:cubicBezTo>
                  <a:cubicBezTo>
                    <a:pt x="488" y="634"/>
                    <a:pt x="484" y="636"/>
                    <a:pt x="483" y="636"/>
                  </a:cubicBezTo>
                  <a:cubicBezTo>
                    <a:pt x="486" y="634"/>
                    <a:pt x="486" y="634"/>
                    <a:pt x="486" y="634"/>
                  </a:cubicBezTo>
                  <a:cubicBezTo>
                    <a:pt x="487" y="633"/>
                    <a:pt x="487" y="634"/>
                    <a:pt x="488" y="634"/>
                  </a:cubicBezTo>
                  <a:cubicBezTo>
                    <a:pt x="493" y="631"/>
                    <a:pt x="492" y="630"/>
                    <a:pt x="498" y="627"/>
                  </a:cubicBezTo>
                  <a:cubicBezTo>
                    <a:pt x="499" y="627"/>
                    <a:pt x="495" y="630"/>
                    <a:pt x="493" y="631"/>
                  </a:cubicBezTo>
                  <a:cubicBezTo>
                    <a:pt x="494" y="631"/>
                    <a:pt x="495" y="631"/>
                    <a:pt x="494" y="632"/>
                  </a:cubicBezTo>
                  <a:cubicBezTo>
                    <a:pt x="495" y="631"/>
                    <a:pt x="497" y="627"/>
                    <a:pt x="502" y="626"/>
                  </a:cubicBezTo>
                  <a:cubicBezTo>
                    <a:pt x="503" y="626"/>
                    <a:pt x="503" y="626"/>
                    <a:pt x="501" y="627"/>
                  </a:cubicBezTo>
                  <a:cubicBezTo>
                    <a:pt x="504" y="627"/>
                    <a:pt x="505" y="623"/>
                    <a:pt x="509" y="622"/>
                  </a:cubicBezTo>
                  <a:cubicBezTo>
                    <a:pt x="511" y="621"/>
                    <a:pt x="508" y="624"/>
                    <a:pt x="510" y="623"/>
                  </a:cubicBezTo>
                  <a:cubicBezTo>
                    <a:pt x="511" y="622"/>
                    <a:pt x="511" y="622"/>
                    <a:pt x="510" y="622"/>
                  </a:cubicBezTo>
                  <a:cubicBezTo>
                    <a:pt x="510" y="622"/>
                    <a:pt x="513" y="620"/>
                    <a:pt x="512" y="620"/>
                  </a:cubicBezTo>
                  <a:cubicBezTo>
                    <a:pt x="513" y="619"/>
                    <a:pt x="517" y="617"/>
                    <a:pt x="516" y="617"/>
                  </a:cubicBezTo>
                  <a:cubicBezTo>
                    <a:pt x="517" y="616"/>
                    <a:pt x="518" y="615"/>
                    <a:pt x="520" y="615"/>
                  </a:cubicBezTo>
                  <a:cubicBezTo>
                    <a:pt x="520" y="615"/>
                    <a:pt x="517" y="618"/>
                    <a:pt x="518" y="618"/>
                  </a:cubicBezTo>
                  <a:cubicBezTo>
                    <a:pt x="519" y="617"/>
                    <a:pt x="521" y="616"/>
                    <a:pt x="522" y="614"/>
                  </a:cubicBezTo>
                  <a:cubicBezTo>
                    <a:pt x="524" y="614"/>
                    <a:pt x="523" y="615"/>
                    <a:pt x="525" y="614"/>
                  </a:cubicBezTo>
                  <a:cubicBezTo>
                    <a:pt x="528" y="611"/>
                    <a:pt x="531" y="609"/>
                    <a:pt x="534" y="607"/>
                  </a:cubicBezTo>
                  <a:cubicBezTo>
                    <a:pt x="536" y="607"/>
                    <a:pt x="532" y="609"/>
                    <a:pt x="532" y="610"/>
                  </a:cubicBezTo>
                  <a:cubicBezTo>
                    <a:pt x="536" y="608"/>
                    <a:pt x="536" y="605"/>
                    <a:pt x="541" y="603"/>
                  </a:cubicBezTo>
                  <a:cubicBezTo>
                    <a:pt x="542" y="602"/>
                    <a:pt x="542" y="600"/>
                    <a:pt x="544" y="600"/>
                  </a:cubicBezTo>
                  <a:cubicBezTo>
                    <a:pt x="545" y="599"/>
                    <a:pt x="542" y="601"/>
                    <a:pt x="541" y="601"/>
                  </a:cubicBezTo>
                  <a:cubicBezTo>
                    <a:pt x="543" y="599"/>
                    <a:pt x="543" y="599"/>
                    <a:pt x="543" y="599"/>
                  </a:cubicBezTo>
                  <a:cubicBezTo>
                    <a:pt x="546" y="598"/>
                    <a:pt x="549" y="595"/>
                    <a:pt x="552" y="593"/>
                  </a:cubicBezTo>
                  <a:cubicBezTo>
                    <a:pt x="553" y="593"/>
                    <a:pt x="548" y="597"/>
                    <a:pt x="546" y="597"/>
                  </a:cubicBezTo>
                  <a:cubicBezTo>
                    <a:pt x="545" y="599"/>
                    <a:pt x="544" y="600"/>
                    <a:pt x="543" y="601"/>
                  </a:cubicBezTo>
                  <a:cubicBezTo>
                    <a:pt x="544" y="600"/>
                    <a:pt x="549" y="598"/>
                    <a:pt x="551" y="595"/>
                  </a:cubicBezTo>
                  <a:cubicBezTo>
                    <a:pt x="553" y="594"/>
                    <a:pt x="551" y="596"/>
                    <a:pt x="553" y="595"/>
                  </a:cubicBezTo>
                  <a:cubicBezTo>
                    <a:pt x="554" y="592"/>
                    <a:pt x="560" y="587"/>
                    <a:pt x="565" y="583"/>
                  </a:cubicBezTo>
                  <a:cubicBezTo>
                    <a:pt x="566" y="583"/>
                    <a:pt x="563" y="585"/>
                    <a:pt x="563" y="586"/>
                  </a:cubicBezTo>
                  <a:cubicBezTo>
                    <a:pt x="565" y="584"/>
                    <a:pt x="565" y="585"/>
                    <a:pt x="567" y="584"/>
                  </a:cubicBezTo>
                  <a:cubicBezTo>
                    <a:pt x="569" y="581"/>
                    <a:pt x="572" y="579"/>
                    <a:pt x="574" y="576"/>
                  </a:cubicBezTo>
                  <a:cubicBezTo>
                    <a:pt x="578" y="574"/>
                    <a:pt x="577" y="573"/>
                    <a:pt x="581" y="567"/>
                  </a:cubicBezTo>
                  <a:cubicBezTo>
                    <a:pt x="579" y="569"/>
                    <a:pt x="578" y="571"/>
                    <a:pt x="576" y="573"/>
                  </a:cubicBezTo>
                  <a:cubicBezTo>
                    <a:pt x="575" y="574"/>
                    <a:pt x="575" y="574"/>
                    <a:pt x="576" y="574"/>
                  </a:cubicBezTo>
                  <a:cubicBezTo>
                    <a:pt x="575" y="575"/>
                    <a:pt x="574" y="576"/>
                    <a:pt x="572" y="577"/>
                  </a:cubicBezTo>
                  <a:cubicBezTo>
                    <a:pt x="571" y="578"/>
                    <a:pt x="573" y="575"/>
                    <a:pt x="574" y="575"/>
                  </a:cubicBezTo>
                  <a:cubicBezTo>
                    <a:pt x="573" y="575"/>
                    <a:pt x="567" y="578"/>
                    <a:pt x="566" y="581"/>
                  </a:cubicBezTo>
                  <a:cubicBezTo>
                    <a:pt x="564" y="582"/>
                    <a:pt x="558" y="587"/>
                    <a:pt x="555" y="590"/>
                  </a:cubicBezTo>
                  <a:cubicBezTo>
                    <a:pt x="554" y="590"/>
                    <a:pt x="554" y="589"/>
                    <a:pt x="553" y="592"/>
                  </a:cubicBezTo>
                  <a:cubicBezTo>
                    <a:pt x="547" y="595"/>
                    <a:pt x="542" y="599"/>
                    <a:pt x="537" y="603"/>
                  </a:cubicBezTo>
                  <a:cubicBezTo>
                    <a:pt x="536" y="602"/>
                    <a:pt x="531" y="607"/>
                    <a:pt x="532" y="605"/>
                  </a:cubicBezTo>
                  <a:cubicBezTo>
                    <a:pt x="531" y="606"/>
                    <a:pt x="529" y="607"/>
                    <a:pt x="527" y="609"/>
                  </a:cubicBezTo>
                  <a:cubicBezTo>
                    <a:pt x="528" y="608"/>
                    <a:pt x="529" y="608"/>
                    <a:pt x="530" y="607"/>
                  </a:cubicBezTo>
                  <a:cubicBezTo>
                    <a:pt x="529" y="608"/>
                    <a:pt x="528" y="609"/>
                    <a:pt x="527" y="610"/>
                  </a:cubicBezTo>
                  <a:cubicBezTo>
                    <a:pt x="527" y="610"/>
                    <a:pt x="527" y="610"/>
                    <a:pt x="527" y="609"/>
                  </a:cubicBezTo>
                  <a:cubicBezTo>
                    <a:pt x="526" y="609"/>
                    <a:pt x="524" y="610"/>
                    <a:pt x="523" y="611"/>
                  </a:cubicBezTo>
                  <a:cubicBezTo>
                    <a:pt x="522" y="612"/>
                    <a:pt x="523" y="612"/>
                    <a:pt x="522" y="612"/>
                  </a:cubicBezTo>
                  <a:cubicBezTo>
                    <a:pt x="521" y="613"/>
                    <a:pt x="519" y="613"/>
                    <a:pt x="518" y="615"/>
                  </a:cubicBezTo>
                  <a:cubicBezTo>
                    <a:pt x="517" y="615"/>
                    <a:pt x="516" y="615"/>
                    <a:pt x="515" y="616"/>
                  </a:cubicBezTo>
                  <a:cubicBezTo>
                    <a:pt x="514" y="616"/>
                    <a:pt x="518" y="613"/>
                    <a:pt x="515" y="615"/>
                  </a:cubicBezTo>
                  <a:cubicBezTo>
                    <a:pt x="514" y="616"/>
                    <a:pt x="511" y="618"/>
                    <a:pt x="508" y="620"/>
                  </a:cubicBezTo>
                  <a:cubicBezTo>
                    <a:pt x="505" y="621"/>
                    <a:pt x="502" y="623"/>
                    <a:pt x="501" y="623"/>
                  </a:cubicBezTo>
                  <a:cubicBezTo>
                    <a:pt x="499" y="623"/>
                    <a:pt x="501" y="624"/>
                    <a:pt x="499" y="625"/>
                  </a:cubicBezTo>
                  <a:cubicBezTo>
                    <a:pt x="499" y="625"/>
                    <a:pt x="498" y="625"/>
                    <a:pt x="498" y="626"/>
                  </a:cubicBezTo>
                  <a:cubicBezTo>
                    <a:pt x="495" y="627"/>
                    <a:pt x="497" y="625"/>
                    <a:pt x="494" y="626"/>
                  </a:cubicBezTo>
                  <a:cubicBezTo>
                    <a:pt x="491" y="629"/>
                    <a:pt x="483" y="632"/>
                    <a:pt x="478" y="634"/>
                  </a:cubicBezTo>
                  <a:cubicBezTo>
                    <a:pt x="477" y="635"/>
                    <a:pt x="475" y="636"/>
                    <a:pt x="474" y="637"/>
                  </a:cubicBezTo>
                  <a:cubicBezTo>
                    <a:pt x="477" y="636"/>
                    <a:pt x="476" y="635"/>
                    <a:pt x="479" y="634"/>
                  </a:cubicBezTo>
                  <a:cubicBezTo>
                    <a:pt x="478" y="636"/>
                    <a:pt x="478" y="635"/>
                    <a:pt x="480" y="635"/>
                  </a:cubicBezTo>
                  <a:cubicBezTo>
                    <a:pt x="477" y="638"/>
                    <a:pt x="473" y="639"/>
                    <a:pt x="472" y="639"/>
                  </a:cubicBezTo>
                  <a:cubicBezTo>
                    <a:pt x="473" y="637"/>
                    <a:pt x="475" y="638"/>
                    <a:pt x="476" y="636"/>
                  </a:cubicBezTo>
                  <a:cubicBezTo>
                    <a:pt x="474" y="638"/>
                    <a:pt x="472" y="637"/>
                    <a:pt x="474" y="636"/>
                  </a:cubicBezTo>
                  <a:cubicBezTo>
                    <a:pt x="471" y="637"/>
                    <a:pt x="467" y="638"/>
                    <a:pt x="463" y="640"/>
                  </a:cubicBezTo>
                  <a:cubicBezTo>
                    <a:pt x="464" y="639"/>
                    <a:pt x="464" y="639"/>
                    <a:pt x="461" y="640"/>
                  </a:cubicBezTo>
                  <a:cubicBezTo>
                    <a:pt x="462" y="639"/>
                    <a:pt x="464" y="638"/>
                    <a:pt x="467" y="638"/>
                  </a:cubicBezTo>
                  <a:cubicBezTo>
                    <a:pt x="468" y="637"/>
                    <a:pt x="465" y="638"/>
                    <a:pt x="466" y="637"/>
                  </a:cubicBezTo>
                  <a:cubicBezTo>
                    <a:pt x="464" y="638"/>
                    <a:pt x="462" y="639"/>
                    <a:pt x="460" y="640"/>
                  </a:cubicBezTo>
                  <a:cubicBezTo>
                    <a:pt x="459" y="641"/>
                    <a:pt x="461" y="640"/>
                    <a:pt x="463" y="640"/>
                  </a:cubicBezTo>
                  <a:cubicBezTo>
                    <a:pt x="459" y="642"/>
                    <a:pt x="456" y="642"/>
                    <a:pt x="453" y="644"/>
                  </a:cubicBezTo>
                  <a:cubicBezTo>
                    <a:pt x="452" y="645"/>
                    <a:pt x="453" y="645"/>
                    <a:pt x="453" y="646"/>
                  </a:cubicBezTo>
                  <a:cubicBezTo>
                    <a:pt x="449" y="647"/>
                    <a:pt x="453" y="645"/>
                    <a:pt x="450" y="646"/>
                  </a:cubicBezTo>
                  <a:cubicBezTo>
                    <a:pt x="449" y="646"/>
                    <a:pt x="451" y="645"/>
                    <a:pt x="451" y="645"/>
                  </a:cubicBezTo>
                  <a:cubicBezTo>
                    <a:pt x="448" y="645"/>
                    <a:pt x="440" y="648"/>
                    <a:pt x="435" y="648"/>
                  </a:cubicBezTo>
                  <a:cubicBezTo>
                    <a:pt x="431" y="651"/>
                    <a:pt x="426" y="651"/>
                    <a:pt x="421" y="653"/>
                  </a:cubicBezTo>
                  <a:cubicBezTo>
                    <a:pt x="419" y="652"/>
                    <a:pt x="424" y="651"/>
                    <a:pt x="424" y="650"/>
                  </a:cubicBezTo>
                  <a:cubicBezTo>
                    <a:pt x="421" y="650"/>
                    <a:pt x="420" y="652"/>
                    <a:pt x="419" y="651"/>
                  </a:cubicBezTo>
                  <a:cubicBezTo>
                    <a:pt x="418" y="652"/>
                    <a:pt x="418" y="652"/>
                    <a:pt x="419" y="653"/>
                  </a:cubicBezTo>
                  <a:cubicBezTo>
                    <a:pt x="415" y="654"/>
                    <a:pt x="410" y="655"/>
                    <a:pt x="406" y="655"/>
                  </a:cubicBezTo>
                  <a:cubicBezTo>
                    <a:pt x="405" y="657"/>
                    <a:pt x="401" y="657"/>
                    <a:pt x="398" y="658"/>
                  </a:cubicBezTo>
                  <a:cubicBezTo>
                    <a:pt x="397" y="658"/>
                    <a:pt x="398" y="657"/>
                    <a:pt x="399" y="657"/>
                  </a:cubicBezTo>
                  <a:cubicBezTo>
                    <a:pt x="400" y="657"/>
                    <a:pt x="401" y="657"/>
                    <a:pt x="402" y="657"/>
                  </a:cubicBezTo>
                  <a:cubicBezTo>
                    <a:pt x="403" y="656"/>
                    <a:pt x="403" y="656"/>
                    <a:pt x="403" y="656"/>
                  </a:cubicBezTo>
                  <a:cubicBezTo>
                    <a:pt x="404" y="656"/>
                    <a:pt x="404" y="656"/>
                    <a:pt x="404" y="656"/>
                  </a:cubicBezTo>
                  <a:cubicBezTo>
                    <a:pt x="401" y="656"/>
                    <a:pt x="399" y="657"/>
                    <a:pt x="397" y="656"/>
                  </a:cubicBezTo>
                  <a:cubicBezTo>
                    <a:pt x="398" y="656"/>
                    <a:pt x="400" y="656"/>
                    <a:pt x="401" y="655"/>
                  </a:cubicBezTo>
                  <a:cubicBezTo>
                    <a:pt x="402" y="654"/>
                    <a:pt x="398" y="656"/>
                    <a:pt x="396" y="656"/>
                  </a:cubicBezTo>
                  <a:cubicBezTo>
                    <a:pt x="400" y="653"/>
                    <a:pt x="392" y="656"/>
                    <a:pt x="388" y="656"/>
                  </a:cubicBezTo>
                  <a:cubicBezTo>
                    <a:pt x="389" y="657"/>
                    <a:pt x="388" y="658"/>
                    <a:pt x="385" y="658"/>
                  </a:cubicBezTo>
                  <a:cubicBezTo>
                    <a:pt x="387" y="657"/>
                    <a:pt x="384" y="658"/>
                    <a:pt x="383" y="657"/>
                  </a:cubicBezTo>
                  <a:cubicBezTo>
                    <a:pt x="383" y="657"/>
                    <a:pt x="382" y="657"/>
                    <a:pt x="382" y="657"/>
                  </a:cubicBezTo>
                  <a:cubicBezTo>
                    <a:pt x="383" y="658"/>
                    <a:pt x="379" y="658"/>
                    <a:pt x="378" y="659"/>
                  </a:cubicBezTo>
                  <a:cubicBezTo>
                    <a:pt x="376" y="659"/>
                    <a:pt x="371" y="659"/>
                    <a:pt x="367" y="660"/>
                  </a:cubicBezTo>
                  <a:cubicBezTo>
                    <a:pt x="365" y="660"/>
                    <a:pt x="367" y="659"/>
                    <a:pt x="367" y="659"/>
                  </a:cubicBezTo>
                  <a:cubicBezTo>
                    <a:pt x="364" y="659"/>
                    <a:pt x="361" y="659"/>
                    <a:pt x="359" y="658"/>
                  </a:cubicBezTo>
                  <a:cubicBezTo>
                    <a:pt x="358" y="659"/>
                    <a:pt x="357" y="659"/>
                    <a:pt x="356" y="659"/>
                  </a:cubicBezTo>
                  <a:cubicBezTo>
                    <a:pt x="359" y="660"/>
                    <a:pt x="359" y="660"/>
                    <a:pt x="359" y="660"/>
                  </a:cubicBezTo>
                  <a:cubicBezTo>
                    <a:pt x="361" y="659"/>
                    <a:pt x="363" y="660"/>
                    <a:pt x="365" y="659"/>
                  </a:cubicBezTo>
                  <a:cubicBezTo>
                    <a:pt x="362" y="660"/>
                    <a:pt x="360" y="659"/>
                    <a:pt x="357" y="660"/>
                  </a:cubicBezTo>
                  <a:cubicBezTo>
                    <a:pt x="357" y="658"/>
                    <a:pt x="350" y="660"/>
                    <a:pt x="345" y="659"/>
                  </a:cubicBezTo>
                  <a:cubicBezTo>
                    <a:pt x="347" y="659"/>
                    <a:pt x="349" y="659"/>
                    <a:pt x="351" y="659"/>
                  </a:cubicBezTo>
                  <a:cubicBezTo>
                    <a:pt x="351" y="658"/>
                    <a:pt x="346" y="659"/>
                    <a:pt x="344" y="659"/>
                  </a:cubicBezTo>
                  <a:cubicBezTo>
                    <a:pt x="343" y="659"/>
                    <a:pt x="343" y="660"/>
                    <a:pt x="342" y="660"/>
                  </a:cubicBezTo>
                  <a:cubicBezTo>
                    <a:pt x="339" y="660"/>
                    <a:pt x="341" y="659"/>
                    <a:pt x="340" y="659"/>
                  </a:cubicBezTo>
                  <a:cubicBezTo>
                    <a:pt x="339" y="659"/>
                    <a:pt x="338" y="659"/>
                    <a:pt x="337" y="659"/>
                  </a:cubicBezTo>
                  <a:cubicBezTo>
                    <a:pt x="337" y="660"/>
                    <a:pt x="334" y="660"/>
                    <a:pt x="331" y="659"/>
                  </a:cubicBezTo>
                  <a:cubicBezTo>
                    <a:pt x="333" y="660"/>
                    <a:pt x="330" y="659"/>
                    <a:pt x="327" y="660"/>
                  </a:cubicBezTo>
                  <a:cubicBezTo>
                    <a:pt x="324" y="659"/>
                    <a:pt x="331" y="659"/>
                    <a:pt x="327" y="658"/>
                  </a:cubicBezTo>
                  <a:cubicBezTo>
                    <a:pt x="326" y="660"/>
                    <a:pt x="324" y="659"/>
                    <a:pt x="322" y="660"/>
                  </a:cubicBezTo>
                  <a:cubicBezTo>
                    <a:pt x="319" y="659"/>
                    <a:pt x="326" y="659"/>
                    <a:pt x="325" y="659"/>
                  </a:cubicBezTo>
                  <a:cubicBezTo>
                    <a:pt x="322" y="658"/>
                    <a:pt x="321" y="658"/>
                    <a:pt x="319" y="659"/>
                  </a:cubicBezTo>
                  <a:cubicBezTo>
                    <a:pt x="316" y="658"/>
                    <a:pt x="321" y="659"/>
                    <a:pt x="320" y="658"/>
                  </a:cubicBezTo>
                  <a:cubicBezTo>
                    <a:pt x="315" y="657"/>
                    <a:pt x="313" y="658"/>
                    <a:pt x="308" y="658"/>
                  </a:cubicBezTo>
                  <a:cubicBezTo>
                    <a:pt x="307" y="658"/>
                    <a:pt x="307" y="657"/>
                    <a:pt x="305" y="657"/>
                  </a:cubicBezTo>
                  <a:cubicBezTo>
                    <a:pt x="302" y="657"/>
                    <a:pt x="300" y="656"/>
                    <a:pt x="297" y="656"/>
                  </a:cubicBezTo>
                  <a:cubicBezTo>
                    <a:pt x="296" y="656"/>
                    <a:pt x="298" y="655"/>
                    <a:pt x="297" y="655"/>
                  </a:cubicBezTo>
                  <a:cubicBezTo>
                    <a:pt x="298" y="655"/>
                    <a:pt x="299" y="655"/>
                    <a:pt x="300" y="655"/>
                  </a:cubicBezTo>
                  <a:cubicBezTo>
                    <a:pt x="302" y="655"/>
                    <a:pt x="300" y="656"/>
                    <a:pt x="300" y="656"/>
                  </a:cubicBezTo>
                  <a:cubicBezTo>
                    <a:pt x="303" y="656"/>
                    <a:pt x="305" y="656"/>
                    <a:pt x="309" y="656"/>
                  </a:cubicBezTo>
                  <a:cubicBezTo>
                    <a:pt x="306" y="656"/>
                    <a:pt x="304" y="655"/>
                    <a:pt x="301" y="655"/>
                  </a:cubicBezTo>
                  <a:cubicBezTo>
                    <a:pt x="299" y="654"/>
                    <a:pt x="304" y="655"/>
                    <a:pt x="303" y="655"/>
                  </a:cubicBezTo>
                  <a:cubicBezTo>
                    <a:pt x="305" y="655"/>
                    <a:pt x="308" y="655"/>
                    <a:pt x="311" y="656"/>
                  </a:cubicBezTo>
                  <a:cubicBezTo>
                    <a:pt x="312" y="655"/>
                    <a:pt x="310" y="655"/>
                    <a:pt x="311" y="655"/>
                  </a:cubicBezTo>
                  <a:cubicBezTo>
                    <a:pt x="314" y="655"/>
                    <a:pt x="312" y="656"/>
                    <a:pt x="314" y="656"/>
                  </a:cubicBezTo>
                  <a:cubicBezTo>
                    <a:pt x="315" y="656"/>
                    <a:pt x="316" y="656"/>
                    <a:pt x="317" y="656"/>
                  </a:cubicBezTo>
                  <a:cubicBezTo>
                    <a:pt x="318" y="654"/>
                    <a:pt x="323" y="657"/>
                    <a:pt x="327" y="656"/>
                  </a:cubicBezTo>
                  <a:cubicBezTo>
                    <a:pt x="329" y="656"/>
                    <a:pt x="326" y="657"/>
                    <a:pt x="329" y="657"/>
                  </a:cubicBezTo>
                  <a:cubicBezTo>
                    <a:pt x="331" y="656"/>
                    <a:pt x="328" y="655"/>
                    <a:pt x="330" y="655"/>
                  </a:cubicBezTo>
                  <a:cubicBezTo>
                    <a:pt x="329" y="654"/>
                    <a:pt x="327" y="655"/>
                    <a:pt x="326" y="654"/>
                  </a:cubicBezTo>
                  <a:cubicBezTo>
                    <a:pt x="325" y="654"/>
                    <a:pt x="326" y="655"/>
                    <a:pt x="327" y="655"/>
                  </a:cubicBezTo>
                  <a:cubicBezTo>
                    <a:pt x="325" y="655"/>
                    <a:pt x="323" y="655"/>
                    <a:pt x="321" y="655"/>
                  </a:cubicBezTo>
                  <a:cubicBezTo>
                    <a:pt x="320" y="654"/>
                    <a:pt x="323" y="654"/>
                    <a:pt x="323" y="654"/>
                  </a:cubicBezTo>
                  <a:cubicBezTo>
                    <a:pt x="326" y="654"/>
                    <a:pt x="328" y="654"/>
                    <a:pt x="331" y="654"/>
                  </a:cubicBezTo>
                  <a:cubicBezTo>
                    <a:pt x="333" y="654"/>
                    <a:pt x="330" y="655"/>
                    <a:pt x="333" y="655"/>
                  </a:cubicBezTo>
                  <a:cubicBezTo>
                    <a:pt x="337" y="652"/>
                    <a:pt x="350" y="654"/>
                    <a:pt x="358" y="653"/>
                  </a:cubicBezTo>
                  <a:cubicBezTo>
                    <a:pt x="358" y="654"/>
                    <a:pt x="355" y="654"/>
                    <a:pt x="357" y="655"/>
                  </a:cubicBezTo>
                  <a:cubicBezTo>
                    <a:pt x="349" y="655"/>
                    <a:pt x="342" y="654"/>
                    <a:pt x="335" y="655"/>
                  </a:cubicBezTo>
                  <a:cubicBezTo>
                    <a:pt x="333" y="655"/>
                    <a:pt x="337" y="655"/>
                    <a:pt x="338" y="655"/>
                  </a:cubicBezTo>
                  <a:cubicBezTo>
                    <a:pt x="340" y="655"/>
                    <a:pt x="343" y="655"/>
                    <a:pt x="340" y="656"/>
                  </a:cubicBezTo>
                  <a:cubicBezTo>
                    <a:pt x="342" y="656"/>
                    <a:pt x="344" y="655"/>
                    <a:pt x="346" y="655"/>
                  </a:cubicBezTo>
                  <a:cubicBezTo>
                    <a:pt x="347" y="656"/>
                    <a:pt x="344" y="656"/>
                    <a:pt x="347" y="657"/>
                  </a:cubicBezTo>
                  <a:cubicBezTo>
                    <a:pt x="349" y="656"/>
                    <a:pt x="350" y="656"/>
                    <a:pt x="353" y="656"/>
                  </a:cubicBezTo>
                  <a:cubicBezTo>
                    <a:pt x="355" y="656"/>
                    <a:pt x="352" y="657"/>
                    <a:pt x="355" y="657"/>
                  </a:cubicBezTo>
                  <a:cubicBezTo>
                    <a:pt x="359" y="657"/>
                    <a:pt x="364" y="656"/>
                    <a:pt x="367" y="655"/>
                  </a:cubicBezTo>
                  <a:cubicBezTo>
                    <a:pt x="367" y="655"/>
                    <a:pt x="368" y="656"/>
                    <a:pt x="367" y="656"/>
                  </a:cubicBezTo>
                  <a:cubicBezTo>
                    <a:pt x="366" y="657"/>
                    <a:pt x="367" y="655"/>
                    <a:pt x="365" y="656"/>
                  </a:cubicBezTo>
                  <a:cubicBezTo>
                    <a:pt x="369" y="657"/>
                    <a:pt x="372" y="655"/>
                    <a:pt x="376" y="656"/>
                  </a:cubicBezTo>
                  <a:cubicBezTo>
                    <a:pt x="380" y="654"/>
                    <a:pt x="380" y="654"/>
                    <a:pt x="380" y="654"/>
                  </a:cubicBezTo>
                  <a:cubicBezTo>
                    <a:pt x="382" y="654"/>
                    <a:pt x="382" y="655"/>
                    <a:pt x="384" y="655"/>
                  </a:cubicBezTo>
                  <a:cubicBezTo>
                    <a:pt x="387" y="653"/>
                    <a:pt x="382" y="654"/>
                    <a:pt x="382" y="654"/>
                  </a:cubicBezTo>
                  <a:cubicBezTo>
                    <a:pt x="384" y="653"/>
                    <a:pt x="386" y="654"/>
                    <a:pt x="388" y="653"/>
                  </a:cubicBezTo>
                  <a:cubicBezTo>
                    <a:pt x="391" y="653"/>
                    <a:pt x="386" y="654"/>
                    <a:pt x="390" y="654"/>
                  </a:cubicBezTo>
                  <a:cubicBezTo>
                    <a:pt x="390" y="654"/>
                    <a:pt x="389" y="654"/>
                    <a:pt x="389" y="654"/>
                  </a:cubicBezTo>
                  <a:cubicBezTo>
                    <a:pt x="394" y="653"/>
                    <a:pt x="398" y="653"/>
                    <a:pt x="403" y="652"/>
                  </a:cubicBezTo>
                  <a:cubicBezTo>
                    <a:pt x="405" y="650"/>
                    <a:pt x="401" y="651"/>
                    <a:pt x="399" y="651"/>
                  </a:cubicBezTo>
                  <a:cubicBezTo>
                    <a:pt x="401" y="650"/>
                    <a:pt x="404" y="648"/>
                    <a:pt x="406" y="648"/>
                  </a:cubicBezTo>
                  <a:cubicBezTo>
                    <a:pt x="407" y="649"/>
                    <a:pt x="403" y="649"/>
                    <a:pt x="404" y="650"/>
                  </a:cubicBezTo>
                  <a:cubicBezTo>
                    <a:pt x="405" y="650"/>
                    <a:pt x="406" y="649"/>
                    <a:pt x="408" y="649"/>
                  </a:cubicBezTo>
                  <a:cubicBezTo>
                    <a:pt x="409" y="648"/>
                    <a:pt x="407" y="648"/>
                    <a:pt x="411" y="647"/>
                  </a:cubicBezTo>
                  <a:cubicBezTo>
                    <a:pt x="412" y="647"/>
                    <a:pt x="412" y="648"/>
                    <a:pt x="411" y="648"/>
                  </a:cubicBezTo>
                  <a:cubicBezTo>
                    <a:pt x="414" y="648"/>
                    <a:pt x="414" y="646"/>
                    <a:pt x="417" y="646"/>
                  </a:cubicBezTo>
                  <a:cubicBezTo>
                    <a:pt x="418" y="647"/>
                    <a:pt x="414" y="648"/>
                    <a:pt x="416" y="648"/>
                  </a:cubicBezTo>
                  <a:cubicBezTo>
                    <a:pt x="418" y="647"/>
                    <a:pt x="418" y="647"/>
                    <a:pt x="419" y="646"/>
                  </a:cubicBezTo>
                  <a:cubicBezTo>
                    <a:pt x="420" y="646"/>
                    <a:pt x="421" y="645"/>
                    <a:pt x="421" y="645"/>
                  </a:cubicBezTo>
                  <a:cubicBezTo>
                    <a:pt x="422" y="646"/>
                    <a:pt x="418" y="647"/>
                    <a:pt x="419" y="647"/>
                  </a:cubicBezTo>
                  <a:cubicBezTo>
                    <a:pt x="422" y="647"/>
                    <a:pt x="422" y="647"/>
                    <a:pt x="425" y="647"/>
                  </a:cubicBezTo>
                  <a:cubicBezTo>
                    <a:pt x="431" y="646"/>
                    <a:pt x="436" y="643"/>
                    <a:pt x="440" y="642"/>
                  </a:cubicBezTo>
                  <a:cubicBezTo>
                    <a:pt x="439" y="643"/>
                    <a:pt x="441" y="643"/>
                    <a:pt x="444" y="642"/>
                  </a:cubicBezTo>
                  <a:cubicBezTo>
                    <a:pt x="448" y="641"/>
                    <a:pt x="452" y="639"/>
                    <a:pt x="454" y="638"/>
                  </a:cubicBezTo>
                  <a:cubicBezTo>
                    <a:pt x="454" y="639"/>
                    <a:pt x="448" y="640"/>
                    <a:pt x="446" y="642"/>
                  </a:cubicBezTo>
                  <a:cubicBezTo>
                    <a:pt x="451" y="641"/>
                    <a:pt x="455" y="638"/>
                    <a:pt x="459" y="638"/>
                  </a:cubicBezTo>
                  <a:cubicBezTo>
                    <a:pt x="459" y="637"/>
                    <a:pt x="458" y="637"/>
                    <a:pt x="457" y="637"/>
                  </a:cubicBezTo>
                  <a:cubicBezTo>
                    <a:pt x="459" y="636"/>
                    <a:pt x="461" y="636"/>
                    <a:pt x="462" y="635"/>
                  </a:cubicBezTo>
                  <a:cubicBezTo>
                    <a:pt x="467" y="635"/>
                    <a:pt x="472" y="631"/>
                    <a:pt x="475" y="631"/>
                  </a:cubicBezTo>
                  <a:cubicBezTo>
                    <a:pt x="480" y="628"/>
                    <a:pt x="483" y="627"/>
                    <a:pt x="487" y="624"/>
                  </a:cubicBezTo>
                  <a:cubicBezTo>
                    <a:pt x="485" y="625"/>
                    <a:pt x="486" y="624"/>
                    <a:pt x="485" y="624"/>
                  </a:cubicBezTo>
                  <a:cubicBezTo>
                    <a:pt x="490" y="620"/>
                    <a:pt x="493" y="621"/>
                    <a:pt x="494" y="622"/>
                  </a:cubicBezTo>
                  <a:cubicBezTo>
                    <a:pt x="495" y="621"/>
                    <a:pt x="493" y="621"/>
                    <a:pt x="494" y="619"/>
                  </a:cubicBezTo>
                  <a:cubicBezTo>
                    <a:pt x="496" y="618"/>
                    <a:pt x="499" y="617"/>
                    <a:pt x="501" y="616"/>
                  </a:cubicBezTo>
                  <a:cubicBezTo>
                    <a:pt x="502" y="616"/>
                    <a:pt x="499" y="618"/>
                    <a:pt x="498" y="619"/>
                  </a:cubicBezTo>
                  <a:cubicBezTo>
                    <a:pt x="497" y="619"/>
                    <a:pt x="506" y="615"/>
                    <a:pt x="508" y="614"/>
                  </a:cubicBezTo>
                  <a:cubicBezTo>
                    <a:pt x="509" y="613"/>
                    <a:pt x="509" y="614"/>
                    <a:pt x="508" y="614"/>
                  </a:cubicBezTo>
                  <a:cubicBezTo>
                    <a:pt x="508" y="615"/>
                    <a:pt x="510" y="613"/>
                    <a:pt x="511" y="612"/>
                  </a:cubicBezTo>
                  <a:cubicBezTo>
                    <a:pt x="512" y="612"/>
                    <a:pt x="510" y="612"/>
                    <a:pt x="510" y="612"/>
                  </a:cubicBezTo>
                  <a:cubicBezTo>
                    <a:pt x="512" y="611"/>
                    <a:pt x="515" y="610"/>
                    <a:pt x="518" y="608"/>
                  </a:cubicBezTo>
                  <a:cubicBezTo>
                    <a:pt x="521" y="607"/>
                    <a:pt x="524" y="605"/>
                    <a:pt x="527" y="602"/>
                  </a:cubicBezTo>
                  <a:cubicBezTo>
                    <a:pt x="530" y="601"/>
                    <a:pt x="530" y="601"/>
                    <a:pt x="530" y="601"/>
                  </a:cubicBezTo>
                  <a:cubicBezTo>
                    <a:pt x="531" y="600"/>
                    <a:pt x="532" y="600"/>
                    <a:pt x="533" y="599"/>
                  </a:cubicBezTo>
                  <a:cubicBezTo>
                    <a:pt x="538" y="597"/>
                    <a:pt x="542" y="592"/>
                    <a:pt x="547" y="590"/>
                  </a:cubicBezTo>
                  <a:cubicBezTo>
                    <a:pt x="551" y="586"/>
                    <a:pt x="556" y="583"/>
                    <a:pt x="560" y="580"/>
                  </a:cubicBezTo>
                  <a:cubicBezTo>
                    <a:pt x="558" y="583"/>
                    <a:pt x="558" y="583"/>
                    <a:pt x="556" y="585"/>
                  </a:cubicBezTo>
                  <a:cubicBezTo>
                    <a:pt x="561" y="581"/>
                    <a:pt x="565" y="575"/>
                    <a:pt x="568" y="574"/>
                  </a:cubicBezTo>
                  <a:cubicBezTo>
                    <a:pt x="567" y="573"/>
                    <a:pt x="570" y="570"/>
                    <a:pt x="568" y="569"/>
                  </a:cubicBezTo>
                  <a:cubicBezTo>
                    <a:pt x="570" y="567"/>
                    <a:pt x="573" y="565"/>
                    <a:pt x="575" y="563"/>
                  </a:cubicBezTo>
                  <a:cubicBezTo>
                    <a:pt x="574" y="562"/>
                    <a:pt x="567" y="571"/>
                    <a:pt x="566" y="569"/>
                  </a:cubicBezTo>
                  <a:cubicBezTo>
                    <a:pt x="566" y="568"/>
                    <a:pt x="568" y="568"/>
                    <a:pt x="569" y="567"/>
                  </a:cubicBezTo>
                  <a:cubicBezTo>
                    <a:pt x="568" y="566"/>
                    <a:pt x="572" y="564"/>
                    <a:pt x="573" y="561"/>
                  </a:cubicBezTo>
                  <a:cubicBezTo>
                    <a:pt x="573" y="562"/>
                    <a:pt x="574" y="563"/>
                    <a:pt x="576" y="561"/>
                  </a:cubicBezTo>
                  <a:cubicBezTo>
                    <a:pt x="575" y="560"/>
                    <a:pt x="577" y="559"/>
                    <a:pt x="578" y="556"/>
                  </a:cubicBezTo>
                  <a:cubicBezTo>
                    <a:pt x="580" y="555"/>
                    <a:pt x="583" y="553"/>
                    <a:pt x="582" y="553"/>
                  </a:cubicBezTo>
                  <a:cubicBezTo>
                    <a:pt x="584" y="551"/>
                    <a:pt x="584" y="553"/>
                    <a:pt x="586" y="551"/>
                  </a:cubicBezTo>
                  <a:cubicBezTo>
                    <a:pt x="587" y="550"/>
                    <a:pt x="586" y="551"/>
                    <a:pt x="585" y="553"/>
                  </a:cubicBezTo>
                  <a:cubicBezTo>
                    <a:pt x="587" y="551"/>
                    <a:pt x="589" y="549"/>
                    <a:pt x="590" y="546"/>
                  </a:cubicBezTo>
                  <a:cubicBezTo>
                    <a:pt x="592" y="545"/>
                    <a:pt x="589" y="549"/>
                    <a:pt x="591" y="548"/>
                  </a:cubicBezTo>
                  <a:cubicBezTo>
                    <a:pt x="592" y="547"/>
                    <a:pt x="592" y="545"/>
                    <a:pt x="594" y="544"/>
                  </a:cubicBezTo>
                  <a:cubicBezTo>
                    <a:pt x="594" y="543"/>
                    <a:pt x="594" y="541"/>
                    <a:pt x="593" y="543"/>
                  </a:cubicBezTo>
                  <a:cubicBezTo>
                    <a:pt x="594" y="540"/>
                    <a:pt x="594" y="541"/>
                    <a:pt x="594" y="539"/>
                  </a:cubicBezTo>
                  <a:cubicBezTo>
                    <a:pt x="595" y="537"/>
                    <a:pt x="597" y="538"/>
                    <a:pt x="597" y="536"/>
                  </a:cubicBezTo>
                  <a:cubicBezTo>
                    <a:pt x="598" y="533"/>
                    <a:pt x="596" y="537"/>
                    <a:pt x="595" y="537"/>
                  </a:cubicBezTo>
                  <a:cubicBezTo>
                    <a:pt x="596" y="536"/>
                    <a:pt x="597" y="535"/>
                    <a:pt x="598" y="533"/>
                  </a:cubicBezTo>
                  <a:cubicBezTo>
                    <a:pt x="599" y="533"/>
                    <a:pt x="597" y="536"/>
                    <a:pt x="599" y="534"/>
                  </a:cubicBezTo>
                  <a:cubicBezTo>
                    <a:pt x="599" y="533"/>
                    <a:pt x="602" y="531"/>
                    <a:pt x="601" y="532"/>
                  </a:cubicBezTo>
                  <a:cubicBezTo>
                    <a:pt x="602" y="528"/>
                    <a:pt x="607" y="523"/>
                    <a:pt x="611" y="520"/>
                  </a:cubicBezTo>
                  <a:cubicBezTo>
                    <a:pt x="611" y="519"/>
                    <a:pt x="611" y="518"/>
                    <a:pt x="611" y="517"/>
                  </a:cubicBezTo>
                  <a:cubicBezTo>
                    <a:pt x="609" y="519"/>
                    <a:pt x="610" y="518"/>
                    <a:pt x="608" y="520"/>
                  </a:cubicBezTo>
                  <a:cubicBezTo>
                    <a:pt x="607" y="521"/>
                    <a:pt x="608" y="520"/>
                    <a:pt x="609" y="520"/>
                  </a:cubicBezTo>
                  <a:cubicBezTo>
                    <a:pt x="606" y="524"/>
                    <a:pt x="602" y="528"/>
                    <a:pt x="599" y="532"/>
                  </a:cubicBezTo>
                  <a:cubicBezTo>
                    <a:pt x="601" y="528"/>
                    <a:pt x="605" y="525"/>
                    <a:pt x="607" y="521"/>
                  </a:cubicBezTo>
                  <a:cubicBezTo>
                    <a:pt x="605" y="523"/>
                    <a:pt x="604" y="524"/>
                    <a:pt x="602" y="526"/>
                  </a:cubicBezTo>
                  <a:cubicBezTo>
                    <a:pt x="603" y="524"/>
                    <a:pt x="605" y="522"/>
                    <a:pt x="606" y="519"/>
                  </a:cubicBezTo>
                  <a:cubicBezTo>
                    <a:pt x="607" y="519"/>
                    <a:pt x="606" y="521"/>
                    <a:pt x="608" y="519"/>
                  </a:cubicBezTo>
                  <a:cubicBezTo>
                    <a:pt x="608" y="518"/>
                    <a:pt x="609" y="518"/>
                    <a:pt x="609" y="516"/>
                  </a:cubicBezTo>
                  <a:cubicBezTo>
                    <a:pt x="610" y="515"/>
                    <a:pt x="610" y="517"/>
                    <a:pt x="610" y="518"/>
                  </a:cubicBezTo>
                  <a:cubicBezTo>
                    <a:pt x="610" y="517"/>
                    <a:pt x="611" y="515"/>
                    <a:pt x="612" y="515"/>
                  </a:cubicBezTo>
                  <a:cubicBezTo>
                    <a:pt x="611" y="513"/>
                    <a:pt x="614" y="510"/>
                    <a:pt x="614" y="509"/>
                  </a:cubicBezTo>
                  <a:cubicBezTo>
                    <a:pt x="616" y="507"/>
                    <a:pt x="614" y="510"/>
                    <a:pt x="616" y="509"/>
                  </a:cubicBezTo>
                  <a:cubicBezTo>
                    <a:pt x="617" y="506"/>
                    <a:pt x="621" y="501"/>
                    <a:pt x="621" y="501"/>
                  </a:cubicBezTo>
                  <a:cubicBezTo>
                    <a:pt x="623" y="498"/>
                    <a:pt x="624" y="498"/>
                    <a:pt x="625" y="495"/>
                  </a:cubicBezTo>
                  <a:cubicBezTo>
                    <a:pt x="627" y="494"/>
                    <a:pt x="625" y="497"/>
                    <a:pt x="625" y="498"/>
                  </a:cubicBezTo>
                  <a:cubicBezTo>
                    <a:pt x="627" y="495"/>
                    <a:pt x="628" y="491"/>
                    <a:pt x="630" y="488"/>
                  </a:cubicBezTo>
                  <a:cubicBezTo>
                    <a:pt x="631" y="487"/>
                    <a:pt x="631" y="487"/>
                    <a:pt x="630" y="486"/>
                  </a:cubicBezTo>
                  <a:cubicBezTo>
                    <a:pt x="631" y="484"/>
                    <a:pt x="633" y="480"/>
                    <a:pt x="632" y="480"/>
                  </a:cubicBezTo>
                  <a:cubicBezTo>
                    <a:pt x="634" y="477"/>
                    <a:pt x="632" y="481"/>
                    <a:pt x="634" y="479"/>
                  </a:cubicBezTo>
                  <a:cubicBezTo>
                    <a:pt x="635" y="478"/>
                    <a:pt x="635" y="475"/>
                    <a:pt x="636" y="474"/>
                  </a:cubicBezTo>
                  <a:cubicBezTo>
                    <a:pt x="637" y="472"/>
                    <a:pt x="636" y="473"/>
                    <a:pt x="637" y="471"/>
                  </a:cubicBezTo>
                  <a:cubicBezTo>
                    <a:pt x="638" y="469"/>
                    <a:pt x="637" y="474"/>
                    <a:pt x="637" y="474"/>
                  </a:cubicBezTo>
                  <a:cubicBezTo>
                    <a:pt x="637" y="476"/>
                    <a:pt x="635" y="476"/>
                    <a:pt x="635" y="478"/>
                  </a:cubicBezTo>
                  <a:cubicBezTo>
                    <a:pt x="636" y="478"/>
                    <a:pt x="638" y="473"/>
                    <a:pt x="639" y="471"/>
                  </a:cubicBezTo>
                  <a:cubicBezTo>
                    <a:pt x="640" y="469"/>
                    <a:pt x="640" y="470"/>
                    <a:pt x="641" y="469"/>
                  </a:cubicBezTo>
                  <a:cubicBezTo>
                    <a:pt x="641" y="467"/>
                    <a:pt x="642" y="465"/>
                    <a:pt x="643" y="463"/>
                  </a:cubicBezTo>
                  <a:cubicBezTo>
                    <a:pt x="643" y="461"/>
                    <a:pt x="644" y="459"/>
                    <a:pt x="645" y="459"/>
                  </a:cubicBezTo>
                  <a:cubicBezTo>
                    <a:pt x="645" y="458"/>
                    <a:pt x="645" y="457"/>
                    <a:pt x="645" y="458"/>
                  </a:cubicBezTo>
                  <a:cubicBezTo>
                    <a:pt x="645" y="456"/>
                    <a:pt x="646" y="453"/>
                    <a:pt x="648" y="452"/>
                  </a:cubicBezTo>
                  <a:cubicBezTo>
                    <a:pt x="648" y="450"/>
                    <a:pt x="649" y="449"/>
                    <a:pt x="649" y="447"/>
                  </a:cubicBezTo>
                  <a:cubicBezTo>
                    <a:pt x="648" y="450"/>
                    <a:pt x="645" y="451"/>
                    <a:pt x="645" y="455"/>
                  </a:cubicBezTo>
                  <a:cubicBezTo>
                    <a:pt x="644" y="456"/>
                    <a:pt x="645" y="453"/>
                    <a:pt x="642" y="457"/>
                  </a:cubicBezTo>
                  <a:cubicBezTo>
                    <a:pt x="643" y="453"/>
                    <a:pt x="644" y="453"/>
                    <a:pt x="645" y="452"/>
                  </a:cubicBezTo>
                  <a:cubicBezTo>
                    <a:pt x="645" y="449"/>
                    <a:pt x="643" y="454"/>
                    <a:pt x="643" y="454"/>
                  </a:cubicBezTo>
                  <a:cubicBezTo>
                    <a:pt x="643" y="455"/>
                    <a:pt x="642" y="456"/>
                    <a:pt x="641" y="457"/>
                  </a:cubicBezTo>
                  <a:cubicBezTo>
                    <a:pt x="641" y="459"/>
                    <a:pt x="640" y="460"/>
                    <a:pt x="641" y="460"/>
                  </a:cubicBezTo>
                  <a:cubicBezTo>
                    <a:pt x="642" y="459"/>
                    <a:pt x="642" y="457"/>
                    <a:pt x="643" y="458"/>
                  </a:cubicBezTo>
                  <a:cubicBezTo>
                    <a:pt x="642" y="460"/>
                    <a:pt x="641" y="460"/>
                    <a:pt x="641" y="462"/>
                  </a:cubicBezTo>
                  <a:cubicBezTo>
                    <a:pt x="640" y="463"/>
                    <a:pt x="641" y="460"/>
                    <a:pt x="639" y="463"/>
                  </a:cubicBezTo>
                  <a:cubicBezTo>
                    <a:pt x="640" y="463"/>
                    <a:pt x="638" y="466"/>
                    <a:pt x="637" y="468"/>
                  </a:cubicBezTo>
                  <a:cubicBezTo>
                    <a:pt x="636" y="468"/>
                    <a:pt x="636" y="467"/>
                    <a:pt x="637" y="465"/>
                  </a:cubicBezTo>
                  <a:cubicBezTo>
                    <a:pt x="636" y="467"/>
                    <a:pt x="634" y="470"/>
                    <a:pt x="633" y="473"/>
                  </a:cubicBezTo>
                  <a:cubicBezTo>
                    <a:pt x="630" y="474"/>
                    <a:pt x="629" y="478"/>
                    <a:pt x="627" y="479"/>
                  </a:cubicBezTo>
                  <a:cubicBezTo>
                    <a:pt x="626" y="482"/>
                    <a:pt x="627" y="482"/>
                    <a:pt x="625" y="485"/>
                  </a:cubicBezTo>
                  <a:cubicBezTo>
                    <a:pt x="625" y="486"/>
                    <a:pt x="625" y="484"/>
                    <a:pt x="625" y="483"/>
                  </a:cubicBezTo>
                  <a:cubicBezTo>
                    <a:pt x="623" y="485"/>
                    <a:pt x="623" y="488"/>
                    <a:pt x="621" y="490"/>
                  </a:cubicBezTo>
                  <a:cubicBezTo>
                    <a:pt x="621" y="491"/>
                    <a:pt x="621" y="490"/>
                    <a:pt x="622" y="489"/>
                  </a:cubicBezTo>
                  <a:cubicBezTo>
                    <a:pt x="622" y="491"/>
                    <a:pt x="620" y="493"/>
                    <a:pt x="621" y="493"/>
                  </a:cubicBezTo>
                  <a:cubicBezTo>
                    <a:pt x="620" y="493"/>
                    <a:pt x="619" y="493"/>
                    <a:pt x="619" y="495"/>
                  </a:cubicBezTo>
                  <a:cubicBezTo>
                    <a:pt x="618" y="496"/>
                    <a:pt x="619" y="495"/>
                    <a:pt x="619" y="493"/>
                  </a:cubicBezTo>
                  <a:cubicBezTo>
                    <a:pt x="617" y="495"/>
                    <a:pt x="616" y="499"/>
                    <a:pt x="613" y="501"/>
                  </a:cubicBezTo>
                  <a:cubicBezTo>
                    <a:pt x="614" y="503"/>
                    <a:pt x="610" y="504"/>
                    <a:pt x="610" y="507"/>
                  </a:cubicBezTo>
                  <a:cubicBezTo>
                    <a:pt x="609" y="506"/>
                    <a:pt x="608" y="509"/>
                    <a:pt x="607" y="509"/>
                  </a:cubicBezTo>
                  <a:cubicBezTo>
                    <a:pt x="608" y="507"/>
                    <a:pt x="609" y="505"/>
                    <a:pt x="611" y="504"/>
                  </a:cubicBezTo>
                  <a:cubicBezTo>
                    <a:pt x="611" y="501"/>
                    <a:pt x="615" y="497"/>
                    <a:pt x="618" y="494"/>
                  </a:cubicBezTo>
                  <a:cubicBezTo>
                    <a:pt x="617" y="494"/>
                    <a:pt x="617" y="493"/>
                    <a:pt x="618" y="491"/>
                  </a:cubicBezTo>
                  <a:cubicBezTo>
                    <a:pt x="617" y="494"/>
                    <a:pt x="614" y="497"/>
                    <a:pt x="612" y="501"/>
                  </a:cubicBezTo>
                  <a:cubicBezTo>
                    <a:pt x="609" y="504"/>
                    <a:pt x="607" y="507"/>
                    <a:pt x="606" y="511"/>
                  </a:cubicBezTo>
                  <a:cubicBezTo>
                    <a:pt x="604" y="514"/>
                    <a:pt x="602" y="517"/>
                    <a:pt x="599" y="520"/>
                  </a:cubicBezTo>
                  <a:cubicBezTo>
                    <a:pt x="599" y="521"/>
                    <a:pt x="599" y="521"/>
                    <a:pt x="600" y="520"/>
                  </a:cubicBezTo>
                  <a:cubicBezTo>
                    <a:pt x="600" y="521"/>
                    <a:pt x="599" y="522"/>
                    <a:pt x="599" y="523"/>
                  </a:cubicBezTo>
                  <a:cubicBezTo>
                    <a:pt x="598" y="524"/>
                    <a:pt x="597" y="525"/>
                    <a:pt x="596" y="526"/>
                  </a:cubicBezTo>
                  <a:cubicBezTo>
                    <a:pt x="597" y="524"/>
                    <a:pt x="599" y="523"/>
                    <a:pt x="599" y="521"/>
                  </a:cubicBezTo>
                  <a:cubicBezTo>
                    <a:pt x="598" y="522"/>
                    <a:pt x="597" y="524"/>
                    <a:pt x="595" y="525"/>
                  </a:cubicBezTo>
                  <a:cubicBezTo>
                    <a:pt x="595" y="526"/>
                    <a:pt x="594" y="527"/>
                    <a:pt x="594" y="527"/>
                  </a:cubicBezTo>
                  <a:cubicBezTo>
                    <a:pt x="594" y="528"/>
                    <a:pt x="593" y="529"/>
                    <a:pt x="592" y="530"/>
                  </a:cubicBezTo>
                  <a:cubicBezTo>
                    <a:pt x="591" y="530"/>
                    <a:pt x="592" y="529"/>
                    <a:pt x="592" y="527"/>
                  </a:cubicBezTo>
                  <a:cubicBezTo>
                    <a:pt x="589" y="531"/>
                    <a:pt x="592" y="530"/>
                    <a:pt x="588" y="534"/>
                  </a:cubicBezTo>
                  <a:cubicBezTo>
                    <a:pt x="588" y="534"/>
                    <a:pt x="589" y="535"/>
                    <a:pt x="589" y="534"/>
                  </a:cubicBezTo>
                  <a:cubicBezTo>
                    <a:pt x="589" y="535"/>
                    <a:pt x="588" y="536"/>
                    <a:pt x="587" y="537"/>
                  </a:cubicBezTo>
                  <a:cubicBezTo>
                    <a:pt x="588" y="536"/>
                    <a:pt x="586" y="537"/>
                    <a:pt x="584" y="538"/>
                  </a:cubicBezTo>
                  <a:cubicBezTo>
                    <a:pt x="582" y="540"/>
                    <a:pt x="580" y="542"/>
                    <a:pt x="579" y="543"/>
                  </a:cubicBezTo>
                  <a:cubicBezTo>
                    <a:pt x="580" y="542"/>
                    <a:pt x="582" y="539"/>
                    <a:pt x="584" y="537"/>
                  </a:cubicBezTo>
                  <a:cubicBezTo>
                    <a:pt x="586" y="535"/>
                    <a:pt x="587" y="534"/>
                    <a:pt x="586" y="533"/>
                  </a:cubicBezTo>
                  <a:cubicBezTo>
                    <a:pt x="589" y="530"/>
                    <a:pt x="591" y="528"/>
                    <a:pt x="593" y="525"/>
                  </a:cubicBezTo>
                  <a:cubicBezTo>
                    <a:pt x="593" y="524"/>
                    <a:pt x="591" y="528"/>
                    <a:pt x="589" y="529"/>
                  </a:cubicBezTo>
                  <a:cubicBezTo>
                    <a:pt x="591" y="527"/>
                    <a:pt x="591" y="527"/>
                    <a:pt x="592" y="525"/>
                  </a:cubicBezTo>
                  <a:cubicBezTo>
                    <a:pt x="593" y="524"/>
                    <a:pt x="594" y="522"/>
                    <a:pt x="596" y="522"/>
                  </a:cubicBezTo>
                  <a:cubicBezTo>
                    <a:pt x="597" y="519"/>
                    <a:pt x="596" y="520"/>
                    <a:pt x="595" y="520"/>
                  </a:cubicBezTo>
                  <a:cubicBezTo>
                    <a:pt x="596" y="518"/>
                    <a:pt x="597" y="519"/>
                    <a:pt x="598" y="518"/>
                  </a:cubicBezTo>
                  <a:cubicBezTo>
                    <a:pt x="598" y="516"/>
                    <a:pt x="599" y="515"/>
                    <a:pt x="599" y="514"/>
                  </a:cubicBezTo>
                  <a:cubicBezTo>
                    <a:pt x="601" y="512"/>
                    <a:pt x="600" y="514"/>
                    <a:pt x="602" y="512"/>
                  </a:cubicBezTo>
                  <a:cubicBezTo>
                    <a:pt x="603" y="510"/>
                    <a:pt x="602" y="511"/>
                    <a:pt x="604" y="509"/>
                  </a:cubicBezTo>
                  <a:cubicBezTo>
                    <a:pt x="605" y="506"/>
                    <a:pt x="607" y="504"/>
                    <a:pt x="608" y="501"/>
                  </a:cubicBezTo>
                  <a:cubicBezTo>
                    <a:pt x="610" y="500"/>
                    <a:pt x="609" y="502"/>
                    <a:pt x="610" y="502"/>
                  </a:cubicBezTo>
                  <a:cubicBezTo>
                    <a:pt x="608" y="504"/>
                    <a:pt x="605" y="508"/>
                    <a:pt x="606" y="509"/>
                  </a:cubicBezTo>
                  <a:cubicBezTo>
                    <a:pt x="607" y="508"/>
                    <a:pt x="607" y="506"/>
                    <a:pt x="608" y="504"/>
                  </a:cubicBezTo>
                  <a:cubicBezTo>
                    <a:pt x="608" y="504"/>
                    <a:pt x="609" y="504"/>
                    <a:pt x="609" y="504"/>
                  </a:cubicBezTo>
                  <a:cubicBezTo>
                    <a:pt x="610" y="501"/>
                    <a:pt x="610" y="501"/>
                    <a:pt x="612" y="499"/>
                  </a:cubicBezTo>
                  <a:cubicBezTo>
                    <a:pt x="613" y="496"/>
                    <a:pt x="611" y="499"/>
                    <a:pt x="612" y="495"/>
                  </a:cubicBezTo>
                  <a:cubicBezTo>
                    <a:pt x="612" y="495"/>
                    <a:pt x="613" y="494"/>
                    <a:pt x="613" y="493"/>
                  </a:cubicBezTo>
                  <a:cubicBezTo>
                    <a:pt x="614" y="492"/>
                    <a:pt x="614" y="494"/>
                    <a:pt x="614" y="494"/>
                  </a:cubicBezTo>
                  <a:cubicBezTo>
                    <a:pt x="616" y="493"/>
                    <a:pt x="616" y="492"/>
                    <a:pt x="617" y="491"/>
                  </a:cubicBezTo>
                  <a:cubicBezTo>
                    <a:pt x="618" y="489"/>
                    <a:pt x="617" y="490"/>
                    <a:pt x="617" y="490"/>
                  </a:cubicBezTo>
                  <a:cubicBezTo>
                    <a:pt x="618" y="487"/>
                    <a:pt x="621" y="484"/>
                    <a:pt x="622" y="480"/>
                  </a:cubicBezTo>
                  <a:cubicBezTo>
                    <a:pt x="623" y="477"/>
                    <a:pt x="625" y="475"/>
                    <a:pt x="626" y="472"/>
                  </a:cubicBezTo>
                  <a:cubicBezTo>
                    <a:pt x="627" y="470"/>
                    <a:pt x="629" y="467"/>
                    <a:pt x="630" y="465"/>
                  </a:cubicBezTo>
                  <a:cubicBezTo>
                    <a:pt x="630" y="463"/>
                    <a:pt x="632" y="462"/>
                    <a:pt x="633" y="460"/>
                  </a:cubicBezTo>
                  <a:cubicBezTo>
                    <a:pt x="632" y="458"/>
                    <a:pt x="632" y="459"/>
                    <a:pt x="632" y="457"/>
                  </a:cubicBezTo>
                  <a:cubicBezTo>
                    <a:pt x="630" y="459"/>
                    <a:pt x="630" y="459"/>
                    <a:pt x="629" y="461"/>
                  </a:cubicBezTo>
                  <a:cubicBezTo>
                    <a:pt x="629" y="462"/>
                    <a:pt x="629" y="461"/>
                    <a:pt x="629" y="464"/>
                  </a:cubicBezTo>
                  <a:cubicBezTo>
                    <a:pt x="628" y="466"/>
                    <a:pt x="626" y="468"/>
                    <a:pt x="626" y="471"/>
                  </a:cubicBezTo>
                  <a:cubicBezTo>
                    <a:pt x="625" y="472"/>
                    <a:pt x="626" y="468"/>
                    <a:pt x="626" y="467"/>
                  </a:cubicBezTo>
                  <a:cubicBezTo>
                    <a:pt x="625" y="468"/>
                    <a:pt x="623" y="473"/>
                    <a:pt x="623" y="472"/>
                  </a:cubicBezTo>
                  <a:cubicBezTo>
                    <a:pt x="621" y="475"/>
                    <a:pt x="620" y="480"/>
                    <a:pt x="617" y="482"/>
                  </a:cubicBezTo>
                  <a:cubicBezTo>
                    <a:pt x="617" y="480"/>
                    <a:pt x="619" y="478"/>
                    <a:pt x="620" y="476"/>
                  </a:cubicBezTo>
                  <a:cubicBezTo>
                    <a:pt x="619" y="477"/>
                    <a:pt x="618" y="478"/>
                    <a:pt x="617" y="479"/>
                  </a:cubicBezTo>
                  <a:cubicBezTo>
                    <a:pt x="617" y="480"/>
                    <a:pt x="617" y="481"/>
                    <a:pt x="616" y="482"/>
                  </a:cubicBezTo>
                  <a:cubicBezTo>
                    <a:pt x="614" y="486"/>
                    <a:pt x="610" y="489"/>
                    <a:pt x="608" y="494"/>
                  </a:cubicBezTo>
                  <a:cubicBezTo>
                    <a:pt x="607" y="495"/>
                    <a:pt x="608" y="493"/>
                    <a:pt x="608" y="492"/>
                  </a:cubicBezTo>
                  <a:cubicBezTo>
                    <a:pt x="607" y="493"/>
                    <a:pt x="607" y="495"/>
                    <a:pt x="606" y="496"/>
                  </a:cubicBezTo>
                  <a:cubicBezTo>
                    <a:pt x="607" y="495"/>
                    <a:pt x="607" y="496"/>
                    <a:pt x="609" y="493"/>
                  </a:cubicBezTo>
                  <a:cubicBezTo>
                    <a:pt x="609" y="493"/>
                    <a:pt x="609" y="494"/>
                    <a:pt x="609" y="494"/>
                  </a:cubicBezTo>
                  <a:cubicBezTo>
                    <a:pt x="609" y="496"/>
                    <a:pt x="608" y="497"/>
                    <a:pt x="607" y="498"/>
                  </a:cubicBezTo>
                  <a:cubicBezTo>
                    <a:pt x="607" y="498"/>
                    <a:pt x="607" y="496"/>
                    <a:pt x="606" y="498"/>
                  </a:cubicBezTo>
                  <a:cubicBezTo>
                    <a:pt x="605" y="500"/>
                    <a:pt x="606" y="500"/>
                    <a:pt x="605" y="500"/>
                  </a:cubicBezTo>
                  <a:cubicBezTo>
                    <a:pt x="605" y="501"/>
                    <a:pt x="604" y="502"/>
                    <a:pt x="604" y="502"/>
                  </a:cubicBezTo>
                  <a:cubicBezTo>
                    <a:pt x="603" y="503"/>
                    <a:pt x="604" y="501"/>
                    <a:pt x="604" y="501"/>
                  </a:cubicBezTo>
                  <a:cubicBezTo>
                    <a:pt x="605" y="499"/>
                    <a:pt x="606" y="498"/>
                    <a:pt x="607" y="496"/>
                  </a:cubicBezTo>
                  <a:cubicBezTo>
                    <a:pt x="596" y="511"/>
                    <a:pt x="585" y="526"/>
                    <a:pt x="572" y="539"/>
                  </a:cubicBezTo>
                  <a:cubicBezTo>
                    <a:pt x="572" y="541"/>
                    <a:pt x="568" y="545"/>
                    <a:pt x="566" y="545"/>
                  </a:cubicBezTo>
                  <a:cubicBezTo>
                    <a:pt x="566" y="547"/>
                    <a:pt x="567" y="546"/>
                    <a:pt x="567" y="548"/>
                  </a:cubicBezTo>
                  <a:cubicBezTo>
                    <a:pt x="565" y="550"/>
                    <a:pt x="564" y="549"/>
                    <a:pt x="562" y="552"/>
                  </a:cubicBezTo>
                  <a:cubicBezTo>
                    <a:pt x="561" y="552"/>
                    <a:pt x="562" y="551"/>
                    <a:pt x="562" y="550"/>
                  </a:cubicBezTo>
                  <a:cubicBezTo>
                    <a:pt x="560" y="552"/>
                    <a:pt x="559" y="555"/>
                    <a:pt x="556" y="557"/>
                  </a:cubicBezTo>
                  <a:cubicBezTo>
                    <a:pt x="558" y="553"/>
                    <a:pt x="550" y="561"/>
                    <a:pt x="546" y="563"/>
                  </a:cubicBezTo>
                  <a:cubicBezTo>
                    <a:pt x="545" y="565"/>
                    <a:pt x="547" y="564"/>
                    <a:pt x="548" y="563"/>
                  </a:cubicBezTo>
                  <a:cubicBezTo>
                    <a:pt x="544" y="566"/>
                    <a:pt x="545" y="565"/>
                    <a:pt x="542" y="567"/>
                  </a:cubicBezTo>
                  <a:cubicBezTo>
                    <a:pt x="541" y="568"/>
                    <a:pt x="543" y="567"/>
                    <a:pt x="543" y="568"/>
                  </a:cubicBezTo>
                  <a:cubicBezTo>
                    <a:pt x="542" y="569"/>
                    <a:pt x="541" y="569"/>
                    <a:pt x="540" y="570"/>
                  </a:cubicBezTo>
                  <a:cubicBezTo>
                    <a:pt x="540" y="570"/>
                    <a:pt x="540" y="571"/>
                    <a:pt x="538" y="572"/>
                  </a:cubicBezTo>
                  <a:cubicBezTo>
                    <a:pt x="537" y="574"/>
                    <a:pt x="537" y="573"/>
                    <a:pt x="535" y="575"/>
                  </a:cubicBezTo>
                  <a:cubicBezTo>
                    <a:pt x="534" y="575"/>
                    <a:pt x="534" y="575"/>
                    <a:pt x="535" y="574"/>
                  </a:cubicBezTo>
                  <a:cubicBezTo>
                    <a:pt x="529" y="578"/>
                    <a:pt x="530" y="576"/>
                    <a:pt x="523" y="582"/>
                  </a:cubicBezTo>
                  <a:cubicBezTo>
                    <a:pt x="523" y="582"/>
                    <a:pt x="523" y="582"/>
                    <a:pt x="523" y="581"/>
                  </a:cubicBezTo>
                  <a:cubicBezTo>
                    <a:pt x="519" y="585"/>
                    <a:pt x="514" y="588"/>
                    <a:pt x="510" y="591"/>
                  </a:cubicBezTo>
                  <a:cubicBezTo>
                    <a:pt x="510" y="591"/>
                    <a:pt x="509" y="591"/>
                    <a:pt x="510" y="591"/>
                  </a:cubicBezTo>
                  <a:cubicBezTo>
                    <a:pt x="508" y="592"/>
                    <a:pt x="506" y="594"/>
                    <a:pt x="505" y="595"/>
                  </a:cubicBezTo>
                  <a:cubicBezTo>
                    <a:pt x="503" y="596"/>
                    <a:pt x="503" y="596"/>
                    <a:pt x="504" y="594"/>
                  </a:cubicBezTo>
                  <a:cubicBezTo>
                    <a:pt x="501" y="596"/>
                    <a:pt x="498" y="598"/>
                    <a:pt x="495" y="600"/>
                  </a:cubicBezTo>
                  <a:cubicBezTo>
                    <a:pt x="492" y="601"/>
                    <a:pt x="489" y="603"/>
                    <a:pt x="486" y="606"/>
                  </a:cubicBezTo>
                  <a:cubicBezTo>
                    <a:pt x="484" y="606"/>
                    <a:pt x="486" y="605"/>
                    <a:pt x="484" y="605"/>
                  </a:cubicBezTo>
                  <a:cubicBezTo>
                    <a:pt x="485" y="604"/>
                    <a:pt x="486" y="604"/>
                    <a:pt x="487" y="603"/>
                  </a:cubicBezTo>
                  <a:cubicBezTo>
                    <a:pt x="482" y="606"/>
                    <a:pt x="476" y="610"/>
                    <a:pt x="470" y="613"/>
                  </a:cubicBezTo>
                  <a:cubicBezTo>
                    <a:pt x="469" y="614"/>
                    <a:pt x="474" y="611"/>
                    <a:pt x="471" y="613"/>
                  </a:cubicBezTo>
                  <a:cubicBezTo>
                    <a:pt x="468" y="614"/>
                    <a:pt x="466" y="615"/>
                    <a:pt x="463" y="616"/>
                  </a:cubicBezTo>
                  <a:cubicBezTo>
                    <a:pt x="462" y="618"/>
                    <a:pt x="466" y="615"/>
                    <a:pt x="467" y="615"/>
                  </a:cubicBezTo>
                  <a:cubicBezTo>
                    <a:pt x="466" y="616"/>
                    <a:pt x="463" y="617"/>
                    <a:pt x="461" y="618"/>
                  </a:cubicBezTo>
                  <a:cubicBezTo>
                    <a:pt x="461" y="617"/>
                    <a:pt x="462" y="617"/>
                    <a:pt x="462" y="616"/>
                  </a:cubicBezTo>
                  <a:cubicBezTo>
                    <a:pt x="459" y="617"/>
                    <a:pt x="457" y="618"/>
                    <a:pt x="455" y="620"/>
                  </a:cubicBezTo>
                  <a:cubicBezTo>
                    <a:pt x="452" y="621"/>
                    <a:pt x="450" y="622"/>
                    <a:pt x="446" y="623"/>
                  </a:cubicBezTo>
                  <a:cubicBezTo>
                    <a:pt x="446" y="623"/>
                    <a:pt x="447" y="622"/>
                    <a:pt x="446" y="622"/>
                  </a:cubicBezTo>
                  <a:cubicBezTo>
                    <a:pt x="445" y="622"/>
                    <a:pt x="444" y="623"/>
                    <a:pt x="443" y="623"/>
                  </a:cubicBezTo>
                  <a:cubicBezTo>
                    <a:pt x="442" y="624"/>
                    <a:pt x="443" y="624"/>
                    <a:pt x="440" y="625"/>
                  </a:cubicBezTo>
                  <a:cubicBezTo>
                    <a:pt x="440" y="625"/>
                    <a:pt x="439" y="625"/>
                    <a:pt x="438" y="625"/>
                  </a:cubicBezTo>
                  <a:cubicBezTo>
                    <a:pt x="435" y="626"/>
                    <a:pt x="432" y="627"/>
                    <a:pt x="429" y="628"/>
                  </a:cubicBezTo>
                  <a:cubicBezTo>
                    <a:pt x="428" y="628"/>
                    <a:pt x="431" y="627"/>
                    <a:pt x="432" y="627"/>
                  </a:cubicBezTo>
                  <a:cubicBezTo>
                    <a:pt x="429" y="626"/>
                    <a:pt x="425" y="629"/>
                    <a:pt x="423" y="630"/>
                  </a:cubicBezTo>
                  <a:cubicBezTo>
                    <a:pt x="420" y="631"/>
                    <a:pt x="423" y="630"/>
                    <a:pt x="424" y="629"/>
                  </a:cubicBezTo>
                  <a:cubicBezTo>
                    <a:pt x="420" y="630"/>
                    <a:pt x="417" y="632"/>
                    <a:pt x="413" y="633"/>
                  </a:cubicBezTo>
                  <a:cubicBezTo>
                    <a:pt x="411" y="633"/>
                    <a:pt x="414" y="631"/>
                    <a:pt x="415" y="632"/>
                  </a:cubicBezTo>
                  <a:cubicBezTo>
                    <a:pt x="414" y="631"/>
                    <a:pt x="412" y="632"/>
                    <a:pt x="409" y="632"/>
                  </a:cubicBezTo>
                  <a:cubicBezTo>
                    <a:pt x="410" y="632"/>
                    <a:pt x="412" y="631"/>
                    <a:pt x="410" y="631"/>
                  </a:cubicBezTo>
                  <a:cubicBezTo>
                    <a:pt x="411" y="631"/>
                    <a:pt x="412" y="631"/>
                    <a:pt x="413" y="630"/>
                  </a:cubicBezTo>
                  <a:cubicBezTo>
                    <a:pt x="411" y="630"/>
                    <a:pt x="410" y="631"/>
                    <a:pt x="408" y="631"/>
                  </a:cubicBezTo>
                  <a:cubicBezTo>
                    <a:pt x="409" y="632"/>
                    <a:pt x="407" y="633"/>
                    <a:pt x="405" y="633"/>
                  </a:cubicBezTo>
                  <a:cubicBezTo>
                    <a:pt x="404" y="633"/>
                    <a:pt x="406" y="633"/>
                    <a:pt x="407" y="633"/>
                  </a:cubicBezTo>
                  <a:cubicBezTo>
                    <a:pt x="404" y="634"/>
                    <a:pt x="402" y="634"/>
                    <a:pt x="400" y="636"/>
                  </a:cubicBezTo>
                  <a:cubicBezTo>
                    <a:pt x="397" y="636"/>
                    <a:pt x="401" y="635"/>
                    <a:pt x="399" y="635"/>
                  </a:cubicBezTo>
                  <a:cubicBezTo>
                    <a:pt x="397" y="636"/>
                    <a:pt x="394" y="636"/>
                    <a:pt x="394" y="637"/>
                  </a:cubicBezTo>
                  <a:cubicBezTo>
                    <a:pt x="389" y="637"/>
                    <a:pt x="383" y="638"/>
                    <a:pt x="380" y="639"/>
                  </a:cubicBezTo>
                  <a:cubicBezTo>
                    <a:pt x="380" y="639"/>
                    <a:pt x="381" y="640"/>
                    <a:pt x="378" y="640"/>
                  </a:cubicBezTo>
                  <a:cubicBezTo>
                    <a:pt x="376" y="639"/>
                    <a:pt x="380" y="639"/>
                    <a:pt x="375" y="639"/>
                  </a:cubicBezTo>
                  <a:cubicBezTo>
                    <a:pt x="376" y="638"/>
                    <a:pt x="378" y="638"/>
                    <a:pt x="380" y="638"/>
                  </a:cubicBezTo>
                  <a:cubicBezTo>
                    <a:pt x="379" y="637"/>
                    <a:pt x="374" y="639"/>
                    <a:pt x="372" y="639"/>
                  </a:cubicBezTo>
                  <a:cubicBezTo>
                    <a:pt x="372" y="639"/>
                    <a:pt x="373" y="639"/>
                    <a:pt x="371" y="640"/>
                  </a:cubicBezTo>
                  <a:cubicBezTo>
                    <a:pt x="370" y="639"/>
                    <a:pt x="368" y="640"/>
                    <a:pt x="367" y="639"/>
                  </a:cubicBezTo>
                  <a:cubicBezTo>
                    <a:pt x="365" y="640"/>
                    <a:pt x="366" y="640"/>
                    <a:pt x="364" y="641"/>
                  </a:cubicBezTo>
                  <a:cubicBezTo>
                    <a:pt x="362" y="641"/>
                    <a:pt x="360" y="639"/>
                    <a:pt x="357" y="641"/>
                  </a:cubicBezTo>
                  <a:cubicBezTo>
                    <a:pt x="356" y="641"/>
                    <a:pt x="357" y="640"/>
                    <a:pt x="355" y="640"/>
                  </a:cubicBezTo>
                  <a:cubicBezTo>
                    <a:pt x="356" y="639"/>
                    <a:pt x="358" y="640"/>
                    <a:pt x="359" y="640"/>
                  </a:cubicBezTo>
                  <a:cubicBezTo>
                    <a:pt x="351" y="639"/>
                    <a:pt x="337" y="641"/>
                    <a:pt x="326" y="640"/>
                  </a:cubicBezTo>
                  <a:cubicBezTo>
                    <a:pt x="326" y="639"/>
                    <a:pt x="327" y="639"/>
                    <a:pt x="329" y="638"/>
                  </a:cubicBezTo>
                  <a:cubicBezTo>
                    <a:pt x="326" y="638"/>
                    <a:pt x="324" y="639"/>
                    <a:pt x="322" y="638"/>
                  </a:cubicBezTo>
                  <a:cubicBezTo>
                    <a:pt x="321" y="638"/>
                    <a:pt x="321" y="639"/>
                    <a:pt x="321" y="639"/>
                  </a:cubicBezTo>
                  <a:cubicBezTo>
                    <a:pt x="316" y="639"/>
                    <a:pt x="307" y="636"/>
                    <a:pt x="301" y="638"/>
                  </a:cubicBezTo>
                  <a:cubicBezTo>
                    <a:pt x="300" y="637"/>
                    <a:pt x="304" y="638"/>
                    <a:pt x="304" y="637"/>
                  </a:cubicBezTo>
                  <a:cubicBezTo>
                    <a:pt x="300" y="637"/>
                    <a:pt x="299" y="637"/>
                    <a:pt x="296" y="636"/>
                  </a:cubicBezTo>
                  <a:cubicBezTo>
                    <a:pt x="295" y="636"/>
                    <a:pt x="296" y="637"/>
                    <a:pt x="295" y="637"/>
                  </a:cubicBezTo>
                  <a:cubicBezTo>
                    <a:pt x="291" y="637"/>
                    <a:pt x="286" y="634"/>
                    <a:pt x="283" y="635"/>
                  </a:cubicBezTo>
                  <a:cubicBezTo>
                    <a:pt x="282" y="634"/>
                    <a:pt x="283" y="634"/>
                    <a:pt x="281" y="633"/>
                  </a:cubicBezTo>
                  <a:cubicBezTo>
                    <a:pt x="279" y="633"/>
                    <a:pt x="277" y="633"/>
                    <a:pt x="276" y="632"/>
                  </a:cubicBezTo>
                  <a:cubicBezTo>
                    <a:pt x="272" y="634"/>
                    <a:pt x="266" y="630"/>
                    <a:pt x="261" y="630"/>
                  </a:cubicBezTo>
                  <a:cubicBezTo>
                    <a:pt x="262" y="630"/>
                    <a:pt x="259" y="629"/>
                    <a:pt x="260" y="629"/>
                  </a:cubicBezTo>
                  <a:cubicBezTo>
                    <a:pt x="257" y="628"/>
                    <a:pt x="254" y="628"/>
                    <a:pt x="252" y="626"/>
                  </a:cubicBezTo>
                  <a:cubicBezTo>
                    <a:pt x="251" y="626"/>
                    <a:pt x="250" y="626"/>
                    <a:pt x="249" y="626"/>
                  </a:cubicBezTo>
                  <a:cubicBezTo>
                    <a:pt x="248" y="626"/>
                    <a:pt x="248" y="625"/>
                    <a:pt x="248" y="625"/>
                  </a:cubicBezTo>
                  <a:cubicBezTo>
                    <a:pt x="247" y="625"/>
                    <a:pt x="244" y="624"/>
                    <a:pt x="246" y="624"/>
                  </a:cubicBezTo>
                  <a:cubicBezTo>
                    <a:pt x="244" y="624"/>
                    <a:pt x="241" y="623"/>
                    <a:pt x="238" y="622"/>
                  </a:cubicBezTo>
                  <a:cubicBezTo>
                    <a:pt x="238" y="623"/>
                    <a:pt x="237" y="622"/>
                    <a:pt x="235" y="621"/>
                  </a:cubicBezTo>
                  <a:cubicBezTo>
                    <a:pt x="234" y="621"/>
                    <a:pt x="235" y="621"/>
                    <a:pt x="236" y="621"/>
                  </a:cubicBezTo>
                  <a:cubicBezTo>
                    <a:pt x="234" y="620"/>
                    <a:pt x="231" y="619"/>
                    <a:pt x="228" y="618"/>
                  </a:cubicBezTo>
                  <a:cubicBezTo>
                    <a:pt x="231" y="618"/>
                    <a:pt x="231" y="619"/>
                    <a:pt x="232" y="619"/>
                  </a:cubicBezTo>
                  <a:cubicBezTo>
                    <a:pt x="231" y="618"/>
                    <a:pt x="229" y="617"/>
                    <a:pt x="227" y="617"/>
                  </a:cubicBezTo>
                  <a:cubicBezTo>
                    <a:pt x="227" y="616"/>
                    <a:pt x="229" y="617"/>
                    <a:pt x="229" y="617"/>
                  </a:cubicBezTo>
                  <a:cubicBezTo>
                    <a:pt x="231" y="617"/>
                    <a:pt x="233" y="619"/>
                    <a:pt x="235" y="619"/>
                  </a:cubicBezTo>
                  <a:cubicBezTo>
                    <a:pt x="233" y="618"/>
                    <a:pt x="235" y="618"/>
                    <a:pt x="232" y="617"/>
                  </a:cubicBezTo>
                  <a:cubicBezTo>
                    <a:pt x="232" y="616"/>
                    <a:pt x="234" y="617"/>
                    <a:pt x="236" y="617"/>
                  </a:cubicBezTo>
                  <a:cubicBezTo>
                    <a:pt x="236" y="618"/>
                    <a:pt x="235" y="618"/>
                    <a:pt x="235" y="618"/>
                  </a:cubicBezTo>
                  <a:cubicBezTo>
                    <a:pt x="236" y="619"/>
                    <a:pt x="238" y="619"/>
                    <a:pt x="239" y="619"/>
                  </a:cubicBezTo>
                  <a:cubicBezTo>
                    <a:pt x="241" y="619"/>
                    <a:pt x="242" y="620"/>
                    <a:pt x="244" y="621"/>
                  </a:cubicBezTo>
                  <a:cubicBezTo>
                    <a:pt x="240" y="619"/>
                    <a:pt x="241" y="621"/>
                    <a:pt x="238" y="619"/>
                  </a:cubicBezTo>
                  <a:cubicBezTo>
                    <a:pt x="236" y="620"/>
                    <a:pt x="241" y="621"/>
                    <a:pt x="237" y="620"/>
                  </a:cubicBezTo>
                  <a:cubicBezTo>
                    <a:pt x="235" y="620"/>
                    <a:pt x="238" y="620"/>
                    <a:pt x="236" y="619"/>
                  </a:cubicBezTo>
                  <a:cubicBezTo>
                    <a:pt x="233" y="619"/>
                    <a:pt x="235" y="620"/>
                    <a:pt x="236" y="621"/>
                  </a:cubicBezTo>
                  <a:cubicBezTo>
                    <a:pt x="236" y="620"/>
                    <a:pt x="235" y="620"/>
                    <a:pt x="234" y="620"/>
                  </a:cubicBezTo>
                  <a:cubicBezTo>
                    <a:pt x="236" y="621"/>
                    <a:pt x="244" y="623"/>
                    <a:pt x="248" y="625"/>
                  </a:cubicBezTo>
                  <a:cubicBezTo>
                    <a:pt x="247" y="623"/>
                    <a:pt x="250" y="625"/>
                    <a:pt x="251" y="624"/>
                  </a:cubicBezTo>
                  <a:cubicBezTo>
                    <a:pt x="248" y="624"/>
                    <a:pt x="245" y="623"/>
                    <a:pt x="242" y="623"/>
                  </a:cubicBezTo>
                  <a:cubicBezTo>
                    <a:pt x="242" y="620"/>
                    <a:pt x="251" y="623"/>
                    <a:pt x="254" y="624"/>
                  </a:cubicBezTo>
                  <a:cubicBezTo>
                    <a:pt x="258" y="626"/>
                    <a:pt x="253" y="625"/>
                    <a:pt x="256" y="627"/>
                  </a:cubicBezTo>
                  <a:cubicBezTo>
                    <a:pt x="256" y="626"/>
                    <a:pt x="259" y="628"/>
                    <a:pt x="261" y="628"/>
                  </a:cubicBezTo>
                  <a:cubicBezTo>
                    <a:pt x="260" y="627"/>
                    <a:pt x="255" y="626"/>
                    <a:pt x="257" y="625"/>
                  </a:cubicBezTo>
                  <a:cubicBezTo>
                    <a:pt x="260" y="627"/>
                    <a:pt x="260" y="625"/>
                    <a:pt x="264" y="627"/>
                  </a:cubicBezTo>
                  <a:cubicBezTo>
                    <a:pt x="266" y="628"/>
                    <a:pt x="263" y="628"/>
                    <a:pt x="265" y="629"/>
                  </a:cubicBezTo>
                  <a:cubicBezTo>
                    <a:pt x="268" y="629"/>
                    <a:pt x="268" y="629"/>
                    <a:pt x="268" y="629"/>
                  </a:cubicBezTo>
                  <a:cubicBezTo>
                    <a:pt x="268" y="629"/>
                    <a:pt x="267" y="628"/>
                    <a:pt x="267" y="628"/>
                  </a:cubicBezTo>
                  <a:cubicBezTo>
                    <a:pt x="273" y="629"/>
                    <a:pt x="278" y="630"/>
                    <a:pt x="284" y="630"/>
                  </a:cubicBezTo>
                  <a:cubicBezTo>
                    <a:pt x="282" y="629"/>
                    <a:pt x="280" y="630"/>
                    <a:pt x="279" y="629"/>
                  </a:cubicBezTo>
                  <a:cubicBezTo>
                    <a:pt x="282" y="629"/>
                    <a:pt x="288" y="630"/>
                    <a:pt x="289" y="631"/>
                  </a:cubicBezTo>
                  <a:cubicBezTo>
                    <a:pt x="287" y="631"/>
                    <a:pt x="286" y="631"/>
                    <a:pt x="284" y="631"/>
                  </a:cubicBezTo>
                  <a:cubicBezTo>
                    <a:pt x="283" y="631"/>
                    <a:pt x="287" y="632"/>
                    <a:pt x="285" y="632"/>
                  </a:cubicBezTo>
                  <a:cubicBezTo>
                    <a:pt x="289" y="633"/>
                    <a:pt x="292" y="632"/>
                    <a:pt x="294" y="633"/>
                  </a:cubicBezTo>
                  <a:cubicBezTo>
                    <a:pt x="296" y="633"/>
                    <a:pt x="297" y="634"/>
                    <a:pt x="299" y="634"/>
                  </a:cubicBezTo>
                  <a:cubicBezTo>
                    <a:pt x="299" y="634"/>
                    <a:pt x="300" y="633"/>
                    <a:pt x="299" y="633"/>
                  </a:cubicBezTo>
                  <a:cubicBezTo>
                    <a:pt x="303" y="634"/>
                    <a:pt x="311" y="634"/>
                    <a:pt x="313" y="635"/>
                  </a:cubicBezTo>
                  <a:cubicBezTo>
                    <a:pt x="315" y="635"/>
                    <a:pt x="318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ubicBezTo>
                    <a:pt x="322" y="636"/>
                    <a:pt x="321" y="635"/>
                    <a:pt x="323" y="635"/>
                  </a:cubicBezTo>
                  <a:cubicBezTo>
                    <a:pt x="325" y="636"/>
                    <a:pt x="324" y="636"/>
                    <a:pt x="322" y="637"/>
                  </a:cubicBezTo>
                  <a:cubicBezTo>
                    <a:pt x="325" y="637"/>
                    <a:pt x="328" y="637"/>
                    <a:pt x="329" y="638"/>
                  </a:cubicBezTo>
                  <a:cubicBezTo>
                    <a:pt x="330" y="638"/>
                    <a:pt x="328" y="637"/>
                    <a:pt x="331" y="636"/>
                  </a:cubicBezTo>
                  <a:cubicBezTo>
                    <a:pt x="327" y="636"/>
                    <a:pt x="329" y="638"/>
                    <a:pt x="325" y="637"/>
                  </a:cubicBezTo>
                  <a:cubicBezTo>
                    <a:pt x="324" y="636"/>
                    <a:pt x="325" y="636"/>
                    <a:pt x="327" y="635"/>
                  </a:cubicBezTo>
                  <a:cubicBezTo>
                    <a:pt x="332" y="635"/>
                    <a:pt x="336" y="637"/>
                    <a:pt x="340" y="636"/>
                  </a:cubicBezTo>
                  <a:cubicBezTo>
                    <a:pt x="342" y="637"/>
                    <a:pt x="338" y="637"/>
                    <a:pt x="337" y="637"/>
                  </a:cubicBezTo>
                  <a:cubicBezTo>
                    <a:pt x="339" y="638"/>
                    <a:pt x="341" y="637"/>
                    <a:pt x="343" y="637"/>
                  </a:cubicBezTo>
                  <a:cubicBezTo>
                    <a:pt x="343" y="637"/>
                    <a:pt x="342" y="637"/>
                    <a:pt x="342" y="636"/>
                  </a:cubicBezTo>
                  <a:cubicBezTo>
                    <a:pt x="343" y="636"/>
                    <a:pt x="344" y="637"/>
                    <a:pt x="344" y="636"/>
                  </a:cubicBezTo>
                  <a:cubicBezTo>
                    <a:pt x="347" y="637"/>
                    <a:pt x="351" y="635"/>
                    <a:pt x="354" y="636"/>
                  </a:cubicBezTo>
                  <a:cubicBezTo>
                    <a:pt x="354" y="635"/>
                    <a:pt x="359" y="635"/>
                    <a:pt x="359" y="636"/>
                  </a:cubicBezTo>
                  <a:cubicBezTo>
                    <a:pt x="361" y="634"/>
                    <a:pt x="367" y="634"/>
                    <a:pt x="370" y="634"/>
                  </a:cubicBezTo>
                  <a:cubicBezTo>
                    <a:pt x="372" y="634"/>
                    <a:pt x="371" y="633"/>
                    <a:pt x="372" y="633"/>
                  </a:cubicBezTo>
                  <a:cubicBezTo>
                    <a:pt x="375" y="633"/>
                    <a:pt x="378" y="632"/>
                    <a:pt x="378" y="634"/>
                  </a:cubicBezTo>
                  <a:cubicBezTo>
                    <a:pt x="379" y="633"/>
                    <a:pt x="381" y="632"/>
                    <a:pt x="382" y="632"/>
                  </a:cubicBezTo>
                  <a:cubicBezTo>
                    <a:pt x="386" y="632"/>
                    <a:pt x="381" y="633"/>
                    <a:pt x="383" y="633"/>
                  </a:cubicBezTo>
                  <a:cubicBezTo>
                    <a:pt x="386" y="632"/>
                    <a:pt x="388" y="632"/>
                    <a:pt x="390" y="632"/>
                  </a:cubicBezTo>
                  <a:cubicBezTo>
                    <a:pt x="391" y="631"/>
                    <a:pt x="393" y="630"/>
                    <a:pt x="394" y="630"/>
                  </a:cubicBezTo>
                  <a:cubicBezTo>
                    <a:pt x="395" y="630"/>
                    <a:pt x="391" y="632"/>
                    <a:pt x="394" y="632"/>
                  </a:cubicBezTo>
                  <a:cubicBezTo>
                    <a:pt x="394" y="630"/>
                    <a:pt x="401" y="629"/>
                    <a:pt x="405" y="629"/>
                  </a:cubicBezTo>
                  <a:cubicBezTo>
                    <a:pt x="407" y="628"/>
                    <a:pt x="407" y="627"/>
                    <a:pt x="410" y="626"/>
                  </a:cubicBezTo>
                  <a:cubicBezTo>
                    <a:pt x="410" y="627"/>
                    <a:pt x="408" y="628"/>
                    <a:pt x="411" y="627"/>
                  </a:cubicBezTo>
                  <a:cubicBezTo>
                    <a:pt x="412" y="627"/>
                    <a:pt x="411" y="628"/>
                    <a:pt x="409" y="629"/>
                  </a:cubicBezTo>
                  <a:cubicBezTo>
                    <a:pt x="409" y="629"/>
                    <a:pt x="409" y="629"/>
                    <a:pt x="410" y="629"/>
                  </a:cubicBezTo>
                  <a:cubicBezTo>
                    <a:pt x="411" y="629"/>
                    <a:pt x="411" y="629"/>
                    <a:pt x="411" y="629"/>
                  </a:cubicBezTo>
                  <a:cubicBezTo>
                    <a:pt x="413" y="628"/>
                    <a:pt x="411" y="628"/>
                    <a:pt x="413" y="627"/>
                  </a:cubicBezTo>
                  <a:cubicBezTo>
                    <a:pt x="416" y="626"/>
                    <a:pt x="416" y="627"/>
                    <a:pt x="419" y="627"/>
                  </a:cubicBezTo>
                  <a:cubicBezTo>
                    <a:pt x="421" y="626"/>
                    <a:pt x="423" y="626"/>
                    <a:pt x="425" y="625"/>
                  </a:cubicBezTo>
                  <a:cubicBezTo>
                    <a:pt x="423" y="625"/>
                    <a:pt x="420" y="626"/>
                    <a:pt x="418" y="627"/>
                  </a:cubicBezTo>
                  <a:cubicBezTo>
                    <a:pt x="418" y="626"/>
                    <a:pt x="417" y="626"/>
                    <a:pt x="415" y="626"/>
                  </a:cubicBezTo>
                  <a:cubicBezTo>
                    <a:pt x="418" y="626"/>
                    <a:pt x="417" y="625"/>
                    <a:pt x="420" y="625"/>
                  </a:cubicBezTo>
                  <a:cubicBezTo>
                    <a:pt x="423" y="624"/>
                    <a:pt x="419" y="625"/>
                    <a:pt x="421" y="624"/>
                  </a:cubicBezTo>
                  <a:cubicBezTo>
                    <a:pt x="424" y="624"/>
                    <a:pt x="429" y="622"/>
                    <a:pt x="433" y="621"/>
                  </a:cubicBezTo>
                  <a:cubicBezTo>
                    <a:pt x="434" y="620"/>
                    <a:pt x="430" y="621"/>
                    <a:pt x="429" y="622"/>
                  </a:cubicBezTo>
                  <a:cubicBezTo>
                    <a:pt x="428" y="621"/>
                    <a:pt x="433" y="619"/>
                    <a:pt x="436" y="619"/>
                  </a:cubicBezTo>
                  <a:cubicBezTo>
                    <a:pt x="437" y="619"/>
                    <a:pt x="432" y="620"/>
                    <a:pt x="434" y="620"/>
                  </a:cubicBezTo>
                  <a:cubicBezTo>
                    <a:pt x="436" y="620"/>
                    <a:pt x="436" y="619"/>
                    <a:pt x="438" y="618"/>
                  </a:cubicBezTo>
                  <a:cubicBezTo>
                    <a:pt x="436" y="621"/>
                    <a:pt x="447" y="615"/>
                    <a:pt x="451" y="615"/>
                  </a:cubicBezTo>
                  <a:cubicBezTo>
                    <a:pt x="452" y="614"/>
                    <a:pt x="456" y="612"/>
                    <a:pt x="458" y="610"/>
                  </a:cubicBezTo>
                  <a:cubicBezTo>
                    <a:pt x="458" y="612"/>
                    <a:pt x="467" y="607"/>
                    <a:pt x="468" y="605"/>
                  </a:cubicBezTo>
                  <a:cubicBezTo>
                    <a:pt x="468" y="605"/>
                    <a:pt x="469" y="605"/>
                    <a:pt x="469" y="606"/>
                  </a:cubicBezTo>
                  <a:cubicBezTo>
                    <a:pt x="470" y="605"/>
                    <a:pt x="472" y="604"/>
                    <a:pt x="474" y="602"/>
                  </a:cubicBezTo>
                  <a:cubicBezTo>
                    <a:pt x="476" y="603"/>
                    <a:pt x="477" y="601"/>
                    <a:pt x="481" y="598"/>
                  </a:cubicBezTo>
                  <a:cubicBezTo>
                    <a:pt x="482" y="598"/>
                    <a:pt x="481" y="599"/>
                    <a:pt x="483" y="599"/>
                  </a:cubicBezTo>
                  <a:cubicBezTo>
                    <a:pt x="486" y="596"/>
                    <a:pt x="488" y="595"/>
                    <a:pt x="491" y="594"/>
                  </a:cubicBezTo>
                  <a:cubicBezTo>
                    <a:pt x="493" y="592"/>
                    <a:pt x="495" y="591"/>
                    <a:pt x="499" y="589"/>
                  </a:cubicBezTo>
                  <a:cubicBezTo>
                    <a:pt x="499" y="588"/>
                    <a:pt x="498" y="590"/>
                    <a:pt x="500" y="588"/>
                  </a:cubicBezTo>
                  <a:cubicBezTo>
                    <a:pt x="500" y="587"/>
                    <a:pt x="504" y="586"/>
                    <a:pt x="505" y="586"/>
                  </a:cubicBezTo>
                  <a:cubicBezTo>
                    <a:pt x="504" y="585"/>
                    <a:pt x="507" y="583"/>
                    <a:pt x="510" y="581"/>
                  </a:cubicBezTo>
                  <a:cubicBezTo>
                    <a:pt x="511" y="581"/>
                    <a:pt x="507" y="583"/>
                    <a:pt x="508" y="583"/>
                  </a:cubicBezTo>
                  <a:cubicBezTo>
                    <a:pt x="509" y="583"/>
                    <a:pt x="509" y="583"/>
                    <a:pt x="510" y="582"/>
                  </a:cubicBezTo>
                  <a:cubicBezTo>
                    <a:pt x="511" y="581"/>
                    <a:pt x="509" y="582"/>
                    <a:pt x="511" y="581"/>
                  </a:cubicBezTo>
                  <a:cubicBezTo>
                    <a:pt x="512" y="580"/>
                    <a:pt x="510" y="582"/>
                    <a:pt x="511" y="582"/>
                  </a:cubicBezTo>
                  <a:cubicBezTo>
                    <a:pt x="514" y="580"/>
                    <a:pt x="515" y="579"/>
                    <a:pt x="515" y="578"/>
                  </a:cubicBezTo>
                  <a:cubicBezTo>
                    <a:pt x="517" y="576"/>
                    <a:pt x="515" y="579"/>
                    <a:pt x="517" y="577"/>
                  </a:cubicBezTo>
                  <a:cubicBezTo>
                    <a:pt x="517" y="577"/>
                    <a:pt x="519" y="575"/>
                    <a:pt x="520" y="573"/>
                  </a:cubicBezTo>
                  <a:cubicBezTo>
                    <a:pt x="522" y="574"/>
                    <a:pt x="522" y="572"/>
                    <a:pt x="524" y="572"/>
                  </a:cubicBezTo>
                  <a:cubicBezTo>
                    <a:pt x="524" y="571"/>
                    <a:pt x="526" y="569"/>
                    <a:pt x="528" y="569"/>
                  </a:cubicBezTo>
                  <a:cubicBezTo>
                    <a:pt x="528" y="569"/>
                    <a:pt x="527" y="569"/>
                    <a:pt x="528" y="570"/>
                  </a:cubicBezTo>
                  <a:cubicBezTo>
                    <a:pt x="528" y="568"/>
                    <a:pt x="535" y="563"/>
                    <a:pt x="534" y="563"/>
                  </a:cubicBezTo>
                  <a:cubicBezTo>
                    <a:pt x="535" y="562"/>
                    <a:pt x="536" y="559"/>
                    <a:pt x="538" y="558"/>
                  </a:cubicBezTo>
                  <a:cubicBezTo>
                    <a:pt x="540" y="558"/>
                    <a:pt x="537" y="560"/>
                    <a:pt x="536" y="562"/>
                  </a:cubicBezTo>
                  <a:cubicBezTo>
                    <a:pt x="538" y="560"/>
                    <a:pt x="539" y="559"/>
                    <a:pt x="541" y="558"/>
                  </a:cubicBezTo>
                  <a:cubicBezTo>
                    <a:pt x="541" y="555"/>
                    <a:pt x="547" y="551"/>
                    <a:pt x="548" y="549"/>
                  </a:cubicBezTo>
                  <a:cubicBezTo>
                    <a:pt x="549" y="549"/>
                    <a:pt x="547" y="552"/>
                    <a:pt x="546" y="553"/>
                  </a:cubicBezTo>
                  <a:cubicBezTo>
                    <a:pt x="545" y="553"/>
                    <a:pt x="545" y="553"/>
                    <a:pt x="546" y="552"/>
                  </a:cubicBezTo>
                  <a:cubicBezTo>
                    <a:pt x="544" y="553"/>
                    <a:pt x="545" y="554"/>
                    <a:pt x="543" y="556"/>
                  </a:cubicBezTo>
                  <a:cubicBezTo>
                    <a:pt x="546" y="553"/>
                    <a:pt x="546" y="552"/>
                    <a:pt x="549" y="551"/>
                  </a:cubicBezTo>
                  <a:cubicBezTo>
                    <a:pt x="551" y="549"/>
                    <a:pt x="549" y="551"/>
                    <a:pt x="549" y="550"/>
                  </a:cubicBezTo>
                  <a:cubicBezTo>
                    <a:pt x="552" y="548"/>
                    <a:pt x="561" y="538"/>
                    <a:pt x="565" y="534"/>
                  </a:cubicBezTo>
                  <a:cubicBezTo>
                    <a:pt x="565" y="534"/>
                    <a:pt x="567" y="530"/>
                    <a:pt x="566" y="531"/>
                  </a:cubicBezTo>
                  <a:cubicBezTo>
                    <a:pt x="567" y="528"/>
                    <a:pt x="570" y="527"/>
                    <a:pt x="569" y="526"/>
                  </a:cubicBezTo>
                  <a:cubicBezTo>
                    <a:pt x="571" y="525"/>
                    <a:pt x="570" y="527"/>
                    <a:pt x="570" y="527"/>
                  </a:cubicBezTo>
                  <a:cubicBezTo>
                    <a:pt x="570" y="528"/>
                    <a:pt x="569" y="529"/>
                    <a:pt x="568" y="529"/>
                  </a:cubicBezTo>
                  <a:cubicBezTo>
                    <a:pt x="567" y="531"/>
                    <a:pt x="570" y="529"/>
                    <a:pt x="567" y="532"/>
                  </a:cubicBezTo>
                  <a:cubicBezTo>
                    <a:pt x="569" y="530"/>
                    <a:pt x="569" y="529"/>
                    <a:pt x="571" y="526"/>
                  </a:cubicBezTo>
                  <a:cubicBezTo>
                    <a:pt x="571" y="526"/>
                    <a:pt x="572" y="526"/>
                    <a:pt x="572" y="525"/>
                  </a:cubicBezTo>
                  <a:cubicBezTo>
                    <a:pt x="573" y="524"/>
                    <a:pt x="571" y="526"/>
                    <a:pt x="571" y="525"/>
                  </a:cubicBezTo>
                  <a:cubicBezTo>
                    <a:pt x="572" y="523"/>
                    <a:pt x="574" y="523"/>
                    <a:pt x="574" y="521"/>
                  </a:cubicBezTo>
                  <a:cubicBezTo>
                    <a:pt x="571" y="524"/>
                    <a:pt x="568" y="527"/>
                    <a:pt x="565" y="530"/>
                  </a:cubicBezTo>
                  <a:cubicBezTo>
                    <a:pt x="562" y="533"/>
                    <a:pt x="559" y="537"/>
                    <a:pt x="556" y="540"/>
                  </a:cubicBezTo>
                  <a:cubicBezTo>
                    <a:pt x="554" y="541"/>
                    <a:pt x="556" y="538"/>
                    <a:pt x="554" y="540"/>
                  </a:cubicBezTo>
                  <a:cubicBezTo>
                    <a:pt x="553" y="541"/>
                    <a:pt x="554" y="541"/>
                    <a:pt x="553" y="542"/>
                  </a:cubicBezTo>
                  <a:cubicBezTo>
                    <a:pt x="551" y="544"/>
                    <a:pt x="553" y="540"/>
                    <a:pt x="554" y="538"/>
                  </a:cubicBezTo>
                  <a:cubicBezTo>
                    <a:pt x="558" y="535"/>
                    <a:pt x="562" y="532"/>
                    <a:pt x="566" y="527"/>
                  </a:cubicBezTo>
                  <a:cubicBezTo>
                    <a:pt x="567" y="525"/>
                    <a:pt x="568" y="524"/>
                    <a:pt x="569" y="523"/>
                  </a:cubicBezTo>
                  <a:cubicBezTo>
                    <a:pt x="568" y="524"/>
                    <a:pt x="568" y="523"/>
                    <a:pt x="571" y="521"/>
                  </a:cubicBezTo>
                  <a:cubicBezTo>
                    <a:pt x="572" y="519"/>
                    <a:pt x="570" y="520"/>
                    <a:pt x="571" y="519"/>
                  </a:cubicBezTo>
                  <a:cubicBezTo>
                    <a:pt x="574" y="517"/>
                    <a:pt x="574" y="515"/>
                    <a:pt x="577" y="512"/>
                  </a:cubicBezTo>
                  <a:cubicBezTo>
                    <a:pt x="578" y="511"/>
                    <a:pt x="577" y="513"/>
                    <a:pt x="579" y="511"/>
                  </a:cubicBezTo>
                  <a:cubicBezTo>
                    <a:pt x="578" y="511"/>
                    <a:pt x="579" y="509"/>
                    <a:pt x="580" y="507"/>
                  </a:cubicBezTo>
                  <a:cubicBezTo>
                    <a:pt x="582" y="506"/>
                    <a:pt x="579" y="510"/>
                    <a:pt x="581" y="508"/>
                  </a:cubicBezTo>
                  <a:cubicBezTo>
                    <a:pt x="581" y="507"/>
                    <a:pt x="582" y="507"/>
                    <a:pt x="582" y="506"/>
                  </a:cubicBezTo>
                  <a:cubicBezTo>
                    <a:pt x="582" y="506"/>
                    <a:pt x="582" y="505"/>
                    <a:pt x="583" y="504"/>
                  </a:cubicBezTo>
                  <a:cubicBezTo>
                    <a:pt x="586" y="501"/>
                    <a:pt x="587" y="498"/>
                    <a:pt x="590" y="496"/>
                  </a:cubicBezTo>
                  <a:cubicBezTo>
                    <a:pt x="590" y="494"/>
                    <a:pt x="593" y="493"/>
                    <a:pt x="594" y="490"/>
                  </a:cubicBezTo>
                  <a:cubicBezTo>
                    <a:pt x="595" y="489"/>
                    <a:pt x="592" y="492"/>
                    <a:pt x="593" y="493"/>
                  </a:cubicBezTo>
                  <a:cubicBezTo>
                    <a:pt x="594" y="491"/>
                    <a:pt x="595" y="489"/>
                    <a:pt x="596" y="488"/>
                  </a:cubicBezTo>
                  <a:cubicBezTo>
                    <a:pt x="597" y="487"/>
                    <a:pt x="596" y="485"/>
                    <a:pt x="597" y="484"/>
                  </a:cubicBezTo>
                  <a:cubicBezTo>
                    <a:pt x="596" y="484"/>
                    <a:pt x="597" y="484"/>
                    <a:pt x="598" y="481"/>
                  </a:cubicBezTo>
                  <a:cubicBezTo>
                    <a:pt x="596" y="485"/>
                    <a:pt x="594" y="486"/>
                    <a:pt x="592" y="489"/>
                  </a:cubicBezTo>
                  <a:cubicBezTo>
                    <a:pt x="591" y="490"/>
                    <a:pt x="593" y="488"/>
                    <a:pt x="591" y="489"/>
                  </a:cubicBezTo>
                  <a:cubicBezTo>
                    <a:pt x="590" y="491"/>
                    <a:pt x="591" y="492"/>
                    <a:pt x="591" y="491"/>
                  </a:cubicBezTo>
                  <a:cubicBezTo>
                    <a:pt x="591" y="493"/>
                    <a:pt x="590" y="494"/>
                    <a:pt x="590" y="495"/>
                  </a:cubicBezTo>
                  <a:cubicBezTo>
                    <a:pt x="589" y="494"/>
                    <a:pt x="587" y="498"/>
                    <a:pt x="586" y="499"/>
                  </a:cubicBezTo>
                  <a:cubicBezTo>
                    <a:pt x="585" y="500"/>
                    <a:pt x="587" y="497"/>
                    <a:pt x="587" y="496"/>
                  </a:cubicBezTo>
                  <a:cubicBezTo>
                    <a:pt x="585" y="498"/>
                    <a:pt x="586" y="498"/>
                    <a:pt x="585" y="499"/>
                  </a:cubicBezTo>
                  <a:cubicBezTo>
                    <a:pt x="585" y="500"/>
                    <a:pt x="583" y="501"/>
                    <a:pt x="581" y="503"/>
                  </a:cubicBezTo>
                  <a:cubicBezTo>
                    <a:pt x="582" y="504"/>
                    <a:pt x="581" y="506"/>
                    <a:pt x="580" y="507"/>
                  </a:cubicBezTo>
                  <a:cubicBezTo>
                    <a:pt x="579" y="507"/>
                    <a:pt x="579" y="506"/>
                    <a:pt x="578" y="508"/>
                  </a:cubicBezTo>
                  <a:cubicBezTo>
                    <a:pt x="577" y="509"/>
                    <a:pt x="576" y="510"/>
                    <a:pt x="575" y="511"/>
                  </a:cubicBezTo>
                  <a:cubicBezTo>
                    <a:pt x="575" y="511"/>
                    <a:pt x="574" y="511"/>
                    <a:pt x="574" y="511"/>
                  </a:cubicBezTo>
                  <a:cubicBezTo>
                    <a:pt x="570" y="516"/>
                    <a:pt x="566" y="521"/>
                    <a:pt x="562" y="525"/>
                  </a:cubicBezTo>
                  <a:cubicBezTo>
                    <a:pt x="560" y="528"/>
                    <a:pt x="557" y="530"/>
                    <a:pt x="555" y="533"/>
                  </a:cubicBezTo>
                  <a:cubicBezTo>
                    <a:pt x="550" y="536"/>
                    <a:pt x="546" y="544"/>
                    <a:pt x="541" y="545"/>
                  </a:cubicBezTo>
                  <a:cubicBezTo>
                    <a:pt x="541" y="546"/>
                    <a:pt x="540" y="547"/>
                    <a:pt x="539" y="548"/>
                  </a:cubicBezTo>
                  <a:cubicBezTo>
                    <a:pt x="538" y="548"/>
                    <a:pt x="537" y="549"/>
                    <a:pt x="535" y="550"/>
                  </a:cubicBezTo>
                  <a:cubicBezTo>
                    <a:pt x="537" y="548"/>
                    <a:pt x="539" y="547"/>
                    <a:pt x="539" y="546"/>
                  </a:cubicBezTo>
                  <a:cubicBezTo>
                    <a:pt x="539" y="547"/>
                    <a:pt x="540" y="545"/>
                    <a:pt x="542" y="544"/>
                  </a:cubicBezTo>
                  <a:cubicBezTo>
                    <a:pt x="542" y="543"/>
                    <a:pt x="541" y="544"/>
                    <a:pt x="540" y="545"/>
                  </a:cubicBezTo>
                  <a:cubicBezTo>
                    <a:pt x="541" y="543"/>
                    <a:pt x="543" y="541"/>
                    <a:pt x="545" y="539"/>
                  </a:cubicBezTo>
                  <a:cubicBezTo>
                    <a:pt x="546" y="539"/>
                    <a:pt x="544" y="542"/>
                    <a:pt x="543" y="542"/>
                  </a:cubicBezTo>
                  <a:cubicBezTo>
                    <a:pt x="544" y="542"/>
                    <a:pt x="548" y="537"/>
                    <a:pt x="550" y="535"/>
                  </a:cubicBezTo>
                  <a:cubicBezTo>
                    <a:pt x="548" y="536"/>
                    <a:pt x="548" y="537"/>
                    <a:pt x="547" y="538"/>
                  </a:cubicBezTo>
                  <a:cubicBezTo>
                    <a:pt x="550" y="534"/>
                    <a:pt x="551" y="532"/>
                    <a:pt x="554" y="529"/>
                  </a:cubicBezTo>
                  <a:cubicBezTo>
                    <a:pt x="556" y="528"/>
                    <a:pt x="552" y="532"/>
                    <a:pt x="555" y="530"/>
                  </a:cubicBezTo>
                  <a:cubicBezTo>
                    <a:pt x="556" y="528"/>
                    <a:pt x="556" y="528"/>
                    <a:pt x="556" y="528"/>
                  </a:cubicBezTo>
                  <a:cubicBezTo>
                    <a:pt x="559" y="525"/>
                    <a:pt x="563" y="520"/>
                    <a:pt x="565" y="517"/>
                  </a:cubicBezTo>
                  <a:cubicBezTo>
                    <a:pt x="563" y="520"/>
                    <a:pt x="566" y="516"/>
                    <a:pt x="568" y="513"/>
                  </a:cubicBezTo>
                  <a:cubicBezTo>
                    <a:pt x="568" y="513"/>
                    <a:pt x="569" y="511"/>
                    <a:pt x="567" y="513"/>
                  </a:cubicBezTo>
                  <a:cubicBezTo>
                    <a:pt x="569" y="509"/>
                    <a:pt x="571" y="510"/>
                    <a:pt x="572" y="507"/>
                  </a:cubicBezTo>
                  <a:cubicBezTo>
                    <a:pt x="573" y="506"/>
                    <a:pt x="573" y="507"/>
                    <a:pt x="573" y="507"/>
                  </a:cubicBezTo>
                  <a:cubicBezTo>
                    <a:pt x="574" y="506"/>
                    <a:pt x="575" y="504"/>
                    <a:pt x="575" y="503"/>
                  </a:cubicBezTo>
                  <a:cubicBezTo>
                    <a:pt x="576" y="501"/>
                    <a:pt x="580" y="499"/>
                    <a:pt x="579" y="497"/>
                  </a:cubicBezTo>
                  <a:cubicBezTo>
                    <a:pt x="580" y="497"/>
                    <a:pt x="582" y="494"/>
                    <a:pt x="582" y="495"/>
                  </a:cubicBezTo>
                  <a:cubicBezTo>
                    <a:pt x="582" y="492"/>
                    <a:pt x="586" y="487"/>
                    <a:pt x="589" y="483"/>
                  </a:cubicBezTo>
                  <a:cubicBezTo>
                    <a:pt x="588" y="486"/>
                    <a:pt x="588" y="486"/>
                    <a:pt x="587" y="488"/>
                  </a:cubicBezTo>
                  <a:cubicBezTo>
                    <a:pt x="589" y="487"/>
                    <a:pt x="590" y="485"/>
                    <a:pt x="591" y="484"/>
                  </a:cubicBezTo>
                  <a:cubicBezTo>
                    <a:pt x="592" y="483"/>
                    <a:pt x="589" y="485"/>
                    <a:pt x="591" y="483"/>
                  </a:cubicBezTo>
                  <a:cubicBezTo>
                    <a:pt x="590" y="482"/>
                    <a:pt x="589" y="485"/>
                    <a:pt x="589" y="486"/>
                  </a:cubicBezTo>
                  <a:cubicBezTo>
                    <a:pt x="588" y="486"/>
                    <a:pt x="590" y="480"/>
                    <a:pt x="593" y="478"/>
                  </a:cubicBezTo>
                  <a:cubicBezTo>
                    <a:pt x="595" y="475"/>
                    <a:pt x="595" y="470"/>
                    <a:pt x="598" y="467"/>
                  </a:cubicBezTo>
                  <a:cubicBezTo>
                    <a:pt x="598" y="465"/>
                    <a:pt x="598" y="465"/>
                    <a:pt x="598" y="465"/>
                  </a:cubicBezTo>
                  <a:cubicBezTo>
                    <a:pt x="599" y="463"/>
                    <a:pt x="599" y="465"/>
                    <a:pt x="599" y="465"/>
                  </a:cubicBezTo>
                  <a:cubicBezTo>
                    <a:pt x="600" y="464"/>
                    <a:pt x="600" y="461"/>
                    <a:pt x="602" y="459"/>
                  </a:cubicBezTo>
                  <a:cubicBezTo>
                    <a:pt x="603" y="459"/>
                    <a:pt x="601" y="461"/>
                    <a:pt x="601" y="462"/>
                  </a:cubicBezTo>
                  <a:cubicBezTo>
                    <a:pt x="604" y="456"/>
                    <a:pt x="605" y="451"/>
                    <a:pt x="608" y="448"/>
                  </a:cubicBezTo>
                  <a:cubicBezTo>
                    <a:pt x="609" y="446"/>
                    <a:pt x="610" y="444"/>
                    <a:pt x="610" y="442"/>
                  </a:cubicBezTo>
                  <a:cubicBezTo>
                    <a:pt x="609" y="443"/>
                    <a:pt x="609" y="443"/>
                    <a:pt x="609" y="442"/>
                  </a:cubicBezTo>
                  <a:cubicBezTo>
                    <a:pt x="610" y="440"/>
                    <a:pt x="612" y="434"/>
                    <a:pt x="614" y="431"/>
                  </a:cubicBezTo>
                  <a:cubicBezTo>
                    <a:pt x="614" y="432"/>
                    <a:pt x="614" y="434"/>
                    <a:pt x="613" y="435"/>
                  </a:cubicBezTo>
                  <a:cubicBezTo>
                    <a:pt x="614" y="434"/>
                    <a:pt x="616" y="428"/>
                    <a:pt x="617" y="426"/>
                  </a:cubicBezTo>
                  <a:cubicBezTo>
                    <a:pt x="617" y="423"/>
                    <a:pt x="617" y="427"/>
                    <a:pt x="616" y="428"/>
                  </a:cubicBezTo>
                  <a:cubicBezTo>
                    <a:pt x="616" y="426"/>
                    <a:pt x="617" y="424"/>
                    <a:pt x="617" y="422"/>
                  </a:cubicBezTo>
                  <a:cubicBezTo>
                    <a:pt x="616" y="422"/>
                    <a:pt x="616" y="422"/>
                    <a:pt x="616" y="421"/>
                  </a:cubicBezTo>
                  <a:cubicBezTo>
                    <a:pt x="615" y="422"/>
                    <a:pt x="615" y="423"/>
                    <a:pt x="615" y="423"/>
                  </a:cubicBezTo>
                  <a:cubicBezTo>
                    <a:pt x="615" y="422"/>
                    <a:pt x="615" y="422"/>
                    <a:pt x="615" y="421"/>
                  </a:cubicBezTo>
                  <a:cubicBezTo>
                    <a:pt x="617" y="419"/>
                    <a:pt x="617" y="418"/>
                    <a:pt x="619" y="415"/>
                  </a:cubicBezTo>
                  <a:cubicBezTo>
                    <a:pt x="619" y="417"/>
                    <a:pt x="617" y="418"/>
                    <a:pt x="618" y="420"/>
                  </a:cubicBezTo>
                  <a:cubicBezTo>
                    <a:pt x="619" y="419"/>
                    <a:pt x="618" y="418"/>
                    <a:pt x="619" y="417"/>
                  </a:cubicBezTo>
                  <a:cubicBezTo>
                    <a:pt x="618" y="417"/>
                    <a:pt x="619" y="412"/>
                    <a:pt x="620" y="410"/>
                  </a:cubicBezTo>
                  <a:cubicBezTo>
                    <a:pt x="621" y="410"/>
                    <a:pt x="620" y="411"/>
                    <a:pt x="620" y="412"/>
                  </a:cubicBezTo>
                  <a:cubicBezTo>
                    <a:pt x="622" y="410"/>
                    <a:pt x="621" y="409"/>
                    <a:pt x="622" y="407"/>
                  </a:cubicBezTo>
                  <a:cubicBezTo>
                    <a:pt x="622" y="406"/>
                    <a:pt x="621" y="409"/>
                    <a:pt x="621" y="408"/>
                  </a:cubicBezTo>
                  <a:cubicBezTo>
                    <a:pt x="622" y="404"/>
                    <a:pt x="623" y="401"/>
                    <a:pt x="624" y="397"/>
                  </a:cubicBezTo>
                  <a:cubicBezTo>
                    <a:pt x="623" y="396"/>
                    <a:pt x="623" y="399"/>
                    <a:pt x="622" y="401"/>
                  </a:cubicBezTo>
                  <a:cubicBezTo>
                    <a:pt x="622" y="401"/>
                    <a:pt x="622" y="401"/>
                    <a:pt x="622" y="401"/>
                  </a:cubicBezTo>
                  <a:cubicBezTo>
                    <a:pt x="623" y="399"/>
                    <a:pt x="622" y="398"/>
                    <a:pt x="623" y="394"/>
                  </a:cubicBezTo>
                  <a:cubicBezTo>
                    <a:pt x="622" y="394"/>
                    <a:pt x="622" y="397"/>
                    <a:pt x="622" y="398"/>
                  </a:cubicBezTo>
                  <a:cubicBezTo>
                    <a:pt x="621" y="401"/>
                    <a:pt x="622" y="395"/>
                    <a:pt x="621" y="399"/>
                  </a:cubicBezTo>
                  <a:cubicBezTo>
                    <a:pt x="621" y="397"/>
                    <a:pt x="622" y="393"/>
                    <a:pt x="620" y="396"/>
                  </a:cubicBezTo>
                  <a:close/>
                  <a:moveTo>
                    <a:pt x="501" y="559"/>
                  </a:moveTo>
                  <a:cubicBezTo>
                    <a:pt x="499" y="561"/>
                    <a:pt x="497" y="562"/>
                    <a:pt x="496" y="563"/>
                  </a:cubicBezTo>
                  <a:cubicBezTo>
                    <a:pt x="497" y="561"/>
                    <a:pt x="499" y="560"/>
                    <a:pt x="501" y="559"/>
                  </a:cubicBezTo>
                  <a:close/>
                  <a:moveTo>
                    <a:pt x="349" y="605"/>
                  </a:moveTo>
                  <a:cubicBezTo>
                    <a:pt x="351" y="605"/>
                    <a:pt x="354" y="605"/>
                    <a:pt x="352" y="604"/>
                  </a:cubicBezTo>
                  <a:cubicBezTo>
                    <a:pt x="355" y="603"/>
                    <a:pt x="357" y="604"/>
                    <a:pt x="360" y="604"/>
                  </a:cubicBezTo>
                  <a:cubicBezTo>
                    <a:pt x="359" y="605"/>
                    <a:pt x="359" y="604"/>
                    <a:pt x="357" y="605"/>
                  </a:cubicBezTo>
                  <a:cubicBezTo>
                    <a:pt x="356" y="605"/>
                    <a:pt x="356" y="605"/>
                    <a:pt x="355" y="605"/>
                  </a:cubicBezTo>
                  <a:cubicBezTo>
                    <a:pt x="354" y="605"/>
                    <a:pt x="355" y="605"/>
                    <a:pt x="355" y="606"/>
                  </a:cubicBezTo>
                  <a:cubicBezTo>
                    <a:pt x="353" y="605"/>
                    <a:pt x="351" y="606"/>
                    <a:pt x="349" y="605"/>
                  </a:cubicBezTo>
                  <a:close/>
                  <a:moveTo>
                    <a:pt x="616" y="190"/>
                  </a:moveTo>
                  <a:cubicBezTo>
                    <a:pt x="617" y="192"/>
                    <a:pt x="618" y="191"/>
                    <a:pt x="618" y="194"/>
                  </a:cubicBezTo>
                  <a:cubicBezTo>
                    <a:pt x="618" y="194"/>
                    <a:pt x="616" y="192"/>
                    <a:pt x="616" y="190"/>
                  </a:cubicBezTo>
                  <a:close/>
                  <a:moveTo>
                    <a:pt x="632" y="180"/>
                  </a:moveTo>
                  <a:cubicBezTo>
                    <a:pt x="634" y="184"/>
                    <a:pt x="634" y="184"/>
                    <a:pt x="637" y="186"/>
                  </a:cubicBezTo>
                  <a:cubicBezTo>
                    <a:pt x="636" y="188"/>
                    <a:pt x="637" y="189"/>
                    <a:pt x="638" y="191"/>
                  </a:cubicBezTo>
                  <a:cubicBezTo>
                    <a:pt x="639" y="193"/>
                    <a:pt x="639" y="193"/>
                    <a:pt x="638" y="194"/>
                  </a:cubicBezTo>
                  <a:cubicBezTo>
                    <a:pt x="640" y="197"/>
                    <a:pt x="640" y="195"/>
                    <a:pt x="640" y="194"/>
                  </a:cubicBezTo>
                  <a:cubicBezTo>
                    <a:pt x="642" y="199"/>
                    <a:pt x="640" y="199"/>
                    <a:pt x="638" y="196"/>
                  </a:cubicBezTo>
                  <a:cubicBezTo>
                    <a:pt x="638" y="192"/>
                    <a:pt x="634" y="188"/>
                    <a:pt x="632" y="184"/>
                  </a:cubicBezTo>
                  <a:cubicBezTo>
                    <a:pt x="632" y="182"/>
                    <a:pt x="634" y="186"/>
                    <a:pt x="634" y="185"/>
                  </a:cubicBezTo>
                  <a:cubicBezTo>
                    <a:pt x="633" y="184"/>
                    <a:pt x="631" y="180"/>
                    <a:pt x="632" y="180"/>
                  </a:cubicBezTo>
                  <a:close/>
                  <a:moveTo>
                    <a:pt x="309" y="3"/>
                  </a:moveTo>
                  <a:cubicBezTo>
                    <a:pt x="306" y="4"/>
                    <a:pt x="304" y="3"/>
                    <a:pt x="302" y="4"/>
                  </a:cubicBezTo>
                  <a:cubicBezTo>
                    <a:pt x="304" y="3"/>
                    <a:pt x="306" y="3"/>
                    <a:pt x="309" y="3"/>
                  </a:cubicBezTo>
                  <a:close/>
                  <a:moveTo>
                    <a:pt x="129" y="74"/>
                  </a:moveTo>
                  <a:cubicBezTo>
                    <a:pt x="128" y="75"/>
                    <a:pt x="125" y="77"/>
                    <a:pt x="125" y="76"/>
                  </a:cubicBezTo>
                  <a:cubicBezTo>
                    <a:pt x="127" y="76"/>
                    <a:pt x="130" y="72"/>
                    <a:pt x="129" y="74"/>
                  </a:cubicBezTo>
                  <a:close/>
                  <a:moveTo>
                    <a:pt x="36" y="188"/>
                  </a:moveTo>
                  <a:cubicBezTo>
                    <a:pt x="37" y="187"/>
                    <a:pt x="37" y="185"/>
                    <a:pt x="38" y="184"/>
                  </a:cubicBezTo>
                  <a:cubicBezTo>
                    <a:pt x="38" y="185"/>
                    <a:pt x="36" y="189"/>
                    <a:pt x="36" y="188"/>
                  </a:cubicBezTo>
                  <a:close/>
                  <a:moveTo>
                    <a:pt x="531" y="609"/>
                  </a:moveTo>
                  <a:cubicBezTo>
                    <a:pt x="533" y="607"/>
                    <a:pt x="535" y="605"/>
                    <a:pt x="538" y="604"/>
                  </a:cubicBezTo>
                  <a:cubicBezTo>
                    <a:pt x="536" y="606"/>
                    <a:pt x="531" y="609"/>
                    <a:pt x="531" y="609"/>
                  </a:cubicBezTo>
                  <a:close/>
                  <a:moveTo>
                    <a:pt x="480" y="625"/>
                  </a:moveTo>
                  <a:cubicBezTo>
                    <a:pt x="480" y="625"/>
                    <a:pt x="490" y="620"/>
                    <a:pt x="489" y="622"/>
                  </a:cubicBezTo>
                  <a:cubicBezTo>
                    <a:pt x="486" y="622"/>
                    <a:pt x="483" y="625"/>
                    <a:pt x="480" y="625"/>
                  </a:cubicBezTo>
                  <a:close/>
                  <a:moveTo>
                    <a:pt x="635" y="474"/>
                  </a:moveTo>
                  <a:cubicBezTo>
                    <a:pt x="635" y="475"/>
                    <a:pt x="635" y="475"/>
                    <a:pt x="635" y="476"/>
                  </a:cubicBezTo>
                  <a:cubicBezTo>
                    <a:pt x="634" y="477"/>
                    <a:pt x="634" y="478"/>
                    <a:pt x="633" y="479"/>
                  </a:cubicBezTo>
                  <a:cubicBezTo>
                    <a:pt x="633" y="477"/>
                    <a:pt x="634" y="475"/>
                    <a:pt x="635" y="474"/>
                  </a:cubicBezTo>
                  <a:close/>
                  <a:moveTo>
                    <a:pt x="411" y="626"/>
                  </a:moveTo>
                  <a:cubicBezTo>
                    <a:pt x="416" y="624"/>
                    <a:pt x="419" y="624"/>
                    <a:pt x="423" y="623"/>
                  </a:cubicBezTo>
                  <a:cubicBezTo>
                    <a:pt x="419" y="624"/>
                    <a:pt x="415" y="625"/>
                    <a:pt x="411" y="626"/>
                  </a:cubicBezTo>
                  <a:close/>
                  <a:moveTo>
                    <a:pt x="512" y="579"/>
                  </a:moveTo>
                  <a:cubicBezTo>
                    <a:pt x="513" y="578"/>
                    <a:pt x="517" y="575"/>
                    <a:pt x="517" y="576"/>
                  </a:cubicBezTo>
                  <a:cubicBezTo>
                    <a:pt x="516" y="577"/>
                    <a:pt x="512" y="580"/>
                    <a:pt x="512" y="579"/>
                  </a:cubicBezTo>
                  <a:close/>
                  <a:moveTo>
                    <a:pt x="556" y="543"/>
                  </a:moveTo>
                  <a:cubicBezTo>
                    <a:pt x="556" y="543"/>
                    <a:pt x="557" y="540"/>
                    <a:pt x="558" y="540"/>
                  </a:cubicBezTo>
                  <a:cubicBezTo>
                    <a:pt x="559" y="540"/>
                    <a:pt x="557" y="543"/>
                    <a:pt x="556" y="543"/>
                  </a:cubicBezTo>
                  <a:close/>
                  <a:moveTo>
                    <a:pt x="618" y="415"/>
                  </a:moveTo>
                  <a:cubicBezTo>
                    <a:pt x="618" y="414"/>
                    <a:pt x="618" y="414"/>
                    <a:pt x="618" y="413"/>
                  </a:cubicBezTo>
                  <a:cubicBezTo>
                    <a:pt x="619" y="412"/>
                    <a:pt x="618" y="410"/>
                    <a:pt x="620" y="409"/>
                  </a:cubicBezTo>
                  <a:cubicBezTo>
                    <a:pt x="620" y="411"/>
                    <a:pt x="618" y="415"/>
                    <a:pt x="618" y="415"/>
                  </a:cubicBezTo>
                  <a:close/>
                  <a:moveTo>
                    <a:pt x="581" y="484"/>
                  </a:moveTo>
                  <a:cubicBezTo>
                    <a:pt x="582" y="483"/>
                    <a:pt x="582" y="481"/>
                    <a:pt x="584" y="480"/>
                  </a:cubicBezTo>
                  <a:cubicBezTo>
                    <a:pt x="583" y="483"/>
                    <a:pt x="582" y="484"/>
                    <a:pt x="581" y="484"/>
                  </a:cubicBezTo>
                  <a:close/>
                  <a:moveTo>
                    <a:pt x="530" y="538"/>
                  </a:moveTo>
                  <a:cubicBezTo>
                    <a:pt x="529" y="537"/>
                    <a:pt x="532" y="535"/>
                    <a:pt x="533" y="534"/>
                  </a:cubicBezTo>
                  <a:cubicBezTo>
                    <a:pt x="533" y="536"/>
                    <a:pt x="531" y="537"/>
                    <a:pt x="530" y="538"/>
                  </a:cubicBezTo>
                  <a:close/>
                  <a:moveTo>
                    <a:pt x="518" y="548"/>
                  </a:moveTo>
                  <a:cubicBezTo>
                    <a:pt x="519" y="546"/>
                    <a:pt x="523" y="543"/>
                    <a:pt x="523" y="544"/>
                  </a:cubicBezTo>
                  <a:cubicBezTo>
                    <a:pt x="521" y="545"/>
                    <a:pt x="520" y="547"/>
                    <a:pt x="518" y="548"/>
                  </a:cubicBezTo>
                  <a:close/>
                  <a:moveTo>
                    <a:pt x="616" y="483"/>
                  </a:moveTo>
                  <a:cubicBezTo>
                    <a:pt x="614" y="486"/>
                    <a:pt x="612" y="490"/>
                    <a:pt x="610" y="493"/>
                  </a:cubicBezTo>
                  <a:cubicBezTo>
                    <a:pt x="611" y="490"/>
                    <a:pt x="615" y="484"/>
                    <a:pt x="616" y="483"/>
                  </a:cubicBezTo>
                  <a:close/>
                  <a:moveTo>
                    <a:pt x="474" y="564"/>
                  </a:moveTo>
                  <a:cubicBezTo>
                    <a:pt x="474" y="563"/>
                    <a:pt x="477" y="561"/>
                    <a:pt x="479" y="561"/>
                  </a:cubicBezTo>
                  <a:cubicBezTo>
                    <a:pt x="478" y="563"/>
                    <a:pt x="476" y="564"/>
                    <a:pt x="474" y="564"/>
                  </a:cubicBezTo>
                  <a:close/>
                  <a:moveTo>
                    <a:pt x="543" y="540"/>
                  </a:moveTo>
                  <a:cubicBezTo>
                    <a:pt x="545" y="539"/>
                    <a:pt x="546" y="537"/>
                    <a:pt x="547" y="536"/>
                  </a:cubicBezTo>
                  <a:cubicBezTo>
                    <a:pt x="546" y="537"/>
                    <a:pt x="544" y="541"/>
                    <a:pt x="543" y="540"/>
                  </a:cubicBezTo>
                  <a:close/>
                  <a:moveTo>
                    <a:pt x="619" y="485"/>
                  </a:moveTo>
                  <a:cubicBezTo>
                    <a:pt x="619" y="484"/>
                    <a:pt x="621" y="480"/>
                    <a:pt x="621" y="482"/>
                  </a:cubicBezTo>
                  <a:cubicBezTo>
                    <a:pt x="620" y="483"/>
                    <a:pt x="619" y="487"/>
                    <a:pt x="619" y="485"/>
                  </a:cubicBezTo>
                  <a:close/>
                  <a:moveTo>
                    <a:pt x="617" y="489"/>
                  </a:moveTo>
                  <a:cubicBezTo>
                    <a:pt x="616" y="489"/>
                    <a:pt x="616" y="490"/>
                    <a:pt x="614" y="492"/>
                  </a:cubicBezTo>
                  <a:cubicBezTo>
                    <a:pt x="615" y="491"/>
                    <a:pt x="613" y="493"/>
                    <a:pt x="613" y="492"/>
                  </a:cubicBezTo>
                  <a:cubicBezTo>
                    <a:pt x="615" y="490"/>
                    <a:pt x="615" y="491"/>
                    <a:pt x="616" y="488"/>
                  </a:cubicBezTo>
                  <a:cubicBezTo>
                    <a:pt x="617" y="487"/>
                    <a:pt x="617" y="487"/>
                    <a:pt x="617" y="487"/>
                  </a:cubicBezTo>
                  <a:cubicBezTo>
                    <a:pt x="617" y="487"/>
                    <a:pt x="618" y="487"/>
                    <a:pt x="617" y="489"/>
                  </a:cubicBezTo>
                  <a:close/>
                  <a:moveTo>
                    <a:pt x="609" y="497"/>
                  </a:moveTo>
                  <a:cubicBezTo>
                    <a:pt x="610" y="496"/>
                    <a:pt x="611" y="493"/>
                    <a:pt x="612" y="492"/>
                  </a:cubicBezTo>
                  <a:cubicBezTo>
                    <a:pt x="612" y="494"/>
                    <a:pt x="611" y="496"/>
                    <a:pt x="609" y="497"/>
                  </a:cubicBezTo>
                  <a:close/>
                  <a:moveTo>
                    <a:pt x="551" y="544"/>
                  </a:moveTo>
                  <a:cubicBezTo>
                    <a:pt x="550" y="545"/>
                    <a:pt x="549" y="546"/>
                    <a:pt x="548" y="547"/>
                  </a:cubicBezTo>
                  <a:cubicBezTo>
                    <a:pt x="550" y="545"/>
                    <a:pt x="548" y="545"/>
                    <a:pt x="551" y="542"/>
                  </a:cubicBezTo>
                  <a:cubicBezTo>
                    <a:pt x="552" y="542"/>
                    <a:pt x="549" y="545"/>
                    <a:pt x="551" y="544"/>
                  </a:cubicBezTo>
                  <a:close/>
                  <a:moveTo>
                    <a:pt x="599" y="514"/>
                  </a:moveTo>
                  <a:cubicBezTo>
                    <a:pt x="600" y="513"/>
                    <a:pt x="600" y="512"/>
                    <a:pt x="600" y="511"/>
                  </a:cubicBezTo>
                  <a:cubicBezTo>
                    <a:pt x="602" y="510"/>
                    <a:pt x="602" y="510"/>
                    <a:pt x="602" y="510"/>
                  </a:cubicBezTo>
                  <a:cubicBezTo>
                    <a:pt x="601" y="512"/>
                    <a:pt x="600" y="512"/>
                    <a:pt x="599" y="514"/>
                  </a:cubicBezTo>
                  <a:close/>
                  <a:moveTo>
                    <a:pt x="627" y="488"/>
                  </a:moveTo>
                  <a:cubicBezTo>
                    <a:pt x="629" y="488"/>
                    <a:pt x="628" y="486"/>
                    <a:pt x="630" y="484"/>
                  </a:cubicBezTo>
                  <a:cubicBezTo>
                    <a:pt x="631" y="484"/>
                    <a:pt x="626" y="493"/>
                    <a:pt x="627" y="488"/>
                  </a:cubicBezTo>
                  <a:close/>
                  <a:moveTo>
                    <a:pt x="542" y="553"/>
                  </a:moveTo>
                  <a:cubicBezTo>
                    <a:pt x="540" y="554"/>
                    <a:pt x="539" y="556"/>
                    <a:pt x="537" y="557"/>
                  </a:cubicBezTo>
                  <a:cubicBezTo>
                    <a:pt x="536" y="558"/>
                    <a:pt x="535" y="559"/>
                    <a:pt x="533" y="559"/>
                  </a:cubicBezTo>
                  <a:cubicBezTo>
                    <a:pt x="534" y="561"/>
                    <a:pt x="531" y="563"/>
                    <a:pt x="529" y="564"/>
                  </a:cubicBezTo>
                  <a:cubicBezTo>
                    <a:pt x="533" y="560"/>
                    <a:pt x="532" y="560"/>
                    <a:pt x="535" y="556"/>
                  </a:cubicBezTo>
                  <a:cubicBezTo>
                    <a:pt x="538" y="556"/>
                    <a:pt x="537" y="554"/>
                    <a:pt x="538" y="554"/>
                  </a:cubicBezTo>
                  <a:cubicBezTo>
                    <a:pt x="540" y="552"/>
                    <a:pt x="544" y="548"/>
                    <a:pt x="545" y="548"/>
                  </a:cubicBezTo>
                  <a:cubicBezTo>
                    <a:pt x="545" y="548"/>
                    <a:pt x="543" y="550"/>
                    <a:pt x="544" y="549"/>
                  </a:cubicBezTo>
                  <a:cubicBezTo>
                    <a:pt x="545" y="548"/>
                    <a:pt x="547" y="547"/>
                    <a:pt x="548" y="546"/>
                  </a:cubicBezTo>
                  <a:cubicBezTo>
                    <a:pt x="548" y="547"/>
                    <a:pt x="546" y="548"/>
                    <a:pt x="545" y="549"/>
                  </a:cubicBezTo>
                  <a:cubicBezTo>
                    <a:pt x="544" y="550"/>
                    <a:pt x="541" y="552"/>
                    <a:pt x="542" y="553"/>
                  </a:cubicBezTo>
                  <a:close/>
                  <a:moveTo>
                    <a:pt x="483" y="572"/>
                  </a:moveTo>
                  <a:cubicBezTo>
                    <a:pt x="483" y="571"/>
                    <a:pt x="485" y="570"/>
                    <a:pt x="487" y="569"/>
                  </a:cubicBezTo>
                  <a:cubicBezTo>
                    <a:pt x="487" y="569"/>
                    <a:pt x="484" y="571"/>
                    <a:pt x="483" y="572"/>
                  </a:cubicBezTo>
                  <a:close/>
                  <a:moveTo>
                    <a:pt x="552" y="546"/>
                  </a:moveTo>
                  <a:cubicBezTo>
                    <a:pt x="550" y="547"/>
                    <a:pt x="550" y="547"/>
                    <a:pt x="550" y="547"/>
                  </a:cubicBezTo>
                  <a:cubicBezTo>
                    <a:pt x="551" y="546"/>
                    <a:pt x="551" y="545"/>
                    <a:pt x="552" y="545"/>
                  </a:cubicBezTo>
                  <a:cubicBezTo>
                    <a:pt x="551" y="547"/>
                    <a:pt x="554" y="544"/>
                    <a:pt x="552" y="546"/>
                  </a:cubicBezTo>
                  <a:close/>
                  <a:moveTo>
                    <a:pt x="615" y="506"/>
                  </a:moveTo>
                  <a:cubicBezTo>
                    <a:pt x="615" y="504"/>
                    <a:pt x="617" y="504"/>
                    <a:pt x="618" y="501"/>
                  </a:cubicBezTo>
                  <a:cubicBezTo>
                    <a:pt x="619" y="500"/>
                    <a:pt x="618" y="502"/>
                    <a:pt x="620" y="499"/>
                  </a:cubicBezTo>
                  <a:cubicBezTo>
                    <a:pt x="619" y="504"/>
                    <a:pt x="617" y="503"/>
                    <a:pt x="615" y="506"/>
                  </a:cubicBezTo>
                  <a:close/>
                  <a:moveTo>
                    <a:pt x="587" y="529"/>
                  </a:moveTo>
                  <a:cubicBezTo>
                    <a:pt x="587" y="527"/>
                    <a:pt x="588" y="525"/>
                    <a:pt x="590" y="524"/>
                  </a:cubicBezTo>
                  <a:cubicBezTo>
                    <a:pt x="589" y="526"/>
                    <a:pt x="588" y="528"/>
                    <a:pt x="587" y="529"/>
                  </a:cubicBezTo>
                  <a:close/>
                  <a:moveTo>
                    <a:pt x="606" y="514"/>
                  </a:moveTo>
                  <a:cubicBezTo>
                    <a:pt x="608" y="513"/>
                    <a:pt x="605" y="519"/>
                    <a:pt x="603" y="521"/>
                  </a:cubicBezTo>
                  <a:cubicBezTo>
                    <a:pt x="602" y="520"/>
                    <a:pt x="603" y="518"/>
                    <a:pt x="604" y="517"/>
                  </a:cubicBezTo>
                  <a:cubicBezTo>
                    <a:pt x="605" y="518"/>
                    <a:pt x="606" y="515"/>
                    <a:pt x="606" y="514"/>
                  </a:cubicBezTo>
                  <a:close/>
                  <a:moveTo>
                    <a:pt x="513" y="573"/>
                  </a:moveTo>
                  <a:cubicBezTo>
                    <a:pt x="513" y="574"/>
                    <a:pt x="515" y="572"/>
                    <a:pt x="515" y="571"/>
                  </a:cubicBezTo>
                  <a:cubicBezTo>
                    <a:pt x="517" y="570"/>
                    <a:pt x="517" y="570"/>
                    <a:pt x="517" y="570"/>
                  </a:cubicBezTo>
                  <a:cubicBezTo>
                    <a:pt x="520" y="567"/>
                    <a:pt x="524" y="566"/>
                    <a:pt x="527" y="562"/>
                  </a:cubicBezTo>
                  <a:cubicBezTo>
                    <a:pt x="528" y="562"/>
                    <a:pt x="527" y="564"/>
                    <a:pt x="529" y="561"/>
                  </a:cubicBezTo>
                  <a:cubicBezTo>
                    <a:pt x="531" y="560"/>
                    <a:pt x="532" y="561"/>
                    <a:pt x="529" y="563"/>
                  </a:cubicBezTo>
                  <a:cubicBezTo>
                    <a:pt x="529" y="562"/>
                    <a:pt x="530" y="562"/>
                    <a:pt x="529" y="562"/>
                  </a:cubicBezTo>
                  <a:cubicBezTo>
                    <a:pt x="529" y="563"/>
                    <a:pt x="528" y="565"/>
                    <a:pt x="526" y="566"/>
                  </a:cubicBezTo>
                  <a:cubicBezTo>
                    <a:pt x="524" y="568"/>
                    <a:pt x="522" y="569"/>
                    <a:pt x="521" y="571"/>
                  </a:cubicBezTo>
                  <a:cubicBezTo>
                    <a:pt x="518" y="572"/>
                    <a:pt x="518" y="572"/>
                    <a:pt x="518" y="572"/>
                  </a:cubicBezTo>
                  <a:cubicBezTo>
                    <a:pt x="516" y="573"/>
                    <a:pt x="515" y="576"/>
                    <a:pt x="513" y="576"/>
                  </a:cubicBezTo>
                  <a:cubicBezTo>
                    <a:pt x="513" y="575"/>
                    <a:pt x="517" y="571"/>
                    <a:pt x="520" y="570"/>
                  </a:cubicBezTo>
                  <a:cubicBezTo>
                    <a:pt x="519" y="570"/>
                    <a:pt x="520" y="569"/>
                    <a:pt x="520" y="569"/>
                  </a:cubicBezTo>
                  <a:cubicBezTo>
                    <a:pt x="519" y="570"/>
                    <a:pt x="517" y="570"/>
                    <a:pt x="516" y="572"/>
                  </a:cubicBezTo>
                  <a:cubicBezTo>
                    <a:pt x="514" y="574"/>
                    <a:pt x="512" y="576"/>
                    <a:pt x="509" y="577"/>
                  </a:cubicBezTo>
                  <a:cubicBezTo>
                    <a:pt x="513" y="575"/>
                    <a:pt x="511" y="575"/>
                    <a:pt x="513" y="573"/>
                  </a:cubicBezTo>
                  <a:close/>
                  <a:moveTo>
                    <a:pt x="584" y="533"/>
                  </a:moveTo>
                  <a:cubicBezTo>
                    <a:pt x="584" y="534"/>
                    <a:pt x="586" y="532"/>
                    <a:pt x="585" y="533"/>
                  </a:cubicBezTo>
                  <a:cubicBezTo>
                    <a:pt x="584" y="534"/>
                    <a:pt x="584" y="536"/>
                    <a:pt x="582" y="536"/>
                  </a:cubicBezTo>
                  <a:cubicBezTo>
                    <a:pt x="583" y="534"/>
                    <a:pt x="582" y="534"/>
                    <a:pt x="583" y="532"/>
                  </a:cubicBezTo>
                  <a:cubicBezTo>
                    <a:pt x="585" y="531"/>
                    <a:pt x="585" y="531"/>
                    <a:pt x="585" y="531"/>
                  </a:cubicBezTo>
                  <a:lnTo>
                    <a:pt x="584" y="533"/>
                  </a:lnTo>
                  <a:close/>
                  <a:moveTo>
                    <a:pt x="427" y="585"/>
                  </a:moveTo>
                  <a:cubicBezTo>
                    <a:pt x="426" y="585"/>
                    <a:pt x="429" y="583"/>
                    <a:pt x="430" y="583"/>
                  </a:cubicBezTo>
                  <a:cubicBezTo>
                    <a:pt x="429" y="584"/>
                    <a:pt x="428" y="585"/>
                    <a:pt x="427" y="585"/>
                  </a:cubicBezTo>
                  <a:close/>
                  <a:moveTo>
                    <a:pt x="453" y="586"/>
                  </a:moveTo>
                  <a:cubicBezTo>
                    <a:pt x="454" y="585"/>
                    <a:pt x="460" y="584"/>
                    <a:pt x="458" y="584"/>
                  </a:cubicBezTo>
                  <a:cubicBezTo>
                    <a:pt x="456" y="585"/>
                    <a:pt x="455" y="586"/>
                    <a:pt x="453" y="586"/>
                  </a:cubicBezTo>
                  <a:close/>
                  <a:moveTo>
                    <a:pt x="593" y="532"/>
                  </a:moveTo>
                  <a:cubicBezTo>
                    <a:pt x="594" y="530"/>
                    <a:pt x="594" y="530"/>
                    <a:pt x="594" y="530"/>
                  </a:cubicBezTo>
                  <a:cubicBezTo>
                    <a:pt x="594" y="529"/>
                    <a:pt x="595" y="529"/>
                    <a:pt x="595" y="529"/>
                  </a:cubicBezTo>
                  <a:cubicBezTo>
                    <a:pt x="594" y="530"/>
                    <a:pt x="595" y="531"/>
                    <a:pt x="593" y="532"/>
                  </a:cubicBezTo>
                  <a:close/>
                  <a:moveTo>
                    <a:pt x="575" y="547"/>
                  </a:moveTo>
                  <a:cubicBezTo>
                    <a:pt x="576" y="546"/>
                    <a:pt x="575" y="546"/>
                    <a:pt x="574" y="547"/>
                  </a:cubicBezTo>
                  <a:cubicBezTo>
                    <a:pt x="576" y="544"/>
                    <a:pt x="576" y="544"/>
                    <a:pt x="576" y="544"/>
                  </a:cubicBezTo>
                  <a:cubicBezTo>
                    <a:pt x="577" y="543"/>
                    <a:pt x="578" y="542"/>
                    <a:pt x="580" y="540"/>
                  </a:cubicBezTo>
                  <a:cubicBezTo>
                    <a:pt x="578" y="543"/>
                    <a:pt x="577" y="545"/>
                    <a:pt x="575" y="547"/>
                  </a:cubicBezTo>
                  <a:close/>
                  <a:moveTo>
                    <a:pt x="592" y="533"/>
                  </a:moveTo>
                  <a:cubicBezTo>
                    <a:pt x="592" y="535"/>
                    <a:pt x="592" y="535"/>
                    <a:pt x="593" y="535"/>
                  </a:cubicBezTo>
                  <a:cubicBezTo>
                    <a:pt x="592" y="536"/>
                    <a:pt x="591" y="537"/>
                    <a:pt x="590" y="538"/>
                  </a:cubicBezTo>
                  <a:cubicBezTo>
                    <a:pt x="593" y="533"/>
                    <a:pt x="587" y="541"/>
                    <a:pt x="587" y="539"/>
                  </a:cubicBezTo>
                  <a:cubicBezTo>
                    <a:pt x="589" y="537"/>
                    <a:pt x="592" y="532"/>
                    <a:pt x="593" y="533"/>
                  </a:cubicBezTo>
                  <a:lnTo>
                    <a:pt x="592" y="533"/>
                  </a:lnTo>
                  <a:close/>
                  <a:moveTo>
                    <a:pt x="566" y="553"/>
                  </a:moveTo>
                  <a:cubicBezTo>
                    <a:pt x="567" y="553"/>
                    <a:pt x="569" y="550"/>
                    <a:pt x="571" y="549"/>
                  </a:cubicBezTo>
                  <a:cubicBezTo>
                    <a:pt x="571" y="551"/>
                    <a:pt x="566" y="555"/>
                    <a:pt x="566" y="553"/>
                  </a:cubicBezTo>
                  <a:close/>
                  <a:moveTo>
                    <a:pt x="562" y="556"/>
                  </a:moveTo>
                  <a:cubicBezTo>
                    <a:pt x="561" y="558"/>
                    <a:pt x="561" y="556"/>
                    <a:pt x="560" y="558"/>
                  </a:cubicBezTo>
                  <a:cubicBezTo>
                    <a:pt x="560" y="559"/>
                    <a:pt x="561" y="558"/>
                    <a:pt x="561" y="559"/>
                  </a:cubicBezTo>
                  <a:cubicBezTo>
                    <a:pt x="560" y="559"/>
                    <a:pt x="559" y="560"/>
                    <a:pt x="558" y="560"/>
                  </a:cubicBezTo>
                  <a:cubicBezTo>
                    <a:pt x="559" y="559"/>
                    <a:pt x="560" y="558"/>
                    <a:pt x="558" y="559"/>
                  </a:cubicBezTo>
                  <a:cubicBezTo>
                    <a:pt x="559" y="558"/>
                    <a:pt x="560" y="556"/>
                    <a:pt x="561" y="556"/>
                  </a:cubicBezTo>
                  <a:cubicBezTo>
                    <a:pt x="561" y="556"/>
                    <a:pt x="560" y="557"/>
                    <a:pt x="561" y="556"/>
                  </a:cubicBezTo>
                  <a:cubicBezTo>
                    <a:pt x="563" y="554"/>
                    <a:pt x="562" y="555"/>
                    <a:pt x="563" y="554"/>
                  </a:cubicBezTo>
                  <a:cubicBezTo>
                    <a:pt x="565" y="552"/>
                    <a:pt x="562" y="555"/>
                    <a:pt x="562" y="556"/>
                  </a:cubicBezTo>
                  <a:close/>
                  <a:moveTo>
                    <a:pt x="548" y="564"/>
                  </a:moveTo>
                  <a:cubicBezTo>
                    <a:pt x="549" y="562"/>
                    <a:pt x="551" y="560"/>
                    <a:pt x="553" y="559"/>
                  </a:cubicBezTo>
                  <a:cubicBezTo>
                    <a:pt x="552" y="561"/>
                    <a:pt x="550" y="563"/>
                    <a:pt x="548" y="564"/>
                  </a:cubicBezTo>
                  <a:close/>
                  <a:moveTo>
                    <a:pt x="586" y="541"/>
                  </a:moveTo>
                  <a:cubicBezTo>
                    <a:pt x="585" y="543"/>
                    <a:pt x="582" y="545"/>
                    <a:pt x="580" y="548"/>
                  </a:cubicBezTo>
                  <a:cubicBezTo>
                    <a:pt x="581" y="545"/>
                    <a:pt x="583" y="544"/>
                    <a:pt x="585" y="541"/>
                  </a:cubicBezTo>
                  <a:cubicBezTo>
                    <a:pt x="585" y="542"/>
                    <a:pt x="586" y="541"/>
                    <a:pt x="586" y="541"/>
                  </a:cubicBezTo>
                  <a:close/>
                  <a:moveTo>
                    <a:pt x="502" y="583"/>
                  </a:moveTo>
                  <a:cubicBezTo>
                    <a:pt x="502" y="583"/>
                    <a:pt x="503" y="582"/>
                    <a:pt x="503" y="581"/>
                  </a:cubicBezTo>
                  <a:cubicBezTo>
                    <a:pt x="505" y="581"/>
                    <a:pt x="506" y="580"/>
                    <a:pt x="507" y="579"/>
                  </a:cubicBezTo>
                  <a:cubicBezTo>
                    <a:pt x="508" y="578"/>
                    <a:pt x="508" y="578"/>
                    <a:pt x="509" y="578"/>
                  </a:cubicBezTo>
                  <a:cubicBezTo>
                    <a:pt x="507" y="580"/>
                    <a:pt x="504" y="582"/>
                    <a:pt x="502" y="583"/>
                  </a:cubicBezTo>
                  <a:close/>
                  <a:moveTo>
                    <a:pt x="576" y="550"/>
                  </a:moveTo>
                  <a:cubicBezTo>
                    <a:pt x="578" y="549"/>
                    <a:pt x="579" y="547"/>
                    <a:pt x="580" y="546"/>
                  </a:cubicBezTo>
                  <a:cubicBezTo>
                    <a:pt x="580" y="548"/>
                    <a:pt x="577" y="551"/>
                    <a:pt x="576" y="550"/>
                  </a:cubicBezTo>
                  <a:close/>
                  <a:moveTo>
                    <a:pt x="428" y="595"/>
                  </a:moveTo>
                  <a:cubicBezTo>
                    <a:pt x="431" y="594"/>
                    <a:pt x="434" y="594"/>
                    <a:pt x="436" y="592"/>
                  </a:cubicBezTo>
                  <a:cubicBezTo>
                    <a:pt x="436" y="594"/>
                    <a:pt x="431" y="595"/>
                    <a:pt x="428" y="595"/>
                  </a:cubicBezTo>
                  <a:close/>
                  <a:moveTo>
                    <a:pt x="589" y="543"/>
                  </a:moveTo>
                  <a:cubicBezTo>
                    <a:pt x="589" y="543"/>
                    <a:pt x="588" y="545"/>
                    <a:pt x="588" y="546"/>
                  </a:cubicBezTo>
                  <a:cubicBezTo>
                    <a:pt x="587" y="547"/>
                    <a:pt x="586" y="548"/>
                    <a:pt x="585" y="549"/>
                  </a:cubicBezTo>
                  <a:cubicBezTo>
                    <a:pt x="584" y="550"/>
                    <a:pt x="584" y="548"/>
                    <a:pt x="584" y="548"/>
                  </a:cubicBezTo>
                  <a:cubicBezTo>
                    <a:pt x="583" y="551"/>
                    <a:pt x="581" y="553"/>
                    <a:pt x="579" y="555"/>
                  </a:cubicBezTo>
                  <a:cubicBezTo>
                    <a:pt x="576" y="556"/>
                    <a:pt x="575" y="558"/>
                    <a:pt x="571" y="561"/>
                  </a:cubicBezTo>
                  <a:cubicBezTo>
                    <a:pt x="572" y="559"/>
                    <a:pt x="577" y="554"/>
                    <a:pt x="580" y="552"/>
                  </a:cubicBezTo>
                  <a:cubicBezTo>
                    <a:pt x="579" y="552"/>
                    <a:pt x="579" y="552"/>
                    <a:pt x="579" y="551"/>
                  </a:cubicBezTo>
                  <a:cubicBezTo>
                    <a:pt x="582" y="549"/>
                    <a:pt x="583" y="548"/>
                    <a:pt x="582" y="550"/>
                  </a:cubicBezTo>
                  <a:cubicBezTo>
                    <a:pt x="584" y="547"/>
                    <a:pt x="589" y="540"/>
                    <a:pt x="592" y="539"/>
                  </a:cubicBezTo>
                  <a:cubicBezTo>
                    <a:pt x="590" y="542"/>
                    <a:pt x="590" y="541"/>
                    <a:pt x="589" y="543"/>
                  </a:cubicBezTo>
                  <a:close/>
                  <a:moveTo>
                    <a:pt x="561" y="561"/>
                  </a:moveTo>
                  <a:cubicBezTo>
                    <a:pt x="561" y="560"/>
                    <a:pt x="562" y="558"/>
                    <a:pt x="565" y="556"/>
                  </a:cubicBezTo>
                  <a:cubicBezTo>
                    <a:pt x="562" y="559"/>
                    <a:pt x="564" y="558"/>
                    <a:pt x="561" y="561"/>
                  </a:cubicBezTo>
                  <a:close/>
                  <a:moveTo>
                    <a:pt x="581" y="548"/>
                  </a:moveTo>
                  <a:cubicBezTo>
                    <a:pt x="580" y="549"/>
                    <a:pt x="579" y="550"/>
                    <a:pt x="578" y="551"/>
                  </a:cubicBezTo>
                  <a:cubicBezTo>
                    <a:pt x="579" y="549"/>
                    <a:pt x="582" y="546"/>
                    <a:pt x="581" y="548"/>
                  </a:cubicBezTo>
                  <a:close/>
                  <a:moveTo>
                    <a:pt x="495" y="587"/>
                  </a:moveTo>
                  <a:cubicBezTo>
                    <a:pt x="494" y="588"/>
                    <a:pt x="493" y="588"/>
                    <a:pt x="493" y="589"/>
                  </a:cubicBezTo>
                  <a:cubicBezTo>
                    <a:pt x="490" y="590"/>
                    <a:pt x="490" y="590"/>
                    <a:pt x="490" y="590"/>
                  </a:cubicBezTo>
                  <a:cubicBezTo>
                    <a:pt x="487" y="592"/>
                    <a:pt x="486" y="592"/>
                    <a:pt x="482" y="595"/>
                  </a:cubicBezTo>
                  <a:cubicBezTo>
                    <a:pt x="483" y="594"/>
                    <a:pt x="481" y="595"/>
                    <a:pt x="483" y="593"/>
                  </a:cubicBezTo>
                  <a:cubicBezTo>
                    <a:pt x="485" y="593"/>
                    <a:pt x="487" y="591"/>
                    <a:pt x="489" y="590"/>
                  </a:cubicBezTo>
                  <a:cubicBezTo>
                    <a:pt x="488" y="590"/>
                    <a:pt x="487" y="590"/>
                    <a:pt x="489" y="588"/>
                  </a:cubicBezTo>
                  <a:cubicBezTo>
                    <a:pt x="491" y="587"/>
                    <a:pt x="492" y="586"/>
                    <a:pt x="494" y="586"/>
                  </a:cubicBezTo>
                  <a:cubicBezTo>
                    <a:pt x="492" y="587"/>
                    <a:pt x="491" y="588"/>
                    <a:pt x="490" y="589"/>
                  </a:cubicBezTo>
                  <a:cubicBezTo>
                    <a:pt x="491" y="590"/>
                    <a:pt x="494" y="587"/>
                    <a:pt x="495" y="587"/>
                  </a:cubicBezTo>
                  <a:close/>
                  <a:moveTo>
                    <a:pt x="493" y="587"/>
                  </a:moveTo>
                  <a:cubicBezTo>
                    <a:pt x="495" y="586"/>
                    <a:pt x="496" y="585"/>
                    <a:pt x="498" y="585"/>
                  </a:cubicBezTo>
                  <a:cubicBezTo>
                    <a:pt x="497" y="586"/>
                    <a:pt x="495" y="587"/>
                    <a:pt x="493" y="587"/>
                  </a:cubicBezTo>
                  <a:close/>
                  <a:moveTo>
                    <a:pt x="570" y="559"/>
                  </a:moveTo>
                  <a:cubicBezTo>
                    <a:pt x="567" y="561"/>
                    <a:pt x="570" y="557"/>
                    <a:pt x="568" y="559"/>
                  </a:cubicBezTo>
                  <a:cubicBezTo>
                    <a:pt x="569" y="558"/>
                    <a:pt x="570" y="556"/>
                    <a:pt x="572" y="556"/>
                  </a:cubicBezTo>
                  <a:cubicBezTo>
                    <a:pt x="572" y="556"/>
                    <a:pt x="571" y="558"/>
                    <a:pt x="570" y="559"/>
                  </a:cubicBezTo>
                  <a:close/>
                  <a:moveTo>
                    <a:pt x="406" y="597"/>
                  </a:moveTo>
                  <a:cubicBezTo>
                    <a:pt x="407" y="596"/>
                    <a:pt x="409" y="596"/>
                    <a:pt x="410" y="596"/>
                  </a:cubicBezTo>
                  <a:cubicBezTo>
                    <a:pt x="409" y="597"/>
                    <a:pt x="407" y="597"/>
                    <a:pt x="406" y="597"/>
                  </a:cubicBezTo>
                  <a:close/>
                  <a:moveTo>
                    <a:pt x="573" y="557"/>
                  </a:moveTo>
                  <a:cubicBezTo>
                    <a:pt x="572" y="558"/>
                    <a:pt x="572" y="557"/>
                    <a:pt x="571" y="558"/>
                  </a:cubicBezTo>
                  <a:cubicBezTo>
                    <a:pt x="572" y="557"/>
                    <a:pt x="573" y="556"/>
                    <a:pt x="574" y="555"/>
                  </a:cubicBezTo>
                  <a:lnTo>
                    <a:pt x="573" y="557"/>
                  </a:lnTo>
                  <a:close/>
                  <a:moveTo>
                    <a:pt x="525" y="583"/>
                  </a:moveTo>
                  <a:cubicBezTo>
                    <a:pt x="524" y="583"/>
                    <a:pt x="524" y="583"/>
                    <a:pt x="524" y="583"/>
                  </a:cubicBezTo>
                  <a:cubicBezTo>
                    <a:pt x="525" y="581"/>
                    <a:pt x="527" y="579"/>
                    <a:pt x="530" y="578"/>
                  </a:cubicBezTo>
                  <a:cubicBezTo>
                    <a:pt x="529" y="580"/>
                    <a:pt x="527" y="581"/>
                    <a:pt x="525" y="583"/>
                  </a:cubicBezTo>
                  <a:close/>
                  <a:moveTo>
                    <a:pt x="565" y="564"/>
                  </a:moveTo>
                  <a:cubicBezTo>
                    <a:pt x="562" y="565"/>
                    <a:pt x="560" y="569"/>
                    <a:pt x="557" y="570"/>
                  </a:cubicBezTo>
                  <a:cubicBezTo>
                    <a:pt x="560" y="568"/>
                    <a:pt x="561" y="565"/>
                    <a:pt x="564" y="563"/>
                  </a:cubicBezTo>
                  <a:cubicBezTo>
                    <a:pt x="564" y="564"/>
                    <a:pt x="565" y="563"/>
                    <a:pt x="565" y="564"/>
                  </a:cubicBezTo>
                  <a:close/>
                  <a:moveTo>
                    <a:pt x="552" y="571"/>
                  </a:moveTo>
                  <a:cubicBezTo>
                    <a:pt x="551" y="571"/>
                    <a:pt x="551" y="572"/>
                    <a:pt x="550" y="573"/>
                  </a:cubicBezTo>
                  <a:cubicBezTo>
                    <a:pt x="549" y="573"/>
                    <a:pt x="548" y="574"/>
                    <a:pt x="548" y="573"/>
                  </a:cubicBezTo>
                  <a:cubicBezTo>
                    <a:pt x="550" y="573"/>
                    <a:pt x="550" y="571"/>
                    <a:pt x="552" y="571"/>
                  </a:cubicBezTo>
                  <a:close/>
                  <a:moveTo>
                    <a:pt x="568" y="563"/>
                  </a:moveTo>
                  <a:cubicBezTo>
                    <a:pt x="568" y="564"/>
                    <a:pt x="571" y="561"/>
                    <a:pt x="570" y="563"/>
                  </a:cubicBezTo>
                  <a:cubicBezTo>
                    <a:pt x="567" y="566"/>
                    <a:pt x="569" y="563"/>
                    <a:pt x="567" y="565"/>
                  </a:cubicBezTo>
                  <a:cubicBezTo>
                    <a:pt x="568" y="562"/>
                    <a:pt x="568" y="562"/>
                    <a:pt x="568" y="562"/>
                  </a:cubicBezTo>
                  <a:cubicBezTo>
                    <a:pt x="569" y="561"/>
                    <a:pt x="572" y="559"/>
                    <a:pt x="571" y="560"/>
                  </a:cubicBezTo>
                  <a:cubicBezTo>
                    <a:pt x="570" y="561"/>
                    <a:pt x="569" y="562"/>
                    <a:pt x="568" y="563"/>
                  </a:cubicBezTo>
                  <a:close/>
                  <a:moveTo>
                    <a:pt x="476" y="597"/>
                  </a:moveTo>
                  <a:cubicBezTo>
                    <a:pt x="479" y="596"/>
                    <a:pt x="478" y="595"/>
                    <a:pt x="481" y="594"/>
                  </a:cubicBezTo>
                  <a:cubicBezTo>
                    <a:pt x="480" y="596"/>
                    <a:pt x="476" y="598"/>
                    <a:pt x="476" y="597"/>
                  </a:cubicBezTo>
                  <a:close/>
                  <a:moveTo>
                    <a:pt x="539" y="581"/>
                  </a:moveTo>
                  <a:cubicBezTo>
                    <a:pt x="540" y="579"/>
                    <a:pt x="542" y="578"/>
                    <a:pt x="544" y="576"/>
                  </a:cubicBezTo>
                  <a:cubicBezTo>
                    <a:pt x="543" y="579"/>
                    <a:pt x="541" y="580"/>
                    <a:pt x="539" y="581"/>
                  </a:cubicBezTo>
                  <a:close/>
                  <a:moveTo>
                    <a:pt x="384" y="601"/>
                  </a:moveTo>
                  <a:cubicBezTo>
                    <a:pt x="385" y="601"/>
                    <a:pt x="386" y="600"/>
                    <a:pt x="388" y="600"/>
                  </a:cubicBezTo>
                  <a:cubicBezTo>
                    <a:pt x="388" y="601"/>
                    <a:pt x="385" y="602"/>
                    <a:pt x="384" y="601"/>
                  </a:cubicBezTo>
                  <a:close/>
                  <a:moveTo>
                    <a:pt x="523" y="589"/>
                  </a:moveTo>
                  <a:cubicBezTo>
                    <a:pt x="525" y="588"/>
                    <a:pt x="526" y="586"/>
                    <a:pt x="528" y="585"/>
                  </a:cubicBezTo>
                  <a:cubicBezTo>
                    <a:pt x="527" y="587"/>
                    <a:pt x="523" y="590"/>
                    <a:pt x="523" y="589"/>
                  </a:cubicBezTo>
                  <a:close/>
                  <a:moveTo>
                    <a:pt x="465" y="603"/>
                  </a:moveTo>
                  <a:cubicBezTo>
                    <a:pt x="463" y="604"/>
                    <a:pt x="460" y="605"/>
                    <a:pt x="458" y="606"/>
                  </a:cubicBezTo>
                  <a:cubicBezTo>
                    <a:pt x="460" y="604"/>
                    <a:pt x="466" y="601"/>
                    <a:pt x="465" y="603"/>
                  </a:cubicBezTo>
                  <a:close/>
                  <a:moveTo>
                    <a:pt x="552" y="583"/>
                  </a:moveTo>
                  <a:cubicBezTo>
                    <a:pt x="554" y="581"/>
                    <a:pt x="552" y="583"/>
                    <a:pt x="551" y="583"/>
                  </a:cubicBezTo>
                  <a:cubicBezTo>
                    <a:pt x="552" y="582"/>
                    <a:pt x="553" y="582"/>
                    <a:pt x="554" y="580"/>
                  </a:cubicBezTo>
                  <a:cubicBezTo>
                    <a:pt x="552" y="581"/>
                    <a:pt x="551" y="583"/>
                    <a:pt x="549" y="584"/>
                  </a:cubicBezTo>
                  <a:cubicBezTo>
                    <a:pt x="548" y="584"/>
                    <a:pt x="546" y="584"/>
                    <a:pt x="549" y="582"/>
                  </a:cubicBezTo>
                  <a:cubicBezTo>
                    <a:pt x="548" y="584"/>
                    <a:pt x="551" y="581"/>
                    <a:pt x="552" y="581"/>
                  </a:cubicBezTo>
                  <a:cubicBezTo>
                    <a:pt x="553" y="578"/>
                    <a:pt x="556" y="578"/>
                    <a:pt x="557" y="576"/>
                  </a:cubicBezTo>
                  <a:cubicBezTo>
                    <a:pt x="559" y="575"/>
                    <a:pt x="560" y="574"/>
                    <a:pt x="562" y="572"/>
                  </a:cubicBezTo>
                  <a:cubicBezTo>
                    <a:pt x="563" y="571"/>
                    <a:pt x="561" y="573"/>
                    <a:pt x="561" y="572"/>
                  </a:cubicBezTo>
                  <a:cubicBezTo>
                    <a:pt x="566" y="569"/>
                    <a:pt x="564" y="572"/>
                    <a:pt x="563" y="575"/>
                  </a:cubicBezTo>
                  <a:cubicBezTo>
                    <a:pt x="562" y="575"/>
                    <a:pt x="562" y="574"/>
                    <a:pt x="562" y="574"/>
                  </a:cubicBezTo>
                  <a:cubicBezTo>
                    <a:pt x="561" y="575"/>
                    <a:pt x="560" y="575"/>
                    <a:pt x="560" y="576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0" y="578"/>
                    <a:pt x="559" y="578"/>
                    <a:pt x="560" y="579"/>
                  </a:cubicBezTo>
                  <a:cubicBezTo>
                    <a:pt x="559" y="580"/>
                    <a:pt x="558" y="581"/>
                    <a:pt x="556" y="581"/>
                  </a:cubicBezTo>
                  <a:cubicBezTo>
                    <a:pt x="556" y="580"/>
                    <a:pt x="558" y="579"/>
                    <a:pt x="557" y="579"/>
                  </a:cubicBezTo>
                  <a:cubicBezTo>
                    <a:pt x="556" y="581"/>
                    <a:pt x="554" y="582"/>
                    <a:pt x="552" y="583"/>
                  </a:cubicBezTo>
                  <a:close/>
                  <a:moveTo>
                    <a:pt x="535" y="590"/>
                  </a:moveTo>
                  <a:cubicBezTo>
                    <a:pt x="535" y="590"/>
                    <a:pt x="533" y="592"/>
                    <a:pt x="532" y="593"/>
                  </a:cubicBezTo>
                  <a:cubicBezTo>
                    <a:pt x="531" y="593"/>
                    <a:pt x="528" y="595"/>
                    <a:pt x="526" y="597"/>
                  </a:cubicBezTo>
                  <a:cubicBezTo>
                    <a:pt x="528" y="594"/>
                    <a:pt x="524" y="598"/>
                    <a:pt x="522" y="598"/>
                  </a:cubicBezTo>
                  <a:cubicBezTo>
                    <a:pt x="524" y="596"/>
                    <a:pt x="527" y="595"/>
                    <a:pt x="529" y="593"/>
                  </a:cubicBezTo>
                  <a:cubicBezTo>
                    <a:pt x="532" y="589"/>
                    <a:pt x="530" y="589"/>
                    <a:pt x="535" y="586"/>
                  </a:cubicBezTo>
                  <a:cubicBezTo>
                    <a:pt x="532" y="589"/>
                    <a:pt x="530" y="593"/>
                    <a:pt x="535" y="590"/>
                  </a:cubicBezTo>
                  <a:close/>
                  <a:moveTo>
                    <a:pt x="367" y="604"/>
                  </a:moveTo>
                  <a:cubicBezTo>
                    <a:pt x="366" y="604"/>
                    <a:pt x="369" y="603"/>
                    <a:pt x="367" y="603"/>
                  </a:cubicBezTo>
                  <a:cubicBezTo>
                    <a:pt x="364" y="604"/>
                    <a:pt x="366" y="604"/>
                    <a:pt x="364" y="605"/>
                  </a:cubicBezTo>
                  <a:cubicBezTo>
                    <a:pt x="364" y="605"/>
                    <a:pt x="363" y="605"/>
                    <a:pt x="362" y="605"/>
                  </a:cubicBezTo>
                  <a:cubicBezTo>
                    <a:pt x="364" y="603"/>
                    <a:pt x="366" y="603"/>
                    <a:pt x="367" y="601"/>
                  </a:cubicBezTo>
                  <a:cubicBezTo>
                    <a:pt x="371" y="602"/>
                    <a:pt x="371" y="602"/>
                    <a:pt x="375" y="602"/>
                  </a:cubicBezTo>
                  <a:cubicBezTo>
                    <a:pt x="373" y="603"/>
                    <a:pt x="370" y="604"/>
                    <a:pt x="367" y="604"/>
                  </a:cubicBezTo>
                  <a:close/>
                  <a:moveTo>
                    <a:pt x="452" y="608"/>
                  </a:moveTo>
                  <a:cubicBezTo>
                    <a:pt x="453" y="607"/>
                    <a:pt x="455" y="606"/>
                    <a:pt x="457" y="606"/>
                  </a:cubicBezTo>
                  <a:cubicBezTo>
                    <a:pt x="456" y="607"/>
                    <a:pt x="454" y="607"/>
                    <a:pt x="452" y="608"/>
                  </a:cubicBezTo>
                  <a:close/>
                  <a:moveTo>
                    <a:pt x="564" y="575"/>
                  </a:moveTo>
                  <a:cubicBezTo>
                    <a:pt x="565" y="574"/>
                    <a:pt x="563" y="576"/>
                    <a:pt x="564" y="574"/>
                  </a:cubicBezTo>
                  <a:cubicBezTo>
                    <a:pt x="566" y="572"/>
                    <a:pt x="566" y="573"/>
                    <a:pt x="564" y="575"/>
                  </a:cubicBezTo>
                  <a:close/>
                  <a:moveTo>
                    <a:pt x="524" y="595"/>
                  </a:moveTo>
                  <a:cubicBezTo>
                    <a:pt x="525" y="594"/>
                    <a:pt x="527" y="592"/>
                    <a:pt x="528" y="591"/>
                  </a:cubicBezTo>
                  <a:cubicBezTo>
                    <a:pt x="528" y="591"/>
                    <a:pt x="529" y="590"/>
                    <a:pt x="530" y="590"/>
                  </a:cubicBezTo>
                  <a:cubicBezTo>
                    <a:pt x="531" y="590"/>
                    <a:pt x="527" y="594"/>
                    <a:pt x="524" y="595"/>
                  </a:cubicBezTo>
                  <a:close/>
                  <a:moveTo>
                    <a:pt x="448" y="610"/>
                  </a:moveTo>
                  <a:cubicBezTo>
                    <a:pt x="447" y="610"/>
                    <a:pt x="445" y="610"/>
                    <a:pt x="446" y="609"/>
                  </a:cubicBezTo>
                  <a:cubicBezTo>
                    <a:pt x="448" y="609"/>
                    <a:pt x="448" y="608"/>
                    <a:pt x="450" y="608"/>
                  </a:cubicBezTo>
                  <a:lnTo>
                    <a:pt x="448" y="610"/>
                  </a:lnTo>
                  <a:close/>
                  <a:moveTo>
                    <a:pt x="488" y="606"/>
                  </a:moveTo>
                  <a:cubicBezTo>
                    <a:pt x="485" y="606"/>
                    <a:pt x="490" y="603"/>
                    <a:pt x="492" y="603"/>
                  </a:cubicBezTo>
                  <a:cubicBezTo>
                    <a:pt x="491" y="604"/>
                    <a:pt x="489" y="604"/>
                    <a:pt x="488" y="606"/>
                  </a:cubicBezTo>
                  <a:close/>
                  <a:moveTo>
                    <a:pt x="548" y="585"/>
                  </a:moveTo>
                  <a:cubicBezTo>
                    <a:pt x="547" y="586"/>
                    <a:pt x="544" y="587"/>
                    <a:pt x="546" y="585"/>
                  </a:cubicBezTo>
                  <a:cubicBezTo>
                    <a:pt x="547" y="585"/>
                    <a:pt x="548" y="584"/>
                    <a:pt x="548" y="585"/>
                  </a:cubicBezTo>
                  <a:close/>
                  <a:moveTo>
                    <a:pt x="445" y="612"/>
                  </a:moveTo>
                  <a:cubicBezTo>
                    <a:pt x="445" y="612"/>
                    <a:pt x="446" y="611"/>
                    <a:pt x="445" y="611"/>
                  </a:cubicBezTo>
                  <a:cubicBezTo>
                    <a:pt x="444" y="612"/>
                    <a:pt x="443" y="612"/>
                    <a:pt x="443" y="613"/>
                  </a:cubicBezTo>
                  <a:cubicBezTo>
                    <a:pt x="444" y="611"/>
                    <a:pt x="446" y="611"/>
                    <a:pt x="448" y="610"/>
                  </a:cubicBezTo>
                  <a:cubicBezTo>
                    <a:pt x="447" y="611"/>
                    <a:pt x="446" y="612"/>
                    <a:pt x="445" y="612"/>
                  </a:cubicBezTo>
                  <a:close/>
                  <a:moveTo>
                    <a:pt x="448" y="614"/>
                  </a:moveTo>
                  <a:cubicBezTo>
                    <a:pt x="449" y="614"/>
                    <a:pt x="451" y="612"/>
                    <a:pt x="453" y="612"/>
                  </a:cubicBezTo>
                  <a:cubicBezTo>
                    <a:pt x="452" y="614"/>
                    <a:pt x="447" y="615"/>
                    <a:pt x="448" y="614"/>
                  </a:cubicBezTo>
                  <a:close/>
                  <a:moveTo>
                    <a:pt x="569" y="580"/>
                  </a:moveTo>
                  <a:cubicBezTo>
                    <a:pt x="569" y="579"/>
                    <a:pt x="567" y="582"/>
                    <a:pt x="568" y="582"/>
                  </a:cubicBezTo>
                  <a:cubicBezTo>
                    <a:pt x="566" y="583"/>
                    <a:pt x="566" y="582"/>
                    <a:pt x="567" y="581"/>
                  </a:cubicBezTo>
                  <a:cubicBezTo>
                    <a:pt x="569" y="579"/>
                    <a:pt x="568" y="579"/>
                    <a:pt x="571" y="577"/>
                  </a:cubicBezTo>
                  <a:cubicBezTo>
                    <a:pt x="571" y="578"/>
                    <a:pt x="570" y="579"/>
                    <a:pt x="569" y="580"/>
                  </a:cubicBezTo>
                  <a:close/>
                  <a:moveTo>
                    <a:pt x="331" y="605"/>
                  </a:moveTo>
                  <a:cubicBezTo>
                    <a:pt x="333" y="604"/>
                    <a:pt x="334" y="605"/>
                    <a:pt x="336" y="605"/>
                  </a:cubicBezTo>
                  <a:cubicBezTo>
                    <a:pt x="334" y="606"/>
                    <a:pt x="333" y="606"/>
                    <a:pt x="331" y="605"/>
                  </a:cubicBezTo>
                  <a:close/>
                  <a:moveTo>
                    <a:pt x="455" y="621"/>
                  </a:moveTo>
                  <a:cubicBezTo>
                    <a:pt x="456" y="620"/>
                    <a:pt x="458" y="620"/>
                    <a:pt x="459" y="620"/>
                  </a:cubicBezTo>
                  <a:cubicBezTo>
                    <a:pt x="458" y="621"/>
                    <a:pt x="456" y="621"/>
                    <a:pt x="455" y="621"/>
                  </a:cubicBezTo>
                  <a:close/>
                  <a:moveTo>
                    <a:pt x="404" y="622"/>
                  </a:moveTo>
                  <a:cubicBezTo>
                    <a:pt x="401" y="622"/>
                    <a:pt x="404" y="620"/>
                    <a:pt x="406" y="621"/>
                  </a:cubicBezTo>
                  <a:cubicBezTo>
                    <a:pt x="404" y="622"/>
                    <a:pt x="406" y="622"/>
                    <a:pt x="404" y="622"/>
                  </a:cubicBezTo>
                  <a:close/>
                  <a:moveTo>
                    <a:pt x="445" y="624"/>
                  </a:moveTo>
                  <a:cubicBezTo>
                    <a:pt x="444" y="625"/>
                    <a:pt x="442" y="626"/>
                    <a:pt x="441" y="626"/>
                  </a:cubicBezTo>
                  <a:cubicBezTo>
                    <a:pt x="439" y="627"/>
                    <a:pt x="437" y="627"/>
                    <a:pt x="437" y="627"/>
                  </a:cubicBezTo>
                  <a:cubicBezTo>
                    <a:pt x="440" y="627"/>
                    <a:pt x="442" y="625"/>
                    <a:pt x="444" y="624"/>
                  </a:cubicBezTo>
                  <a:cubicBezTo>
                    <a:pt x="443" y="625"/>
                    <a:pt x="446" y="623"/>
                    <a:pt x="445" y="624"/>
                  </a:cubicBezTo>
                  <a:close/>
                  <a:moveTo>
                    <a:pt x="305" y="602"/>
                  </a:moveTo>
                  <a:cubicBezTo>
                    <a:pt x="308" y="602"/>
                    <a:pt x="310" y="602"/>
                    <a:pt x="312" y="603"/>
                  </a:cubicBezTo>
                  <a:cubicBezTo>
                    <a:pt x="310" y="603"/>
                    <a:pt x="306" y="603"/>
                    <a:pt x="305" y="602"/>
                  </a:cubicBezTo>
                  <a:close/>
                  <a:moveTo>
                    <a:pt x="522" y="613"/>
                  </a:moveTo>
                  <a:cubicBezTo>
                    <a:pt x="524" y="613"/>
                    <a:pt x="527" y="610"/>
                    <a:pt x="527" y="611"/>
                  </a:cubicBezTo>
                  <a:cubicBezTo>
                    <a:pt x="526" y="612"/>
                    <a:pt x="522" y="614"/>
                    <a:pt x="522" y="613"/>
                  </a:cubicBezTo>
                  <a:close/>
                  <a:moveTo>
                    <a:pt x="473" y="630"/>
                  </a:moveTo>
                  <a:cubicBezTo>
                    <a:pt x="471" y="630"/>
                    <a:pt x="469" y="631"/>
                    <a:pt x="467" y="631"/>
                  </a:cubicBezTo>
                  <a:cubicBezTo>
                    <a:pt x="469" y="630"/>
                    <a:pt x="471" y="630"/>
                    <a:pt x="473" y="628"/>
                  </a:cubicBezTo>
                  <a:cubicBezTo>
                    <a:pt x="474" y="628"/>
                    <a:pt x="475" y="627"/>
                    <a:pt x="476" y="627"/>
                  </a:cubicBezTo>
                  <a:cubicBezTo>
                    <a:pt x="474" y="629"/>
                    <a:pt x="474" y="628"/>
                    <a:pt x="473" y="630"/>
                  </a:cubicBezTo>
                  <a:close/>
                  <a:moveTo>
                    <a:pt x="386" y="631"/>
                  </a:moveTo>
                  <a:cubicBezTo>
                    <a:pt x="384" y="631"/>
                    <a:pt x="383" y="631"/>
                    <a:pt x="386" y="630"/>
                  </a:cubicBezTo>
                  <a:cubicBezTo>
                    <a:pt x="388" y="630"/>
                    <a:pt x="388" y="631"/>
                    <a:pt x="391" y="630"/>
                  </a:cubicBezTo>
                  <a:cubicBezTo>
                    <a:pt x="390" y="631"/>
                    <a:pt x="388" y="631"/>
                    <a:pt x="386" y="631"/>
                  </a:cubicBezTo>
                  <a:close/>
                  <a:moveTo>
                    <a:pt x="482" y="635"/>
                  </a:moveTo>
                  <a:cubicBezTo>
                    <a:pt x="484" y="633"/>
                    <a:pt x="486" y="631"/>
                    <a:pt x="488" y="631"/>
                  </a:cubicBezTo>
                  <a:cubicBezTo>
                    <a:pt x="486" y="632"/>
                    <a:pt x="484" y="634"/>
                    <a:pt x="482" y="635"/>
                  </a:cubicBezTo>
                  <a:close/>
                  <a:moveTo>
                    <a:pt x="429" y="638"/>
                  </a:moveTo>
                  <a:cubicBezTo>
                    <a:pt x="430" y="637"/>
                    <a:pt x="431" y="637"/>
                    <a:pt x="433" y="637"/>
                  </a:cubicBezTo>
                  <a:cubicBezTo>
                    <a:pt x="431" y="638"/>
                    <a:pt x="430" y="638"/>
                    <a:pt x="429" y="638"/>
                  </a:cubicBezTo>
                  <a:close/>
                  <a:moveTo>
                    <a:pt x="447" y="639"/>
                  </a:moveTo>
                  <a:cubicBezTo>
                    <a:pt x="449" y="638"/>
                    <a:pt x="451" y="637"/>
                    <a:pt x="454" y="636"/>
                  </a:cubicBezTo>
                  <a:cubicBezTo>
                    <a:pt x="451" y="638"/>
                    <a:pt x="449" y="638"/>
                    <a:pt x="447" y="639"/>
                  </a:cubicBezTo>
                  <a:close/>
                  <a:moveTo>
                    <a:pt x="431" y="641"/>
                  </a:moveTo>
                  <a:cubicBezTo>
                    <a:pt x="428" y="641"/>
                    <a:pt x="425" y="643"/>
                    <a:pt x="422" y="644"/>
                  </a:cubicBezTo>
                  <a:cubicBezTo>
                    <a:pt x="424" y="642"/>
                    <a:pt x="428" y="642"/>
                    <a:pt x="432" y="640"/>
                  </a:cubicBezTo>
                  <a:cubicBezTo>
                    <a:pt x="432" y="640"/>
                    <a:pt x="432" y="639"/>
                    <a:pt x="434" y="639"/>
                  </a:cubicBezTo>
                  <a:cubicBezTo>
                    <a:pt x="433" y="640"/>
                    <a:pt x="433" y="640"/>
                    <a:pt x="431" y="641"/>
                  </a:cubicBezTo>
                  <a:close/>
                  <a:moveTo>
                    <a:pt x="380" y="640"/>
                  </a:moveTo>
                  <a:cubicBezTo>
                    <a:pt x="383" y="639"/>
                    <a:pt x="386" y="638"/>
                    <a:pt x="389" y="638"/>
                  </a:cubicBezTo>
                  <a:cubicBezTo>
                    <a:pt x="386" y="639"/>
                    <a:pt x="383" y="639"/>
                    <a:pt x="380" y="640"/>
                  </a:cubicBezTo>
                  <a:close/>
                  <a:moveTo>
                    <a:pt x="469" y="642"/>
                  </a:moveTo>
                  <a:cubicBezTo>
                    <a:pt x="470" y="641"/>
                    <a:pt x="472" y="640"/>
                    <a:pt x="473" y="640"/>
                  </a:cubicBezTo>
                  <a:cubicBezTo>
                    <a:pt x="472" y="641"/>
                    <a:pt x="474" y="641"/>
                    <a:pt x="473" y="642"/>
                  </a:cubicBezTo>
                  <a:cubicBezTo>
                    <a:pt x="470" y="643"/>
                    <a:pt x="471" y="642"/>
                    <a:pt x="469" y="642"/>
                  </a:cubicBezTo>
                  <a:close/>
                  <a:moveTo>
                    <a:pt x="478" y="637"/>
                  </a:moveTo>
                  <a:cubicBezTo>
                    <a:pt x="479" y="638"/>
                    <a:pt x="480" y="637"/>
                    <a:pt x="483" y="636"/>
                  </a:cubicBezTo>
                  <a:cubicBezTo>
                    <a:pt x="479" y="638"/>
                    <a:pt x="476" y="641"/>
                    <a:pt x="474" y="641"/>
                  </a:cubicBezTo>
                  <a:cubicBezTo>
                    <a:pt x="477" y="639"/>
                    <a:pt x="477" y="639"/>
                    <a:pt x="478" y="637"/>
                  </a:cubicBezTo>
                  <a:close/>
                  <a:moveTo>
                    <a:pt x="468" y="641"/>
                  </a:moveTo>
                  <a:cubicBezTo>
                    <a:pt x="469" y="641"/>
                    <a:pt x="473" y="638"/>
                    <a:pt x="473" y="639"/>
                  </a:cubicBezTo>
                  <a:cubicBezTo>
                    <a:pt x="471" y="640"/>
                    <a:pt x="468" y="642"/>
                    <a:pt x="466" y="642"/>
                  </a:cubicBezTo>
                  <a:cubicBezTo>
                    <a:pt x="467" y="641"/>
                    <a:pt x="467" y="641"/>
                    <a:pt x="465" y="641"/>
                  </a:cubicBezTo>
                  <a:cubicBezTo>
                    <a:pt x="467" y="640"/>
                    <a:pt x="469" y="639"/>
                    <a:pt x="471" y="638"/>
                  </a:cubicBezTo>
                  <a:cubicBezTo>
                    <a:pt x="470" y="639"/>
                    <a:pt x="467" y="641"/>
                    <a:pt x="468" y="641"/>
                  </a:cubicBezTo>
                  <a:close/>
                  <a:moveTo>
                    <a:pt x="425" y="645"/>
                  </a:moveTo>
                  <a:cubicBezTo>
                    <a:pt x="426" y="645"/>
                    <a:pt x="428" y="644"/>
                    <a:pt x="429" y="644"/>
                  </a:cubicBezTo>
                  <a:cubicBezTo>
                    <a:pt x="428" y="645"/>
                    <a:pt x="424" y="646"/>
                    <a:pt x="425" y="645"/>
                  </a:cubicBezTo>
                  <a:close/>
                  <a:moveTo>
                    <a:pt x="432" y="643"/>
                  </a:moveTo>
                  <a:cubicBezTo>
                    <a:pt x="430" y="644"/>
                    <a:pt x="434" y="644"/>
                    <a:pt x="431" y="645"/>
                  </a:cubicBezTo>
                  <a:cubicBezTo>
                    <a:pt x="429" y="645"/>
                    <a:pt x="429" y="644"/>
                    <a:pt x="432" y="643"/>
                  </a:cubicBezTo>
                  <a:close/>
                  <a:moveTo>
                    <a:pt x="418" y="644"/>
                  </a:moveTo>
                  <a:cubicBezTo>
                    <a:pt x="416" y="645"/>
                    <a:pt x="415" y="645"/>
                    <a:pt x="413" y="646"/>
                  </a:cubicBezTo>
                  <a:cubicBezTo>
                    <a:pt x="411" y="645"/>
                    <a:pt x="410" y="646"/>
                    <a:pt x="408" y="646"/>
                  </a:cubicBezTo>
                  <a:cubicBezTo>
                    <a:pt x="411" y="645"/>
                    <a:pt x="410" y="646"/>
                    <a:pt x="412" y="644"/>
                  </a:cubicBezTo>
                  <a:cubicBezTo>
                    <a:pt x="413" y="645"/>
                    <a:pt x="414" y="645"/>
                    <a:pt x="416" y="644"/>
                  </a:cubicBezTo>
                  <a:cubicBezTo>
                    <a:pt x="417" y="644"/>
                    <a:pt x="418" y="644"/>
                    <a:pt x="418" y="644"/>
                  </a:cubicBezTo>
                  <a:close/>
                  <a:moveTo>
                    <a:pt x="326" y="629"/>
                  </a:moveTo>
                  <a:cubicBezTo>
                    <a:pt x="327" y="628"/>
                    <a:pt x="330" y="629"/>
                    <a:pt x="330" y="628"/>
                  </a:cubicBezTo>
                  <a:cubicBezTo>
                    <a:pt x="331" y="628"/>
                    <a:pt x="331" y="628"/>
                    <a:pt x="331" y="628"/>
                  </a:cubicBezTo>
                  <a:cubicBezTo>
                    <a:pt x="331" y="628"/>
                    <a:pt x="332" y="628"/>
                    <a:pt x="332" y="628"/>
                  </a:cubicBezTo>
                  <a:cubicBezTo>
                    <a:pt x="331" y="629"/>
                    <a:pt x="328" y="630"/>
                    <a:pt x="326" y="629"/>
                  </a:cubicBezTo>
                  <a:close/>
                  <a:moveTo>
                    <a:pt x="263" y="595"/>
                  </a:moveTo>
                  <a:cubicBezTo>
                    <a:pt x="262" y="595"/>
                    <a:pt x="261" y="595"/>
                    <a:pt x="261" y="594"/>
                  </a:cubicBezTo>
                  <a:cubicBezTo>
                    <a:pt x="263" y="594"/>
                    <a:pt x="265" y="595"/>
                    <a:pt x="263" y="595"/>
                  </a:cubicBezTo>
                  <a:close/>
                  <a:moveTo>
                    <a:pt x="463" y="644"/>
                  </a:moveTo>
                  <a:cubicBezTo>
                    <a:pt x="464" y="643"/>
                    <a:pt x="466" y="642"/>
                    <a:pt x="468" y="642"/>
                  </a:cubicBezTo>
                  <a:cubicBezTo>
                    <a:pt x="467" y="644"/>
                    <a:pt x="462" y="644"/>
                    <a:pt x="463" y="644"/>
                  </a:cubicBezTo>
                  <a:close/>
                  <a:moveTo>
                    <a:pt x="337" y="635"/>
                  </a:moveTo>
                  <a:cubicBezTo>
                    <a:pt x="340" y="635"/>
                    <a:pt x="342" y="635"/>
                    <a:pt x="344" y="635"/>
                  </a:cubicBezTo>
                  <a:cubicBezTo>
                    <a:pt x="342" y="635"/>
                    <a:pt x="339" y="635"/>
                    <a:pt x="337" y="635"/>
                  </a:cubicBezTo>
                  <a:close/>
                  <a:moveTo>
                    <a:pt x="439" y="651"/>
                  </a:moveTo>
                  <a:cubicBezTo>
                    <a:pt x="440" y="651"/>
                    <a:pt x="440" y="651"/>
                    <a:pt x="441" y="650"/>
                  </a:cubicBezTo>
                  <a:cubicBezTo>
                    <a:pt x="443" y="649"/>
                    <a:pt x="444" y="650"/>
                    <a:pt x="447" y="648"/>
                  </a:cubicBezTo>
                  <a:cubicBezTo>
                    <a:pt x="447" y="648"/>
                    <a:pt x="443" y="649"/>
                    <a:pt x="445" y="648"/>
                  </a:cubicBezTo>
                  <a:cubicBezTo>
                    <a:pt x="447" y="647"/>
                    <a:pt x="449" y="647"/>
                    <a:pt x="450" y="647"/>
                  </a:cubicBezTo>
                  <a:cubicBezTo>
                    <a:pt x="447" y="649"/>
                    <a:pt x="440" y="652"/>
                    <a:pt x="439" y="651"/>
                  </a:cubicBezTo>
                  <a:close/>
                  <a:moveTo>
                    <a:pt x="354" y="641"/>
                  </a:moveTo>
                  <a:cubicBezTo>
                    <a:pt x="351" y="641"/>
                    <a:pt x="349" y="642"/>
                    <a:pt x="346" y="641"/>
                  </a:cubicBezTo>
                  <a:cubicBezTo>
                    <a:pt x="348" y="640"/>
                    <a:pt x="351" y="640"/>
                    <a:pt x="353" y="640"/>
                  </a:cubicBezTo>
                  <a:cubicBezTo>
                    <a:pt x="354" y="640"/>
                    <a:pt x="355" y="640"/>
                    <a:pt x="354" y="641"/>
                  </a:cubicBezTo>
                  <a:close/>
                  <a:moveTo>
                    <a:pt x="400" y="650"/>
                  </a:moveTo>
                  <a:cubicBezTo>
                    <a:pt x="399" y="650"/>
                    <a:pt x="398" y="650"/>
                    <a:pt x="397" y="650"/>
                  </a:cubicBezTo>
                  <a:cubicBezTo>
                    <a:pt x="398" y="649"/>
                    <a:pt x="402" y="649"/>
                    <a:pt x="400" y="650"/>
                  </a:cubicBezTo>
                  <a:close/>
                  <a:moveTo>
                    <a:pt x="430" y="654"/>
                  </a:moveTo>
                  <a:cubicBezTo>
                    <a:pt x="431" y="653"/>
                    <a:pt x="431" y="653"/>
                    <a:pt x="431" y="653"/>
                  </a:cubicBezTo>
                  <a:cubicBezTo>
                    <a:pt x="432" y="652"/>
                    <a:pt x="433" y="652"/>
                    <a:pt x="435" y="652"/>
                  </a:cubicBezTo>
                  <a:cubicBezTo>
                    <a:pt x="433" y="653"/>
                    <a:pt x="432" y="654"/>
                    <a:pt x="430" y="654"/>
                  </a:cubicBezTo>
                  <a:close/>
                  <a:moveTo>
                    <a:pt x="388" y="652"/>
                  </a:moveTo>
                  <a:cubicBezTo>
                    <a:pt x="390" y="652"/>
                    <a:pt x="392" y="650"/>
                    <a:pt x="394" y="651"/>
                  </a:cubicBezTo>
                  <a:cubicBezTo>
                    <a:pt x="392" y="651"/>
                    <a:pt x="390" y="652"/>
                    <a:pt x="388" y="652"/>
                  </a:cubicBezTo>
                  <a:close/>
                  <a:moveTo>
                    <a:pt x="371" y="651"/>
                  </a:moveTo>
                  <a:cubicBezTo>
                    <a:pt x="373" y="650"/>
                    <a:pt x="374" y="651"/>
                    <a:pt x="375" y="650"/>
                  </a:cubicBezTo>
                  <a:cubicBezTo>
                    <a:pt x="376" y="650"/>
                    <a:pt x="377" y="650"/>
                    <a:pt x="377" y="651"/>
                  </a:cubicBezTo>
                  <a:cubicBezTo>
                    <a:pt x="375" y="652"/>
                    <a:pt x="373" y="652"/>
                    <a:pt x="371" y="651"/>
                  </a:cubicBezTo>
                  <a:close/>
                  <a:moveTo>
                    <a:pt x="384" y="650"/>
                  </a:moveTo>
                  <a:cubicBezTo>
                    <a:pt x="382" y="650"/>
                    <a:pt x="379" y="651"/>
                    <a:pt x="377" y="651"/>
                  </a:cubicBezTo>
                  <a:cubicBezTo>
                    <a:pt x="379" y="649"/>
                    <a:pt x="384" y="649"/>
                    <a:pt x="384" y="650"/>
                  </a:cubicBezTo>
                  <a:close/>
                  <a:moveTo>
                    <a:pt x="421" y="654"/>
                  </a:moveTo>
                  <a:cubicBezTo>
                    <a:pt x="423" y="653"/>
                    <a:pt x="424" y="653"/>
                    <a:pt x="426" y="653"/>
                  </a:cubicBezTo>
                  <a:cubicBezTo>
                    <a:pt x="424" y="654"/>
                    <a:pt x="423" y="654"/>
                    <a:pt x="421" y="654"/>
                  </a:cubicBezTo>
                  <a:close/>
                  <a:moveTo>
                    <a:pt x="380" y="653"/>
                  </a:moveTo>
                  <a:cubicBezTo>
                    <a:pt x="381" y="652"/>
                    <a:pt x="383" y="652"/>
                    <a:pt x="385" y="652"/>
                  </a:cubicBezTo>
                  <a:cubicBezTo>
                    <a:pt x="385" y="652"/>
                    <a:pt x="382" y="653"/>
                    <a:pt x="380" y="653"/>
                  </a:cubicBezTo>
                  <a:close/>
                  <a:moveTo>
                    <a:pt x="372" y="655"/>
                  </a:moveTo>
                  <a:cubicBezTo>
                    <a:pt x="376" y="654"/>
                    <a:pt x="377" y="653"/>
                    <a:pt x="377" y="652"/>
                  </a:cubicBezTo>
                  <a:cubicBezTo>
                    <a:pt x="380" y="652"/>
                    <a:pt x="379" y="653"/>
                    <a:pt x="380" y="653"/>
                  </a:cubicBezTo>
                  <a:cubicBezTo>
                    <a:pt x="378" y="654"/>
                    <a:pt x="377" y="654"/>
                    <a:pt x="375" y="654"/>
                  </a:cubicBezTo>
                  <a:cubicBezTo>
                    <a:pt x="376" y="655"/>
                    <a:pt x="377" y="654"/>
                    <a:pt x="377" y="655"/>
                  </a:cubicBezTo>
                  <a:cubicBezTo>
                    <a:pt x="373" y="656"/>
                    <a:pt x="371" y="655"/>
                    <a:pt x="369" y="655"/>
                  </a:cubicBezTo>
                  <a:cubicBezTo>
                    <a:pt x="369" y="654"/>
                    <a:pt x="369" y="654"/>
                    <a:pt x="371" y="654"/>
                  </a:cubicBezTo>
                  <a:cubicBezTo>
                    <a:pt x="373" y="654"/>
                    <a:pt x="372" y="654"/>
                    <a:pt x="372" y="655"/>
                  </a:cubicBezTo>
                  <a:close/>
                  <a:moveTo>
                    <a:pt x="363" y="654"/>
                  </a:moveTo>
                  <a:cubicBezTo>
                    <a:pt x="368" y="653"/>
                    <a:pt x="372" y="652"/>
                    <a:pt x="376" y="652"/>
                  </a:cubicBezTo>
                  <a:cubicBezTo>
                    <a:pt x="375" y="654"/>
                    <a:pt x="368" y="654"/>
                    <a:pt x="363" y="654"/>
                  </a:cubicBezTo>
                  <a:close/>
                  <a:moveTo>
                    <a:pt x="423" y="659"/>
                  </a:moveTo>
                  <a:cubicBezTo>
                    <a:pt x="426" y="658"/>
                    <a:pt x="430" y="657"/>
                    <a:pt x="433" y="656"/>
                  </a:cubicBezTo>
                  <a:cubicBezTo>
                    <a:pt x="430" y="658"/>
                    <a:pt x="427" y="659"/>
                    <a:pt x="423" y="659"/>
                  </a:cubicBezTo>
                  <a:close/>
                  <a:moveTo>
                    <a:pt x="404" y="658"/>
                  </a:moveTo>
                  <a:cubicBezTo>
                    <a:pt x="405" y="657"/>
                    <a:pt x="405" y="657"/>
                    <a:pt x="407" y="656"/>
                  </a:cubicBezTo>
                  <a:cubicBezTo>
                    <a:pt x="407" y="657"/>
                    <a:pt x="406" y="658"/>
                    <a:pt x="404" y="658"/>
                  </a:cubicBezTo>
                  <a:close/>
                  <a:moveTo>
                    <a:pt x="409" y="661"/>
                  </a:moveTo>
                  <a:cubicBezTo>
                    <a:pt x="405" y="661"/>
                    <a:pt x="411" y="660"/>
                    <a:pt x="410" y="660"/>
                  </a:cubicBezTo>
                  <a:cubicBezTo>
                    <a:pt x="408" y="660"/>
                    <a:pt x="406" y="661"/>
                    <a:pt x="405" y="661"/>
                  </a:cubicBezTo>
                  <a:cubicBezTo>
                    <a:pt x="408" y="659"/>
                    <a:pt x="411" y="659"/>
                    <a:pt x="414" y="658"/>
                  </a:cubicBezTo>
                  <a:cubicBezTo>
                    <a:pt x="414" y="659"/>
                    <a:pt x="410" y="660"/>
                    <a:pt x="409" y="661"/>
                  </a:cubicBezTo>
                  <a:close/>
                  <a:moveTo>
                    <a:pt x="359" y="652"/>
                  </a:moveTo>
                  <a:cubicBezTo>
                    <a:pt x="355" y="653"/>
                    <a:pt x="351" y="652"/>
                    <a:pt x="352" y="651"/>
                  </a:cubicBezTo>
                  <a:cubicBezTo>
                    <a:pt x="354" y="651"/>
                    <a:pt x="354" y="652"/>
                    <a:pt x="359" y="652"/>
                  </a:cubicBezTo>
                  <a:close/>
                  <a:moveTo>
                    <a:pt x="358" y="654"/>
                  </a:moveTo>
                  <a:cubicBezTo>
                    <a:pt x="361" y="653"/>
                    <a:pt x="361" y="653"/>
                    <a:pt x="361" y="653"/>
                  </a:cubicBezTo>
                  <a:cubicBezTo>
                    <a:pt x="362" y="653"/>
                    <a:pt x="363" y="654"/>
                    <a:pt x="362" y="654"/>
                  </a:cubicBezTo>
                  <a:cubicBezTo>
                    <a:pt x="361" y="653"/>
                    <a:pt x="359" y="655"/>
                    <a:pt x="358" y="654"/>
                  </a:cubicBezTo>
                  <a:close/>
                  <a:moveTo>
                    <a:pt x="382" y="660"/>
                  </a:moveTo>
                  <a:cubicBezTo>
                    <a:pt x="380" y="660"/>
                    <a:pt x="382" y="659"/>
                    <a:pt x="383" y="659"/>
                  </a:cubicBezTo>
                  <a:cubicBezTo>
                    <a:pt x="384" y="659"/>
                    <a:pt x="384" y="659"/>
                    <a:pt x="385" y="659"/>
                  </a:cubicBezTo>
                  <a:cubicBezTo>
                    <a:pt x="384" y="659"/>
                    <a:pt x="383" y="660"/>
                    <a:pt x="382" y="660"/>
                  </a:cubicBezTo>
                  <a:close/>
                  <a:moveTo>
                    <a:pt x="393" y="662"/>
                  </a:moveTo>
                  <a:cubicBezTo>
                    <a:pt x="391" y="662"/>
                    <a:pt x="391" y="661"/>
                    <a:pt x="393" y="660"/>
                  </a:cubicBezTo>
                  <a:cubicBezTo>
                    <a:pt x="396" y="661"/>
                    <a:pt x="395" y="662"/>
                    <a:pt x="393" y="662"/>
                  </a:cubicBezTo>
                  <a:close/>
                  <a:moveTo>
                    <a:pt x="361" y="656"/>
                  </a:moveTo>
                  <a:cubicBezTo>
                    <a:pt x="359" y="657"/>
                    <a:pt x="356" y="656"/>
                    <a:pt x="356" y="656"/>
                  </a:cubicBezTo>
                  <a:cubicBezTo>
                    <a:pt x="359" y="655"/>
                    <a:pt x="358" y="656"/>
                    <a:pt x="361" y="656"/>
                  </a:cubicBezTo>
                  <a:close/>
                  <a:moveTo>
                    <a:pt x="382" y="664"/>
                  </a:moveTo>
                  <a:cubicBezTo>
                    <a:pt x="381" y="664"/>
                    <a:pt x="380" y="664"/>
                    <a:pt x="379" y="664"/>
                  </a:cubicBezTo>
                  <a:cubicBezTo>
                    <a:pt x="382" y="663"/>
                    <a:pt x="383" y="664"/>
                    <a:pt x="384" y="663"/>
                  </a:cubicBezTo>
                  <a:cubicBezTo>
                    <a:pt x="385" y="663"/>
                    <a:pt x="388" y="662"/>
                    <a:pt x="390" y="662"/>
                  </a:cubicBezTo>
                  <a:cubicBezTo>
                    <a:pt x="387" y="664"/>
                    <a:pt x="385" y="663"/>
                    <a:pt x="382" y="664"/>
                  </a:cubicBezTo>
                  <a:close/>
                  <a:moveTo>
                    <a:pt x="364" y="664"/>
                  </a:moveTo>
                  <a:cubicBezTo>
                    <a:pt x="368" y="665"/>
                    <a:pt x="376" y="663"/>
                    <a:pt x="378" y="664"/>
                  </a:cubicBezTo>
                  <a:cubicBezTo>
                    <a:pt x="374" y="664"/>
                    <a:pt x="364" y="666"/>
                    <a:pt x="364" y="664"/>
                  </a:cubicBezTo>
                  <a:close/>
                  <a:moveTo>
                    <a:pt x="368" y="664"/>
                  </a:moveTo>
                  <a:cubicBezTo>
                    <a:pt x="369" y="664"/>
                    <a:pt x="367" y="664"/>
                    <a:pt x="369" y="663"/>
                  </a:cubicBezTo>
                  <a:cubicBezTo>
                    <a:pt x="371" y="663"/>
                    <a:pt x="372" y="663"/>
                    <a:pt x="373" y="663"/>
                  </a:cubicBezTo>
                  <a:cubicBezTo>
                    <a:pt x="370" y="664"/>
                    <a:pt x="371" y="664"/>
                    <a:pt x="368" y="664"/>
                  </a:cubicBezTo>
                  <a:close/>
                  <a:moveTo>
                    <a:pt x="346" y="666"/>
                  </a:moveTo>
                  <a:cubicBezTo>
                    <a:pt x="345" y="665"/>
                    <a:pt x="343" y="666"/>
                    <a:pt x="342" y="665"/>
                  </a:cubicBezTo>
                  <a:cubicBezTo>
                    <a:pt x="343" y="665"/>
                    <a:pt x="345" y="665"/>
                    <a:pt x="347" y="665"/>
                  </a:cubicBezTo>
                  <a:cubicBezTo>
                    <a:pt x="346" y="665"/>
                    <a:pt x="347" y="666"/>
                    <a:pt x="346" y="666"/>
                  </a:cubicBezTo>
                  <a:close/>
                  <a:moveTo>
                    <a:pt x="293" y="652"/>
                  </a:moveTo>
                  <a:cubicBezTo>
                    <a:pt x="295" y="652"/>
                    <a:pt x="301" y="652"/>
                    <a:pt x="299" y="653"/>
                  </a:cubicBezTo>
                  <a:cubicBezTo>
                    <a:pt x="298" y="652"/>
                    <a:pt x="292" y="652"/>
                    <a:pt x="293" y="652"/>
                  </a:cubicBezTo>
                  <a:close/>
                  <a:moveTo>
                    <a:pt x="240" y="622"/>
                  </a:moveTo>
                  <a:cubicBezTo>
                    <a:pt x="238" y="620"/>
                    <a:pt x="242" y="620"/>
                    <a:pt x="243" y="621"/>
                  </a:cubicBezTo>
                  <a:cubicBezTo>
                    <a:pt x="241" y="621"/>
                    <a:pt x="243" y="622"/>
                    <a:pt x="240" y="622"/>
                  </a:cubicBezTo>
                  <a:close/>
                  <a:moveTo>
                    <a:pt x="294" y="653"/>
                  </a:moveTo>
                  <a:cubicBezTo>
                    <a:pt x="296" y="653"/>
                    <a:pt x="297" y="653"/>
                    <a:pt x="298" y="654"/>
                  </a:cubicBezTo>
                  <a:cubicBezTo>
                    <a:pt x="297" y="654"/>
                    <a:pt x="297" y="655"/>
                    <a:pt x="295" y="654"/>
                  </a:cubicBezTo>
                  <a:cubicBezTo>
                    <a:pt x="296" y="654"/>
                    <a:pt x="294" y="653"/>
                    <a:pt x="294" y="653"/>
                  </a:cubicBezTo>
                  <a:close/>
                  <a:moveTo>
                    <a:pt x="292" y="654"/>
                  </a:moveTo>
                  <a:cubicBezTo>
                    <a:pt x="289" y="653"/>
                    <a:pt x="292" y="652"/>
                    <a:pt x="294" y="653"/>
                  </a:cubicBezTo>
                  <a:cubicBezTo>
                    <a:pt x="294" y="654"/>
                    <a:pt x="295" y="654"/>
                    <a:pt x="292" y="654"/>
                  </a:cubicBezTo>
                  <a:close/>
                  <a:moveTo>
                    <a:pt x="315" y="665"/>
                  </a:moveTo>
                  <a:cubicBezTo>
                    <a:pt x="314" y="663"/>
                    <a:pt x="311" y="664"/>
                    <a:pt x="310" y="664"/>
                  </a:cubicBezTo>
                  <a:cubicBezTo>
                    <a:pt x="313" y="663"/>
                    <a:pt x="316" y="664"/>
                    <a:pt x="319" y="664"/>
                  </a:cubicBezTo>
                  <a:lnTo>
                    <a:pt x="315" y="665"/>
                  </a:lnTo>
                  <a:close/>
                  <a:moveTo>
                    <a:pt x="292" y="655"/>
                  </a:moveTo>
                  <a:cubicBezTo>
                    <a:pt x="294" y="655"/>
                    <a:pt x="294" y="655"/>
                    <a:pt x="294" y="655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4" y="656"/>
                    <a:pt x="293" y="656"/>
                    <a:pt x="292" y="655"/>
                  </a:cubicBezTo>
                  <a:close/>
                  <a:moveTo>
                    <a:pt x="282" y="650"/>
                  </a:moveTo>
                  <a:cubicBezTo>
                    <a:pt x="278" y="651"/>
                    <a:pt x="279" y="649"/>
                    <a:pt x="276" y="649"/>
                  </a:cubicBezTo>
                  <a:cubicBezTo>
                    <a:pt x="278" y="649"/>
                    <a:pt x="282" y="650"/>
                    <a:pt x="282" y="650"/>
                  </a:cubicBezTo>
                  <a:close/>
                  <a:moveTo>
                    <a:pt x="274" y="648"/>
                  </a:moveTo>
                  <a:cubicBezTo>
                    <a:pt x="272" y="647"/>
                    <a:pt x="272" y="647"/>
                    <a:pt x="272" y="647"/>
                  </a:cubicBezTo>
                  <a:cubicBezTo>
                    <a:pt x="273" y="647"/>
                    <a:pt x="278" y="647"/>
                    <a:pt x="277" y="648"/>
                  </a:cubicBezTo>
                  <a:cubicBezTo>
                    <a:pt x="275" y="647"/>
                    <a:pt x="274" y="648"/>
                    <a:pt x="274" y="648"/>
                  </a:cubicBezTo>
                  <a:close/>
                  <a:moveTo>
                    <a:pt x="223" y="615"/>
                  </a:moveTo>
                  <a:cubicBezTo>
                    <a:pt x="224" y="616"/>
                    <a:pt x="225" y="617"/>
                    <a:pt x="227" y="617"/>
                  </a:cubicBezTo>
                  <a:cubicBezTo>
                    <a:pt x="223" y="616"/>
                    <a:pt x="219" y="615"/>
                    <a:pt x="215" y="613"/>
                  </a:cubicBezTo>
                  <a:cubicBezTo>
                    <a:pt x="212" y="611"/>
                    <a:pt x="208" y="609"/>
                    <a:pt x="205" y="607"/>
                  </a:cubicBezTo>
                  <a:cubicBezTo>
                    <a:pt x="207" y="607"/>
                    <a:pt x="208" y="610"/>
                    <a:pt x="211" y="610"/>
                  </a:cubicBezTo>
                  <a:cubicBezTo>
                    <a:pt x="210" y="609"/>
                    <a:pt x="208" y="609"/>
                    <a:pt x="210" y="609"/>
                  </a:cubicBezTo>
                  <a:cubicBezTo>
                    <a:pt x="212" y="610"/>
                    <a:pt x="211" y="610"/>
                    <a:pt x="213" y="611"/>
                  </a:cubicBezTo>
                  <a:cubicBezTo>
                    <a:pt x="216" y="612"/>
                    <a:pt x="217" y="614"/>
                    <a:pt x="220" y="614"/>
                  </a:cubicBezTo>
                  <a:cubicBezTo>
                    <a:pt x="219" y="613"/>
                    <a:pt x="217" y="613"/>
                    <a:pt x="216" y="612"/>
                  </a:cubicBezTo>
                  <a:cubicBezTo>
                    <a:pt x="217" y="612"/>
                    <a:pt x="218" y="612"/>
                    <a:pt x="220" y="612"/>
                  </a:cubicBezTo>
                  <a:cubicBezTo>
                    <a:pt x="221" y="613"/>
                    <a:pt x="219" y="613"/>
                    <a:pt x="221" y="614"/>
                  </a:cubicBezTo>
                  <a:cubicBezTo>
                    <a:pt x="223" y="614"/>
                    <a:pt x="220" y="613"/>
                    <a:pt x="222" y="613"/>
                  </a:cubicBezTo>
                  <a:cubicBezTo>
                    <a:pt x="224" y="614"/>
                    <a:pt x="224" y="614"/>
                    <a:pt x="225" y="615"/>
                  </a:cubicBezTo>
                  <a:cubicBezTo>
                    <a:pt x="225" y="615"/>
                    <a:pt x="223" y="615"/>
                    <a:pt x="223" y="615"/>
                  </a:cubicBezTo>
                  <a:close/>
                  <a:moveTo>
                    <a:pt x="281" y="653"/>
                  </a:moveTo>
                  <a:cubicBezTo>
                    <a:pt x="278" y="651"/>
                    <a:pt x="275" y="651"/>
                    <a:pt x="273" y="650"/>
                  </a:cubicBezTo>
                  <a:cubicBezTo>
                    <a:pt x="274" y="650"/>
                    <a:pt x="273" y="649"/>
                    <a:pt x="276" y="650"/>
                  </a:cubicBezTo>
                  <a:cubicBezTo>
                    <a:pt x="279" y="651"/>
                    <a:pt x="277" y="651"/>
                    <a:pt x="277" y="651"/>
                  </a:cubicBezTo>
                  <a:cubicBezTo>
                    <a:pt x="279" y="651"/>
                    <a:pt x="281" y="652"/>
                    <a:pt x="283" y="652"/>
                  </a:cubicBezTo>
                  <a:cubicBezTo>
                    <a:pt x="285" y="652"/>
                    <a:pt x="283" y="653"/>
                    <a:pt x="281" y="653"/>
                  </a:cubicBezTo>
                  <a:close/>
                  <a:moveTo>
                    <a:pt x="301" y="663"/>
                  </a:moveTo>
                  <a:cubicBezTo>
                    <a:pt x="303" y="662"/>
                    <a:pt x="305" y="662"/>
                    <a:pt x="307" y="663"/>
                  </a:cubicBezTo>
                  <a:cubicBezTo>
                    <a:pt x="305" y="663"/>
                    <a:pt x="303" y="663"/>
                    <a:pt x="301" y="663"/>
                  </a:cubicBezTo>
                  <a:close/>
                  <a:moveTo>
                    <a:pt x="260" y="642"/>
                  </a:moveTo>
                  <a:cubicBezTo>
                    <a:pt x="263" y="641"/>
                    <a:pt x="263" y="641"/>
                    <a:pt x="263" y="641"/>
                  </a:cubicBezTo>
                  <a:cubicBezTo>
                    <a:pt x="264" y="642"/>
                    <a:pt x="264" y="642"/>
                    <a:pt x="264" y="642"/>
                  </a:cubicBezTo>
                  <a:cubicBezTo>
                    <a:pt x="263" y="642"/>
                    <a:pt x="261" y="642"/>
                    <a:pt x="260" y="642"/>
                  </a:cubicBezTo>
                  <a:close/>
                  <a:moveTo>
                    <a:pt x="241" y="640"/>
                  </a:moveTo>
                  <a:cubicBezTo>
                    <a:pt x="240" y="640"/>
                    <a:pt x="239" y="640"/>
                    <a:pt x="238" y="639"/>
                  </a:cubicBezTo>
                  <a:cubicBezTo>
                    <a:pt x="243" y="640"/>
                    <a:pt x="244" y="642"/>
                    <a:pt x="246" y="643"/>
                  </a:cubicBezTo>
                  <a:cubicBezTo>
                    <a:pt x="247" y="643"/>
                    <a:pt x="248" y="643"/>
                    <a:pt x="249" y="643"/>
                  </a:cubicBezTo>
                  <a:cubicBezTo>
                    <a:pt x="253" y="646"/>
                    <a:pt x="258" y="647"/>
                    <a:pt x="263" y="647"/>
                  </a:cubicBezTo>
                  <a:cubicBezTo>
                    <a:pt x="264" y="647"/>
                    <a:pt x="266" y="647"/>
                    <a:pt x="267" y="647"/>
                  </a:cubicBezTo>
                  <a:cubicBezTo>
                    <a:pt x="267" y="648"/>
                    <a:pt x="269" y="647"/>
                    <a:pt x="272" y="648"/>
                  </a:cubicBezTo>
                  <a:cubicBezTo>
                    <a:pt x="268" y="648"/>
                    <a:pt x="264" y="648"/>
                    <a:pt x="262" y="648"/>
                  </a:cubicBezTo>
                  <a:cubicBezTo>
                    <a:pt x="258" y="646"/>
                    <a:pt x="251" y="646"/>
                    <a:pt x="246" y="645"/>
                  </a:cubicBezTo>
                  <a:cubicBezTo>
                    <a:pt x="247" y="644"/>
                    <a:pt x="250" y="645"/>
                    <a:pt x="249" y="644"/>
                  </a:cubicBezTo>
                  <a:cubicBezTo>
                    <a:pt x="247" y="644"/>
                    <a:pt x="245" y="643"/>
                    <a:pt x="242" y="643"/>
                  </a:cubicBezTo>
                  <a:cubicBezTo>
                    <a:pt x="243" y="644"/>
                    <a:pt x="244" y="644"/>
                    <a:pt x="244" y="644"/>
                  </a:cubicBezTo>
                  <a:cubicBezTo>
                    <a:pt x="242" y="643"/>
                    <a:pt x="236" y="643"/>
                    <a:pt x="236" y="641"/>
                  </a:cubicBezTo>
                  <a:cubicBezTo>
                    <a:pt x="239" y="643"/>
                    <a:pt x="244" y="643"/>
                    <a:pt x="242" y="641"/>
                  </a:cubicBezTo>
                  <a:cubicBezTo>
                    <a:pt x="241" y="642"/>
                    <a:pt x="233" y="639"/>
                    <a:pt x="234" y="639"/>
                  </a:cubicBezTo>
                  <a:cubicBezTo>
                    <a:pt x="236" y="640"/>
                    <a:pt x="242" y="642"/>
                    <a:pt x="241" y="640"/>
                  </a:cubicBezTo>
                  <a:close/>
                  <a:moveTo>
                    <a:pt x="238" y="641"/>
                  </a:moveTo>
                  <a:cubicBezTo>
                    <a:pt x="238" y="642"/>
                    <a:pt x="235" y="641"/>
                    <a:pt x="233" y="641"/>
                  </a:cubicBezTo>
                  <a:cubicBezTo>
                    <a:pt x="235" y="641"/>
                    <a:pt x="231" y="640"/>
                    <a:pt x="230" y="639"/>
                  </a:cubicBezTo>
                  <a:cubicBezTo>
                    <a:pt x="233" y="639"/>
                    <a:pt x="235" y="640"/>
                    <a:pt x="238" y="641"/>
                  </a:cubicBezTo>
                  <a:close/>
                  <a:moveTo>
                    <a:pt x="301" y="662"/>
                  </a:moveTo>
                  <a:cubicBezTo>
                    <a:pt x="298" y="662"/>
                    <a:pt x="295" y="662"/>
                    <a:pt x="292" y="661"/>
                  </a:cubicBezTo>
                  <a:cubicBezTo>
                    <a:pt x="295" y="661"/>
                    <a:pt x="300" y="661"/>
                    <a:pt x="301" y="662"/>
                  </a:cubicBezTo>
                  <a:close/>
                  <a:moveTo>
                    <a:pt x="278" y="653"/>
                  </a:moveTo>
                  <a:cubicBezTo>
                    <a:pt x="279" y="653"/>
                    <a:pt x="280" y="653"/>
                    <a:pt x="281" y="654"/>
                  </a:cubicBezTo>
                  <a:cubicBezTo>
                    <a:pt x="280" y="655"/>
                    <a:pt x="276" y="653"/>
                    <a:pt x="278" y="653"/>
                  </a:cubicBezTo>
                  <a:close/>
                  <a:moveTo>
                    <a:pt x="266" y="650"/>
                  </a:moveTo>
                  <a:cubicBezTo>
                    <a:pt x="268" y="650"/>
                    <a:pt x="273" y="651"/>
                    <a:pt x="272" y="651"/>
                  </a:cubicBezTo>
                  <a:cubicBezTo>
                    <a:pt x="270" y="651"/>
                    <a:pt x="268" y="651"/>
                    <a:pt x="266" y="650"/>
                  </a:cubicBezTo>
                  <a:close/>
                  <a:moveTo>
                    <a:pt x="286" y="660"/>
                  </a:moveTo>
                  <a:cubicBezTo>
                    <a:pt x="286" y="660"/>
                    <a:pt x="289" y="660"/>
                    <a:pt x="291" y="661"/>
                  </a:cubicBezTo>
                  <a:cubicBezTo>
                    <a:pt x="289" y="661"/>
                    <a:pt x="288" y="661"/>
                    <a:pt x="286" y="660"/>
                  </a:cubicBezTo>
                  <a:close/>
                  <a:moveTo>
                    <a:pt x="199" y="604"/>
                  </a:moveTo>
                  <a:cubicBezTo>
                    <a:pt x="200" y="604"/>
                    <a:pt x="202" y="606"/>
                    <a:pt x="202" y="605"/>
                  </a:cubicBezTo>
                  <a:cubicBezTo>
                    <a:pt x="205" y="606"/>
                    <a:pt x="200" y="606"/>
                    <a:pt x="199" y="604"/>
                  </a:cubicBezTo>
                  <a:close/>
                  <a:moveTo>
                    <a:pt x="193" y="601"/>
                  </a:moveTo>
                  <a:cubicBezTo>
                    <a:pt x="194" y="601"/>
                    <a:pt x="196" y="602"/>
                    <a:pt x="198" y="602"/>
                  </a:cubicBezTo>
                  <a:cubicBezTo>
                    <a:pt x="200" y="604"/>
                    <a:pt x="200" y="604"/>
                    <a:pt x="200" y="604"/>
                  </a:cubicBezTo>
                  <a:cubicBezTo>
                    <a:pt x="197" y="603"/>
                    <a:pt x="195" y="603"/>
                    <a:pt x="193" y="601"/>
                  </a:cubicBezTo>
                  <a:close/>
                  <a:moveTo>
                    <a:pt x="250" y="646"/>
                  </a:moveTo>
                  <a:cubicBezTo>
                    <a:pt x="252" y="646"/>
                    <a:pt x="256" y="647"/>
                    <a:pt x="256" y="648"/>
                  </a:cubicBezTo>
                  <a:cubicBezTo>
                    <a:pt x="254" y="647"/>
                    <a:pt x="252" y="647"/>
                    <a:pt x="250" y="646"/>
                  </a:cubicBezTo>
                  <a:close/>
                  <a:moveTo>
                    <a:pt x="259" y="654"/>
                  </a:moveTo>
                  <a:cubicBezTo>
                    <a:pt x="261" y="654"/>
                    <a:pt x="263" y="654"/>
                    <a:pt x="264" y="655"/>
                  </a:cubicBezTo>
                  <a:cubicBezTo>
                    <a:pt x="262" y="655"/>
                    <a:pt x="261" y="655"/>
                    <a:pt x="259" y="654"/>
                  </a:cubicBezTo>
                  <a:close/>
                  <a:moveTo>
                    <a:pt x="227" y="637"/>
                  </a:moveTo>
                  <a:cubicBezTo>
                    <a:pt x="226" y="636"/>
                    <a:pt x="224" y="636"/>
                    <a:pt x="223" y="635"/>
                  </a:cubicBezTo>
                  <a:cubicBezTo>
                    <a:pt x="225" y="635"/>
                    <a:pt x="225" y="635"/>
                    <a:pt x="228" y="636"/>
                  </a:cubicBezTo>
                  <a:cubicBezTo>
                    <a:pt x="226" y="636"/>
                    <a:pt x="229" y="637"/>
                    <a:pt x="227" y="637"/>
                  </a:cubicBezTo>
                  <a:close/>
                  <a:moveTo>
                    <a:pt x="216" y="631"/>
                  </a:moveTo>
                  <a:cubicBezTo>
                    <a:pt x="215" y="630"/>
                    <a:pt x="214" y="630"/>
                    <a:pt x="213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8" y="631"/>
                    <a:pt x="216" y="629"/>
                    <a:pt x="218" y="629"/>
                  </a:cubicBezTo>
                  <a:cubicBezTo>
                    <a:pt x="219" y="630"/>
                    <a:pt x="220" y="630"/>
                    <a:pt x="221" y="631"/>
                  </a:cubicBezTo>
                  <a:cubicBezTo>
                    <a:pt x="218" y="631"/>
                    <a:pt x="218" y="631"/>
                    <a:pt x="216" y="631"/>
                  </a:cubicBezTo>
                  <a:close/>
                  <a:moveTo>
                    <a:pt x="221" y="636"/>
                  </a:moveTo>
                  <a:cubicBezTo>
                    <a:pt x="221" y="636"/>
                    <a:pt x="219" y="635"/>
                    <a:pt x="220" y="635"/>
                  </a:cubicBezTo>
                  <a:cubicBezTo>
                    <a:pt x="222" y="636"/>
                    <a:pt x="226" y="636"/>
                    <a:pt x="228" y="638"/>
                  </a:cubicBezTo>
                  <a:cubicBezTo>
                    <a:pt x="225" y="637"/>
                    <a:pt x="223" y="636"/>
                    <a:pt x="221" y="636"/>
                  </a:cubicBezTo>
                  <a:close/>
                  <a:moveTo>
                    <a:pt x="122" y="502"/>
                  </a:moveTo>
                  <a:cubicBezTo>
                    <a:pt x="121" y="501"/>
                    <a:pt x="123" y="501"/>
                    <a:pt x="124" y="502"/>
                  </a:cubicBezTo>
                  <a:cubicBezTo>
                    <a:pt x="124" y="503"/>
                    <a:pt x="124" y="504"/>
                    <a:pt x="125" y="504"/>
                  </a:cubicBezTo>
                  <a:cubicBezTo>
                    <a:pt x="125" y="505"/>
                    <a:pt x="123" y="503"/>
                    <a:pt x="122" y="502"/>
                  </a:cubicBezTo>
                  <a:close/>
                  <a:moveTo>
                    <a:pt x="171" y="589"/>
                  </a:moveTo>
                  <a:cubicBezTo>
                    <a:pt x="169" y="588"/>
                    <a:pt x="168" y="587"/>
                    <a:pt x="166" y="585"/>
                  </a:cubicBezTo>
                  <a:cubicBezTo>
                    <a:pt x="168" y="586"/>
                    <a:pt x="169" y="585"/>
                    <a:pt x="171" y="587"/>
                  </a:cubicBezTo>
                  <a:cubicBezTo>
                    <a:pt x="170" y="587"/>
                    <a:pt x="168" y="587"/>
                    <a:pt x="171" y="589"/>
                  </a:cubicBezTo>
                  <a:close/>
                  <a:moveTo>
                    <a:pt x="203" y="625"/>
                  </a:moveTo>
                  <a:cubicBezTo>
                    <a:pt x="206" y="626"/>
                    <a:pt x="206" y="626"/>
                    <a:pt x="205" y="627"/>
                  </a:cubicBezTo>
                  <a:cubicBezTo>
                    <a:pt x="209" y="628"/>
                    <a:pt x="216" y="631"/>
                    <a:pt x="217" y="633"/>
                  </a:cubicBezTo>
                  <a:cubicBezTo>
                    <a:pt x="213" y="630"/>
                    <a:pt x="207" y="628"/>
                    <a:pt x="204" y="627"/>
                  </a:cubicBezTo>
                  <a:cubicBezTo>
                    <a:pt x="205" y="627"/>
                    <a:pt x="204" y="627"/>
                    <a:pt x="203" y="626"/>
                  </a:cubicBezTo>
                  <a:cubicBezTo>
                    <a:pt x="203" y="626"/>
                    <a:pt x="203" y="626"/>
                    <a:pt x="200" y="625"/>
                  </a:cubicBezTo>
                  <a:cubicBezTo>
                    <a:pt x="199" y="624"/>
                    <a:pt x="200" y="625"/>
                    <a:pt x="200" y="624"/>
                  </a:cubicBezTo>
                  <a:cubicBezTo>
                    <a:pt x="199" y="624"/>
                    <a:pt x="199" y="624"/>
                    <a:pt x="197" y="623"/>
                  </a:cubicBezTo>
                  <a:cubicBezTo>
                    <a:pt x="198" y="624"/>
                    <a:pt x="194" y="623"/>
                    <a:pt x="193" y="622"/>
                  </a:cubicBezTo>
                  <a:cubicBezTo>
                    <a:pt x="193" y="621"/>
                    <a:pt x="196" y="622"/>
                    <a:pt x="198" y="622"/>
                  </a:cubicBezTo>
                  <a:cubicBezTo>
                    <a:pt x="201" y="624"/>
                    <a:pt x="201" y="625"/>
                    <a:pt x="203" y="625"/>
                  </a:cubicBezTo>
                  <a:close/>
                  <a:moveTo>
                    <a:pt x="240" y="654"/>
                  </a:moveTo>
                  <a:cubicBezTo>
                    <a:pt x="237" y="653"/>
                    <a:pt x="234" y="653"/>
                    <a:pt x="232" y="653"/>
                  </a:cubicBezTo>
                  <a:cubicBezTo>
                    <a:pt x="230" y="651"/>
                    <a:pt x="234" y="653"/>
                    <a:pt x="236" y="652"/>
                  </a:cubicBezTo>
                  <a:cubicBezTo>
                    <a:pt x="236" y="653"/>
                    <a:pt x="238" y="653"/>
                    <a:pt x="239" y="653"/>
                  </a:cubicBezTo>
                  <a:cubicBezTo>
                    <a:pt x="241" y="654"/>
                    <a:pt x="241" y="654"/>
                    <a:pt x="240" y="654"/>
                  </a:cubicBezTo>
                  <a:close/>
                  <a:moveTo>
                    <a:pt x="203" y="628"/>
                  </a:moveTo>
                  <a:cubicBezTo>
                    <a:pt x="201" y="626"/>
                    <a:pt x="198" y="625"/>
                    <a:pt x="196" y="624"/>
                  </a:cubicBezTo>
                  <a:cubicBezTo>
                    <a:pt x="198" y="625"/>
                    <a:pt x="200" y="625"/>
                    <a:pt x="201" y="626"/>
                  </a:cubicBezTo>
                  <a:cubicBezTo>
                    <a:pt x="200" y="626"/>
                    <a:pt x="206" y="628"/>
                    <a:pt x="203" y="628"/>
                  </a:cubicBezTo>
                  <a:close/>
                  <a:moveTo>
                    <a:pt x="220" y="645"/>
                  </a:moveTo>
                  <a:cubicBezTo>
                    <a:pt x="220" y="644"/>
                    <a:pt x="223" y="644"/>
                    <a:pt x="224" y="645"/>
                  </a:cubicBezTo>
                  <a:cubicBezTo>
                    <a:pt x="223" y="645"/>
                    <a:pt x="221" y="645"/>
                    <a:pt x="220" y="645"/>
                  </a:cubicBezTo>
                  <a:close/>
                  <a:moveTo>
                    <a:pt x="222" y="649"/>
                  </a:moveTo>
                  <a:cubicBezTo>
                    <a:pt x="223" y="649"/>
                    <a:pt x="225" y="650"/>
                    <a:pt x="226" y="650"/>
                  </a:cubicBezTo>
                  <a:cubicBezTo>
                    <a:pt x="225" y="649"/>
                    <a:pt x="223" y="648"/>
                    <a:pt x="225" y="648"/>
                  </a:cubicBezTo>
                  <a:cubicBezTo>
                    <a:pt x="227" y="649"/>
                    <a:pt x="232" y="650"/>
                    <a:pt x="231" y="651"/>
                  </a:cubicBezTo>
                  <a:cubicBezTo>
                    <a:pt x="228" y="651"/>
                    <a:pt x="225" y="651"/>
                    <a:pt x="222" y="649"/>
                  </a:cubicBezTo>
                  <a:close/>
                  <a:moveTo>
                    <a:pt x="191" y="620"/>
                  </a:moveTo>
                  <a:cubicBezTo>
                    <a:pt x="190" y="619"/>
                    <a:pt x="186" y="618"/>
                    <a:pt x="187" y="618"/>
                  </a:cubicBezTo>
                  <a:cubicBezTo>
                    <a:pt x="189" y="618"/>
                    <a:pt x="193" y="620"/>
                    <a:pt x="191" y="620"/>
                  </a:cubicBezTo>
                  <a:close/>
                  <a:moveTo>
                    <a:pt x="199" y="631"/>
                  </a:moveTo>
                  <a:cubicBezTo>
                    <a:pt x="201" y="632"/>
                    <a:pt x="203" y="633"/>
                    <a:pt x="205" y="634"/>
                  </a:cubicBezTo>
                  <a:cubicBezTo>
                    <a:pt x="205" y="634"/>
                    <a:pt x="198" y="632"/>
                    <a:pt x="199" y="631"/>
                  </a:cubicBezTo>
                  <a:close/>
                  <a:moveTo>
                    <a:pt x="216" y="645"/>
                  </a:moveTo>
                  <a:cubicBezTo>
                    <a:pt x="217" y="646"/>
                    <a:pt x="218" y="645"/>
                    <a:pt x="218" y="645"/>
                  </a:cubicBezTo>
                  <a:cubicBezTo>
                    <a:pt x="219" y="646"/>
                    <a:pt x="224" y="648"/>
                    <a:pt x="223" y="648"/>
                  </a:cubicBezTo>
                  <a:cubicBezTo>
                    <a:pt x="221" y="647"/>
                    <a:pt x="218" y="647"/>
                    <a:pt x="216" y="645"/>
                  </a:cubicBezTo>
                  <a:close/>
                  <a:moveTo>
                    <a:pt x="168" y="608"/>
                  </a:moveTo>
                  <a:cubicBezTo>
                    <a:pt x="172" y="609"/>
                    <a:pt x="177" y="613"/>
                    <a:pt x="181" y="615"/>
                  </a:cubicBezTo>
                  <a:cubicBezTo>
                    <a:pt x="181" y="614"/>
                    <a:pt x="179" y="613"/>
                    <a:pt x="181" y="613"/>
                  </a:cubicBezTo>
                  <a:cubicBezTo>
                    <a:pt x="181" y="615"/>
                    <a:pt x="183" y="615"/>
                    <a:pt x="186" y="617"/>
                  </a:cubicBezTo>
                  <a:cubicBezTo>
                    <a:pt x="184" y="617"/>
                    <a:pt x="182" y="616"/>
                    <a:pt x="182" y="617"/>
                  </a:cubicBezTo>
                  <a:cubicBezTo>
                    <a:pt x="180" y="614"/>
                    <a:pt x="173" y="611"/>
                    <a:pt x="168" y="608"/>
                  </a:cubicBezTo>
                  <a:close/>
                  <a:moveTo>
                    <a:pt x="103" y="475"/>
                  </a:moveTo>
                  <a:cubicBezTo>
                    <a:pt x="104" y="477"/>
                    <a:pt x="106" y="478"/>
                    <a:pt x="106" y="479"/>
                  </a:cubicBezTo>
                  <a:cubicBezTo>
                    <a:pt x="105" y="478"/>
                    <a:pt x="102" y="475"/>
                    <a:pt x="103" y="475"/>
                  </a:cubicBezTo>
                  <a:close/>
                  <a:moveTo>
                    <a:pt x="138" y="564"/>
                  </a:moveTo>
                  <a:cubicBezTo>
                    <a:pt x="138" y="563"/>
                    <a:pt x="137" y="562"/>
                    <a:pt x="136" y="562"/>
                  </a:cubicBezTo>
                  <a:cubicBezTo>
                    <a:pt x="135" y="560"/>
                    <a:pt x="140" y="563"/>
                    <a:pt x="142" y="565"/>
                  </a:cubicBezTo>
                  <a:cubicBezTo>
                    <a:pt x="139" y="564"/>
                    <a:pt x="139" y="564"/>
                    <a:pt x="138" y="564"/>
                  </a:cubicBezTo>
                  <a:close/>
                  <a:moveTo>
                    <a:pt x="205" y="640"/>
                  </a:moveTo>
                  <a:cubicBezTo>
                    <a:pt x="209" y="641"/>
                    <a:pt x="212" y="643"/>
                    <a:pt x="215" y="645"/>
                  </a:cubicBezTo>
                  <a:cubicBezTo>
                    <a:pt x="213" y="644"/>
                    <a:pt x="213" y="644"/>
                    <a:pt x="213" y="644"/>
                  </a:cubicBezTo>
                  <a:cubicBezTo>
                    <a:pt x="211" y="643"/>
                    <a:pt x="208" y="642"/>
                    <a:pt x="205" y="640"/>
                  </a:cubicBezTo>
                  <a:close/>
                  <a:moveTo>
                    <a:pt x="163" y="598"/>
                  </a:moveTo>
                  <a:cubicBezTo>
                    <a:pt x="165" y="599"/>
                    <a:pt x="170" y="602"/>
                    <a:pt x="170" y="603"/>
                  </a:cubicBezTo>
                  <a:cubicBezTo>
                    <a:pt x="168" y="602"/>
                    <a:pt x="163" y="599"/>
                    <a:pt x="163" y="598"/>
                  </a:cubicBezTo>
                  <a:close/>
                  <a:moveTo>
                    <a:pt x="166" y="604"/>
                  </a:moveTo>
                  <a:cubicBezTo>
                    <a:pt x="164" y="602"/>
                    <a:pt x="161" y="600"/>
                    <a:pt x="158" y="598"/>
                  </a:cubicBezTo>
                  <a:cubicBezTo>
                    <a:pt x="162" y="599"/>
                    <a:pt x="167" y="603"/>
                    <a:pt x="168" y="605"/>
                  </a:cubicBezTo>
                  <a:cubicBezTo>
                    <a:pt x="167" y="604"/>
                    <a:pt x="166" y="604"/>
                    <a:pt x="166" y="604"/>
                  </a:cubicBezTo>
                  <a:close/>
                  <a:moveTo>
                    <a:pt x="200" y="639"/>
                  </a:moveTo>
                  <a:cubicBezTo>
                    <a:pt x="201" y="639"/>
                    <a:pt x="199" y="638"/>
                    <a:pt x="200" y="638"/>
                  </a:cubicBezTo>
                  <a:cubicBezTo>
                    <a:pt x="201" y="639"/>
                    <a:pt x="203" y="639"/>
                    <a:pt x="204" y="640"/>
                  </a:cubicBezTo>
                  <a:cubicBezTo>
                    <a:pt x="203" y="640"/>
                    <a:pt x="201" y="640"/>
                    <a:pt x="200" y="639"/>
                  </a:cubicBezTo>
                  <a:close/>
                  <a:moveTo>
                    <a:pt x="189" y="633"/>
                  </a:moveTo>
                  <a:cubicBezTo>
                    <a:pt x="192" y="633"/>
                    <a:pt x="194" y="634"/>
                    <a:pt x="195" y="635"/>
                  </a:cubicBezTo>
                  <a:cubicBezTo>
                    <a:pt x="193" y="635"/>
                    <a:pt x="191" y="634"/>
                    <a:pt x="189" y="633"/>
                  </a:cubicBezTo>
                  <a:close/>
                  <a:moveTo>
                    <a:pt x="164" y="605"/>
                  </a:moveTo>
                  <a:cubicBezTo>
                    <a:pt x="161" y="604"/>
                    <a:pt x="161" y="603"/>
                    <a:pt x="159" y="601"/>
                  </a:cubicBezTo>
                  <a:cubicBezTo>
                    <a:pt x="160" y="601"/>
                    <a:pt x="161" y="601"/>
                    <a:pt x="161" y="601"/>
                  </a:cubicBezTo>
                  <a:cubicBezTo>
                    <a:pt x="161" y="602"/>
                    <a:pt x="162" y="602"/>
                    <a:pt x="162" y="602"/>
                  </a:cubicBezTo>
                  <a:cubicBezTo>
                    <a:pt x="160" y="602"/>
                    <a:pt x="162" y="603"/>
                    <a:pt x="164" y="605"/>
                  </a:cubicBezTo>
                  <a:close/>
                  <a:moveTo>
                    <a:pt x="194" y="638"/>
                  </a:moveTo>
                  <a:cubicBezTo>
                    <a:pt x="191" y="636"/>
                    <a:pt x="187" y="635"/>
                    <a:pt x="185" y="633"/>
                  </a:cubicBezTo>
                  <a:cubicBezTo>
                    <a:pt x="188" y="634"/>
                    <a:pt x="188" y="633"/>
                    <a:pt x="190" y="634"/>
                  </a:cubicBezTo>
                  <a:cubicBezTo>
                    <a:pt x="193" y="636"/>
                    <a:pt x="189" y="635"/>
                    <a:pt x="192" y="636"/>
                  </a:cubicBezTo>
                  <a:cubicBezTo>
                    <a:pt x="193" y="636"/>
                    <a:pt x="192" y="635"/>
                    <a:pt x="194" y="636"/>
                  </a:cubicBezTo>
                  <a:cubicBezTo>
                    <a:pt x="195" y="637"/>
                    <a:pt x="194" y="637"/>
                    <a:pt x="194" y="638"/>
                  </a:cubicBezTo>
                  <a:close/>
                  <a:moveTo>
                    <a:pt x="182" y="629"/>
                  </a:moveTo>
                  <a:cubicBezTo>
                    <a:pt x="182" y="629"/>
                    <a:pt x="183" y="629"/>
                    <a:pt x="184" y="629"/>
                  </a:cubicBezTo>
                  <a:cubicBezTo>
                    <a:pt x="185" y="631"/>
                    <a:pt x="187" y="631"/>
                    <a:pt x="189" y="632"/>
                  </a:cubicBezTo>
                  <a:cubicBezTo>
                    <a:pt x="188" y="632"/>
                    <a:pt x="188" y="632"/>
                    <a:pt x="187" y="632"/>
                  </a:cubicBezTo>
                  <a:cubicBezTo>
                    <a:pt x="186" y="631"/>
                    <a:pt x="184" y="631"/>
                    <a:pt x="182" y="629"/>
                  </a:cubicBezTo>
                  <a:close/>
                  <a:moveTo>
                    <a:pt x="147" y="593"/>
                  </a:moveTo>
                  <a:cubicBezTo>
                    <a:pt x="149" y="595"/>
                    <a:pt x="157" y="598"/>
                    <a:pt x="155" y="599"/>
                  </a:cubicBezTo>
                  <a:cubicBezTo>
                    <a:pt x="153" y="597"/>
                    <a:pt x="149" y="596"/>
                    <a:pt x="147" y="593"/>
                  </a:cubicBezTo>
                  <a:close/>
                  <a:moveTo>
                    <a:pt x="135" y="580"/>
                  </a:moveTo>
                  <a:cubicBezTo>
                    <a:pt x="136" y="581"/>
                    <a:pt x="138" y="582"/>
                    <a:pt x="139" y="583"/>
                  </a:cubicBezTo>
                  <a:cubicBezTo>
                    <a:pt x="138" y="584"/>
                    <a:pt x="136" y="582"/>
                    <a:pt x="135" y="580"/>
                  </a:cubicBezTo>
                  <a:close/>
                  <a:moveTo>
                    <a:pt x="133" y="581"/>
                  </a:moveTo>
                  <a:cubicBezTo>
                    <a:pt x="136" y="584"/>
                    <a:pt x="144" y="589"/>
                    <a:pt x="142" y="590"/>
                  </a:cubicBezTo>
                  <a:cubicBezTo>
                    <a:pt x="140" y="587"/>
                    <a:pt x="134" y="583"/>
                    <a:pt x="133" y="581"/>
                  </a:cubicBezTo>
                  <a:close/>
                  <a:moveTo>
                    <a:pt x="120" y="565"/>
                  </a:moveTo>
                  <a:cubicBezTo>
                    <a:pt x="122" y="565"/>
                    <a:pt x="123" y="566"/>
                    <a:pt x="124" y="568"/>
                  </a:cubicBezTo>
                  <a:cubicBezTo>
                    <a:pt x="124" y="568"/>
                    <a:pt x="121" y="566"/>
                    <a:pt x="120" y="565"/>
                  </a:cubicBezTo>
                  <a:close/>
                  <a:moveTo>
                    <a:pt x="121" y="569"/>
                  </a:moveTo>
                  <a:cubicBezTo>
                    <a:pt x="120" y="566"/>
                    <a:pt x="117" y="564"/>
                    <a:pt x="115" y="562"/>
                  </a:cubicBezTo>
                  <a:cubicBezTo>
                    <a:pt x="117" y="562"/>
                    <a:pt x="121" y="567"/>
                    <a:pt x="124" y="570"/>
                  </a:cubicBezTo>
                  <a:cubicBezTo>
                    <a:pt x="123" y="569"/>
                    <a:pt x="123" y="570"/>
                    <a:pt x="121" y="569"/>
                  </a:cubicBezTo>
                  <a:close/>
                  <a:moveTo>
                    <a:pt x="120" y="569"/>
                  </a:moveTo>
                  <a:cubicBezTo>
                    <a:pt x="118" y="566"/>
                    <a:pt x="116" y="567"/>
                    <a:pt x="114" y="564"/>
                  </a:cubicBezTo>
                  <a:cubicBezTo>
                    <a:pt x="117" y="566"/>
                    <a:pt x="115" y="565"/>
                    <a:pt x="117" y="565"/>
                  </a:cubicBezTo>
                  <a:cubicBezTo>
                    <a:pt x="118" y="566"/>
                    <a:pt x="122" y="569"/>
                    <a:pt x="120" y="569"/>
                  </a:cubicBezTo>
                  <a:close/>
                  <a:moveTo>
                    <a:pt x="106" y="554"/>
                  </a:moveTo>
                  <a:cubicBezTo>
                    <a:pt x="108" y="555"/>
                    <a:pt x="109" y="556"/>
                    <a:pt x="110" y="558"/>
                  </a:cubicBezTo>
                  <a:cubicBezTo>
                    <a:pt x="109" y="558"/>
                    <a:pt x="106" y="556"/>
                    <a:pt x="106" y="554"/>
                  </a:cubicBezTo>
                  <a:close/>
                  <a:moveTo>
                    <a:pt x="126" y="590"/>
                  </a:moveTo>
                  <a:cubicBezTo>
                    <a:pt x="128" y="591"/>
                    <a:pt x="129" y="592"/>
                    <a:pt x="131" y="594"/>
                  </a:cubicBezTo>
                  <a:cubicBezTo>
                    <a:pt x="129" y="593"/>
                    <a:pt x="127" y="592"/>
                    <a:pt x="126" y="590"/>
                  </a:cubicBezTo>
                  <a:close/>
                  <a:moveTo>
                    <a:pt x="126" y="591"/>
                  </a:moveTo>
                  <a:cubicBezTo>
                    <a:pt x="128" y="592"/>
                    <a:pt x="131" y="595"/>
                    <a:pt x="130" y="595"/>
                  </a:cubicBezTo>
                  <a:cubicBezTo>
                    <a:pt x="129" y="593"/>
                    <a:pt x="127" y="593"/>
                    <a:pt x="126" y="591"/>
                  </a:cubicBezTo>
                  <a:close/>
                  <a:moveTo>
                    <a:pt x="120" y="584"/>
                  </a:moveTo>
                  <a:cubicBezTo>
                    <a:pt x="121" y="584"/>
                    <a:pt x="120" y="582"/>
                    <a:pt x="120" y="583"/>
                  </a:cubicBezTo>
                  <a:cubicBezTo>
                    <a:pt x="122" y="583"/>
                    <a:pt x="123" y="584"/>
                    <a:pt x="124" y="585"/>
                  </a:cubicBezTo>
                  <a:cubicBezTo>
                    <a:pt x="122" y="584"/>
                    <a:pt x="123" y="586"/>
                    <a:pt x="120" y="584"/>
                  </a:cubicBezTo>
                  <a:close/>
                  <a:moveTo>
                    <a:pt x="118" y="587"/>
                  </a:moveTo>
                  <a:cubicBezTo>
                    <a:pt x="118" y="587"/>
                    <a:pt x="121" y="588"/>
                    <a:pt x="121" y="587"/>
                  </a:cubicBezTo>
                  <a:cubicBezTo>
                    <a:pt x="119" y="586"/>
                    <a:pt x="119" y="585"/>
                    <a:pt x="118" y="584"/>
                  </a:cubicBezTo>
                  <a:cubicBezTo>
                    <a:pt x="120" y="586"/>
                    <a:pt x="124" y="587"/>
                    <a:pt x="126" y="589"/>
                  </a:cubicBezTo>
                  <a:cubicBezTo>
                    <a:pt x="121" y="587"/>
                    <a:pt x="122" y="591"/>
                    <a:pt x="118" y="587"/>
                  </a:cubicBezTo>
                  <a:close/>
                  <a:moveTo>
                    <a:pt x="93" y="536"/>
                  </a:moveTo>
                  <a:cubicBezTo>
                    <a:pt x="95" y="536"/>
                    <a:pt x="97" y="540"/>
                    <a:pt x="96" y="539"/>
                  </a:cubicBezTo>
                  <a:cubicBezTo>
                    <a:pt x="95" y="538"/>
                    <a:pt x="94" y="537"/>
                    <a:pt x="93" y="536"/>
                  </a:cubicBezTo>
                  <a:close/>
                  <a:moveTo>
                    <a:pt x="113" y="579"/>
                  </a:moveTo>
                  <a:cubicBezTo>
                    <a:pt x="115" y="580"/>
                    <a:pt x="116" y="580"/>
                    <a:pt x="116" y="582"/>
                  </a:cubicBezTo>
                  <a:cubicBezTo>
                    <a:pt x="115" y="581"/>
                    <a:pt x="114" y="580"/>
                    <a:pt x="113" y="579"/>
                  </a:cubicBezTo>
                  <a:close/>
                  <a:moveTo>
                    <a:pt x="95" y="543"/>
                  </a:moveTo>
                  <a:cubicBezTo>
                    <a:pt x="93" y="541"/>
                    <a:pt x="89" y="537"/>
                    <a:pt x="90" y="536"/>
                  </a:cubicBezTo>
                  <a:cubicBezTo>
                    <a:pt x="88" y="535"/>
                    <a:pt x="86" y="531"/>
                    <a:pt x="85" y="532"/>
                  </a:cubicBezTo>
                  <a:cubicBezTo>
                    <a:pt x="84" y="529"/>
                    <a:pt x="84" y="529"/>
                    <a:pt x="84" y="529"/>
                  </a:cubicBezTo>
                  <a:cubicBezTo>
                    <a:pt x="85" y="530"/>
                    <a:pt x="86" y="532"/>
                    <a:pt x="86" y="531"/>
                  </a:cubicBezTo>
                  <a:cubicBezTo>
                    <a:pt x="88" y="534"/>
                    <a:pt x="89" y="536"/>
                    <a:pt x="91" y="536"/>
                  </a:cubicBezTo>
                  <a:cubicBezTo>
                    <a:pt x="92" y="538"/>
                    <a:pt x="90" y="536"/>
                    <a:pt x="91" y="537"/>
                  </a:cubicBezTo>
                  <a:cubicBezTo>
                    <a:pt x="93" y="539"/>
                    <a:pt x="93" y="539"/>
                    <a:pt x="93" y="539"/>
                  </a:cubicBezTo>
                  <a:cubicBezTo>
                    <a:pt x="94" y="542"/>
                    <a:pt x="92" y="540"/>
                    <a:pt x="95" y="543"/>
                  </a:cubicBezTo>
                  <a:close/>
                  <a:moveTo>
                    <a:pt x="82" y="526"/>
                  </a:moveTo>
                  <a:cubicBezTo>
                    <a:pt x="81" y="523"/>
                    <a:pt x="86" y="528"/>
                    <a:pt x="87" y="530"/>
                  </a:cubicBezTo>
                  <a:cubicBezTo>
                    <a:pt x="86" y="530"/>
                    <a:pt x="86" y="531"/>
                    <a:pt x="86" y="530"/>
                  </a:cubicBezTo>
                  <a:cubicBezTo>
                    <a:pt x="83" y="527"/>
                    <a:pt x="85" y="528"/>
                    <a:pt x="82" y="526"/>
                  </a:cubicBezTo>
                  <a:close/>
                  <a:moveTo>
                    <a:pt x="77" y="521"/>
                  </a:moveTo>
                  <a:cubicBezTo>
                    <a:pt x="76" y="519"/>
                    <a:pt x="78" y="521"/>
                    <a:pt x="80" y="522"/>
                  </a:cubicBezTo>
                  <a:cubicBezTo>
                    <a:pt x="80" y="523"/>
                    <a:pt x="81" y="523"/>
                    <a:pt x="82" y="524"/>
                  </a:cubicBezTo>
                  <a:cubicBezTo>
                    <a:pt x="79" y="523"/>
                    <a:pt x="79" y="522"/>
                    <a:pt x="77" y="521"/>
                  </a:cubicBezTo>
                  <a:close/>
                  <a:moveTo>
                    <a:pt x="72" y="507"/>
                  </a:moveTo>
                  <a:cubicBezTo>
                    <a:pt x="73" y="509"/>
                    <a:pt x="75" y="510"/>
                    <a:pt x="75" y="512"/>
                  </a:cubicBezTo>
                  <a:cubicBezTo>
                    <a:pt x="74" y="510"/>
                    <a:pt x="73" y="509"/>
                    <a:pt x="72" y="507"/>
                  </a:cubicBezTo>
                  <a:close/>
                  <a:moveTo>
                    <a:pt x="62" y="350"/>
                  </a:moveTo>
                  <a:cubicBezTo>
                    <a:pt x="61" y="349"/>
                    <a:pt x="61" y="345"/>
                    <a:pt x="62" y="346"/>
                  </a:cubicBezTo>
                  <a:cubicBezTo>
                    <a:pt x="61" y="347"/>
                    <a:pt x="62" y="349"/>
                    <a:pt x="62" y="349"/>
                  </a:cubicBezTo>
                  <a:cubicBezTo>
                    <a:pt x="62" y="350"/>
                    <a:pt x="62" y="350"/>
                    <a:pt x="62" y="350"/>
                  </a:cubicBezTo>
                  <a:close/>
                  <a:moveTo>
                    <a:pt x="53" y="481"/>
                  </a:moveTo>
                  <a:cubicBezTo>
                    <a:pt x="53" y="479"/>
                    <a:pt x="54" y="480"/>
                    <a:pt x="55" y="481"/>
                  </a:cubicBezTo>
                  <a:cubicBezTo>
                    <a:pt x="56" y="483"/>
                    <a:pt x="58" y="485"/>
                    <a:pt x="57" y="485"/>
                  </a:cubicBezTo>
                  <a:cubicBezTo>
                    <a:pt x="56" y="483"/>
                    <a:pt x="55" y="483"/>
                    <a:pt x="53" y="481"/>
                  </a:cubicBezTo>
                  <a:close/>
                  <a:moveTo>
                    <a:pt x="61" y="342"/>
                  </a:moveTo>
                  <a:cubicBezTo>
                    <a:pt x="61" y="339"/>
                    <a:pt x="60" y="334"/>
                    <a:pt x="61" y="333"/>
                  </a:cubicBezTo>
                  <a:cubicBezTo>
                    <a:pt x="61" y="336"/>
                    <a:pt x="62" y="334"/>
                    <a:pt x="63" y="336"/>
                  </a:cubicBezTo>
                  <a:cubicBezTo>
                    <a:pt x="62" y="338"/>
                    <a:pt x="61" y="337"/>
                    <a:pt x="61" y="337"/>
                  </a:cubicBezTo>
                  <a:cubicBezTo>
                    <a:pt x="62" y="339"/>
                    <a:pt x="62" y="342"/>
                    <a:pt x="61" y="342"/>
                  </a:cubicBezTo>
                  <a:close/>
                  <a:moveTo>
                    <a:pt x="61" y="326"/>
                  </a:moveTo>
                  <a:cubicBezTo>
                    <a:pt x="61" y="327"/>
                    <a:pt x="61" y="329"/>
                    <a:pt x="61" y="330"/>
                  </a:cubicBezTo>
                  <a:cubicBezTo>
                    <a:pt x="60" y="330"/>
                    <a:pt x="60" y="324"/>
                    <a:pt x="61" y="326"/>
                  </a:cubicBezTo>
                  <a:close/>
                  <a:moveTo>
                    <a:pt x="41" y="486"/>
                  </a:moveTo>
                  <a:cubicBezTo>
                    <a:pt x="42" y="488"/>
                    <a:pt x="43" y="490"/>
                    <a:pt x="44" y="492"/>
                  </a:cubicBezTo>
                  <a:cubicBezTo>
                    <a:pt x="42" y="490"/>
                    <a:pt x="42" y="489"/>
                    <a:pt x="41" y="486"/>
                  </a:cubicBezTo>
                  <a:close/>
                  <a:moveTo>
                    <a:pt x="35" y="477"/>
                  </a:moveTo>
                  <a:cubicBezTo>
                    <a:pt x="33" y="476"/>
                    <a:pt x="34" y="474"/>
                    <a:pt x="33" y="472"/>
                  </a:cubicBezTo>
                  <a:cubicBezTo>
                    <a:pt x="33" y="474"/>
                    <a:pt x="31" y="471"/>
                    <a:pt x="30" y="470"/>
                  </a:cubicBezTo>
                  <a:cubicBezTo>
                    <a:pt x="29" y="467"/>
                    <a:pt x="33" y="473"/>
                    <a:pt x="32" y="470"/>
                  </a:cubicBezTo>
                  <a:cubicBezTo>
                    <a:pt x="32" y="470"/>
                    <a:pt x="32" y="470"/>
                    <a:pt x="31" y="469"/>
                  </a:cubicBezTo>
                  <a:cubicBezTo>
                    <a:pt x="30" y="468"/>
                    <a:pt x="29" y="464"/>
                    <a:pt x="30" y="465"/>
                  </a:cubicBezTo>
                  <a:cubicBezTo>
                    <a:pt x="31" y="467"/>
                    <a:pt x="33" y="471"/>
                    <a:pt x="35" y="474"/>
                  </a:cubicBezTo>
                  <a:cubicBezTo>
                    <a:pt x="36" y="476"/>
                    <a:pt x="38" y="479"/>
                    <a:pt x="36" y="478"/>
                  </a:cubicBezTo>
                  <a:cubicBezTo>
                    <a:pt x="37" y="480"/>
                    <a:pt x="40" y="485"/>
                    <a:pt x="39" y="486"/>
                  </a:cubicBezTo>
                  <a:cubicBezTo>
                    <a:pt x="38" y="485"/>
                    <a:pt x="35" y="478"/>
                    <a:pt x="35" y="477"/>
                  </a:cubicBezTo>
                  <a:close/>
                  <a:moveTo>
                    <a:pt x="32" y="474"/>
                  </a:moveTo>
                  <a:cubicBezTo>
                    <a:pt x="34" y="476"/>
                    <a:pt x="35" y="479"/>
                    <a:pt x="36" y="482"/>
                  </a:cubicBezTo>
                  <a:cubicBezTo>
                    <a:pt x="35" y="479"/>
                    <a:pt x="32" y="477"/>
                    <a:pt x="32" y="474"/>
                  </a:cubicBezTo>
                  <a:close/>
                  <a:moveTo>
                    <a:pt x="62" y="291"/>
                  </a:moveTo>
                  <a:cubicBezTo>
                    <a:pt x="62" y="289"/>
                    <a:pt x="62" y="284"/>
                    <a:pt x="63" y="284"/>
                  </a:cubicBezTo>
                  <a:cubicBezTo>
                    <a:pt x="63" y="286"/>
                    <a:pt x="63" y="291"/>
                    <a:pt x="62" y="291"/>
                  </a:cubicBezTo>
                  <a:close/>
                  <a:moveTo>
                    <a:pt x="27" y="464"/>
                  </a:moveTo>
                  <a:cubicBezTo>
                    <a:pt x="27" y="463"/>
                    <a:pt x="26" y="461"/>
                    <a:pt x="27" y="462"/>
                  </a:cubicBezTo>
                  <a:cubicBezTo>
                    <a:pt x="27" y="465"/>
                    <a:pt x="28" y="466"/>
                    <a:pt x="29" y="467"/>
                  </a:cubicBezTo>
                  <a:cubicBezTo>
                    <a:pt x="29" y="469"/>
                    <a:pt x="28" y="466"/>
                    <a:pt x="27" y="464"/>
                  </a:cubicBezTo>
                  <a:close/>
                  <a:moveTo>
                    <a:pt x="24" y="452"/>
                  </a:moveTo>
                  <a:cubicBezTo>
                    <a:pt x="24" y="450"/>
                    <a:pt x="23" y="449"/>
                    <a:pt x="23" y="448"/>
                  </a:cubicBezTo>
                  <a:cubicBezTo>
                    <a:pt x="24" y="449"/>
                    <a:pt x="25" y="454"/>
                    <a:pt x="24" y="452"/>
                  </a:cubicBezTo>
                  <a:close/>
                  <a:moveTo>
                    <a:pt x="22" y="457"/>
                  </a:moveTo>
                  <a:cubicBezTo>
                    <a:pt x="22" y="456"/>
                    <a:pt x="22" y="455"/>
                    <a:pt x="23" y="456"/>
                  </a:cubicBezTo>
                  <a:cubicBezTo>
                    <a:pt x="23" y="457"/>
                    <a:pt x="23" y="458"/>
                    <a:pt x="23" y="458"/>
                  </a:cubicBezTo>
                  <a:cubicBezTo>
                    <a:pt x="24" y="459"/>
                    <a:pt x="24" y="460"/>
                    <a:pt x="24" y="460"/>
                  </a:cubicBezTo>
                  <a:lnTo>
                    <a:pt x="22" y="457"/>
                  </a:lnTo>
                  <a:close/>
                  <a:moveTo>
                    <a:pt x="67" y="266"/>
                  </a:moveTo>
                  <a:cubicBezTo>
                    <a:pt x="67" y="267"/>
                    <a:pt x="67" y="266"/>
                    <a:pt x="67" y="268"/>
                  </a:cubicBezTo>
                  <a:cubicBezTo>
                    <a:pt x="66" y="269"/>
                    <a:pt x="66" y="270"/>
                    <a:pt x="66" y="271"/>
                  </a:cubicBezTo>
                  <a:cubicBezTo>
                    <a:pt x="66" y="269"/>
                    <a:pt x="66" y="267"/>
                    <a:pt x="67" y="266"/>
                  </a:cubicBezTo>
                  <a:close/>
                  <a:moveTo>
                    <a:pt x="16" y="431"/>
                  </a:moveTo>
                  <a:cubicBezTo>
                    <a:pt x="17" y="431"/>
                    <a:pt x="16" y="428"/>
                    <a:pt x="16" y="428"/>
                  </a:cubicBezTo>
                  <a:cubicBezTo>
                    <a:pt x="16" y="427"/>
                    <a:pt x="16" y="428"/>
                    <a:pt x="15" y="427"/>
                  </a:cubicBezTo>
                  <a:cubicBezTo>
                    <a:pt x="14" y="424"/>
                    <a:pt x="15" y="423"/>
                    <a:pt x="16" y="425"/>
                  </a:cubicBezTo>
                  <a:cubicBezTo>
                    <a:pt x="17" y="428"/>
                    <a:pt x="18" y="431"/>
                    <a:pt x="19" y="435"/>
                  </a:cubicBezTo>
                  <a:cubicBezTo>
                    <a:pt x="18" y="432"/>
                    <a:pt x="17" y="432"/>
                    <a:pt x="16" y="431"/>
                  </a:cubicBezTo>
                  <a:close/>
                  <a:moveTo>
                    <a:pt x="71" y="258"/>
                  </a:moveTo>
                  <a:cubicBezTo>
                    <a:pt x="69" y="259"/>
                    <a:pt x="69" y="259"/>
                    <a:pt x="69" y="259"/>
                  </a:cubicBezTo>
                  <a:cubicBezTo>
                    <a:pt x="69" y="257"/>
                    <a:pt x="71" y="255"/>
                    <a:pt x="71" y="258"/>
                  </a:cubicBezTo>
                  <a:close/>
                  <a:moveTo>
                    <a:pt x="13" y="415"/>
                  </a:moveTo>
                  <a:cubicBezTo>
                    <a:pt x="12" y="413"/>
                    <a:pt x="12" y="411"/>
                    <a:pt x="12" y="409"/>
                  </a:cubicBezTo>
                  <a:cubicBezTo>
                    <a:pt x="13" y="411"/>
                    <a:pt x="13" y="413"/>
                    <a:pt x="13" y="415"/>
                  </a:cubicBezTo>
                  <a:cubicBezTo>
                    <a:pt x="13" y="415"/>
                    <a:pt x="13" y="414"/>
                    <a:pt x="13" y="415"/>
                  </a:cubicBezTo>
                  <a:close/>
                  <a:moveTo>
                    <a:pt x="76" y="235"/>
                  </a:moveTo>
                  <a:cubicBezTo>
                    <a:pt x="76" y="234"/>
                    <a:pt x="76" y="233"/>
                    <a:pt x="77" y="232"/>
                  </a:cubicBezTo>
                  <a:cubicBezTo>
                    <a:pt x="77" y="233"/>
                    <a:pt x="79" y="232"/>
                    <a:pt x="77" y="234"/>
                  </a:cubicBezTo>
                  <a:cubicBezTo>
                    <a:pt x="78" y="232"/>
                    <a:pt x="77" y="233"/>
                    <a:pt x="76" y="235"/>
                  </a:cubicBezTo>
                  <a:cubicBezTo>
                    <a:pt x="77" y="234"/>
                    <a:pt x="77" y="235"/>
                    <a:pt x="77" y="235"/>
                  </a:cubicBezTo>
                  <a:cubicBezTo>
                    <a:pt x="77" y="236"/>
                    <a:pt x="77" y="237"/>
                    <a:pt x="76" y="238"/>
                  </a:cubicBezTo>
                  <a:cubicBezTo>
                    <a:pt x="76" y="235"/>
                    <a:pt x="75" y="237"/>
                    <a:pt x="76" y="235"/>
                  </a:cubicBezTo>
                  <a:close/>
                  <a:moveTo>
                    <a:pt x="7" y="397"/>
                  </a:moveTo>
                  <a:cubicBezTo>
                    <a:pt x="7" y="394"/>
                    <a:pt x="5" y="388"/>
                    <a:pt x="6" y="387"/>
                  </a:cubicBezTo>
                  <a:cubicBezTo>
                    <a:pt x="6" y="389"/>
                    <a:pt x="7" y="391"/>
                    <a:pt x="7" y="393"/>
                  </a:cubicBezTo>
                  <a:cubicBezTo>
                    <a:pt x="7" y="392"/>
                    <a:pt x="7" y="391"/>
                    <a:pt x="7" y="390"/>
                  </a:cubicBezTo>
                  <a:cubicBezTo>
                    <a:pt x="8" y="391"/>
                    <a:pt x="9" y="394"/>
                    <a:pt x="9" y="394"/>
                  </a:cubicBezTo>
                  <a:cubicBezTo>
                    <a:pt x="9" y="395"/>
                    <a:pt x="8" y="396"/>
                    <a:pt x="7" y="397"/>
                  </a:cubicBezTo>
                  <a:close/>
                  <a:moveTo>
                    <a:pt x="79" y="225"/>
                  </a:moveTo>
                  <a:cubicBezTo>
                    <a:pt x="80" y="226"/>
                    <a:pt x="80" y="226"/>
                    <a:pt x="80" y="227"/>
                  </a:cubicBezTo>
                  <a:cubicBezTo>
                    <a:pt x="79" y="228"/>
                    <a:pt x="78" y="227"/>
                    <a:pt x="79" y="225"/>
                  </a:cubicBezTo>
                  <a:close/>
                  <a:moveTo>
                    <a:pt x="6" y="384"/>
                  </a:moveTo>
                  <a:cubicBezTo>
                    <a:pt x="6" y="381"/>
                    <a:pt x="7" y="381"/>
                    <a:pt x="8" y="382"/>
                  </a:cubicBezTo>
                  <a:cubicBezTo>
                    <a:pt x="8" y="383"/>
                    <a:pt x="8" y="383"/>
                    <a:pt x="8" y="384"/>
                  </a:cubicBezTo>
                  <a:cubicBezTo>
                    <a:pt x="7" y="383"/>
                    <a:pt x="7" y="387"/>
                    <a:pt x="6" y="384"/>
                  </a:cubicBezTo>
                  <a:close/>
                  <a:moveTo>
                    <a:pt x="82" y="221"/>
                  </a:moveTo>
                  <a:cubicBezTo>
                    <a:pt x="82" y="223"/>
                    <a:pt x="82" y="224"/>
                    <a:pt x="81" y="225"/>
                  </a:cubicBezTo>
                  <a:cubicBezTo>
                    <a:pt x="81" y="223"/>
                    <a:pt x="81" y="222"/>
                    <a:pt x="82" y="221"/>
                  </a:cubicBezTo>
                  <a:close/>
                  <a:moveTo>
                    <a:pt x="4" y="375"/>
                  </a:moveTo>
                  <a:cubicBezTo>
                    <a:pt x="5" y="379"/>
                    <a:pt x="6" y="382"/>
                    <a:pt x="6" y="385"/>
                  </a:cubicBezTo>
                  <a:cubicBezTo>
                    <a:pt x="5" y="382"/>
                    <a:pt x="5" y="381"/>
                    <a:pt x="4" y="379"/>
                  </a:cubicBezTo>
                  <a:cubicBezTo>
                    <a:pt x="4" y="379"/>
                    <a:pt x="5" y="379"/>
                    <a:pt x="5" y="378"/>
                  </a:cubicBezTo>
                  <a:cubicBezTo>
                    <a:pt x="4" y="377"/>
                    <a:pt x="4" y="376"/>
                    <a:pt x="4" y="375"/>
                  </a:cubicBezTo>
                  <a:close/>
                  <a:moveTo>
                    <a:pt x="5" y="371"/>
                  </a:moveTo>
                  <a:cubicBezTo>
                    <a:pt x="5" y="371"/>
                    <a:pt x="5" y="370"/>
                    <a:pt x="5" y="370"/>
                  </a:cubicBezTo>
                  <a:cubicBezTo>
                    <a:pt x="6" y="373"/>
                    <a:pt x="7" y="377"/>
                    <a:pt x="7" y="380"/>
                  </a:cubicBezTo>
                  <a:cubicBezTo>
                    <a:pt x="6" y="379"/>
                    <a:pt x="6" y="380"/>
                    <a:pt x="5" y="378"/>
                  </a:cubicBezTo>
                  <a:cubicBezTo>
                    <a:pt x="5" y="375"/>
                    <a:pt x="4" y="373"/>
                    <a:pt x="5" y="371"/>
                  </a:cubicBezTo>
                  <a:close/>
                  <a:moveTo>
                    <a:pt x="87" y="209"/>
                  </a:moveTo>
                  <a:cubicBezTo>
                    <a:pt x="86" y="211"/>
                    <a:pt x="86" y="213"/>
                    <a:pt x="87" y="212"/>
                  </a:cubicBezTo>
                  <a:cubicBezTo>
                    <a:pt x="86" y="213"/>
                    <a:pt x="86" y="215"/>
                    <a:pt x="85" y="216"/>
                  </a:cubicBezTo>
                  <a:cubicBezTo>
                    <a:pt x="85" y="213"/>
                    <a:pt x="84" y="217"/>
                    <a:pt x="84" y="216"/>
                  </a:cubicBezTo>
                  <a:cubicBezTo>
                    <a:pt x="85" y="214"/>
                    <a:pt x="85" y="211"/>
                    <a:pt x="87" y="209"/>
                  </a:cubicBezTo>
                  <a:close/>
                  <a:moveTo>
                    <a:pt x="2" y="366"/>
                  </a:moveTo>
                  <a:cubicBezTo>
                    <a:pt x="2" y="365"/>
                    <a:pt x="3" y="365"/>
                    <a:pt x="3" y="364"/>
                  </a:cubicBezTo>
                  <a:cubicBezTo>
                    <a:pt x="3" y="364"/>
                    <a:pt x="2" y="364"/>
                    <a:pt x="2" y="364"/>
                  </a:cubicBezTo>
                  <a:cubicBezTo>
                    <a:pt x="3" y="361"/>
                    <a:pt x="3" y="362"/>
                    <a:pt x="4" y="364"/>
                  </a:cubicBezTo>
                  <a:cubicBezTo>
                    <a:pt x="3" y="365"/>
                    <a:pt x="3" y="366"/>
                    <a:pt x="3" y="367"/>
                  </a:cubicBezTo>
                  <a:cubicBezTo>
                    <a:pt x="4" y="366"/>
                    <a:pt x="4" y="367"/>
                    <a:pt x="4" y="368"/>
                  </a:cubicBezTo>
                  <a:cubicBezTo>
                    <a:pt x="4" y="369"/>
                    <a:pt x="4" y="369"/>
                    <a:pt x="4" y="370"/>
                  </a:cubicBezTo>
                  <a:cubicBezTo>
                    <a:pt x="3" y="366"/>
                    <a:pt x="3" y="367"/>
                    <a:pt x="2" y="366"/>
                  </a:cubicBezTo>
                  <a:close/>
                  <a:moveTo>
                    <a:pt x="4" y="357"/>
                  </a:moveTo>
                  <a:cubicBezTo>
                    <a:pt x="3" y="355"/>
                    <a:pt x="4" y="353"/>
                    <a:pt x="4" y="351"/>
                  </a:cubicBezTo>
                  <a:cubicBezTo>
                    <a:pt x="5" y="353"/>
                    <a:pt x="5" y="357"/>
                    <a:pt x="4" y="357"/>
                  </a:cubicBezTo>
                  <a:close/>
                  <a:moveTo>
                    <a:pt x="2" y="344"/>
                  </a:moveTo>
                  <a:cubicBezTo>
                    <a:pt x="2" y="342"/>
                    <a:pt x="1" y="340"/>
                    <a:pt x="2" y="338"/>
                  </a:cubicBezTo>
                  <a:cubicBezTo>
                    <a:pt x="3" y="340"/>
                    <a:pt x="2" y="341"/>
                    <a:pt x="2" y="343"/>
                  </a:cubicBezTo>
                  <a:cubicBezTo>
                    <a:pt x="2" y="343"/>
                    <a:pt x="2" y="342"/>
                    <a:pt x="3" y="342"/>
                  </a:cubicBezTo>
                  <a:cubicBezTo>
                    <a:pt x="2" y="343"/>
                    <a:pt x="2" y="343"/>
                    <a:pt x="2" y="344"/>
                  </a:cubicBezTo>
                  <a:close/>
                  <a:moveTo>
                    <a:pt x="3" y="329"/>
                  </a:moveTo>
                  <a:cubicBezTo>
                    <a:pt x="3" y="331"/>
                    <a:pt x="3" y="334"/>
                    <a:pt x="3" y="336"/>
                  </a:cubicBezTo>
                  <a:cubicBezTo>
                    <a:pt x="2" y="334"/>
                    <a:pt x="2" y="329"/>
                    <a:pt x="3" y="329"/>
                  </a:cubicBezTo>
                  <a:close/>
                  <a:moveTo>
                    <a:pt x="3" y="331"/>
                  </a:moveTo>
                  <a:cubicBezTo>
                    <a:pt x="4" y="330"/>
                    <a:pt x="3" y="329"/>
                    <a:pt x="3" y="329"/>
                  </a:cubicBezTo>
                  <a:cubicBezTo>
                    <a:pt x="4" y="327"/>
                    <a:pt x="4" y="327"/>
                    <a:pt x="4" y="328"/>
                  </a:cubicBezTo>
                  <a:cubicBezTo>
                    <a:pt x="4" y="329"/>
                    <a:pt x="4" y="330"/>
                    <a:pt x="4" y="331"/>
                  </a:cubicBezTo>
                  <a:cubicBezTo>
                    <a:pt x="4" y="330"/>
                    <a:pt x="4" y="331"/>
                    <a:pt x="3" y="331"/>
                  </a:cubicBezTo>
                  <a:close/>
                  <a:moveTo>
                    <a:pt x="4" y="316"/>
                  </a:moveTo>
                  <a:cubicBezTo>
                    <a:pt x="5" y="320"/>
                    <a:pt x="5" y="323"/>
                    <a:pt x="4" y="326"/>
                  </a:cubicBezTo>
                  <a:cubicBezTo>
                    <a:pt x="3" y="323"/>
                    <a:pt x="4" y="320"/>
                    <a:pt x="4" y="316"/>
                  </a:cubicBezTo>
                  <a:close/>
                  <a:moveTo>
                    <a:pt x="2" y="314"/>
                  </a:moveTo>
                  <a:cubicBezTo>
                    <a:pt x="3" y="316"/>
                    <a:pt x="3" y="320"/>
                    <a:pt x="3" y="322"/>
                  </a:cubicBezTo>
                  <a:cubicBezTo>
                    <a:pt x="2" y="320"/>
                    <a:pt x="2" y="317"/>
                    <a:pt x="2" y="314"/>
                  </a:cubicBezTo>
                  <a:close/>
                  <a:moveTo>
                    <a:pt x="6" y="299"/>
                  </a:moveTo>
                  <a:cubicBezTo>
                    <a:pt x="6" y="299"/>
                    <a:pt x="6" y="299"/>
                    <a:pt x="7" y="298"/>
                  </a:cubicBezTo>
                  <a:cubicBezTo>
                    <a:pt x="7" y="300"/>
                    <a:pt x="7" y="303"/>
                    <a:pt x="6" y="306"/>
                  </a:cubicBezTo>
                  <a:cubicBezTo>
                    <a:pt x="7" y="302"/>
                    <a:pt x="6" y="299"/>
                    <a:pt x="6" y="299"/>
                  </a:cubicBezTo>
                  <a:close/>
                  <a:moveTo>
                    <a:pt x="10" y="262"/>
                  </a:moveTo>
                  <a:cubicBezTo>
                    <a:pt x="10" y="264"/>
                    <a:pt x="10" y="260"/>
                    <a:pt x="11" y="260"/>
                  </a:cubicBezTo>
                  <a:cubicBezTo>
                    <a:pt x="11" y="261"/>
                    <a:pt x="10" y="265"/>
                    <a:pt x="9" y="264"/>
                  </a:cubicBezTo>
                  <a:cubicBezTo>
                    <a:pt x="10" y="263"/>
                    <a:pt x="9" y="263"/>
                    <a:pt x="10" y="262"/>
                  </a:cubicBezTo>
                  <a:close/>
                  <a:moveTo>
                    <a:pt x="153" y="56"/>
                  </a:moveTo>
                  <a:cubicBezTo>
                    <a:pt x="154" y="55"/>
                    <a:pt x="156" y="54"/>
                    <a:pt x="157" y="54"/>
                  </a:cubicBezTo>
                  <a:cubicBezTo>
                    <a:pt x="155" y="56"/>
                    <a:pt x="153" y="57"/>
                    <a:pt x="151" y="59"/>
                  </a:cubicBezTo>
                  <a:cubicBezTo>
                    <a:pt x="149" y="59"/>
                    <a:pt x="149" y="59"/>
                    <a:pt x="149" y="59"/>
                  </a:cubicBezTo>
                  <a:cubicBezTo>
                    <a:pt x="152" y="57"/>
                    <a:pt x="152" y="57"/>
                    <a:pt x="153" y="56"/>
                  </a:cubicBezTo>
                  <a:close/>
                  <a:moveTo>
                    <a:pt x="171" y="46"/>
                  </a:moveTo>
                  <a:cubicBezTo>
                    <a:pt x="168" y="47"/>
                    <a:pt x="165" y="50"/>
                    <a:pt x="165" y="48"/>
                  </a:cubicBezTo>
                  <a:cubicBezTo>
                    <a:pt x="167" y="48"/>
                    <a:pt x="171" y="45"/>
                    <a:pt x="171" y="46"/>
                  </a:cubicBezTo>
                  <a:close/>
                  <a:moveTo>
                    <a:pt x="389" y="61"/>
                  </a:moveTo>
                  <a:cubicBezTo>
                    <a:pt x="384" y="61"/>
                    <a:pt x="394" y="62"/>
                    <a:pt x="388" y="63"/>
                  </a:cubicBezTo>
                  <a:cubicBezTo>
                    <a:pt x="387" y="62"/>
                    <a:pt x="387" y="62"/>
                    <a:pt x="385" y="61"/>
                  </a:cubicBezTo>
                  <a:cubicBezTo>
                    <a:pt x="386" y="61"/>
                    <a:pt x="387" y="60"/>
                    <a:pt x="389" y="61"/>
                  </a:cubicBezTo>
                  <a:close/>
                  <a:moveTo>
                    <a:pt x="383" y="62"/>
                  </a:moveTo>
                  <a:cubicBezTo>
                    <a:pt x="383" y="62"/>
                    <a:pt x="382" y="61"/>
                    <a:pt x="381" y="61"/>
                  </a:cubicBezTo>
                  <a:cubicBezTo>
                    <a:pt x="380" y="61"/>
                    <a:pt x="381" y="63"/>
                    <a:pt x="379" y="62"/>
                  </a:cubicBezTo>
                  <a:cubicBezTo>
                    <a:pt x="379" y="62"/>
                    <a:pt x="380" y="61"/>
                    <a:pt x="379" y="61"/>
                  </a:cubicBezTo>
                  <a:cubicBezTo>
                    <a:pt x="381" y="61"/>
                    <a:pt x="382" y="60"/>
                    <a:pt x="384" y="60"/>
                  </a:cubicBezTo>
                  <a:cubicBezTo>
                    <a:pt x="385" y="61"/>
                    <a:pt x="386" y="62"/>
                    <a:pt x="383" y="62"/>
                  </a:cubicBezTo>
                  <a:close/>
                  <a:moveTo>
                    <a:pt x="226" y="20"/>
                  </a:moveTo>
                  <a:cubicBezTo>
                    <a:pt x="228" y="19"/>
                    <a:pt x="230" y="19"/>
                    <a:pt x="231" y="18"/>
                  </a:cubicBezTo>
                  <a:cubicBezTo>
                    <a:pt x="232" y="19"/>
                    <a:pt x="229" y="19"/>
                    <a:pt x="227" y="21"/>
                  </a:cubicBezTo>
                  <a:cubicBezTo>
                    <a:pt x="225" y="21"/>
                    <a:pt x="227" y="20"/>
                    <a:pt x="226" y="20"/>
                  </a:cubicBezTo>
                  <a:close/>
                  <a:moveTo>
                    <a:pt x="397" y="63"/>
                  </a:moveTo>
                  <a:cubicBezTo>
                    <a:pt x="398" y="64"/>
                    <a:pt x="397" y="64"/>
                    <a:pt x="397" y="64"/>
                  </a:cubicBezTo>
                  <a:cubicBezTo>
                    <a:pt x="396" y="64"/>
                    <a:pt x="394" y="64"/>
                    <a:pt x="393" y="63"/>
                  </a:cubicBezTo>
                  <a:cubicBezTo>
                    <a:pt x="395" y="63"/>
                    <a:pt x="395" y="63"/>
                    <a:pt x="397" y="63"/>
                  </a:cubicBezTo>
                  <a:close/>
                  <a:moveTo>
                    <a:pt x="239" y="17"/>
                  </a:moveTo>
                  <a:cubicBezTo>
                    <a:pt x="236" y="17"/>
                    <a:pt x="237" y="18"/>
                    <a:pt x="234" y="18"/>
                  </a:cubicBezTo>
                  <a:cubicBezTo>
                    <a:pt x="233" y="18"/>
                    <a:pt x="239" y="15"/>
                    <a:pt x="239" y="17"/>
                  </a:cubicBezTo>
                  <a:close/>
                  <a:moveTo>
                    <a:pt x="398" y="63"/>
                  </a:moveTo>
                  <a:cubicBezTo>
                    <a:pt x="399" y="63"/>
                    <a:pt x="400" y="63"/>
                    <a:pt x="401" y="64"/>
                  </a:cubicBezTo>
                  <a:cubicBezTo>
                    <a:pt x="400" y="64"/>
                    <a:pt x="400" y="64"/>
                    <a:pt x="399" y="64"/>
                  </a:cubicBezTo>
                  <a:cubicBezTo>
                    <a:pt x="399" y="64"/>
                    <a:pt x="399" y="64"/>
                    <a:pt x="398" y="63"/>
                  </a:cubicBezTo>
                  <a:close/>
                  <a:moveTo>
                    <a:pt x="420" y="12"/>
                  </a:moveTo>
                  <a:cubicBezTo>
                    <a:pt x="418" y="11"/>
                    <a:pt x="415" y="11"/>
                    <a:pt x="413" y="10"/>
                  </a:cubicBezTo>
                  <a:cubicBezTo>
                    <a:pt x="416" y="10"/>
                    <a:pt x="421" y="11"/>
                    <a:pt x="420" y="12"/>
                  </a:cubicBezTo>
                  <a:close/>
                  <a:moveTo>
                    <a:pt x="430" y="15"/>
                  </a:moveTo>
                  <a:cubicBezTo>
                    <a:pt x="427" y="14"/>
                    <a:pt x="424" y="13"/>
                    <a:pt x="421" y="12"/>
                  </a:cubicBezTo>
                  <a:cubicBezTo>
                    <a:pt x="424" y="12"/>
                    <a:pt x="427" y="13"/>
                    <a:pt x="430" y="15"/>
                  </a:cubicBezTo>
                  <a:close/>
                  <a:moveTo>
                    <a:pt x="434" y="15"/>
                  </a:moveTo>
                  <a:cubicBezTo>
                    <a:pt x="432" y="15"/>
                    <a:pt x="432" y="15"/>
                    <a:pt x="432" y="15"/>
                  </a:cubicBezTo>
                  <a:cubicBezTo>
                    <a:pt x="431" y="15"/>
                    <a:pt x="431" y="14"/>
                    <a:pt x="430" y="14"/>
                  </a:cubicBezTo>
                  <a:cubicBezTo>
                    <a:pt x="432" y="14"/>
                    <a:pt x="433" y="15"/>
                    <a:pt x="434" y="15"/>
                  </a:cubicBezTo>
                  <a:close/>
                  <a:moveTo>
                    <a:pt x="572" y="145"/>
                  </a:moveTo>
                  <a:cubicBezTo>
                    <a:pt x="573" y="147"/>
                    <a:pt x="572" y="146"/>
                    <a:pt x="570" y="145"/>
                  </a:cubicBezTo>
                  <a:cubicBezTo>
                    <a:pt x="568" y="143"/>
                    <a:pt x="566" y="140"/>
                    <a:pt x="562" y="137"/>
                  </a:cubicBezTo>
                  <a:cubicBezTo>
                    <a:pt x="562" y="137"/>
                    <a:pt x="562" y="136"/>
                    <a:pt x="562" y="136"/>
                  </a:cubicBezTo>
                  <a:cubicBezTo>
                    <a:pt x="565" y="138"/>
                    <a:pt x="569" y="142"/>
                    <a:pt x="572" y="145"/>
                  </a:cubicBezTo>
                  <a:close/>
                  <a:moveTo>
                    <a:pt x="582" y="158"/>
                  </a:moveTo>
                  <a:cubicBezTo>
                    <a:pt x="582" y="159"/>
                    <a:pt x="582" y="159"/>
                    <a:pt x="581" y="159"/>
                  </a:cubicBezTo>
                  <a:cubicBezTo>
                    <a:pt x="579" y="156"/>
                    <a:pt x="576" y="153"/>
                    <a:pt x="574" y="150"/>
                  </a:cubicBezTo>
                  <a:cubicBezTo>
                    <a:pt x="577" y="153"/>
                    <a:pt x="579" y="155"/>
                    <a:pt x="582" y="158"/>
                  </a:cubicBezTo>
                  <a:close/>
                  <a:moveTo>
                    <a:pt x="537" y="67"/>
                  </a:moveTo>
                  <a:cubicBezTo>
                    <a:pt x="536" y="67"/>
                    <a:pt x="532" y="64"/>
                    <a:pt x="530" y="63"/>
                  </a:cubicBezTo>
                  <a:cubicBezTo>
                    <a:pt x="533" y="64"/>
                    <a:pt x="535" y="65"/>
                    <a:pt x="537" y="67"/>
                  </a:cubicBezTo>
                  <a:close/>
                  <a:moveTo>
                    <a:pt x="592" y="172"/>
                  </a:moveTo>
                  <a:cubicBezTo>
                    <a:pt x="589" y="168"/>
                    <a:pt x="586" y="164"/>
                    <a:pt x="584" y="163"/>
                  </a:cubicBezTo>
                  <a:cubicBezTo>
                    <a:pt x="584" y="162"/>
                    <a:pt x="583" y="162"/>
                    <a:pt x="583" y="161"/>
                  </a:cubicBezTo>
                  <a:cubicBezTo>
                    <a:pt x="585" y="163"/>
                    <a:pt x="590" y="166"/>
                    <a:pt x="592" y="172"/>
                  </a:cubicBezTo>
                  <a:close/>
                  <a:moveTo>
                    <a:pt x="575" y="93"/>
                  </a:moveTo>
                  <a:cubicBezTo>
                    <a:pt x="575" y="94"/>
                    <a:pt x="576" y="95"/>
                    <a:pt x="577" y="95"/>
                  </a:cubicBezTo>
                  <a:cubicBezTo>
                    <a:pt x="579" y="98"/>
                    <a:pt x="574" y="95"/>
                    <a:pt x="577" y="99"/>
                  </a:cubicBezTo>
                  <a:cubicBezTo>
                    <a:pt x="575" y="97"/>
                    <a:pt x="573" y="96"/>
                    <a:pt x="572" y="94"/>
                  </a:cubicBezTo>
                  <a:cubicBezTo>
                    <a:pt x="575" y="97"/>
                    <a:pt x="577" y="97"/>
                    <a:pt x="575" y="93"/>
                  </a:cubicBezTo>
                  <a:close/>
                  <a:moveTo>
                    <a:pt x="611" y="210"/>
                  </a:moveTo>
                  <a:cubicBezTo>
                    <a:pt x="612" y="212"/>
                    <a:pt x="610" y="210"/>
                    <a:pt x="610" y="210"/>
                  </a:cubicBezTo>
                  <a:cubicBezTo>
                    <a:pt x="610" y="209"/>
                    <a:pt x="609" y="208"/>
                    <a:pt x="609" y="206"/>
                  </a:cubicBezTo>
                  <a:cubicBezTo>
                    <a:pt x="610" y="207"/>
                    <a:pt x="610" y="209"/>
                    <a:pt x="611" y="210"/>
                  </a:cubicBezTo>
                  <a:close/>
                  <a:moveTo>
                    <a:pt x="615" y="184"/>
                  </a:moveTo>
                  <a:cubicBezTo>
                    <a:pt x="615" y="186"/>
                    <a:pt x="617" y="186"/>
                    <a:pt x="617" y="187"/>
                  </a:cubicBezTo>
                  <a:cubicBezTo>
                    <a:pt x="618" y="189"/>
                    <a:pt x="617" y="188"/>
                    <a:pt x="617" y="188"/>
                  </a:cubicBezTo>
                  <a:cubicBezTo>
                    <a:pt x="617" y="189"/>
                    <a:pt x="618" y="189"/>
                    <a:pt x="618" y="190"/>
                  </a:cubicBezTo>
                  <a:cubicBezTo>
                    <a:pt x="616" y="187"/>
                    <a:pt x="615" y="185"/>
                    <a:pt x="615" y="187"/>
                  </a:cubicBezTo>
                  <a:cubicBezTo>
                    <a:pt x="614" y="185"/>
                    <a:pt x="614" y="184"/>
                    <a:pt x="615" y="184"/>
                  </a:cubicBezTo>
                  <a:close/>
                  <a:moveTo>
                    <a:pt x="618" y="156"/>
                  </a:moveTo>
                  <a:cubicBezTo>
                    <a:pt x="617" y="155"/>
                    <a:pt x="616" y="154"/>
                    <a:pt x="616" y="153"/>
                  </a:cubicBezTo>
                  <a:cubicBezTo>
                    <a:pt x="617" y="153"/>
                    <a:pt x="619" y="157"/>
                    <a:pt x="618" y="156"/>
                  </a:cubicBezTo>
                  <a:close/>
                  <a:moveTo>
                    <a:pt x="626" y="172"/>
                  </a:moveTo>
                  <a:cubicBezTo>
                    <a:pt x="624" y="169"/>
                    <a:pt x="622" y="167"/>
                    <a:pt x="621" y="164"/>
                  </a:cubicBezTo>
                  <a:cubicBezTo>
                    <a:pt x="623" y="166"/>
                    <a:pt x="625" y="169"/>
                    <a:pt x="626" y="172"/>
                  </a:cubicBezTo>
                  <a:close/>
                  <a:moveTo>
                    <a:pt x="632" y="183"/>
                  </a:moveTo>
                  <a:cubicBezTo>
                    <a:pt x="631" y="182"/>
                    <a:pt x="630" y="180"/>
                    <a:pt x="630" y="179"/>
                  </a:cubicBezTo>
                  <a:cubicBezTo>
                    <a:pt x="631" y="180"/>
                    <a:pt x="631" y="182"/>
                    <a:pt x="632" y="183"/>
                  </a:cubicBezTo>
                  <a:close/>
                  <a:moveTo>
                    <a:pt x="635" y="181"/>
                  </a:moveTo>
                  <a:cubicBezTo>
                    <a:pt x="635" y="183"/>
                    <a:pt x="635" y="183"/>
                    <a:pt x="636" y="183"/>
                  </a:cubicBezTo>
                  <a:cubicBezTo>
                    <a:pt x="636" y="186"/>
                    <a:pt x="633" y="181"/>
                    <a:pt x="633" y="180"/>
                  </a:cubicBezTo>
                  <a:cubicBezTo>
                    <a:pt x="634" y="181"/>
                    <a:pt x="634" y="181"/>
                    <a:pt x="635" y="181"/>
                  </a:cubicBezTo>
                  <a:close/>
                  <a:moveTo>
                    <a:pt x="660" y="290"/>
                  </a:moveTo>
                  <a:cubicBezTo>
                    <a:pt x="659" y="290"/>
                    <a:pt x="658" y="287"/>
                    <a:pt x="658" y="285"/>
                  </a:cubicBezTo>
                  <a:cubicBezTo>
                    <a:pt x="659" y="285"/>
                    <a:pt x="660" y="288"/>
                    <a:pt x="660" y="2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b="1">
                <a:latin typeface="+mj-ea"/>
                <a:ea typeface="+mj-ea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3828169" y="4664212"/>
            <a:ext cx="725784" cy="727152"/>
            <a:chOff x="3838979" y="4751271"/>
            <a:chExt cx="725784" cy="727152"/>
          </a:xfrm>
        </p:grpSpPr>
        <p:sp>
          <p:nvSpPr>
            <p:cNvPr id="12" name="Index-3"/>
            <p:cNvSpPr txBox="1"/>
            <p:nvPr>
              <p:custDataLst>
                <p:tags r:id="rId8"/>
              </p:custDataLst>
            </p:nvPr>
          </p:nvSpPr>
          <p:spPr>
            <a:xfrm>
              <a:off x="4022337" y="4837620"/>
              <a:ext cx="359073" cy="523220"/>
            </a:xfrm>
            <a:prstGeom prst="rect">
              <a:avLst/>
            </a:prstGeom>
            <a:noFill/>
          </p:spPr>
          <p:txBody>
            <a:bodyPr wrap="none" lIns="0" rIns="0" rtlCol="0" anchor="ctr" anchorCtr="0">
              <a:noAutofit/>
            </a:bodyPr>
            <a:lstStyle/>
            <a:p>
              <a:pPr algn="ctr"/>
              <a:r>
                <a:rPr lang="zh-CN" altLang="en-US" sz="2800" dirty="0">
                  <a:solidFill>
                    <a:schemeClr val="accent1"/>
                  </a:solidFill>
                  <a:effectLst/>
                  <a:latin typeface="OPPOSans M" panose="00020600040101010101" pitchFamily="18" charset="-122"/>
                  <a:ea typeface="阿里妈妈东方大楷" pitchFamily="2" charset="-122"/>
                </a:rPr>
                <a:t>示</a:t>
              </a:r>
              <a:endParaRPr lang="zh-CN" altLang="en-US" sz="2800" dirty="0">
                <a:solidFill>
                  <a:schemeClr val="accent1"/>
                </a:solidFill>
                <a:effectLst/>
                <a:latin typeface="OPPOSans M" panose="00020600040101010101" pitchFamily="18" charset="-122"/>
                <a:ea typeface="阿里妈妈东方大楷" pitchFamily="2" charset="-122"/>
              </a:endParaRPr>
            </a:p>
          </p:txBody>
        </p:sp>
        <p:sp>
          <p:nvSpPr>
            <p:cNvPr id="19" name="3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3838979" y="4751271"/>
              <a:ext cx="725784" cy="727152"/>
            </a:xfrm>
            <a:custGeom>
              <a:avLst/>
              <a:gdLst>
                <a:gd name="T0" fmla="*/ 579 w 669"/>
                <a:gd name="T1" fmla="*/ 485 h 670"/>
                <a:gd name="T2" fmla="*/ 324 w 669"/>
                <a:gd name="T3" fmla="*/ 608 h 670"/>
                <a:gd name="T4" fmla="*/ 198 w 669"/>
                <a:gd name="T5" fmla="*/ 568 h 670"/>
                <a:gd name="T6" fmla="*/ 426 w 669"/>
                <a:gd name="T7" fmla="*/ 593 h 670"/>
                <a:gd name="T8" fmla="*/ 567 w 669"/>
                <a:gd name="T9" fmla="*/ 485 h 670"/>
                <a:gd name="T10" fmla="*/ 522 w 669"/>
                <a:gd name="T11" fmla="*/ 529 h 670"/>
                <a:gd name="T12" fmla="*/ 211 w 669"/>
                <a:gd name="T13" fmla="*/ 566 h 670"/>
                <a:gd name="T14" fmla="*/ 279 w 669"/>
                <a:gd name="T15" fmla="*/ 67 h 670"/>
                <a:gd name="T16" fmla="*/ 521 w 669"/>
                <a:gd name="T17" fmla="*/ 120 h 670"/>
                <a:gd name="T18" fmla="*/ 598 w 669"/>
                <a:gd name="T19" fmla="*/ 182 h 670"/>
                <a:gd name="T20" fmla="*/ 661 w 669"/>
                <a:gd name="T21" fmla="*/ 313 h 670"/>
                <a:gd name="T22" fmla="*/ 640 w 669"/>
                <a:gd name="T23" fmla="*/ 192 h 670"/>
                <a:gd name="T24" fmla="*/ 553 w 669"/>
                <a:gd name="T25" fmla="*/ 76 h 670"/>
                <a:gd name="T26" fmla="*/ 407 w 669"/>
                <a:gd name="T27" fmla="*/ 8 h 670"/>
                <a:gd name="T28" fmla="*/ 243 w 669"/>
                <a:gd name="T29" fmla="*/ 13 h 670"/>
                <a:gd name="T30" fmla="*/ 107 w 669"/>
                <a:gd name="T31" fmla="*/ 91 h 670"/>
                <a:gd name="T32" fmla="*/ 23 w 669"/>
                <a:gd name="T33" fmla="*/ 217 h 670"/>
                <a:gd name="T34" fmla="*/ 2 w 669"/>
                <a:gd name="T35" fmla="*/ 354 h 670"/>
                <a:gd name="T36" fmla="*/ 15 w 669"/>
                <a:gd name="T37" fmla="*/ 438 h 670"/>
                <a:gd name="T38" fmla="*/ 48 w 669"/>
                <a:gd name="T39" fmla="*/ 506 h 670"/>
                <a:gd name="T40" fmla="*/ 157 w 669"/>
                <a:gd name="T41" fmla="*/ 618 h 670"/>
                <a:gd name="T42" fmla="*/ 251 w 669"/>
                <a:gd name="T43" fmla="*/ 659 h 670"/>
                <a:gd name="T44" fmla="*/ 457 w 669"/>
                <a:gd name="T45" fmla="*/ 650 h 670"/>
                <a:gd name="T46" fmla="*/ 567 w 669"/>
                <a:gd name="T47" fmla="*/ 584 h 670"/>
                <a:gd name="T48" fmla="*/ 450 w 669"/>
                <a:gd name="T49" fmla="*/ 646 h 670"/>
                <a:gd name="T50" fmla="*/ 308 w 669"/>
                <a:gd name="T51" fmla="*/ 658 h 670"/>
                <a:gd name="T52" fmla="*/ 403 w 669"/>
                <a:gd name="T53" fmla="*/ 652 h 670"/>
                <a:gd name="T54" fmla="*/ 566 w 669"/>
                <a:gd name="T55" fmla="*/ 569 h 670"/>
                <a:gd name="T56" fmla="*/ 637 w 669"/>
                <a:gd name="T57" fmla="*/ 474 h 670"/>
                <a:gd name="T58" fmla="*/ 599 w 669"/>
                <a:gd name="T59" fmla="*/ 521 h 670"/>
                <a:gd name="T60" fmla="*/ 623 w 669"/>
                <a:gd name="T61" fmla="*/ 472 h 670"/>
                <a:gd name="T62" fmla="*/ 471 w 669"/>
                <a:gd name="T63" fmla="*/ 613 h 670"/>
                <a:gd name="T64" fmla="*/ 301 w 669"/>
                <a:gd name="T65" fmla="*/ 638 h 670"/>
                <a:gd name="T66" fmla="*/ 267 w 669"/>
                <a:gd name="T67" fmla="*/ 628 h 670"/>
                <a:gd name="T68" fmla="*/ 425 w 669"/>
                <a:gd name="T69" fmla="*/ 625 h 670"/>
                <a:gd name="T70" fmla="*/ 549 w 669"/>
                <a:gd name="T71" fmla="*/ 550 h 670"/>
                <a:gd name="T72" fmla="*/ 578 w 669"/>
                <a:gd name="T73" fmla="*/ 508 h 670"/>
                <a:gd name="T74" fmla="*/ 613 w 669"/>
                <a:gd name="T75" fmla="*/ 435 h 670"/>
                <a:gd name="T76" fmla="*/ 634 w 669"/>
                <a:gd name="T77" fmla="*/ 185 h 670"/>
                <a:gd name="T78" fmla="*/ 523 w 669"/>
                <a:gd name="T79" fmla="*/ 544 h 670"/>
                <a:gd name="T80" fmla="*/ 544 w 669"/>
                <a:gd name="T81" fmla="*/ 549 h 670"/>
                <a:gd name="T82" fmla="*/ 583 w 669"/>
                <a:gd name="T83" fmla="*/ 532 h 670"/>
                <a:gd name="T84" fmla="*/ 585 w 669"/>
                <a:gd name="T85" fmla="*/ 541 h 670"/>
                <a:gd name="T86" fmla="*/ 498 w 669"/>
                <a:gd name="T87" fmla="*/ 585 h 670"/>
                <a:gd name="T88" fmla="*/ 528 w 669"/>
                <a:gd name="T89" fmla="*/ 585 h 670"/>
                <a:gd name="T90" fmla="*/ 564 w 669"/>
                <a:gd name="T91" fmla="*/ 575 h 670"/>
                <a:gd name="T92" fmla="*/ 445 w 669"/>
                <a:gd name="T93" fmla="*/ 624 h 670"/>
                <a:gd name="T94" fmla="*/ 468 w 669"/>
                <a:gd name="T95" fmla="*/ 641 h 670"/>
                <a:gd name="T96" fmla="*/ 354 w 669"/>
                <a:gd name="T97" fmla="*/ 641 h 670"/>
                <a:gd name="T98" fmla="*/ 409 w 669"/>
                <a:gd name="T99" fmla="*/ 661 h 670"/>
                <a:gd name="T100" fmla="*/ 240 w 669"/>
                <a:gd name="T101" fmla="*/ 622 h 670"/>
                <a:gd name="T102" fmla="*/ 276 w 669"/>
                <a:gd name="T103" fmla="*/ 650 h 670"/>
                <a:gd name="T104" fmla="*/ 291 w 669"/>
                <a:gd name="T105" fmla="*/ 661 h 670"/>
                <a:gd name="T106" fmla="*/ 204 w 669"/>
                <a:gd name="T107" fmla="*/ 627 h 670"/>
                <a:gd name="T108" fmla="*/ 103 w 669"/>
                <a:gd name="T109" fmla="*/ 475 h 670"/>
                <a:gd name="T110" fmla="*/ 147 w 669"/>
                <a:gd name="T111" fmla="*/ 593 h 670"/>
                <a:gd name="T112" fmla="*/ 113 w 669"/>
                <a:gd name="T113" fmla="*/ 579 h 670"/>
                <a:gd name="T114" fmla="*/ 41 w 669"/>
                <a:gd name="T115" fmla="*/ 486 h 670"/>
                <a:gd name="T116" fmla="*/ 71 w 669"/>
                <a:gd name="T117" fmla="*/ 258 h 670"/>
                <a:gd name="T118" fmla="*/ 84 w 669"/>
                <a:gd name="T119" fmla="*/ 216 h 670"/>
                <a:gd name="T120" fmla="*/ 157 w 669"/>
                <a:gd name="T121" fmla="*/ 54 h 670"/>
                <a:gd name="T122" fmla="*/ 434 w 669"/>
                <a:gd name="T123" fmla="*/ 15 h 670"/>
                <a:gd name="T124" fmla="*/ 635 w 669"/>
                <a:gd name="T125" fmla="*/ 18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9" h="670">
                  <a:moveTo>
                    <a:pt x="620" y="396"/>
                  </a:moveTo>
                  <a:cubicBezTo>
                    <a:pt x="620" y="397"/>
                    <a:pt x="620" y="398"/>
                    <a:pt x="621" y="397"/>
                  </a:cubicBezTo>
                  <a:cubicBezTo>
                    <a:pt x="621" y="397"/>
                    <a:pt x="620" y="398"/>
                    <a:pt x="620" y="399"/>
                  </a:cubicBezTo>
                  <a:cubicBezTo>
                    <a:pt x="620" y="401"/>
                    <a:pt x="620" y="400"/>
                    <a:pt x="620" y="402"/>
                  </a:cubicBezTo>
                  <a:cubicBezTo>
                    <a:pt x="620" y="405"/>
                    <a:pt x="618" y="408"/>
                    <a:pt x="618" y="412"/>
                  </a:cubicBezTo>
                  <a:cubicBezTo>
                    <a:pt x="615" y="415"/>
                    <a:pt x="616" y="419"/>
                    <a:pt x="614" y="423"/>
                  </a:cubicBezTo>
                  <a:cubicBezTo>
                    <a:pt x="613" y="422"/>
                    <a:pt x="615" y="417"/>
                    <a:pt x="614" y="416"/>
                  </a:cubicBezTo>
                  <a:cubicBezTo>
                    <a:pt x="613" y="422"/>
                    <a:pt x="610" y="425"/>
                    <a:pt x="609" y="432"/>
                  </a:cubicBezTo>
                  <a:cubicBezTo>
                    <a:pt x="608" y="433"/>
                    <a:pt x="607" y="434"/>
                    <a:pt x="607" y="437"/>
                  </a:cubicBezTo>
                  <a:cubicBezTo>
                    <a:pt x="606" y="438"/>
                    <a:pt x="605" y="437"/>
                    <a:pt x="606" y="435"/>
                  </a:cubicBezTo>
                  <a:cubicBezTo>
                    <a:pt x="605" y="435"/>
                    <a:pt x="605" y="436"/>
                    <a:pt x="605" y="437"/>
                  </a:cubicBezTo>
                  <a:cubicBezTo>
                    <a:pt x="606" y="436"/>
                    <a:pt x="605" y="440"/>
                    <a:pt x="606" y="438"/>
                  </a:cubicBezTo>
                  <a:cubicBezTo>
                    <a:pt x="604" y="441"/>
                    <a:pt x="604" y="445"/>
                    <a:pt x="602" y="449"/>
                  </a:cubicBezTo>
                  <a:cubicBezTo>
                    <a:pt x="603" y="444"/>
                    <a:pt x="604" y="440"/>
                    <a:pt x="604" y="439"/>
                  </a:cubicBezTo>
                  <a:cubicBezTo>
                    <a:pt x="603" y="440"/>
                    <a:pt x="602" y="447"/>
                    <a:pt x="600" y="450"/>
                  </a:cubicBezTo>
                  <a:cubicBezTo>
                    <a:pt x="599" y="450"/>
                    <a:pt x="598" y="454"/>
                    <a:pt x="597" y="456"/>
                  </a:cubicBezTo>
                  <a:cubicBezTo>
                    <a:pt x="597" y="456"/>
                    <a:pt x="598" y="455"/>
                    <a:pt x="598" y="456"/>
                  </a:cubicBezTo>
                  <a:cubicBezTo>
                    <a:pt x="598" y="457"/>
                    <a:pt x="597" y="457"/>
                    <a:pt x="597" y="458"/>
                  </a:cubicBezTo>
                  <a:cubicBezTo>
                    <a:pt x="597" y="458"/>
                    <a:pt x="597" y="457"/>
                    <a:pt x="596" y="458"/>
                  </a:cubicBezTo>
                  <a:cubicBezTo>
                    <a:pt x="594" y="462"/>
                    <a:pt x="593" y="466"/>
                    <a:pt x="591" y="470"/>
                  </a:cubicBezTo>
                  <a:cubicBezTo>
                    <a:pt x="590" y="470"/>
                    <a:pt x="590" y="470"/>
                    <a:pt x="590" y="470"/>
                  </a:cubicBezTo>
                  <a:cubicBezTo>
                    <a:pt x="592" y="466"/>
                    <a:pt x="592" y="464"/>
                    <a:pt x="594" y="460"/>
                  </a:cubicBezTo>
                  <a:cubicBezTo>
                    <a:pt x="592" y="463"/>
                    <a:pt x="590" y="467"/>
                    <a:pt x="588" y="470"/>
                  </a:cubicBezTo>
                  <a:cubicBezTo>
                    <a:pt x="588" y="471"/>
                    <a:pt x="589" y="468"/>
                    <a:pt x="590" y="468"/>
                  </a:cubicBezTo>
                  <a:cubicBezTo>
                    <a:pt x="590" y="469"/>
                    <a:pt x="589" y="470"/>
                    <a:pt x="589" y="471"/>
                  </a:cubicBezTo>
                  <a:cubicBezTo>
                    <a:pt x="587" y="473"/>
                    <a:pt x="587" y="471"/>
                    <a:pt x="586" y="473"/>
                  </a:cubicBezTo>
                  <a:cubicBezTo>
                    <a:pt x="586" y="474"/>
                    <a:pt x="586" y="474"/>
                    <a:pt x="586" y="475"/>
                  </a:cubicBezTo>
                  <a:cubicBezTo>
                    <a:pt x="586" y="475"/>
                    <a:pt x="586" y="474"/>
                    <a:pt x="587" y="473"/>
                  </a:cubicBezTo>
                  <a:cubicBezTo>
                    <a:pt x="588" y="473"/>
                    <a:pt x="588" y="474"/>
                    <a:pt x="588" y="472"/>
                  </a:cubicBezTo>
                  <a:cubicBezTo>
                    <a:pt x="591" y="470"/>
                    <a:pt x="589" y="473"/>
                    <a:pt x="588" y="475"/>
                  </a:cubicBezTo>
                  <a:cubicBezTo>
                    <a:pt x="589" y="472"/>
                    <a:pt x="586" y="477"/>
                    <a:pt x="586" y="475"/>
                  </a:cubicBezTo>
                  <a:cubicBezTo>
                    <a:pt x="585" y="476"/>
                    <a:pt x="585" y="478"/>
                    <a:pt x="584" y="479"/>
                  </a:cubicBezTo>
                  <a:cubicBezTo>
                    <a:pt x="583" y="480"/>
                    <a:pt x="585" y="477"/>
                    <a:pt x="585" y="475"/>
                  </a:cubicBezTo>
                  <a:cubicBezTo>
                    <a:pt x="586" y="474"/>
                    <a:pt x="584" y="476"/>
                    <a:pt x="584" y="474"/>
                  </a:cubicBezTo>
                  <a:cubicBezTo>
                    <a:pt x="583" y="476"/>
                    <a:pt x="583" y="478"/>
                    <a:pt x="581" y="480"/>
                  </a:cubicBezTo>
                  <a:cubicBezTo>
                    <a:pt x="581" y="479"/>
                    <a:pt x="582" y="477"/>
                    <a:pt x="582" y="476"/>
                  </a:cubicBezTo>
                  <a:cubicBezTo>
                    <a:pt x="580" y="477"/>
                    <a:pt x="580" y="480"/>
                    <a:pt x="578" y="481"/>
                  </a:cubicBezTo>
                  <a:cubicBezTo>
                    <a:pt x="578" y="482"/>
                    <a:pt x="580" y="479"/>
                    <a:pt x="581" y="479"/>
                  </a:cubicBezTo>
                  <a:cubicBezTo>
                    <a:pt x="580" y="480"/>
                    <a:pt x="579" y="481"/>
                    <a:pt x="578" y="483"/>
                  </a:cubicBezTo>
                  <a:cubicBezTo>
                    <a:pt x="580" y="481"/>
                    <a:pt x="580" y="482"/>
                    <a:pt x="580" y="483"/>
                  </a:cubicBezTo>
                  <a:cubicBezTo>
                    <a:pt x="580" y="484"/>
                    <a:pt x="579" y="484"/>
                    <a:pt x="579" y="485"/>
                  </a:cubicBezTo>
                  <a:cubicBezTo>
                    <a:pt x="577" y="487"/>
                    <a:pt x="579" y="483"/>
                    <a:pt x="578" y="485"/>
                  </a:cubicBezTo>
                  <a:cubicBezTo>
                    <a:pt x="577" y="486"/>
                    <a:pt x="575" y="490"/>
                    <a:pt x="573" y="492"/>
                  </a:cubicBezTo>
                  <a:cubicBezTo>
                    <a:pt x="571" y="495"/>
                    <a:pt x="569" y="497"/>
                    <a:pt x="569" y="496"/>
                  </a:cubicBezTo>
                  <a:cubicBezTo>
                    <a:pt x="568" y="498"/>
                    <a:pt x="567" y="499"/>
                    <a:pt x="568" y="499"/>
                  </a:cubicBezTo>
                  <a:cubicBezTo>
                    <a:pt x="566" y="501"/>
                    <a:pt x="566" y="500"/>
                    <a:pt x="565" y="501"/>
                  </a:cubicBezTo>
                  <a:cubicBezTo>
                    <a:pt x="567" y="498"/>
                    <a:pt x="568" y="496"/>
                    <a:pt x="570" y="494"/>
                  </a:cubicBezTo>
                  <a:cubicBezTo>
                    <a:pt x="568" y="495"/>
                    <a:pt x="564" y="500"/>
                    <a:pt x="563" y="503"/>
                  </a:cubicBezTo>
                  <a:cubicBezTo>
                    <a:pt x="562" y="503"/>
                    <a:pt x="563" y="502"/>
                    <a:pt x="561" y="503"/>
                  </a:cubicBezTo>
                  <a:cubicBezTo>
                    <a:pt x="560" y="505"/>
                    <a:pt x="559" y="507"/>
                    <a:pt x="556" y="509"/>
                  </a:cubicBezTo>
                  <a:cubicBezTo>
                    <a:pt x="557" y="510"/>
                    <a:pt x="555" y="512"/>
                    <a:pt x="557" y="511"/>
                  </a:cubicBezTo>
                  <a:cubicBezTo>
                    <a:pt x="555" y="512"/>
                    <a:pt x="555" y="514"/>
                    <a:pt x="552" y="516"/>
                  </a:cubicBezTo>
                  <a:cubicBezTo>
                    <a:pt x="554" y="516"/>
                    <a:pt x="550" y="520"/>
                    <a:pt x="550" y="520"/>
                  </a:cubicBezTo>
                  <a:cubicBezTo>
                    <a:pt x="547" y="523"/>
                    <a:pt x="551" y="518"/>
                    <a:pt x="549" y="520"/>
                  </a:cubicBezTo>
                  <a:cubicBezTo>
                    <a:pt x="548" y="521"/>
                    <a:pt x="547" y="523"/>
                    <a:pt x="546" y="524"/>
                  </a:cubicBezTo>
                  <a:cubicBezTo>
                    <a:pt x="546" y="523"/>
                    <a:pt x="546" y="523"/>
                    <a:pt x="546" y="522"/>
                  </a:cubicBezTo>
                  <a:cubicBezTo>
                    <a:pt x="549" y="518"/>
                    <a:pt x="553" y="514"/>
                    <a:pt x="555" y="510"/>
                  </a:cubicBezTo>
                  <a:cubicBezTo>
                    <a:pt x="554" y="511"/>
                    <a:pt x="554" y="513"/>
                    <a:pt x="552" y="513"/>
                  </a:cubicBezTo>
                  <a:cubicBezTo>
                    <a:pt x="549" y="520"/>
                    <a:pt x="542" y="523"/>
                    <a:pt x="538" y="529"/>
                  </a:cubicBezTo>
                  <a:cubicBezTo>
                    <a:pt x="537" y="530"/>
                    <a:pt x="535" y="531"/>
                    <a:pt x="534" y="532"/>
                  </a:cubicBezTo>
                  <a:cubicBezTo>
                    <a:pt x="532" y="534"/>
                    <a:pt x="530" y="535"/>
                    <a:pt x="529" y="537"/>
                  </a:cubicBezTo>
                  <a:cubicBezTo>
                    <a:pt x="526" y="540"/>
                    <a:pt x="523" y="543"/>
                    <a:pt x="521" y="543"/>
                  </a:cubicBezTo>
                  <a:cubicBezTo>
                    <a:pt x="519" y="544"/>
                    <a:pt x="518" y="545"/>
                    <a:pt x="516" y="547"/>
                  </a:cubicBezTo>
                  <a:cubicBezTo>
                    <a:pt x="516" y="548"/>
                    <a:pt x="512" y="550"/>
                    <a:pt x="510" y="552"/>
                  </a:cubicBezTo>
                  <a:cubicBezTo>
                    <a:pt x="510" y="552"/>
                    <a:pt x="511" y="551"/>
                    <a:pt x="509" y="551"/>
                  </a:cubicBezTo>
                  <a:cubicBezTo>
                    <a:pt x="510" y="552"/>
                    <a:pt x="507" y="555"/>
                    <a:pt x="507" y="554"/>
                  </a:cubicBezTo>
                  <a:cubicBezTo>
                    <a:pt x="502" y="558"/>
                    <a:pt x="497" y="560"/>
                    <a:pt x="492" y="564"/>
                  </a:cubicBezTo>
                  <a:cubicBezTo>
                    <a:pt x="494" y="564"/>
                    <a:pt x="492" y="566"/>
                    <a:pt x="491" y="566"/>
                  </a:cubicBezTo>
                  <a:cubicBezTo>
                    <a:pt x="490" y="567"/>
                    <a:pt x="492" y="564"/>
                    <a:pt x="492" y="564"/>
                  </a:cubicBezTo>
                  <a:cubicBezTo>
                    <a:pt x="487" y="566"/>
                    <a:pt x="483" y="570"/>
                    <a:pt x="479" y="573"/>
                  </a:cubicBezTo>
                  <a:cubicBezTo>
                    <a:pt x="479" y="571"/>
                    <a:pt x="474" y="574"/>
                    <a:pt x="473" y="576"/>
                  </a:cubicBezTo>
                  <a:cubicBezTo>
                    <a:pt x="472" y="576"/>
                    <a:pt x="471" y="576"/>
                    <a:pt x="470" y="577"/>
                  </a:cubicBezTo>
                  <a:cubicBezTo>
                    <a:pt x="468" y="580"/>
                    <a:pt x="458" y="582"/>
                    <a:pt x="453" y="586"/>
                  </a:cubicBezTo>
                  <a:cubicBezTo>
                    <a:pt x="448" y="586"/>
                    <a:pt x="441" y="593"/>
                    <a:pt x="437" y="592"/>
                  </a:cubicBezTo>
                  <a:cubicBezTo>
                    <a:pt x="438" y="592"/>
                    <a:pt x="440" y="591"/>
                    <a:pt x="441" y="590"/>
                  </a:cubicBezTo>
                  <a:cubicBezTo>
                    <a:pt x="440" y="590"/>
                    <a:pt x="435" y="593"/>
                    <a:pt x="431" y="594"/>
                  </a:cubicBezTo>
                  <a:cubicBezTo>
                    <a:pt x="430" y="594"/>
                    <a:pt x="424" y="595"/>
                    <a:pt x="424" y="596"/>
                  </a:cubicBezTo>
                  <a:cubicBezTo>
                    <a:pt x="423" y="597"/>
                    <a:pt x="422" y="596"/>
                    <a:pt x="421" y="596"/>
                  </a:cubicBezTo>
                  <a:cubicBezTo>
                    <a:pt x="417" y="598"/>
                    <a:pt x="414" y="599"/>
                    <a:pt x="410" y="600"/>
                  </a:cubicBezTo>
                  <a:cubicBezTo>
                    <a:pt x="408" y="601"/>
                    <a:pt x="405" y="602"/>
                    <a:pt x="401" y="602"/>
                  </a:cubicBezTo>
                  <a:cubicBezTo>
                    <a:pt x="397" y="603"/>
                    <a:pt x="393" y="604"/>
                    <a:pt x="390" y="605"/>
                  </a:cubicBezTo>
                  <a:cubicBezTo>
                    <a:pt x="368" y="608"/>
                    <a:pt x="346" y="609"/>
                    <a:pt x="324" y="608"/>
                  </a:cubicBezTo>
                  <a:cubicBezTo>
                    <a:pt x="313" y="608"/>
                    <a:pt x="302" y="606"/>
                    <a:pt x="291" y="604"/>
                  </a:cubicBezTo>
                  <a:cubicBezTo>
                    <a:pt x="280" y="602"/>
                    <a:pt x="269" y="600"/>
                    <a:pt x="259" y="597"/>
                  </a:cubicBezTo>
                  <a:cubicBezTo>
                    <a:pt x="217" y="584"/>
                    <a:pt x="178" y="562"/>
                    <a:pt x="146" y="532"/>
                  </a:cubicBezTo>
                  <a:cubicBezTo>
                    <a:pt x="114" y="502"/>
                    <a:pt x="89" y="464"/>
                    <a:pt x="75" y="423"/>
                  </a:cubicBezTo>
                  <a:cubicBezTo>
                    <a:pt x="67" y="402"/>
                    <a:pt x="62" y="381"/>
                    <a:pt x="60" y="359"/>
                  </a:cubicBezTo>
                  <a:cubicBezTo>
                    <a:pt x="58" y="337"/>
                    <a:pt x="58" y="315"/>
                    <a:pt x="61" y="293"/>
                  </a:cubicBezTo>
                  <a:cubicBezTo>
                    <a:pt x="62" y="292"/>
                    <a:pt x="62" y="293"/>
                    <a:pt x="62" y="294"/>
                  </a:cubicBezTo>
                  <a:cubicBezTo>
                    <a:pt x="59" y="307"/>
                    <a:pt x="60" y="321"/>
                    <a:pt x="59" y="333"/>
                  </a:cubicBezTo>
                  <a:cubicBezTo>
                    <a:pt x="60" y="334"/>
                    <a:pt x="60" y="335"/>
                    <a:pt x="60" y="337"/>
                  </a:cubicBezTo>
                  <a:cubicBezTo>
                    <a:pt x="60" y="338"/>
                    <a:pt x="60" y="336"/>
                    <a:pt x="60" y="336"/>
                  </a:cubicBezTo>
                  <a:cubicBezTo>
                    <a:pt x="59" y="338"/>
                    <a:pt x="61" y="340"/>
                    <a:pt x="60" y="342"/>
                  </a:cubicBezTo>
                  <a:cubicBezTo>
                    <a:pt x="60" y="343"/>
                    <a:pt x="61" y="342"/>
                    <a:pt x="61" y="343"/>
                  </a:cubicBezTo>
                  <a:cubicBezTo>
                    <a:pt x="60" y="346"/>
                    <a:pt x="60" y="349"/>
                    <a:pt x="61" y="353"/>
                  </a:cubicBezTo>
                  <a:cubicBezTo>
                    <a:pt x="61" y="357"/>
                    <a:pt x="62" y="361"/>
                    <a:pt x="62" y="365"/>
                  </a:cubicBezTo>
                  <a:cubicBezTo>
                    <a:pt x="63" y="367"/>
                    <a:pt x="63" y="370"/>
                    <a:pt x="63" y="373"/>
                  </a:cubicBezTo>
                  <a:cubicBezTo>
                    <a:pt x="64" y="376"/>
                    <a:pt x="64" y="379"/>
                    <a:pt x="65" y="382"/>
                  </a:cubicBezTo>
                  <a:cubicBezTo>
                    <a:pt x="65" y="383"/>
                    <a:pt x="65" y="383"/>
                    <a:pt x="65" y="382"/>
                  </a:cubicBezTo>
                  <a:cubicBezTo>
                    <a:pt x="67" y="391"/>
                    <a:pt x="69" y="404"/>
                    <a:pt x="72" y="409"/>
                  </a:cubicBezTo>
                  <a:cubicBezTo>
                    <a:pt x="72" y="411"/>
                    <a:pt x="72" y="410"/>
                    <a:pt x="72" y="412"/>
                  </a:cubicBezTo>
                  <a:cubicBezTo>
                    <a:pt x="72" y="412"/>
                    <a:pt x="72" y="411"/>
                    <a:pt x="73" y="410"/>
                  </a:cubicBezTo>
                  <a:cubicBezTo>
                    <a:pt x="74" y="416"/>
                    <a:pt x="76" y="421"/>
                    <a:pt x="78" y="426"/>
                  </a:cubicBezTo>
                  <a:cubicBezTo>
                    <a:pt x="80" y="431"/>
                    <a:pt x="82" y="436"/>
                    <a:pt x="83" y="441"/>
                  </a:cubicBezTo>
                  <a:cubicBezTo>
                    <a:pt x="85" y="442"/>
                    <a:pt x="86" y="448"/>
                    <a:pt x="88" y="450"/>
                  </a:cubicBezTo>
                  <a:cubicBezTo>
                    <a:pt x="90" y="455"/>
                    <a:pt x="92" y="457"/>
                    <a:pt x="92" y="459"/>
                  </a:cubicBezTo>
                  <a:cubicBezTo>
                    <a:pt x="95" y="463"/>
                    <a:pt x="97" y="466"/>
                    <a:pt x="98" y="470"/>
                  </a:cubicBezTo>
                  <a:cubicBezTo>
                    <a:pt x="100" y="472"/>
                    <a:pt x="98" y="469"/>
                    <a:pt x="100" y="471"/>
                  </a:cubicBezTo>
                  <a:cubicBezTo>
                    <a:pt x="100" y="471"/>
                    <a:pt x="101" y="474"/>
                    <a:pt x="100" y="473"/>
                  </a:cubicBezTo>
                  <a:cubicBezTo>
                    <a:pt x="102" y="475"/>
                    <a:pt x="103" y="478"/>
                    <a:pt x="105" y="480"/>
                  </a:cubicBezTo>
                  <a:cubicBezTo>
                    <a:pt x="105" y="481"/>
                    <a:pt x="105" y="480"/>
                    <a:pt x="105" y="480"/>
                  </a:cubicBezTo>
                  <a:cubicBezTo>
                    <a:pt x="107" y="483"/>
                    <a:pt x="109" y="486"/>
                    <a:pt x="111" y="489"/>
                  </a:cubicBezTo>
                  <a:cubicBezTo>
                    <a:pt x="110" y="490"/>
                    <a:pt x="111" y="489"/>
                    <a:pt x="112" y="491"/>
                  </a:cubicBezTo>
                  <a:cubicBezTo>
                    <a:pt x="113" y="491"/>
                    <a:pt x="114" y="492"/>
                    <a:pt x="115" y="493"/>
                  </a:cubicBezTo>
                  <a:cubicBezTo>
                    <a:pt x="114" y="493"/>
                    <a:pt x="114" y="494"/>
                    <a:pt x="115" y="495"/>
                  </a:cubicBezTo>
                  <a:cubicBezTo>
                    <a:pt x="117" y="496"/>
                    <a:pt x="119" y="501"/>
                    <a:pt x="123" y="504"/>
                  </a:cubicBezTo>
                  <a:cubicBezTo>
                    <a:pt x="123" y="505"/>
                    <a:pt x="123" y="505"/>
                    <a:pt x="123" y="505"/>
                  </a:cubicBezTo>
                  <a:cubicBezTo>
                    <a:pt x="125" y="507"/>
                    <a:pt x="128" y="511"/>
                    <a:pt x="131" y="514"/>
                  </a:cubicBezTo>
                  <a:cubicBezTo>
                    <a:pt x="134" y="518"/>
                    <a:pt x="137" y="520"/>
                    <a:pt x="138" y="521"/>
                  </a:cubicBezTo>
                  <a:cubicBezTo>
                    <a:pt x="140" y="523"/>
                    <a:pt x="141" y="526"/>
                    <a:pt x="144" y="527"/>
                  </a:cubicBezTo>
                  <a:cubicBezTo>
                    <a:pt x="146" y="530"/>
                    <a:pt x="149" y="534"/>
                    <a:pt x="151" y="534"/>
                  </a:cubicBezTo>
                  <a:cubicBezTo>
                    <a:pt x="165" y="547"/>
                    <a:pt x="180" y="557"/>
                    <a:pt x="197" y="568"/>
                  </a:cubicBezTo>
                  <a:cubicBezTo>
                    <a:pt x="198" y="568"/>
                    <a:pt x="197" y="568"/>
                    <a:pt x="198" y="568"/>
                  </a:cubicBezTo>
                  <a:cubicBezTo>
                    <a:pt x="199" y="569"/>
                    <a:pt x="200" y="569"/>
                    <a:pt x="201" y="571"/>
                  </a:cubicBezTo>
                  <a:cubicBezTo>
                    <a:pt x="211" y="575"/>
                    <a:pt x="224" y="584"/>
                    <a:pt x="236" y="587"/>
                  </a:cubicBezTo>
                  <a:cubicBezTo>
                    <a:pt x="237" y="587"/>
                    <a:pt x="237" y="587"/>
                    <a:pt x="237" y="588"/>
                  </a:cubicBezTo>
                  <a:cubicBezTo>
                    <a:pt x="242" y="590"/>
                    <a:pt x="247" y="591"/>
                    <a:pt x="251" y="593"/>
                  </a:cubicBezTo>
                  <a:cubicBezTo>
                    <a:pt x="251" y="592"/>
                    <a:pt x="251" y="590"/>
                    <a:pt x="255" y="591"/>
                  </a:cubicBezTo>
                  <a:cubicBezTo>
                    <a:pt x="256" y="592"/>
                    <a:pt x="255" y="592"/>
                    <a:pt x="258" y="593"/>
                  </a:cubicBezTo>
                  <a:cubicBezTo>
                    <a:pt x="258" y="594"/>
                    <a:pt x="254" y="594"/>
                    <a:pt x="254" y="593"/>
                  </a:cubicBezTo>
                  <a:cubicBezTo>
                    <a:pt x="252" y="593"/>
                    <a:pt x="257" y="595"/>
                    <a:pt x="257" y="594"/>
                  </a:cubicBezTo>
                  <a:cubicBezTo>
                    <a:pt x="260" y="596"/>
                    <a:pt x="263" y="596"/>
                    <a:pt x="266" y="597"/>
                  </a:cubicBezTo>
                  <a:cubicBezTo>
                    <a:pt x="269" y="598"/>
                    <a:pt x="273" y="598"/>
                    <a:pt x="275" y="600"/>
                  </a:cubicBezTo>
                  <a:cubicBezTo>
                    <a:pt x="277" y="599"/>
                    <a:pt x="281" y="600"/>
                    <a:pt x="284" y="602"/>
                  </a:cubicBezTo>
                  <a:cubicBezTo>
                    <a:pt x="285" y="602"/>
                    <a:pt x="285" y="601"/>
                    <a:pt x="284" y="601"/>
                  </a:cubicBezTo>
                  <a:cubicBezTo>
                    <a:pt x="290" y="603"/>
                    <a:pt x="296" y="603"/>
                    <a:pt x="301" y="605"/>
                  </a:cubicBezTo>
                  <a:cubicBezTo>
                    <a:pt x="302" y="604"/>
                    <a:pt x="302" y="604"/>
                    <a:pt x="302" y="604"/>
                  </a:cubicBezTo>
                  <a:cubicBezTo>
                    <a:pt x="306" y="605"/>
                    <a:pt x="311" y="605"/>
                    <a:pt x="316" y="605"/>
                  </a:cubicBezTo>
                  <a:cubicBezTo>
                    <a:pt x="321" y="606"/>
                    <a:pt x="325" y="606"/>
                    <a:pt x="328" y="607"/>
                  </a:cubicBezTo>
                  <a:cubicBezTo>
                    <a:pt x="329" y="607"/>
                    <a:pt x="328" y="606"/>
                    <a:pt x="328" y="606"/>
                  </a:cubicBezTo>
                  <a:cubicBezTo>
                    <a:pt x="333" y="607"/>
                    <a:pt x="337" y="606"/>
                    <a:pt x="342" y="606"/>
                  </a:cubicBezTo>
                  <a:cubicBezTo>
                    <a:pt x="347" y="606"/>
                    <a:pt x="351" y="606"/>
                    <a:pt x="356" y="606"/>
                  </a:cubicBezTo>
                  <a:cubicBezTo>
                    <a:pt x="359" y="606"/>
                    <a:pt x="364" y="605"/>
                    <a:pt x="368" y="605"/>
                  </a:cubicBezTo>
                  <a:cubicBezTo>
                    <a:pt x="371" y="605"/>
                    <a:pt x="373" y="605"/>
                    <a:pt x="375" y="604"/>
                  </a:cubicBezTo>
                  <a:cubicBezTo>
                    <a:pt x="378" y="604"/>
                    <a:pt x="380" y="604"/>
                    <a:pt x="382" y="603"/>
                  </a:cubicBezTo>
                  <a:cubicBezTo>
                    <a:pt x="384" y="603"/>
                    <a:pt x="382" y="603"/>
                    <a:pt x="384" y="602"/>
                  </a:cubicBezTo>
                  <a:cubicBezTo>
                    <a:pt x="384" y="602"/>
                    <a:pt x="385" y="602"/>
                    <a:pt x="386" y="602"/>
                  </a:cubicBezTo>
                  <a:cubicBezTo>
                    <a:pt x="385" y="603"/>
                    <a:pt x="386" y="603"/>
                    <a:pt x="389" y="602"/>
                  </a:cubicBezTo>
                  <a:cubicBezTo>
                    <a:pt x="391" y="602"/>
                    <a:pt x="393" y="601"/>
                    <a:pt x="395" y="601"/>
                  </a:cubicBezTo>
                  <a:cubicBezTo>
                    <a:pt x="396" y="600"/>
                    <a:pt x="393" y="601"/>
                    <a:pt x="392" y="601"/>
                  </a:cubicBezTo>
                  <a:cubicBezTo>
                    <a:pt x="391" y="601"/>
                    <a:pt x="394" y="600"/>
                    <a:pt x="395" y="600"/>
                  </a:cubicBezTo>
                  <a:cubicBezTo>
                    <a:pt x="397" y="600"/>
                    <a:pt x="399" y="600"/>
                    <a:pt x="402" y="600"/>
                  </a:cubicBezTo>
                  <a:cubicBezTo>
                    <a:pt x="405" y="599"/>
                    <a:pt x="408" y="598"/>
                    <a:pt x="410" y="598"/>
                  </a:cubicBezTo>
                  <a:cubicBezTo>
                    <a:pt x="412" y="597"/>
                    <a:pt x="410" y="597"/>
                    <a:pt x="412" y="596"/>
                  </a:cubicBezTo>
                  <a:cubicBezTo>
                    <a:pt x="412" y="596"/>
                    <a:pt x="413" y="596"/>
                    <a:pt x="414" y="596"/>
                  </a:cubicBezTo>
                  <a:cubicBezTo>
                    <a:pt x="414" y="596"/>
                    <a:pt x="413" y="596"/>
                    <a:pt x="412" y="597"/>
                  </a:cubicBezTo>
                  <a:cubicBezTo>
                    <a:pt x="414" y="597"/>
                    <a:pt x="415" y="597"/>
                    <a:pt x="417" y="595"/>
                  </a:cubicBezTo>
                  <a:cubicBezTo>
                    <a:pt x="417" y="595"/>
                    <a:pt x="415" y="595"/>
                    <a:pt x="417" y="594"/>
                  </a:cubicBezTo>
                  <a:cubicBezTo>
                    <a:pt x="415" y="594"/>
                    <a:pt x="415" y="595"/>
                    <a:pt x="413" y="595"/>
                  </a:cubicBezTo>
                  <a:cubicBezTo>
                    <a:pt x="415" y="594"/>
                    <a:pt x="417" y="594"/>
                    <a:pt x="418" y="593"/>
                  </a:cubicBezTo>
                  <a:cubicBezTo>
                    <a:pt x="420" y="593"/>
                    <a:pt x="422" y="592"/>
                    <a:pt x="423" y="592"/>
                  </a:cubicBezTo>
                  <a:cubicBezTo>
                    <a:pt x="424" y="593"/>
                    <a:pt x="420" y="593"/>
                    <a:pt x="419" y="594"/>
                  </a:cubicBezTo>
                  <a:cubicBezTo>
                    <a:pt x="422" y="594"/>
                    <a:pt x="418" y="595"/>
                    <a:pt x="417" y="595"/>
                  </a:cubicBezTo>
                  <a:cubicBezTo>
                    <a:pt x="422" y="595"/>
                    <a:pt x="421" y="594"/>
                    <a:pt x="426" y="593"/>
                  </a:cubicBezTo>
                  <a:cubicBezTo>
                    <a:pt x="427" y="593"/>
                    <a:pt x="424" y="593"/>
                    <a:pt x="425" y="593"/>
                  </a:cubicBezTo>
                  <a:cubicBezTo>
                    <a:pt x="425" y="592"/>
                    <a:pt x="426" y="592"/>
                    <a:pt x="426" y="592"/>
                  </a:cubicBezTo>
                  <a:cubicBezTo>
                    <a:pt x="427" y="592"/>
                    <a:pt x="426" y="592"/>
                    <a:pt x="425" y="592"/>
                  </a:cubicBezTo>
                  <a:cubicBezTo>
                    <a:pt x="427" y="590"/>
                    <a:pt x="430" y="590"/>
                    <a:pt x="432" y="588"/>
                  </a:cubicBezTo>
                  <a:cubicBezTo>
                    <a:pt x="434" y="587"/>
                    <a:pt x="434" y="587"/>
                    <a:pt x="434" y="588"/>
                  </a:cubicBezTo>
                  <a:cubicBezTo>
                    <a:pt x="436" y="587"/>
                    <a:pt x="438" y="585"/>
                    <a:pt x="440" y="585"/>
                  </a:cubicBezTo>
                  <a:cubicBezTo>
                    <a:pt x="442" y="585"/>
                    <a:pt x="439" y="586"/>
                    <a:pt x="439" y="587"/>
                  </a:cubicBezTo>
                  <a:cubicBezTo>
                    <a:pt x="440" y="586"/>
                    <a:pt x="441" y="585"/>
                    <a:pt x="441" y="585"/>
                  </a:cubicBezTo>
                  <a:cubicBezTo>
                    <a:pt x="442" y="584"/>
                    <a:pt x="444" y="584"/>
                    <a:pt x="445" y="583"/>
                  </a:cubicBezTo>
                  <a:cubicBezTo>
                    <a:pt x="446" y="583"/>
                    <a:pt x="444" y="584"/>
                    <a:pt x="446" y="584"/>
                  </a:cubicBezTo>
                  <a:cubicBezTo>
                    <a:pt x="447" y="582"/>
                    <a:pt x="450" y="581"/>
                    <a:pt x="452" y="580"/>
                  </a:cubicBezTo>
                  <a:cubicBezTo>
                    <a:pt x="454" y="579"/>
                    <a:pt x="456" y="578"/>
                    <a:pt x="456" y="579"/>
                  </a:cubicBezTo>
                  <a:cubicBezTo>
                    <a:pt x="458" y="578"/>
                    <a:pt x="460" y="577"/>
                    <a:pt x="462" y="575"/>
                  </a:cubicBezTo>
                  <a:cubicBezTo>
                    <a:pt x="465" y="576"/>
                    <a:pt x="468" y="572"/>
                    <a:pt x="470" y="572"/>
                  </a:cubicBezTo>
                  <a:cubicBezTo>
                    <a:pt x="471" y="569"/>
                    <a:pt x="478" y="569"/>
                    <a:pt x="482" y="565"/>
                  </a:cubicBezTo>
                  <a:cubicBezTo>
                    <a:pt x="484" y="564"/>
                    <a:pt x="485" y="563"/>
                    <a:pt x="487" y="562"/>
                  </a:cubicBezTo>
                  <a:cubicBezTo>
                    <a:pt x="489" y="560"/>
                    <a:pt x="491" y="559"/>
                    <a:pt x="493" y="558"/>
                  </a:cubicBezTo>
                  <a:cubicBezTo>
                    <a:pt x="494" y="558"/>
                    <a:pt x="491" y="560"/>
                    <a:pt x="493" y="559"/>
                  </a:cubicBezTo>
                  <a:cubicBezTo>
                    <a:pt x="498" y="554"/>
                    <a:pt x="505" y="551"/>
                    <a:pt x="510" y="546"/>
                  </a:cubicBezTo>
                  <a:cubicBezTo>
                    <a:pt x="509" y="546"/>
                    <a:pt x="508" y="547"/>
                    <a:pt x="508" y="547"/>
                  </a:cubicBezTo>
                  <a:cubicBezTo>
                    <a:pt x="507" y="547"/>
                    <a:pt x="508" y="546"/>
                    <a:pt x="507" y="547"/>
                  </a:cubicBezTo>
                  <a:cubicBezTo>
                    <a:pt x="510" y="545"/>
                    <a:pt x="513" y="543"/>
                    <a:pt x="515" y="541"/>
                  </a:cubicBezTo>
                  <a:cubicBezTo>
                    <a:pt x="515" y="541"/>
                    <a:pt x="514" y="542"/>
                    <a:pt x="514" y="542"/>
                  </a:cubicBezTo>
                  <a:cubicBezTo>
                    <a:pt x="512" y="542"/>
                    <a:pt x="515" y="541"/>
                    <a:pt x="516" y="539"/>
                  </a:cubicBezTo>
                  <a:cubicBezTo>
                    <a:pt x="516" y="540"/>
                    <a:pt x="516" y="540"/>
                    <a:pt x="518" y="539"/>
                  </a:cubicBezTo>
                  <a:cubicBezTo>
                    <a:pt x="519" y="535"/>
                    <a:pt x="524" y="534"/>
                    <a:pt x="527" y="530"/>
                  </a:cubicBezTo>
                  <a:cubicBezTo>
                    <a:pt x="528" y="529"/>
                    <a:pt x="528" y="529"/>
                    <a:pt x="527" y="531"/>
                  </a:cubicBezTo>
                  <a:cubicBezTo>
                    <a:pt x="529" y="530"/>
                    <a:pt x="529" y="529"/>
                    <a:pt x="531" y="528"/>
                  </a:cubicBezTo>
                  <a:cubicBezTo>
                    <a:pt x="531" y="527"/>
                    <a:pt x="530" y="528"/>
                    <a:pt x="529" y="529"/>
                  </a:cubicBezTo>
                  <a:cubicBezTo>
                    <a:pt x="530" y="527"/>
                    <a:pt x="531" y="526"/>
                    <a:pt x="532" y="525"/>
                  </a:cubicBezTo>
                  <a:cubicBezTo>
                    <a:pt x="532" y="525"/>
                    <a:pt x="532" y="525"/>
                    <a:pt x="531" y="527"/>
                  </a:cubicBezTo>
                  <a:cubicBezTo>
                    <a:pt x="534" y="523"/>
                    <a:pt x="537" y="521"/>
                    <a:pt x="539" y="519"/>
                  </a:cubicBezTo>
                  <a:cubicBezTo>
                    <a:pt x="540" y="518"/>
                    <a:pt x="539" y="520"/>
                    <a:pt x="540" y="519"/>
                  </a:cubicBezTo>
                  <a:cubicBezTo>
                    <a:pt x="541" y="516"/>
                    <a:pt x="549" y="508"/>
                    <a:pt x="551" y="505"/>
                  </a:cubicBezTo>
                  <a:cubicBezTo>
                    <a:pt x="552" y="504"/>
                    <a:pt x="554" y="501"/>
                    <a:pt x="553" y="504"/>
                  </a:cubicBezTo>
                  <a:cubicBezTo>
                    <a:pt x="554" y="502"/>
                    <a:pt x="554" y="502"/>
                    <a:pt x="554" y="501"/>
                  </a:cubicBezTo>
                  <a:cubicBezTo>
                    <a:pt x="555" y="500"/>
                    <a:pt x="557" y="500"/>
                    <a:pt x="558" y="497"/>
                  </a:cubicBezTo>
                  <a:cubicBezTo>
                    <a:pt x="557" y="498"/>
                    <a:pt x="557" y="499"/>
                    <a:pt x="556" y="500"/>
                  </a:cubicBezTo>
                  <a:cubicBezTo>
                    <a:pt x="556" y="499"/>
                    <a:pt x="556" y="499"/>
                    <a:pt x="556" y="499"/>
                  </a:cubicBezTo>
                  <a:cubicBezTo>
                    <a:pt x="559" y="495"/>
                    <a:pt x="563" y="491"/>
                    <a:pt x="565" y="486"/>
                  </a:cubicBezTo>
                  <a:cubicBezTo>
                    <a:pt x="566" y="487"/>
                    <a:pt x="566" y="486"/>
                    <a:pt x="567" y="485"/>
                  </a:cubicBezTo>
                  <a:cubicBezTo>
                    <a:pt x="568" y="484"/>
                    <a:pt x="566" y="485"/>
                    <a:pt x="565" y="486"/>
                  </a:cubicBezTo>
                  <a:cubicBezTo>
                    <a:pt x="566" y="482"/>
                    <a:pt x="569" y="481"/>
                    <a:pt x="570" y="478"/>
                  </a:cubicBezTo>
                  <a:cubicBezTo>
                    <a:pt x="572" y="476"/>
                    <a:pt x="570" y="480"/>
                    <a:pt x="572" y="479"/>
                  </a:cubicBezTo>
                  <a:cubicBezTo>
                    <a:pt x="572" y="477"/>
                    <a:pt x="571" y="478"/>
                    <a:pt x="571" y="477"/>
                  </a:cubicBezTo>
                  <a:cubicBezTo>
                    <a:pt x="572" y="474"/>
                    <a:pt x="573" y="475"/>
                    <a:pt x="573" y="474"/>
                  </a:cubicBezTo>
                  <a:cubicBezTo>
                    <a:pt x="573" y="474"/>
                    <a:pt x="573" y="475"/>
                    <a:pt x="573" y="476"/>
                  </a:cubicBezTo>
                  <a:cubicBezTo>
                    <a:pt x="574" y="475"/>
                    <a:pt x="575" y="472"/>
                    <a:pt x="574" y="472"/>
                  </a:cubicBezTo>
                  <a:cubicBezTo>
                    <a:pt x="577" y="470"/>
                    <a:pt x="576" y="469"/>
                    <a:pt x="578" y="468"/>
                  </a:cubicBezTo>
                  <a:cubicBezTo>
                    <a:pt x="580" y="464"/>
                    <a:pt x="580" y="464"/>
                    <a:pt x="582" y="461"/>
                  </a:cubicBezTo>
                  <a:cubicBezTo>
                    <a:pt x="582" y="460"/>
                    <a:pt x="581" y="462"/>
                    <a:pt x="581" y="459"/>
                  </a:cubicBezTo>
                  <a:cubicBezTo>
                    <a:pt x="579" y="461"/>
                    <a:pt x="579" y="461"/>
                    <a:pt x="579" y="461"/>
                  </a:cubicBezTo>
                  <a:cubicBezTo>
                    <a:pt x="578" y="463"/>
                    <a:pt x="580" y="463"/>
                    <a:pt x="578" y="464"/>
                  </a:cubicBezTo>
                  <a:cubicBezTo>
                    <a:pt x="578" y="465"/>
                    <a:pt x="578" y="465"/>
                    <a:pt x="578" y="464"/>
                  </a:cubicBezTo>
                  <a:cubicBezTo>
                    <a:pt x="577" y="467"/>
                    <a:pt x="572" y="476"/>
                    <a:pt x="571" y="474"/>
                  </a:cubicBezTo>
                  <a:cubicBezTo>
                    <a:pt x="571" y="474"/>
                    <a:pt x="571" y="476"/>
                    <a:pt x="570" y="477"/>
                  </a:cubicBezTo>
                  <a:cubicBezTo>
                    <a:pt x="569" y="478"/>
                    <a:pt x="569" y="476"/>
                    <a:pt x="570" y="474"/>
                  </a:cubicBezTo>
                  <a:cubicBezTo>
                    <a:pt x="569" y="475"/>
                    <a:pt x="566" y="480"/>
                    <a:pt x="568" y="478"/>
                  </a:cubicBezTo>
                  <a:cubicBezTo>
                    <a:pt x="567" y="480"/>
                    <a:pt x="565" y="482"/>
                    <a:pt x="565" y="484"/>
                  </a:cubicBezTo>
                  <a:cubicBezTo>
                    <a:pt x="564" y="485"/>
                    <a:pt x="565" y="482"/>
                    <a:pt x="565" y="482"/>
                  </a:cubicBezTo>
                  <a:cubicBezTo>
                    <a:pt x="563" y="483"/>
                    <a:pt x="561" y="489"/>
                    <a:pt x="561" y="486"/>
                  </a:cubicBezTo>
                  <a:cubicBezTo>
                    <a:pt x="560" y="487"/>
                    <a:pt x="560" y="488"/>
                    <a:pt x="561" y="488"/>
                  </a:cubicBezTo>
                  <a:cubicBezTo>
                    <a:pt x="560" y="489"/>
                    <a:pt x="559" y="491"/>
                    <a:pt x="557" y="492"/>
                  </a:cubicBezTo>
                  <a:cubicBezTo>
                    <a:pt x="557" y="493"/>
                    <a:pt x="558" y="492"/>
                    <a:pt x="557" y="493"/>
                  </a:cubicBezTo>
                  <a:cubicBezTo>
                    <a:pt x="557" y="494"/>
                    <a:pt x="556" y="495"/>
                    <a:pt x="555" y="496"/>
                  </a:cubicBezTo>
                  <a:cubicBezTo>
                    <a:pt x="555" y="496"/>
                    <a:pt x="555" y="496"/>
                    <a:pt x="555" y="495"/>
                  </a:cubicBezTo>
                  <a:cubicBezTo>
                    <a:pt x="553" y="499"/>
                    <a:pt x="550" y="503"/>
                    <a:pt x="547" y="506"/>
                  </a:cubicBezTo>
                  <a:cubicBezTo>
                    <a:pt x="546" y="507"/>
                    <a:pt x="548" y="505"/>
                    <a:pt x="548" y="504"/>
                  </a:cubicBezTo>
                  <a:cubicBezTo>
                    <a:pt x="546" y="505"/>
                    <a:pt x="546" y="507"/>
                    <a:pt x="544" y="507"/>
                  </a:cubicBezTo>
                  <a:cubicBezTo>
                    <a:pt x="545" y="505"/>
                    <a:pt x="547" y="504"/>
                    <a:pt x="548" y="503"/>
                  </a:cubicBezTo>
                  <a:cubicBezTo>
                    <a:pt x="548" y="500"/>
                    <a:pt x="553" y="497"/>
                    <a:pt x="554" y="494"/>
                  </a:cubicBezTo>
                  <a:cubicBezTo>
                    <a:pt x="552" y="497"/>
                    <a:pt x="550" y="499"/>
                    <a:pt x="548" y="501"/>
                  </a:cubicBezTo>
                  <a:cubicBezTo>
                    <a:pt x="546" y="504"/>
                    <a:pt x="544" y="506"/>
                    <a:pt x="542" y="508"/>
                  </a:cubicBezTo>
                  <a:cubicBezTo>
                    <a:pt x="542" y="509"/>
                    <a:pt x="544" y="507"/>
                    <a:pt x="544" y="507"/>
                  </a:cubicBezTo>
                  <a:cubicBezTo>
                    <a:pt x="543" y="510"/>
                    <a:pt x="541" y="509"/>
                    <a:pt x="539" y="512"/>
                  </a:cubicBezTo>
                  <a:cubicBezTo>
                    <a:pt x="540" y="511"/>
                    <a:pt x="541" y="510"/>
                    <a:pt x="542" y="510"/>
                  </a:cubicBezTo>
                  <a:cubicBezTo>
                    <a:pt x="541" y="511"/>
                    <a:pt x="540" y="512"/>
                    <a:pt x="539" y="513"/>
                  </a:cubicBezTo>
                  <a:cubicBezTo>
                    <a:pt x="538" y="514"/>
                    <a:pt x="539" y="513"/>
                    <a:pt x="539" y="512"/>
                  </a:cubicBezTo>
                  <a:cubicBezTo>
                    <a:pt x="539" y="513"/>
                    <a:pt x="538" y="514"/>
                    <a:pt x="537" y="514"/>
                  </a:cubicBezTo>
                  <a:cubicBezTo>
                    <a:pt x="538" y="516"/>
                    <a:pt x="531" y="522"/>
                    <a:pt x="528" y="524"/>
                  </a:cubicBezTo>
                  <a:cubicBezTo>
                    <a:pt x="527" y="524"/>
                    <a:pt x="530" y="523"/>
                    <a:pt x="530" y="522"/>
                  </a:cubicBezTo>
                  <a:cubicBezTo>
                    <a:pt x="527" y="524"/>
                    <a:pt x="525" y="527"/>
                    <a:pt x="522" y="529"/>
                  </a:cubicBezTo>
                  <a:cubicBezTo>
                    <a:pt x="520" y="532"/>
                    <a:pt x="517" y="534"/>
                    <a:pt x="514" y="536"/>
                  </a:cubicBezTo>
                  <a:cubicBezTo>
                    <a:pt x="513" y="536"/>
                    <a:pt x="514" y="535"/>
                    <a:pt x="515" y="534"/>
                  </a:cubicBezTo>
                  <a:cubicBezTo>
                    <a:pt x="513" y="535"/>
                    <a:pt x="512" y="537"/>
                    <a:pt x="512" y="537"/>
                  </a:cubicBezTo>
                  <a:cubicBezTo>
                    <a:pt x="510" y="540"/>
                    <a:pt x="512" y="537"/>
                    <a:pt x="509" y="538"/>
                  </a:cubicBezTo>
                  <a:cubicBezTo>
                    <a:pt x="507" y="540"/>
                    <a:pt x="511" y="538"/>
                    <a:pt x="510" y="539"/>
                  </a:cubicBezTo>
                  <a:cubicBezTo>
                    <a:pt x="507" y="542"/>
                    <a:pt x="504" y="545"/>
                    <a:pt x="500" y="547"/>
                  </a:cubicBezTo>
                  <a:cubicBezTo>
                    <a:pt x="500" y="549"/>
                    <a:pt x="498" y="550"/>
                    <a:pt x="496" y="551"/>
                  </a:cubicBezTo>
                  <a:cubicBezTo>
                    <a:pt x="494" y="552"/>
                    <a:pt x="495" y="551"/>
                    <a:pt x="494" y="552"/>
                  </a:cubicBezTo>
                  <a:cubicBezTo>
                    <a:pt x="491" y="554"/>
                    <a:pt x="488" y="556"/>
                    <a:pt x="486" y="558"/>
                  </a:cubicBezTo>
                  <a:cubicBezTo>
                    <a:pt x="485" y="558"/>
                    <a:pt x="488" y="556"/>
                    <a:pt x="488" y="555"/>
                  </a:cubicBezTo>
                  <a:cubicBezTo>
                    <a:pt x="487" y="556"/>
                    <a:pt x="486" y="556"/>
                    <a:pt x="485" y="557"/>
                  </a:cubicBezTo>
                  <a:cubicBezTo>
                    <a:pt x="484" y="558"/>
                    <a:pt x="482" y="559"/>
                    <a:pt x="481" y="560"/>
                  </a:cubicBezTo>
                  <a:cubicBezTo>
                    <a:pt x="479" y="561"/>
                    <a:pt x="481" y="560"/>
                    <a:pt x="479" y="560"/>
                  </a:cubicBezTo>
                  <a:cubicBezTo>
                    <a:pt x="480" y="559"/>
                    <a:pt x="482" y="558"/>
                    <a:pt x="482" y="558"/>
                  </a:cubicBezTo>
                  <a:cubicBezTo>
                    <a:pt x="477" y="561"/>
                    <a:pt x="473" y="564"/>
                    <a:pt x="469" y="567"/>
                  </a:cubicBezTo>
                  <a:cubicBezTo>
                    <a:pt x="466" y="568"/>
                    <a:pt x="470" y="565"/>
                    <a:pt x="468" y="566"/>
                  </a:cubicBezTo>
                  <a:cubicBezTo>
                    <a:pt x="463" y="569"/>
                    <a:pt x="458" y="571"/>
                    <a:pt x="453" y="573"/>
                  </a:cubicBezTo>
                  <a:cubicBezTo>
                    <a:pt x="451" y="575"/>
                    <a:pt x="449" y="575"/>
                    <a:pt x="447" y="575"/>
                  </a:cubicBezTo>
                  <a:cubicBezTo>
                    <a:pt x="446" y="576"/>
                    <a:pt x="448" y="576"/>
                    <a:pt x="447" y="577"/>
                  </a:cubicBezTo>
                  <a:cubicBezTo>
                    <a:pt x="445" y="577"/>
                    <a:pt x="442" y="579"/>
                    <a:pt x="439" y="580"/>
                  </a:cubicBezTo>
                  <a:cubicBezTo>
                    <a:pt x="436" y="581"/>
                    <a:pt x="434" y="582"/>
                    <a:pt x="434" y="581"/>
                  </a:cubicBezTo>
                  <a:cubicBezTo>
                    <a:pt x="431" y="582"/>
                    <a:pt x="427" y="584"/>
                    <a:pt x="424" y="585"/>
                  </a:cubicBezTo>
                  <a:cubicBezTo>
                    <a:pt x="420" y="586"/>
                    <a:pt x="417" y="587"/>
                    <a:pt x="415" y="588"/>
                  </a:cubicBezTo>
                  <a:cubicBezTo>
                    <a:pt x="412" y="588"/>
                    <a:pt x="409" y="590"/>
                    <a:pt x="405" y="589"/>
                  </a:cubicBezTo>
                  <a:cubicBezTo>
                    <a:pt x="403" y="591"/>
                    <a:pt x="401" y="591"/>
                    <a:pt x="399" y="592"/>
                  </a:cubicBezTo>
                  <a:cubicBezTo>
                    <a:pt x="397" y="592"/>
                    <a:pt x="399" y="592"/>
                    <a:pt x="397" y="592"/>
                  </a:cubicBezTo>
                  <a:cubicBezTo>
                    <a:pt x="391" y="593"/>
                    <a:pt x="386" y="594"/>
                    <a:pt x="380" y="595"/>
                  </a:cubicBezTo>
                  <a:cubicBezTo>
                    <a:pt x="374" y="596"/>
                    <a:pt x="368" y="596"/>
                    <a:pt x="362" y="597"/>
                  </a:cubicBezTo>
                  <a:cubicBezTo>
                    <a:pt x="362" y="597"/>
                    <a:pt x="361" y="598"/>
                    <a:pt x="363" y="597"/>
                  </a:cubicBezTo>
                  <a:cubicBezTo>
                    <a:pt x="358" y="598"/>
                    <a:pt x="353" y="597"/>
                    <a:pt x="348" y="598"/>
                  </a:cubicBezTo>
                  <a:cubicBezTo>
                    <a:pt x="343" y="598"/>
                    <a:pt x="338" y="598"/>
                    <a:pt x="333" y="598"/>
                  </a:cubicBezTo>
                  <a:cubicBezTo>
                    <a:pt x="331" y="599"/>
                    <a:pt x="329" y="597"/>
                    <a:pt x="326" y="597"/>
                  </a:cubicBezTo>
                  <a:cubicBezTo>
                    <a:pt x="326" y="598"/>
                    <a:pt x="327" y="598"/>
                    <a:pt x="326" y="598"/>
                  </a:cubicBezTo>
                  <a:cubicBezTo>
                    <a:pt x="323" y="597"/>
                    <a:pt x="320" y="597"/>
                    <a:pt x="315" y="597"/>
                  </a:cubicBezTo>
                  <a:cubicBezTo>
                    <a:pt x="312" y="596"/>
                    <a:pt x="312" y="596"/>
                    <a:pt x="312" y="596"/>
                  </a:cubicBezTo>
                  <a:cubicBezTo>
                    <a:pt x="310" y="596"/>
                    <a:pt x="307" y="596"/>
                    <a:pt x="305" y="596"/>
                  </a:cubicBezTo>
                  <a:cubicBezTo>
                    <a:pt x="302" y="595"/>
                    <a:pt x="300" y="595"/>
                    <a:pt x="297" y="595"/>
                  </a:cubicBezTo>
                  <a:cubicBezTo>
                    <a:pt x="292" y="594"/>
                    <a:pt x="287" y="593"/>
                    <a:pt x="282" y="591"/>
                  </a:cubicBezTo>
                  <a:cubicBezTo>
                    <a:pt x="282" y="591"/>
                    <a:pt x="282" y="592"/>
                    <a:pt x="282" y="592"/>
                  </a:cubicBezTo>
                  <a:cubicBezTo>
                    <a:pt x="265" y="587"/>
                    <a:pt x="247" y="583"/>
                    <a:pt x="231" y="575"/>
                  </a:cubicBezTo>
                  <a:cubicBezTo>
                    <a:pt x="228" y="575"/>
                    <a:pt x="218" y="569"/>
                    <a:pt x="211" y="566"/>
                  </a:cubicBezTo>
                  <a:cubicBezTo>
                    <a:pt x="207" y="564"/>
                    <a:pt x="204" y="563"/>
                    <a:pt x="202" y="560"/>
                  </a:cubicBezTo>
                  <a:cubicBezTo>
                    <a:pt x="200" y="560"/>
                    <a:pt x="200" y="560"/>
                    <a:pt x="200" y="560"/>
                  </a:cubicBezTo>
                  <a:cubicBezTo>
                    <a:pt x="199" y="559"/>
                    <a:pt x="198" y="558"/>
                    <a:pt x="196" y="557"/>
                  </a:cubicBezTo>
                  <a:cubicBezTo>
                    <a:pt x="195" y="556"/>
                    <a:pt x="193" y="555"/>
                    <a:pt x="192" y="554"/>
                  </a:cubicBezTo>
                  <a:cubicBezTo>
                    <a:pt x="190" y="553"/>
                    <a:pt x="188" y="552"/>
                    <a:pt x="186" y="551"/>
                  </a:cubicBezTo>
                  <a:cubicBezTo>
                    <a:pt x="184" y="549"/>
                    <a:pt x="182" y="548"/>
                    <a:pt x="180" y="546"/>
                  </a:cubicBezTo>
                  <a:cubicBezTo>
                    <a:pt x="175" y="543"/>
                    <a:pt x="171" y="539"/>
                    <a:pt x="167" y="536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55" y="527"/>
                    <a:pt x="147" y="517"/>
                    <a:pt x="138" y="509"/>
                  </a:cubicBezTo>
                  <a:cubicBezTo>
                    <a:pt x="135" y="504"/>
                    <a:pt x="130" y="500"/>
                    <a:pt x="127" y="495"/>
                  </a:cubicBezTo>
                  <a:cubicBezTo>
                    <a:pt x="124" y="493"/>
                    <a:pt x="123" y="490"/>
                    <a:pt x="121" y="488"/>
                  </a:cubicBezTo>
                  <a:cubicBezTo>
                    <a:pt x="116" y="480"/>
                    <a:pt x="110" y="472"/>
                    <a:pt x="105" y="464"/>
                  </a:cubicBezTo>
                  <a:cubicBezTo>
                    <a:pt x="96" y="446"/>
                    <a:pt x="86" y="428"/>
                    <a:pt x="81" y="408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79" y="405"/>
                    <a:pt x="80" y="405"/>
                    <a:pt x="80" y="405"/>
                  </a:cubicBezTo>
                  <a:cubicBezTo>
                    <a:pt x="79" y="403"/>
                    <a:pt x="78" y="400"/>
                    <a:pt x="78" y="398"/>
                  </a:cubicBezTo>
                  <a:cubicBezTo>
                    <a:pt x="77" y="395"/>
                    <a:pt x="76" y="393"/>
                    <a:pt x="76" y="391"/>
                  </a:cubicBezTo>
                  <a:cubicBezTo>
                    <a:pt x="75" y="389"/>
                    <a:pt x="75" y="386"/>
                    <a:pt x="74" y="384"/>
                  </a:cubicBezTo>
                  <a:cubicBezTo>
                    <a:pt x="74" y="381"/>
                    <a:pt x="73" y="379"/>
                    <a:pt x="72" y="376"/>
                  </a:cubicBezTo>
                  <a:cubicBezTo>
                    <a:pt x="73" y="374"/>
                    <a:pt x="73" y="374"/>
                    <a:pt x="73" y="374"/>
                  </a:cubicBezTo>
                  <a:cubicBezTo>
                    <a:pt x="72" y="372"/>
                    <a:pt x="71" y="373"/>
                    <a:pt x="71" y="370"/>
                  </a:cubicBezTo>
                  <a:cubicBezTo>
                    <a:pt x="72" y="370"/>
                    <a:pt x="72" y="371"/>
                    <a:pt x="72" y="372"/>
                  </a:cubicBezTo>
                  <a:cubicBezTo>
                    <a:pt x="72" y="370"/>
                    <a:pt x="72" y="368"/>
                    <a:pt x="71" y="368"/>
                  </a:cubicBezTo>
                  <a:cubicBezTo>
                    <a:pt x="66" y="328"/>
                    <a:pt x="69" y="287"/>
                    <a:pt x="81" y="248"/>
                  </a:cubicBezTo>
                  <a:cubicBezTo>
                    <a:pt x="87" y="229"/>
                    <a:pt x="95" y="211"/>
                    <a:pt x="105" y="193"/>
                  </a:cubicBezTo>
                  <a:cubicBezTo>
                    <a:pt x="115" y="176"/>
                    <a:pt x="127" y="159"/>
                    <a:pt x="142" y="144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51" y="135"/>
                    <a:pt x="158" y="126"/>
                    <a:pt x="167" y="120"/>
                  </a:cubicBezTo>
                  <a:cubicBezTo>
                    <a:pt x="169" y="119"/>
                    <a:pt x="169" y="117"/>
                    <a:pt x="170" y="118"/>
                  </a:cubicBezTo>
                  <a:cubicBezTo>
                    <a:pt x="171" y="116"/>
                    <a:pt x="175" y="113"/>
                    <a:pt x="178" y="112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2" y="108"/>
                    <a:pt x="186" y="106"/>
                    <a:pt x="189" y="103"/>
                  </a:cubicBezTo>
                  <a:cubicBezTo>
                    <a:pt x="205" y="94"/>
                    <a:pt x="221" y="84"/>
                    <a:pt x="240" y="79"/>
                  </a:cubicBezTo>
                  <a:cubicBezTo>
                    <a:pt x="240" y="78"/>
                    <a:pt x="241" y="78"/>
                    <a:pt x="241" y="77"/>
                  </a:cubicBezTo>
                  <a:cubicBezTo>
                    <a:pt x="245" y="77"/>
                    <a:pt x="250" y="75"/>
                    <a:pt x="251" y="74"/>
                  </a:cubicBezTo>
                  <a:cubicBezTo>
                    <a:pt x="252" y="74"/>
                    <a:pt x="252" y="74"/>
                    <a:pt x="253" y="74"/>
                  </a:cubicBezTo>
                  <a:cubicBezTo>
                    <a:pt x="254" y="73"/>
                    <a:pt x="256" y="73"/>
                    <a:pt x="257" y="73"/>
                  </a:cubicBezTo>
                  <a:cubicBezTo>
                    <a:pt x="259" y="72"/>
                    <a:pt x="262" y="71"/>
                    <a:pt x="265" y="70"/>
                  </a:cubicBezTo>
                  <a:cubicBezTo>
                    <a:pt x="268" y="69"/>
                    <a:pt x="271" y="69"/>
                    <a:pt x="274" y="68"/>
                  </a:cubicBezTo>
                  <a:cubicBezTo>
                    <a:pt x="275" y="68"/>
                    <a:pt x="275" y="68"/>
                    <a:pt x="274" y="69"/>
                  </a:cubicBezTo>
                  <a:cubicBezTo>
                    <a:pt x="276" y="69"/>
                    <a:pt x="276" y="67"/>
                    <a:pt x="279" y="67"/>
                  </a:cubicBezTo>
                  <a:cubicBezTo>
                    <a:pt x="279" y="67"/>
                    <a:pt x="279" y="67"/>
                    <a:pt x="278" y="67"/>
                  </a:cubicBezTo>
                  <a:cubicBezTo>
                    <a:pt x="280" y="66"/>
                    <a:pt x="281" y="67"/>
                    <a:pt x="283" y="66"/>
                  </a:cubicBezTo>
                  <a:cubicBezTo>
                    <a:pt x="284" y="66"/>
                    <a:pt x="283" y="66"/>
                    <a:pt x="283" y="66"/>
                  </a:cubicBezTo>
                  <a:cubicBezTo>
                    <a:pt x="285" y="66"/>
                    <a:pt x="288" y="64"/>
                    <a:pt x="291" y="64"/>
                  </a:cubicBezTo>
                  <a:cubicBezTo>
                    <a:pt x="292" y="65"/>
                    <a:pt x="289" y="65"/>
                    <a:pt x="288" y="65"/>
                  </a:cubicBezTo>
                  <a:cubicBezTo>
                    <a:pt x="291" y="64"/>
                    <a:pt x="294" y="64"/>
                    <a:pt x="297" y="63"/>
                  </a:cubicBezTo>
                  <a:cubicBezTo>
                    <a:pt x="300" y="63"/>
                    <a:pt x="303" y="62"/>
                    <a:pt x="306" y="61"/>
                  </a:cubicBezTo>
                  <a:cubicBezTo>
                    <a:pt x="309" y="62"/>
                    <a:pt x="309" y="62"/>
                    <a:pt x="309" y="62"/>
                  </a:cubicBezTo>
                  <a:cubicBezTo>
                    <a:pt x="308" y="63"/>
                    <a:pt x="310" y="61"/>
                    <a:pt x="308" y="61"/>
                  </a:cubicBezTo>
                  <a:cubicBezTo>
                    <a:pt x="311" y="60"/>
                    <a:pt x="313" y="60"/>
                    <a:pt x="317" y="59"/>
                  </a:cubicBezTo>
                  <a:cubicBezTo>
                    <a:pt x="318" y="60"/>
                    <a:pt x="322" y="60"/>
                    <a:pt x="319" y="60"/>
                  </a:cubicBezTo>
                  <a:cubicBezTo>
                    <a:pt x="321" y="61"/>
                    <a:pt x="321" y="59"/>
                    <a:pt x="324" y="60"/>
                  </a:cubicBezTo>
                  <a:cubicBezTo>
                    <a:pt x="327" y="60"/>
                    <a:pt x="323" y="60"/>
                    <a:pt x="322" y="60"/>
                  </a:cubicBezTo>
                  <a:cubicBezTo>
                    <a:pt x="326" y="59"/>
                    <a:pt x="330" y="59"/>
                    <a:pt x="333" y="58"/>
                  </a:cubicBezTo>
                  <a:cubicBezTo>
                    <a:pt x="334" y="59"/>
                    <a:pt x="333" y="59"/>
                    <a:pt x="332" y="59"/>
                  </a:cubicBezTo>
                  <a:cubicBezTo>
                    <a:pt x="333" y="59"/>
                    <a:pt x="334" y="59"/>
                    <a:pt x="335" y="59"/>
                  </a:cubicBezTo>
                  <a:cubicBezTo>
                    <a:pt x="334" y="58"/>
                    <a:pt x="337" y="59"/>
                    <a:pt x="339" y="58"/>
                  </a:cubicBezTo>
                  <a:cubicBezTo>
                    <a:pt x="341" y="59"/>
                    <a:pt x="344" y="59"/>
                    <a:pt x="346" y="59"/>
                  </a:cubicBezTo>
                  <a:cubicBezTo>
                    <a:pt x="348" y="59"/>
                    <a:pt x="351" y="59"/>
                    <a:pt x="353" y="59"/>
                  </a:cubicBezTo>
                  <a:cubicBezTo>
                    <a:pt x="358" y="59"/>
                    <a:pt x="362" y="59"/>
                    <a:pt x="366" y="60"/>
                  </a:cubicBezTo>
                  <a:cubicBezTo>
                    <a:pt x="368" y="59"/>
                    <a:pt x="373" y="60"/>
                    <a:pt x="377" y="60"/>
                  </a:cubicBezTo>
                  <a:cubicBezTo>
                    <a:pt x="376" y="61"/>
                    <a:pt x="372" y="60"/>
                    <a:pt x="370" y="60"/>
                  </a:cubicBezTo>
                  <a:cubicBezTo>
                    <a:pt x="371" y="60"/>
                    <a:pt x="372" y="60"/>
                    <a:pt x="373" y="61"/>
                  </a:cubicBezTo>
                  <a:cubicBezTo>
                    <a:pt x="370" y="61"/>
                    <a:pt x="366" y="62"/>
                    <a:pt x="364" y="61"/>
                  </a:cubicBezTo>
                  <a:cubicBezTo>
                    <a:pt x="364" y="61"/>
                    <a:pt x="362" y="60"/>
                    <a:pt x="360" y="60"/>
                  </a:cubicBezTo>
                  <a:cubicBezTo>
                    <a:pt x="357" y="60"/>
                    <a:pt x="355" y="61"/>
                    <a:pt x="354" y="61"/>
                  </a:cubicBezTo>
                  <a:cubicBezTo>
                    <a:pt x="360" y="62"/>
                    <a:pt x="370" y="63"/>
                    <a:pt x="376" y="62"/>
                  </a:cubicBezTo>
                  <a:cubicBezTo>
                    <a:pt x="376" y="62"/>
                    <a:pt x="375" y="62"/>
                    <a:pt x="374" y="63"/>
                  </a:cubicBezTo>
                  <a:cubicBezTo>
                    <a:pt x="377" y="63"/>
                    <a:pt x="383" y="64"/>
                    <a:pt x="384" y="63"/>
                  </a:cubicBezTo>
                  <a:cubicBezTo>
                    <a:pt x="386" y="63"/>
                    <a:pt x="385" y="64"/>
                    <a:pt x="386" y="64"/>
                  </a:cubicBezTo>
                  <a:cubicBezTo>
                    <a:pt x="392" y="64"/>
                    <a:pt x="396" y="65"/>
                    <a:pt x="403" y="65"/>
                  </a:cubicBezTo>
                  <a:cubicBezTo>
                    <a:pt x="407" y="67"/>
                    <a:pt x="410" y="68"/>
                    <a:pt x="414" y="69"/>
                  </a:cubicBezTo>
                  <a:cubicBezTo>
                    <a:pt x="418" y="70"/>
                    <a:pt x="422" y="71"/>
                    <a:pt x="426" y="71"/>
                  </a:cubicBezTo>
                  <a:cubicBezTo>
                    <a:pt x="431" y="73"/>
                    <a:pt x="438" y="75"/>
                    <a:pt x="442" y="75"/>
                  </a:cubicBezTo>
                  <a:cubicBezTo>
                    <a:pt x="446" y="78"/>
                    <a:pt x="453" y="80"/>
                    <a:pt x="460" y="82"/>
                  </a:cubicBezTo>
                  <a:cubicBezTo>
                    <a:pt x="467" y="85"/>
                    <a:pt x="474" y="89"/>
                    <a:pt x="479" y="93"/>
                  </a:cubicBezTo>
                  <a:cubicBezTo>
                    <a:pt x="477" y="90"/>
                    <a:pt x="486" y="97"/>
                    <a:pt x="487" y="95"/>
                  </a:cubicBezTo>
                  <a:cubicBezTo>
                    <a:pt x="489" y="96"/>
                    <a:pt x="493" y="96"/>
                    <a:pt x="494" y="99"/>
                  </a:cubicBezTo>
                  <a:cubicBezTo>
                    <a:pt x="497" y="100"/>
                    <a:pt x="499" y="102"/>
                    <a:pt x="502" y="103"/>
                  </a:cubicBezTo>
                  <a:cubicBezTo>
                    <a:pt x="504" y="105"/>
                    <a:pt x="507" y="106"/>
                    <a:pt x="509" y="108"/>
                  </a:cubicBezTo>
                  <a:cubicBezTo>
                    <a:pt x="513" y="111"/>
                    <a:pt x="517" y="116"/>
                    <a:pt x="521" y="120"/>
                  </a:cubicBezTo>
                  <a:cubicBezTo>
                    <a:pt x="522" y="120"/>
                    <a:pt x="524" y="121"/>
                    <a:pt x="524" y="120"/>
                  </a:cubicBezTo>
                  <a:cubicBezTo>
                    <a:pt x="525" y="121"/>
                    <a:pt x="526" y="123"/>
                    <a:pt x="527" y="124"/>
                  </a:cubicBezTo>
                  <a:cubicBezTo>
                    <a:pt x="529" y="125"/>
                    <a:pt x="530" y="126"/>
                    <a:pt x="531" y="127"/>
                  </a:cubicBezTo>
                  <a:cubicBezTo>
                    <a:pt x="532" y="127"/>
                    <a:pt x="533" y="128"/>
                    <a:pt x="535" y="129"/>
                  </a:cubicBezTo>
                  <a:cubicBezTo>
                    <a:pt x="534" y="128"/>
                    <a:pt x="533" y="127"/>
                    <a:pt x="533" y="126"/>
                  </a:cubicBezTo>
                  <a:cubicBezTo>
                    <a:pt x="539" y="130"/>
                    <a:pt x="547" y="139"/>
                    <a:pt x="551" y="147"/>
                  </a:cubicBezTo>
                  <a:cubicBezTo>
                    <a:pt x="553" y="147"/>
                    <a:pt x="555" y="149"/>
                    <a:pt x="557" y="152"/>
                  </a:cubicBezTo>
                  <a:cubicBezTo>
                    <a:pt x="560" y="154"/>
                    <a:pt x="563" y="157"/>
                    <a:pt x="566" y="160"/>
                  </a:cubicBezTo>
                  <a:cubicBezTo>
                    <a:pt x="569" y="163"/>
                    <a:pt x="573" y="166"/>
                    <a:pt x="575" y="169"/>
                  </a:cubicBezTo>
                  <a:cubicBezTo>
                    <a:pt x="576" y="173"/>
                    <a:pt x="576" y="173"/>
                    <a:pt x="576" y="173"/>
                  </a:cubicBezTo>
                  <a:cubicBezTo>
                    <a:pt x="577" y="171"/>
                    <a:pt x="580" y="176"/>
                    <a:pt x="581" y="178"/>
                  </a:cubicBezTo>
                  <a:cubicBezTo>
                    <a:pt x="581" y="178"/>
                    <a:pt x="581" y="179"/>
                    <a:pt x="581" y="178"/>
                  </a:cubicBezTo>
                  <a:cubicBezTo>
                    <a:pt x="583" y="182"/>
                    <a:pt x="585" y="185"/>
                    <a:pt x="587" y="188"/>
                  </a:cubicBezTo>
                  <a:cubicBezTo>
                    <a:pt x="589" y="191"/>
                    <a:pt x="591" y="194"/>
                    <a:pt x="594" y="196"/>
                  </a:cubicBezTo>
                  <a:cubicBezTo>
                    <a:pt x="598" y="204"/>
                    <a:pt x="603" y="214"/>
                    <a:pt x="607" y="219"/>
                  </a:cubicBezTo>
                  <a:cubicBezTo>
                    <a:pt x="608" y="222"/>
                    <a:pt x="610" y="226"/>
                    <a:pt x="612" y="229"/>
                  </a:cubicBezTo>
                  <a:cubicBezTo>
                    <a:pt x="614" y="233"/>
                    <a:pt x="616" y="236"/>
                    <a:pt x="617" y="239"/>
                  </a:cubicBezTo>
                  <a:cubicBezTo>
                    <a:pt x="619" y="242"/>
                    <a:pt x="621" y="246"/>
                    <a:pt x="622" y="249"/>
                  </a:cubicBezTo>
                  <a:cubicBezTo>
                    <a:pt x="624" y="252"/>
                    <a:pt x="625" y="255"/>
                    <a:pt x="627" y="258"/>
                  </a:cubicBezTo>
                  <a:cubicBezTo>
                    <a:pt x="626" y="256"/>
                    <a:pt x="627" y="256"/>
                    <a:pt x="627" y="254"/>
                  </a:cubicBezTo>
                  <a:cubicBezTo>
                    <a:pt x="628" y="256"/>
                    <a:pt x="628" y="257"/>
                    <a:pt x="629" y="259"/>
                  </a:cubicBezTo>
                  <a:cubicBezTo>
                    <a:pt x="629" y="256"/>
                    <a:pt x="628" y="255"/>
                    <a:pt x="628" y="253"/>
                  </a:cubicBezTo>
                  <a:cubicBezTo>
                    <a:pt x="626" y="251"/>
                    <a:pt x="626" y="246"/>
                    <a:pt x="625" y="245"/>
                  </a:cubicBezTo>
                  <a:cubicBezTo>
                    <a:pt x="624" y="244"/>
                    <a:pt x="625" y="242"/>
                    <a:pt x="625" y="241"/>
                  </a:cubicBezTo>
                  <a:cubicBezTo>
                    <a:pt x="623" y="237"/>
                    <a:pt x="622" y="234"/>
                    <a:pt x="621" y="231"/>
                  </a:cubicBezTo>
                  <a:cubicBezTo>
                    <a:pt x="623" y="234"/>
                    <a:pt x="623" y="235"/>
                    <a:pt x="626" y="239"/>
                  </a:cubicBezTo>
                  <a:cubicBezTo>
                    <a:pt x="621" y="226"/>
                    <a:pt x="614" y="208"/>
                    <a:pt x="605" y="195"/>
                  </a:cubicBezTo>
                  <a:cubicBezTo>
                    <a:pt x="604" y="194"/>
                    <a:pt x="604" y="192"/>
                    <a:pt x="603" y="191"/>
                  </a:cubicBezTo>
                  <a:cubicBezTo>
                    <a:pt x="603" y="191"/>
                    <a:pt x="603" y="191"/>
                    <a:pt x="603" y="192"/>
                  </a:cubicBezTo>
                  <a:cubicBezTo>
                    <a:pt x="602" y="190"/>
                    <a:pt x="601" y="189"/>
                    <a:pt x="600" y="187"/>
                  </a:cubicBezTo>
                  <a:cubicBezTo>
                    <a:pt x="600" y="184"/>
                    <a:pt x="595" y="180"/>
                    <a:pt x="592" y="177"/>
                  </a:cubicBezTo>
                  <a:cubicBezTo>
                    <a:pt x="592" y="176"/>
                    <a:pt x="593" y="178"/>
                    <a:pt x="595" y="179"/>
                  </a:cubicBezTo>
                  <a:cubicBezTo>
                    <a:pt x="594" y="177"/>
                    <a:pt x="593" y="175"/>
                    <a:pt x="594" y="175"/>
                  </a:cubicBezTo>
                  <a:cubicBezTo>
                    <a:pt x="596" y="177"/>
                    <a:pt x="595" y="178"/>
                    <a:pt x="597" y="179"/>
                  </a:cubicBezTo>
                  <a:cubicBezTo>
                    <a:pt x="597" y="178"/>
                    <a:pt x="595" y="177"/>
                    <a:pt x="595" y="176"/>
                  </a:cubicBezTo>
                  <a:cubicBezTo>
                    <a:pt x="594" y="174"/>
                    <a:pt x="594" y="175"/>
                    <a:pt x="593" y="174"/>
                  </a:cubicBezTo>
                  <a:cubicBezTo>
                    <a:pt x="593" y="173"/>
                    <a:pt x="592" y="173"/>
                    <a:pt x="592" y="172"/>
                  </a:cubicBezTo>
                  <a:cubicBezTo>
                    <a:pt x="592" y="172"/>
                    <a:pt x="594" y="174"/>
                    <a:pt x="595" y="173"/>
                  </a:cubicBezTo>
                  <a:cubicBezTo>
                    <a:pt x="595" y="174"/>
                    <a:pt x="595" y="174"/>
                    <a:pt x="596" y="175"/>
                  </a:cubicBezTo>
                  <a:cubicBezTo>
                    <a:pt x="594" y="174"/>
                    <a:pt x="597" y="178"/>
                    <a:pt x="598" y="180"/>
                  </a:cubicBezTo>
                  <a:cubicBezTo>
                    <a:pt x="599" y="181"/>
                    <a:pt x="598" y="180"/>
                    <a:pt x="598" y="182"/>
                  </a:cubicBezTo>
                  <a:cubicBezTo>
                    <a:pt x="601" y="186"/>
                    <a:pt x="603" y="186"/>
                    <a:pt x="606" y="190"/>
                  </a:cubicBezTo>
                  <a:cubicBezTo>
                    <a:pt x="606" y="191"/>
                    <a:pt x="603" y="187"/>
                    <a:pt x="602" y="186"/>
                  </a:cubicBezTo>
                  <a:cubicBezTo>
                    <a:pt x="603" y="188"/>
                    <a:pt x="605" y="192"/>
                    <a:pt x="605" y="190"/>
                  </a:cubicBezTo>
                  <a:cubicBezTo>
                    <a:pt x="606" y="193"/>
                    <a:pt x="608" y="195"/>
                    <a:pt x="609" y="198"/>
                  </a:cubicBezTo>
                  <a:cubicBezTo>
                    <a:pt x="611" y="200"/>
                    <a:pt x="613" y="203"/>
                    <a:pt x="614" y="205"/>
                  </a:cubicBezTo>
                  <a:cubicBezTo>
                    <a:pt x="613" y="202"/>
                    <a:pt x="611" y="199"/>
                    <a:pt x="609" y="196"/>
                  </a:cubicBezTo>
                  <a:cubicBezTo>
                    <a:pt x="611" y="197"/>
                    <a:pt x="614" y="203"/>
                    <a:pt x="615" y="207"/>
                  </a:cubicBezTo>
                  <a:cubicBezTo>
                    <a:pt x="618" y="211"/>
                    <a:pt x="620" y="215"/>
                    <a:pt x="621" y="219"/>
                  </a:cubicBezTo>
                  <a:cubicBezTo>
                    <a:pt x="625" y="226"/>
                    <a:pt x="627" y="232"/>
                    <a:pt x="630" y="239"/>
                  </a:cubicBezTo>
                  <a:cubicBezTo>
                    <a:pt x="632" y="245"/>
                    <a:pt x="635" y="252"/>
                    <a:pt x="637" y="259"/>
                  </a:cubicBezTo>
                  <a:cubicBezTo>
                    <a:pt x="637" y="256"/>
                    <a:pt x="636" y="253"/>
                    <a:pt x="636" y="250"/>
                  </a:cubicBezTo>
                  <a:cubicBezTo>
                    <a:pt x="635" y="246"/>
                    <a:pt x="634" y="243"/>
                    <a:pt x="634" y="240"/>
                  </a:cubicBezTo>
                  <a:cubicBezTo>
                    <a:pt x="634" y="239"/>
                    <a:pt x="634" y="239"/>
                    <a:pt x="633" y="239"/>
                  </a:cubicBezTo>
                  <a:cubicBezTo>
                    <a:pt x="634" y="236"/>
                    <a:pt x="632" y="234"/>
                    <a:pt x="631" y="231"/>
                  </a:cubicBezTo>
                  <a:cubicBezTo>
                    <a:pt x="631" y="230"/>
                    <a:pt x="632" y="231"/>
                    <a:pt x="633" y="233"/>
                  </a:cubicBezTo>
                  <a:cubicBezTo>
                    <a:pt x="633" y="230"/>
                    <a:pt x="631" y="227"/>
                    <a:pt x="630" y="224"/>
                  </a:cubicBezTo>
                  <a:cubicBezTo>
                    <a:pt x="630" y="221"/>
                    <a:pt x="631" y="225"/>
                    <a:pt x="631" y="223"/>
                  </a:cubicBezTo>
                  <a:cubicBezTo>
                    <a:pt x="630" y="218"/>
                    <a:pt x="628" y="216"/>
                    <a:pt x="625" y="211"/>
                  </a:cubicBezTo>
                  <a:cubicBezTo>
                    <a:pt x="626" y="210"/>
                    <a:pt x="629" y="215"/>
                    <a:pt x="630" y="217"/>
                  </a:cubicBezTo>
                  <a:cubicBezTo>
                    <a:pt x="630" y="216"/>
                    <a:pt x="629" y="215"/>
                    <a:pt x="629" y="214"/>
                  </a:cubicBezTo>
                  <a:cubicBezTo>
                    <a:pt x="629" y="214"/>
                    <a:pt x="629" y="214"/>
                    <a:pt x="629" y="215"/>
                  </a:cubicBezTo>
                  <a:cubicBezTo>
                    <a:pt x="628" y="213"/>
                    <a:pt x="628" y="211"/>
                    <a:pt x="627" y="210"/>
                  </a:cubicBezTo>
                  <a:cubicBezTo>
                    <a:pt x="627" y="209"/>
                    <a:pt x="627" y="210"/>
                    <a:pt x="627" y="208"/>
                  </a:cubicBezTo>
                  <a:cubicBezTo>
                    <a:pt x="625" y="205"/>
                    <a:pt x="623" y="201"/>
                    <a:pt x="622" y="197"/>
                  </a:cubicBezTo>
                  <a:cubicBezTo>
                    <a:pt x="621" y="196"/>
                    <a:pt x="620" y="196"/>
                    <a:pt x="621" y="198"/>
                  </a:cubicBezTo>
                  <a:cubicBezTo>
                    <a:pt x="620" y="197"/>
                    <a:pt x="619" y="196"/>
                    <a:pt x="618" y="195"/>
                  </a:cubicBezTo>
                  <a:cubicBezTo>
                    <a:pt x="619" y="193"/>
                    <a:pt x="619" y="193"/>
                    <a:pt x="619" y="192"/>
                  </a:cubicBezTo>
                  <a:cubicBezTo>
                    <a:pt x="622" y="196"/>
                    <a:pt x="626" y="203"/>
                    <a:pt x="628" y="203"/>
                  </a:cubicBezTo>
                  <a:cubicBezTo>
                    <a:pt x="630" y="207"/>
                    <a:pt x="631" y="210"/>
                    <a:pt x="633" y="214"/>
                  </a:cubicBezTo>
                  <a:cubicBezTo>
                    <a:pt x="634" y="217"/>
                    <a:pt x="635" y="221"/>
                    <a:pt x="636" y="224"/>
                  </a:cubicBezTo>
                  <a:cubicBezTo>
                    <a:pt x="637" y="222"/>
                    <a:pt x="638" y="228"/>
                    <a:pt x="639" y="231"/>
                  </a:cubicBezTo>
                  <a:cubicBezTo>
                    <a:pt x="639" y="232"/>
                    <a:pt x="638" y="228"/>
                    <a:pt x="637" y="227"/>
                  </a:cubicBezTo>
                  <a:cubicBezTo>
                    <a:pt x="638" y="230"/>
                    <a:pt x="640" y="233"/>
                    <a:pt x="641" y="236"/>
                  </a:cubicBezTo>
                  <a:cubicBezTo>
                    <a:pt x="642" y="238"/>
                    <a:pt x="640" y="235"/>
                    <a:pt x="641" y="238"/>
                  </a:cubicBezTo>
                  <a:cubicBezTo>
                    <a:pt x="642" y="238"/>
                    <a:pt x="645" y="246"/>
                    <a:pt x="645" y="251"/>
                  </a:cubicBezTo>
                  <a:cubicBezTo>
                    <a:pt x="647" y="254"/>
                    <a:pt x="648" y="258"/>
                    <a:pt x="649" y="263"/>
                  </a:cubicBezTo>
                  <a:cubicBezTo>
                    <a:pt x="651" y="263"/>
                    <a:pt x="649" y="259"/>
                    <a:pt x="648" y="257"/>
                  </a:cubicBezTo>
                  <a:cubicBezTo>
                    <a:pt x="649" y="259"/>
                    <a:pt x="651" y="262"/>
                    <a:pt x="652" y="266"/>
                  </a:cubicBezTo>
                  <a:cubicBezTo>
                    <a:pt x="653" y="270"/>
                    <a:pt x="654" y="275"/>
                    <a:pt x="654" y="279"/>
                  </a:cubicBezTo>
                  <a:cubicBezTo>
                    <a:pt x="656" y="284"/>
                    <a:pt x="657" y="301"/>
                    <a:pt x="659" y="303"/>
                  </a:cubicBezTo>
                  <a:cubicBezTo>
                    <a:pt x="659" y="307"/>
                    <a:pt x="661" y="309"/>
                    <a:pt x="661" y="313"/>
                  </a:cubicBezTo>
                  <a:cubicBezTo>
                    <a:pt x="660" y="313"/>
                    <a:pt x="660" y="310"/>
                    <a:pt x="659" y="311"/>
                  </a:cubicBezTo>
                  <a:cubicBezTo>
                    <a:pt x="661" y="321"/>
                    <a:pt x="663" y="331"/>
                    <a:pt x="665" y="332"/>
                  </a:cubicBezTo>
                  <a:cubicBezTo>
                    <a:pt x="666" y="329"/>
                    <a:pt x="666" y="325"/>
                    <a:pt x="667" y="326"/>
                  </a:cubicBezTo>
                  <a:cubicBezTo>
                    <a:pt x="668" y="321"/>
                    <a:pt x="667" y="312"/>
                    <a:pt x="669" y="311"/>
                  </a:cubicBezTo>
                  <a:cubicBezTo>
                    <a:pt x="668" y="308"/>
                    <a:pt x="668" y="303"/>
                    <a:pt x="667" y="303"/>
                  </a:cubicBezTo>
                  <a:cubicBezTo>
                    <a:pt x="667" y="304"/>
                    <a:pt x="667" y="305"/>
                    <a:pt x="668" y="305"/>
                  </a:cubicBezTo>
                  <a:cubicBezTo>
                    <a:pt x="667" y="307"/>
                    <a:pt x="667" y="305"/>
                    <a:pt x="667" y="304"/>
                  </a:cubicBezTo>
                  <a:cubicBezTo>
                    <a:pt x="667" y="302"/>
                    <a:pt x="667" y="300"/>
                    <a:pt x="667" y="299"/>
                  </a:cubicBezTo>
                  <a:cubicBezTo>
                    <a:pt x="667" y="297"/>
                    <a:pt x="668" y="297"/>
                    <a:pt x="668" y="299"/>
                  </a:cubicBezTo>
                  <a:cubicBezTo>
                    <a:pt x="668" y="298"/>
                    <a:pt x="668" y="296"/>
                    <a:pt x="668" y="296"/>
                  </a:cubicBezTo>
                  <a:cubicBezTo>
                    <a:pt x="668" y="292"/>
                    <a:pt x="666" y="283"/>
                    <a:pt x="664" y="277"/>
                  </a:cubicBezTo>
                  <a:cubicBezTo>
                    <a:pt x="665" y="270"/>
                    <a:pt x="661" y="263"/>
                    <a:pt x="658" y="256"/>
                  </a:cubicBezTo>
                  <a:cubicBezTo>
                    <a:pt x="659" y="255"/>
                    <a:pt x="659" y="255"/>
                    <a:pt x="659" y="255"/>
                  </a:cubicBezTo>
                  <a:cubicBezTo>
                    <a:pt x="661" y="257"/>
                    <a:pt x="663" y="264"/>
                    <a:pt x="664" y="268"/>
                  </a:cubicBezTo>
                  <a:cubicBezTo>
                    <a:pt x="665" y="266"/>
                    <a:pt x="664" y="265"/>
                    <a:pt x="665" y="264"/>
                  </a:cubicBezTo>
                  <a:cubicBezTo>
                    <a:pt x="660" y="253"/>
                    <a:pt x="660" y="247"/>
                    <a:pt x="655" y="237"/>
                  </a:cubicBezTo>
                  <a:cubicBezTo>
                    <a:pt x="655" y="236"/>
                    <a:pt x="656" y="237"/>
                    <a:pt x="656" y="236"/>
                  </a:cubicBezTo>
                  <a:cubicBezTo>
                    <a:pt x="657" y="240"/>
                    <a:pt x="659" y="245"/>
                    <a:pt x="661" y="247"/>
                  </a:cubicBezTo>
                  <a:cubicBezTo>
                    <a:pt x="661" y="245"/>
                    <a:pt x="660" y="244"/>
                    <a:pt x="660" y="242"/>
                  </a:cubicBezTo>
                  <a:cubicBezTo>
                    <a:pt x="659" y="243"/>
                    <a:pt x="659" y="241"/>
                    <a:pt x="658" y="239"/>
                  </a:cubicBezTo>
                  <a:cubicBezTo>
                    <a:pt x="658" y="239"/>
                    <a:pt x="658" y="239"/>
                    <a:pt x="657" y="239"/>
                  </a:cubicBezTo>
                  <a:cubicBezTo>
                    <a:pt x="657" y="237"/>
                    <a:pt x="656" y="234"/>
                    <a:pt x="655" y="232"/>
                  </a:cubicBezTo>
                  <a:cubicBezTo>
                    <a:pt x="654" y="230"/>
                    <a:pt x="653" y="228"/>
                    <a:pt x="653" y="229"/>
                  </a:cubicBezTo>
                  <a:cubicBezTo>
                    <a:pt x="651" y="228"/>
                    <a:pt x="653" y="228"/>
                    <a:pt x="652" y="226"/>
                  </a:cubicBezTo>
                  <a:cubicBezTo>
                    <a:pt x="652" y="226"/>
                    <a:pt x="653" y="229"/>
                    <a:pt x="653" y="227"/>
                  </a:cubicBezTo>
                  <a:cubicBezTo>
                    <a:pt x="653" y="225"/>
                    <a:pt x="651" y="223"/>
                    <a:pt x="651" y="224"/>
                  </a:cubicBezTo>
                  <a:cubicBezTo>
                    <a:pt x="650" y="222"/>
                    <a:pt x="651" y="222"/>
                    <a:pt x="651" y="221"/>
                  </a:cubicBezTo>
                  <a:cubicBezTo>
                    <a:pt x="649" y="218"/>
                    <a:pt x="649" y="220"/>
                    <a:pt x="648" y="218"/>
                  </a:cubicBezTo>
                  <a:cubicBezTo>
                    <a:pt x="647" y="216"/>
                    <a:pt x="648" y="216"/>
                    <a:pt x="649" y="217"/>
                  </a:cubicBezTo>
                  <a:cubicBezTo>
                    <a:pt x="648" y="214"/>
                    <a:pt x="647" y="215"/>
                    <a:pt x="647" y="214"/>
                  </a:cubicBezTo>
                  <a:cubicBezTo>
                    <a:pt x="646" y="214"/>
                    <a:pt x="646" y="211"/>
                    <a:pt x="646" y="211"/>
                  </a:cubicBezTo>
                  <a:cubicBezTo>
                    <a:pt x="647" y="212"/>
                    <a:pt x="648" y="213"/>
                    <a:pt x="649" y="215"/>
                  </a:cubicBezTo>
                  <a:cubicBezTo>
                    <a:pt x="648" y="211"/>
                    <a:pt x="646" y="210"/>
                    <a:pt x="646" y="210"/>
                  </a:cubicBezTo>
                  <a:cubicBezTo>
                    <a:pt x="644" y="206"/>
                    <a:pt x="642" y="202"/>
                    <a:pt x="640" y="200"/>
                  </a:cubicBezTo>
                  <a:cubicBezTo>
                    <a:pt x="639" y="197"/>
                    <a:pt x="641" y="200"/>
                    <a:pt x="641" y="198"/>
                  </a:cubicBezTo>
                  <a:cubicBezTo>
                    <a:pt x="642" y="201"/>
                    <a:pt x="643" y="203"/>
                    <a:pt x="644" y="205"/>
                  </a:cubicBezTo>
                  <a:cubicBezTo>
                    <a:pt x="644" y="203"/>
                    <a:pt x="645" y="203"/>
                    <a:pt x="646" y="205"/>
                  </a:cubicBezTo>
                  <a:cubicBezTo>
                    <a:pt x="646" y="203"/>
                    <a:pt x="645" y="202"/>
                    <a:pt x="645" y="202"/>
                  </a:cubicBezTo>
                  <a:cubicBezTo>
                    <a:pt x="645" y="201"/>
                    <a:pt x="643" y="199"/>
                    <a:pt x="644" y="198"/>
                  </a:cubicBezTo>
                  <a:cubicBezTo>
                    <a:pt x="642" y="195"/>
                    <a:pt x="640" y="192"/>
                    <a:pt x="638" y="188"/>
                  </a:cubicBezTo>
                  <a:cubicBezTo>
                    <a:pt x="639" y="187"/>
                    <a:pt x="641" y="191"/>
                    <a:pt x="640" y="192"/>
                  </a:cubicBezTo>
                  <a:cubicBezTo>
                    <a:pt x="641" y="193"/>
                    <a:pt x="641" y="192"/>
                    <a:pt x="641" y="192"/>
                  </a:cubicBezTo>
                  <a:cubicBezTo>
                    <a:pt x="642" y="193"/>
                    <a:pt x="642" y="193"/>
                    <a:pt x="642" y="193"/>
                  </a:cubicBezTo>
                  <a:cubicBezTo>
                    <a:pt x="641" y="190"/>
                    <a:pt x="640" y="188"/>
                    <a:pt x="638" y="186"/>
                  </a:cubicBezTo>
                  <a:cubicBezTo>
                    <a:pt x="638" y="185"/>
                    <a:pt x="640" y="186"/>
                    <a:pt x="640" y="184"/>
                  </a:cubicBezTo>
                  <a:cubicBezTo>
                    <a:pt x="638" y="183"/>
                    <a:pt x="639" y="183"/>
                    <a:pt x="637" y="181"/>
                  </a:cubicBezTo>
                  <a:cubicBezTo>
                    <a:pt x="636" y="179"/>
                    <a:pt x="637" y="179"/>
                    <a:pt x="637" y="178"/>
                  </a:cubicBezTo>
                  <a:cubicBezTo>
                    <a:pt x="636" y="177"/>
                    <a:pt x="636" y="177"/>
                    <a:pt x="635" y="176"/>
                  </a:cubicBezTo>
                  <a:cubicBezTo>
                    <a:pt x="635" y="175"/>
                    <a:pt x="636" y="176"/>
                    <a:pt x="635" y="174"/>
                  </a:cubicBezTo>
                  <a:cubicBezTo>
                    <a:pt x="633" y="170"/>
                    <a:pt x="631" y="167"/>
                    <a:pt x="629" y="164"/>
                  </a:cubicBezTo>
                  <a:cubicBezTo>
                    <a:pt x="629" y="162"/>
                    <a:pt x="630" y="165"/>
                    <a:pt x="632" y="166"/>
                  </a:cubicBezTo>
                  <a:cubicBezTo>
                    <a:pt x="631" y="164"/>
                    <a:pt x="629" y="163"/>
                    <a:pt x="629" y="161"/>
                  </a:cubicBezTo>
                  <a:cubicBezTo>
                    <a:pt x="629" y="161"/>
                    <a:pt x="628" y="160"/>
                    <a:pt x="628" y="161"/>
                  </a:cubicBezTo>
                  <a:cubicBezTo>
                    <a:pt x="627" y="159"/>
                    <a:pt x="626" y="156"/>
                    <a:pt x="625" y="154"/>
                  </a:cubicBezTo>
                  <a:cubicBezTo>
                    <a:pt x="623" y="152"/>
                    <a:pt x="622" y="151"/>
                    <a:pt x="621" y="149"/>
                  </a:cubicBezTo>
                  <a:cubicBezTo>
                    <a:pt x="618" y="145"/>
                    <a:pt x="615" y="141"/>
                    <a:pt x="612" y="137"/>
                  </a:cubicBezTo>
                  <a:cubicBezTo>
                    <a:pt x="612" y="136"/>
                    <a:pt x="612" y="138"/>
                    <a:pt x="613" y="138"/>
                  </a:cubicBezTo>
                  <a:cubicBezTo>
                    <a:pt x="611" y="137"/>
                    <a:pt x="610" y="136"/>
                    <a:pt x="609" y="135"/>
                  </a:cubicBezTo>
                  <a:cubicBezTo>
                    <a:pt x="610" y="133"/>
                    <a:pt x="608" y="131"/>
                    <a:pt x="605" y="128"/>
                  </a:cubicBezTo>
                  <a:cubicBezTo>
                    <a:pt x="603" y="125"/>
                    <a:pt x="600" y="123"/>
                    <a:pt x="598" y="120"/>
                  </a:cubicBezTo>
                  <a:cubicBezTo>
                    <a:pt x="601" y="120"/>
                    <a:pt x="605" y="126"/>
                    <a:pt x="609" y="130"/>
                  </a:cubicBezTo>
                  <a:cubicBezTo>
                    <a:pt x="608" y="127"/>
                    <a:pt x="605" y="125"/>
                    <a:pt x="605" y="124"/>
                  </a:cubicBezTo>
                  <a:cubicBezTo>
                    <a:pt x="602" y="121"/>
                    <a:pt x="602" y="121"/>
                    <a:pt x="602" y="121"/>
                  </a:cubicBezTo>
                  <a:cubicBezTo>
                    <a:pt x="601" y="120"/>
                    <a:pt x="602" y="120"/>
                    <a:pt x="602" y="119"/>
                  </a:cubicBezTo>
                  <a:cubicBezTo>
                    <a:pt x="603" y="121"/>
                    <a:pt x="604" y="122"/>
                    <a:pt x="605" y="123"/>
                  </a:cubicBezTo>
                  <a:cubicBezTo>
                    <a:pt x="605" y="122"/>
                    <a:pt x="606" y="124"/>
                    <a:pt x="607" y="124"/>
                  </a:cubicBezTo>
                  <a:cubicBezTo>
                    <a:pt x="607" y="121"/>
                    <a:pt x="602" y="120"/>
                    <a:pt x="601" y="117"/>
                  </a:cubicBezTo>
                  <a:cubicBezTo>
                    <a:pt x="599" y="116"/>
                    <a:pt x="596" y="114"/>
                    <a:pt x="594" y="112"/>
                  </a:cubicBezTo>
                  <a:cubicBezTo>
                    <a:pt x="592" y="110"/>
                    <a:pt x="594" y="111"/>
                    <a:pt x="595" y="111"/>
                  </a:cubicBezTo>
                  <a:cubicBezTo>
                    <a:pt x="594" y="109"/>
                    <a:pt x="592" y="108"/>
                    <a:pt x="591" y="106"/>
                  </a:cubicBezTo>
                  <a:cubicBezTo>
                    <a:pt x="591" y="107"/>
                    <a:pt x="590" y="107"/>
                    <a:pt x="588" y="105"/>
                  </a:cubicBezTo>
                  <a:cubicBezTo>
                    <a:pt x="589" y="106"/>
                    <a:pt x="590" y="107"/>
                    <a:pt x="590" y="108"/>
                  </a:cubicBezTo>
                  <a:cubicBezTo>
                    <a:pt x="589" y="107"/>
                    <a:pt x="587" y="105"/>
                    <a:pt x="586" y="103"/>
                  </a:cubicBezTo>
                  <a:cubicBezTo>
                    <a:pt x="584" y="102"/>
                    <a:pt x="583" y="101"/>
                    <a:pt x="581" y="100"/>
                  </a:cubicBezTo>
                  <a:cubicBezTo>
                    <a:pt x="581" y="98"/>
                    <a:pt x="582" y="100"/>
                    <a:pt x="579" y="97"/>
                  </a:cubicBezTo>
                  <a:cubicBezTo>
                    <a:pt x="578" y="94"/>
                    <a:pt x="581" y="98"/>
                    <a:pt x="580" y="95"/>
                  </a:cubicBezTo>
                  <a:cubicBezTo>
                    <a:pt x="578" y="96"/>
                    <a:pt x="576" y="93"/>
                    <a:pt x="572" y="91"/>
                  </a:cubicBezTo>
                  <a:cubicBezTo>
                    <a:pt x="569" y="88"/>
                    <a:pt x="567" y="85"/>
                    <a:pt x="564" y="82"/>
                  </a:cubicBezTo>
                  <a:cubicBezTo>
                    <a:pt x="561" y="81"/>
                    <a:pt x="558" y="79"/>
                    <a:pt x="554" y="77"/>
                  </a:cubicBezTo>
                  <a:cubicBezTo>
                    <a:pt x="552" y="74"/>
                    <a:pt x="556" y="77"/>
                    <a:pt x="556" y="77"/>
                  </a:cubicBezTo>
                  <a:cubicBezTo>
                    <a:pt x="551" y="73"/>
                    <a:pt x="545" y="71"/>
                    <a:pt x="542" y="70"/>
                  </a:cubicBezTo>
                  <a:cubicBezTo>
                    <a:pt x="547" y="74"/>
                    <a:pt x="550" y="73"/>
                    <a:pt x="553" y="76"/>
                  </a:cubicBezTo>
                  <a:cubicBezTo>
                    <a:pt x="553" y="77"/>
                    <a:pt x="553" y="77"/>
                    <a:pt x="553" y="77"/>
                  </a:cubicBezTo>
                  <a:cubicBezTo>
                    <a:pt x="554" y="78"/>
                    <a:pt x="556" y="79"/>
                    <a:pt x="555" y="78"/>
                  </a:cubicBezTo>
                  <a:cubicBezTo>
                    <a:pt x="558" y="82"/>
                    <a:pt x="569" y="87"/>
                    <a:pt x="573" y="93"/>
                  </a:cubicBezTo>
                  <a:cubicBezTo>
                    <a:pt x="568" y="91"/>
                    <a:pt x="561" y="84"/>
                    <a:pt x="556" y="80"/>
                  </a:cubicBezTo>
                  <a:cubicBezTo>
                    <a:pt x="552" y="79"/>
                    <a:pt x="545" y="73"/>
                    <a:pt x="539" y="68"/>
                  </a:cubicBezTo>
                  <a:cubicBezTo>
                    <a:pt x="541" y="69"/>
                    <a:pt x="543" y="69"/>
                    <a:pt x="544" y="68"/>
                  </a:cubicBezTo>
                  <a:cubicBezTo>
                    <a:pt x="542" y="68"/>
                    <a:pt x="541" y="67"/>
                    <a:pt x="539" y="66"/>
                  </a:cubicBezTo>
                  <a:cubicBezTo>
                    <a:pt x="536" y="61"/>
                    <a:pt x="532" y="62"/>
                    <a:pt x="529" y="57"/>
                  </a:cubicBezTo>
                  <a:cubicBezTo>
                    <a:pt x="523" y="55"/>
                    <a:pt x="525" y="56"/>
                    <a:pt x="520" y="53"/>
                  </a:cubicBezTo>
                  <a:cubicBezTo>
                    <a:pt x="522" y="54"/>
                    <a:pt x="520" y="53"/>
                    <a:pt x="520" y="54"/>
                  </a:cubicBezTo>
                  <a:cubicBezTo>
                    <a:pt x="519" y="53"/>
                    <a:pt x="517" y="52"/>
                    <a:pt x="515" y="51"/>
                  </a:cubicBezTo>
                  <a:cubicBezTo>
                    <a:pt x="513" y="49"/>
                    <a:pt x="517" y="51"/>
                    <a:pt x="518" y="52"/>
                  </a:cubicBezTo>
                  <a:cubicBezTo>
                    <a:pt x="518" y="51"/>
                    <a:pt x="512" y="48"/>
                    <a:pt x="511" y="49"/>
                  </a:cubicBezTo>
                  <a:cubicBezTo>
                    <a:pt x="509" y="47"/>
                    <a:pt x="507" y="46"/>
                    <a:pt x="505" y="44"/>
                  </a:cubicBezTo>
                  <a:cubicBezTo>
                    <a:pt x="502" y="42"/>
                    <a:pt x="498" y="42"/>
                    <a:pt x="495" y="40"/>
                  </a:cubicBezTo>
                  <a:cubicBezTo>
                    <a:pt x="494" y="38"/>
                    <a:pt x="497" y="39"/>
                    <a:pt x="500" y="39"/>
                  </a:cubicBezTo>
                  <a:cubicBezTo>
                    <a:pt x="496" y="37"/>
                    <a:pt x="493" y="37"/>
                    <a:pt x="488" y="34"/>
                  </a:cubicBezTo>
                  <a:cubicBezTo>
                    <a:pt x="486" y="32"/>
                    <a:pt x="487" y="33"/>
                    <a:pt x="485" y="31"/>
                  </a:cubicBezTo>
                  <a:cubicBezTo>
                    <a:pt x="483" y="31"/>
                    <a:pt x="488" y="34"/>
                    <a:pt x="486" y="33"/>
                  </a:cubicBezTo>
                  <a:cubicBezTo>
                    <a:pt x="488" y="34"/>
                    <a:pt x="489" y="35"/>
                    <a:pt x="491" y="36"/>
                  </a:cubicBezTo>
                  <a:cubicBezTo>
                    <a:pt x="491" y="37"/>
                    <a:pt x="491" y="36"/>
                    <a:pt x="494" y="38"/>
                  </a:cubicBezTo>
                  <a:cubicBezTo>
                    <a:pt x="494" y="39"/>
                    <a:pt x="493" y="38"/>
                    <a:pt x="492" y="38"/>
                  </a:cubicBezTo>
                  <a:cubicBezTo>
                    <a:pt x="491" y="37"/>
                    <a:pt x="490" y="36"/>
                    <a:pt x="488" y="35"/>
                  </a:cubicBezTo>
                  <a:cubicBezTo>
                    <a:pt x="488" y="35"/>
                    <a:pt x="487" y="35"/>
                    <a:pt x="487" y="35"/>
                  </a:cubicBezTo>
                  <a:cubicBezTo>
                    <a:pt x="485" y="35"/>
                    <a:pt x="484" y="33"/>
                    <a:pt x="482" y="32"/>
                  </a:cubicBezTo>
                  <a:cubicBezTo>
                    <a:pt x="481" y="32"/>
                    <a:pt x="482" y="32"/>
                    <a:pt x="483" y="32"/>
                  </a:cubicBezTo>
                  <a:cubicBezTo>
                    <a:pt x="484" y="33"/>
                    <a:pt x="484" y="33"/>
                    <a:pt x="485" y="34"/>
                  </a:cubicBezTo>
                  <a:cubicBezTo>
                    <a:pt x="485" y="33"/>
                    <a:pt x="486" y="33"/>
                    <a:pt x="485" y="32"/>
                  </a:cubicBezTo>
                  <a:cubicBezTo>
                    <a:pt x="480" y="31"/>
                    <a:pt x="476" y="30"/>
                    <a:pt x="472" y="29"/>
                  </a:cubicBezTo>
                  <a:cubicBezTo>
                    <a:pt x="468" y="27"/>
                    <a:pt x="464" y="26"/>
                    <a:pt x="460" y="25"/>
                  </a:cubicBezTo>
                  <a:cubicBezTo>
                    <a:pt x="459" y="24"/>
                    <a:pt x="458" y="24"/>
                    <a:pt x="459" y="24"/>
                  </a:cubicBezTo>
                  <a:cubicBezTo>
                    <a:pt x="458" y="24"/>
                    <a:pt x="452" y="22"/>
                    <a:pt x="448" y="21"/>
                  </a:cubicBezTo>
                  <a:cubicBezTo>
                    <a:pt x="448" y="20"/>
                    <a:pt x="454" y="22"/>
                    <a:pt x="454" y="21"/>
                  </a:cubicBezTo>
                  <a:cubicBezTo>
                    <a:pt x="455" y="23"/>
                    <a:pt x="457" y="23"/>
                    <a:pt x="455" y="21"/>
                  </a:cubicBezTo>
                  <a:cubicBezTo>
                    <a:pt x="448" y="19"/>
                    <a:pt x="441" y="18"/>
                    <a:pt x="436" y="16"/>
                  </a:cubicBezTo>
                  <a:cubicBezTo>
                    <a:pt x="435" y="14"/>
                    <a:pt x="443" y="17"/>
                    <a:pt x="443" y="16"/>
                  </a:cubicBezTo>
                  <a:cubicBezTo>
                    <a:pt x="441" y="15"/>
                    <a:pt x="440" y="15"/>
                    <a:pt x="439" y="15"/>
                  </a:cubicBezTo>
                  <a:cubicBezTo>
                    <a:pt x="437" y="14"/>
                    <a:pt x="434" y="13"/>
                    <a:pt x="432" y="13"/>
                  </a:cubicBezTo>
                  <a:cubicBezTo>
                    <a:pt x="429" y="12"/>
                    <a:pt x="426" y="12"/>
                    <a:pt x="423" y="11"/>
                  </a:cubicBezTo>
                  <a:cubicBezTo>
                    <a:pt x="420" y="10"/>
                    <a:pt x="418" y="10"/>
                    <a:pt x="415" y="10"/>
                  </a:cubicBezTo>
                  <a:cubicBezTo>
                    <a:pt x="412" y="9"/>
                    <a:pt x="410" y="9"/>
                    <a:pt x="407" y="8"/>
                  </a:cubicBezTo>
                  <a:cubicBezTo>
                    <a:pt x="406" y="8"/>
                    <a:pt x="413" y="9"/>
                    <a:pt x="409" y="7"/>
                  </a:cubicBezTo>
                  <a:cubicBezTo>
                    <a:pt x="408" y="8"/>
                    <a:pt x="405" y="8"/>
                    <a:pt x="402" y="7"/>
                  </a:cubicBezTo>
                  <a:cubicBezTo>
                    <a:pt x="404" y="8"/>
                    <a:pt x="405" y="9"/>
                    <a:pt x="407" y="9"/>
                  </a:cubicBezTo>
                  <a:cubicBezTo>
                    <a:pt x="408" y="9"/>
                    <a:pt x="407" y="9"/>
                    <a:pt x="408" y="9"/>
                  </a:cubicBezTo>
                  <a:cubicBezTo>
                    <a:pt x="404" y="9"/>
                    <a:pt x="401" y="7"/>
                    <a:pt x="396" y="7"/>
                  </a:cubicBezTo>
                  <a:cubicBezTo>
                    <a:pt x="395" y="7"/>
                    <a:pt x="396" y="7"/>
                    <a:pt x="395" y="6"/>
                  </a:cubicBezTo>
                  <a:cubicBezTo>
                    <a:pt x="392" y="7"/>
                    <a:pt x="389" y="5"/>
                    <a:pt x="386" y="5"/>
                  </a:cubicBezTo>
                  <a:cubicBezTo>
                    <a:pt x="385" y="5"/>
                    <a:pt x="385" y="5"/>
                    <a:pt x="386" y="4"/>
                  </a:cubicBezTo>
                  <a:cubicBezTo>
                    <a:pt x="384" y="4"/>
                    <a:pt x="383" y="4"/>
                    <a:pt x="381" y="3"/>
                  </a:cubicBezTo>
                  <a:cubicBezTo>
                    <a:pt x="380" y="3"/>
                    <a:pt x="381" y="4"/>
                    <a:pt x="381" y="4"/>
                  </a:cubicBezTo>
                  <a:cubicBezTo>
                    <a:pt x="376" y="3"/>
                    <a:pt x="371" y="3"/>
                    <a:pt x="366" y="2"/>
                  </a:cubicBezTo>
                  <a:cubicBezTo>
                    <a:pt x="361" y="2"/>
                    <a:pt x="356" y="2"/>
                    <a:pt x="351" y="1"/>
                  </a:cubicBezTo>
                  <a:cubicBezTo>
                    <a:pt x="350" y="1"/>
                    <a:pt x="350" y="1"/>
                    <a:pt x="352" y="1"/>
                  </a:cubicBezTo>
                  <a:cubicBezTo>
                    <a:pt x="350" y="0"/>
                    <a:pt x="348" y="1"/>
                    <a:pt x="346" y="0"/>
                  </a:cubicBezTo>
                  <a:cubicBezTo>
                    <a:pt x="343" y="1"/>
                    <a:pt x="348" y="1"/>
                    <a:pt x="345" y="2"/>
                  </a:cubicBezTo>
                  <a:cubicBezTo>
                    <a:pt x="342" y="1"/>
                    <a:pt x="339" y="1"/>
                    <a:pt x="336" y="2"/>
                  </a:cubicBezTo>
                  <a:cubicBezTo>
                    <a:pt x="334" y="1"/>
                    <a:pt x="336" y="1"/>
                    <a:pt x="334" y="1"/>
                  </a:cubicBezTo>
                  <a:cubicBezTo>
                    <a:pt x="333" y="1"/>
                    <a:pt x="334" y="1"/>
                    <a:pt x="333" y="2"/>
                  </a:cubicBezTo>
                  <a:cubicBezTo>
                    <a:pt x="330" y="1"/>
                    <a:pt x="330" y="2"/>
                    <a:pt x="325" y="2"/>
                  </a:cubicBezTo>
                  <a:cubicBezTo>
                    <a:pt x="324" y="2"/>
                    <a:pt x="325" y="2"/>
                    <a:pt x="323" y="1"/>
                  </a:cubicBezTo>
                  <a:cubicBezTo>
                    <a:pt x="322" y="1"/>
                    <a:pt x="322" y="2"/>
                    <a:pt x="324" y="2"/>
                  </a:cubicBezTo>
                  <a:cubicBezTo>
                    <a:pt x="322" y="2"/>
                    <a:pt x="318" y="2"/>
                    <a:pt x="316" y="2"/>
                  </a:cubicBezTo>
                  <a:cubicBezTo>
                    <a:pt x="313" y="2"/>
                    <a:pt x="311" y="1"/>
                    <a:pt x="311" y="1"/>
                  </a:cubicBezTo>
                  <a:cubicBezTo>
                    <a:pt x="305" y="2"/>
                    <a:pt x="316" y="1"/>
                    <a:pt x="312" y="3"/>
                  </a:cubicBezTo>
                  <a:cubicBezTo>
                    <a:pt x="310" y="3"/>
                    <a:pt x="311" y="2"/>
                    <a:pt x="308" y="2"/>
                  </a:cubicBezTo>
                  <a:cubicBezTo>
                    <a:pt x="305" y="3"/>
                    <a:pt x="302" y="3"/>
                    <a:pt x="300" y="4"/>
                  </a:cubicBezTo>
                  <a:cubicBezTo>
                    <a:pt x="298" y="4"/>
                    <a:pt x="295" y="5"/>
                    <a:pt x="294" y="4"/>
                  </a:cubicBezTo>
                  <a:cubicBezTo>
                    <a:pt x="291" y="5"/>
                    <a:pt x="291" y="5"/>
                    <a:pt x="291" y="5"/>
                  </a:cubicBezTo>
                  <a:cubicBezTo>
                    <a:pt x="293" y="6"/>
                    <a:pt x="291" y="4"/>
                    <a:pt x="294" y="5"/>
                  </a:cubicBezTo>
                  <a:cubicBezTo>
                    <a:pt x="292" y="6"/>
                    <a:pt x="283" y="6"/>
                    <a:pt x="278" y="8"/>
                  </a:cubicBezTo>
                  <a:cubicBezTo>
                    <a:pt x="278" y="7"/>
                    <a:pt x="278" y="7"/>
                    <a:pt x="281" y="6"/>
                  </a:cubicBezTo>
                  <a:cubicBezTo>
                    <a:pt x="276" y="6"/>
                    <a:pt x="276" y="8"/>
                    <a:pt x="271" y="9"/>
                  </a:cubicBezTo>
                  <a:cubicBezTo>
                    <a:pt x="268" y="9"/>
                    <a:pt x="266" y="10"/>
                    <a:pt x="263" y="11"/>
                  </a:cubicBezTo>
                  <a:cubicBezTo>
                    <a:pt x="259" y="11"/>
                    <a:pt x="256" y="12"/>
                    <a:pt x="253" y="13"/>
                  </a:cubicBezTo>
                  <a:cubicBezTo>
                    <a:pt x="252" y="13"/>
                    <a:pt x="256" y="12"/>
                    <a:pt x="257" y="12"/>
                  </a:cubicBezTo>
                  <a:cubicBezTo>
                    <a:pt x="255" y="11"/>
                    <a:pt x="258" y="10"/>
                    <a:pt x="257" y="10"/>
                  </a:cubicBezTo>
                  <a:cubicBezTo>
                    <a:pt x="254" y="12"/>
                    <a:pt x="249" y="13"/>
                    <a:pt x="247" y="15"/>
                  </a:cubicBezTo>
                  <a:cubicBezTo>
                    <a:pt x="245" y="15"/>
                    <a:pt x="244" y="15"/>
                    <a:pt x="242" y="16"/>
                  </a:cubicBezTo>
                  <a:cubicBezTo>
                    <a:pt x="240" y="15"/>
                    <a:pt x="249" y="14"/>
                    <a:pt x="244" y="14"/>
                  </a:cubicBezTo>
                  <a:cubicBezTo>
                    <a:pt x="246" y="13"/>
                    <a:pt x="248" y="13"/>
                    <a:pt x="249" y="12"/>
                  </a:cubicBezTo>
                  <a:cubicBezTo>
                    <a:pt x="247" y="11"/>
                    <a:pt x="243" y="14"/>
                    <a:pt x="243" y="13"/>
                  </a:cubicBezTo>
                  <a:cubicBezTo>
                    <a:pt x="241" y="14"/>
                    <a:pt x="239" y="15"/>
                    <a:pt x="235" y="16"/>
                  </a:cubicBezTo>
                  <a:cubicBezTo>
                    <a:pt x="235" y="15"/>
                    <a:pt x="232" y="17"/>
                    <a:pt x="229" y="17"/>
                  </a:cubicBezTo>
                  <a:cubicBezTo>
                    <a:pt x="225" y="19"/>
                    <a:pt x="222" y="20"/>
                    <a:pt x="218" y="22"/>
                  </a:cubicBezTo>
                  <a:cubicBezTo>
                    <a:pt x="218" y="23"/>
                    <a:pt x="222" y="22"/>
                    <a:pt x="223" y="21"/>
                  </a:cubicBezTo>
                  <a:cubicBezTo>
                    <a:pt x="223" y="22"/>
                    <a:pt x="218" y="24"/>
                    <a:pt x="216" y="24"/>
                  </a:cubicBezTo>
                  <a:cubicBezTo>
                    <a:pt x="215" y="24"/>
                    <a:pt x="216" y="23"/>
                    <a:pt x="217" y="23"/>
                  </a:cubicBezTo>
                  <a:cubicBezTo>
                    <a:pt x="217" y="22"/>
                    <a:pt x="215" y="23"/>
                    <a:pt x="215" y="22"/>
                  </a:cubicBezTo>
                  <a:cubicBezTo>
                    <a:pt x="215" y="24"/>
                    <a:pt x="211" y="24"/>
                    <a:pt x="208" y="26"/>
                  </a:cubicBezTo>
                  <a:cubicBezTo>
                    <a:pt x="210" y="26"/>
                    <a:pt x="211" y="25"/>
                    <a:pt x="213" y="25"/>
                  </a:cubicBezTo>
                  <a:cubicBezTo>
                    <a:pt x="211" y="26"/>
                    <a:pt x="209" y="27"/>
                    <a:pt x="207" y="27"/>
                  </a:cubicBezTo>
                  <a:cubicBezTo>
                    <a:pt x="206" y="27"/>
                    <a:pt x="208" y="27"/>
                    <a:pt x="208" y="26"/>
                  </a:cubicBezTo>
                  <a:cubicBezTo>
                    <a:pt x="207" y="26"/>
                    <a:pt x="206" y="27"/>
                    <a:pt x="207" y="26"/>
                  </a:cubicBezTo>
                  <a:cubicBezTo>
                    <a:pt x="204" y="27"/>
                    <a:pt x="206" y="28"/>
                    <a:pt x="204" y="28"/>
                  </a:cubicBezTo>
                  <a:cubicBezTo>
                    <a:pt x="204" y="28"/>
                    <a:pt x="206" y="28"/>
                    <a:pt x="204" y="29"/>
                  </a:cubicBezTo>
                  <a:cubicBezTo>
                    <a:pt x="201" y="30"/>
                    <a:pt x="204" y="29"/>
                    <a:pt x="202" y="29"/>
                  </a:cubicBezTo>
                  <a:cubicBezTo>
                    <a:pt x="200" y="30"/>
                    <a:pt x="201" y="30"/>
                    <a:pt x="201" y="31"/>
                  </a:cubicBezTo>
                  <a:cubicBezTo>
                    <a:pt x="200" y="31"/>
                    <a:pt x="199" y="31"/>
                    <a:pt x="198" y="32"/>
                  </a:cubicBezTo>
                  <a:cubicBezTo>
                    <a:pt x="195" y="33"/>
                    <a:pt x="200" y="30"/>
                    <a:pt x="197" y="30"/>
                  </a:cubicBezTo>
                  <a:cubicBezTo>
                    <a:pt x="197" y="31"/>
                    <a:pt x="196" y="32"/>
                    <a:pt x="197" y="32"/>
                  </a:cubicBezTo>
                  <a:cubicBezTo>
                    <a:pt x="195" y="34"/>
                    <a:pt x="193" y="33"/>
                    <a:pt x="191" y="35"/>
                  </a:cubicBezTo>
                  <a:cubicBezTo>
                    <a:pt x="189" y="35"/>
                    <a:pt x="189" y="35"/>
                    <a:pt x="188" y="35"/>
                  </a:cubicBezTo>
                  <a:cubicBezTo>
                    <a:pt x="186" y="37"/>
                    <a:pt x="183" y="38"/>
                    <a:pt x="181" y="39"/>
                  </a:cubicBezTo>
                  <a:cubicBezTo>
                    <a:pt x="180" y="41"/>
                    <a:pt x="175" y="42"/>
                    <a:pt x="173" y="44"/>
                  </a:cubicBezTo>
                  <a:cubicBezTo>
                    <a:pt x="171" y="44"/>
                    <a:pt x="175" y="42"/>
                    <a:pt x="172" y="43"/>
                  </a:cubicBezTo>
                  <a:cubicBezTo>
                    <a:pt x="170" y="45"/>
                    <a:pt x="167" y="46"/>
                    <a:pt x="164" y="48"/>
                  </a:cubicBezTo>
                  <a:cubicBezTo>
                    <a:pt x="162" y="50"/>
                    <a:pt x="165" y="49"/>
                    <a:pt x="164" y="50"/>
                  </a:cubicBezTo>
                  <a:cubicBezTo>
                    <a:pt x="161" y="52"/>
                    <a:pt x="163" y="49"/>
                    <a:pt x="160" y="50"/>
                  </a:cubicBezTo>
                  <a:cubicBezTo>
                    <a:pt x="158" y="51"/>
                    <a:pt x="158" y="52"/>
                    <a:pt x="158" y="52"/>
                  </a:cubicBezTo>
                  <a:cubicBezTo>
                    <a:pt x="152" y="54"/>
                    <a:pt x="148" y="60"/>
                    <a:pt x="142" y="63"/>
                  </a:cubicBezTo>
                  <a:cubicBezTo>
                    <a:pt x="141" y="65"/>
                    <a:pt x="140" y="65"/>
                    <a:pt x="137" y="68"/>
                  </a:cubicBezTo>
                  <a:cubicBezTo>
                    <a:pt x="136" y="69"/>
                    <a:pt x="135" y="69"/>
                    <a:pt x="133" y="71"/>
                  </a:cubicBezTo>
                  <a:cubicBezTo>
                    <a:pt x="132" y="70"/>
                    <a:pt x="136" y="68"/>
                    <a:pt x="137" y="67"/>
                  </a:cubicBezTo>
                  <a:cubicBezTo>
                    <a:pt x="133" y="68"/>
                    <a:pt x="131" y="71"/>
                    <a:pt x="130" y="73"/>
                  </a:cubicBezTo>
                  <a:cubicBezTo>
                    <a:pt x="127" y="75"/>
                    <a:pt x="128" y="73"/>
                    <a:pt x="126" y="74"/>
                  </a:cubicBezTo>
                  <a:cubicBezTo>
                    <a:pt x="124" y="76"/>
                    <a:pt x="123" y="76"/>
                    <a:pt x="122" y="78"/>
                  </a:cubicBezTo>
                  <a:cubicBezTo>
                    <a:pt x="122" y="78"/>
                    <a:pt x="121" y="78"/>
                    <a:pt x="120" y="79"/>
                  </a:cubicBezTo>
                  <a:cubicBezTo>
                    <a:pt x="122" y="79"/>
                    <a:pt x="117" y="83"/>
                    <a:pt x="114" y="84"/>
                  </a:cubicBezTo>
                  <a:cubicBezTo>
                    <a:pt x="113" y="86"/>
                    <a:pt x="112" y="87"/>
                    <a:pt x="109" y="89"/>
                  </a:cubicBezTo>
                  <a:cubicBezTo>
                    <a:pt x="108" y="91"/>
                    <a:pt x="109" y="89"/>
                    <a:pt x="110" y="89"/>
                  </a:cubicBezTo>
                  <a:cubicBezTo>
                    <a:pt x="110" y="90"/>
                    <a:pt x="108" y="91"/>
                    <a:pt x="107" y="92"/>
                  </a:cubicBezTo>
                  <a:cubicBezTo>
                    <a:pt x="105" y="93"/>
                    <a:pt x="106" y="92"/>
                    <a:pt x="107" y="91"/>
                  </a:cubicBezTo>
                  <a:cubicBezTo>
                    <a:pt x="105" y="93"/>
                    <a:pt x="103" y="94"/>
                    <a:pt x="100" y="95"/>
                  </a:cubicBezTo>
                  <a:cubicBezTo>
                    <a:pt x="100" y="95"/>
                    <a:pt x="101" y="94"/>
                    <a:pt x="101" y="94"/>
                  </a:cubicBezTo>
                  <a:cubicBezTo>
                    <a:pt x="101" y="94"/>
                    <a:pt x="97" y="98"/>
                    <a:pt x="95" y="100"/>
                  </a:cubicBezTo>
                  <a:cubicBezTo>
                    <a:pt x="100" y="95"/>
                    <a:pt x="100" y="97"/>
                    <a:pt x="104" y="93"/>
                  </a:cubicBezTo>
                  <a:cubicBezTo>
                    <a:pt x="101" y="98"/>
                    <a:pt x="99" y="97"/>
                    <a:pt x="96" y="100"/>
                  </a:cubicBezTo>
                  <a:cubicBezTo>
                    <a:pt x="96" y="101"/>
                    <a:pt x="100" y="98"/>
                    <a:pt x="100" y="99"/>
                  </a:cubicBezTo>
                  <a:cubicBezTo>
                    <a:pt x="99" y="100"/>
                    <a:pt x="96" y="103"/>
                    <a:pt x="94" y="103"/>
                  </a:cubicBezTo>
                  <a:cubicBezTo>
                    <a:pt x="93" y="105"/>
                    <a:pt x="94" y="106"/>
                    <a:pt x="93" y="107"/>
                  </a:cubicBezTo>
                  <a:cubicBezTo>
                    <a:pt x="93" y="106"/>
                    <a:pt x="91" y="108"/>
                    <a:pt x="89" y="109"/>
                  </a:cubicBezTo>
                  <a:cubicBezTo>
                    <a:pt x="88" y="110"/>
                    <a:pt x="90" y="107"/>
                    <a:pt x="88" y="108"/>
                  </a:cubicBezTo>
                  <a:cubicBezTo>
                    <a:pt x="88" y="110"/>
                    <a:pt x="87" y="110"/>
                    <a:pt x="88" y="110"/>
                  </a:cubicBezTo>
                  <a:cubicBezTo>
                    <a:pt x="87" y="112"/>
                    <a:pt x="85" y="113"/>
                    <a:pt x="87" y="113"/>
                  </a:cubicBezTo>
                  <a:cubicBezTo>
                    <a:pt x="85" y="114"/>
                    <a:pt x="84" y="115"/>
                    <a:pt x="82" y="116"/>
                  </a:cubicBezTo>
                  <a:cubicBezTo>
                    <a:pt x="82" y="116"/>
                    <a:pt x="86" y="112"/>
                    <a:pt x="84" y="112"/>
                  </a:cubicBezTo>
                  <a:cubicBezTo>
                    <a:pt x="84" y="113"/>
                    <a:pt x="81" y="117"/>
                    <a:pt x="78" y="120"/>
                  </a:cubicBezTo>
                  <a:cubicBezTo>
                    <a:pt x="76" y="123"/>
                    <a:pt x="74" y="126"/>
                    <a:pt x="74" y="124"/>
                  </a:cubicBezTo>
                  <a:cubicBezTo>
                    <a:pt x="73" y="125"/>
                    <a:pt x="72" y="127"/>
                    <a:pt x="71" y="128"/>
                  </a:cubicBezTo>
                  <a:cubicBezTo>
                    <a:pt x="71" y="130"/>
                    <a:pt x="69" y="132"/>
                    <a:pt x="68" y="134"/>
                  </a:cubicBezTo>
                  <a:cubicBezTo>
                    <a:pt x="66" y="136"/>
                    <a:pt x="65" y="138"/>
                    <a:pt x="64" y="141"/>
                  </a:cubicBezTo>
                  <a:cubicBezTo>
                    <a:pt x="62" y="141"/>
                    <a:pt x="61" y="145"/>
                    <a:pt x="61" y="143"/>
                  </a:cubicBezTo>
                  <a:cubicBezTo>
                    <a:pt x="59" y="144"/>
                    <a:pt x="60" y="145"/>
                    <a:pt x="59" y="147"/>
                  </a:cubicBezTo>
                  <a:cubicBezTo>
                    <a:pt x="56" y="151"/>
                    <a:pt x="53" y="155"/>
                    <a:pt x="51" y="160"/>
                  </a:cubicBezTo>
                  <a:cubicBezTo>
                    <a:pt x="50" y="159"/>
                    <a:pt x="49" y="163"/>
                    <a:pt x="49" y="164"/>
                  </a:cubicBezTo>
                  <a:cubicBezTo>
                    <a:pt x="47" y="165"/>
                    <a:pt x="47" y="167"/>
                    <a:pt x="45" y="168"/>
                  </a:cubicBezTo>
                  <a:cubicBezTo>
                    <a:pt x="46" y="168"/>
                    <a:pt x="47" y="167"/>
                    <a:pt x="48" y="167"/>
                  </a:cubicBezTo>
                  <a:cubicBezTo>
                    <a:pt x="47" y="169"/>
                    <a:pt x="45" y="171"/>
                    <a:pt x="44" y="172"/>
                  </a:cubicBezTo>
                  <a:cubicBezTo>
                    <a:pt x="42" y="174"/>
                    <a:pt x="44" y="174"/>
                    <a:pt x="41" y="177"/>
                  </a:cubicBezTo>
                  <a:cubicBezTo>
                    <a:pt x="41" y="177"/>
                    <a:pt x="41" y="177"/>
                    <a:pt x="41" y="178"/>
                  </a:cubicBezTo>
                  <a:cubicBezTo>
                    <a:pt x="42" y="175"/>
                    <a:pt x="44" y="173"/>
                    <a:pt x="45" y="171"/>
                  </a:cubicBezTo>
                  <a:cubicBezTo>
                    <a:pt x="43" y="175"/>
                    <a:pt x="41" y="179"/>
                    <a:pt x="39" y="183"/>
                  </a:cubicBezTo>
                  <a:cubicBezTo>
                    <a:pt x="39" y="184"/>
                    <a:pt x="39" y="183"/>
                    <a:pt x="38" y="184"/>
                  </a:cubicBezTo>
                  <a:cubicBezTo>
                    <a:pt x="39" y="182"/>
                    <a:pt x="41" y="178"/>
                    <a:pt x="40" y="178"/>
                  </a:cubicBezTo>
                  <a:cubicBezTo>
                    <a:pt x="39" y="180"/>
                    <a:pt x="38" y="184"/>
                    <a:pt x="35" y="187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5" y="190"/>
                    <a:pt x="35" y="190"/>
                    <a:pt x="36" y="189"/>
                  </a:cubicBezTo>
                  <a:cubicBezTo>
                    <a:pt x="35" y="192"/>
                    <a:pt x="33" y="194"/>
                    <a:pt x="32" y="197"/>
                  </a:cubicBezTo>
                  <a:cubicBezTo>
                    <a:pt x="31" y="199"/>
                    <a:pt x="32" y="197"/>
                    <a:pt x="31" y="199"/>
                  </a:cubicBezTo>
                  <a:cubicBezTo>
                    <a:pt x="30" y="201"/>
                    <a:pt x="32" y="198"/>
                    <a:pt x="30" y="201"/>
                  </a:cubicBezTo>
                  <a:cubicBezTo>
                    <a:pt x="29" y="203"/>
                    <a:pt x="30" y="199"/>
                    <a:pt x="29" y="202"/>
                  </a:cubicBezTo>
                  <a:cubicBezTo>
                    <a:pt x="28" y="204"/>
                    <a:pt x="30" y="202"/>
                    <a:pt x="29" y="203"/>
                  </a:cubicBezTo>
                  <a:cubicBezTo>
                    <a:pt x="27" y="207"/>
                    <a:pt x="25" y="212"/>
                    <a:pt x="23" y="217"/>
                  </a:cubicBezTo>
                  <a:cubicBezTo>
                    <a:pt x="21" y="222"/>
                    <a:pt x="20" y="226"/>
                    <a:pt x="18" y="230"/>
                  </a:cubicBezTo>
                  <a:cubicBezTo>
                    <a:pt x="17" y="231"/>
                    <a:pt x="18" y="228"/>
                    <a:pt x="18" y="228"/>
                  </a:cubicBezTo>
                  <a:cubicBezTo>
                    <a:pt x="16" y="232"/>
                    <a:pt x="16" y="236"/>
                    <a:pt x="14" y="238"/>
                  </a:cubicBezTo>
                  <a:cubicBezTo>
                    <a:pt x="14" y="239"/>
                    <a:pt x="15" y="239"/>
                    <a:pt x="15" y="238"/>
                  </a:cubicBezTo>
                  <a:cubicBezTo>
                    <a:pt x="15" y="240"/>
                    <a:pt x="15" y="241"/>
                    <a:pt x="15" y="242"/>
                  </a:cubicBezTo>
                  <a:cubicBezTo>
                    <a:pt x="14" y="244"/>
                    <a:pt x="14" y="242"/>
                    <a:pt x="14" y="241"/>
                  </a:cubicBezTo>
                  <a:cubicBezTo>
                    <a:pt x="13" y="243"/>
                    <a:pt x="13" y="245"/>
                    <a:pt x="12" y="246"/>
                  </a:cubicBezTo>
                  <a:cubicBezTo>
                    <a:pt x="12" y="247"/>
                    <a:pt x="13" y="246"/>
                    <a:pt x="13" y="246"/>
                  </a:cubicBezTo>
                  <a:cubicBezTo>
                    <a:pt x="14" y="247"/>
                    <a:pt x="13" y="248"/>
                    <a:pt x="13" y="249"/>
                  </a:cubicBezTo>
                  <a:cubicBezTo>
                    <a:pt x="12" y="249"/>
                    <a:pt x="12" y="248"/>
                    <a:pt x="12" y="250"/>
                  </a:cubicBezTo>
                  <a:cubicBezTo>
                    <a:pt x="12" y="250"/>
                    <a:pt x="12" y="251"/>
                    <a:pt x="12" y="252"/>
                  </a:cubicBezTo>
                  <a:cubicBezTo>
                    <a:pt x="11" y="254"/>
                    <a:pt x="11" y="252"/>
                    <a:pt x="10" y="254"/>
                  </a:cubicBezTo>
                  <a:cubicBezTo>
                    <a:pt x="9" y="260"/>
                    <a:pt x="8" y="266"/>
                    <a:pt x="7" y="272"/>
                  </a:cubicBezTo>
                  <a:cubicBezTo>
                    <a:pt x="7" y="271"/>
                    <a:pt x="7" y="271"/>
                    <a:pt x="7" y="271"/>
                  </a:cubicBezTo>
                  <a:cubicBezTo>
                    <a:pt x="7" y="272"/>
                    <a:pt x="8" y="274"/>
                    <a:pt x="7" y="276"/>
                  </a:cubicBezTo>
                  <a:cubicBezTo>
                    <a:pt x="6" y="277"/>
                    <a:pt x="6" y="276"/>
                    <a:pt x="6" y="275"/>
                  </a:cubicBezTo>
                  <a:cubicBezTo>
                    <a:pt x="6" y="276"/>
                    <a:pt x="5" y="279"/>
                    <a:pt x="5" y="281"/>
                  </a:cubicBezTo>
                  <a:cubicBezTo>
                    <a:pt x="5" y="284"/>
                    <a:pt x="5" y="286"/>
                    <a:pt x="5" y="287"/>
                  </a:cubicBezTo>
                  <a:cubicBezTo>
                    <a:pt x="4" y="288"/>
                    <a:pt x="4" y="289"/>
                    <a:pt x="4" y="292"/>
                  </a:cubicBezTo>
                  <a:cubicBezTo>
                    <a:pt x="5" y="289"/>
                    <a:pt x="5" y="291"/>
                    <a:pt x="5" y="293"/>
                  </a:cubicBezTo>
                  <a:cubicBezTo>
                    <a:pt x="5" y="287"/>
                    <a:pt x="6" y="285"/>
                    <a:pt x="7" y="279"/>
                  </a:cubicBezTo>
                  <a:cubicBezTo>
                    <a:pt x="7" y="278"/>
                    <a:pt x="7" y="280"/>
                    <a:pt x="7" y="280"/>
                  </a:cubicBezTo>
                  <a:cubicBezTo>
                    <a:pt x="6" y="279"/>
                    <a:pt x="7" y="278"/>
                    <a:pt x="7" y="276"/>
                  </a:cubicBezTo>
                  <a:cubicBezTo>
                    <a:pt x="8" y="275"/>
                    <a:pt x="8" y="274"/>
                    <a:pt x="9" y="272"/>
                  </a:cubicBezTo>
                  <a:cubicBezTo>
                    <a:pt x="8" y="275"/>
                    <a:pt x="7" y="280"/>
                    <a:pt x="7" y="284"/>
                  </a:cubicBezTo>
                  <a:cubicBezTo>
                    <a:pt x="7" y="288"/>
                    <a:pt x="6" y="291"/>
                    <a:pt x="5" y="294"/>
                  </a:cubicBezTo>
                  <a:cubicBezTo>
                    <a:pt x="5" y="294"/>
                    <a:pt x="6" y="294"/>
                    <a:pt x="6" y="295"/>
                  </a:cubicBezTo>
                  <a:cubicBezTo>
                    <a:pt x="6" y="297"/>
                    <a:pt x="5" y="294"/>
                    <a:pt x="5" y="296"/>
                  </a:cubicBezTo>
                  <a:cubicBezTo>
                    <a:pt x="5" y="300"/>
                    <a:pt x="4" y="304"/>
                    <a:pt x="4" y="308"/>
                  </a:cubicBezTo>
                  <a:cubicBezTo>
                    <a:pt x="5" y="309"/>
                    <a:pt x="4" y="311"/>
                    <a:pt x="4" y="314"/>
                  </a:cubicBezTo>
                  <a:cubicBezTo>
                    <a:pt x="3" y="313"/>
                    <a:pt x="3" y="311"/>
                    <a:pt x="2" y="312"/>
                  </a:cubicBezTo>
                  <a:cubicBezTo>
                    <a:pt x="2" y="310"/>
                    <a:pt x="2" y="307"/>
                    <a:pt x="2" y="307"/>
                  </a:cubicBezTo>
                  <a:cubicBezTo>
                    <a:pt x="2" y="309"/>
                    <a:pt x="2" y="309"/>
                    <a:pt x="1" y="311"/>
                  </a:cubicBezTo>
                  <a:cubicBezTo>
                    <a:pt x="1" y="312"/>
                    <a:pt x="1" y="313"/>
                    <a:pt x="2" y="314"/>
                  </a:cubicBezTo>
                  <a:cubicBezTo>
                    <a:pt x="2" y="316"/>
                    <a:pt x="1" y="318"/>
                    <a:pt x="2" y="320"/>
                  </a:cubicBezTo>
                  <a:cubicBezTo>
                    <a:pt x="0" y="323"/>
                    <a:pt x="1" y="328"/>
                    <a:pt x="1" y="333"/>
                  </a:cubicBezTo>
                  <a:cubicBezTo>
                    <a:pt x="0" y="333"/>
                    <a:pt x="0" y="335"/>
                    <a:pt x="1" y="338"/>
                  </a:cubicBezTo>
                  <a:cubicBezTo>
                    <a:pt x="1" y="339"/>
                    <a:pt x="1" y="339"/>
                    <a:pt x="0" y="338"/>
                  </a:cubicBezTo>
                  <a:cubicBezTo>
                    <a:pt x="0" y="342"/>
                    <a:pt x="1" y="346"/>
                    <a:pt x="1" y="350"/>
                  </a:cubicBezTo>
                  <a:cubicBezTo>
                    <a:pt x="1" y="351"/>
                    <a:pt x="2" y="349"/>
                    <a:pt x="2" y="350"/>
                  </a:cubicBezTo>
                  <a:cubicBezTo>
                    <a:pt x="3" y="352"/>
                    <a:pt x="1" y="353"/>
                    <a:pt x="2" y="354"/>
                  </a:cubicBezTo>
                  <a:cubicBezTo>
                    <a:pt x="2" y="355"/>
                    <a:pt x="2" y="355"/>
                    <a:pt x="1" y="355"/>
                  </a:cubicBezTo>
                  <a:cubicBezTo>
                    <a:pt x="1" y="357"/>
                    <a:pt x="2" y="355"/>
                    <a:pt x="2" y="358"/>
                  </a:cubicBezTo>
                  <a:cubicBezTo>
                    <a:pt x="2" y="359"/>
                    <a:pt x="2" y="360"/>
                    <a:pt x="1" y="359"/>
                  </a:cubicBezTo>
                  <a:cubicBezTo>
                    <a:pt x="2" y="362"/>
                    <a:pt x="1" y="368"/>
                    <a:pt x="3" y="369"/>
                  </a:cubicBezTo>
                  <a:cubicBezTo>
                    <a:pt x="3" y="371"/>
                    <a:pt x="2" y="369"/>
                    <a:pt x="2" y="372"/>
                  </a:cubicBezTo>
                  <a:cubicBezTo>
                    <a:pt x="3" y="372"/>
                    <a:pt x="2" y="375"/>
                    <a:pt x="2" y="375"/>
                  </a:cubicBezTo>
                  <a:cubicBezTo>
                    <a:pt x="3" y="379"/>
                    <a:pt x="4" y="381"/>
                    <a:pt x="4" y="385"/>
                  </a:cubicBezTo>
                  <a:cubicBezTo>
                    <a:pt x="5" y="386"/>
                    <a:pt x="6" y="391"/>
                    <a:pt x="6" y="394"/>
                  </a:cubicBezTo>
                  <a:cubicBezTo>
                    <a:pt x="6" y="394"/>
                    <a:pt x="6" y="393"/>
                    <a:pt x="6" y="395"/>
                  </a:cubicBezTo>
                  <a:cubicBezTo>
                    <a:pt x="7" y="397"/>
                    <a:pt x="7" y="400"/>
                    <a:pt x="8" y="403"/>
                  </a:cubicBezTo>
                  <a:cubicBezTo>
                    <a:pt x="9" y="404"/>
                    <a:pt x="9" y="399"/>
                    <a:pt x="8" y="398"/>
                  </a:cubicBezTo>
                  <a:cubicBezTo>
                    <a:pt x="8" y="397"/>
                    <a:pt x="9" y="401"/>
                    <a:pt x="10" y="402"/>
                  </a:cubicBezTo>
                  <a:cubicBezTo>
                    <a:pt x="11" y="403"/>
                    <a:pt x="9" y="399"/>
                    <a:pt x="9" y="398"/>
                  </a:cubicBezTo>
                  <a:cubicBezTo>
                    <a:pt x="9" y="398"/>
                    <a:pt x="10" y="399"/>
                    <a:pt x="10" y="400"/>
                  </a:cubicBezTo>
                  <a:cubicBezTo>
                    <a:pt x="11" y="401"/>
                    <a:pt x="10" y="404"/>
                    <a:pt x="12" y="406"/>
                  </a:cubicBezTo>
                  <a:cubicBezTo>
                    <a:pt x="12" y="408"/>
                    <a:pt x="12" y="409"/>
                    <a:pt x="11" y="408"/>
                  </a:cubicBezTo>
                  <a:cubicBezTo>
                    <a:pt x="11" y="410"/>
                    <a:pt x="12" y="413"/>
                    <a:pt x="12" y="415"/>
                  </a:cubicBezTo>
                  <a:cubicBezTo>
                    <a:pt x="12" y="415"/>
                    <a:pt x="13" y="415"/>
                    <a:pt x="14" y="417"/>
                  </a:cubicBezTo>
                  <a:cubicBezTo>
                    <a:pt x="12" y="416"/>
                    <a:pt x="10" y="412"/>
                    <a:pt x="8" y="407"/>
                  </a:cubicBezTo>
                  <a:cubicBezTo>
                    <a:pt x="8" y="409"/>
                    <a:pt x="9" y="411"/>
                    <a:pt x="9" y="413"/>
                  </a:cubicBezTo>
                  <a:cubicBezTo>
                    <a:pt x="9" y="414"/>
                    <a:pt x="10" y="414"/>
                    <a:pt x="10" y="416"/>
                  </a:cubicBezTo>
                  <a:cubicBezTo>
                    <a:pt x="11" y="417"/>
                    <a:pt x="11" y="416"/>
                    <a:pt x="11" y="417"/>
                  </a:cubicBezTo>
                  <a:cubicBezTo>
                    <a:pt x="12" y="420"/>
                    <a:pt x="11" y="418"/>
                    <a:pt x="11" y="421"/>
                  </a:cubicBezTo>
                  <a:cubicBezTo>
                    <a:pt x="13" y="420"/>
                    <a:pt x="16" y="431"/>
                    <a:pt x="15" y="433"/>
                  </a:cubicBezTo>
                  <a:cubicBezTo>
                    <a:pt x="16" y="433"/>
                    <a:pt x="16" y="435"/>
                    <a:pt x="17" y="437"/>
                  </a:cubicBezTo>
                  <a:cubicBezTo>
                    <a:pt x="17" y="435"/>
                    <a:pt x="15" y="433"/>
                    <a:pt x="15" y="431"/>
                  </a:cubicBezTo>
                  <a:cubicBezTo>
                    <a:pt x="16" y="431"/>
                    <a:pt x="17" y="436"/>
                    <a:pt x="18" y="438"/>
                  </a:cubicBezTo>
                  <a:cubicBezTo>
                    <a:pt x="18" y="438"/>
                    <a:pt x="19" y="439"/>
                    <a:pt x="20" y="440"/>
                  </a:cubicBezTo>
                  <a:cubicBezTo>
                    <a:pt x="20" y="442"/>
                    <a:pt x="19" y="442"/>
                    <a:pt x="19" y="440"/>
                  </a:cubicBezTo>
                  <a:cubicBezTo>
                    <a:pt x="19" y="442"/>
                    <a:pt x="20" y="442"/>
                    <a:pt x="20" y="441"/>
                  </a:cubicBezTo>
                  <a:cubicBezTo>
                    <a:pt x="20" y="439"/>
                    <a:pt x="20" y="438"/>
                    <a:pt x="18" y="437"/>
                  </a:cubicBezTo>
                  <a:cubicBezTo>
                    <a:pt x="19" y="436"/>
                    <a:pt x="19" y="436"/>
                    <a:pt x="19" y="435"/>
                  </a:cubicBezTo>
                  <a:cubicBezTo>
                    <a:pt x="20" y="438"/>
                    <a:pt x="20" y="441"/>
                    <a:pt x="22" y="444"/>
                  </a:cubicBezTo>
                  <a:cubicBezTo>
                    <a:pt x="21" y="444"/>
                    <a:pt x="18" y="440"/>
                    <a:pt x="20" y="444"/>
                  </a:cubicBezTo>
                  <a:cubicBezTo>
                    <a:pt x="20" y="443"/>
                    <a:pt x="20" y="445"/>
                    <a:pt x="22" y="447"/>
                  </a:cubicBezTo>
                  <a:cubicBezTo>
                    <a:pt x="21" y="447"/>
                    <a:pt x="20" y="445"/>
                    <a:pt x="21" y="449"/>
                  </a:cubicBezTo>
                  <a:cubicBezTo>
                    <a:pt x="22" y="449"/>
                    <a:pt x="22" y="450"/>
                    <a:pt x="24" y="452"/>
                  </a:cubicBezTo>
                  <a:cubicBezTo>
                    <a:pt x="23" y="453"/>
                    <a:pt x="26" y="456"/>
                    <a:pt x="26" y="459"/>
                  </a:cubicBezTo>
                  <a:cubicBezTo>
                    <a:pt x="23" y="452"/>
                    <a:pt x="20" y="447"/>
                    <a:pt x="18" y="439"/>
                  </a:cubicBezTo>
                  <a:cubicBezTo>
                    <a:pt x="18" y="442"/>
                    <a:pt x="15" y="433"/>
                    <a:pt x="15" y="435"/>
                  </a:cubicBezTo>
                  <a:cubicBezTo>
                    <a:pt x="15" y="436"/>
                    <a:pt x="15" y="437"/>
                    <a:pt x="15" y="438"/>
                  </a:cubicBezTo>
                  <a:cubicBezTo>
                    <a:pt x="16" y="439"/>
                    <a:pt x="17" y="444"/>
                    <a:pt x="17" y="445"/>
                  </a:cubicBezTo>
                  <a:cubicBezTo>
                    <a:pt x="17" y="443"/>
                    <a:pt x="19" y="448"/>
                    <a:pt x="19" y="445"/>
                  </a:cubicBezTo>
                  <a:cubicBezTo>
                    <a:pt x="20" y="447"/>
                    <a:pt x="21" y="448"/>
                    <a:pt x="21" y="450"/>
                  </a:cubicBezTo>
                  <a:cubicBezTo>
                    <a:pt x="21" y="451"/>
                    <a:pt x="19" y="445"/>
                    <a:pt x="20" y="450"/>
                  </a:cubicBezTo>
                  <a:cubicBezTo>
                    <a:pt x="19" y="449"/>
                    <a:pt x="19" y="447"/>
                    <a:pt x="18" y="446"/>
                  </a:cubicBezTo>
                  <a:cubicBezTo>
                    <a:pt x="18" y="447"/>
                    <a:pt x="18" y="447"/>
                    <a:pt x="18" y="448"/>
                  </a:cubicBezTo>
                  <a:cubicBezTo>
                    <a:pt x="20" y="451"/>
                    <a:pt x="20" y="452"/>
                    <a:pt x="19" y="454"/>
                  </a:cubicBezTo>
                  <a:cubicBezTo>
                    <a:pt x="21" y="453"/>
                    <a:pt x="23" y="461"/>
                    <a:pt x="25" y="465"/>
                  </a:cubicBezTo>
                  <a:cubicBezTo>
                    <a:pt x="26" y="466"/>
                    <a:pt x="25" y="464"/>
                    <a:pt x="25" y="463"/>
                  </a:cubicBezTo>
                  <a:cubicBezTo>
                    <a:pt x="28" y="466"/>
                    <a:pt x="29" y="473"/>
                    <a:pt x="31" y="475"/>
                  </a:cubicBezTo>
                  <a:cubicBezTo>
                    <a:pt x="32" y="477"/>
                    <a:pt x="30" y="474"/>
                    <a:pt x="30" y="475"/>
                  </a:cubicBezTo>
                  <a:cubicBezTo>
                    <a:pt x="29" y="472"/>
                    <a:pt x="27" y="469"/>
                    <a:pt x="26" y="466"/>
                  </a:cubicBezTo>
                  <a:cubicBezTo>
                    <a:pt x="25" y="465"/>
                    <a:pt x="25" y="465"/>
                    <a:pt x="25" y="466"/>
                  </a:cubicBezTo>
                  <a:cubicBezTo>
                    <a:pt x="26" y="467"/>
                    <a:pt x="26" y="468"/>
                    <a:pt x="26" y="469"/>
                  </a:cubicBezTo>
                  <a:cubicBezTo>
                    <a:pt x="26" y="469"/>
                    <a:pt x="27" y="469"/>
                    <a:pt x="27" y="469"/>
                  </a:cubicBezTo>
                  <a:cubicBezTo>
                    <a:pt x="27" y="470"/>
                    <a:pt x="28" y="473"/>
                    <a:pt x="30" y="476"/>
                  </a:cubicBezTo>
                  <a:cubicBezTo>
                    <a:pt x="31" y="479"/>
                    <a:pt x="33" y="481"/>
                    <a:pt x="34" y="482"/>
                  </a:cubicBezTo>
                  <a:cubicBezTo>
                    <a:pt x="32" y="481"/>
                    <a:pt x="35" y="487"/>
                    <a:pt x="35" y="488"/>
                  </a:cubicBezTo>
                  <a:cubicBezTo>
                    <a:pt x="36" y="489"/>
                    <a:pt x="36" y="490"/>
                    <a:pt x="36" y="491"/>
                  </a:cubicBezTo>
                  <a:cubicBezTo>
                    <a:pt x="38" y="492"/>
                    <a:pt x="35" y="489"/>
                    <a:pt x="35" y="488"/>
                  </a:cubicBezTo>
                  <a:cubicBezTo>
                    <a:pt x="36" y="486"/>
                    <a:pt x="38" y="490"/>
                    <a:pt x="40" y="492"/>
                  </a:cubicBezTo>
                  <a:cubicBezTo>
                    <a:pt x="41" y="495"/>
                    <a:pt x="38" y="490"/>
                    <a:pt x="37" y="490"/>
                  </a:cubicBezTo>
                  <a:cubicBezTo>
                    <a:pt x="38" y="493"/>
                    <a:pt x="38" y="493"/>
                    <a:pt x="40" y="495"/>
                  </a:cubicBezTo>
                  <a:cubicBezTo>
                    <a:pt x="40" y="494"/>
                    <a:pt x="41" y="495"/>
                    <a:pt x="41" y="494"/>
                  </a:cubicBezTo>
                  <a:cubicBezTo>
                    <a:pt x="42" y="495"/>
                    <a:pt x="42" y="497"/>
                    <a:pt x="44" y="498"/>
                  </a:cubicBezTo>
                  <a:cubicBezTo>
                    <a:pt x="43" y="495"/>
                    <a:pt x="40" y="494"/>
                    <a:pt x="40" y="491"/>
                  </a:cubicBezTo>
                  <a:cubicBezTo>
                    <a:pt x="38" y="488"/>
                    <a:pt x="36" y="485"/>
                    <a:pt x="35" y="483"/>
                  </a:cubicBezTo>
                  <a:cubicBezTo>
                    <a:pt x="35" y="481"/>
                    <a:pt x="36" y="485"/>
                    <a:pt x="37" y="486"/>
                  </a:cubicBezTo>
                  <a:cubicBezTo>
                    <a:pt x="38" y="487"/>
                    <a:pt x="36" y="483"/>
                    <a:pt x="36" y="484"/>
                  </a:cubicBezTo>
                  <a:cubicBezTo>
                    <a:pt x="37" y="483"/>
                    <a:pt x="39" y="487"/>
                    <a:pt x="42" y="492"/>
                  </a:cubicBezTo>
                  <a:cubicBezTo>
                    <a:pt x="44" y="497"/>
                    <a:pt x="47" y="504"/>
                    <a:pt x="51" y="507"/>
                  </a:cubicBezTo>
                  <a:cubicBezTo>
                    <a:pt x="50" y="506"/>
                    <a:pt x="50" y="506"/>
                    <a:pt x="51" y="506"/>
                  </a:cubicBezTo>
                  <a:cubicBezTo>
                    <a:pt x="50" y="505"/>
                    <a:pt x="48" y="504"/>
                    <a:pt x="48" y="502"/>
                  </a:cubicBezTo>
                  <a:cubicBezTo>
                    <a:pt x="49" y="502"/>
                    <a:pt x="52" y="506"/>
                    <a:pt x="52" y="507"/>
                  </a:cubicBezTo>
                  <a:cubicBezTo>
                    <a:pt x="52" y="506"/>
                    <a:pt x="56" y="510"/>
                    <a:pt x="56" y="512"/>
                  </a:cubicBezTo>
                  <a:cubicBezTo>
                    <a:pt x="57" y="513"/>
                    <a:pt x="54" y="510"/>
                    <a:pt x="53" y="508"/>
                  </a:cubicBezTo>
                  <a:cubicBezTo>
                    <a:pt x="53" y="509"/>
                    <a:pt x="52" y="508"/>
                    <a:pt x="51" y="507"/>
                  </a:cubicBezTo>
                  <a:cubicBezTo>
                    <a:pt x="52" y="510"/>
                    <a:pt x="51" y="509"/>
                    <a:pt x="52" y="512"/>
                  </a:cubicBezTo>
                  <a:cubicBezTo>
                    <a:pt x="50" y="508"/>
                    <a:pt x="49" y="506"/>
                    <a:pt x="45" y="502"/>
                  </a:cubicBezTo>
                  <a:cubicBezTo>
                    <a:pt x="45" y="504"/>
                    <a:pt x="44" y="502"/>
                    <a:pt x="45" y="505"/>
                  </a:cubicBezTo>
                  <a:cubicBezTo>
                    <a:pt x="46" y="505"/>
                    <a:pt x="45" y="503"/>
                    <a:pt x="48" y="506"/>
                  </a:cubicBezTo>
                  <a:cubicBezTo>
                    <a:pt x="50" y="509"/>
                    <a:pt x="52" y="513"/>
                    <a:pt x="54" y="517"/>
                  </a:cubicBezTo>
                  <a:cubicBezTo>
                    <a:pt x="54" y="515"/>
                    <a:pt x="54" y="514"/>
                    <a:pt x="55" y="515"/>
                  </a:cubicBezTo>
                  <a:cubicBezTo>
                    <a:pt x="54" y="513"/>
                    <a:pt x="53" y="512"/>
                    <a:pt x="52" y="510"/>
                  </a:cubicBezTo>
                  <a:cubicBezTo>
                    <a:pt x="52" y="510"/>
                    <a:pt x="54" y="512"/>
                    <a:pt x="55" y="513"/>
                  </a:cubicBezTo>
                  <a:cubicBezTo>
                    <a:pt x="55" y="514"/>
                    <a:pt x="55" y="514"/>
                    <a:pt x="54" y="513"/>
                  </a:cubicBezTo>
                  <a:cubicBezTo>
                    <a:pt x="56" y="517"/>
                    <a:pt x="55" y="514"/>
                    <a:pt x="57" y="517"/>
                  </a:cubicBezTo>
                  <a:cubicBezTo>
                    <a:pt x="57" y="518"/>
                    <a:pt x="56" y="517"/>
                    <a:pt x="56" y="517"/>
                  </a:cubicBezTo>
                  <a:cubicBezTo>
                    <a:pt x="59" y="520"/>
                    <a:pt x="63" y="528"/>
                    <a:pt x="67" y="531"/>
                  </a:cubicBezTo>
                  <a:cubicBezTo>
                    <a:pt x="67" y="532"/>
                    <a:pt x="66" y="531"/>
                    <a:pt x="67" y="533"/>
                  </a:cubicBezTo>
                  <a:cubicBezTo>
                    <a:pt x="69" y="535"/>
                    <a:pt x="70" y="537"/>
                    <a:pt x="72" y="538"/>
                  </a:cubicBezTo>
                  <a:cubicBezTo>
                    <a:pt x="71" y="537"/>
                    <a:pt x="71" y="536"/>
                    <a:pt x="71" y="536"/>
                  </a:cubicBezTo>
                  <a:cubicBezTo>
                    <a:pt x="73" y="538"/>
                    <a:pt x="75" y="541"/>
                    <a:pt x="77" y="543"/>
                  </a:cubicBezTo>
                  <a:cubicBezTo>
                    <a:pt x="78" y="544"/>
                    <a:pt x="74" y="542"/>
                    <a:pt x="73" y="539"/>
                  </a:cubicBezTo>
                  <a:cubicBezTo>
                    <a:pt x="74" y="541"/>
                    <a:pt x="72" y="539"/>
                    <a:pt x="72" y="540"/>
                  </a:cubicBezTo>
                  <a:cubicBezTo>
                    <a:pt x="75" y="542"/>
                    <a:pt x="76" y="544"/>
                    <a:pt x="80" y="548"/>
                  </a:cubicBezTo>
                  <a:cubicBezTo>
                    <a:pt x="80" y="546"/>
                    <a:pt x="78" y="546"/>
                    <a:pt x="78" y="544"/>
                  </a:cubicBezTo>
                  <a:cubicBezTo>
                    <a:pt x="79" y="544"/>
                    <a:pt x="80" y="547"/>
                    <a:pt x="82" y="548"/>
                  </a:cubicBezTo>
                  <a:cubicBezTo>
                    <a:pt x="83" y="549"/>
                    <a:pt x="82" y="549"/>
                    <a:pt x="83" y="550"/>
                  </a:cubicBezTo>
                  <a:cubicBezTo>
                    <a:pt x="85" y="550"/>
                    <a:pt x="87" y="556"/>
                    <a:pt x="90" y="558"/>
                  </a:cubicBezTo>
                  <a:cubicBezTo>
                    <a:pt x="91" y="560"/>
                    <a:pt x="86" y="555"/>
                    <a:pt x="86" y="555"/>
                  </a:cubicBezTo>
                  <a:cubicBezTo>
                    <a:pt x="86" y="556"/>
                    <a:pt x="86" y="556"/>
                    <a:pt x="87" y="556"/>
                  </a:cubicBezTo>
                  <a:cubicBezTo>
                    <a:pt x="89" y="559"/>
                    <a:pt x="85" y="556"/>
                    <a:pt x="87" y="558"/>
                  </a:cubicBezTo>
                  <a:cubicBezTo>
                    <a:pt x="89" y="559"/>
                    <a:pt x="91" y="562"/>
                    <a:pt x="91" y="561"/>
                  </a:cubicBezTo>
                  <a:cubicBezTo>
                    <a:pt x="93" y="562"/>
                    <a:pt x="93" y="564"/>
                    <a:pt x="95" y="565"/>
                  </a:cubicBezTo>
                  <a:cubicBezTo>
                    <a:pt x="95" y="566"/>
                    <a:pt x="94" y="565"/>
                    <a:pt x="93" y="564"/>
                  </a:cubicBezTo>
                  <a:cubicBezTo>
                    <a:pt x="92" y="565"/>
                    <a:pt x="99" y="569"/>
                    <a:pt x="98" y="571"/>
                  </a:cubicBezTo>
                  <a:cubicBezTo>
                    <a:pt x="102" y="573"/>
                    <a:pt x="102" y="573"/>
                    <a:pt x="102" y="573"/>
                  </a:cubicBezTo>
                  <a:cubicBezTo>
                    <a:pt x="101" y="571"/>
                    <a:pt x="101" y="571"/>
                    <a:pt x="101" y="571"/>
                  </a:cubicBezTo>
                  <a:cubicBezTo>
                    <a:pt x="103" y="572"/>
                    <a:pt x="103" y="573"/>
                    <a:pt x="103" y="574"/>
                  </a:cubicBezTo>
                  <a:cubicBezTo>
                    <a:pt x="107" y="576"/>
                    <a:pt x="109" y="579"/>
                    <a:pt x="113" y="584"/>
                  </a:cubicBezTo>
                  <a:cubicBezTo>
                    <a:pt x="115" y="585"/>
                    <a:pt x="117" y="587"/>
                    <a:pt x="120" y="589"/>
                  </a:cubicBezTo>
                  <a:cubicBezTo>
                    <a:pt x="122" y="591"/>
                    <a:pt x="125" y="594"/>
                    <a:pt x="127" y="595"/>
                  </a:cubicBezTo>
                  <a:cubicBezTo>
                    <a:pt x="128" y="595"/>
                    <a:pt x="125" y="593"/>
                    <a:pt x="124" y="592"/>
                  </a:cubicBezTo>
                  <a:cubicBezTo>
                    <a:pt x="126" y="592"/>
                    <a:pt x="130" y="596"/>
                    <a:pt x="133" y="598"/>
                  </a:cubicBezTo>
                  <a:cubicBezTo>
                    <a:pt x="133" y="599"/>
                    <a:pt x="129" y="596"/>
                    <a:pt x="129" y="597"/>
                  </a:cubicBezTo>
                  <a:cubicBezTo>
                    <a:pt x="131" y="598"/>
                    <a:pt x="132" y="599"/>
                    <a:pt x="132" y="600"/>
                  </a:cubicBezTo>
                  <a:cubicBezTo>
                    <a:pt x="133" y="600"/>
                    <a:pt x="136" y="601"/>
                    <a:pt x="138" y="602"/>
                  </a:cubicBezTo>
                  <a:cubicBezTo>
                    <a:pt x="141" y="604"/>
                    <a:pt x="139" y="604"/>
                    <a:pt x="141" y="605"/>
                  </a:cubicBezTo>
                  <a:cubicBezTo>
                    <a:pt x="142" y="606"/>
                    <a:pt x="147" y="608"/>
                    <a:pt x="145" y="609"/>
                  </a:cubicBezTo>
                  <a:cubicBezTo>
                    <a:pt x="150" y="611"/>
                    <a:pt x="154" y="614"/>
                    <a:pt x="158" y="617"/>
                  </a:cubicBezTo>
                  <a:cubicBezTo>
                    <a:pt x="160" y="619"/>
                    <a:pt x="155" y="616"/>
                    <a:pt x="157" y="618"/>
                  </a:cubicBezTo>
                  <a:cubicBezTo>
                    <a:pt x="161" y="620"/>
                    <a:pt x="157" y="617"/>
                    <a:pt x="160" y="618"/>
                  </a:cubicBezTo>
                  <a:cubicBezTo>
                    <a:pt x="163" y="619"/>
                    <a:pt x="162" y="620"/>
                    <a:pt x="164" y="622"/>
                  </a:cubicBezTo>
                  <a:cubicBezTo>
                    <a:pt x="165" y="622"/>
                    <a:pt x="166" y="623"/>
                    <a:pt x="168" y="624"/>
                  </a:cubicBezTo>
                  <a:cubicBezTo>
                    <a:pt x="167" y="624"/>
                    <a:pt x="167" y="625"/>
                    <a:pt x="169" y="627"/>
                  </a:cubicBezTo>
                  <a:cubicBezTo>
                    <a:pt x="169" y="626"/>
                    <a:pt x="170" y="626"/>
                    <a:pt x="171" y="627"/>
                  </a:cubicBezTo>
                  <a:cubicBezTo>
                    <a:pt x="173" y="627"/>
                    <a:pt x="170" y="626"/>
                    <a:pt x="169" y="625"/>
                  </a:cubicBezTo>
                  <a:cubicBezTo>
                    <a:pt x="171" y="626"/>
                    <a:pt x="172" y="627"/>
                    <a:pt x="174" y="628"/>
                  </a:cubicBezTo>
                  <a:cubicBezTo>
                    <a:pt x="175" y="628"/>
                    <a:pt x="172" y="626"/>
                    <a:pt x="171" y="626"/>
                  </a:cubicBezTo>
                  <a:cubicBezTo>
                    <a:pt x="171" y="625"/>
                    <a:pt x="172" y="625"/>
                    <a:pt x="173" y="625"/>
                  </a:cubicBezTo>
                  <a:cubicBezTo>
                    <a:pt x="175" y="626"/>
                    <a:pt x="175" y="627"/>
                    <a:pt x="176" y="627"/>
                  </a:cubicBezTo>
                  <a:cubicBezTo>
                    <a:pt x="178" y="629"/>
                    <a:pt x="175" y="627"/>
                    <a:pt x="175" y="627"/>
                  </a:cubicBezTo>
                  <a:cubicBezTo>
                    <a:pt x="177" y="629"/>
                    <a:pt x="177" y="628"/>
                    <a:pt x="178" y="628"/>
                  </a:cubicBezTo>
                  <a:cubicBezTo>
                    <a:pt x="181" y="629"/>
                    <a:pt x="183" y="631"/>
                    <a:pt x="186" y="632"/>
                  </a:cubicBezTo>
                  <a:cubicBezTo>
                    <a:pt x="186" y="633"/>
                    <a:pt x="184" y="632"/>
                    <a:pt x="184" y="633"/>
                  </a:cubicBezTo>
                  <a:cubicBezTo>
                    <a:pt x="186" y="634"/>
                    <a:pt x="188" y="637"/>
                    <a:pt x="191" y="637"/>
                  </a:cubicBezTo>
                  <a:cubicBezTo>
                    <a:pt x="193" y="639"/>
                    <a:pt x="193" y="640"/>
                    <a:pt x="198" y="643"/>
                  </a:cubicBezTo>
                  <a:cubicBezTo>
                    <a:pt x="197" y="642"/>
                    <a:pt x="195" y="641"/>
                    <a:pt x="195" y="640"/>
                  </a:cubicBezTo>
                  <a:cubicBezTo>
                    <a:pt x="197" y="641"/>
                    <a:pt x="199" y="642"/>
                    <a:pt x="200" y="643"/>
                  </a:cubicBezTo>
                  <a:cubicBezTo>
                    <a:pt x="202" y="643"/>
                    <a:pt x="200" y="642"/>
                    <a:pt x="202" y="642"/>
                  </a:cubicBezTo>
                  <a:cubicBezTo>
                    <a:pt x="200" y="641"/>
                    <a:pt x="196" y="638"/>
                    <a:pt x="195" y="639"/>
                  </a:cubicBezTo>
                  <a:cubicBezTo>
                    <a:pt x="195" y="638"/>
                    <a:pt x="195" y="638"/>
                    <a:pt x="197" y="638"/>
                  </a:cubicBezTo>
                  <a:cubicBezTo>
                    <a:pt x="199" y="639"/>
                    <a:pt x="197" y="640"/>
                    <a:pt x="201" y="640"/>
                  </a:cubicBezTo>
                  <a:cubicBezTo>
                    <a:pt x="203" y="641"/>
                    <a:pt x="199" y="640"/>
                    <a:pt x="201" y="641"/>
                  </a:cubicBezTo>
                  <a:cubicBezTo>
                    <a:pt x="201" y="640"/>
                    <a:pt x="204" y="642"/>
                    <a:pt x="207" y="643"/>
                  </a:cubicBezTo>
                  <a:cubicBezTo>
                    <a:pt x="209" y="643"/>
                    <a:pt x="206" y="642"/>
                    <a:pt x="205" y="642"/>
                  </a:cubicBezTo>
                  <a:cubicBezTo>
                    <a:pt x="206" y="642"/>
                    <a:pt x="207" y="642"/>
                    <a:pt x="208" y="642"/>
                  </a:cubicBezTo>
                  <a:cubicBezTo>
                    <a:pt x="209" y="643"/>
                    <a:pt x="212" y="645"/>
                    <a:pt x="210" y="645"/>
                  </a:cubicBezTo>
                  <a:cubicBezTo>
                    <a:pt x="211" y="645"/>
                    <a:pt x="216" y="646"/>
                    <a:pt x="214" y="646"/>
                  </a:cubicBezTo>
                  <a:cubicBezTo>
                    <a:pt x="216" y="648"/>
                    <a:pt x="218" y="646"/>
                    <a:pt x="221" y="648"/>
                  </a:cubicBezTo>
                  <a:cubicBezTo>
                    <a:pt x="221" y="648"/>
                    <a:pt x="220" y="648"/>
                    <a:pt x="219" y="648"/>
                  </a:cubicBezTo>
                  <a:cubicBezTo>
                    <a:pt x="222" y="649"/>
                    <a:pt x="227" y="652"/>
                    <a:pt x="228" y="651"/>
                  </a:cubicBezTo>
                  <a:cubicBezTo>
                    <a:pt x="229" y="651"/>
                    <a:pt x="233" y="653"/>
                    <a:pt x="230" y="653"/>
                  </a:cubicBezTo>
                  <a:cubicBezTo>
                    <a:pt x="236" y="654"/>
                    <a:pt x="243" y="655"/>
                    <a:pt x="246" y="654"/>
                  </a:cubicBezTo>
                  <a:cubicBezTo>
                    <a:pt x="247" y="654"/>
                    <a:pt x="249" y="655"/>
                    <a:pt x="250" y="655"/>
                  </a:cubicBezTo>
                  <a:cubicBezTo>
                    <a:pt x="252" y="656"/>
                    <a:pt x="247" y="656"/>
                    <a:pt x="251" y="657"/>
                  </a:cubicBezTo>
                  <a:cubicBezTo>
                    <a:pt x="247" y="657"/>
                    <a:pt x="248" y="656"/>
                    <a:pt x="246" y="656"/>
                  </a:cubicBezTo>
                  <a:cubicBezTo>
                    <a:pt x="243" y="655"/>
                    <a:pt x="242" y="656"/>
                    <a:pt x="244" y="657"/>
                  </a:cubicBezTo>
                  <a:cubicBezTo>
                    <a:pt x="244" y="657"/>
                    <a:pt x="244" y="656"/>
                    <a:pt x="243" y="656"/>
                  </a:cubicBezTo>
                  <a:cubicBezTo>
                    <a:pt x="245" y="656"/>
                    <a:pt x="247" y="657"/>
                    <a:pt x="249" y="658"/>
                  </a:cubicBezTo>
                  <a:cubicBezTo>
                    <a:pt x="250" y="658"/>
                    <a:pt x="247" y="657"/>
                    <a:pt x="246" y="658"/>
                  </a:cubicBezTo>
                  <a:cubicBezTo>
                    <a:pt x="248" y="659"/>
                    <a:pt x="250" y="658"/>
                    <a:pt x="251" y="659"/>
                  </a:cubicBezTo>
                  <a:cubicBezTo>
                    <a:pt x="253" y="658"/>
                    <a:pt x="259" y="661"/>
                    <a:pt x="263" y="663"/>
                  </a:cubicBezTo>
                  <a:cubicBezTo>
                    <a:pt x="266" y="662"/>
                    <a:pt x="268" y="662"/>
                    <a:pt x="263" y="661"/>
                  </a:cubicBezTo>
                  <a:cubicBezTo>
                    <a:pt x="264" y="662"/>
                    <a:pt x="262" y="661"/>
                    <a:pt x="260" y="660"/>
                  </a:cubicBezTo>
                  <a:cubicBezTo>
                    <a:pt x="259" y="660"/>
                    <a:pt x="261" y="660"/>
                    <a:pt x="261" y="660"/>
                  </a:cubicBezTo>
                  <a:cubicBezTo>
                    <a:pt x="261" y="659"/>
                    <a:pt x="254" y="658"/>
                    <a:pt x="251" y="657"/>
                  </a:cubicBezTo>
                  <a:cubicBezTo>
                    <a:pt x="261" y="659"/>
                    <a:pt x="276" y="663"/>
                    <a:pt x="289" y="664"/>
                  </a:cubicBezTo>
                  <a:cubicBezTo>
                    <a:pt x="289" y="664"/>
                    <a:pt x="288" y="664"/>
                    <a:pt x="287" y="664"/>
                  </a:cubicBezTo>
                  <a:cubicBezTo>
                    <a:pt x="289" y="665"/>
                    <a:pt x="291" y="665"/>
                    <a:pt x="293" y="665"/>
                  </a:cubicBezTo>
                  <a:cubicBezTo>
                    <a:pt x="293" y="666"/>
                    <a:pt x="295" y="665"/>
                    <a:pt x="297" y="666"/>
                  </a:cubicBezTo>
                  <a:cubicBezTo>
                    <a:pt x="299" y="667"/>
                    <a:pt x="293" y="666"/>
                    <a:pt x="296" y="667"/>
                  </a:cubicBezTo>
                  <a:cubicBezTo>
                    <a:pt x="299" y="666"/>
                    <a:pt x="300" y="667"/>
                    <a:pt x="305" y="668"/>
                  </a:cubicBezTo>
                  <a:cubicBezTo>
                    <a:pt x="307" y="667"/>
                    <a:pt x="309" y="667"/>
                    <a:pt x="312" y="668"/>
                  </a:cubicBezTo>
                  <a:cubicBezTo>
                    <a:pt x="315" y="668"/>
                    <a:pt x="317" y="668"/>
                    <a:pt x="319" y="668"/>
                  </a:cubicBezTo>
                  <a:cubicBezTo>
                    <a:pt x="322" y="669"/>
                    <a:pt x="327" y="669"/>
                    <a:pt x="332" y="669"/>
                  </a:cubicBezTo>
                  <a:cubicBezTo>
                    <a:pt x="338" y="669"/>
                    <a:pt x="344" y="669"/>
                    <a:pt x="349" y="670"/>
                  </a:cubicBezTo>
                  <a:cubicBezTo>
                    <a:pt x="349" y="669"/>
                    <a:pt x="352" y="668"/>
                    <a:pt x="353" y="669"/>
                  </a:cubicBezTo>
                  <a:cubicBezTo>
                    <a:pt x="356" y="668"/>
                    <a:pt x="355" y="668"/>
                    <a:pt x="355" y="668"/>
                  </a:cubicBezTo>
                  <a:cubicBezTo>
                    <a:pt x="356" y="668"/>
                    <a:pt x="357" y="667"/>
                    <a:pt x="358" y="668"/>
                  </a:cubicBezTo>
                  <a:cubicBezTo>
                    <a:pt x="357" y="668"/>
                    <a:pt x="358" y="669"/>
                    <a:pt x="356" y="669"/>
                  </a:cubicBezTo>
                  <a:cubicBezTo>
                    <a:pt x="359" y="670"/>
                    <a:pt x="357" y="668"/>
                    <a:pt x="361" y="669"/>
                  </a:cubicBezTo>
                  <a:cubicBezTo>
                    <a:pt x="362" y="667"/>
                    <a:pt x="363" y="668"/>
                    <a:pt x="367" y="667"/>
                  </a:cubicBezTo>
                  <a:cubicBezTo>
                    <a:pt x="368" y="668"/>
                    <a:pt x="366" y="668"/>
                    <a:pt x="365" y="669"/>
                  </a:cubicBezTo>
                  <a:cubicBezTo>
                    <a:pt x="371" y="667"/>
                    <a:pt x="380" y="667"/>
                    <a:pt x="384" y="664"/>
                  </a:cubicBezTo>
                  <a:cubicBezTo>
                    <a:pt x="387" y="663"/>
                    <a:pt x="387" y="664"/>
                    <a:pt x="389" y="664"/>
                  </a:cubicBezTo>
                  <a:cubicBezTo>
                    <a:pt x="391" y="664"/>
                    <a:pt x="388" y="665"/>
                    <a:pt x="390" y="665"/>
                  </a:cubicBezTo>
                  <a:cubicBezTo>
                    <a:pt x="392" y="664"/>
                    <a:pt x="392" y="664"/>
                    <a:pt x="391" y="664"/>
                  </a:cubicBezTo>
                  <a:cubicBezTo>
                    <a:pt x="394" y="663"/>
                    <a:pt x="394" y="663"/>
                    <a:pt x="396" y="662"/>
                  </a:cubicBezTo>
                  <a:cubicBezTo>
                    <a:pt x="398" y="663"/>
                    <a:pt x="394" y="665"/>
                    <a:pt x="391" y="665"/>
                  </a:cubicBezTo>
                  <a:cubicBezTo>
                    <a:pt x="393" y="665"/>
                    <a:pt x="392" y="665"/>
                    <a:pt x="391" y="665"/>
                  </a:cubicBezTo>
                  <a:cubicBezTo>
                    <a:pt x="396" y="666"/>
                    <a:pt x="402" y="666"/>
                    <a:pt x="408" y="662"/>
                  </a:cubicBezTo>
                  <a:cubicBezTo>
                    <a:pt x="411" y="662"/>
                    <a:pt x="406" y="664"/>
                    <a:pt x="408" y="664"/>
                  </a:cubicBezTo>
                  <a:cubicBezTo>
                    <a:pt x="411" y="662"/>
                    <a:pt x="417" y="662"/>
                    <a:pt x="421" y="661"/>
                  </a:cubicBezTo>
                  <a:cubicBezTo>
                    <a:pt x="422" y="660"/>
                    <a:pt x="422" y="660"/>
                    <a:pt x="423" y="659"/>
                  </a:cubicBezTo>
                  <a:cubicBezTo>
                    <a:pt x="423" y="660"/>
                    <a:pt x="422" y="660"/>
                    <a:pt x="423" y="660"/>
                  </a:cubicBezTo>
                  <a:cubicBezTo>
                    <a:pt x="426" y="659"/>
                    <a:pt x="424" y="660"/>
                    <a:pt x="426" y="659"/>
                  </a:cubicBezTo>
                  <a:cubicBezTo>
                    <a:pt x="426" y="659"/>
                    <a:pt x="425" y="659"/>
                    <a:pt x="426" y="659"/>
                  </a:cubicBezTo>
                  <a:cubicBezTo>
                    <a:pt x="429" y="659"/>
                    <a:pt x="431" y="658"/>
                    <a:pt x="431" y="657"/>
                  </a:cubicBezTo>
                  <a:cubicBezTo>
                    <a:pt x="432" y="658"/>
                    <a:pt x="432" y="657"/>
                    <a:pt x="433" y="657"/>
                  </a:cubicBezTo>
                  <a:cubicBezTo>
                    <a:pt x="433" y="657"/>
                    <a:pt x="432" y="658"/>
                    <a:pt x="432" y="658"/>
                  </a:cubicBezTo>
                  <a:cubicBezTo>
                    <a:pt x="437" y="657"/>
                    <a:pt x="447" y="655"/>
                    <a:pt x="450" y="652"/>
                  </a:cubicBezTo>
                  <a:cubicBezTo>
                    <a:pt x="456" y="651"/>
                    <a:pt x="454" y="650"/>
                    <a:pt x="457" y="650"/>
                  </a:cubicBezTo>
                  <a:cubicBezTo>
                    <a:pt x="460" y="647"/>
                    <a:pt x="462" y="647"/>
                    <a:pt x="466" y="645"/>
                  </a:cubicBezTo>
                  <a:cubicBezTo>
                    <a:pt x="465" y="645"/>
                    <a:pt x="463" y="645"/>
                    <a:pt x="462" y="646"/>
                  </a:cubicBezTo>
                  <a:cubicBezTo>
                    <a:pt x="463" y="644"/>
                    <a:pt x="465" y="645"/>
                    <a:pt x="467" y="643"/>
                  </a:cubicBezTo>
                  <a:cubicBezTo>
                    <a:pt x="468" y="643"/>
                    <a:pt x="467" y="644"/>
                    <a:pt x="466" y="645"/>
                  </a:cubicBezTo>
                  <a:cubicBezTo>
                    <a:pt x="470" y="643"/>
                    <a:pt x="474" y="642"/>
                    <a:pt x="478" y="640"/>
                  </a:cubicBezTo>
                  <a:cubicBezTo>
                    <a:pt x="478" y="640"/>
                    <a:pt x="477" y="641"/>
                    <a:pt x="477" y="642"/>
                  </a:cubicBezTo>
                  <a:cubicBezTo>
                    <a:pt x="478" y="641"/>
                    <a:pt x="480" y="640"/>
                    <a:pt x="482" y="639"/>
                  </a:cubicBezTo>
                  <a:cubicBezTo>
                    <a:pt x="483" y="636"/>
                    <a:pt x="496" y="633"/>
                    <a:pt x="501" y="629"/>
                  </a:cubicBezTo>
                  <a:cubicBezTo>
                    <a:pt x="494" y="632"/>
                    <a:pt x="487" y="635"/>
                    <a:pt x="480" y="638"/>
                  </a:cubicBezTo>
                  <a:cubicBezTo>
                    <a:pt x="482" y="637"/>
                    <a:pt x="485" y="636"/>
                    <a:pt x="487" y="635"/>
                  </a:cubicBezTo>
                  <a:cubicBezTo>
                    <a:pt x="488" y="634"/>
                    <a:pt x="484" y="636"/>
                    <a:pt x="483" y="636"/>
                  </a:cubicBezTo>
                  <a:cubicBezTo>
                    <a:pt x="486" y="634"/>
                    <a:pt x="486" y="634"/>
                    <a:pt x="486" y="634"/>
                  </a:cubicBezTo>
                  <a:cubicBezTo>
                    <a:pt x="487" y="633"/>
                    <a:pt x="487" y="634"/>
                    <a:pt x="488" y="634"/>
                  </a:cubicBezTo>
                  <a:cubicBezTo>
                    <a:pt x="493" y="631"/>
                    <a:pt x="492" y="630"/>
                    <a:pt x="498" y="627"/>
                  </a:cubicBezTo>
                  <a:cubicBezTo>
                    <a:pt x="499" y="627"/>
                    <a:pt x="495" y="630"/>
                    <a:pt x="493" y="631"/>
                  </a:cubicBezTo>
                  <a:cubicBezTo>
                    <a:pt x="494" y="631"/>
                    <a:pt x="495" y="631"/>
                    <a:pt x="494" y="632"/>
                  </a:cubicBezTo>
                  <a:cubicBezTo>
                    <a:pt x="495" y="631"/>
                    <a:pt x="497" y="627"/>
                    <a:pt x="502" y="626"/>
                  </a:cubicBezTo>
                  <a:cubicBezTo>
                    <a:pt x="503" y="626"/>
                    <a:pt x="503" y="626"/>
                    <a:pt x="501" y="627"/>
                  </a:cubicBezTo>
                  <a:cubicBezTo>
                    <a:pt x="504" y="627"/>
                    <a:pt x="505" y="623"/>
                    <a:pt x="509" y="622"/>
                  </a:cubicBezTo>
                  <a:cubicBezTo>
                    <a:pt x="511" y="621"/>
                    <a:pt x="508" y="624"/>
                    <a:pt x="510" y="623"/>
                  </a:cubicBezTo>
                  <a:cubicBezTo>
                    <a:pt x="511" y="622"/>
                    <a:pt x="511" y="622"/>
                    <a:pt x="510" y="622"/>
                  </a:cubicBezTo>
                  <a:cubicBezTo>
                    <a:pt x="510" y="622"/>
                    <a:pt x="513" y="620"/>
                    <a:pt x="512" y="620"/>
                  </a:cubicBezTo>
                  <a:cubicBezTo>
                    <a:pt x="513" y="619"/>
                    <a:pt x="517" y="617"/>
                    <a:pt x="516" y="617"/>
                  </a:cubicBezTo>
                  <a:cubicBezTo>
                    <a:pt x="517" y="616"/>
                    <a:pt x="518" y="615"/>
                    <a:pt x="520" y="615"/>
                  </a:cubicBezTo>
                  <a:cubicBezTo>
                    <a:pt x="520" y="615"/>
                    <a:pt x="517" y="618"/>
                    <a:pt x="518" y="618"/>
                  </a:cubicBezTo>
                  <a:cubicBezTo>
                    <a:pt x="519" y="617"/>
                    <a:pt x="521" y="616"/>
                    <a:pt x="522" y="614"/>
                  </a:cubicBezTo>
                  <a:cubicBezTo>
                    <a:pt x="524" y="614"/>
                    <a:pt x="523" y="615"/>
                    <a:pt x="525" y="614"/>
                  </a:cubicBezTo>
                  <a:cubicBezTo>
                    <a:pt x="528" y="611"/>
                    <a:pt x="531" y="609"/>
                    <a:pt x="534" y="607"/>
                  </a:cubicBezTo>
                  <a:cubicBezTo>
                    <a:pt x="536" y="607"/>
                    <a:pt x="532" y="609"/>
                    <a:pt x="532" y="610"/>
                  </a:cubicBezTo>
                  <a:cubicBezTo>
                    <a:pt x="536" y="608"/>
                    <a:pt x="536" y="605"/>
                    <a:pt x="541" y="603"/>
                  </a:cubicBezTo>
                  <a:cubicBezTo>
                    <a:pt x="542" y="602"/>
                    <a:pt x="542" y="600"/>
                    <a:pt x="544" y="600"/>
                  </a:cubicBezTo>
                  <a:cubicBezTo>
                    <a:pt x="545" y="599"/>
                    <a:pt x="542" y="601"/>
                    <a:pt x="541" y="601"/>
                  </a:cubicBezTo>
                  <a:cubicBezTo>
                    <a:pt x="543" y="599"/>
                    <a:pt x="543" y="599"/>
                    <a:pt x="543" y="599"/>
                  </a:cubicBezTo>
                  <a:cubicBezTo>
                    <a:pt x="546" y="598"/>
                    <a:pt x="549" y="595"/>
                    <a:pt x="552" y="593"/>
                  </a:cubicBezTo>
                  <a:cubicBezTo>
                    <a:pt x="553" y="593"/>
                    <a:pt x="548" y="597"/>
                    <a:pt x="546" y="597"/>
                  </a:cubicBezTo>
                  <a:cubicBezTo>
                    <a:pt x="545" y="599"/>
                    <a:pt x="544" y="600"/>
                    <a:pt x="543" y="601"/>
                  </a:cubicBezTo>
                  <a:cubicBezTo>
                    <a:pt x="544" y="600"/>
                    <a:pt x="549" y="598"/>
                    <a:pt x="551" y="595"/>
                  </a:cubicBezTo>
                  <a:cubicBezTo>
                    <a:pt x="553" y="594"/>
                    <a:pt x="551" y="596"/>
                    <a:pt x="553" y="595"/>
                  </a:cubicBezTo>
                  <a:cubicBezTo>
                    <a:pt x="554" y="592"/>
                    <a:pt x="560" y="587"/>
                    <a:pt x="565" y="583"/>
                  </a:cubicBezTo>
                  <a:cubicBezTo>
                    <a:pt x="566" y="583"/>
                    <a:pt x="563" y="585"/>
                    <a:pt x="563" y="586"/>
                  </a:cubicBezTo>
                  <a:cubicBezTo>
                    <a:pt x="565" y="584"/>
                    <a:pt x="565" y="585"/>
                    <a:pt x="567" y="584"/>
                  </a:cubicBezTo>
                  <a:cubicBezTo>
                    <a:pt x="569" y="581"/>
                    <a:pt x="572" y="579"/>
                    <a:pt x="574" y="576"/>
                  </a:cubicBezTo>
                  <a:cubicBezTo>
                    <a:pt x="578" y="574"/>
                    <a:pt x="577" y="573"/>
                    <a:pt x="581" y="567"/>
                  </a:cubicBezTo>
                  <a:cubicBezTo>
                    <a:pt x="579" y="569"/>
                    <a:pt x="578" y="571"/>
                    <a:pt x="576" y="573"/>
                  </a:cubicBezTo>
                  <a:cubicBezTo>
                    <a:pt x="575" y="574"/>
                    <a:pt x="575" y="574"/>
                    <a:pt x="576" y="574"/>
                  </a:cubicBezTo>
                  <a:cubicBezTo>
                    <a:pt x="575" y="575"/>
                    <a:pt x="574" y="576"/>
                    <a:pt x="572" y="577"/>
                  </a:cubicBezTo>
                  <a:cubicBezTo>
                    <a:pt x="571" y="578"/>
                    <a:pt x="573" y="575"/>
                    <a:pt x="574" y="575"/>
                  </a:cubicBezTo>
                  <a:cubicBezTo>
                    <a:pt x="573" y="575"/>
                    <a:pt x="567" y="578"/>
                    <a:pt x="566" y="581"/>
                  </a:cubicBezTo>
                  <a:cubicBezTo>
                    <a:pt x="564" y="582"/>
                    <a:pt x="558" y="587"/>
                    <a:pt x="555" y="590"/>
                  </a:cubicBezTo>
                  <a:cubicBezTo>
                    <a:pt x="554" y="590"/>
                    <a:pt x="554" y="589"/>
                    <a:pt x="553" y="592"/>
                  </a:cubicBezTo>
                  <a:cubicBezTo>
                    <a:pt x="547" y="595"/>
                    <a:pt x="542" y="599"/>
                    <a:pt x="537" y="603"/>
                  </a:cubicBezTo>
                  <a:cubicBezTo>
                    <a:pt x="536" y="602"/>
                    <a:pt x="531" y="607"/>
                    <a:pt x="532" y="605"/>
                  </a:cubicBezTo>
                  <a:cubicBezTo>
                    <a:pt x="531" y="606"/>
                    <a:pt x="529" y="607"/>
                    <a:pt x="527" y="609"/>
                  </a:cubicBezTo>
                  <a:cubicBezTo>
                    <a:pt x="528" y="608"/>
                    <a:pt x="529" y="608"/>
                    <a:pt x="530" y="607"/>
                  </a:cubicBezTo>
                  <a:cubicBezTo>
                    <a:pt x="529" y="608"/>
                    <a:pt x="528" y="609"/>
                    <a:pt x="527" y="610"/>
                  </a:cubicBezTo>
                  <a:cubicBezTo>
                    <a:pt x="527" y="610"/>
                    <a:pt x="527" y="610"/>
                    <a:pt x="527" y="609"/>
                  </a:cubicBezTo>
                  <a:cubicBezTo>
                    <a:pt x="526" y="609"/>
                    <a:pt x="524" y="610"/>
                    <a:pt x="523" y="611"/>
                  </a:cubicBezTo>
                  <a:cubicBezTo>
                    <a:pt x="522" y="612"/>
                    <a:pt x="523" y="612"/>
                    <a:pt x="522" y="612"/>
                  </a:cubicBezTo>
                  <a:cubicBezTo>
                    <a:pt x="521" y="613"/>
                    <a:pt x="519" y="613"/>
                    <a:pt x="518" y="615"/>
                  </a:cubicBezTo>
                  <a:cubicBezTo>
                    <a:pt x="517" y="615"/>
                    <a:pt x="516" y="615"/>
                    <a:pt x="515" y="616"/>
                  </a:cubicBezTo>
                  <a:cubicBezTo>
                    <a:pt x="514" y="616"/>
                    <a:pt x="518" y="613"/>
                    <a:pt x="515" y="615"/>
                  </a:cubicBezTo>
                  <a:cubicBezTo>
                    <a:pt x="514" y="616"/>
                    <a:pt x="511" y="618"/>
                    <a:pt x="508" y="620"/>
                  </a:cubicBezTo>
                  <a:cubicBezTo>
                    <a:pt x="505" y="621"/>
                    <a:pt x="502" y="623"/>
                    <a:pt x="501" y="623"/>
                  </a:cubicBezTo>
                  <a:cubicBezTo>
                    <a:pt x="499" y="623"/>
                    <a:pt x="501" y="624"/>
                    <a:pt x="499" y="625"/>
                  </a:cubicBezTo>
                  <a:cubicBezTo>
                    <a:pt x="499" y="625"/>
                    <a:pt x="498" y="625"/>
                    <a:pt x="498" y="626"/>
                  </a:cubicBezTo>
                  <a:cubicBezTo>
                    <a:pt x="495" y="627"/>
                    <a:pt x="497" y="625"/>
                    <a:pt x="494" y="626"/>
                  </a:cubicBezTo>
                  <a:cubicBezTo>
                    <a:pt x="491" y="629"/>
                    <a:pt x="483" y="632"/>
                    <a:pt x="478" y="634"/>
                  </a:cubicBezTo>
                  <a:cubicBezTo>
                    <a:pt x="477" y="635"/>
                    <a:pt x="475" y="636"/>
                    <a:pt x="474" y="637"/>
                  </a:cubicBezTo>
                  <a:cubicBezTo>
                    <a:pt x="477" y="636"/>
                    <a:pt x="476" y="635"/>
                    <a:pt x="479" y="634"/>
                  </a:cubicBezTo>
                  <a:cubicBezTo>
                    <a:pt x="478" y="636"/>
                    <a:pt x="478" y="635"/>
                    <a:pt x="480" y="635"/>
                  </a:cubicBezTo>
                  <a:cubicBezTo>
                    <a:pt x="477" y="638"/>
                    <a:pt x="473" y="639"/>
                    <a:pt x="472" y="639"/>
                  </a:cubicBezTo>
                  <a:cubicBezTo>
                    <a:pt x="473" y="637"/>
                    <a:pt x="475" y="638"/>
                    <a:pt x="476" y="636"/>
                  </a:cubicBezTo>
                  <a:cubicBezTo>
                    <a:pt x="474" y="638"/>
                    <a:pt x="472" y="637"/>
                    <a:pt x="474" y="636"/>
                  </a:cubicBezTo>
                  <a:cubicBezTo>
                    <a:pt x="471" y="637"/>
                    <a:pt x="467" y="638"/>
                    <a:pt x="463" y="640"/>
                  </a:cubicBezTo>
                  <a:cubicBezTo>
                    <a:pt x="464" y="639"/>
                    <a:pt x="464" y="639"/>
                    <a:pt x="461" y="640"/>
                  </a:cubicBezTo>
                  <a:cubicBezTo>
                    <a:pt x="462" y="639"/>
                    <a:pt x="464" y="638"/>
                    <a:pt x="467" y="638"/>
                  </a:cubicBezTo>
                  <a:cubicBezTo>
                    <a:pt x="468" y="637"/>
                    <a:pt x="465" y="638"/>
                    <a:pt x="466" y="637"/>
                  </a:cubicBezTo>
                  <a:cubicBezTo>
                    <a:pt x="464" y="638"/>
                    <a:pt x="462" y="639"/>
                    <a:pt x="460" y="640"/>
                  </a:cubicBezTo>
                  <a:cubicBezTo>
                    <a:pt x="459" y="641"/>
                    <a:pt x="461" y="640"/>
                    <a:pt x="463" y="640"/>
                  </a:cubicBezTo>
                  <a:cubicBezTo>
                    <a:pt x="459" y="642"/>
                    <a:pt x="456" y="642"/>
                    <a:pt x="453" y="644"/>
                  </a:cubicBezTo>
                  <a:cubicBezTo>
                    <a:pt x="452" y="645"/>
                    <a:pt x="453" y="645"/>
                    <a:pt x="453" y="646"/>
                  </a:cubicBezTo>
                  <a:cubicBezTo>
                    <a:pt x="449" y="647"/>
                    <a:pt x="453" y="645"/>
                    <a:pt x="450" y="646"/>
                  </a:cubicBezTo>
                  <a:cubicBezTo>
                    <a:pt x="449" y="646"/>
                    <a:pt x="451" y="645"/>
                    <a:pt x="451" y="645"/>
                  </a:cubicBezTo>
                  <a:cubicBezTo>
                    <a:pt x="448" y="645"/>
                    <a:pt x="440" y="648"/>
                    <a:pt x="435" y="648"/>
                  </a:cubicBezTo>
                  <a:cubicBezTo>
                    <a:pt x="431" y="651"/>
                    <a:pt x="426" y="651"/>
                    <a:pt x="421" y="653"/>
                  </a:cubicBezTo>
                  <a:cubicBezTo>
                    <a:pt x="419" y="652"/>
                    <a:pt x="424" y="651"/>
                    <a:pt x="424" y="650"/>
                  </a:cubicBezTo>
                  <a:cubicBezTo>
                    <a:pt x="421" y="650"/>
                    <a:pt x="420" y="652"/>
                    <a:pt x="419" y="651"/>
                  </a:cubicBezTo>
                  <a:cubicBezTo>
                    <a:pt x="418" y="652"/>
                    <a:pt x="418" y="652"/>
                    <a:pt x="419" y="653"/>
                  </a:cubicBezTo>
                  <a:cubicBezTo>
                    <a:pt x="415" y="654"/>
                    <a:pt x="410" y="655"/>
                    <a:pt x="406" y="655"/>
                  </a:cubicBezTo>
                  <a:cubicBezTo>
                    <a:pt x="405" y="657"/>
                    <a:pt x="401" y="657"/>
                    <a:pt x="398" y="658"/>
                  </a:cubicBezTo>
                  <a:cubicBezTo>
                    <a:pt x="397" y="658"/>
                    <a:pt x="398" y="657"/>
                    <a:pt x="399" y="657"/>
                  </a:cubicBezTo>
                  <a:cubicBezTo>
                    <a:pt x="400" y="657"/>
                    <a:pt x="401" y="657"/>
                    <a:pt x="402" y="657"/>
                  </a:cubicBezTo>
                  <a:cubicBezTo>
                    <a:pt x="403" y="656"/>
                    <a:pt x="403" y="656"/>
                    <a:pt x="403" y="656"/>
                  </a:cubicBezTo>
                  <a:cubicBezTo>
                    <a:pt x="404" y="656"/>
                    <a:pt x="404" y="656"/>
                    <a:pt x="404" y="656"/>
                  </a:cubicBezTo>
                  <a:cubicBezTo>
                    <a:pt x="401" y="656"/>
                    <a:pt x="399" y="657"/>
                    <a:pt x="397" y="656"/>
                  </a:cubicBezTo>
                  <a:cubicBezTo>
                    <a:pt x="398" y="656"/>
                    <a:pt x="400" y="656"/>
                    <a:pt x="401" y="655"/>
                  </a:cubicBezTo>
                  <a:cubicBezTo>
                    <a:pt x="402" y="654"/>
                    <a:pt x="398" y="656"/>
                    <a:pt x="396" y="656"/>
                  </a:cubicBezTo>
                  <a:cubicBezTo>
                    <a:pt x="400" y="653"/>
                    <a:pt x="392" y="656"/>
                    <a:pt x="388" y="656"/>
                  </a:cubicBezTo>
                  <a:cubicBezTo>
                    <a:pt x="389" y="657"/>
                    <a:pt x="388" y="658"/>
                    <a:pt x="385" y="658"/>
                  </a:cubicBezTo>
                  <a:cubicBezTo>
                    <a:pt x="387" y="657"/>
                    <a:pt x="384" y="658"/>
                    <a:pt x="383" y="657"/>
                  </a:cubicBezTo>
                  <a:cubicBezTo>
                    <a:pt x="383" y="657"/>
                    <a:pt x="382" y="657"/>
                    <a:pt x="382" y="657"/>
                  </a:cubicBezTo>
                  <a:cubicBezTo>
                    <a:pt x="383" y="658"/>
                    <a:pt x="379" y="658"/>
                    <a:pt x="378" y="659"/>
                  </a:cubicBezTo>
                  <a:cubicBezTo>
                    <a:pt x="376" y="659"/>
                    <a:pt x="371" y="659"/>
                    <a:pt x="367" y="660"/>
                  </a:cubicBezTo>
                  <a:cubicBezTo>
                    <a:pt x="365" y="660"/>
                    <a:pt x="367" y="659"/>
                    <a:pt x="367" y="659"/>
                  </a:cubicBezTo>
                  <a:cubicBezTo>
                    <a:pt x="364" y="659"/>
                    <a:pt x="361" y="659"/>
                    <a:pt x="359" y="658"/>
                  </a:cubicBezTo>
                  <a:cubicBezTo>
                    <a:pt x="358" y="659"/>
                    <a:pt x="357" y="659"/>
                    <a:pt x="356" y="659"/>
                  </a:cubicBezTo>
                  <a:cubicBezTo>
                    <a:pt x="359" y="660"/>
                    <a:pt x="359" y="660"/>
                    <a:pt x="359" y="660"/>
                  </a:cubicBezTo>
                  <a:cubicBezTo>
                    <a:pt x="361" y="659"/>
                    <a:pt x="363" y="660"/>
                    <a:pt x="365" y="659"/>
                  </a:cubicBezTo>
                  <a:cubicBezTo>
                    <a:pt x="362" y="660"/>
                    <a:pt x="360" y="659"/>
                    <a:pt x="357" y="660"/>
                  </a:cubicBezTo>
                  <a:cubicBezTo>
                    <a:pt x="357" y="658"/>
                    <a:pt x="350" y="660"/>
                    <a:pt x="345" y="659"/>
                  </a:cubicBezTo>
                  <a:cubicBezTo>
                    <a:pt x="347" y="659"/>
                    <a:pt x="349" y="659"/>
                    <a:pt x="351" y="659"/>
                  </a:cubicBezTo>
                  <a:cubicBezTo>
                    <a:pt x="351" y="658"/>
                    <a:pt x="346" y="659"/>
                    <a:pt x="344" y="659"/>
                  </a:cubicBezTo>
                  <a:cubicBezTo>
                    <a:pt x="343" y="659"/>
                    <a:pt x="343" y="660"/>
                    <a:pt x="342" y="660"/>
                  </a:cubicBezTo>
                  <a:cubicBezTo>
                    <a:pt x="339" y="660"/>
                    <a:pt x="341" y="659"/>
                    <a:pt x="340" y="659"/>
                  </a:cubicBezTo>
                  <a:cubicBezTo>
                    <a:pt x="339" y="659"/>
                    <a:pt x="338" y="659"/>
                    <a:pt x="337" y="659"/>
                  </a:cubicBezTo>
                  <a:cubicBezTo>
                    <a:pt x="337" y="660"/>
                    <a:pt x="334" y="660"/>
                    <a:pt x="331" y="659"/>
                  </a:cubicBezTo>
                  <a:cubicBezTo>
                    <a:pt x="333" y="660"/>
                    <a:pt x="330" y="659"/>
                    <a:pt x="327" y="660"/>
                  </a:cubicBezTo>
                  <a:cubicBezTo>
                    <a:pt x="324" y="659"/>
                    <a:pt x="331" y="659"/>
                    <a:pt x="327" y="658"/>
                  </a:cubicBezTo>
                  <a:cubicBezTo>
                    <a:pt x="326" y="660"/>
                    <a:pt x="324" y="659"/>
                    <a:pt x="322" y="660"/>
                  </a:cubicBezTo>
                  <a:cubicBezTo>
                    <a:pt x="319" y="659"/>
                    <a:pt x="326" y="659"/>
                    <a:pt x="325" y="659"/>
                  </a:cubicBezTo>
                  <a:cubicBezTo>
                    <a:pt x="322" y="658"/>
                    <a:pt x="321" y="658"/>
                    <a:pt x="319" y="659"/>
                  </a:cubicBezTo>
                  <a:cubicBezTo>
                    <a:pt x="316" y="658"/>
                    <a:pt x="321" y="659"/>
                    <a:pt x="320" y="658"/>
                  </a:cubicBezTo>
                  <a:cubicBezTo>
                    <a:pt x="315" y="657"/>
                    <a:pt x="313" y="658"/>
                    <a:pt x="308" y="658"/>
                  </a:cubicBezTo>
                  <a:cubicBezTo>
                    <a:pt x="307" y="658"/>
                    <a:pt x="307" y="657"/>
                    <a:pt x="305" y="657"/>
                  </a:cubicBezTo>
                  <a:cubicBezTo>
                    <a:pt x="302" y="657"/>
                    <a:pt x="300" y="656"/>
                    <a:pt x="297" y="656"/>
                  </a:cubicBezTo>
                  <a:cubicBezTo>
                    <a:pt x="296" y="656"/>
                    <a:pt x="298" y="655"/>
                    <a:pt x="297" y="655"/>
                  </a:cubicBezTo>
                  <a:cubicBezTo>
                    <a:pt x="298" y="655"/>
                    <a:pt x="299" y="655"/>
                    <a:pt x="300" y="655"/>
                  </a:cubicBezTo>
                  <a:cubicBezTo>
                    <a:pt x="302" y="655"/>
                    <a:pt x="300" y="656"/>
                    <a:pt x="300" y="656"/>
                  </a:cubicBezTo>
                  <a:cubicBezTo>
                    <a:pt x="303" y="656"/>
                    <a:pt x="305" y="656"/>
                    <a:pt x="309" y="656"/>
                  </a:cubicBezTo>
                  <a:cubicBezTo>
                    <a:pt x="306" y="656"/>
                    <a:pt x="304" y="655"/>
                    <a:pt x="301" y="655"/>
                  </a:cubicBezTo>
                  <a:cubicBezTo>
                    <a:pt x="299" y="654"/>
                    <a:pt x="304" y="655"/>
                    <a:pt x="303" y="655"/>
                  </a:cubicBezTo>
                  <a:cubicBezTo>
                    <a:pt x="305" y="655"/>
                    <a:pt x="308" y="655"/>
                    <a:pt x="311" y="656"/>
                  </a:cubicBezTo>
                  <a:cubicBezTo>
                    <a:pt x="312" y="655"/>
                    <a:pt x="310" y="655"/>
                    <a:pt x="311" y="655"/>
                  </a:cubicBezTo>
                  <a:cubicBezTo>
                    <a:pt x="314" y="655"/>
                    <a:pt x="312" y="656"/>
                    <a:pt x="314" y="656"/>
                  </a:cubicBezTo>
                  <a:cubicBezTo>
                    <a:pt x="315" y="656"/>
                    <a:pt x="316" y="656"/>
                    <a:pt x="317" y="656"/>
                  </a:cubicBezTo>
                  <a:cubicBezTo>
                    <a:pt x="318" y="654"/>
                    <a:pt x="323" y="657"/>
                    <a:pt x="327" y="656"/>
                  </a:cubicBezTo>
                  <a:cubicBezTo>
                    <a:pt x="329" y="656"/>
                    <a:pt x="326" y="657"/>
                    <a:pt x="329" y="657"/>
                  </a:cubicBezTo>
                  <a:cubicBezTo>
                    <a:pt x="331" y="656"/>
                    <a:pt x="328" y="655"/>
                    <a:pt x="330" y="655"/>
                  </a:cubicBezTo>
                  <a:cubicBezTo>
                    <a:pt x="329" y="654"/>
                    <a:pt x="327" y="655"/>
                    <a:pt x="326" y="654"/>
                  </a:cubicBezTo>
                  <a:cubicBezTo>
                    <a:pt x="325" y="654"/>
                    <a:pt x="326" y="655"/>
                    <a:pt x="327" y="655"/>
                  </a:cubicBezTo>
                  <a:cubicBezTo>
                    <a:pt x="325" y="655"/>
                    <a:pt x="323" y="655"/>
                    <a:pt x="321" y="655"/>
                  </a:cubicBezTo>
                  <a:cubicBezTo>
                    <a:pt x="320" y="654"/>
                    <a:pt x="323" y="654"/>
                    <a:pt x="323" y="654"/>
                  </a:cubicBezTo>
                  <a:cubicBezTo>
                    <a:pt x="326" y="654"/>
                    <a:pt x="328" y="654"/>
                    <a:pt x="331" y="654"/>
                  </a:cubicBezTo>
                  <a:cubicBezTo>
                    <a:pt x="333" y="654"/>
                    <a:pt x="330" y="655"/>
                    <a:pt x="333" y="655"/>
                  </a:cubicBezTo>
                  <a:cubicBezTo>
                    <a:pt x="337" y="652"/>
                    <a:pt x="350" y="654"/>
                    <a:pt x="358" y="653"/>
                  </a:cubicBezTo>
                  <a:cubicBezTo>
                    <a:pt x="358" y="654"/>
                    <a:pt x="355" y="654"/>
                    <a:pt x="357" y="655"/>
                  </a:cubicBezTo>
                  <a:cubicBezTo>
                    <a:pt x="349" y="655"/>
                    <a:pt x="342" y="654"/>
                    <a:pt x="335" y="655"/>
                  </a:cubicBezTo>
                  <a:cubicBezTo>
                    <a:pt x="333" y="655"/>
                    <a:pt x="337" y="655"/>
                    <a:pt x="338" y="655"/>
                  </a:cubicBezTo>
                  <a:cubicBezTo>
                    <a:pt x="340" y="655"/>
                    <a:pt x="343" y="655"/>
                    <a:pt x="340" y="656"/>
                  </a:cubicBezTo>
                  <a:cubicBezTo>
                    <a:pt x="342" y="656"/>
                    <a:pt x="344" y="655"/>
                    <a:pt x="346" y="655"/>
                  </a:cubicBezTo>
                  <a:cubicBezTo>
                    <a:pt x="347" y="656"/>
                    <a:pt x="344" y="656"/>
                    <a:pt x="347" y="657"/>
                  </a:cubicBezTo>
                  <a:cubicBezTo>
                    <a:pt x="349" y="656"/>
                    <a:pt x="350" y="656"/>
                    <a:pt x="353" y="656"/>
                  </a:cubicBezTo>
                  <a:cubicBezTo>
                    <a:pt x="355" y="656"/>
                    <a:pt x="352" y="657"/>
                    <a:pt x="355" y="657"/>
                  </a:cubicBezTo>
                  <a:cubicBezTo>
                    <a:pt x="359" y="657"/>
                    <a:pt x="364" y="656"/>
                    <a:pt x="367" y="655"/>
                  </a:cubicBezTo>
                  <a:cubicBezTo>
                    <a:pt x="367" y="655"/>
                    <a:pt x="368" y="656"/>
                    <a:pt x="367" y="656"/>
                  </a:cubicBezTo>
                  <a:cubicBezTo>
                    <a:pt x="366" y="657"/>
                    <a:pt x="367" y="655"/>
                    <a:pt x="365" y="656"/>
                  </a:cubicBezTo>
                  <a:cubicBezTo>
                    <a:pt x="369" y="657"/>
                    <a:pt x="372" y="655"/>
                    <a:pt x="376" y="656"/>
                  </a:cubicBezTo>
                  <a:cubicBezTo>
                    <a:pt x="380" y="654"/>
                    <a:pt x="380" y="654"/>
                    <a:pt x="380" y="654"/>
                  </a:cubicBezTo>
                  <a:cubicBezTo>
                    <a:pt x="382" y="654"/>
                    <a:pt x="382" y="655"/>
                    <a:pt x="384" y="655"/>
                  </a:cubicBezTo>
                  <a:cubicBezTo>
                    <a:pt x="387" y="653"/>
                    <a:pt x="382" y="654"/>
                    <a:pt x="382" y="654"/>
                  </a:cubicBezTo>
                  <a:cubicBezTo>
                    <a:pt x="384" y="653"/>
                    <a:pt x="386" y="654"/>
                    <a:pt x="388" y="653"/>
                  </a:cubicBezTo>
                  <a:cubicBezTo>
                    <a:pt x="391" y="653"/>
                    <a:pt x="386" y="654"/>
                    <a:pt x="390" y="654"/>
                  </a:cubicBezTo>
                  <a:cubicBezTo>
                    <a:pt x="390" y="654"/>
                    <a:pt x="389" y="654"/>
                    <a:pt x="389" y="654"/>
                  </a:cubicBezTo>
                  <a:cubicBezTo>
                    <a:pt x="394" y="653"/>
                    <a:pt x="398" y="653"/>
                    <a:pt x="403" y="652"/>
                  </a:cubicBezTo>
                  <a:cubicBezTo>
                    <a:pt x="405" y="650"/>
                    <a:pt x="401" y="651"/>
                    <a:pt x="399" y="651"/>
                  </a:cubicBezTo>
                  <a:cubicBezTo>
                    <a:pt x="401" y="650"/>
                    <a:pt x="404" y="648"/>
                    <a:pt x="406" y="648"/>
                  </a:cubicBezTo>
                  <a:cubicBezTo>
                    <a:pt x="407" y="649"/>
                    <a:pt x="403" y="649"/>
                    <a:pt x="404" y="650"/>
                  </a:cubicBezTo>
                  <a:cubicBezTo>
                    <a:pt x="405" y="650"/>
                    <a:pt x="406" y="649"/>
                    <a:pt x="408" y="649"/>
                  </a:cubicBezTo>
                  <a:cubicBezTo>
                    <a:pt x="409" y="648"/>
                    <a:pt x="407" y="648"/>
                    <a:pt x="411" y="647"/>
                  </a:cubicBezTo>
                  <a:cubicBezTo>
                    <a:pt x="412" y="647"/>
                    <a:pt x="412" y="648"/>
                    <a:pt x="411" y="648"/>
                  </a:cubicBezTo>
                  <a:cubicBezTo>
                    <a:pt x="414" y="648"/>
                    <a:pt x="414" y="646"/>
                    <a:pt x="417" y="646"/>
                  </a:cubicBezTo>
                  <a:cubicBezTo>
                    <a:pt x="418" y="647"/>
                    <a:pt x="414" y="648"/>
                    <a:pt x="416" y="648"/>
                  </a:cubicBezTo>
                  <a:cubicBezTo>
                    <a:pt x="418" y="647"/>
                    <a:pt x="418" y="647"/>
                    <a:pt x="419" y="646"/>
                  </a:cubicBezTo>
                  <a:cubicBezTo>
                    <a:pt x="420" y="646"/>
                    <a:pt x="421" y="645"/>
                    <a:pt x="421" y="645"/>
                  </a:cubicBezTo>
                  <a:cubicBezTo>
                    <a:pt x="422" y="646"/>
                    <a:pt x="418" y="647"/>
                    <a:pt x="419" y="647"/>
                  </a:cubicBezTo>
                  <a:cubicBezTo>
                    <a:pt x="422" y="647"/>
                    <a:pt x="422" y="647"/>
                    <a:pt x="425" y="647"/>
                  </a:cubicBezTo>
                  <a:cubicBezTo>
                    <a:pt x="431" y="646"/>
                    <a:pt x="436" y="643"/>
                    <a:pt x="440" y="642"/>
                  </a:cubicBezTo>
                  <a:cubicBezTo>
                    <a:pt x="439" y="643"/>
                    <a:pt x="441" y="643"/>
                    <a:pt x="444" y="642"/>
                  </a:cubicBezTo>
                  <a:cubicBezTo>
                    <a:pt x="448" y="641"/>
                    <a:pt x="452" y="639"/>
                    <a:pt x="454" y="638"/>
                  </a:cubicBezTo>
                  <a:cubicBezTo>
                    <a:pt x="454" y="639"/>
                    <a:pt x="448" y="640"/>
                    <a:pt x="446" y="642"/>
                  </a:cubicBezTo>
                  <a:cubicBezTo>
                    <a:pt x="451" y="641"/>
                    <a:pt x="455" y="638"/>
                    <a:pt x="459" y="638"/>
                  </a:cubicBezTo>
                  <a:cubicBezTo>
                    <a:pt x="459" y="637"/>
                    <a:pt x="458" y="637"/>
                    <a:pt x="457" y="637"/>
                  </a:cubicBezTo>
                  <a:cubicBezTo>
                    <a:pt x="459" y="636"/>
                    <a:pt x="461" y="636"/>
                    <a:pt x="462" y="635"/>
                  </a:cubicBezTo>
                  <a:cubicBezTo>
                    <a:pt x="467" y="635"/>
                    <a:pt x="472" y="631"/>
                    <a:pt x="475" y="631"/>
                  </a:cubicBezTo>
                  <a:cubicBezTo>
                    <a:pt x="480" y="628"/>
                    <a:pt x="483" y="627"/>
                    <a:pt x="487" y="624"/>
                  </a:cubicBezTo>
                  <a:cubicBezTo>
                    <a:pt x="485" y="625"/>
                    <a:pt x="486" y="624"/>
                    <a:pt x="485" y="624"/>
                  </a:cubicBezTo>
                  <a:cubicBezTo>
                    <a:pt x="490" y="620"/>
                    <a:pt x="493" y="621"/>
                    <a:pt x="494" y="622"/>
                  </a:cubicBezTo>
                  <a:cubicBezTo>
                    <a:pt x="495" y="621"/>
                    <a:pt x="493" y="621"/>
                    <a:pt x="494" y="619"/>
                  </a:cubicBezTo>
                  <a:cubicBezTo>
                    <a:pt x="496" y="618"/>
                    <a:pt x="499" y="617"/>
                    <a:pt x="501" y="616"/>
                  </a:cubicBezTo>
                  <a:cubicBezTo>
                    <a:pt x="502" y="616"/>
                    <a:pt x="499" y="618"/>
                    <a:pt x="498" y="619"/>
                  </a:cubicBezTo>
                  <a:cubicBezTo>
                    <a:pt x="497" y="619"/>
                    <a:pt x="506" y="615"/>
                    <a:pt x="508" y="614"/>
                  </a:cubicBezTo>
                  <a:cubicBezTo>
                    <a:pt x="509" y="613"/>
                    <a:pt x="509" y="614"/>
                    <a:pt x="508" y="614"/>
                  </a:cubicBezTo>
                  <a:cubicBezTo>
                    <a:pt x="508" y="615"/>
                    <a:pt x="510" y="613"/>
                    <a:pt x="511" y="612"/>
                  </a:cubicBezTo>
                  <a:cubicBezTo>
                    <a:pt x="512" y="612"/>
                    <a:pt x="510" y="612"/>
                    <a:pt x="510" y="612"/>
                  </a:cubicBezTo>
                  <a:cubicBezTo>
                    <a:pt x="512" y="611"/>
                    <a:pt x="515" y="610"/>
                    <a:pt x="518" y="608"/>
                  </a:cubicBezTo>
                  <a:cubicBezTo>
                    <a:pt x="521" y="607"/>
                    <a:pt x="524" y="605"/>
                    <a:pt x="527" y="602"/>
                  </a:cubicBezTo>
                  <a:cubicBezTo>
                    <a:pt x="530" y="601"/>
                    <a:pt x="530" y="601"/>
                    <a:pt x="530" y="601"/>
                  </a:cubicBezTo>
                  <a:cubicBezTo>
                    <a:pt x="531" y="600"/>
                    <a:pt x="532" y="600"/>
                    <a:pt x="533" y="599"/>
                  </a:cubicBezTo>
                  <a:cubicBezTo>
                    <a:pt x="538" y="597"/>
                    <a:pt x="542" y="592"/>
                    <a:pt x="547" y="590"/>
                  </a:cubicBezTo>
                  <a:cubicBezTo>
                    <a:pt x="551" y="586"/>
                    <a:pt x="556" y="583"/>
                    <a:pt x="560" y="580"/>
                  </a:cubicBezTo>
                  <a:cubicBezTo>
                    <a:pt x="558" y="583"/>
                    <a:pt x="558" y="583"/>
                    <a:pt x="556" y="585"/>
                  </a:cubicBezTo>
                  <a:cubicBezTo>
                    <a:pt x="561" y="581"/>
                    <a:pt x="565" y="575"/>
                    <a:pt x="568" y="574"/>
                  </a:cubicBezTo>
                  <a:cubicBezTo>
                    <a:pt x="567" y="573"/>
                    <a:pt x="570" y="570"/>
                    <a:pt x="568" y="569"/>
                  </a:cubicBezTo>
                  <a:cubicBezTo>
                    <a:pt x="570" y="567"/>
                    <a:pt x="573" y="565"/>
                    <a:pt x="575" y="563"/>
                  </a:cubicBezTo>
                  <a:cubicBezTo>
                    <a:pt x="574" y="562"/>
                    <a:pt x="567" y="571"/>
                    <a:pt x="566" y="569"/>
                  </a:cubicBezTo>
                  <a:cubicBezTo>
                    <a:pt x="566" y="568"/>
                    <a:pt x="568" y="568"/>
                    <a:pt x="569" y="567"/>
                  </a:cubicBezTo>
                  <a:cubicBezTo>
                    <a:pt x="568" y="566"/>
                    <a:pt x="572" y="564"/>
                    <a:pt x="573" y="561"/>
                  </a:cubicBezTo>
                  <a:cubicBezTo>
                    <a:pt x="573" y="562"/>
                    <a:pt x="574" y="563"/>
                    <a:pt x="576" y="561"/>
                  </a:cubicBezTo>
                  <a:cubicBezTo>
                    <a:pt x="575" y="560"/>
                    <a:pt x="577" y="559"/>
                    <a:pt x="578" y="556"/>
                  </a:cubicBezTo>
                  <a:cubicBezTo>
                    <a:pt x="580" y="555"/>
                    <a:pt x="583" y="553"/>
                    <a:pt x="582" y="553"/>
                  </a:cubicBezTo>
                  <a:cubicBezTo>
                    <a:pt x="584" y="551"/>
                    <a:pt x="584" y="553"/>
                    <a:pt x="586" y="551"/>
                  </a:cubicBezTo>
                  <a:cubicBezTo>
                    <a:pt x="587" y="550"/>
                    <a:pt x="586" y="551"/>
                    <a:pt x="585" y="553"/>
                  </a:cubicBezTo>
                  <a:cubicBezTo>
                    <a:pt x="587" y="551"/>
                    <a:pt x="589" y="549"/>
                    <a:pt x="590" y="546"/>
                  </a:cubicBezTo>
                  <a:cubicBezTo>
                    <a:pt x="592" y="545"/>
                    <a:pt x="589" y="549"/>
                    <a:pt x="591" y="548"/>
                  </a:cubicBezTo>
                  <a:cubicBezTo>
                    <a:pt x="592" y="547"/>
                    <a:pt x="592" y="545"/>
                    <a:pt x="594" y="544"/>
                  </a:cubicBezTo>
                  <a:cubicBezTo>
                    <a:pt x="594" y="543"/>
                    <a:pt x="594" y="541"/>
                    <a:pt x="593" y="543"/>
                  </a:cubicBezTo>
                  <a:cubicBezTo>
                    <a:pt x="594" y="540"/>
                    <a:pt x="594" y="541"/>
                    <a:pt x="594" y="539"/>
                  </a:cubicBezTo>
                  <a:cubicBezTo>
                    <a:pt x="595" y="537"/>
                    <a:pt x="597" y="538"/>
                    <a:pt x="597" y="536"/>
                  </a:cubicBezTo>
                  <a:cubicBezTo>
                    <a:pt x="598" y="533"/>
                    <a:pt x="596" y="537"/>
                    <a:pt x="595" y="537"/>
                  </a:cubicBezTo>
                  <a:cubicBezTo>
                    <a:pt x="596" y="536"/>
                    <a:pt x="597" y="535"/>
                    <a:pt x="598" y="533"/>
                  </a:cubicBezTo>
                  <a:cubicBezTo>
                    <a:pt x="599" y="533"/>
                    <a:pt x="597" y="536"/>
                    <a:pt x="599" y="534"/>
                  </a:cubicBezTo>
                  <a:cubicBezTo>
                    <a:pt x="599" y="533"/>
                    <a:pt x="602" y="531"/>
                    <a:pt x="601" y="532"/>
                  </a:cubicBezTo>
                  <a:cubicBezTo>
                    <a:pt x="602" y="528"/>
                    <a:pt x="607" y="523"/>
                    <a:pt x="611" y="520"/>
                  </a:cubicBezTo>
                  <a:cubicBezTo>
                    <a:pt x="611" y="519"/>
                    <a:pt x="611" y="518"/>
                    <a:pt x="611" y="517"/>
                  </a:cubicBezTo>
                  <a:cubicBezTo>
                    <a:pt x="609" y="519"/>
                    <a:pt x="610" y="518"/>
                    <a:pt x="608" y="520"/>
                  </a:cubicBezTo>
                  <a:cubicBezTo>
                    <a:pt x="607" y="521"/>
                    <a:pt x="608" y="520"/>
                    <a:pt x="609" y="520"/>
                  </a:cubicBezTo>
                  <a:cubicBezTo>
                    <a:pt x="606" y="524"/>
                    <a:pt x="602" y="528"/>
                    <a:pt x="599" y="532"/>
                  </a:cubicBezTo>
                  <a:cubicBezTo>
                    <a:pt x="601" y="528"/>
                    <a:pt x="605" y="525"/>
                    <a:pt x="607" y="521"/>
                  </a:cubicBezTo>
                  <a:cubicBezTo>
                    <a:pt x="605" y="523"/>
                    <a:pt x="604" y="524"/>
                    <a:pt x="602" y="526"/>
                  </a:cubicBezTo>
                  <a:cubicBezTo>
                    <a:pt x="603" y="524"/>
                    <a:pt x="605" y="522"/>
                    <a:pt x="606" y="519"/>
                  </a:cubicBezTo>
                  <a:cubicBezTo>
                    <a:pt x="607" y="519"/>
                    <a:pt x="606" y="521"/>
                    <a:pt x="608" y="519"/>
                  </a:cubicBezTo>
                  <a:cubicBezTo>
                    <a:pt x="608" y="518"/>
                    <a:pt x="609" y="518"/>
                    <a:pt x="609" y="516"/>
                  </a:cubicBezTo>
                  <a:cubicBezTo>
                    <a:pt x="610" y="515"/>
                    <a:pt x="610" y="517"/>
                    <a:pt x="610" y="518"/>
                  </a:cubicBezTo>
                  <a:cubicBezTo>
                    <a:pt x="610" y="517"/>
                    <a:pt x="611" y="515"/>
                    <a:pt x="612" y="515"/>
                  </a:cubicBezTo>
                  <a:cubicBezTo>
                    <a:pt x="611" y="513"/>
                    <a:pt x="614" y="510"/>
                    <a:pt x="614" y="509"/>
                  </a:cubicBezTo>
                  <a:cubicBezTo>
                    <a:pt x="616" y="507"/>
                    <a:pt x="614" y="510"/>
                    <a:pt x="616" y="509"/>
                  </a:cubicBezTo>
                  <a:cubicBezTo>
                    <a:pt x="617" y="506"/>
                    <a:pt x="621" y="501"/>
                    <a:pt x="621" y="501"/>
                  </a:cubicBezTo>
                  <a:cubicBezTo>
                    <a:pt x="623" y="498"/>
                    <a:pt x="624" y="498"/>
                    <a:pt x="625" y="495"/>
                  </a:cubicBezTo>
                  <a:cubicBezTo>
                    <a:pt x="627" y="494"/>
                    <a:pt x="625" y="497"/>
                    <a:pt x="625" y="498"/>
                  </a:cubicBezTo>
                  <a:cubicBezTo>
                    <a:pt x="627" y="495"/>
                    <a:pt x="628" y="491"/>
                    <a:pt x="630" y="488"/>
                  </a:cubicBezTo>
                  <a:cubicBezTo>
                    <a:pt x="631" y="487"/>
                    <a:pt x="631" y="487"/>
                    <a:pt x="630" y="486"/>
                  </a:cubicBezTo>
                  <a:cubicBezTo>
                    <a:pt x="631" y="484"/>
                    <a:pt x="633" y="480"/>
                    <a:pt x="632" y="480"/>
                  </a:cubicBezTo>
                  <a:cubicBezTo>
                    <a:pt x="634" y="477"/>
                    <a:pt x="632" y="481"/>
                    <a:pt x="634" y="479"/>
                  </a:cubicBezTo>
                  <a:cubicBezTo>
                    <a:pt x="635" y="478"/>
                    <a:pt x="635" y="475"/>
                    <a:pt x="636" y="474"/>
                  </a:cubicBezTo>
                  <a:cubicBezTo>
                    <a:pt x="637" y="472"/>
                    <a:pt x="636" y="473"/>
                    <a:pt x="637" y="471"/>
                  </a:cubicBezTo>
                  <a:cubicBezTo>
                    <a:pt x="638" y="469"/>
                    <a:pt x="637" y="474"/>
                    <a:pt x="637" y="474"/>
                  </a:cubicBezTo>
                  <a:cubicBezTo>
                    <a:pt x="637" y="476"/>
                    <a:pt x="635" y="476"/>
                    <a:pt x="635" y="478"/>
                  </a:cubicBezTo>
                  <a:cubicBezTo>
                    <a:pt x="636" y="478"/>
                    <a:pt x="638" y="473"/>
                    <a:pt x="639" y="471"/>
                  </a:cubicBezTo>
                  <a:cubicBezTo>
                    <a:pt x="640" y="469"/>
                    <a:pt x="640" y="470"/>
                    <a:pt x="641" y="469"/>
                  </a:cubicBezTo>
                  <a:cubicBezTo>
                    <a:pt x="641" y="467"/>
                    <a:pt x="642" y="465"/>
                    <a:pt x="643" y="463"/>
                  </a:cubicBezTo>
                  <a:cubicBezTo>
                    <a:pt x="643" y="461"/>
                    <a:pt x="644" y="459"/>
                    <a:pt x="645" y="459"/>
                  </a:cubicBezTo>
                  <a:cubicBezTo>
                    <a:pt x="645" y="458"/>
                    <a:pt x="645" y="457"/>
                    <a:pt x="645" y="458"/>
                  </a:cubicBezTo>
                  <a:cubicBezTo>
                    <a:pt x="645" y="456"/>
                    <a:pt x="646" y="453"/>
                    <a:pt x="648" y="452"/>
                  </a:cubicBezTo>
                  <a:cubicBezTo>
                    <a:pt x="648" y="450"/>
                    <a:pt x="649" y="449"/>
                    <a:pt x="649" y="447"/>
                  </a:cubicBezTo>
                  <a:cubicBezTo>
                    <a:pt x="648" y="450"/>
                    <a:pt x="645" y="451"/>
                    <a:pt x="645" y="455"/>
                  </a:cubicBezTo>
                  <a:cubicBezTo>
                    <a:pt x="644" y="456"/>
                    <a:pt x="645" y="453"/>
                    <a:pt x="642" y="457"/>
                  </a:cubicBezTo>
                  <a:cubicBezTo>
                    <a:pt x="643" y="453"/>
                    <a:pt x="644" y="453"/>
                    <a:pt x="645" y="452"/>
                  </a:cubicBezTo>
                  <a:cubicBezTo>
                    <a:pt x="645" y="449"/>
                    <a:pt x="643" y="454"/>
                    <a:pt x="643" y="454"/>
                  </a:cubicBezTo>
                  <a:cubicBezTo>
                    <a:pt x="643" y="455"/>
                    <a:pt x="642" y="456"/>
                    <a:pt x="641" y="457"/>
                  </a:cubicBezTo>
                  <a:cubicBezTo>
                    <a:pt x="641" y="459"/>
                    <a:pt x="640" y="460"/>
                    <a:pt x="641" y="460"/>
                  </a:cubicBezTo>
                  <a:cubicBezTo>
                    <a:pt x="642" y="459"/>
                    <a:pt x="642" y="457"/>
                    <a:pt x="643" y="458"/>
                  </a:cubicBezTo>
                  <a:cubicBezTo>
                    <a:pt x="642" y="460"/>
                    <a:pt x="641" y="460"/>
                    <a:pt x="641" y="462"/>
                  </a:cubicBezTo>
                  <a:cubicBezTo>
                    <a:pt x="640" y="463"/>
                    <a:pt x="641" y="460"/>
                    <a:pt x="639" y="463"/>
                  </a:cubicBezTo>
                  <a:cubicBezTo>
                    <a:pt x="640" y="463"/>
                    <a:pt x="638" y="466"/>
                    <a:pt x="637" y="468"/>
                  </a:cubicBezTo>
                  <a:cubicBezTo>
                    <a:pt x="636" y="468"/>
                    <a:pt x="636" y="467"/>
                    <a:pt x="637" y="465"/>
                  </a:cubicBezTo>
                  <a:cubicBezTo>
                    <a:pt x="636" y="467"/>
                    <a:pt x="634" y="470"/>
                    <a:pt x="633" y="473"/>
                  </a:cubicBezTo>
                  <a:cubicBezTo>
                    <a:pt x="630" y="474"/>
                    <a:pt x="629" y="478"/>
                    <a:pt x="627" y="479"/>
                  </a:cubicBezTo>
                  <a:cubicBezTo>
                    <a:pt x="626" y="482"/>
                    <a:pt x="627" y="482"/>
                    <a:pt x="625" y="485"/>
                  </a:cubicBezTo>
                  <a:cubicBezTo>
                    <a:pt x="625" y="486"/>
                    <a:pt x="625" y="484"/>
                    <a:pt x="625" y="483"/>
                  </a:cubicBezTo>
                  <a:cubicBezTo>
                    <a:pt x="623" y="485"/>
                    <a:pt x="623" y="488"/>
                    <a:pt x="621" y="490"/>
                  </a:cubicBezTo>
                  <a:cubicBezTo>
                    <a:pt x="621" y="491"/>
                    <a:pt x="621" y="490"/>
                    <a:pt x="622" y="489"/>
                  </a:cubicBezTo>
                  <a:cubicBezTo>
                    <a:pt x="622" y="491"/>
                    <a:pt x="620" y="493"/>
                    <a:pt x="621" y="493"/>
                  </a:cubicBezTo>
                  <a:cubicBezTo>
                    <a:pt x="620" y="493"/>
                    <a:pt x="619" y="493"/>
                    <a:pt x="619" y="495"/>
                  </a:cubicBezTo>
                  <a:cubicBezTo>
                    <a:pt x="618" y="496"/>
                    <a:pt x="619" y="495"/>
                    <a:pt x="619" y="493"/>
                  </a:cubicBezTo>
                  <a:cubicBezTo>
                    <a:pt x="617" y="495"/>
                    <a:pt x="616" y="499"/>
                    <a:pt x="613" y="501"/>
                  </a:cubicBezTo>
                  <a:cubicBezTo>
                    <a:pt x="614" y="503"/>
                    <a:pt x="610" y="504"/>
                    <a:pt x="610" y="507"/>
                  </a:cubicBezTo>
                  <a:cubicBezTo>
                    <a:pt x="609" y="506"/>
                    <a:pt x="608" y="509"/>
                    <a:pt x="607" y="509"/>
                  </a:cubicBezTo>
                  <a:cubicBezTo>
                    <a:pt x="608" y="507"/>
                    <a:pt x="609" y="505"/>
                    <a:pt x="611" y="504"/>
                  </a:cubicBezTo>
                  <a:cubicBezTo>
                    <a:pt x="611" y="501"/>
                    <a:pt x="615" y="497"/>
                    <a:pt x="618" y="494"/>
                  </a:cubicBezTo>
                  <a:cubicBezTo>
                    <a:pt x="617" y="494"/>
                    <a:pt x="617" y="493"/>
                    <a:pt x="618" y="491"/>
                  </a:cubicBezTo>
                  <a:cubicBezTo>
                    <a:pt x="617" y="494"/>
                    <a:pt x="614" y="497"/>
                    <a:pt x="612" y="501"/>
                  </a:cubicBezTo>
                  <a:cubicBezTo>
                    <a:pt x="609" y="504"/>
                    <a:pt x="607" y="507"/>
                    <a:pt x="606" y="511"/>
                  </a:cubicBezTo>
                  <a:cubicBezTo>
                    <a:pt x="604" y="514"/>
                    <a:pt x="602" y="517"/>
                    <a:pt x="599" y="520"/>
                  </a:cubicBezTo>
                  <a:cubicBezTo>
                    <a:pt x="599" y="521"/>
                    <a:pt x="599" y="521"/>
                    <a:pt x="600" y="520"/>
                  </a:cubicBezTo>
                  <a:cubicBezTo>
                    <a:pt x="600" y="521"/>
                    <a:pt x="599" y="522"/>
                    <a:pt x="599" y="523"/>
                  </a:cubicBezTo>
                  <a:cubicBezTo>
                    <a:pt x="598" y="524"/>
                    <a:pt x="597" y="525"/>
                    <a:pt x="596" y="526"/>
                  </a:cubicBezTo>
                  <a:cubicBezTo>
                    <a:pt x="597" y="524"/>
                    <a:pt x="599" y="523"/>
                    <a:pt x="599" y="521"/>
                  </a:cubicBezTo>
                  <a:cubicBezTo>
                    <a:pt x="598" y="522"/>
                    <a:pt x="597" y="524"/>
                    <a:pt x="595" y="525"/>
                  </a:cubicBezTo>
                  <a:cubicBezTo>
                    <a:pt x="595" y="526"/>
                    <a:pt x="594" y="527"/>
                    <a:pt x="594" y="527"/>
                  </a:cubicBezTo>
                  <a:cubicBezTo>
                    <a:pt x="594" y="528"/>
                    <a:pt x="593" y="529"/>
                    <a:pt x="592" y="530"/>
                  </a:cubicBezTo>
                  <a:cubicBezTo>
                    <a:pt x="591" y="530"/>
                    <a:pt x="592" y="529"/>
                    <a:pt x="592" y="527"/>
                  </a:cubicBezTo>
                  <a:cubicBezTo>
                    <a:pt x="589" y="531"/>
                    <a:pt x="592" y="530"/>
                    <a:pt x="588" y="534"/>
                  </a:cubicBezTo>
                  <a:cubicBezTo>
                    <a:pt x="588" y="534"/>
                    <a:pt x="589" y="535"/>
                    <a:pt x="589" y="534"/>
                  </a:cubicBezTo>
                  <a:cubicBezTo>
                    <a:pt x="589" y="535"/>
                    <a:pt x="588" y="536"/>
                    <a:pt x="587" y="537"/>
                  </a:cubicBezTo>
                  <a:cubicBezTo>
                    <a:pt x="588" y="536"/>
                    <a:pt x="586" y="537"/>
                    <a:pt x="584" y="538"/>
                  </a:cubicBezTo>
                  <a:cubicBezTo>
                    <a:pt x="582" y="540"/>
                    <a:pt x="580" y="542"/>
                    <a:pt x="579" y="543"/>
                  </a:cubicBezTo>
                  <a:cubicBezTo>
                    <a:pt x="580" y="542"/>
                    <a:pt x="582" y="539"/>
                    <a:pt x="584" y="537"/>
                  </a:cubicBezTo>
                  <a:cubicBezTo>
                    <a:pt x="586" y="535"/>
                    <a:pt x="587" y="534"/>
                    <a:pt x="586" y="533"/>
                  </a:cubicBezTo>
                  <a:cubicBezTo>
                    <a:pt x="589" y="530"/>
                    <a:pt x="591" y="528"/>
                    <a:pt x="593" y="525"/>
                  </a:cubicBezTo>
                  <a:cubicBezTo>
                    <a:pt x="593" y="524"/>
                    <a:pt x="591" y="528"/>
                    <a:pt x="589" y="529"/>
                  </a:cubicBezTo>
                  <a:cubicBezTo>
                    <a:pt x="591" y="527"/>
                    <a:pt x="591" y="527"/>
                    <a:pt x="592" y="525"/>
                  </a:cubicBezTo>
                  <a:cubicBezTo>
                    <a:pt x="593" y="524"/>
                    <a:pt x="594" y="522"/>
                    <a:pt x="596" y="522"/>
                  </a:cubicBezTo>
                  <a:cubicBezTo>
                    <a:pt x="597" y="519"/>
                    <a:pt x="596" y="520"/>
                    <a:pt x="595" y="520"/>
                  </a:cubicBezTo>
                  <a:cubicBezTo>
                    <a:pt x="596" y="518"/>
                    <a:pt x="597" y="519"/>
                    <a:pt x="598" y="518"/>
                  </a:cubicBezTo>
                  <a:cubicBezTo>
                    <a:pt x="598" y="516"/>
                    <a:pt x="599" y="515"/>
                    <a:pt x="599" y="514"/>
                  </a:cubicBezTo>
                  <a:cubicBezTo>
                    <a:pt x="601" y="512"/>
                    <a:pt x="600" y="514"/>
                    <a:pt x="602" y="512"/>
                  </a:cubicBezTo>
                  <a:cubicBezTo>
                    <a:pt x="603" y="510"/>
                    <a:pt x="602" y="511"/>
                    <a:pt x="604" y="509"/>
                  </a:cubicBezTo>
                  <a:cubicBezTo>
                    <a:pt x="605" y="506"/>
                    <a:pt x="607" y="504"/>
                    <a:pt x="608" y="501"/>
                  </a:cubicBezTo>
                  <a:cubicBezTo>
                    <a:pt x="610" y="500"/>
                    <a:pt x="609" y="502"/>
                    <a:pt x="610" y="502"/>
                  </a:cubicBezTo>
                  <a:cubicBezTo>
                    <a:pt x="608" y="504"/>
                    <a:pt x="605" y="508"/>
                    <a:pt x="606" y="509"/>
                  </a:cubicBezTo>
                  <a:cubicBezTo>
                    <a:pt x="607" y="508"/>
                    <a:pt x="607" y="506"/>
                    <a:pt x="608" y="504"/>
                  </a:cubicBezTo>
                  <a:cubicBezTo>
                    <a:pt x="608" y="504"/>
                    <a:pt x="609" y="504"/>
                    <a:pt x="609" y="504"/>
                  </a:cubicBezTo>
                  <a:cubicBezTo>
                    <a:pt x="610" y="501"/>
                    <a:pt x="610" y="501"/>
                    <a:pt x="612" y="499"/>
                  </a:cubicBezTo>
                  <a:cubicBezTo>
                    <a:pt x="613" y="496"/>
                    <a:pt x="611" y="499"/>
                    <a:pt x="612" y="495"/>
                  </a:cubicBezTo>
                  <a:cubicBezTo>
                    <a:pt x="612" y="495"/>
                    <a:pt x="613" y="494"/>
                    <a:pt x="613" y="493"/>
                  </a:cubicBezTo>
                  <a:cubicBezTo>
                    <a:pt x="614" y="492"/>
                    <a:pt x="614" y="494"/>
                    <a:pt x="614" y="494"/>
                  </a:cubicBezTo>
                  <a:cubicBezTo>
                    <a:pt x="616" y="493"/>
                    <a:pt x="616" y="492"/>
                    <a:pt x="617" y="491"/>
                  </a:cubicBezTo>
                  <a:cubicBezTo>
                    <a:pt x="618" y="489"/>
                    <a:pt x="617" y="490"/>
                    <a:pt x="617" y="490"/>
                  </a:cubicBezTo>
                  <a:cubicBezTo>
                    <a:pt x="618" y="487"/>
                    <a:pt x="621" y="484"/>
                    <a:pt x="622" y="480"/>
                  </a:cubicBezTo>
                  <a:cubicBezTo>
                    <a:pt x="623" y="477"/>
                    <a:pt x="625" y="475"/>
                    <a:pt x="626" y="472"/>
                  </a:cubicBezTo>
                  <a:cubicBezTo>
                    <a:pt x="627" y="470"/>
                    <a:pt x="629" y="467"/>
                    <a:pt x="630" y="465"/>
                  </a:cubicBezTo>
                  <a:cubicBezTo>
                    <a:pt x="630" y="463"/>
                    <a:pt x="632" y="462"/>
                    <a:pt x="633" y="460"/>
                  </a:cubicBezTo>
                  <a:cubicBezTo>
                    <a:pt x="632" y="458"/>
                    <a:pt x="632" y="459"/>
                    <a:pt x="632" y="457"/>
                  </a:cubicBezTo>
                  <a:cubicBezTo>
                    <a:pt x="630" y="459"/>
                    <a:pt x="630" y="459"/>
                    <a:pt x="629" y="461"/>
                  </a:cubicBezTo>
                  <a:cubicBezTo>
                    <a:pt x="629" y="462"/>
                    <a:pt x="629" y="461"/>
                    <a:pt x="629" y="464"/>
                  </a:cubicBezTo>
                  <a:cubicBezTo>
                    <a:pt x="628" y="466"/>
                    <a:pt x="626" y="468"/>
                    <a:pt x="626" y="471"/>
                  </a:cubicBezTo>
                  <a:cubicBezTo>
                    <a:pt x="625" y="472"/>
                    <a:pt x="626" y="468"/>
                    <a:pt x="626" y="467"/>
                  </a:cubicBezTo>
                  <a:cubicBezTo>
                    <a:pt x="625" y="468"/>
                    <a:pt x="623" y="473"/>
                    <a:pt x="623" y="472"/>
                  </a:cubicBezTo>
                  <a:cubicBezTo>
                    <a:pt x="621" y="475"/>
                    <a:pt x="620" y="480"/>
                    <a:pt x="617" y="482"/>
                  </a:cubicBezTo>
                  <a:cubicBezTo>
                    <a:pt x="617" y="480"/>
                    <a:pt x="619" y="478"/>
                    <a:pt x="620" y="476"/>
                  </a:cubicBezTo>
                  <a:cubicBezTo>
                    <a:pt x="619" y="477"/>
                    <a:pt x="618" y="478"/>
                    <a:pt x="617" y="479"/>
                  </a:cubicBezTo>
                  <a:cubicBezTo>
                    <a:pt x="617" y="480"/>
                    <a:pt x="617" y="481"/>
                    <a:pt x="616" y="482"/>
                  </a:cubicBezTo>
                  <a:cubicBezTo>
                    <a:pt x="614" y="486"/>
                    <a:pt x="610" y="489"/>
                    <a:pt x="608" y="494"/>
                  </a:cubicBezTo>
                  <a:cubicBezTo>
                    <a:pt x="607" y="495"/>
                    <a:pt x="608" y="493"/>
                    <a:pt x="608" y="492"/>
                  </a:cubicBezTo>
                  <a:cubicBezTo>
                    <a:pt x="607" y="493"/>
                    <a:pt x="607" y="495"/>
                    <a:pt x="606" y="496"/>
                  </a:cubicBezTo>
                  <a:cubicBezTo>
                    <a:pt x="607" y="495"/>
                    <a:pt x="607" y="496"/>
                    <a:pt x="609" y="493"/>
                  </a:cubicBezTo>
                  <a:cubicBezTo>
                    <a:pt x="609" y="493"/>
                    <a:pt x="609" y="494"/>
                    <a:pt x="609" y="494"/>
                  </a:cubicBezTo>
                  <a:cubicBezTo>
                    <a:pt x="609" y="496"/>
                    <a:pt x="608" y="497"/>
                    <a:pt x="607" y="498"/>
                  </a:cubicBezTo>
                  <a:cubicBezTo>
                    <a:pt x="607" y="498"/>
                    <a:pt x="607" y="496"/>
                    <a:pt x="606" y="498"/>
                  </a:cubicBezTo>
                  <a:cubicBezTo>
                    <a:pt x="605" y="500"/>
                    <a:pt x="606" y="500"/>
                    <a:pt x="605" y="500"/>
                  </a:cubicBezTo>
                  <a:cubicBezTo>
                    <a:pt x="605" y="501"/>
                    <a:pt x="604" y="502"/>
                    <a:pt x="604" y="502"/>
                  </a:cubicBezTo>
                  <a:cubicBezTo>
                    <a:pt x="603" y="503"/>
                    <a:pt x="604" y="501"/>
                    <a:pt x="604" y="501"/>
                  </a:cubicBezTo>
                  <a:cubicBezTo>
                    <a:pt x="605" y="499"/>
                    <a:pt x="606" y="498"/>
                    <a:pt x="607" y="496"/>
                  </a:cubicBezTo>
                  <a:cubicBezTo>
                    <a:pt x="596" y="511"/>
                    <a:pt x="585" y="526"/>
                    <a:pt x="572" y="539"/>
                  </a:cubicBezTo>
                  <a:cubicBezTo>
                    <a:pt x="572" y="541"/>
                    <a:pt x="568" y="545"/>
                    <a:pt x="566" y="545"/>
                  </a:cubicBezTo>
                  <a:cubicBezTo>
                    <a:pt x="566" y="547"/>
                    <a:pt x="567" y="546"/>
                    <a:pt x="567" y="548"/>
                  </a:cubicBezTo>
                  <a:cubicBezTo>
                    <a:pt x="565" y="550"/>
                    <a:pt x="564" y="549"/>
                    <a:pt x="562" y="552"/>
                  </a:cubicBezTo>
                  <a:cubicBezTo>
                    <a:pt x="561" y="552"/>
                    <a:pt x="562" y="551"/>
                    <a:pt x="562" y="550"/>
                  </a:cubicBezTo>
                  <a:cubicBezTo>
                    <a:pt x="560" y="552"/>
                    <a:pt x="559" y="555"/>
                    <a:pt x="556" y="557"/>
                  </a:cubicBezTo>
                  <a:cubicBezTo>
                    <a:pt x="558" y="553"/>
                    <a:pt x="550" y="561"/>
                    <a:pt x="546" y="563"/>
                  </a:cubicBezTo>
                  <a:cubicBezTo>
                    <a:pt x="545" y="565"/>
                    <a:pt x="547" y="564"/>
                    <a:pt x="548" y="563"/>
                  </a:cubicBezTo>
                  <a:cubicBezTo>
                    <a:pt x="544" y="566"/>
                    <a:pt x="545" y="565"/>
                    <a:pt x="542" y="567"/>
                  </a:cubicBezTo>
                  <a:cubicBezTo>
                    <a:pt x="541" y="568"/>
                    <a:pt x="543" y="567"/>
                    <a:pt x="543" y="568"/>
                  </a:cubicBezTo>
                  <a:cubicBezTo>
                    <a:pt x="542" y="569"/>
                    <a:pt x="541" y="569"/>
                    <a:pt x="540" y="570"/>
                  </a:cubicBezTo>
                  <a:cubicBezTo>
                    <a:pt x="540" y="570"/>
                    <a:pt x="540" y="571"/>
                    <a:pt x="538" y="572"/>
                  </a:cubicBezTo>
                  <a:cubicBezTo>
                    <a:pt x="537" y="574"/>
                    <a:pt x="537" y="573"/>
                    <a:pt x="535" y="575"/>
                  </a:cubicBezTo>
                  <a:cubicBezTo>
                    <a:pt x="534" y="575"/>
                    <a:pt x="534" y="575"/>
                    <a:pt x="535" y="574"/>
                  </a:cubicBezTo>
                  <a:cubicBezTo>
                    <a:pt x="529" y="578"/>
                    <a:pt x="530" y="576"/>
                    <a:pt x="523" y="582"/>
                  </a:cubicBezTo>
                  <a:cubicBezTo>
                    <a:pt x="523" y="582"/>
                    <a:pt x="523" y="582"/>
                    <a:pt x="523" y="581"/>
                  </a:cubicBezTo>
                  <a:cubicBezTo>
                    <a:pt x="519" y="585"/>
                    <a:pt x="514" y="588"/>
                    <a:pt x="510" y="591"/>
                  </a:cubicBezTo>
                  <a:cubicBezTo>
                    <a:pt x="510" y="591"/>
                    <a:pt x="509" y="591"/>
                    <a:pt x="510" y="591"/>
                  </a:cubicBezTo>
                  <a:cubicBezTo>
                    <a:pt x="508" y="592"/>
                    <a:pt x="506" y="594"/>
                    <a:pt x="505" y="595"/>
                  </a:cubicBezTo>
                  <a:cubicBezTo>
                    <a:pt x="503" y="596"/>
                    <a:pt x="503" y="596"/>
                    <a:pt x="504" y="594"/>
                  </a:cubicBezTo>
                  <a:cubicBezTo>
                    <a:pt x="501" y="596"/>
                    <a:pt x="498" y="598"/>
                    <a:pt x="495" y="600"/>
                  </a:cubicBezTo>
                  <a:cubicBezTo>
                    <a:pt x="492" y="601"/>
                    <a:pt x="489" y="603"/>
                    <a:pt x="486" y="606"/>
                  </a:cubicBezTo>
                  <a:cubicBezTo>
                    <a:pt x="484" y="606"/>
                    <a:pt x="486" y="605"/>
                    <a:pt x="484" y="605"/>
                  </a:cubicBezTo>
                  <a:cubicBezTo>
                    <a:pt x="485" y="604"/>
                    <a:pt x="486" y="604"/>
                    <a:pt x="487" y="603"/>
                  </a:cubicBezTo>
                  <a:cubicBezTo>
                    <a:pt x="482" y="606"/>
                    <a:pt x="476" y="610"/>
                    <a:pt x="470" y="613"/>
                  </a:cubicBezTo>
                  <a:cubicBezTo>
                    <a:pt x="469" y="614"/>
                    <a:pt x="474" y="611"/>
                    <a:pt x="471" y="613"/>
                  </a:cubicBezTo>
                  <a:cubicBezTo>
                    <a:pt x="468" y="614"/>
                    <a:pt x="466" y="615"/>
                    <a:pt x="463" y="616"/>
                  </a:cubicBezTo>
                  <a:cubicBezTo>
                    <a:pt x="462" y="618"/>
                    <a:pt x="466" y="615"/>
                    <a:pt x="467" y="615"/>
                  </a:cubicBezTo>
                  <a:cubicBezTo>
                    <a:pt x="466" y="616"/>
                    <a:pt x="463" y="617"/>
                    <a:pt x="461" y="618"/>
                  </a:cubicBezTo>
                  <a:cubicBezTo>
                    <a:pt x="461" y="617"/>
                    <a:pt x="462" y="617"/>
                    <a:pt x="462" y="616"/>
                  </a:cubicBezTo>
                  <a:cubicBezTo>
                    <a:pt x="459" y="617"/>
                    <a:pt x="457" y="618"/>
                    <a:pt x="455" y="620"/>
                  </a:cubicBezTo>
                  <a:cubicBezTo>
                    <a:pt x="452" y="621"/>
                    <a:pt x="450" y="622"/>
                    <a:pt x="446" y="623"/>
                  </a:cubicBezTo>
                  <a:cubicBezTo>
                    <a:pt x="446" y="623"/>
                    <a:pt x="447" y="622"/>
                    <a:pt x="446" y="622"/>
                  </a:cubicBezTo>
                  <a:cubicBezTo>
                    <a:pt x="445" y="622"/>
                    <a:pt x="444" y="623"/>
                    <a:pt x="443" y="623"/>
                  </a:cubicBezTo>
                  <a:cubicBezTo>
                    <a:pt x="442" y="624"/>
                    <a:pt x="443" y="624"/>
                    <a:pt x="440" y="625"/>
                  </a:cubicBezTo>
                  <a:cubicBezTo>
                    <a:pt x="440" y="625"/>
                    <a:pt x="439" y="625"/>
                    <a:pt x="438" y="625"/>
                  </a:cubicBezTo>
                  <a:cubicBezTo>
                    <a:pt x="435" y="626"/>
                    <a:pt x="432" y="627"/>
                    <a:pt x="429" y="628"/>
                  </a:cubicBezTo>
                  <a:cubicBezTo>
                    <a:pt x="428" y="628"/>
                    <a:pt x="431" y="627"/>
                    <a:pt x="432" y="627"/>
                  </a:cubicBezTo>
                  <a:cubicBezTo>
                    <a:pt x="429" y="626"/>
                    <a:pt x="425" y="629"/>
                    <a:pt x="423" y="630"/>
                  </a:cubicBezTo>
                  <a:cubicBezTo>
                    <a:pt x="420" y="631"/>
                    <a:pt x="423" y="630"/>
                    <a:pt x="424" y="629"/>
                  </a:cubicBezTo>
                  <a:cubicBezTo>
                    <a:pt x="420" y="630"/>
                    <a:pt x="417" y="632"/>
                    <a:pt x="413" y="633"/>
                  </a:cubicBezTo>
                  <a:cubicBezTo>
                    <a:pt x="411" y="633"/>
                    <a:pt x="414" y="631"/>
                    <a:pt x="415" y="632"/>
                  </a:cubicBezTo>
                  <a:cubicBezTo>
                    <a:pt x="414" y="631"/>
                    <a:pt x="412" y="632"/>
                    <a:pt x="409" y="632"/>
                  </a:cubicBezTo>
                  <a:cubicBezTo>
                    <a:pt x="410" y="632"/>
                    <a:pt x="412" y="631"/>
                    <a:pt x="410" y="631"/>
                  </a:cubicBezTo>
                  <a:cubicBezTo>
                    <a:pt x="411" y="631"/>
                    <a:pt x="412" y="631"/>
                    <a:pt x="413" y="630"/>
                  </a:cubicBezTo>
                  <a:cubicBezTo>
                    <a:pt x="411" y="630"/>
                    <a:pt x="410" y="631"/>
                    <a:pt x="408" y="631"/>
                  </a:cubicBezTo>
                  <a:cubicBezTo>
                    <a:pt x="409" y="632"/>
                    <a:pt x="407" y="633"/>
                    <a:pt x="405" y="633"/>
                  </a:cubicBezTo>
                  <a:cubicBezTo>
                    <a:pt x="404" y="633"/>
                    <a:pt x="406" y="633"/>
                    <a:pt x="407" y="633"/>
                  </a:cubicBezTo>
                  <a:cubicBezTo>
                    <a:pt x="404" y="634"/>
                    <a:pt x="402" y="634"/>
                    <a:pt x="400" y="636"/>
                  </a:cubicBezTo>
                  <a:cubicBezTo>
                    <a:pt x="397" y="636"/>
                    <a:pt x="401" y="635"/>
                    <a:pt x="399" y="635"/>
                  </a:cubicBezTo>
                  <a:cubicBezTo>
                    <a:pt x="397" y="636"/>
                    <a:pt x="394" y="636"/>
                    <a:pt x="394" y="637"/>
                  </a:cubicBezTo>
                  <a:cubicBezTo>
                    <a:pt x="389" y="637"/>
                    <a:pt x="383" y="638"/>
                    <a:pt x="380" y="639"/>
                  </a:cubicBezTo>
                  <a:cubicBezTo>
                    <a:pt x="380" y="639"/>
                    <a:pt x="381" y="640"/>
                    <a:pt x="378" y="640"/>
                  </a:cubicBezTo>
                  <a:cubicBezTo>
                    <a:pt x="376" y="639"/>
                    <a:pt x="380" y="639"/>
                    <a:pt x="375" y="639"/>
                  </a:cubicBezTo>
                  <a:cubicBezTo>
                    <a:pt x="376" y="638"/>
                    <a:pt x="378" y="638"/>
                    <a:pt x="380" y="638"/>
                  </a:cubicBezTo>
                  <a:cubicBezTo>
                    <a:pt x="379" y="637"/>
                    <a:pt x="374" y="639"/>
                    <a:pt x="372" y="639"/>
                  </a:cubicBezTo>
                  <a:cubicBezTo>
                    <a:pt x="372" y="639"/>
                    <a:pt x="373" y="639"/>
                    <a:pt x="371" y="640"/>
                  </a:cubicBezTo>
                  <a:cubicBezTo>
                    <a:pt x="370" y="639"/>
                    <a:pt x="368" y="640"/>
                    <a:pt x="367" y="639"/>
                  </a:cubicBezTo>
                  <a:cubicBezTo>
                    <a:pt x="365" y="640"/>
                    <a:pt x="366" y="640"/>
                    <a:pt x="364" y="641"/>
                  </a:cubicBezTo>
                  <a:cubicBezTo>
                    <a:pt x="362" y="641"/>
                    <a:pt x="360" y="639"/>
                    <a:pt x="357" y="641"/>
                  </a:cubicBezTo>
                  <a:cubicBezTo>
                    <a:pt x="356" y="641"/>
                    <a:pt x="357" y="640"/>
                    <a:pt x="355" y="640"/>
                  </a:cubicBezTo>
                  <a:cubicBezTo>
                    <a:pt x="356" y="639"/>
                    <a:pt x="358" y="640"/>
                    <a:pt x="359" y="640"/>
                  </a:cubicBezTo>
                  <a:cubicBezTo>
                    <a:pt x="351" y="639"/>
                    <a:pt x="337" y="641"/>
                    <a:pt x="326" y="640"/>
                  </a:cubicBezTo>
                  <a:cubicBezTo>
                    <a:pt x="326" y="639"/>
                    <a:pt x="327" y="639"/>
                    <a:pt x="329" y="638"/>
                  </a:cubicBezTo>
                  <a:cubicBezTo>
                    <a:pt x="326" y="638"/>
                    <a:pt x="324" y="639"/>
                    <a:pt x="322" y="638"/>
                  </a:cubicBezTo>
                  <a:cubicBezTo>
                    <a:pt x="321" y="638"/>
                    <a:pt x="321" y="639"/>
                    <a:pt x="321" y="639"/>
                  </a:cubicBezTo>
                  <a:cubicBezTo>
                    <a:pt x="316" y="639"/>
                    <a:pt x="307" y="636"/>
                    <a:pt x="301" y="638"/>
                  </a:cubicBezTo>
                  <a:cubicBezTo>
                    <a:pt x="300" y="637"/>
                    <a:pt x="304" y="638"/>
                    <a:pt x="304" y="637"/>
                  </a:cubicBezTo>
                  <a:cubicBezTo>
                    <a:pt x="300" y="637"/>
                    <a:pt x="299" y="637"/>
                    <a:pt x="296" y="636"/>
                  </a:cubicBezTo>
                  <a:cubicBezTo>
                    <a:pt x="295" y="636"/>
                    <a:pt x="296" y="637"/>
                    <a:pt x="295" y="637"/>
                  </a:cubicBezTo>
                  <a:cubicBezTo>
                    <a:pt x="291" y="637"/>
                    <a:pt x="286" y="634"/>
                    <a:pt x="283" y="635"/>
                  </a:cubicBezTo>
                  <a:cubicBezTo>
                    <a:pt x="282" y="634"/>
                    <a:pt x="283" y="634"/>
                    <a:pt x="281" y="633"/>
                  </a:cubicBezTo>
                  <a:cubicBezTo>
                    <a:pt x="279" y="633"/>
                    <a:pt x="277" y="633"/>
                    <a:pt x="276" y="632"/>
                  </a:cubicBezTo>
                  <a:cubicBezTo>
                    <a:pt x="272" y="634"/>
                    <a:pt x="266" y="630"/>
                    <a:pt x="261" y="630"/>
                  </a:cubicBezTo>
                  <a:cubicBezTo>
                    <a:pt x="262" y="630"/>
                    <a:pt x="259" y="629"/>
                    <a:pt x="260" y="629"/>
                  </a:cubicBezTo>
                  <a:cubicBezTo>
                    <a:pt x="257" y="628"/>
                    <a:pt x="254" y="628"/>
                    <a:pt x="252" y="626"/>
                  </a:cubicBezTo>
                  <a:cubicBezTo>
                    <a:pt x="251" y="626"/>
                    <a:pt x="250" y="626"/>
                    <a:pt x="249" y="626"/>
                  </a:cubicBezTo>
                  <a:cubicBezTo>
                    <a:pt x="248" y="626"/>
                    <a:pt x="248" y="625"/>
                    <a:pt x="248" y="625"/>
                  </a:cubicBezTo>
                  <a:cubicBezTo>
                    <a:pt x="247" y="625"/>
                    <a:pt x="244" y="624"/>
                    <a:pt x="246" y="624"/>
                  </a:cubicBezTo>
                  <a:cubicBezTo>
                    <a:pt x="244" y="624"/>
                    <a:pt x="241" y="623"/>
                    <a:pt x="238" y="622"/>
                  </a:cubicBezTo>
                  <a:cubicBezTo>
                    <a:pt x="238" y="623"/>
                    <a:pt x="237" y="622"/>
                    <a:pt x="235" y="621"/>
                  </a:cubicBezTo>
                  <a:cubicBezTo>
                    <a:pt x="234" y="621"/>
                    <a:pt x="235" y="621"/>
                    <a:pt x="236" y="621"/>
                  </a:cubicBezTo>
                  <a:cubicBezTo>
                    <a:pt x="234" y="620"/>
                    <a:pt x="231" y="619"/>
                    <a:pt x="228" y="618"/>
                  </a:cubicBezTo>
                  <a:cubicBezTo>
                    <a:pt x="231" y="618"/>
                    <a:pt x="231" y="619"/>
                    <a:pt x="232" y="619"/>
                  </a:cubicBezTo>
                  <a:cubicBezTo>
                    <a:pt x="231" y="618"/>
                    <a:pt x="229" y="617"/>
                    <a:pt x="227" y="617"/>
                  </a:cubicBezTo>
                  <a:cubicBezTo>
                    <a:pt x="227" y="616"/>
                    <a:pt x="229" y="617"/>
                    <a:pt x="229" y="617"/>
                  </a:cubicBezTo>
                  <a:cubicBezTo>
                    <a:pt x="231" y="617"/>
                    <a:pt x="233" y="619"/>
                    <a:pt x="235" y="619"/>
                  </a:cubicBezTo>
                  <a:cubicBezTo>
                    <a:pt x="233" y="618"/>
                    <a:pt x="235" y="618"/>
                    <a:pt x="232" y="617"/>
                  </a:cubicBezTo>
                  <a:cubicBezTo>
                    <a:pt x="232" y="616"/>
                    <a:pt x="234" y="617"/>
                    <a:pt x="236" y="617"/>
                  </a:cubicBezTo>
                  <a:cubicBezTo>
                    <a:pt x="236" y="618"/>
                    <a:pt x="235" y="618"/>
                    <a:pt x="235" y="618"/>
                  </a:cubicBezTo>
                  <a:cubicBezTo>
                    <a:pt x="236" y="619"/>
                    <a:pt x="238" y="619"/>
                    <a:pt x="239" y="619"/>
                  </a:cubicBezTo>
                  <a:cubicBezTo>
                    <a:pt x="241" y="619"/>
                    <a:pt x="242" y="620"/>
                    <a:pt x="244" y="621"/>
                  </a:cubicBezTo>
                  <a:cubicBezTo>
                    <a:pt x="240" y="619"/>
                    <a:pt x="241" y="621"/>
                    <a:pt x="238" y="619"/>
                  </a:cubicBezTo>
                  <a:cubicBezTo>
                    <a:pt x="236" y="620"/>
                    <a:pt x="241" y="621"/>
                    <a:pt x="237" y="620"/>
                  </a:cubicBezTo>
                  <a:cubicBezTo>
                    <a:pt x="235" y="620"/>
                    <a:pt x="238" y="620"/>
                    <a:pt x="236" y="619"/>
                  </a:cubicBezTo>
                  <a:cubicBezTo>
                    <a:pt x="233" y="619"/>
                    <a:pt x="235" y="620"/>
                    <a:pt x="236" y="621"/>
                  </a:cubicBezTo>
                  <a:cubicBezTo>
                    <a:pt x="236" y="620"/>
                    <a:pt x="235" y="620"/>
                    <a:pt x="234" y="620"/>
                  </a:cubicBezTo>
                  <a:cubicBezTo>
                    <a:pt x="236" y="621"/>
                    <a:pt x="244" y="623"/>
                    <a:pt x="248" y="625"/>
                  </a:cubicBezTo>
                  <a:cubicBezTo>
                    <a:pt x="247" y="623"/>
                    <a:pt x="250" y="625"/>
                    <a:pt x="251" y="624"/>
                  </a:cubicBezTo>
                  <a:cubicBezTo>
                    <a:pt x="248" y="624"/>
                    <a:pt x="245" y="623"/>
                    <a:pt x="242" y="623"/>
                  </a:cubicBezTo>
                  <a:cubicBezTo>
                    <a:pt x="242" y="620"/>
                    <a:pt x="251" y="623"/>
                    <a:pt x="254" y="624"/>
                  </a:cubicBezTo>
                  <a:cubicBezTo>
                    <a:pt x="258" y="626"/>
                    <a:pt x="253" y="625"/>
                    <a:pt x="256" y="627"/>
                  </a:cubicBezTo>
                  <a:cubicBezTo>
                    <a:pt x="256" y="626"/>
                    <a:pt x="259" y="628"/>
                    <a:pt x="261" y="628"/>
                  </a:cubicBezTo>
                  <a:cubicBezTo>
                    <a:pt x="260" y="627"/>
                    <a:pt x="255" y="626"/>
                    <a:pt x="257" y="625"/>
                  </a:cubicBezTo>
                  <a:cubicBezTo>
                    <a:pt x="260" y="627"/>
                    <a:pt x="260" y="625"/>
                    <a:pt x="264" y="627"/>
                  </a:cubicBezTo>
                  <a:cubicBezTo>
                    <a:pt x="266" y="628"/>
                    <a:pt x="263" y="628"/>
                    <a:pt x="265" y="629"/>
                  </a:cubicBezTo>
                  <a:cubicBezTo>
                    <a:pt x="268" y="629"/>
                    <a:pt x="268" y="629"/>
                    <a:pt x="268" y="629"/>
                  </a:cubicBezTo>
                  <a:cubicBezTo>
                    <a:pt x="268" y="629"/>
                    <a:pt x="267" y="628"/>
                    <a:pt x="267" y="628"/>
                  </a:cubicBezTo>
                  <a:cubicBezTo>
                    <a:pt x="273" y="629"/>
                    <a:pt x="278" y="630"/>
                    <a:pt x="284" y="630"/>
                  </a:cubicBezTo>
                  <a:cubicBezTo>
                    <a:pt x="282" y="629"/>
                    <a:pt x="280" y="630"/>
                    <a:pt x="279" y="629"/>
                  </a:cubicBezTo>
                  <a:cubicBezTo>
                    <a:pt x="282" y="629"/>
                    <a:pt x="288" y="630"/>
                    <a:pt x="289" y="631"/>
                  </a:cubicBezTo>
                  <a:cubicBezTo>
                    <a:pt x="287" y="631"/>
                    <a:pt x="286" y="631"/>
                    <a:pt x="284" y="631"/>
                  </a:cubicBezTo>
                  <a:cubicBezTo>
                    <a:pt x="283" y="631"/>
                    <a:pt x="287" y="632"/>
                    <a:pt x="285" y="632"/>
                  </a:cubicBezTo>
                  <a:cubicBezTo>
                    <a:pt x="289" y="633"/>
                    <a:pt x="292" y="632"/>
                    <a:pt x="294" y="633"/>
                  </a:cubicBezTo>
                  <a:cubicBezTo>
                    <a:pt x="296" y="633"/>
                    <a:pt x="297" y="634"/>
                    <a:pt x="299" y="634"/>
                  </a:cubicBezTo>
                  <a:cubicBezTo>
                    <a:pt x="299" y="634"/>
                    <a:pt x="300" y="633"/>
                    <a:pt x="299" y="633"/>
                  </a:cubicBezTo>
                  <a:cubicBezTo>
                    <a:pt x="303" y="634"/>
                    <a:pt x="311" y="634"/>
                    <a:pt x="313" y="635"/>
                  </a:cubicBezTo>
                  <a:cubicBezTo>
                    <a:pt x="315" y="635"/>
                    <a:pt x="318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ubicBezTo>
                    <a:pt x="322" y="636"/>
                    <a:pt x="321" y="635"/>
                    <a:pt x="323" y="635"/>
                  </a:cubicBezTo>
                  <a:cubicBezTo>
                    <a:pt x="325" y="636"/>
                    <a:pt x="324" y="636"/>
                    <a:pt x="322" y="637"/>
                  </a:cubicBezTo>
                  <a:cubicBezTo>
                    <a:pt x="325" y="637"/>
                    <a:pt x="328" y="637"/>
                    <a:pt x="329" y="638"/>
                  </a:cubicBezTo>
                  <a:cubicBezTo>
                    <a:pt x="330" y="638"/>
                    <a:pt x="328" y="637"/>
                    <a:pt x="331" y="636"/>
                  </a:cubicBezTo>
                  <a:cubicBezTo>
                    <a:pt x="327" y="636"/>
                    <a:pt x="329" y="638"/>
                    <a:pt x="325" y="637"/>
                  </a:cubicBezTo>
                  <a:cubicBezTo>
                    <a:pt x="324" y="636"/>
                    <a:pt x="325" y="636"/>
                    <a:pt x="327" y="635"/>
                  </a:cubicBezTo>
                  <a:cubicBezTo>
                    <a:pt x="332" y="635"/>
                    <a:pt x="336" y="637"/>
                    <a:pt x="340" y="636"/>
                  </a:cubicBezTo>
                  <a:cubicBezTo>
                    <a:pt x="342" y="637"/>
                    <a:pt x="338" y="637"/>
                    <a:pt x="337" y="637"/>
                  </a:cubicBezTo>
                  <a:cubicBezTo>
                    <a:pt x="339" y="638"/>
                    <a:pt x="341" y="637"/>
                    <a:pt x="343" y="637"/>
                  </a:cubicBezTo>
                  <a:cubicBezTo>
                    <a:pt x="343" y="637"/>
                    <a:pt x="342" y="637"/>
                    <a:pt x="342" y="636"/>
                  </a:cubicBezTo>
                  <a:cubicBezTo>
                    <a:pt x="343" y="636"/>
                    <a:pt x="344" y="637"/>
                    <a:pt x="344" y="636"/>
                  </a:cubicBezTo>
                  <a:cubicBezTo>
                    <a:pt x="347" y="637"/>
                    <a:pt x="351" y="635"/>
                    <a:pt x="354" y="636"/>
                  </a:cubicBezTo>
                  <a:cubicBezTo>
                    <a:pt x="354" y="635"/>
                    <a:pt x="359" y="635"/>
                    <a:pt x="359" y="636"/>
                  </a:cubicBezTo>
                  <a:cubicBezTo>
                    <a:pt x="361" y="634"/>
                    <a:pt x="367" y="634"/>
                    <a:pt x="370" y="634"/>
                  </a:cubicBezTo>
                  <a:cubicBezTo>
                    <a:pt x="372" y="634"/>
                    <a:pt x="371" y="633"/>
                    <a:pt x="372" y="633"/>
                  </a:cubicBezTo>
                  <a:cubicBezTo>
                    <a:pt x="375" y="633"/>
                    <a:pt x="378" y="632"/>
                    <a:pt x="378" y="634"/>
                  </a:cubicBezTo>
                  <a:cubicBezTo>
                    <a:pt x="379" y="633"/>
                    <a:pt x="381" y="632"/>
                    <a:pt x="382" y="632"/>
                  </a:cubicBezTo>
                  <a:cubicBezTo>
                    <a:pt x="386" y="632"/>
                    <a:pt x="381" y="633"/>
                    <a:pt x="383" y="633"/>
                  </a:cubicBezTo>
                  <a:cubicBezTo>
                    <a:pt x="386" y="632"/>
                    <a:pt x="388" y="632"/>
                    <a:pt x="390" y="632"/>
                  </a:cubicBezTo>
                  <a:cubicBezTo>
                    <a:pt x="391" y="631"/>
                    <a:pt x="393" y="630"/>
                    <a:pt x="394" y="630"/>
                  </a:cubicBezTo>
                  <a:cubicBezTo>
                    <a:pt x="395" y="630"/>
                    <a:pt x="391" y="632"/>
                    <a:pt x="394" y="632"/>
                  </a:cubicBezTo>
                  <a:cubicBezTo>
                    <a:pt x="394" y="630"/>
                    <a:pt x="401" y="629"/>
                    <a:pt x="405" y="629"/>
                  </a:cubicBezTo>
                  <a:cubicBezTo>
                    <a:pt x="407" y="628"/>
                    <a:pt x="407" y="627"/>
                    <a:pt x="410" y="626"/>
                  </a:cubicBezTo>
                  <a:cubicBezTo>
                    <a:pt x="410" y="627"/>
                    <a:pt x="408" y="628"/>
                    <a:pt x="411" y="627"/>
                  </a:cubicBezTo>
                  <a:cubicBezTo>
                    <a:pt x="412" y="627"/>
                    <a:pt x="411" y="628"/>
                    <a:pt x="409" y="629"/>
                  </a:cubicBezTo>
                  <a:cubicBezTo>
                    <a:pt x="409" y="629"/>
                    <a:pt x="409" y="629"/>
                    <a:pt x="410" y="629"/>
                  </a:cubicBezTo>
                  <a:cubicBezTo>
                    <a:pt x="411" y="629"/>
                    <a:pt x="411" y="629"/>
                    <a:pt x="411" y="629"/>
                  </a:cubicBezTo>
                  <a:cubicBezTo>
                    <a:pt x="413" y="628"/>
                    <a:pt x="411" y="628"/>
                    <a:pt x="413" y="627"/>
                  </a:cubicBezTo>
                  <a:cubicBezTo>
                    <a:pt x="416" y="626"/>
                    <a:pt x="416" y="627"/>
                    <a:pt x="419" y="627"/>
                  </a:cubicBezTo>
                  <a:cubicBezTo>
                    <a:pt x="421" y="626"/>
                    <a:pt x="423" y="626"/>
                    <a:pt x="425" y="625"/>
                  </a:cubicBezTo>
                  <a:cubicBezTo>
                    <a:pt x="423" y="625"/>
                    <a:pt x="420" y="626"/>
                    <a:pt x="418" y="627"/>
                  </a:cubicBezTo>
                  <a:cubicBezTo>
                    <a:pt x="418" y="626"/>
                    <a:pt x="417" y="626"/>
                    <a:pt x="415" y="626"/>
                  </a:cubicBezTo>
                  <a:cubicBezTo>
                    <a:pt x="418" y="626"/>
                    <a:pt x="417" y="625"/>
                    <a:pt x="420" y="625"/>
                  </a:cubicBezTo>
                  <a:cubicBezTo>
                    <a:pt x="423" y="624"/>
                    <a:pt x="419" y="625"/>
                    <a:pt x="421" y="624"/>
                  </a:cubicBezTo>
                  <a:cubicBezTo>
                    <a:pt x="424" y="624"/>
                    <a:pt x="429" y="622"/>
                    <a:pt x="433" y="621"/>
                  </a:cubicBezTo>
                  <a:cubicBezTo>
                    <a:pt x="434" y="620"/>
                    <a:pt x="430" y="621"/>
                    <a:pt x="429" y="622"/>
                  </a:cubicBezTo>
                  <a:cubicBezTo>
                    <a:pt x="428" y="621"/>
                    <a:pt x="433" y="619"/>
                    <a:pt x="436" y="619"/>
                  </a:cubicBezTo>
                  <a:cubicBezTo>
                    <a:pt x="437" y="619"/>
                    <a:pt x="432" y="620"/>
                    <a:pt x="434" y="620"/>
                  </a:cubicBezTo>
                  <a:cubicBezTo>
                    <a:pt x="436" y="620"/>
                    <a:pt x="436" y="619"/>
                    <a:pt x="438" y="618"/>
                  </a:cubicBezTo>
                  <a:cubicBezTo>
                    <a:pt x="436" y="621"/>
                    <a:pt x="447" y="615"/>
                    <a:pt x="451" y="615"/>
                  </a:cubicBezTo>
                  <a:cubicBezTo>
                    <a:pt x="452" y="614"/>
                    <a:pt x="456" y="612"/>
                    <a:pt x="458" y="610"/>
                  </a:cubicBezTo>
                  <a:cubicBezTo>
                    <a:pt x="458" y="612"/>
                    <a:pt x="467" y="607"/>
                    <a:pt x="468" y="605"/>
                  </a:cubicBezTo>
                  <a:cubicBezTo>
                    <a:pt x="468" y="605"/>
                    <a:pt x="469" y="605"/>
                    <a:pt x="469" y="606"/>
                  </a:cubicBezTo>
                  <a:cubicBezTo>
                    <a:pt x="470" y="605"/>
                    <a:pt x="472" y="604"/>
                    <a:pt x="474" y="602"/>
                  </a:cubicBezTo>
                  <a:cubicBezTo>
                    <a:pt x="476" y="603"/>
                    <a:pt x="477" y="601"/>
                    <a:pt x="481" y="598"/>
                  </a:cubicBezTo>
                  <a:cubicBezTo>
                    <a:pt x="482" y="598"/>
                    <a:pt x="481" y="599"/>
                    <a:pt x="483" y="599"/>
                  </a:cubicBezTo>
                  <a:cubicBezTo>
                    <a:pt x="486" y="596"/>
                    <a:pt x="488" y="595"/>
                    <a:pt x="491" y="594"/>
                  </a:cubicBezTo>
                  <a:cubicBezTo>
                    <a:pt x="493" y="592"/>
                    <a:pt x="495" y="591"/>
                    <a:pt x="499" y="589"/>
                  </a:cubicBezTo>
                  <a:cubicBezTo>
                    <a:pt x="499" y="588"/>
                    <a:pt x="498" y="590"/>
                    <a:pt x="500" y="588"/>
                  </a:cubicBezTo>
                  <a:cubicBezTo>
                    <a:pt x="500" y="587"/>
                    <a:pt x="504" y="586"/>
                    <a:pt x="505" y="586"/>
                  </a:cubicBezTo>
                  <a:cubicBezTo>
                    <a:pt x="504" y="585"/>
                    <a:pt x="507" y="583"/>
                    <a:pt x="510" y="581"/>
                  </a:cubicBezTo>
                  <a:cubicBezTo>
                    <a:pt x="511" y="581"/>
                    <a:pt x="507" y="583"/>
                    <a:pt x="508" y="583"/>
                  </a:cubicBezTo>
                  <a:cubicBezTo>
                    <a:pt x="509" y="583"/>
                    <a:pt x="509" y="583"/>
                    <a:pt x="510" y="582"/>
                  </a:cubicBezTo>
                  <a:cubicBezTo>
                    <a:pt x="511" y="581"/>
                    <a:pt x="509" y="582"/>
                    <a:pt x="511" y="581"/>
                  </a:cubicBezTo>
                  <a:cubicBezTo>
                    <a:pt x="512" y="580"/>
                    <a:pt x="510" y="582"/>
                    <a:pt x="511" y="582"/>
                  </a:cubicBezTo>
                  <a:cubicBezTo>
                    <a:pt x="514" y="580"/>
                    <a:pt x="515" y="579"/>
                    <a:pt x="515" y="578"/>
                  </a:cubicBezTo>
                  <a:cubicBezTo>
                    <a:pt x="517" y="576"/>
                    <a:pt x="515" y="579"/>
                    <a:pt x="517" y="577"/>
                  </a:cubicBezTo>
                  <a:cubicBezTo>
                    <a:pt x="517" y="577"/>
                    <a:pt x="519" y="575"/>
                    <a:pt x="520" y="573"/>
                  </a:cubicBezTo>
                  <a:cubicBezTo>
                    <a:pt x="522" y="574"/>
                    <a:pt x="522" y="572"/>
                    <a:pt x="524" y="572"/>
                  </a:cubicBezTo>
                  <a:cubicBezTo>
                    <a:pt x="524" y="571"/>
                    <a:pt x="526" y="569"/>
                    <a:pt x="528" y="569"/>
                  </a:cubicBezTo>
                  <a:cubicBezTo>
                    <a:pt x="528" y="569"/>
                    <a:pt x="527" y="569"/>
                    <a:pt x="528" y="570"/>
                  </a:cubicBezTo>
                  <a:cubicBezTo>
                    <a:pt x="528" y="568"/>
                    <a:pt x="535" y="563"/>
                    <a:pt x="534" y="563"/>
                  </a:cubicBezTo>
                  <a:cubicBezTo>
                    <a:pt x="535" y="562"/>
                    <a:pt x="536" y="559"/>
                    <a:pt x="538" y="558"/>
                  </a:cubicBezTo>
                  <a:cubicBezTo>
                    <a:pt x="540" y="558"/>
                    <a:pt x="537" y="560"/>
                    <a:pt x="536" y="562"/>
                  </a:cubicBezTo>
                  <a:cubicBezTo>
                    <a:pt x="538" y="560"/>
                    <a:pt x="539" y="559"/>
                    <a:pt x="541" y="558"/>
                  </a:cubicBezTo>
                  <a:cubicBezTo>
                    <a:pt x="541" y="555"/>
                    <a:pt x="547" y="551"/>
                    <a:pt x="548" y="549"/>
                  </a:cubicBezTo>
                  <a:cubicBezTo>
                    <a:pt x="549" y="549"/>
                    <a:pt x="547" y="552"/>
                    <a:pt x="546" y="553"/>
                  </a:cubicBezTo>
                  <a:cubicBezTo>
                    <a:pt x="545" y="553"/>
                    <a:pt x="545" y="553"/>
                    <a:pt x="546" y="552"/>
                  </a:cubicBezTo>
                  <a:cubicBezTo>
                    <a:pt x="544" y="553"/>
                    <a:pt x="545" y="554"/>
                    <a:pt x="543" y="556"/>
                  </a:cubicBezTo>
                  <a:cubicBezTo>
                    <a:pt x="546" y="553"/>
                    <a:pt x="546" y="552"/>
                    <a:pt x="549" y="551"/>
                  </a:cubicBezTo>
                  <a:cubicBezTo>
                    <a:pt x="551" y="549"/>
                    <a:pt x="549" y="551"/>
                    <a:pt x="549" y="550"/>
                  </a:cubicBezTo>
                  <a:cubicBezTo>
                    <a:pt x="552" y="548"/>
                    <a:pt x="561" y="538"/>
                    <a:pt x="565" y="534"/>
                  </a:cubicBezTo>
                  <a:cubicBezTo>
                    <a:pt x="565" y="534"/>
                    <a:pt x="567" y="530"/>
                    <a:pt x="566" y="531"/>
                  </a:cubicBezTo>
                  <a:cubicBezTo>
                    <a:pt x="567" y="528"/>
                    <a:pt x="570" y="527"/>
                    <a:pt x="569" y="526"/>
                  </a:cubicBezTo>
                  <a:cubicBezTo>
                    <a:pt x="571" y="525"/>
                    <a:pt x="570" y="527"/>
                    <a:pt x="570" y="527"/>
                  </a:cubicBezTo>
                  <a:cubicBezTo>
                    <a:pt x="570" y="528"/>
                    <a:pt x="569" y="529"/>
                    <a:pt x="568" y="529"/>
                  </a:cubicBezTo>
                  <a:cubicBezTo>
                    <a:pt x="567" y="531"/>
                    <a:pt x="570" y="529"/>
                    <a:pt x="567" y="532"/>
                  </a:cubicBezTo>
                  <a:cubicBezTo>
                    <a:pt x="569" y="530"/>
                    <a:pt x="569" y="529"/>
                    <a:pt x="571" y="526"/>
                  </a:cubicBezTo>
                  <a:cubicBezTo>
                    <a:pt x="571" y="526"/>
                    <a:pt x="572" y="526"/>
                    <a:pt x="572" y="525"/>
                  </a:cubicBezTo>
                  <a:cubicBezTo>
                    <a:pt x="573" y="524"/>
                    <a:pt x="571" y="526"/>
                    <a:pt x="571" y="525"/>
                  </a:cubicBezTo>
                  <a:cubicBezTo>
                    <a:pt x="572" y="523"/>
                    <a:pt x="574" y="523"/>
                    <a:pt x="574" y="521"/>
                  </a:cubicBezTo>
                  <a:cubicBezTo>
                    <a:pt x="571" y="524"/>
                    <a:pt x="568" y="527"/>
                    <a:pt x="565" y="530"/>
                  </a:cubicBezTo>
                  <a:cubicBezTo>
                    <a:pt x="562" y="533"/>
                    <a:pt x="559" y="537"/>
                    <a:pt x="556" y="540"/>
                  </a:cubicBezTo>
                  <a:cubicBezTo>
                    <a:pt x="554" y="541"/>
                    <a:pt x="556" y="538"/>
                    <a:pt x="554" y="540"/>
                  </a:cubicBezTo>
                  <a:cubicBezTo>
                    <a:pt x="553" y="541"/>
                    <a:pt x="554" y="541"/>
                    <a:pt x="553" y="542"/>
                  </a:cubicBezTo>
                  <a:cubicBezTo>
                    <a:pt x="551" y="544"/>
                    <a:pt x="553" y="540"/>
                    <a:pt x="554" y="538"/>
                  </a:cubicBezTo>
                  <a:cubicBezTo>
                    <a:pt x="558" y="535"/>
                    <a:pt x="562" y="532"/>
                    <a:pt x="566" y="527"/>
                  </a:cubicBezTo>
                  <a:cubicBezTo>
                    <a:pt x="567" y="525"/>
                    <a:pt x="568" y="524"/>
                    <a:pt x="569" y="523"/>
                  </a:cubicBezTo>
                  <a:cubicBezTo>
                    <a:pt x="568" y="524"/>
                    <a:pt x="568" y="523"/>
                    <a:pt x="571" y="521"/>
                  </a:cubicBezTo>
                  <a:cubicBezTo>
                    <a:pt x="572" y="519"/>
                    <a:pt x="570" y="520"/>
                    <a:pt x="571" y="519"/>
                  </a:cubicBezTo>
                  <a:cubicBezTo>
                    <a:pt x="574" y="517"/>
                    <a:pt x="574" y="515"/>
                    <a:pt x="577" y="512"/>
                  </a:cubicBezTo>
                  <a:cubicBezTo>
                    <a:pt x="578" y="511"/>
                    <a:pt x="577" y="513"/>
                    <a:pt x="579" y="511"/>
                  </a:cubicBezTo>
                  <a:cubicBezTo>
                    <a:pt x="578" y="511"/>
                    <a:pt x="579" y="509"/>
                    <a:pt x="580" y="507"/>
                  </a:cubicBezTo>
                  <a:cubicBezTo>
                    <a:pt x="582" y="506"/>
                    <a:pt x="579" y="510"/>
                    <a:pt x="581" y="508"/>
                  </a:cubicBezTo>
                  <a:cubicBezTo>
                    <a:pt x="581" y="507"/>
                    <a:pt x="582" y="507"/>
                    <a:pt x="582" y="506"/>
                  </a:cubicBezTo>
                  <a:cubicBezTo>
                    <a:pt x="582" y="506"/>
                    <a:pt x="582" y="505"/>
                    <a:pt x="583" y="504"/>
                  </a:cubicBezTo>
                  <a:cubicBezTo>
                    <a:pt x="586" y="501"/>
                    <a:pt x="587" y="498"/>
                    <a:pt x="590" y="496"/>
                  </a:cubicBezTo>
                  <a:cubicBezTo>
                    <a:pt x="590" y="494"/>
                    <a:pt x="593" y="493"/>
                    <a:pt x="594" y="490"/>
                  </a:cubicBezTo>
                  <a:cubicBezTo>
                    <a:pt x="595" y="489"/>
                    <a:pt x="592" y="492"/>
                    <a:pt x="593" y="493"/>
                  </a:cubicBezTo>
                  <a:cubicBezTo>
                    <a:pt x="594" y="491"/>
                    <a:pt x="595" y="489"/>
                    <a:pt x="596" y="488"/>
                  </a:cubicBezTo>
                  <a:cubicBezTo>
                    <a:pt x="597" y="487"/>
                    <a:pt x="596" y="485"/>
                    <a:pt x="597" y="484"/>
                  </a:cubicBezTo>
                  <a:cubicBezTo>
                    <a:pt x="596" y="484"/>
                    <a:pt x="597" y="484"/>
                    <a:pt x="598" y="481"/>
                  </a:cubicBezTo>
                  <a:cubicBezTo>
                    <a:pt x="596" y="485"/>
                    <a:pt x="594" y="486"/>
                    <a:pt x="592" y="489"/>
                  </a:cubicBezTo>
                  <a:cubicBezTo>
                    <a:pt x="591" y="490"/>
                    <a:pt x="593" y="488"/>
                    <a:pt x="591" y="489"/>
                  </a:cubicBezTo>
                  <a:cubicBezTo>
                    <a:pt x="590" y="491"/>
                    <a:pt x="591" y="492"/>
                    <a:pt x="591" y="491"/>
                  </a:cubicBezTo>
                  <a:cubicBezTo>
                    <a:pt x="591" y="493"/>
                    <a:pt x="590" y="494"/>
                    <a:pt x="590" y="495"/>
                  </a:cubicBezTo>
                  <a:cubicBezTo>
                    <a:pt x="589" y="494"/>
                    <a:pt x="587" y="498"/>
                    <a:pt x="586" y="499"/>
                  </a:cubicBezTo>
                  <a:cubicBezTo>
                    <a:pt x="585" y="500"/>
                    <a:pt x="587" y="497"/>
                    <a:pt x="587" y="496"/>
                  </a:cubicBezTo>
                  <a:cubicBezTo>
                    <a:pt x="585" y="498"/>
                    <a:pt x="586" y="498"/>
                    <a:pt x="585" y="499"/>
                  </a:cubicBezTo>
                  <a:cubicBezTo>
                    <a:pt x="585" y="500"/>
                    <a:pt x="583" y="501"/>
                    <a:pt x="581" y="503"/>
                  </a:cubicBezTo>
                  <a:cubicBezTo>
                    <a:pt x="582" y="504"/>
                    <a:pt x="581" y="506"/>
                    <a:pt x="580" y="507"/>
                  </a:cubicBezTo>
                  <a:cubicBezTo>
                    <a:pt x="579" y="507"/>
                    <a:pt x="579" y="506"/>
                    <a:pt x="578" y="508"/>
                  </a:cubicBezTo>
                  <a:cubicBezTo>
                    <a:pt x="577" y="509"/>
                    <a:pt x="576" y="510"/>
                    <a:pt x="575" y="511"/>
                  </a:cubicBezTo>
                  <a:cubicBezTo>
                    <a:pt x="575" y="511"/>
                    <a:pt x="574" y="511"/>
                    <a:pt x="574" y="511"/>
                  </a:cubicBezTo>
                  <a:cubicBezTo>
                    <a:pt x="570" y="516"/>
                    <a:pt x="566" y="521"/>
                    <a:pt x="562" y="525"/>
                  </a:cubicBezTo>
                  <a:cubicBezTo>
                    <a:pt x="560" y="528"/>
                    <a:pt x="557" y="530"/>
                    <a:pt x="555" y="533"/>
                  </a:cubicBezTo>
                  <a:cubicBezTo>
                    <a:pt x="550" y="536"/>
                    <a:pt x="546" y="544"/>
                    <a:pt x="541" y="545"/>
                  </a:cubicBezTo>
                  <a:cubicBezTo>
                    <a:pt x="541" y="546"/>
                    <a:pt x="540" y="547"/>
                    <a:pt x="539" y="548"/>
                  </a:cubicBezTo>
                  <a:cubicBezTo>
                    <a:pt x="538" y="548"/>
                    <a:pt x="537" y="549"/>
                    <a:pt x="535" y="550"/>
                  </a:cubicBezTo>
                  <a:cubicBezTo>
                    <a:pt x="537" y="548"/>
                    <a:pt x="539" y="547"/>
                    <a:pt x="539" y="546"/>
                  </a:cubicBezTo>
                  <a:cubicBezTo>
                    <a:pt x="539" y="547"/>
                    <a:pt x="540" y="545"/>
                    <a:pt x="542" y="544"/>
                  </a:cubicBezTo>
                  <a:cubicBezTo>
                    <a:pt x="542" y="543"/>
                    <a:pt x="541" y="544"/>
                    <a:pt x="540" y="545"/>
                  </a:cubicBezTo>
                  <a:cubicBezTo>
                    <a:pt x="541" y="543"/>
                    <a:pt x="543" y="541"/>
                    <a:pt x="545" y="539"/>
                  </a:cubicBezTo>
                  <a:cubicBezTo>
                    <a:pt x="546" y="539"/>
                    <a:pt x="544" y="542"/>
                    <a:pt x="543" y="542"/>
                  </a:cubicBezTo>
                  <a:cubicBezTo>
                    <a:pt x="544" y="542"/>
                    <a:pt x="548" y="537"/>
                    <a:pt x="550" y="535"/>
                  </a:cubicBezTo>
                  <a:cubicBezTo>
                    <a:pt x="548" y="536"/>
                    <a:pt x="548" y="537"/>
                    <a:pt x="547" y="538"/>
                  </a:cubicBezTo>
                  <a:cubicBezTo>
                    <a:pt x="550" y="534"/>
                    <a:pt x="551" y="532"/>
                    <a:pt x="554" y="529"/>
                  </a:cubicBezTo>
                  <a:cubicBezTo>
                    <a:pt x="556" y="528"/>
                    <a:pt x="552" y="532"/>
                    <a:pt x="555" y="530"/>
                  </a:cubicBezTo>
                  <a:cubicBezTo>
                    <a:pt x="556" y="528"/>
                    <a:pt x="556" y="528"/>
                    <a:pt x="556" y="528"/>
                  </a:cubicBezTo>
                  <a:cubicBezTo>
                    <a:pt x="559" y="525"/>
                    <a:pt x="563" y="520"/>
                    <a:pt x="565" y="517"/>
                  </a:cubicBezTo>
                  <a:cubicBezTo>
                    <a:pt x="563" y="520"/>
                    <a:pt x="566" y="516"/>
                    <a:pt x="568" y="513"/>
                  </a:cubicBezTo>
                  <a:cubicBezTo>
                    <a:pt x="568" y="513"/>
                    <a:pt x="569" y="511"/>
                    <a:pt x="567" y="513"/>
                  </a:cubicBezTo>
                  <a:cubicBezTo>
                    <a:pt x="569" y="509"/>
                    <a:pt x="571" y="510"/>
                    <a:pt x="572" y="507"/>
                  </a:cubicBezTo>
                  <a:cubicBezTo>
                    <a:pt x="573" y="506"/>
                    <a:pt x="573" y="507"/>
                    <a:pt x="573" y="507"/>
                  </a:cubicBezTo>
                  <a:cubicBezTo>
                    <a:pt x="574" y="506"/>
                    <a:pt x="575" y="504"/>
                    <a:pt x="575" y="503"/>
                  </a:cubicBezTo>
                  <a:cubicBezTo>
                    <a:pt x="576" y="501"/>
                    <a:pt x="580" y="499"/>
                    <a:pt x="579" y="497"/>
                  </a:cubicBezTo>
                  <a:cubicBezTo>
                    <a:pt x="580" y="497"/>
                    <a:pt x="582" y="494"/>
                    <a:pt x="582" y="495"/>
                  </a:cubicBezTo>
                  <a:cubicBezTo>
                    <a:pt x="582" y="492"/>
                    <a:pt x="586" y="487"/>
                    <a:pt x="589" y="483"/>
                  </a:cubicBezTo>
                  <a:cubicBezTo>
                    <a:pt x="588" y="486"/>
                    <a:pt x="588" y="486"/>
                    <a:pt x="587" y="488"/>
                  </a:cubicBezTo>
                  <a:cubicBezTo>
                    <a:pt x="589" y="487"/>
                    <a:pt x="590" y="485"/>
                    <a:pt x="591" y="484"/>
                  </a:cubicBezTo>
                  <a:cubicBezTo>
                    <a:pt x="592" y="483"/>
                    <a:pt x="589" y="485"/>
                    <a:pt x="591" y="483"/>
                  </a:cubicBezTo>
                  <a:cubicBezTo>
                    <a:pt x="590" y="482"/>
                    <a:pt x="589" y="485"/>
                    <a:pt x="589" y="486"/>
                  </a:cubicBezTo>
                  <a:cubicBezTo>
                    <a:pt x="588" y="486"/>
                    <a:pt x="590" y="480"/>
                    <a:pt x="593" y="478"/>
                  </a:cubicBezTo>
                  <a:cubicBezTo>
                    <a:pt x="595" y="475"/>
                    <a:pt x="595" y="470"/>
                    <a:pt x="598" y="467"/>
                  </a:cubicBezTo>
                  <a:cubicBezTo>
                    <a:pt x="598" y="465"/>
                    <a:pt x="598" y="465"/>
                    <a:pt x="598" y="465"/>
                  </a:cubicBezTo>
                  <a:cubicBezTo>
                    <a:pt x="599" y="463"/>
                    <a:pt x="599" y="465"/>
                    <a:pt x="599" y="465"/>
                  </a:cubicBezTo>
                  <a:cubicBezTo>
                    <a:pt x="600" y="464"/>
                    <a:pt x="600" y="461"/>
                    <a:pt x="602" y="459"/>
                  </a:cubicBezTo>
                  <a:cubicBezTo>
                    <a:pt x="603" y="459"/>
                    <a:pt x="601" y="461"/>
                    <a:pt x="601" y="462"/>
                  </a:cubicBezTo>
                  <a:cubicBezTo>
                    <a:pt x="604" y="456"/>
                    <a:pt x="605" y="451"/>
                    <a:pt x="608" y="448"/>
                  </a:cubicBezTo>
                  <a:cubicBezTo>
                    <a:pt x="609" y="446"/>
                    <a:pt x="610" y="444"/>
                    <a:pt x="610" y="442"/>
                  </a:cubicBezTo>
                  <a:cubicBezTo>
                    <a:pt x="609" y="443"/>
                    <a:pt x="609" y="443"/>
                    <a:pt x="609" y="442"/>
                  </a:cubicBezTo>
                  <a:cubicBezTo>
                    <a:pt x="610" y="440"/>
                    <a:pt x="612" y="434"/>
                    <a:pt x="614" y="431"/>
                  </a:cubicBezTo>
                  <a:cubicBezTo>
                    <a:pt x="614" y="432"/>
                    <a:pt x="614" y="434"/>
                    <a:pt x="613" y="435"/>
                  </a:cubicBezTo>
                  <a:cubicBezTo>
                    <a:pt x="614" y="434"/>
                    <a:pt x="616" y="428"/>
                    <a:pt x="617" y="426"/>
                  </a:cubicBezTo>
                  <a:cubicBezTo>
                    <a:pt x="617" y="423"/>
                    <a:pt x="617" y="427"/>
                    <a:pt x="616" y="428"/>
                  </a:cubicBezTo>
                  <a:cubicBezTo>
                    <a:pt x="616" y="426"/>
                    <a:pt x="617" y="424"/>
                    <a:pt x="617" y="422"/>
                  </a:cubicBezTo>
                  <a:cubicBezTo>
                    <a:pt x="616" y="422"/>
                    <a:pt x="616" y="422"/>
                    <a:pt x="616" y="421"/>
                  </a:cubicBezTo>
                  <a:cubicBezTo>
                    <a:pt x="615" y="422"/>
                    <a:pt x="615" y="423"/>
                    <a:pt x="615" y="423"/>
                  </a:cubicBezTo>
                  <a:cubicBezTo>
                    <a:pt x="615" y="422"/>
                    <a:pt x="615" y="422"/>
                    <a:pt x="615" y="421"/>
                  </a:cubicBezTo>
                  <a:cubicBezTo>
                    <a:pt x="617" y="419"/>
                    <a:pt x="617" y="418"/>
                    <a:pt x="619" y="415"/>
                  </a:cubicBezTo>
                  <a:cubicBezTo>
                    <a:pt x="619" y="417"/>
                    <a:pt x="617" y="418"/>
                    <a:pt x="618" y="420"/>
                  </a:cubicBezTo>
                  <a:cubicBezTo>
                    <a:pt x="619" y="419"/>
                    <a:pt x="618" y="418"/>
                    <a:pt x="619" y="417"/>
                  </a:cubicBezTo>
                  <a:cubicBezTo>
                    <a:pt x="618" y="417"/>
                    <a:pt x="619" y="412"/>
                    <a:pt x="620" y="410"/>
                  </a:cubicBezTo>
                  <a:cubicBezTo>
                    <a:pt x="621" y="410"/>
                    <a:pt x="620" y="411"/>
                    <a:pt x="620" y="412"/>
                  </a:cubicBezTo>
                  <a:cubicBezTo>
                    <a:pt x="622" y="410"/>
                    <a:pt x="621" y="409"/>
                    <a:pt x="622" y="407"/>
                  </a:cubicBezTo>
                  <a:cubicBezTo>
                    <a:pt x="622" y="406"/>
                    <a:pt x="621" y="409"/>
                    <a:pt x="621" y="408"/>
                  </a:cubicBezTo>
                  <a:cubicBezTo>
                    <a:pt x="622" y="404"/>
                    <a:pt x="623" y="401"/>
                    <a:pt x="624" y="397"/>
                  </a:cubicBezTo>
                  <a:cubicBezTo>
                    <a:pt x="623" y="396"/>
                    <a:pt x="623" y="399"/>
                    <a:pt x="622" y="401"/>
                  </a:cubicBezTo>
                  <a:cubicBezTo>
                    <a:pt x="622" y="401"/>
                    <a:pt x="622" y="401"/>
                    <a:pt x="622" y="401"/>
                  </a:cubicBezTo>
                  <a:cubicBezTo>
                    <a:pt x="623" y="399"/>
                    <a:pt x="622" y="398"/>
                    <a:pt x="623" y="394"/>
                  </a:cubicBezTo>
                  <a:cubicBezTo>
                    <a:pt x="622" y="394"/>
                    <a:pt x="622" y="397"/>
                    <a:pt x="622" y="398"/>
                  </a:cubicBezTo>
                  <a:cubicBezTo>
                    <a:pt x="621" y="401"/>
                    <a:pt x="622" y="395"/>
                    <a:pt x="621" y="399"/>
                  </a:cubicBezTo>
                  <a:cubicBezTo>
                    <a:pt x="621" y="397"/>
                    <a:pt x="622" y="393"/>
                    <a:pt x="620" y="396"/>
                  </a:cubicBezTo>
                  <a:close/>
                  <a:moveTo>
                    <a:pt x="501" y="559"/>
                  </a:moveTo>
                  <a:cubicBezTo>
                    <a:pt x="499" y="561"/>
                    <a:pt x="497" y="562"/>
                    <a:pt x="496" y="563"/>
                  </a:cubicBezTo>
                  <a:cubicBezTo>
                    <a:pt x="497" y="561"/>
                    <a:pt x="499" y="560"/>
                    <a:pt x="501" y="559"/>
                  </a:cubicBezTo>
                  <a:close/>
                  <a:moveTo>
                    <a:pt x="349" y="605"/>
                  </a:moveTo>
                  <a:cubicBezTo>
                    <a:pt x="351" y="605"/>
                    <a:pt x="354" y="605"/>
                    <a:pt x="352" y="604"/>
                  </a:cubicBezTo>
                  <a:cubicBezTo>
                    <a:pt x="355" y="603"/>
                    <a:pt x="357" y="604"/>
                    <a:pt x="360" y="604"/>
                  </a:cubicBezTo>
                  <a:cubicBezTo>
                    <a:pt x="359" y="605"/>
                    <a:pt x="359" y="604"/>
                    <a:pt x="357" y="605"/>
                  </a:cubicBezTo>
                  <a:cubicBezTo>
                    <a:pt x="356" y="605"/>
                    <a:pt x="356" y="605"/>
                    <a:pt x="355" y="605"/>
                  </a:cubicBezTo>
                  <a:cubicBezTo>
                    <a:pt x="354" y="605"/>
                    <a:pt x="355" y="605"/>
                    <a:pt x="355" y="606"/>
                  </a:cubicBezTo>
                  <a:cubicBezTo>
                    <a:pt x="353" y="605"/>
                    <a:pt x="351" y="606"/>
                    <a:pt x="349" y="605"/>
                  </a:cubicBezTo>
                  <a:close/>
                  <a:moveTo>
                    <a:pt x="616" y="190"/>
                  </a:moveTo>
                  <a:cubicBezTo>
                    <a:pt x="617" y="192"/>
                    <a:pt x="618" y="191"/>
                    <a:pt x="618" y="194"/>
                  </a:cubicBezTo>
                  <a:cubicBezTo>
                    <a:pt x="618" y="194"/>
                    <a:pt x="616" y="192"/>
                    <a:pt x="616" y="190"/>
                  </a:cubicBezTo>
                  <a:close/>
                  <a:moveTo>
                    <a:pt x="632" y="180"/>
                  </a:moveTo>
                  <a:cubicBezTo>
                    <a:pt x="634" y="184"/>
                    <a:pt x="634" y="184"/>
                    <a:pt x="637" y="186"/>
                  </a:cubicBezTo>
                  <a:cubicBezTo>
                    <a:pt x="636" y="188"/>
                    <a:pt x="637" y="189"/>
                    <a:pt x="638" y="191"/>
                  </a:cubicBezTo>
                  <a:cubicBezTo>
                    <a:pt x="639" y="193"/>
                    <a:pt x="639" y="193"/>
                    <a:pt x="638" y="194"/>
                  </a:cubicBezTo>
                  <a:cubicBezTo>
                    <a:pt x="640" y="197"/>
                    <a:pt x="640" y="195"/>
                    <a:pt x="640" y="194"/>
                  </a:cubicBezTo>
                  <a:cubicBezTo>
                    <a:pt x="642" y="199"/>
                    <a:pt x="640" y="199"/>
                    <a:pt x="638" y="196"/>
                  </a:cubicBezTo>
                  <a:cubicBezTo>
                    <a:pt x="638" y="192"/>
                    <a:pt x="634" y="188"/>
                    <a:pt x="632" y="184"/>
                  </a:cubicBezTo>
                  <a:cubicBezTo>
                    <a:pt x="632" y="182"/>
                    <a:pt x="634" y="186"/>
                    <a:pt x="634" y="185"/>
                  </a:cubicBezTo>
                  <a:cubicBezTo>
                    <a:pt x="633" y="184"/>
                    <a:pt x="631" y="180"/>
                    <a:pt x="632" y="180"/>
                  </a:cubicBezTo>
                  <a:close/>
                  <a:moveTo>
                    <a:pt x="309" y="3"/>
                  </a:moveTo>
                  <a:cubicBezTo>
                    <a:pt x="306" y="4"/>
                    <a:pt x="304" y="3"/>
                    <a:pt x="302" y="4"/>
                  </a:cubicBezTo>
                  <a:cubicBezTo>
                    <a:pt x="304" y="3"/>
                    <a:pt x="306" y="3"/>
                    <a:pt x="309" y="3"/>
                  </a:cubicBezTo>
                  <a:close/>
                  <a:moveTo>
                    <a:pt x="129" y="74"/>
                  </a:moveTo>
                  <a:cubicBezTo>
                    <a:pt x="128" y="75"/>
                    <a:pt x="125" y="77"/>
                    <a:pt x="125" y="76"/>
                  </a:cubicBezTo>
                  <a:cubicBezTo>
                    <a:pt x="127" y="76"/>
                    <a:pt x="130" y="72"/>
                    <a:pt x="129" y="74"/>
                  </a:cubicBezTo>
                  <a:close/>
                  <a:moveTo>
                    <a:pt x="36" y="188"/>
                  </a:moveTo>
                  <a:cubicBezTo>
                    <a:pt x="37" y="187"/>
                    <a:pt x="37" y="185"/>
                    <a:pt x="38" y="184"/>
                  </a:cubicBezTo>
                  <a:cubicBezTo>
                    <a:pt x="38" y="185"/>
                    <a:pt x="36" y="189"/>
                    <a:pt x="36" y="188"/>
                  </a:cubicBezTo>
                  <a:close/>
                  <a:moveTo>
                    <a:pt x="531" y="609"/>
                  </a:moveTo>
                  <a:cubicBezTo>
                    <a:pt x="533" y="607"/>
                    <a:pt x="535" y="605"/>
                    <a:pt x="538" y="604"/>
                  </a:cubicBezTo>
                  <a:cubicBezTo>
                    <a:pt x="536" y="606"/>
                    <a:pt x="531" y="609"/>
                    <a:pt x="531" y="609"/>
                  </a:cubicBezTo>
                  <a:close/>
                  <a:moveTo>
                    <a:pt x="480" y="625"/>
                  </a:moveTo>
                  <a:cubicBezTo>
                    <a:pt x="480" y="625"/>
                    <a:pt x="490" y="620"/>
                    <a:pt x="489" y="622"/>
                  </a:cubicBezTo>
                  <a:cubicBezTo>
                    <a:pt x="486" y="622"/>
                    <a:pt x="483" y="625"/>
                    <a:pt x="480" y="625"/>
                  </a:cubicBezTo>
                  <a:close/>
                  <a:moveTo>
                    <a:pt x="635" y="474"/>
                  </a:moveTo>
                  <a:cubicBezTo>
                    <a:pt x="635" y="475"/>
                    <a:pt x="635" y="475"/>
                    <a:pt x="635" y="476"/>
                  </a:cubicBezTo>
                  <a:cubicBezTo>
                    <a:pt x="634" y="477"/>
                    <a:pt x="634" y="478"/>
                    <a:pt x="633" y="479"/>
                  </a:cubicBezTo>
                  <a:cubicBezTo>
                    <a:pt x="633" y="477"/>
                    <a:pt x="634" y="475"/>
                    <a:pt x="635" y="474"/>
                  </a:cubicBezTo>
                  <a:close/>
                  <a:moveTo>
                    <a:pt x="411" y="626"/>
                  </a:moveTo>
                  <a:cubicBezTo>
                    <a:pt x="416" y="624"/>
                    <a:pt x="419" y="624"/>
                    <a:pt x="423" y="623"/>
                  </a:cubicBezTo>
                  <a:cubicBezTo>
                    <a:pt x="419" y="624"/>
                    <a:pt x="415" y="625"/>
                    <a:pt x="411" y="626"/>
                  </a:cubicBezTo>
                  <a:close/>
                  <a:moveTo>
                    <a:pt x="512" y="579"/>
                  </a:moveTo>
                  <a:cubicBezTo>
                    <a:pt x="513" y="578"/>
                    <a:pt x="517" y="575"/>
                    <a:pt x="517" y="576"/>
                  </a:cubicBezTo>
                  <a:cubicBezTo>
                    <a:pt x="516" y="577"/>
                    <a:pt x="512" y="580"/>
                    <a:pt x="512" y="579"/>
                  </a:cubicBezTo>
                  <a:close/>
                  <a:moveTo>
                    <a:pt x="556" y="543"/>
                  </a:moveTo>
                  <a:cubicBezTo>
                    <a:pt x="556" y="543"/>
                    <a:pt x="557" y="540"/>
                    <a:pt x="558" y="540"/>
                  </a:cubicBezTo>
                  <a:cubicBezTo>
                    <a:pt x="559" y="540"/>
                    <a:pt x="557" y="543"/>
                    <a:pt x="556" y="543"/>
                  </a:cubicBezTo>
                  <a:close/>
                  <a:moveTo>
                    <a:pt x="618" y="415"/>
                  </a:moveTo>
                  <a:cubicBezTo>
                    <a:pt x="618" y="414"/>
                    <a:pt x="618" y="414"/>
                    <a:pt x="618" y="413"/>
                  </a:cubicBezTo>
                  <a:cubicBezTo>
                    <a:pt x="619" y="412"/>
                    <a:pt x="618" y="410"/>
                    <a:pt x="620" y="409"/>
                  </a:cubicBezTo>
                  <a:cubicBezTo>
                    <a:pt x="620" y="411"/>
                    <a:pt x="618" y="415"/>
                    <a:pt x="618" y="415"/>
                  </a:cubicBezTo>
                  <a:close/>
                  <a:moveTo>
                    <a:pt x="581" y="484"/>
                  </a:moveTo>
                  <a:cubicBezTo>
                    <a:pt x="582" y="483"/>
                    <a:pt x="582" y="481"/>
                    <a:pt x="584" y="480"/>
                  </a:cubicBezTo>
                  <a:cubicBezTo>
                    <a:pt x="583" y="483"/>
                    <a:pt x="582" y="484"/>
                    <a:pt x="581" y="484"/>
                  </a:cubicBezTo>
                  <a:close/>
                  <a:moveTo>
                    <a:pt x="530" y="538"/>
                  </a:moveTo>
                  <a:cubicBezTo>
                    <a:pt x="529" y="537"/>
                    <a:pt x="532" y="535"/>
                    <a:pt x="533" y="534"/>
                  </a:cubicBezTo>
                  <a:cubicBezTo>
                    <a:pt x="533" y="536"/>
                    <a:pt x="531" y="537"/>
                    <a:pt x="530" y="538"/>
                  </a:cubicBezTo>
                  <a:close/>
                  <a:moveTo>
                    <a:pt x="518" y="548"/>
                  </a:moveTo>
                  <a:cubicBezTo>
                    <a:pt x="519" y="546"/>
                    <a:pt x="523" y="543"/>
                    <a:pt x="523" y="544"/>
                  </a:cubicBezTo>
                  <a:cubicBezTo>
                    <a:pt x="521" y="545"/>
                    <a:pt x="520" y="547"/>
                    <a:pt x="518" y="548"/>
                  </a:cubicBezTo>
                  <a:close/>
                  <a:moveTo>
                    <a:pt x="616" y="483"/>
                  </a:moveTo>
                  <a:cubicBezTo>
                    <a:pt x="614" y="486"/>
                    <a:pt x="612" y="490"/>
                    <a:pt x="610" y="493"/>
                  </a:cubicBezTo>
                  <a:cubicBezTo>
                    <a:pt x="611" y="490"/>
                    <a:pt x="615" y="484"/>
                    <a:pt x="616" y="483"/>
                  </a:cubicBezTo>
                  <a:close/>
                  <a:moveTo>
                    <a:pt x="474" y="564"/>
                  </a:moveTo>
                  <a:cubicBezTo>
                    <a:pt x="474" y="563"/>
                    <a:pt x="477" y="561"/>
                    <a:pt x="479" y="561"/>
                  </a:cubicBezTo>
                  <a:cubicBezTo>
                    <a:pt x="478" y="563"/>
                    <a:pt x="476" y="564"/>
                    <a:pt x="474" y="564"/>
                  </a:cubicBezTo>
                  <a:close/>
                  <a:moveTo>
                    <a:pt x="543" y="540"/>
                  </a:moveTo>
                  <a:cubicBezTo>
                    <a:pt x="545" y="539"/>
                    <a:pt x="546" y="537"/>
                    <a:pt x="547" y="536"/>
                  </a:cubicBezTo>
                  <a:cubicBezTo>
                    <a:pt x="546" y="537"/>
                    <a:pt x="544" y="541"/>
                    <a:pt x="543" y="540"/>
                  </a:cubicBezTo>
                  <a:close/>
                  <a:moveTo>
                    <a:pt x="619" y="485"/>
                  </a:moveTo>
                  <a:cubicBezTo>
                    <a:pt x="619" y="484"/>
                    <a:pt x="621" y="480"/>
                    <a:pt x="621" y="482"/>
                  </a:cubicBezTo>
                  <a:cubicBezTo>
                    <a:pt x="620" y="483"/>
                    <a:pt x="619" y="487"/>
                    <a:pt x="619" y="485"/>
                  </a:cubicBezTo>
                  <a:close/>
                  <a:moveTo>
                    <a:pt x="617" y="489"/>
                  </a:moveTo>
                  <a:cubicBezTo>
                    <a:pt x="616" y="489"/>
                    <a:pt x="616" y="490"/>
                    <a:pt x="614" y="492"/>
                  </a:cubicBezTo>
                  <a:cubicBezTo>
                    <a:pt x="615" y="491"/>
                    <a:pt x="613" y="493"/>
                    <a:pt x="613" y="492"/>
                  </a:cubicBezTo>
                  <a:cubicBezTo>
                    <a:pt x="615" y="490"/>
                    <a:pt x="615" y="491"/>
                    <a:pt x="616" y="488"/>
                  </a:cubicBezTo>
                  <a:cubicBezTo>
                    <a:pt x="617" y="487"/>
                    <a:pt x="617" y="487"/>
                    <a:pt x="617" y="487"/>
                  </a:cubicBezTo>
                  <a:cubicBezTo>
                    <a:pt x="617" y="487"/>
                    <a:pt x="618" y="487"/>
                    <a:pt x="617" y="489"/>
                  </a:cubicBezTo>
                  <a:close/>
                  <a:moveTo>
                    <a:pt x="609" y="497"/>
                  </a:moveTo>
                  <a:cubicBezTo>
                    <a:pt x="610" y="496"/>
                    <a:pt x="611" y="493"/>
                    <a:pt x="612" y="492"/>
                  </a:cubicBezTo>
                  <a:cubicBezTo>
                    <a:pt x="612" y="494"/>
                    <a:pt x="611" y="496"/>
                    <a:pt x="609" y="497"/>
                  </a:cubicBezTo>
                  <a:close/>
                  <a:moveTo>
                    <a:pt x="551" y="544"/>
                  </a:moveTo>
                  <a:cubicBezTo>
                    <a:pt x="550" y="545"/>
                    <a:pt x="549" y="546"/>
                    <a:pt x="548" y="547"/>
                  </a:cubicBezTo>
                  <a:cubicBezTo>
                    <a:pt x="550" y="545"/>
                    <a:pt x="548" y="545"/>
                    <a:pt x="551" y="542"/>
                  </a:cubicBezTo>
                  <a:cubicBezTo>
                    <a:pt x="552" y="542"/>
                    <a:pt x="549" y="545"/>
                    <a:pt x="551" y="544"/>
                  </a:cubicBezTo>
                  <a:close/>
                  <a:moveTo>
                    <a:pt x="599" y="514"/>
                  </a:moveTo>
                  <a:cubicBezTo>
                    <a:pt x="600" y="513"/>
                    <a:pt x="600" y="512"/>
                    <a:pt x="600" y="511"/>
                  </a:cubicBezTo>
                  <a:cubicBezTo>
                    <a:pt x="602" y="510"/>
                    <a:pt x="602" y="510"/>
                    <a:pt x="602" y="510"/>
                  </a:cubicBezTo>
                  <a:cubicBezTo>
                    <a:pt x="601" y="512"/>
                    <a:pt x="600" y="512"/>
                    <a:pt x="599" y="514"/>
                  </a:cubicBezTo>
                  <a:close/>
                  <a:moveTo>
                    <a:pt x="627" y="488"/>
                  </a:moveTo>
                  <a:cubicBezTo>
                    <a:pt x="629" y="488"/>
                    <a:pt x="628" y="486"/>
                    <a:pt x="630" y="484"/>
                  </a:cubicBezTo>
                  <a:cubicBezTo>
                    <a:pt x="631" y="484"/>
                    <a:pt x="626" y="493"/>
                    <a:pt x="627" y="488"/>
                  </a:cubicBezTo>
                  <a:close/>
                  <a:moveTo>
                    <a:pt x="542" y="553"/>
                  </a:moveTo>
                  <a:cubicBezTo>
                    <a:pt x="540" y="554"/>
                    <a:pt x="539" y="556"/>
                    <a:pt x="537" y="557"/>
                  </a:cubicBezTo>
                  <a:cubicBezTo>
                    <a:pt x="536" y="558"/>
                    <a:pt x="535" y="559"/>
                    <a:pt x="533" y="559"/>
                  </a:cubicBezTo>
                  <a:cubicBezTo>
                    <a:pt x="534" y="561"/>
                    <a:pt x="531" y="563"/>
                    <a:pt x="529" y="564"/>
                  </a:cubicBezTo>
                  <a:cubicBezTo>
                    <a:pt x="533" y="560"/>
                    <a:pt x="532" y="560"/>
                    <a:pt x="535" y="556"/>
                  </a:cubicBezTo>
                  <a:cubicBezTo>
                    <a:pt x="538" y="556"/>
                    <a:pt x="537" y="554"/>
                    <a:pt x="538" y="554"/>
                  </a:cubicBezTo>
                  <a:cubicBezTo>
                    <a:pt x="540" y="552"/>
                    <a:pt x="544" y="548"/>
                    <a:pt x="545" y="548"/>
                  </a:cubicBezTo>
                  <a:cubicBezTo>
                    <a:pt x="545" y="548"/>
                    <a:pt x="543" y="550"/>
                    <a:pt x="544" y="549"/>
                  </a:cubicBezTo>
                  <a:cubicBezTo>
                    <a:pt x="545" y="548"/>
                    <a:pt x="547" y="547"/>
                    <a:pt x="548" y="546"/>
                  </a:cubicBezTo>
                  <a:cubicBezTo>
                    <a:pt x="548" y="547"/>
                    <a:pt x="546" y="548"/>
                    <a:pt x="545" y="549"/>
                  </a:cubicBezTo>
                  <a:cubicBezTo>
                    <a:pt x="544" y="550"/>
                    <a:pt x="541" y="552"/>
                    <a:pt x="542" y="553"/>
                  </a:cubicBezTo>
                  <a:close/>
                  <a:moveTo>
                    <a:pt x="483" y="572"/>
                  </a:moveTo>
                  <a:cubicBezTo>
                    <a:pt x="483" y="571"/>
                    <a:pt x="485" y="570"/>
                    <a:pt x="487" y="569"/>
                  </a:cubicBezTo>
                  <a:cubicBezTo>
                    <a:pt x="487" y="569"/>
                    <a:pt x="484" y="571"/>
                    <a:pt x="483" y="572"/>
                  </a:cubicBezTo>
                  <a:close/>
                  <a:moveTo>
                    <a:pt x="552" y="546"/>
                  </a:moveTo>
                  <a:cubicBezTo>
                    <a:pt x="550" y="547"/>
                    <a:pt x="550" y="547"/>
                    <a:pt x="550" y="547"/>
                  </a:cubicBezTo>
                  <a:cubicBezTo>
                    <a:pt x="551" y="546"/>
                    <a:pt x="551" y="545"/>
                    <a:pt x="552" y="545"/>
                  </a:cubicBezTo>
                  <a:cubicBezTo>
                    <a:pt x="551" y="547"/>
                    <a:pt x="554" y="544"/>
                    <a:pt x="552" y="546"/>
                  </a:cubicBezTo>
                  <a:close/>
                  <a:moveTo>
                    <a:pt x="615" y="506"/>
                  </a:moveTo>
                  <a:cubicBezTo>
                    <a:pt x="615" y="504"/>
                    <a:pt x="617" y="504"/>
                    <a:pt x="618" y="501"/>
                  </a:cubicBezTo>
                  <a:cubicBezTo>
                    <a:pt x="619" y="500"/>
                    <a:pt x="618" y="502"/>
                    <a:pt x="620" y="499"/>
                  </a:cubicBezTo>
                  <a:cubicBezTo>
                    <a:pt x="619" y="504"/>
                    <a:pt x="617" y="503"/>
                    <a:pt x="615" y="506"/>
                  </a:cubicBezTo>
                  <a:close/>
                  <a:moveTo>
                    <a:pt x="587" y="529"/>
                  </a:moveTo>
                  <a:cubicBezTo>
                    <a:pt x="587" y="527"/>
                    <a:pt x="588" y="525"/>
                    <a:pt x="590" y="524"/>
                  </a:cubicBezTo>
                  <a:cubicBezTo>
                    <a:pt x="589" y="526"/>
                    <a:pt x="588" y="528"/>
                    <a:pt x="587" y="529"/>
                  </a:cubicBezTo>
                  <a:close/>
                  <a:moveTo>
                    <a:pt x="606" y="514"/>
                  </a:moveTo>
                  <a:cubicBezTo>
                    <a:pt x="608" y="513"/>
                    <a:pt x="605" y="519"/>
                    <a:pt x="603" y="521"/>
                  </a:cubicBezTo>
                  <a:cubicBezTo>
                    <a:pt x="602" y="520"/>
                    <a:pt x="603" y="518"/>
                    <a:pt x="604" y="517"/>
                  </a:cubicBezTo>
                  <a:cubicBezTo>
                    <a:pt x="605" y="518"/>
                    <a:pt x="606" y="515"/>
                    <a:pt x="606" y="514"/>
                  </a:cubicBezTo>
                  <a:close/>
                  <a:moveTo>
                    <a:pt x="513" y="573"/>
                  </a:moveTo>
                  <a:cubicBezTo>
                    <a:pt x="513" y="574"/>
                    <a:pt x="515" y="572"/>
                    <a:pt x="515" y="571"/>
                  </a:cubicBezTo>
                  <a:cubicBezTo>
                    <a:pt x="517" y="570"/>
                    <a:pt x="517" y="570"/>
                    <a:pt x="517" y="570"/>
                  </a:cubicBezTo>
                  <a:cubicBezTo>
                    <a:pt x="520" y="567"/>
                    <a:pt x="524" y="566"/>
                    <a:pt x="527" y="562"/>
                  </a:cubicBezTo>
                  <a:cubicBezTo>
                    <a:pt x="528" y="562"/>
                    <a:pt x="527" y="564"/>
                    <a:pt x="529" y="561"/>
                  </a:cubicBezTo>
                  <a:cubicBezTo>
                    <a:pt x="531" y="560"/>
                    <a:pt x="532" y="561"/>
                    <a:pt x="529" y="563"/>
                  </a:cubicBezTo>
                  <a:cubicBezTo>
                    <a:pt x="529" y="562"/>
                    <a:pt x="530" y="562"/>
                    <a:pt x="529" y="562"/>
                  </a:cubicBezTo>
                  <a:cubicBezTo>
                    <a:pt x="529" y="563"/>
                    <a:pt x="528" y="565"/>
                    <a:pt x="526" y="566"/>
                  </a:cubicBezTo>
                  <a:cubicBezTo>
                    <a:pt x="524" y="568"/>
                    <a:pt x="522" y="569"/>
                    <a:pt x="521" y="571"/>
                  </a:cubicBezTo>
                  <a:cubicBezTo>
                    <a:pt x="518" y="572"/>
                    <a:pt x="518" y="572"/>
                    <a:pt x="518" y="572"/>
                  </a:cubicBezTo>
                  <a:cubicBezTo>
                    <a:pt x="516" y="573"/>
                    <a:pt x="515" y="576"/>
                    <a:pt x="513" y="576"/>
                  </a:cubicBezTo>
                  <a:cubicBezTo>
                    <a:pt x="513" y="575"/>
                    <a:pt x="517" y="571"/>
                    <a:pt x="520" y="570"/>
                  </a:cubicBezTo>
                  <a:cubicBezTo>
                    <a:pt x="519" y="570"/>
                    <a:pt x="520" y="569"/>
                    <a:pt x="520" y="569"/>
                  </a:cubicBezTo>
                  <a:cubicBezTo>
                    <a:pt x="519" y="570"/>
                    <a:pt x="517" y="570"/>
                    <a:pt x="516" y="572"/>
                  </a:cubicBezTo>
                  <a:cubicBezTo>
                    <a:pt x="514" y="574"/>
                    <a:pt x="512" y="576"/>
                    <a:pt x="509" y="577"/>
                  </a:cubicBezTo>
                  <a:cubicBezTo>
                    <a:pt x="513" y="575"/>
                    <a:pt x="511" y="575"/>
                    <a:pt x="513" y="573"/>
                  </a:cubicBezTo>
                  <a:close/>
                  <a:moveTo>
                    <a:pt x="584" y="533"/>
                  </a:moveTo>
                  <a:cubicBezTo>
                    <a:pt x="584" y="534"/>
                    <a:pt x="586" y="532"/>
                    <a:pt x="585" y="533"/>
                  </a:cubicBezTo>
                  <a:cubicBezTo>
                    <a:pt x="584" y="534"/>
                    <a:pt x="584" y="536"/>
                    <a:pt x="582" y="536"/>
                  </a:cubicBezTo>
                  <a:cubicBezTo>
                    <a:pt x="583" y="534"/>
                    <a:pt x="582" y="534"/>
                    <a:pt x="583" y="532"/>
                  </a:cubicBezTo>
                  <a:cubicBezTo>
                    <a:pt x="585" y="531"/>
                    <a:pt x="585" y="531"/>
                    <a:pt x="585" y="531"/>
                  </a:cubicBezTo>
                  <a:lnTo>
                    <a:pt x="584" y="533"/>
                  </a:lnTo>
                  <a:close/>
                  <a:moveTo>
                    <a:pt x="427" y="585"/>
                  </a:moveTo>
                  <a:cubicBezTo>
                    <a:pt x="426" y="585"/>
                    <a:pt x="429" y="583"/>
                    <a:pt x="430" y="583"/>
                  </a:cubicBezTo>
                  <a:cubicBezTo>
                    <a:pt x="429" y="584"/>
                    <a:pt x="428" y="585"/>
                    <a:pt x="427" y="585"/>
                  </a:cubicBezTo>
                  <a:close/>
                  <a:moveTo>
                    <a:pt x="453" y="586"/>
                  </a:moveTo>
                  <a:cubicBezTo>
                    <a:pt x="454" y="585"/>
                    <a:pt x="460" y="584"/>
                    <a:pt x="458" y="584"/>
                  </a:cubicBezTo>
                  <a:cubicBezTo>
                    <a:pt x="456" y="585"/>
                    <a:pt x="455" y="586"/>
                    <a:pt x="453" y="586"/>
                  </a:cubicBezTo>
                  <a:close/>
                  <a:moveTo>
                    <a:pt x="593" y="532"/>
                  </a:moveTo>
                  <a:cubicBezTo>
                    <a:pt x="594" y="530"/>
                    <a:pt x="594" y="530"/>
                    <a:pt x="594" y="530"/>
                  </a:cubicBezTo>
                  <a:cubicBezTo>
                    <a:pt x="594" y="529"/>
                    <a:pt x="595" y="529"/>
                    <a:pt x="595" y="529"/>
                  </a:cubicBezTo>
                  <a:cubicBezTo>
                    <a:pt x="594" y="530"/>
                    <a:pt x="595" y="531"/>
                    <a:pt x="593" y="532"/>
                  </a:cubicBezTo>
                  <a:close/>
                  <a:moveTo>
                    <a:pt x="575" y="547"/>
                  </a:moveTo>
                  <a:cubicBezTo>
                    <a:pt x="576" y="546"/>
                    <a:pt x="575" y="546"/>
                    <a:pt x="574" y="547"/>
                  </a:cubicBezTo>
                  <a:cubicBezTo>
                    <a:pt x="576" y="544"/>
                    <a:pt x="576" y="544"/>
                    <a:pt x="576" y="544"/>
                  </a:cubicBezTo>
                  <a:cubicBezTo>
                    <a:pt x="577" y="543"/>
                    <a:pt x="578" y="542"/>
                    <a:pt x="580" y="540"/>
                  </a:cubicBezTo>
                  <a:cubicBezTo>
                    <a:pt x="578" y="543"/>
                    <a:pt x="577" y="545"/>
                    <a:pt x="575" y="547"/>
                  </a:cubicBezTo>
                  <a:close/>
                  <a:moveTo>
                    <a:pt x="592" y="533"/>
                  </a:moveTo>
                  <a:cubicBezTo>
                    <a:pt x="592" y="535"/>
                    <a:pt x="592" y="535"/>
                    <a:pt x="593" y="535"/>
                  </a:cubicBezTo>
                  <a:cubicBezTo>
                    <a:pt x="592" y="536"/>
                    <a:pt x="591" y="537"/>
                    <a:pt x="590" y="538"/>
                  </a:cubicBezTo>
                  <a:cubicBezTo>
                    <a:pt x="593" y="533"/>
                    <a:pt x="587" y="541"/>
                    <a:pt x="587" y="539"/>
                  </a:cubicBezTo>
                  <a:cubicBezTo>
                    <a:pt x="589" y="537"/>
                    <a:pt x="592" y="532"/>
                    <a:pt x="593" y="533"/>
                  </a:cubicBezTo>
                  <a:lnTo>
                    <a:pt x="592" y="533"/>
                  </a:lnTo>
                  <a:close/>
                  <a:moveTo>
                    <a:pt x="566" y="553"/>
                  </a:moveTo>
                  <a:cubicBezTo>
                    <a:pt x="567" y="553"/>
                    <a:pt x="569" y="550"/>
                    <a:pt x="571" y="549"/>
                  </a:cubicBezTo>
                  <a:cubicBezTo>
                    <a:pt x="571" y="551"/>
                    <a:pt x="566" y="555"/>
                    <a:pt x="566" y="553"/>
                  </a:cubicBezTo>
                  <a:close/>
                  <a:moveTo>
                    <a:pt x="562" y="556"/>
                  </a:moveTo>
                  <a:cubicBezTo>
                    <a:pt x="561" y="558"/>
                    <a:pt x="561" y="556"/>
                    <a:pt x="560" y="558"/>
                  </a:cubicBezTo>
                  <a:cubicBezTo>
                    <a:pt x="560" y="559"/>
                    <a:pt x="561" y="558"/>
                    <a:pt x="561" y="559"/>
                  </a:cubicBezTo>
                  <a:cubicBezTo>
                    <a:pt x="560" y="559"/>
                    <a:pt x="559" y="560"/>
                    <a:pt x="558" y="560"/>
                  </a:cubicBezTo>
                  <a:cubicBezTo>
                    <a:pt x="559" y="559"/>
                    <a:pt x="560" y="558"/>
                    <a:pt x="558" y="559"/>
                  </a:cubicBezTo>
                  <a:cubicBezTo>
                    <a:pt x="559" y="558"/>
                    <a:pt x="560" y="556"/>
                    <a:pt x="561" y="556"/>
                  </a:cubicBezTo>
                  <a:cubicBezTo>
                    <a:pt x="561" y="556"/>
                    <a:pt x="560" y="557"/>
                    <a:pt x="561" y="556"/>
                  </a:cubicBezTo>
                  <a:cubicBezTo>
                    <a:pt x="563" y="554"/>
                    <a:pt x="562" y="555"/>
                    <a:pt x="563" y="554"/>
                  </a:cubicBezTo>
                  <a:cubicBezTo>
                    <a:pt x="565" y="552"/>
                    <a:pt x="562" y="555"/>
                    <a:pt x="562" y="556"/>
                  </a:cubicBezTo>
                  <a:close/>
                  <a:moveTo>
                    <a:pt x="548" y="564"/>
                  </a:moveTo>
                  <a:cubicBezTo>
                    <a:pt x="549" y="562"/>
                    <a:pt x="551" y="560"/>
                    <a:pt x="553" y="559"/>
                  </a:cubicBezTo>
                  <a:cubicBezTo>
                    <a:pt x="552" y="561"/>
                    <a:pt x="550" y="563"/>
                    <a:pt x="548" y="564"/>
                  </a:cubicBezTo>
                  <a:close/>
                  <a:moveTo>
                    <a:pt x="586" y="541"/>
                  </a:moveTo>
                  <a:cubicBezTo>
                    <a:pt x="585" y="543"/>
                    <a:pt x="582" y="545"/>
                    <a:pt x="580" y="548"/>
                  </a:cubicBezTo>
                  <a:cubicBezTo>
                    <a:pt x="581" y="545"/>
                    <a:pt x="583" y="544"/>
                    <a:pt x="585" y="541"/>
                  </a:cubicBezTo>
                  <a:cubicBezTo>
                    <a:pt x="585" y="542"/>
                    <a:pt x="586" y="541"/>
                    <a:pt x="586" y="541"/>
                  </a:cubicBezTo>
                  <a:close/>
                  <a:moveTo>
                    <a:pt x="502" y="583"/>
                  </a:moveTo>
                  <a:cubicBezTo>
                    <a:pt x="502" y="583"/>
                    <a:pt x="503" y="582"/>
                    <a:pt x="503" y="581"/>
                  </a:cubicBezTo>
                  <a:cubicBezTo>
                    <a:pt x="505" y="581"/>
                    <a:pt x="506" y="580"/>
                    <a:pt x="507" y="579"/>
                  </a:cubicBezTo>
                  <a:cubicBezTo>
                    <a:pt x="508" y="578"/>
                    <a:pt x="508" y="578"/>
                    <a:pt x="509" y="578"/>
                  </a:cubicBezTo>
                  <a:cubicBezTo>
                    <a:pt x="507" y="580"/>
                    <a:pt x="504" y="582"/>
                    <a:pt x="502" y="583"/>
                  </a:cubicBezTo>
                  <a:close/>
                  <a:moveTo>
                    <a:pt x="576" y="550"/>
                  </a:moveTo>
                  <a:cubicBezTo>
                    <a:pt x="578" y="549"/>
                    <a:pt x="579" y="547"/>
                    <a:pt x="580" y="546"/>
                  </a:cubicBezTo>
                  <a:cubicBezTo>
                    <a:pt x="580" y="548"/>
                    <a:pt x="577" y="551"/>
                    <a:pt x="576" y="550"/>
                  </a:cubicBezTo>
                  <a:close/>
                  <a:moveTo>
                    <a:pt x="428" y="595"/>
                  </a:moveTo>
                  <a:cubicBezTo>
                    <a:pt x="431" y="594"/>
                    <a:pt x="434" y="594"/>
                    <a:pt x="436" y="592"/>
                  </a:cubicBezTo>
                  <a:cubicBezTo>
                    <a:pt x="436" y="594"/>
                    <a:pt x="431" y="595"/>
                    <a:pt x="428" y="595"/>
                  </a:cubicBezTo>
                  <a:close/>
                  <a:moveTo>
                    <a:pt x="589" y="543"/>
                  </a:moveTo>
                  <a:cubicBezTo>
                    <a:pt x="589" y="543"/>
                    <a:pt x="588" y="545"/>
                    <a:pt x="588" y="546"/>
                  </a:cubicBezTo>
                  <a:cubicBezTo>
                    <a:pt x="587" y="547"/>
                    <a:pt x="586" y="548"/>
                    <a:pt x="585" y="549"/>
                  </a:cubicBezTo>
                  <a:cubicBezTo>
                    <a:pt x="584" y="550"/>
                    <a:pt x="584" y="548"/>
                    <a:pt x="584" y="548"/>
                  </a:cubicBezTo>
                  <a:cubicBezTo>
                    <a:pt x="583" y="551"/>
                    <a:pt x="581" y="553"/>
                    <a:pt x="579" y="555"/>
                  </a:cubicBezTo>
                  <a:cubicBezTo>
                    <a:pt x="576" y="556"/>
                    <a:pt x="575" y="558"/>
                    <a:pt x="571" y="561"/>
                  </a:cubicBezTo>
                  <a:cubicBezTo>
                    <a:pt x="572" y="559"/>
                    <a:pt x="577" y="554"/>
                    <a:pt x="580" y="552"/>
                  </a:cubicBezTo>
                  <a:cubicBezTo>
                    <a:pt x="579" y="552"/>
                    <a:pt x="579" y="552"/>
                    <a:pt x="579" y="551"/>
                  </a:cubicBezTo>
                  <a:cubicBezTo>
                    <a:pt x="582" y="549"/>
                    <a:pt x="583" y="548"/>
                    <a:pt x="582" y="550"/>
                  </a:cubicBezTo>
                  <a:cubicBezTo>
                    <a:pt x="584" y="547"/>
                    <a:pt x="589" y="540"/>
                    <a:pt x="592" y="539"/>
                  </a:cubicBezTo>
                  <a:cubicBezTo>
                    <a:pt x="590" y="542"/>
                    <a:pt x="590" y="541"/>
                    <a:pt x="589" y="543"/>
                  </a:cubicBezTo>
                  <a:close/>
                  <a:moveTo>
                    <a:pt x="561" y="561"/>
                  </a:moveTo>
                  <a:cubicBezTo>
                    <a:pt x="561" y="560"/>
                    <a:pt x="562" y="558"/>
                    <a:pt x="565" y="556"/>
                  </a:cubicBezTo>
                  <a:cubicBezTo>
                    <a:pt x="562" y="559"/>
                    <a:pt x="564" y="558"/>
                    <a:pt x="561" y="561"/>
                  </a:cubicBezTo>
                  <a:close/>
                  <a:moveTo>
                    <a:pt x="581" y="548"/>
                  </a:moveTo>
                  <a:cubicBezTo>
                    <a:pt x="580" y="549"/>
                    <a:pt x="579" y="550"/>
                    <a:pt x="578" y="551"/>
                  </a:cubicBezTo>
                  <a:cubicBezTo>
                    <a:pt x="579" y="549"/>
                    <a:pt x="582" y="546"/>
                    <a:pt x="581" y="548"/>
                  </a:cubicBezTo>
                  <a:close/>
                  <a:moveTo>
                    <a:pt x="495" y="587"/>
                  </a:moveTo>
                  <a:cubicBezTo>
                    <a:pt x="494" y="588"/>
                    <a:pt x="493" y="588"/>
                    <a:pt x="493" y="589"/>
                  </a:cubicBezTo>
                  <a:cubicBezTo>
                    <a:pt x="490" y="590"/>
                    <a:pt x="490" y="590"/>
                    <a:pt x="490" y="590"/>
                  </a:cubicBezTo>
                  <a:cubicBezTo>
                    <a:pt x="487" y="592"/>
                    <a:pt x="486" y="592"/>
                    <a:pt x="482" y="595"/>
                  </a:cubicBezTo>
                  <a:cubicBezTo>
                    <a:pt x="483" y="594"/>
                    <a:pt x="481" y="595"/>
                    <a:pt x="483" y="593"/>
                  </a:cubicBezTo>
                  <a:cubicBezTo>
                    <a:pt x="485" y="593"/>
                    <a:pt x="487" y="591"/>
                    <a:pt x="489" y="590"/>
                  </a:cubicBezTo>
                  <a:cubicBezTo>
                    <a:pt x="488" y="590"/>
                    <a:pt x="487" y="590"/>
                    <a:pt x="489" y="588"/>
                  </a:cubicBezTo>
                  <a:cubicBezTo>
                    <a:pt x="491" y="587"/>
                    <a:pt x="492" y="586"/>
                    <a:pt x="494" y="586"/>
                  </a:cubicBezTo>
                  <a:cubicBezTo>
                    <a:pt x="492" y="587"/>
                    <a:pt x="491" y="588"/>
                    <a:pt x="490" y="589"/>
                  </a:cubicBezTo>
                  <a:cubicBezTo>
                    <a:pt x="491" y="590"/>
                    <a:pt x="494" y="587"/>
                    <a:pt x="495" y="587"/>
                  </a:cubicBezTo>
                  <a:close/>
                  <a:moveTo>
                    <a:pt x="493" y="587"/>
                  </a:moveTo>
                  <a:cubicBezTo>
                    <a:pt x="495" y="586"/>
                    <a:pt x="496" y="585"/>
                    <a:pt x="498" y="585"/>
                  </a:cubicBezTo>
                  <a:cubicBezTo>
                    <a:pt x="497" y="586"/>
                    <a:pt x="495" y="587"/>
                    <a:pt x="493" y="587"/>
                  </a:cubicBezTo>
                  <a:close/>
                  <a:moveTo>
                    <a:pt x="570" y="559"/>
                  </a:moveTo>
                  <a:cubicBezTo>
                    <a:pt x="567" y="561"/>
                    <a:pt x="570" y="557"/>
                    <a:pt x="568" y="559"/>
                  </a:cubicBezTo>
                  <a:cubicBezTo>
                    <a:pt x="569" y="558"/>
                    <a:pt x="570" y="556"/>
                    <a:pt x="572" y="556"/>
                  </a:cubicBezTo>
                  <a:cubicBezTo>
                    <a:pt x="572" y="556"/>
                    <a:pt x="571" y="558"/>
                    <a:pt x="570" y="559"/>
                  </a:cubicBezTo>
                  <a:close/>
                  <a:moveTo>
                    <a:pt x="406" y="597"/>
                  </a:moveTo>
                  <a:cubicBezTo>
                    <a:pt x="407" y="596"/>
                    <a:pt x="409" y="596"/>
                    <a:pt x="410" y="596"/>
                  </a:cubicBezTo>
                  <a:cubicBezTo>
                    <a:pt x="409" y="597"/>
                    <a:pt x="407" y="597"/>
                    <a:pt x="406" y="597"/>
                  </a:cubicBezTo>
                  <a:close/>
                  <a:moveTo>
                    <a:pt x="573" y="557"/>
                  </a:moveTo>
                  <a:cubicBezTo>
                    <a:pt x="572" y="558"/>
                    <a:pt x="572" y="557"/>
                    <a:pt x="571" y="558"/>
                  </a:cubicBezTo>
                  <a:cubicBezTo>
                    <a:pt x="572" y="557"/>
                    <a:pt x="573" y="556"/>
                    <a:pt x="574" y="555"/>
                  </a:cubicBezTo>
                  <a:lnTo>
                    <a:pt x="573" y="557"/>
                  </a:lnTo>
                  <a:close/>
                  <a:moveTo>
                    <a:pt x="525" y="583"/>
                  </a:moveTo>
                  <a:cubicBezTo>
                    <a:pt x="524" y="583"/>
                    <a:pt x="524" y="583"/>
                    <a:pt x="524" y="583"/>
                  </a:cubicBezTo>
                  <a:cubicBezTo>
                    <a:pt x="525" y="581"/>
                    <a:pt x="527" y="579"/>
                    <a:pt x="530" y="578"/>
                  </a:cubicBezTo>
                  <a:cubicBezTo>
                    <a:pt x="529" y="580"/>
                    <a:pt x="527" y="581"/>
                    <a:pt x="525" y="583"/>
                  </a:cubicBezTo>
                  <a:close/>
                  <a:moveTo>
                    <a:pt x="565" y="564"/>
                  </a:moveTo>
                  <a:cubicBezTo>
                    <a:pt x="562" y="565"/>
                    <a:pt x="560" y="569"/>
                    <a:pt x="557" y="570"/>
                  </a:cubicBezTo>
                  <a:cubicBezTo>
                    <a:pt x="560" y="568"/>
                    <a:pt x="561" y="565"/>
                    <a:pt x="564" y="563"/>
                  </a:cubicBezTo>
                  <a:cubicBezTo>
                    <a:pt x="564" y="564"/>
                    <a:pt x="565" y="563"/>
                    <a:pt x="565" y="564"/>
                  </a:cubicBezTo>
                  <a:close/>
                  <a:moveTo>
                    <a:pt x="552" y="571"/>
                  </a:moveTo>
                  <a:cubicBezTo>
                    <a:pt x="551" y="571"/>
                    <a:pt x="551" y="572"/>
                    <a:pt x="550" y="573"/>
                  </a:cubicBezTo>
                  <a:cubicBezTo>
                    <a:pt x="549" y="573"/>
                    <a:pt x="548" y="574"/>
                    <a:pt x="548" y="573"/>
                  </a:cubicBezTo>
                  <a:cubicBezTo>
                    <a:pt x="550" y="573"/>
                    <a:pt x="550" y="571"/>
                    <a:pt x="552" y="571"/>
                  </a:cubicBezTo>
                  <a:close/>
                  <a:moveTo>
                    <a:pt x="568" y="563"/>
                  </a:moveTo>
                  <a:cubicBezTo>
                    <a:pt x="568" y="564"/>
                    <a:pt x="571" y="561"/>
                    <a:pt x="570" y="563"/>
                  </a:cubicBezTo>
                  <a:cubicBezTo>
                    <a:pt x="567" y="566"/>
                    <a:pt x="569" y="563"/>
                    <a:pt x="567" y="565"/>
                  </a:cubicBezTo>
                  <a:cubicBezTo>
                    <a:pt x="568" y="562"/>
                    <a:pt x="568" y="562"/>
                    <a:pt x="568" y="562"/>
                  </a:cubicBezTo>
                  <a:cubicBezTo>
                    <a:pt x="569" y="561"/>
                    <a:pt x="572" y="559"/>
                    <a:pt x="571" y="560"/>
                  </a:cubicBezTo>
                  <a:cubicBezTo>
                    <a:pt x="570" y="561"/>
                    <a:pt x="569" y="562"/>
                    <a:pt x="568" y="563"/>
                  </a:cubicBezTo>
                  <a:close/>
                  <a:moveTo>
                    <a:pt x="476" y="597"/>
                  </a:moveTo>
                  <a:cubicBezTo>
                    <a:pt x="479" y="596"/>
                    <a:pt x="478" y="595"/>
                    <a:pt x="481" y="594"/>
                  </a:cubicBezTo>
                  <a:cubicBezTo>
                    <a:pt x="480" y="596"/>
                    <a:pt x="476" y="598"/>
                    <a:pt x="476" y="597"/>
                  </a:cubicBezTo>
                  <a:close/>
                  <a:moveTo>
                    <a:pt x="539" y="581"/>
                  </a:moveTo>
                  <a:cubicBezTo>
                    <a:pt x="540" y="579"/>
                    <a:pt x="542" y="578"/>
                    <a:pt x="544" y="576"/>
                  </a:cubicBezTo>
                  <a:cubicBezTo>
                    <a:pt x="543" y="579"/>
                    <a:pt x="541" y="580"/>
                    <a:pt x="539" y="581"/>
                  </a:cubicBezTo>
                  <a:close/>
                  <a:moveTo>
                    <a:pt x="384" y="601"/>
                  </a:moveTo>
                  <a:cubicBezTo>
                    <a:pt x="385" y="601"/>
                    <a:pt x="386" y="600"/>
                    <a:pt x="388" y="600"/>
                  </a:cubicBezTo>
                  <a:cubicBezTo>
                    <a:pt x="388" y="601"/>
                    <a:pt x="385" y="602"/>
                    <a:pt x="384" y="601"/>
                  </a:cubicBezTo>
                  <a:close/>
                  <a:moveTo>
                    <a:pt x="523" y="589"/>
                  </a:moveTo>
                  <a:cubicBezTo>
                    <a:pt x="525" y="588"/>
                    <a:pt x="526" y="586"/>
                    <a:pt x="528" y="585"/>
                  </a:cubicBezTo>
                  <a:cubicBezTo>
                    <a:pt x="527" y="587"/>
                    <a:pt x="523" y="590"/>
                    <a:pt x="523" y="589"/>
                  </a:cubicBezTo>
                  <a:close/>
                  <a:moveTo>
                    <a:pt x="465" y="603"/>
                  </a:moveTo>
                  <a:cubicBezTo>
                    <a:pt x="463" y="604"/>
                    <a:pt x="460" y="605"/>
                    <a:pt x="458" y="606"/>
                  </a:cubicBezTo>
                  <a:cubicBezTo>
                    <a:pt x="460" y="604"/>
                    <a:pt x="466" y="601"/>
                    <a:pt x="465" y="603"/>
                  </a:cubicBezTo>
                  <a:close/>
                  <a:moveTo>
                    <a:pt x="552" y="583"/>
                  </a:moveTo>
                  <a:cubicBezTo>
                    <a:pt x="554" y="581"/>
                    <a:pt x="552" y="583"/>
                    <a:pt x="551" y="583"/>
                  </a:cubicBezTo>
                  <a:cubicBezTo>
                    <a:pt x="552" y="582"/>
                    <a:pt x="553" y="582"/>
                    <a:pt x="554" y="580"/>
                  </a:cubicBezTo>
                  <a:cubicBezTo>
                    <a:pt x="552" y="581"/>
                    <a:pt x="551" y="583"/>
                    <a:pt x="549" y="584"/>
                  </a:cubicBezTo>
                  <a:cubicBezTo>
                    <a:pt x="548" y="584"/>
                    <a:pt x="546" y="584"/>
                    <a:pt x="549" y="582"/>
                  </a:cubicBezTo>
                  <a:cubicBezTo>
                    <a:pt x="548" y="584"/>
                    <a:pt x="551" y="581"/>
                    <a:pt x="552" y="581"/>
                  </a:cubicBezTo>
                  <a:cubicBezTo>
                    <a:pt x="553" y="578"/>
                    <a:pt x="556" y="578"/>
                    <a:pt x="557" y="576"/>
                  </a:cubicBezTo>
                  <a:cubicBezTo>
                    <a:pt x="559" y="575"/>
                    <a:pt x="560" y="574"/>
                    <a:pt x="562" y="572"/>
                  </a:cubicBezTo>
                  <a:cubicBezTo>
                    <a:pt x="563" y="571"/>
                    <a:pt x="561" y="573"/>
                    <a:pt x="561" y="572"/>
                  </a:cubicBezTo>
                  <a:cubicBezTo>
                    <a:pt x="566" y="569"/>
                    <a:pt x="564" y="572"/>
                    <a:pt x="563" y="575"/>
                  </a:cubicBezTo>
                  <a:cubicBezTo>
                    <a:pt x="562" y="575"/>
                    <a:pt x="562" y="574"/>
                    <a:pt x="562" y="574"/>
                  </a:cubicBezTo>
                  <a:cubicBezTo>
                    <a:pt x="561" y="575"/>
                    <a:pt x="560" y="575"/>
                    <a:pt x="560" y="576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0" y="578"/>
                    <a:pt x="559" y="578"/>
                    <a:pt x="560" y="579"/>
                  </a:cubicBezTo>
                  <a:cubicBezTo>
                    <a:pt x="559" y="580"/>
                    <a:pt x="558" y="581"/>
                    <a:pt x="556" y="581"/>
                  </a:cubicBezTo>
                  <a:cubicBezTo>
                    <a:pt x="556" y="580"/>
                    <a:pt x="558" y="579"/>
                    <a:pt x="557" y="579"/>
                  </a:cubicBezTo>
                  <a:cubicBezTo>
                    <a:pt x="556" y="581"/>
                    <a:pt x="554" y="582"/>
                    <a:pt x="552" y="583"/>
                  </a:cubicBezTo>
                  <a:close/>
                  <a:moveTo>
                    <a:pt x="535" y="590"/>
                  </a:moveTo>
                  <a:cubicBezTo>
                    <a:pt x="535" y="590"/>
                    <a:pt x="533" y="592"/>
                    <a:pt x="532" y="593"/>
                  </a:cubicBezTo>
                  <a:cubicBezTo>
                    <a:pt x="531" y="593"/>
                    <a:pt x="528" y="595"/>
                    <a:pt x="526" y="597"/>
                  </a:cubicBezTo>
                  <a:cubicBezTo>
                    <a:pt x="528" y="594"/>
                    <a:pt x="524" y="598"/>
                    <a:pt x="522" y="598"/>
                  </a:cubicBezTo>
                  <a:cubicBezTo>
                    <a:pt x="524" y="596"/>
                    <a:pt x="527" y="595"/>
                    <a:pt x="529" y="593"/>
                  </a:cubicBezTo>
                  <a:cubicBezTo>
                    <a:pt x="532" y="589"/>
                    <a:pt x="530" y="589"/>
                    <a:pt x="535" y="586"/>
                  </a:cubicBezTo>
                  <a:cubicBezTo>
                    <a:pt x="532" y="589"/>
                    <a:pt x="530" y="593"/>
                    <a:pt x="535" y="590"/>
                  </a:cubicBezTo>
                  <a:close/>
                  <a:moveTo>
                    <a:pt x="367" y="604"/>
                  </a:moveTo>
                  <a:cubicBezTo>
                    <a:pt x="366" y="604"/>
                    <a:pt x="369" y="603"/>
                    <a:pt x="367" y="603"/>
                  </a:cubicBezTo>
                  <a:cubicBezTo>
                    <a:pt x="364" y="604"/>
                    <a:pt x="366" y="604"/>
                    <a:pt x="364" y="605"/>
                  </a:cubicBezTo>
                  <a:cubicBezTo>
                    <a:pt x="364" y="605"/>
                    <a:pt x="363" y="605"/>
                    <a:pt x="362" y="605"/>
                  </a:cubicBezTo>
                  <a:cubicBezTo>
                    <a:pt x="364" y="603"/>
                    <a:pt x="366" y="603"/>
                    <a:pt x="367" y="601"/>
                  </a:cubicBezTo>
                  <a:cubicBezTo>
                    <a:pt x="371" y="602"/>
                    <a:pt x="371" y="602"/>
                    <a:pt x="375" y="602"/>
                  </a:cubicBezTo>
                  <a:cubicBezTo>
                    <a:pt x="373" y="603"/>
                    <a:pt x="370" y="604"/>
                    <a:pt x="367" y="604"/>
                  </a:cubicBezTo>
                  <a:close/>
                  <a:moveTo>
                    <a:pt x="452" y="608"/>
                  </a:moveTo>
                  <a:cubicBezTo>
                    <a:pt x="453" y="607"/>
                    <a:pt x="455" y="606"/>
                    <a:pt x="457" y="606"/>
                  </a:cubicBezTo>
                  <a:cubicBezTo>
                    <a:pt x="456" y="607"/>
                    <a:pt x="454" y="607"/>
                    <a:pt x="452" y="608"/>
                  </a:cubicBezTo>
                  <a:close/>
                  <a:moveTo>
                    <a:pt x="564" y="575"/>
                  </a:moveTo>
                  <a:cubicBezTo>
                    <a:pt x="565" y="574"/>
                    <a:pt x="563" y="576"/>
                    <a:pt x="564" y="574"/>
                  </a:cubicBezTo>
                  <a:cubicBezTo>
                    <a:pt x="566" y="572"/>
                    <a:pt x="566" y="573"/>
                    <a:pt x="564" y="575"/>
                  </a:cubicBezTo>
                  <a:close/>
                  <a:moveTo>
                    <a:pt x="524" y="595"/>
                  </a:moveTo>
                  <a:cubicBezTo>
                    <a:pt x="525" y="594"/>
                    <a:pt x="527" y="592"/>
                    <a:pt x="528" y="591"/>
                  </a:cubicBezTo>
                  <a:cubicBezTo>
                    <a:pt x="528" y="591"/>
                    <a:pt x="529" y="590"/>
                    <a:pt x="530" y="590"/>
                  </a:cubicBezTo>
                  <a:cubicBezTo>
                    <a:pt x="531" y="590"/>
                    <a:pt x="527" y="594"/>
                    <a:pt x="524" y="595"/>
                  </a:cubicBezTo>
                  <a:close/>
                  <a:moveTo>
                    <a:pt x="448" y="610"/>
                  </a:moveTo>
                  <a:cubicBezTo>
                    <a:pt x="447" y="610"/>
                    <a:pt x="445" y="610"/>
                    <a:pt x="446" y="609"/>
                  </a:cubicBezTo>
                  <a:cubicBezTo>
                    <a:pt x="448" y="609"/>
                    <a:pt x="448" y="608"/>
                    <a:pt x="450" y="608"/>
                  </a:cubicBezTo>
                  <a:lnTo>
                    <a:pt x="448" y="610"/>
                  </a:lnTo>
                  <a:close/>
                  <a:moveTo>
                    <a:pt x="488" y="606"/>
                  </a:moveTo>
                  <a:cubicBezTo>
                    <a:pt x="485" y="606"/>
                    <a:pt x="490" y="603"/>
                    <a:pt x="492" y="603"/>
                  </a:cubicBezTo>
                  <a:cubicBezTo>
                    <a:pt x="491" y="604"/>
                    <a:pt x="489" y="604"/>
                    <a:pt x="488" y="606"/>
                  </a:cubicBezTo>
                  <a:close/>
                  <a:moveTo>
                    <a:pt x="548" y="585"/>
                  </a:moveTo>
                  <a:cubicBezTo>
                    <a:pt x="547" y="586"/>
                    <a:pt x="544" y="587"/>
                    <a:pt x="546" y="585"/>
                  </a:cubicBezTo>
                  <a:cubicBezTo>
                    <a:pt x="547" y="585"/>
                    <a:pt x="548" y="584"/>
                    <a:pt x="548" y="585"/>
                  </a:cubicBezTo>
                  <a:close/>
                  <a:moveTo>
                    <a:pt x="445" y="612"/>
                  </a:moveTo>
                  <a:cubicBezTo>
                    <a:pt x="445" y="612"/>
                    <a:pt x="446" y="611"/>
                    <a:pt x="445" y="611"/>
                  </a:cubicBezTo>
                  <a:cubicBezTo>
                    <a:pt x="444" y="612"/>
                    <a:pt x="443" y="612"/>
                    <a:pt x="443" y="613"/>
                  </a:cubicBezTo>
                  <a:cubicBezTo>
                    <a:pt x="444" y="611"/>
                    <a:pt x="446" y="611"/>
                    <a:pt x="448" y="610"/>
                  </a:cubicBezTo>
                  <a:cubicBezTo>
                    <a:pt x="447" y="611"/>
                    <a:pt x="446" y="612"/>
                    <a:pt x="445" y="612"/>
                  </a:cubicBezTo>
                  <a:close/>
                  <a:moveTo>
                    <a:pt x="448" y="614"/>
                  </a:moveTo>
                  <a:cubicBezTo>
                    <a:pt x="449" y="614"/>
                    <a:pt x="451" y="612"/>
                    <a:pt x="453" y="612"/>
                  </a:cubicBezTo>
                  <a:cubicBezTo>
                    <a:pt x="452" y="614"/>
                    <a:pt x="447" y="615"/>
                    <a:pt x="448" y="614"/>
                  </a:cubicBezTo>
                  <a:close/>
                  <a:moveTo>
                    <a:pt x="569" y="580"/>
                  </a:moveTo>
                  <a:cubicBezTo>
                    <a:pt x="569" y="579"/>
                    <a:pt x="567" y="582"/>
                    <a:pt x="568" y="582"/>
                  </a:cubicBezTo>
                  <a:cubicBezTo>
                    <a:pt x="566" y="583"/>
                    <a:pt x="566" y="582"/>
                    <a:pt x="567" y="581"/>
                  </a:cubicBezTo>
                  <a:cubicBezTo>
                    <a:pt x="569" y="579"/>
                    <a:pt x="568" y="579"/>
                    <a:pt x="571" y="577"/>
                  </a:cubicBezTo>
                  <a:cubicBezTo>
                    <a:pt x="571" y="578"/>
                    <a:pt x="570" y="579"/>
                    <a:pt x="569" y="580"/>
                  </a:cubicBezTo>
                  <a:close/>
                  <a:moveTo>
                    <a:pt x="331" y="605"/>
                  </a:moveTo>
                  <a:cubicBezTo>
                    <a:pt x="333" y="604"/>
                    <a:pt x="334" y="605"/>
                    <a:pt x="336" y="605"/>
                  </a:cubicBezTo>
                  <a:cubicBezTo>
                    <a:pt x="334" y="606"/>
                    <a:pt x="333" y="606"/>
                    <a:pt x="331" y="605"/>
                  </a:cubicBezTo>
                  <a:close/>
                  <a:moveTo>
                    <a:pt x="455" y="621"/>
                  </a:moveTo>
                  <a:cubicBezTo>
                    <a:pt x="456" y="620"/>
                    <a:pt x="458" y="620"/>
                    <a:pt x="459" y="620"/>
                  </a:cubicBezTo>
                  <a:cubicBezTo>
                    <a:pt x="458" y="621"/>
                    <a:pt x="456" y="621"/>
                    <a:pt x="455" y="621"/>
                  </a:cubicBezTo>
                  <a:close/>
                  <a:moveTo>
                    <a:pt x="404" y="622"/>
                  </a:moveTo>
                  <a:cubicBezTo>
                    <a:pt x="401" y="622"/>
                    <a:pt x="404" y="620"/>
                    <a:pt x="406" y="621"/>
                  </a:cubicBezTo>
                  <a:cubicBezTo>
                    <a:pt x="404" y="622"/>
                    <a:pt x="406" y="622"/>
                    <a:pt x="404" y="622"/>
                  </a:cubicBezTo>
                  <a:close/>
                  <a:moveTo>
                    <a:pt x="445" y="624"/>
                  </a:moveTo>
                  <a:cubicBezTo>
                    <a:pt x="444" y="625"/>
                    <a:pt x="442" y="626"/>
                    <a:pt x="441" y="626"/>
                  </a:cubicBezTo>
                  <a:cubicBezTo>
                    <a:pt x="439" y="627"/>
                    <a:pt x="437" y="627"/>
                    <a:pt x="437" y="627"/>
                  </a:cubicBezTo>
                  <a:cubicBezTo>
                    <a:pt x="440" y="627"/>
                    <a:pt x="442" y="625"/>
                    <a:pt x="444" y="624"/>
                  </a:cubicBezTo>
                  <a:cubicBezTo>
                    <a:pt x="443" y="625"/>
                    <a:pt x="446" y="623"/>
                    <a:pt x="445" y="624"/>
                  </a:cubicBezTo>
                  <a:close/>
                  <a:moveTo>
                    <a:pt x="305" y="602"/>
                  </a:moveTo>
                  <a:cubicBezTo>
                    <a:pt x="308" y="602"/>
                    <a:pt x="310" y="602"/>
                    <a:pt x="312" y="603"/>
                  </a:cubicBezTo>
                  <a:cubicBezTo>
                    <a:pt x="310" y="603"/>
                    <a:pt x="306" y="603"/>
                    <a:pt x="305" y="602"/>
                  </a:cubicBezTo>
                  <a:close/>
                  <a:moveTo>
                    <a:pt x="522" y="613"/>
                  </a:moveTo>
                  <a:cubicBezTo>
                    <a:pt x="524" y="613"/>
                    <a:pt x="527" y="610"/>
                    <a:pt x="527" y="611"/>
                  </a:cubicBezTo>
                  <a:cubicBezTo>
                    <a:pt x="526" y="612"/>
                    <a:pt x="522" y="614"/>
                    <a:pt x="522" y="613"/>
                  </a:cubicBezTo>
                  <a:close/>
                  <a:moveTo>
                    <a:pt x="473" y="630"/>
                  </a:moveTo>
                  <a:cubicBezTo>
                    <a:pt x="471" y="630"/>
                    <a:pt x="469" y="631"/>
                    <a:pt x="467" y="631"/>
                  </a:cubicBezTo>
                  <a:cubicBezTo>
                    <a:pt x="469" y="630"/>
                    <a:pt x="471" y="630"/>
                    <a:pt x="473" y="628"/>
                  </a:cubicBezTo>
                  <a:cubicBezTo>
                    <a:pt x="474" y="628"/>
                    <a:pt x="475" y="627"/>
                    <a:pt x="476" y="627"/>
                  </a:cubicBezTo>
                  <a:cubicBezTo>
                    <a:pt x="474" y="629"/>
                    <a:pt x="474" y="628"/>
                    <a:pt x="473" y="630"/>
                  </a:cubicBezTo>
                  <a:close/>
                  <a:moveTo>
                    <a:pt x="386" y="631"/>
                  </a:moveTo>
                  <a:cubicBezTo>
                    <a:pt x="384" y="631"/>
                    <a:pt x="383" y="631"/>
                    <a:pt x="386" y="630"/>
                  </a:cubicBezTo>
                  <a:cubicBezTo>
                    <a:pt x="388" y="630"/>
                    <a:pt x="388" y="631"/>
                    <a:pt x="391" y="630"/>
                  </a:cubicBezTo>
                  <a:cubicBezTo>
                    <a:pt x="390" y="631"/>
                    <a:pt x="388" y="631"/>
                    <a:pt x="386" y="631"/>
                  </a:cubicBezTo>
                  <a:close/>
                  <a:moveTo>
                    <a:pt x="482" y="635"/>
                  </a:moveTo>
                  <a:cubicBezTo>
                    <a:pt x="484" y="633"/>
                    <a:pt x="486" y="631"/>
                    <a:pt x="488" y="631"/>
                  </a:cubicBezTo>
                  <a:cubicBezTo>
                    <a:pt x="486" y="632"/>
                    <a:pt x="484" y="634"/>
                    <a:pt x="482" y="635"/>
                  </a:cubicBezTo>
                  <a:close/>
                  <a:moveTo>
                    <a:pt x="429" y="638"/>
                  </a:moveTo>
                  <a:cubicBezTo>
                    <a:pt x="430" y="637"/>
                    <a:pt x="431" y="637"/>
                    <a:pt x="433" y="637"/>
                  </a:cubicBezTo>
                  <a:cubicBezTo>
                    <a:pt x="431" y="638"/>
                    <a:pt x="430" y="638"/>
                    <a:pt x="429" y="638"/>
                  </a:cubicBezTo>
                  <a:close/>
                  <a:moveTo>
                    <a:pt x="447" y="639"/>
                  </a:moveTo>
                  <a:cubicBezTo>
                    <a:pt x="449" y="638"/>
                    <a:pt x="451" y="637"/>
                    <a:pt x="454" y="636"/>
                  </a:cubicBezTo>
                  <a:cubicBezTo>
                    <a:pt x="451" y="638"/>
                    <a:pt x="449" y="638"/>
                    <a:pt x="447" y="639"/>
                  </a:cubicBezTo>
                  <a:close/>
                  <a:moveTo>
                    <a:pt x="431" y="641"/>
                  </a:moveTo>
                  <a:cubicBezTo>
                    <a:pt x="428" y="641"/>
                    <a:pt x="425" y="643"/>
                    <a:pt x="422" y="644"/>
                  </a:cubicBezTo>
                  <a:cubicBezTo>
                    <a:pt x="424" y="642"/>
                    <a:pt x="428" y="642"/>
                    <a:pt x="432" y="640"/>
                  </a:cubicBezTo>
                  <a:cubicBezTo>
                    <a:pt x="432" y="640"/>
                    <a:pt x="432" y="639"/>
                    <a:pt x="434" y="639"/>
                  </a:cubicBezTo>
                  <a:cubicBezTo>
                    <a:pt x="433" y="640"/>
                    <a:pt x="433" y="640"/>
                    <a:pt x="431" y="641"/>
                  </a:cubicBezTo>
                  <a:close/>
                  <a:moveTo>
                    <a:pt x="380" y="640"/>
                  </a:moveTo>
                  <a:cubicBezTo>
                    <a:pt x="383" y="639"/>
                    <a:pt x="386" y="638"/>
                    <a:pt x="389" y="638"/>
                  </a:cubicBezTo>
                  <a:cubicBezTo>
                    <a:pt x="386" y="639"/>
                    <a:pt x="383" y="639"/>
                    <a:pt x="380" y="640"/>
                  </a:cubicBezTo>
                  <a:close/>
                  <a:moveTo>
                    <a:pt x="469" y="642"/>
                  </a:moveTo>
                  <a:cubicBezTo>
                    <a:pt x="470" y="641"/>
                    <a:pt x="472" y="640"/>
                    <a:pt x="473" y="640"/>
                  </a:cubicBezTo>
                  <a:cubicBezTo>
                    <a:pt x="472" y="641"/>
                    <a:pt x="474" y="641"/>
                    <a:pt x="473" y="642"/>
                  </a:cubicBezTo>
                  <a:cubicBezTo>
                    <a:pt x="470" y="643"/>
                    <a:pt x="471" y="642"/>
                    <a:pt x="469" y="642"/>
                  </a:cubicBezTo>
                  <a:close/>
                  <a:moveTo>
                    <a:pt x="478" y="637"/>
                  </a:moveTo>
                  <a:cubicBezTo>
                    <a:pt x="479" y="638"/>
                    <a:pt x="480" y="637"/>
                    <a:pt x="483" y="636"/>
                  </a:cubicBezTo>
                  <a:cubicBezTo>
                    <a:pt x="479" y="638"/>
                    <a:pt x="476" y="641"/>
                    <a:pt x="474" y="641"/>
                  </a:cubicBezTo>
                  <a:cubicBezTo>
                    <a:pt x="477" y="639"/>
                    <a:pt x="477" y="639"/>
                    <a:pt x="478" y="637"/>
                  </a:cubicBezTo>
                  <a:close/>
                  <a:moveTo>
                    <a:pt x="468" y="641"/>
                  </a:moveTo>
                  <a:cubicBezTo>
                    <a:pt x="469" y="641"/>
                    <a:pt x="473" y="638"/>
                    <a:pt x="473" y="639"/>
                  </a:cubicBezTo>
                  <a:cubicBezTo>
                    <a:pt x="471" y="640"/>
                    <a:pt x="468" y="642"/>
                    <a:pt x="466" y="642"/>
                  </a:cubicBezTo>
                  <a:cubicBezTo>
                    <a:pt x="467" y="641"/>
                    <a:pt x="467" y="641"/>
                    <a:pt x="465" y="641"/>
                  </a:cubicBezTo>
                  <a:cubicBezTo>
                    <a:pt x="467" y="640"/>
                    <a:pt x="469" y="639"/>
                    <a:pt x="471" y="638"/>
                  </a:cubicBezTo>
                  <a:cubicBezTo>
                    <a:pt x="470" y="639"/>
                    <a:pt x="467" y="641"/>
                    <a:pt x="468" y="641"/>
                  </a:cubicBezTo>
                  <a:close/>
                  <a:moveTo>
                    <a:pt x="425" y="645"/>
                  </a:moveTo>
                  <a:cubicBezTo>
                    <a:pt x="426" y="645"/>
                    <a:pt x="428" y="644"/>
                    <a:pt x="429" y="644"/>
                  </a:cubicBezTo>
                  <a:cubicBezTo>
                    <a:pt x="428" y="645"/>
                    <a:pt x="424" y="646"/>
                    <a:pt x="425" y="645"/>
                  </a:cubicBezTo>
                  <a:close/>
                  <a:moveTo>
                    <a:pt x="432" y="643"/>
                  </a:moveTo>
                  <a:cubicBezTo>
                    <a:pt x="430" y="644"/>
                    <a:pt x="434" y="644"/>
                    <a:pt x="431" y="645"/>
                  </a:cubicBezTo>
                  <a:cubicBezTo>
                    <a:pt x="429" y="645"/>
                    <a:pt x="429" y="644"/>
                    <a:pt x="432" y="643"/>
                  </a:cubicBezTo>
                  <a:close/>
                  <a:moveTo>
                    <a:pt x="418" y="644"/>
                  </a:moveTo>
                  <a:cubicBezTo>
                    <a:pt x="416" y="645"/>
                    <a:pt x="415" y="645"/>
                    <a:pt x="413" y="646"/>
                  </a:cubicBezTo>
                  <a:cubicBezTo>
                    <a:pt x="411" y="645"/>
                    <a:pt x="410" y="646"/>
                    <a:pt x="408" y="646"/>
                  </a:cubicBezTo>
                  <a:cubicBezTo>
                    <a:pt x="411" y="645"/>
                    <a:pt x="410" y="646"/>
                    <a:pt x="412" y="644"/>
                  </a:cubicBezTo>
                  <a:cubicBezTo>
                    <a:pt x="413" y="645"/>
                    <a:pt x="414" y="645"/>
                    <a:pt x="416" y="644"/>
                  </a:cubicBezTo>
                  <a:cubicBezTo>
                    <a:pt x="417" y="644"/>
                    <a:pt x="418" y="644"/>
                    <a:pt x="418" y="644"/>
                  </a:cubicBezTo>
                  <a:close/>
                  <a:moveTo>
                    <a:pt x="326" y="629"/>
                  </a:moveTo>
                  <a:cubicBezTo>
                    <a:pt x="327" y="628"/>
                    <a:pt x="330" y="629"/>
                    <a:pt x="330" y="628"/>
                  </a:cubicBezTo>
                  <a:cubicBezTo>
                    <a:pt x="331" y="628"/>
                    <a:pt x="331" y="628"/>
                    <a:pt x="331" y="628"/>
                  </a:cubicBezTo>
                  <a:cubicBezTo>
                    <a:pt x="331" y="628"/>
                    <a:pt x="332" y="628"/>
                    <a:pt x="332" y="628"/>
                  </a:cubicBezTo>
                  <a:cubicBezTo>
                    <a:pt x="331" y="629"/>
                    <a:pt x="328" y="630"/>
                    <a:pt x="326" y="629"/>
                  </a:cubicBezTo>
                  <a:close/>
                  <a:moveTo>
                    <a:pt x="263" y="595"/>
                  </a:moveTo>
                  <a:cubicBezTo>
                    <a:pt x="262" y="595"/>
                    <a:pt x="261" y="595"/>
                    <a:pt x="261" y="594"/>
                  </a:cubicBezTo>
                  <a:cubicBezTo>
                    <a:pt x="263" y="594"/>
                    <a:pt x="265" y="595"/>
                    <a:pt x="263" y="595"/>
                  </a:cubicBezTo>
                  <a:close/>
                  <a:moveTo>
                    <a:pt x="463" y="644"/>
                  </a:moveTo>
                  <a:cubicBezTo>
                    <a:pt x="464" y="643"/>
                    <a:pt x="466" y="642"/>
                    <a:pt x="468" y="642"/>
                  </a:cubicBezTo>
                  <a:cubicBezTo>
                    <a:pt x="467" y="644"/>
                    <a:pt x="462" y="644"/>
                    <a:pt x="463" y="644"/>
                  </a:cubicBezTo>
                  <a:close/>
                  <a:moveTo>
                    <a:pt x="337" y="635"/>
                  </a:moveTo>
                  <a:cubicBezTo>
                    <a:pt x="340" y="635"/>
                    <a:pt x="342" y="635"/>
                    <a:pt x="344" y="635"/>
                  </a:cubicBezTo>
                  <a:cubicBezTo>
                    <a:pt x="342" y="635"/>
                    <a:pt x="339" y="635"/>
                    <a:pt x="337" y="635"/>
                  </a:cubicBezTo>
                  <a:close/>
                  <a:moveTo>
                    <a:pt x="439" y="651"/>
                  </a:moveTo>
                  <a:cubicBezTo>
                    <a:pt x="440" y="651"/>
                    <a:pt x="440" y="651"/>
                    <a:pt x="441" y="650"/>
                  </a:cubicBezTo>
                  <a:cubicBezTo>
                    <a:pt x="443" y="649"/>
                    <a:pt x="444" y="650"/>
                    <a:pt x="447" y="648"/>
                  </a:cubicBezTo>
                  <a:cubicBezTo>
                    <a:pt x="447" y="648"/>
                    <a:pt x="443" y="649"/>
                    <a:pt x="445" y="648"/>
                  </a:cubicBezTo>
                  <a:cubicBezTo>
                    <a:pt x="447" y="647"/>
                    <a:pt x="449" y="647"/>
                    <a:pt x="450" y="647"/>
                  </a:cubicBezTo>
                  <a:cubicBezTo>
                    <a:pt x="447" y="649"/>
                    <a:pt x="440" y="652"/>
                    <a:pt x="439" y="651"/>
                  </a:cubicBezTo>
                  <a:close/>
                  <a:moveTo>
                    <a:pt x="354" y="641"/>
                  </a:moveTo>
                  <a:cubicBezTo>
                    <a:pt x="351" y="641"/>
                    <a:pt x="349" y="642"/>
                    <a:pt x="346" y="641"/>
                  </a:cubicBezTo>
                  <a:cubicBezTo>
                    <a:pt x="348" y="640"/>
                    <a:pt x="351" y="640"/>
                    <a:pt x="353" y="640"/>
                  </a:cubicBezTo>
                  <a:cubicBezTo>
                    <a:pt x="354" y="640"/>
                    <a:pt x="355" y="640"/>
                    <a:pt x="354" y="641"/>
                  </a:cubicBezTo>
                  <a:close/>
                  <a:moveTo>
                    <a:pt x="400" y="650"/>
                  </a:moveTo>
                  <a:cubicBezTo>
                    <a:pt x="399" y="650"/>
                    <a:pt x="398" y="650"/>
                    <a:pt x="397" y="650"/>
                  </a:cubicBezTo>
                  <a:cubicBezTo>
                    <a:pt x="398" y="649"/>
                    <a:pt x="402" y="649"/>
                    <a:pt x="400" y="650"/>
                  </a:cubicBezTo>
                  <a:close/>
                  <a:moveTo>
                    <a:pt x="430" y="654"/>
                  </a:moveTo>
                  <a:cubicBezTo>
                    <a:pt x="431" y="653"/>
                    <a:pt x="431" y="653"/>
                    <a:pt x="431" y="653"/>
                  </a:cubicBezTo>
                  <a:cubicBezTo>
                    <a:pt x="432" y="652"/>
                    <a:pt x="433" y="652"/>
                    <a:pt x="435" y="652"/>
                  </a:cubicBezTo>
                  <a:cubicBezTo>
                    <a:pt x="433" y="653"/>
                    <a:pt x="432" y="654"/>
                    <a:pt x="430" y="654"/>
                  </a:cubicBezTo>
                  <a:close/>
                  <a:moveTo>
                    <a:pt x="388" y="652"/>
                  </a:moveTo>
                  <a:cubicBezTo>
                    <a:pt x="390" y="652"/>
                    <a:pt x="392" y="650"/>
                    <a:pt x="394" y="651"/>
                  </a:cubicBezTo>
                  <a:cubicBezTo>
                    <a:pt x="392" y="651"/>
                    <a:pt x="390" y="652"/>
                    <a:pt x="388" y="652"/>
                  </a:cubicBezTo>
                  <a:close/>
                  <a:moveTo>
                    <a:pt x="371" y="651"/>
                  </a:moveTo>
                  <a:cubicBezTo>
                    <a:pt x="373" y="650"/>
                    <a:pt x="374" y="651"/>
                    <a:pt x="375" y="650"/>
                  </a:cubicBezTo>
                  <a:cubicBezTo>
                    <a:pt x="376" y="650"/>
                    <a:pt x="377" y="650"/>
                    <a:pt x="377" y="651"/>
                  </a:cubicBezTo>
                  <a:cubicBezTo>
                    <a:pt x="375" y="652"/>
                    <a:pt x="373" y="652"/>
                    <a:pt x="371" y="651"/>
                  </a:cubicBezTo>
                  <a:close/>
                  <a:moveTo>
                    <a:pt x="384" y="650"/>
                  </a:moveTo>
                  <a:cubicBezTo>
                    <a:pt x="382" y="650"/>
                    <a:pt x="379" y="651"/>
                    <a:pt x="377" y="651"/>
                  </a:cubicBezTo>
                  <a:cubicBezTo>
                    <a:pt x="379" y="649"/>
                    <a:pt x="384" y="649"/>
                    <a:pt x="384" y="650"/>
                  </a:cubicBezTo>
                  <a:close/>
                  <a:moveTo>
                    <a:pt x="421" y="654"/>
                  </a:moveTo>
                  <a:cubicBezTo>
                    <a:pt x="423" y="653"/>
                    <a:pt x="424" y="653"/>
                    <a:pt x="426" y="653"/>
                  </a:cubicBezTo>
                  <a:cubicBezTo>
                    <a:pt x="424" y="654"/>
                    <a:pt x="423" y="654"/>
                    <a:pt x="421" y="654"/>
                  </a:cubicBezTo>
                  <a:close/>
                  <a:moveTo>
                    <a:pt x="380" y="653"/>
                  </a:moveTo>
                  <a:cubicBezTo>
                    <a:pt x="381" y="652"/>
                    <a:pt x="383" y="652"/>
                    <a:pt x="385" y="652"/>
                  </a:cubicBezTo>
                  <a:cubicBezTo>
                    <a:pt x="385" y="652"/>
                    <a:pt x="382" y="653"/>
                    <a:pt x="380" y="653"/>
                  </a:cubicBezTo>
                  <a:close/>
                  <a:moveTo>
                    <a:pt x="372" y="655"/>
                  </a:moveTo>
                  <a:cubicBezTo>
                    <a:pt x="376" y="654"/>
                    <a:pt x="377" y="653"/>
                    <a:pt x="377" y="652"/>
                  </a:cubicBezTo>
                  <a:cubicBezTo>
                    <a:pt x="380" y="652"/>
                    <a:pt x="379" y="653"/>
                    <a:pt x="380" y="653"/>
                  </a:cubicBezTo>
                  <a:cubicBezTo>
                    <a:pt x="378" y="654"/>
                    <a:pt x="377" y="654"/>
                    <a:pt x="375" y="654"/>
                  </a:cubicBezTo>
                  <a:cubicBezTo>
                    <a:pt x="376" y="655"/>
                    <a:pt x="377" y="654"/>
                    <a:pt x="377" y="655"/>
                  </a:cubicBezTo>
                  <a:cubicBezTo>
                    <a:pt x="373" y="656"/>
                    <a:pt x="371" y="655"/>
                    <a:pt x="369" y="655"/>
                  </a:cubicBezTo>
                  <a:cubicBezTo>
                    <a:pt x="369" y="654"/>
                    <a:pt x="369" y="654"/>
                    <a:pt x="371" y="654"/>
                  </a:cubicBezTo>
                  <a:cubicBezTo>
                    <a:pt x="373" y="654"/>
                    <a:pt x="372" y="654"/>
                    <a:pt x="372" y="655"/>
                  </a:cubicBezTo>
                  <a:close/>
                  <a:moveTo>
                    <a:pt x="363" y="654"/>
                  </a:moveTo>
                  <a:cubicBezTo>
                    <a:pt x="368" y="653"/>
                    <a:pt x="372" y="652"/>
                    <a:pt x="376" y="652"/>
                  </a:cubicBezTo>
                  <a:cubicBezTo>
                    <a:pt x="375" y="654"/>
                    <a:pt x="368" y="654"/>
                    <a:pt x="363" y="654"/>
                  </a:cubicBezTo>
                  <a:close/>
                  <a:moveTo>
                    <a:pt x="423" y="659"/>
                  </a:moveTo>
                  <a:cubicBezTo>
                    <a:pt x="426" y="658"/>
                    <a:pt x="430" y="657"/>
                    <a:pt x="433" y="656"/>
                  </a:cubicBezTo>
                  <a:cubicBezTo>
                    <a:pt x="430" y="658"/>
                    <a:pt x="427" y="659"/>
                    <a:pt x="423" y="659"/>
                  </a:cubicBezTo>
                  <a:close/>
                  <a:moveTo>
                    <a:pt x="404" y="658"/>
                  </a:moveTo>
                  <a:cubicBezTo>
                    <a:pt x="405" y="657"/>
                    <a:pt x="405" y="657"/>
                    <a:pt x="407" y="656"/>
                  </a:cubicBezTo>
                  <a:cubicBezTo>
                    <a:pt x="407" y="657"/>
                    <a:pt x="406" y="658"/>
                    <a:pt x="404" y="658"/>
                  </a:cubicBezTo>
                  <a:close/>
                  <a:moveTo>
                    <a:pt x="409" y="661"/>
                  </a:moveTo>
                  <a:cubicBezTo>
                    <a:pt x="405" y="661"/>
                    <a:pt x="411" y="660"/>
                    <a:pt x="410" y="660"/>
                  </a:cubicBezTo>
                  <a:cubicBezTo>
                    <a:pt x="408" y="660"/>
                    <a:pt x="406" y="661"/>
                    <a:pt x="405" y="661"/>
                  </a:cubicBezTo>
                  <a:cubicBezTo>
                    <a:pt x="408" y="659"/>
                    <a:pt x="411" y="659"/>
                    <a:pt x="414" y="658"/>
                  </a:cubicBezTo>
                  <a:cubicBezTo>
                    <a:pt x="414" y="659"/>
                    <a:pt x="410" y="660"/>
                    <a:pt x="409" y="661"/>
                  </a:cubicBezTo>
                  <a:close/>
                  <a:moveTo>
                    <a:pt x="359" y="652"/>
                  </a:moveTo>
                  <a:cubicBezTo>
                    <a:pt x="355" y="653"/>
                    <a:pt x="351" y="652"/>
                    <a:pt x="352" y="651"/>
                  </a:cubicBezTo>
                  <a:cubicBezTo>
                    <a:pt x="354" y="651"/>
                    <a:pt x="354" y="652"/>
                    <a:pt x="359" y="652"/>
                  </a:cubicBezTo>
                  <a:close/>
                  <a:moveTo>
                    <a:pt x="358" y="654"/>
                  </a:moveTo>
                  <a:cubicBezTo>
                    <a:pt x="361" y="653"/>
                    <a:pt x="361" y="653"/>
                    <a:pt x="361" y="653"/>
                  </a:cubicBezTo>
                  <a:cubicBezTo>
                    <a:pt x="362" y="653"/>
                    <a:pt x="363" y="654"/>
                    <a:pt x="362" y="654"/>
                  </a:cubicBezTo>
                  <a:cubicBezTo>
                    <a:pt x="361" y="653"/>
                    <a:pt x="359" y="655"/>
                    <a:pt x="358" y="654"/>
                  </a:cubicBezTo>
                  <a:close/>
                  <a:moveTo>
                    <a:pt x="382" y="660"/>
                  </a:moveTo>
                  <a:cubicBezTo>
                    <a:pt x="380" y="660"/>
                    <a:pt x="382" y="659"/>
                    <a:pt x="383" y="659"/>
                  </a:cubicBezTo>
                  <a:cubicBezTo>
                    <a:pt x="384" y="659"/>
                    <a:pt x="384" y="659"/>
                    <a:pt x="385" y="659"/>
                  </a:cubicBezTo>
                  <a:cubicBezTo>
                    <a:pt x="384" y="659"/>
                    <a:pt x="383" y="660"/>
                    <a:pt x="382" y="660"/>
                  </a:cubicBezTo>
                  <a:close/>
                  <a:moveTo>
                    <a:pt x="393" y="662"/>
                  </a:moveTo>
                  <a:cubicBezTo>
                    <a:pt x="391" y="662"/>
                    <a:pt x="391" y="661"/>
                    <a:pt x="393" y="660"/>
                  </a:cubicBezTo>
                  <a:cubicBezTo>
                    <a:pt x="396" y="661"/>
                    <a:pt x="395" y="662"/>
                    <a:pt x="393" y="662"/>
                  </a:cubicBezTo>
                  <a:close/>
                  <a:moveTo>
                    <a:pt x="361" y="656"/>
                  </a:moveTo>
                  <a:cubicBezTo>
                    <a:pt x="359" y="657"/>
                    <a:pt x="356" y="656"/>
                    <a:pt x="356" y="656"/>
                  </a:cubicBezTo>
                  <a:cubicBezTo>
                    <a:pt x="359" y="655"/>
                    <a:pt x="358" y="656"/>
                    <a:pt x="361" y="656"/>
                  </a:cubicBezTo>
                  <a:close/>
                  <a:moveTo>
                    <a:pt x="382" y="664"/>
                  </a:moveTo>
                  <a:cubicBezTo>
                    <a:pt x="381" y="664"/>
                    <a:pt x="380" y="664"/>
                    <a:pt x="379" y="664"/>
                  </a:cubicBezTo>
                  <a:cubicBezTo>
                    <a:pt x="382" y="663"/>
                    <a:pt x="383" y="664"/>
                    <a:pt x="384" y="663"/>
                  </a:cubicBezTo>
                  <a:cubicBezTo>
                    <a:pt x="385" y="663"/>
                    <a:pt x="388" y="662"/>
                    <a:pt x="390" y="662"/>
                  </a:cubicBezTo>
                  <a:cubicBezTo>
                    <a:pt x="387" y="664"/>
                    <a:pt x="385" y="663"/>
                    <a:pt x="382" y="664"/>
                  </a:cubicBezTo>
                  <a:close/>
                  <a:moveTo>
                    <a:pt x="364" y="664"/>
                  </a:moveTo>
                  <a:cubicBezTo>
                    <a:pt x="368" y="665"/>
                    <a:pt x="376" y="663"/>
                    <a:pt x="378" y="664"/>
                  </a:cubicBezTo>
                  <a:cubicBezTo>
                    <a:pt x="374" y="664"/>
                    <a:pt x="364" y="666"/>
                    <a:pt x="364" y="664"/>
                  </a:cubicBezTo>
                  <a:close/>
                  <a:moveTo>
                    <a:pt x="368" y="664"/>
                  </a:moveTo>
                  <a:cubicBezTo>
                    <a:pt x="369" y="664"/>
                    <a:pt x="367" y="664"/>
                    <a:pt x="369" y="663"/>
                  </a:cubicBezTo>
                  <a:cubicBezTo>
                    <a:pt x="371" y="663"/>
                    <a:pt x="372" y="663"/>
                    <a:pt x="373" y="663"/>
                  </a:cubicBezTo>
                  <a:cubicBezTo>
                    <a:pt x="370" y="664"/>
                    <a:pt x="371" y="664"/>
                    <a:pt x="368" y="664"/>
                  </a:cubicBezTo>
                  <a:close/>
                  <a:moveTo>
                    <a:pt x="346" y="666"/>
                  </a:moveTo>
                  <a:cubicBezTo>
                    <a:pt x="345" y="665"/>
                    <a:pt x="343" y="666"/>
                    <a:pt x="342" y="665"/>
                  </a:cubicBezTo>
                  <a:cubicBezTo>
                    <a:pt x="343" y="665"/>
                    <a:pt x="345" y="665"/>
                    <a:pt x="347" y="665"/>
                  </a:cubicBezTo>
                  <a:cubicBezTo>
                    <a:pt x="346" y="665"/>
                    <a:pt x="347" y="666"/>
                    <a:pt x="346" y="666"/>
                  </a:cubicBezTo>
                  <a:close/>
                  <a:moveTo>
                    <a:pt x="293" y="652"/>
                  </a:moveTo>
                  <a:cubicBezTo>
                    <a:pt x="295" y="652"/>
                    <a:pt x="301" y="652"/>
                    <a:pt x="299" y="653"/>
                  </a:cubicBezTo>
                  <a:cubicBezTo>
                    <a:pt x="298" y="652"/>
                    <a:pt x="292" y="652"/>
                    <a:pt x="293" y="652"/>
                  </a:cubicBezTo>
                  <a:close/>
                  <a:moveTo>
                    <a:pt x="240" y="622"/>
                  </a:moveTo>
                  <a:cubicBezTo>
                    <a:pt x="238" y="620"/>
                    <a:pt x="242" y="620"/>
                    <a:pt x="243" y="621"/>
                  </a:cubicBezTo>
                  <a:cubicBezTo>
                    <a:pt x="241" y="621"/>
                    <a:pt x="243" y="622"/>
                    <a:pt x="240" y="622"/>
                  </a:cubicBezTo>
                  <a:close/>
                  <a:moveTo>
                    <a:pt x="294" y="653"/>
                  </a:moveTo>
                  <a:cubicBezTo>
                    <a:pt x="296" y="653"/>
                    <a:pt x="297" y="653"/>
                    <a:pt x="298" y="654"/>
                  </a:cubicBezTo>
                  <a:cubicBezTo>
                    <a:pt x="297" y="654"/>
                    <a:pt x="297" y="655"/>
                    <a:pt x="295" y="654"/>
                  </a:cubicBezTo>
                  <a:cubicBezTo>
                    <a:pt x="296" y="654"/>
                    <a:pt x="294" y="653"/>
                    <a:pt x="294" y="653"/>
                  </a:cubicBezTo>
                  <a:close/>
                  <a:moveTo>
                    <a:pt x="292" y="654"/>
                  </a:moveTo>
                  <a:cubicBezTo>
                    <a:pt x="289" y="653"/>
                    <a:pt x="292" y="652"/>
                    <a:pt x="294" y="653"/>
                  </a:cubicBezTo>
                  <a:cubicBezTo>
                    <a:pt x="294" y="654"/>
                    <a:pt x="295" y="654"/>
                    <a:pt x="292" y="654"/>
                  </a:cubicBezTo>
                  <a:close/>
                  <a:moveTo>
                    <a:pt x="315" y="665"/>
                  </a:moveTo>
                  <a:cubicBezTo>
                    <a:pt x="314" y="663"/>
                    <a:pt x="311" y="664"/>
                    <a:pt x="310" y="664"/>
                  </a:cubicBezTo>
                  <a:cubicBezTo>
                    <a:pt x="313" y="663"/>
                    <a:pt x="316" y="664"/>
                    <a:pt x="319" y="664"/>
                  </a:cubicBezTo>
                  <a:lnTo>
                    <a:pt x="315" y="665"/>
                  </a:lnTo>
                  <a:close/>
                  <a:moveTo>
                    <a:pt x="292" y="655"/>
                  </a:moveTo>
                  <a:cubicBezTo>
                    <a:pt x="294" y="655"/>
                    <a:pt x="294" y="655"/>
                    <a:pt x="294" y="655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4" y="656"/>
                    <a:pt x="293" y="656"/>
                    <a:pt x="292" y="655"/>
                  </a:cubicBezTo>
                  <a:close/>
                  <a:moveTo>
                    <a:pt x="282" y="650"/>
                  </a:moveTo>
                  <a:cubicBezTo>
                    <a:pt x="278" y="651"/>
                    <a:pt x="279" y="649"/>
                    <a:pt x="276" y="649"/>
                  </a:cubicBezTo>
                  <a:cubicBezTo>
                    <a:pt x="278" y="649"/>
                    <a:pt x="282" y="650"/>
                    <a:pt x="282" y="650"/>
                  </a:cubicBezTo>
                  <a:close/>
                  <a:moveTo>
                    <a:pt x="274" y="648"/>
                  </a:moveTo>
                  <a:cubicBezTo>
                    <a:pt x="272" y="647"/>
                    <a:pt x="272" y="647"/>
                    <a:pt x="272" y="647"/>
                  </a:cubicBezTo>
                  <a:cubicBezTo>
                    <a:pt x="273" y="647"/>
                    <a:pt x="278" y="647"/>
                    <a:pt x="277" y="648"/>
                  </a:cubicBezTo>
                  <a:cubicBezTo>
                    <a:pt x="275" y="647"/>
                    <a:pt x="274" y="648"/>
                    <a:pt x="274" y="648"/>
                  </a:cubicBezTo>
                  <a:close/>
                  <a:moveTo>
                    <a:pt x="223" y="615"/>
                  </a:moveTo>
                  <a:cubicBezTo>
                    <a:pt x="224" y="616"/>
                    <a:pt x="225" y="617"/>
                    <a:pt x="227" y="617"/>
                  </a:cubicBezTo>
                  <a:cubicBezTo>
                    <a:pt x="223" y="616"/>
                    <a:pt x="219" y="615"/>
                    <a:pt x="215" y="613"/>
                  </a:cubicBezTo>
                  <a:cubicBezTo>
                    <a:pt x="212" y="611"/>
                    <a:pt x="208" y="609"/>
                    <a:pt x="205" y="607"/>
                  </a:cubicBezTo>
                  <a:cubicBezTo>
                    <a:pt x="207" y="607"/>
                    <a:pt x="208" y="610"/>
                    <a:pt x="211" y="610"/>
                  </a:cubicBezTo>
                  <a:cubicBezTo>
                    <a:pt x="210" y="609"/>
                    <a:pt x="208" y="609"/>
                    <a:pt x="210" y="609"/>
                  </a:cubicBezTo>
                  <a:cubicBezTo>
                    <a:pt x="212" y="610"/>
                    <a:pt x="211" y="610"/>
                    <a:pt x="213" y="611"/>
                  </a:cubicBezTo>
                  <a:cubicBezTo>
                    <a:pt x="216" y="612"/>
                    <a:pt x="217" y="614"/>
                    <a:pt x="220" y="614"/>
                  </a:cubicBezTo>
                  <a:cubicBezTo>
                    <a:pt x="219" y="613"/>
                    <a:pt x="217" y="613"/>
                    <a:pt x="216" y="612"/>
                  </a:cubicBezTo>
                  <a:cubicBezTo>
                    <a:pt x="217" y="612"/>
                    <a:pt x="218" y="612"/>
                    <a:pt x="220" y="612"/>
                  </a:cubicBezTo>
                  <a:cubicBezTo>
                    <a:pt x="221" y="613"/>
                    <a:pt x="219" y="613"/>
                    <a:pt x="221" y="614"/>
                  </a:cubicBezTo>
                  <a:cubicBezTo>
                    <a:pt x="223" y="614"/>
                    <a:pt x="220" y="613"/>
                    <a:pt x="222" y="613"/>
                  </a:cubicBezTo>
                  <a:cubicBezTo>
                    <a:pt x="224" y="614"/>
                    <a:pt x="224" y="614"/>
                    <a:pt x="225" y="615"/>
                  </a:cubicBezTo>
                  <a:cubicBezTo>
                    <a:pt x="225" y="615"/>
                    <a:pt x="223" y="615"/>
                    <a:pt x="223" y="615"/>
                  </a:cubicBezTo>
                  <a:close/>
                  <a:moveTo>
                    <a:pt x="281" y="653"/>
                  </a:moveTo>
                  <a:cubicBezTo>
                    <a:pt x="278" y="651"/>
                    <a:pt x="275" y="651"/>
                    <a:pt x="273" y="650"/>
                  </a:cubicBezTo>
                  <a:cubicBezTo>
                    <a:pt x="274" y="650"/>
                    <a:pt x="273" y="649"/>
                    <a:pt x="276" y="650"/>
                  </a:cubicBezTo>
                  <a:cubicBezTo>
                    <a:pt x="279" y="651"/>
                    <a:pt x="277" y="651"/>
                    <a:pt x="277" y="651"/>
                  </a:cubicBezTo>
                  <a:cubicBezTo>
                    <a:pt x="279" y="651"/>
                    <a:pt x="281" y="652"/>
                    <a:pt x="283" y="652"/>
                  </a:cubicBezTo>
                  <a:cubicBezTo>
                    <a:pt x="285" y="652"/>
                    <a:pt x="283" y="653"/>
                    <a:pt x="281" y="653"/>
                  </a:cubicBezTo>
                  <a:close/>
                  <a:moveTo>
                    <a:pt x="301" y="663"/>
                  </a:moveTo>
                  <a:cubicBezTo>
                    <a:pt x="303" y="662"/>
                    <a:pt x="305" y="662"/>
                    <a:pt x="307" y="663"/>
                  </a:cubicBezTo>
                  <a:cubicBezTo>
                    <a:pt x="305" y="663"/>
                    <a:pt x="303" y="663"/>
                    <a:pt x="301" y="663"/>
                  </a:cubicBezTo>
                  <a:close/>
                  <a:moveTo>
                    <a:pt x="260" y="642"/>
                  </a:moveTo>
                  <a:cubicBezTo>
                    <a:pt x="263" y="641"/>
                    <a:pt x="263" y="641"/>
                    <a:pt x="263" y="641"/>
                  </a:cubicBezTo>
                  <a:cubicBezTo>
                    <a:pt x="264" y="642"/>
                    <a:pt x="264" y="642"/>
                    <a:pt x="264" y="642"/>
                  </a:cubicBezTo>
                  <a:cubicBezTo>
                    <a:pt x="263" y="642"/>
                    <a:pt x="261" y="642"/>
                    <a:pt x="260" y="642"/>
                  </a:cubicBezTo>
                  <a:close/>
                  <a:moveTo>
                    <a:pt x="241" y="640"/>
                  </a:moveTo>
                  <a:cubicBezTo>
                    <a:pt x="240" y="640"/>
                    <a:pt x="239" y="640"/>
                    <a:pt x="238" y="639"/>
                  </a:cubicBezTo>
                  <a:cubicBezTo>
                    <a:pt x="243" y="640"/>
                    <a:pt x="244" y="642"/>
                    <a:pt x="246" y="643"/>
                  </a:cubicBezTo>
                  <a:cubicBezTo>
                    <a:pt x="247" y="643"/>
                    <a:pt x="248" y="643"/>
                    <a:pt x="249" y="643"/>
                  </a:cubicBezTo>
                  <a:cubicBezTo>
                    <a:pt x="253" y="646"/>
                    <a:pt x="258" y="647"/>
                    <a:pt x="263" y="647"/>
                  </a:cubicBezTo>
                  <a:cubicBezTo>
                    <a:pt x="264" y="647"/>
                    <a:pt x="266" y="647"/>
                    <a:pt x="267" y="647"/>
                  </a:cubicBezTo>
                  <a:cubicBezTo>
                    <a:pt x="267" y="648"/>
                    <a:pt x="269" y="647"/>
                    <a:pt x="272" y="648"/>
                  </a:cubicBezTo>
                  <a:cubicBezTo>
                    <a:pt x="268" y="648"/>
                    <a:pt x="264" y="648"/>
                    <a:pt x="262" y="648"/>
                  </a:cubicBezTo>
                  <a:cubicBezTo>
                    <a:pt x="258" y="646"/>
                    <a:pt x="251" y="646"/>
                    <a:pt x="246" y="645"/>
                  </a:cubicBezTo>
                  <a:cubicBezTo>
                    <a:pt x="247" y="644"/>
                    <a:pt x="250" y="645"/>
                    <a:pt x="249" y="644"/>
                  </a:cubicBezTo>
                  <a:cubicBezTo>
                    <a:pt x="247" y="644"/>
                    <a:pt x="245" y="643"/>
                    <a:pt x="242" y="643"/>
                  </a:cubicBezTo>
                  <a:cubicBezTo>
                    <a:pt x="243" y="644"/>
                    <a:pt x="244" y="644"/>
                    <a:pt x="244" y="644"/>
                  </a:cubicBezTo>
                  <a:cubicBezTo>
                    <a:pt x="242" y="643"/>
                    <a:pt x="236" y="643"/>
                    <a:pt x="236" y="641"/>
                  </a:cubicBezTo>
                  <a:cubicBezTo>
                    <a:pt x="239" y="643"/>
                    <a:pt x="244" y="643"/>
                    <a:pt x="242" y="641"/>
                  </a:cubicBezTo>
                  <a:cubicBezTo>
                    <a:pt x="241" y="642"/>
                    <a:pt x="233" y="639"/>
                    <a:pt x="234" y="639"/>
                  </a:cubicBezTo>
                  <a:cubicBezTo>
                    <a:pt x="236" y="640"/>
                    <a:pt x="242" y="642"/>
                    <a:pt x="241" y="640"/>
                  </a:cubicBezTo>
                  <a:close/>
                  <a:moveTo>
                    <a:pt x="238" y="641"/>
                  </a:moveTo>
                  <a:cubicBezTo>
                    <a:pt x="238" y="642"/>
                    <a:pt x="235" y="641"/>
                    <a:pt x="233" y="641"/>
                  </a:cubicBezTo>
                  <a:cubicBezTo>
                    <a:pt x="235" y="641"/>
                    <a:pt x="231" y="640"/>
                    <a:pt x="230" y="639"/>
                  </a:cubicBezTo>
                  <a:cubicBezTo>
                    <a:pt x="233" y="639"/>
                    <a:pt x="235" y="640"/>
                    <a:pt x="238" y="641"/>
                  </a:cubicBezTo>
                  <a:close/>
                  <a:moveTo>
                    <a:pt x="301" y="662"/>
                  </a:moveTo>
                  <a:cubicBezTo>
                    <a:pt x="298" y="662"/>
                    <a:pt x="295" y="662"/>
                    <a:pt x="292" y="661"/>
                  </a:cubicBezTo>
                  <a:cubicBezTo>
                    <a:pt x="295" y="661"/>
                    <a:pt x="300" y="661"/>
                    <a:pt x="301" y="662"/>
                  </a:cubicBezTo>
                  <a:close/>
                  <a:moveTo>
                    <a:pt x="278" y="653"/>
                  </a:moveTo>
                  <a:cubicBezTo>
                    <a:pt x="279" y="653"/>
                    <a:pt x="280" y="653"/>
                    <a:pt x="281" y="654"/>
                  </a:cubicBezTo>
                  <a:cubicBezTo>
                    <a:pt x="280" y="655"/>
                    <a:pt x="276" y="653"/>
                    <a:pt x="278" y="653"/>
                  </a:cubicBezTo>
                  <a:close/>
                  <a:moveTo>
                    <a:pt x="266" y="650"/>
                  </a:moveTo>
                  <a:cubicBezTo>
                    <a:pt x="268" y="650"/>
                    <a:pt x="273" y="651"/>
                    <a:pt x="272" y="651"/>
                  </a:cubicBezTo>
                  <a:cubicBezTo>
                    <a:pt x="270" y="651"/>
                    <a:pt x="268" y="651"/>
                    <a:pt x="266" y="650"/>
                  </a:cubicBezTo>
                  <a:close/>
                  <a:moveTo>
                    <a:pt x="286" y="660"/>
                  </a:moveTo>
                  <a:cubicBezTo>
                    <a:pt x="286" y="660"/>
                    <a:pt x="289" y="660"/>
                    <a:pt x="291" y="661"/>
                  </a:cubicBezTo>
                  <a:cubicBezTo>
                    <a:pt x="289" y="661"/>
                    <a:pt x="288" y="661"/>
                    <a:pt x="286" y="660"/>
                  </a:cubicBezTo>
                  <a:close/>
                  <a:moveTo>
                    <a:pt x="199" y="604"/>
                  </a:moveTo>
                  <a:cubicBezTo>
                    <a:pt x="200" y="604"/>
                    <a:pt x="202" y="606"/>
                    <a:pt x="202" y="605"/>
                  </a:cubicBezTo>
                  <a:cubicBezTo>
                    <a:pt x="205" y="606"/>
                    <a:pt x="200" y="606"/>
                    <a:pt x="199" y="604"/>
                  </a:cubicBezTo>
                  <a:close/>
                  <a:moveTo>
                    <a:pt x="193" y="601"/>
                  </a:moveTo>
                  <a:cubicBezTo>
                    <a:pt x="194" y="601"/>
                    <a:pt x="196" y="602"/>
                    <a:pt x="198" y="602"/>
                  </a:cubicBezTo>
                  <a:cubicBezTo>
                    <a:pt x="200" y="604"/>
                    <a:pt x="200" y="604"/>
                    <a:pt x="200" y="604"/>
                  </a:cubicBezTo>
                  <a:cubicBezTo>
                    <a:pt x="197" y="603"/>
                    <a:pt x="195" y="603"/>
                    <a:pt x="193" y="601"/>
                  </a:cubicBezTo>
                  <a:close/>
                  <a:moveTo>
                    <a:pt x="250" y="646"/>
                  </a:moveTo>
                  <a:cubicBezTo>
                    <a:pt x="252" y="646"/>
                    <a:pt x="256" y="647"/>
                    <a:pt x="256" y="648"/>
                  </a:cubicBezTo>
                  <a:cubicBezTo>
                    <a:pt x="254" y="647"/>
                    <a:pt x="252" y="647"/>
                    <a:pt x="250" y="646"/>
                  </a:cubicBezTo>
                  <a:close/>
                  <a:moveTo>
                    <a:pt x="259" y="654"/>
                  </a:moveTo>
                  <a:cubicBezTo>
                    <a:pt x="261" y="654"/>
                    <a:pt x="263" y="654"/>
                    <a:pt x="264" y="655"/>
                  </a:cubicBezTo>
                  <a:cubicBezTo>
                    <a:pt x="262" y="655"/>
                    <a:pt x="261" y="655"/>
                    <a:pt x="259" y="654"/>
                  </a:cubicBezTo>
                  <a:close/>
                  <a:moveTo>
                    <a:pt x="227" y="637"/>
                  </a:moveTo>
                  <a:cubicBezTo>
                    <a:pt x="226" y="636"/>
                    <a:pt x="224" y="636"/>
                    <a:pt x="223" y="635"/>
                  </a:cubicBezTo>
                  <a:cubicBezTo>
                    <a:pt x="225" y="635"/>
                    <a:pt x="225" y="635"/>
                    <a:pt x="228" y="636"/>
                  </a:cubicBezTo>
                  <a:cubicBezTo>
                    <a:pt x="226" y="636"/>
                    <a:pt x="229" y="637"/>
                    <a:pt x="227" y="637"/>
                  </a:cubicBezTo>
                  <a:close/>
                  <a:moveTo>
                    <a:pt x="216" y="631"/>
                  </a:moveTo>
                  <a:cubicBezTo>
                    <a:pt x="215" y="630"/>
                    <a:pt x="214" y="630"/>
                    <a:pt x="213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8" y="631"/>
                    <a:pt x="216" y="629"/>
                    <a:pt x="218" y="629"/>
                  </a:cubicBezTo>
                  <a:cubicBezTo>
                    <a:pt x="219" y="630"/>
                    <a:pt x="220" y="630"/>
                    <a:pt x="221" y="631"/>
                  </a:cubicBezTo>
                  <a:cubicBezTo>
                    <a:pt x="218" y="631"/>
                    <a:pt x="218" y="631"/>
                    <a:pt x="216" y="631"/>
                  </a:cubicBezTo>
                  <a:close/>
                  <a:moveTo>
                    <a:pt x="221" y="636"/>
                  </a:moveTo>
                  <a:cubicBezTo>
                    <a:pt x="221" y="636"/>
                    <a:pt x="219" y="635"/>
                    <a:pt x="220" y="635"/>
                  </a:cubicBezTo>
                  <a:cubicBezTo>
                    <a:pt x="222" y="636"/>
                    <a:pt x="226" y="636"/>
                    <a:pt x="228" y="638"/>
                  </a:cubicBezTo>
                  <a:cubicBezTo>
                    <a:pt x="225" y="637"/>
                    <a:pt x="223" y="636"/>
                    <a:pt x="221" y="636"/>
                  </a:cubicBezTo>
                  <a:close/>
                  <a:moveTo>
                    <a:pt x="122" y="502"/>
                  </a:moveTo>
                  <a:cubicBezTo>
                    <a:pt x="121" y="501"/>
                    <a:pt x="123" y="501"/>
                    <a:pt x="124" y="502"/>
                  </a:cubicBezTo>
                  <a:cubicBezTo>
                    <a:pt x="124" y="503"/>
                    <a:pt x="124" y="504"/>
                    <a:pt x="125" y="504"/>
                  </a:cubicBezTo>
                  <a:cubicBezTo>
                    <a:pt x="125" y="505"/>
                    <a:pt x="123" y="503"/>
                    <a:pt x="122" y="502"/>
                  </a:cubicBezTo>
                  <a:close/>
                  <a:moveTo>
                    <a:pt x="171" y="589"/>
                  </a:moveTo>
                  <a:cubicBezTo>
                    <a:pt x="169" y="588"/>
                    <a:pt x="168" y="587"/>
                    <a:pt x="166" y="585"/>
                  </a:cubicBezTo>
                  <a:cubicBezTo>
                    <a:pt x="168" y="586"/>
                    <a:pt x="169" y="585"/>
                    <a:pt x="171" y="587"/>
                  </a:cubicBezTo>
                  <a:cubicBezTo>
                    <a:pt x="170" y="587"/>
                    <a:pt x="168" y="587"/>
                    <a:pt x="171" y="589"/>
                  </a:cubicBezTo>
                  <a:close/>
                  <a:moveTo>
                    <a:pt x="203" y="625"/>
                  </a:moveTo>
                  <a:cubicBezTo>
                    <a:pt x="206" y="626"/>
                    <a:pt x="206" y="626"/>
                    <a:pt x="205" y="627"/>
                  </a:cubicBezTo>
                  <a:cubicBezTo>
                    <a:pt x="209" y="628"/>
                    <a:pt x="216" y="631"/>
                    <a:pt x="217" y="633"/>
                  </a:cubicBezTo>
                  <a:cubicBezTo>
                    <a:pt x="213" y="630"/>
                    <a:pt x="207" y="628"/>
                    <a:pt x="204" y="627"/>
                  </a:cubicBezTo>
                  <a:cubicBezTo>
                    <a:pt x="205" y="627"/>
                    <a:pt x="204" y="627"/>
                    <a:pt x="203" y="626"/>
                  </a:cubicBezTo>
                  <a:cubicBezTo>
                    <a:pt x="203" y="626"/>
                    <a:pt x="203" y="626"/>
                    <a:pt x="200" y="625"/>
                  </a:cubicBezTo>
                  <a:cubicBezTo>
                    <a:pt x="199" y="624"/>
                    <a:pt x="200" y="625"/>
                    <a:pt x="200" y="624"/>
                  </a:cubicBezTo>
                  <a:cubicBezTo>
                    <a:pt x="199" y="624"/>
                    <a:pt x="199" y="624"/>
                    <a:pt x="197" y="623"/>
                  </a:cubicBezTo>
                  <a:cubicBezTo>
                    <a:pt x="198" y="624"/>
                    <a:pt x="194" y="623"/>
                    <a:pt x="193" y="622"/>
                  </a:cubicBezTo>
                  <a:cubicBezTo>
                    <a:pt x="193" y="621"/>
                    <a:pt x="196" y="622"/>
                    <a:pt x="198" y="622"/>
                  </a:cubicBezTo>
                  <a:cubicBezTo>
                    <a:pt x="201" y="624"/>
                    <a:pt x="201" y="625"/>
                    <a:pt x="203" y="625"/>
                  </a:cubicBezTo>
                  <a:close/>
                  <a:moveTo>
                    <a:pt x="240" y="654"/>
                  </a:moveTo>
                  <a:cubicBezTo>
                    <a:pt x="237" y="653"/>
                    <a:pt x="234" y="653"/>
                    <a:pt x="232" y="653"/>
                  </a:cubicBezTo>
                  <a:cubicBezTo>
                    <a:pt x="230" y="651"/>
                    <a:pt x="234" y="653"/>
                    <a:pt x="236" y="652"/>
                  </a:cubicBezTo>
                  <a:cubicBezTo>
                    <a:pt x="236" y="653"/>
                    <a:pt x="238" y="653"/>
                    <a:pt x="239" y="653"/>
                  </a:cubicBezTo>
                  <a:cubicBezTo>
                    <a:pt x="241" y="654"/>
                    <a:pt x="241" y="654"/>
                    <a:pt x="240" y="654"/>
                  </a:cubicBezTo>
                  <a:close/>
                  <a:moveTo>
                    <a:pt x="203" y="628"/>
                  </a:moveTo>
                  <a:cubicBezTo>
                    <a:pt x="201" y="626"/>
                    <a:pt x="198" y="625"/>
                    <a:pt x="196" y="624"/>
                  </a:cubicBezTo>
                  <a:cubicBezTo>
                    <a:pt x="198" y="625"/>
                    <a:pt x="200" y="625"/>
                    <a:pt x="201" y="626"/>
                  </a:cubicBezTo>
                  <a:cubicBezTo>
                    <a:pt x="200" y="626"/>
                    <a:pt x="206" y="628"/>
                    <a:pt x="203" y="628"/>
                  </a:cubicBezTo>
                  <a:close/>
                  <a:moveTo>
                    <a:pt x="220" y="645"/>
                  </a:moveTo>
                  <a:cubicBezTo>
                    <a:pt x="220" y="644"/>
                    <a:pt x="223" y="644"/>
                    <a:pt x="224" y="645"/>
                  </a:cubicBezTo>
                  <a:cubicBezTo>
                    <a:pt x="223" y="645"/>
                    <a:pt x="221" y="645"/>
                    <a:pt x="220" y="645"/>
                  </a:cubicBezTo>
                  <a:close/>
                  <a:moveTo>
                    <a:pt x="222" y="649"/>
                  </a:moveTo>
                  <a:cubicBezTo>
                    <a:pt x="223" y="649"/>
                    <a:pt x="225" y="650"/>
                    <a:pt x="226" y="650"/>
                  </a:cubicBezTo>
                  <a:cubicBezTo>
                    <a:pt x="225" y="649"/>
                    <a:pt x="223" y="648"/>
                    <a:pt x="225" y="648"/>
                  </a:cubicBezTo>
                  <a:cubicBezTo>
                    <a:pt x="227" y="649"/>
                    <a:pt x="232" y="650"/>
                    <a:pt x="231" y="651"/>
                  </a:cubicBezTo>
                  <a:cubicBezTo>
                    <a:pt x="228" y="651"/>
                    <a:pt x="225" y="651"/>
                    <a:pt x="222" y="649"/>
                  </a:cubicBezTo>
                  <a:close/>
                  <a:moveTo>
                    <a:pt x="191" y="620"/>
                  </a:moveTo>
                  <a:cubicBezTo>
                    <a:pt x="190" y="619"/>
                    <a:pt x="186" y="618"/>
                    <a:pt x="187" y="618"/>
                  </a:cubicBezTo>
                  <a:cubicBezTo>
                    <a:pt x="189" y="618"/>
                    <a:pt x="193" y="620"/>
                    <a:pt x="191" y="620"/>
                  </a:cubicBezTo>
                  <a:close/>
                  <a:moveTo>
                    <a:pt x="199" y="631"/>
                  </a:moveTo>
                  <a:cubicBezTo>
                    <a:pt x="201" y="632"/>
                    <a:pt x="203" y="633"/>
                    <a:pt x="205" y="634"/>
                  </a:cubicBezTo>
                  <a:cubicBezTo>
                    <a:pt x="205" y="634"/>
                    <a:pt x="198" y="632"/>
                    <a:pt x="199" y="631"/>
                  </a:cubicBezTo>
                  <a:close/>
                  <a:moveTo>
                    <a:pt x="216" y="645"/>
                  </a:moveTo>
                  <a:cubicBezTo>
                    <a:pt x="217" y="646"/>
                    <a:pt x="218" y="645"/>
                    <a:pt x="218" y="645"/>
                  </a:cubicBezTo>
                  <a:cubicBezTo>
                    <a:pt x="219" y="646"/>
                    <a:pt x="224" y="648"/>
                    <a:pt x="223" y="648"/>
                  </a:cubicBezTo>
                  <a:cubicBezTo>
                    <a:pt x="221" y="647"/>
                    <a:pt x="218" y="647"/>
                    <a:pt x="216" y="645"/>
                  </a:cubicBezTo>
                  <a:close/>
                  <a:moveTo>
                    <a:pt x="168" y="608"/>
                  </a:moveTo>
                  <a:cubicBezTo>
                    <a:pt x="172" y="609"/>
                    <a:pt x="177" y="613"/>
                    <a:pt x="181" y="615"/>
                  </a:cubicBezTo>
                  <a:cubicBezTo>
                    <a:pt x="181" y="614"/>
                    <a:pt x="179" y="613"/>
                    <a:pt x="181" y="613"/>
                  </a:cubicBezTo>
                  <a:cubicBezTo>
                    <a:pt x="181" y="615"/>
                    <a:pt x="183" y="615"/>
                    <a:pt x="186" y="617"/>
                  </a:cubicBezTo>
                  <a:cubicBezTo>
                    <a:pt x="184" y="617"/>
                    <a:pt x="182" y="616"/>
                    <a:pt x="182" y="617"/>
                  </a:cubicBezTo>
                  <a:cubicBezTo>
                    <a:pt x="180" y="614"/>
                    <a:pt x="173" y="611"/>
                    <a:pt x="168" y="608"/>
                  </a:cubicBezTo>
                  <a:close/>
                  <a:moveTo>
                    <a:pt x="103" y="475"/>
                  </a:moveTo>
                  <a:cubicBezTo>
                    <a:pt x="104" y="477"/>
                    <a:pt x="106" y="478"/>
                    <a:pt x="106" y="479"/>
                  </a:cubicBezTo>
                  <a:cubicBezTo>
                    <a:pt x="105" y="478"/>
                    <a:pt x="102" y="475"/>
                    <a:pt x="103" y="475"/>
                  </a:cubicBezTo>
                  <a:close/>
                  <a:moveTo>
                    <a:pt x="138" y="564"/>
                  </a:moveTo>
                  <a:cubicBezTo>
                    <a:pt x="138" y="563"/>
                    <a:pt x="137" y="562"/>
                    <a:pt x="136" y="562"/>
                  </a:cubicBezTo>
                  <a:cubicBezTo>
                    <a:pt x="135" y="560"/>
                    <a:pt x="140" y="563"/>
                    <a:pt x="142" y="565"/>
                  </a:cubicBezTo>
                  <a:cubicBezTo>
                    <a:pt x="139" y="564"/>
                    <a:pt x="139" y="564"/>
                    <a:pt x="138" y="564"/>
                  </a:cubicBezTo>
                  <a:close/>
                  <a:moveTo>
                    <a:pt x="205" y="640"/>
                  </a:moveTo>
                  <a:cubicBezTo>
                    <a:pt x="209" y="641"/>
                    <a:pt x="212" y="643"/>
                    <a:pt x="215" y="645"/>
                  </a:cubicBezTo>
                  <a:cubicBezTo>
                    <a:pt x="213" y="644"/>
                    <a:pt x="213" y="644"/>
                    <a:pt x="213" y="644"/>
                  </a:cubicBezTo>
                  <a:cubicBezTo>
                    <a:pt x="211" y="643"/>
                    <a:pt x="208" y="642"/>
                    <a:pt x="205" y="640"/>
                  </a:cubicBezTo>
                  <a:close/>
                  <a:moveTo>
                    <a:pt x="163" y="598"/>
                  </a:moveTo>
                  <a:cubicBezTo>
                    <a:pt x="165" y="599"/>
                    <a:pt x="170" y="602"/>
                    <a:pt x="170" y="603"/>
                  </a:cubicBezTo>
                  <a:cubicBezTo>
                    <a:pt x="168" y="602"/>
                    <a:pt x="163" y="599"/>
                    <a:pt x="163" y="598"/>
                  </a:cubicBezTo>
                  <a:close/>
                  <a:moveTo>
                    <a:pt x="166" y="604"/>
                  </a:moveTo>
                  <a:cubicBezTo>
                    <a:pt x="164" y="602"/>
                    <a:pt x="161" y="600"/>
                    <a:pt x="158" y="598"/>
                  </a:cubicBezTo>
                  <a:cubicBezTo>
                    <a:pt x="162" y="599"/>
                    <a:pt x="167" y="603"/>
                    <a:pt x="168" y="605"/>
                  </a:cubicBezTo>
                  <a:cubicBezTo>
                    <a:pt x="167" y="604"/>
                    <a:pt x="166" y="604"/>
                    <a:pt x="166" y="604"/>
                  </a:cubicBezTo>
                  <a:close/>
                  <a:moveTo>
                    <a:pt x="200" y="639"/>
                  </a:moveTo>
                  <a:cubicBezTo>
                    <a:pt x="201" y="639"/>
                    <a:pt x="199" y="638"/>
                    <a:pt x="200" y="638"/>
                  </a:cubicBezTo>
                  <a:cubicBezTo>
                    <a:pt x="201" y="639"/>
                    <a:pt x="203" y="639"/>
                    <a:pt x="204" y="640"/>
                  </a:cubicBezTo>
                  <a:cubicBezTo>
                    <a:pt x="203" y="640"/>
                    <a:pt x="201" y="640"/>
                    <a:pt x="200" y="639"/>
                  </a:cubicBezTo>
                  <a:close/>
                  <a:moveTo>
                    <a:pt x="189" y="633"/>
                  </a:moveTo>
                  <a:cubicBezTo>
                    <a:pt x="192" y="633"/>
                    <a:pt x="194" y="634"/>
                    <a:pt x="195" y="635"/>
                  </a:cubicBezTo>
                  <a:cubicBezTo>
                    <a:pt x="193" y="635"/>
                    <a:pt x="191" y="634"/>
                    <a:pt x="189" y="633"/>
                  </a:cubicBezTo>
                  <a:close/>
                  <a:moveTo>
                    <a:pt x="164" y="605"/>
                  </a:moveTo>
                  <a:cubicBezTo>
                    <a:pt x="161" y="604"/>
                    <a:pt x="161" y="603"/>
                    <a:pt x="159" y="601"/>
                  </a:cubicBezTo>
                  <a:cubicBezTo>
                    <a:pt x="160" y="601"/>
                    <a:pt x="161" y="601"/>
                    <a:pt x="161" y="601"/>
                  </a:cubicBezTo>
                  <a:cubicBezTo>
                    <a:pt x="161" y="602"/>
                    <a:pt x="162" y="602"/>
                    <a:pt x="162" y="602"/>
                  </a:cubicBezTo>
                  <a:cubicBezTo>
                    <a:pt x="160" y="602"/>
                    <a:pt x="162" y="603"/>
                    <a:pt x="164" y="605"/>
                  </a:cubicBezTo>
                  <a:close/>
                  <a:moveTo>
                    <a:pt x="194" y="638"/>
                  </a:moveTo>
                  <a:cubicBezTo>
                    <a:pt x="191" y="636"/>
                    <a:pt x="187" y="635"/>
                    <a:pt x="185" y="633"/>
                  </a:cubicBezTo>
                  <a:cubicBezTo>
                    <a:pt x="188" y="634"/>
                    <a:pt x="188" y="633"/>
                    <a:pt x="190" y="634"/>
                  </a:cubicBezTo>
                  <a:cubicBezTo>
                    <a:pt x="193" y="636"/>
                    <a:pt x="189" y="635"/>
                    <a:pt x="192" y="636"/>
                  </a:cubicBezTo>
                  <a:cubicBezTo>
                    <a:pt x="193" y="636"/>
                    <a:pt x="192" y="635"/>
                    <a:pt x="194" y="636"/>
                  </a:cubicBezTo>
                  <a:cubicBezTo>
                    <a:pt x="195" y="637"/>
                    <a:pt x="194" y="637"/>
                    <a:pt x="194" y="638"/>
                  </a:cubicBezTo>
                  <a:close/>
                  <a:moveTo>
                    <a:pt x="182" y="629"/>
                  </a:moveTo>
                  <a:cubicBezTo>
                    <a:pt x="182" y="629"/>
                    <a:pt x="183" y="629"/>
                    <a:pt x="184" y="629"/>
                  </a:cubicBezTo>
                  <a:cubicBezTo>
                    <a:pt x="185" y="631"/>
                    <a:pt x="187" y="631"/>
                    <a:pt x="189" y="632"/>
                  </a:cubicBezTo>
                  <a:cubicBezTo>
                    <a:pt x="188" y="632"/>
                    <a:pt x="188" y="632"/>
                    <a:pt x="187" y="632"/>
                  </a:cubicBezTo>
                  <a:cubicBezTo>
                    <a:pt x="186" y="631"/>
                    <a:pt x="184" y="631"/>
                    <a:pt x="182" y="629"/>
                  </a:cubicBezTo>
                  <a:close/>
                  <a:moveTo>
                    <a:pt x="147" y="593"/>
                  </a:moveTo>
                  <a:cubicBezTo>
                    <a:pt x="149" y="595"/>
                    <a:pt x="157" y="598"/>
                    <a:pt x="155" y="599"/>
                  </a:cubicBezTo>
                  <a:cubicBezTo>
                    <a:pt x="153" y="597"/>
                    <a:pt x="149" y="596"/>
                    <a:pt x="147" y="593"/>
                  </a:cubicBezTo>
                  <a:close/>
                  <a:moveTo>
                    <a:pt x="135" y="580"/>
                  </a:moveTo>
                  <a:cubicBezTo>
                    <a:pt x="136" y="581"/>
                    <a:pt x="138" y="582"/>
                    <a:pt x="139" y="583"/>
                  </a:cubicBezTo>
                  <a:cubicBezTo>
                    <a:pt x="138" y="584"/>
                    <a:pt x="136" y="582"/>
                    <a:pt x="135" y="580"/>
                  </a:cubicBezTo>
                  <a:close/>
                  <a:moveTo>
                    <a:pt x="133" y="581"/>
                  </a:moveTo>
                  <a:cubicBezTo>
                    <a:pt x="136" y="584"/>
                    <a:pt x="144" y="589"/>
                    <a:pt x="142" y="590"/>
                  </a:cubicBezTo>
                  <a:cubicBezTo>
                    <a:pt x="140" y="587"/>
                    <a:pt x="134" y="583"/>
                    <a:pt x="133" y="581"/>
                  </a:cubicBezTo>
                  <a:close/>
                  <a:moveTo>
                    <a:pt x="120" y="565"/>
                  </a:moveTo>
                  <a:cubicBezTo>
                    <a:pt x="122" y="565"/>
                    <a:pt x="123" y="566"/>
                    <a:pt x="124" y="568"/>
                  </a:cubicBezTo>
                  <a:cubicBezTo>
                    <a:pt x="124" y="568"/>
                    <a:pt x="121" y="566"/>
                    <a:pt x="120" y="565"/>
                  </a:cubicBezTo>
                  <a:close/>
                  <a:moveTo>
                    <a:pt x="121" y="569"/>
                  </a:moveTo>
                  <a:cubicBezTo>
                    <a:pt x="120" y="566"/>
                    <a:pt x="117" y="564"/>
                    <a:pt x="115" y="562"/>
                  </a:cubicBezTo>
                  <a:cubicBezTo>
                    <a:pt x="117" y="562"/>
                    <a:pt x="121" y="567"/>
                    <a:pt x="124" y="570"/>
                  </a:cubicBezTo>
                  <a:cubicBezTo>
                    <a:pt x="123" y="569"/>
                    <a:pt x="123" y="570"/>
                    <a:pt x="121" y="569"/>
                  </a:cubicBezTo>
                  <a:close/>
                  <a:moveTo>
                    <a:pt x="120" y="569"/>
                  </a:moveTo>
                  <a:cubicBezTo>
                    <a:pt x="118" y="566"/>
                    <a:pt x="116" y="567"/>
                    <a:pt x="114" y="564"/>
                  </a:cubicBezTo>
                  <a:cubicBezTo>
                    <a:pt x="117" y="566"/>
                    <a:pt x="115" y="565"/>
                    <a:pt x="117" y="565"/>
                  </a:cubicBezTo>
                  <a:cubicBezTo>
                    <a:pt x="118" y="566"/>
                    <a:pt x="122" y="569"/>
                    <a:pt x="120" y="569"/>
                  </a:cubicBezTo>
                  <a:close/>
                  <a:moveTo>
                    <a:pt x="106" y="554"/>
                  </a:moveTo>
                  <a:cubicBezTo>
                    <a:pt x="108" y="555"/>
                    <a:pt x="109" y="556"/>
                    <a:pt x="110" y="558"/>
                  </a:cubicBezTo>
                  <a:cubicBezTo>
                    <a:pt x="109" y="558"/>
                    <a:pt x="106" y="556"/>
                    <a:pt x="106" y="554"/>
                  </a:cubicBezTo>
                  <a:close/>
                  <a:moveTo>
                    <a:pt x="126" y="590"/>
                  </a:moveTo>
                  <a:cubicBezTo>
                    <a:pt x="128" y="591"/>
                    <a:pt x="129" y="592"/>
                    <a:pt x="131" y="594"/>
                  </a:cubicBezTo>
                  <a:cubicBezTo>
                    <a:pt x="129" y="593"/>
                    <a:pt x="127" y="592"/>
                    <a:pt x="126" y="590"/>
                  </a:cubicBezTo>
                  <a:close/>
                  <a:moveTo>
                    <a:pt x="126" y="591"/>
                  </a:moveTo>
                  <a:cubicBezTo>
                    <a:pt x="128" y="592"/>
                    <a:pt x="131" y="595"/>
                    <a:pt x="130" y="595"/>
                  </a:cubicBezTo>
                  <a:cubicBezTo>
                    <a:pt x="129" y="593"/>
                    <a:pt x="127" y="593"/>
                    <a:pt x="126" y="591"/>
                  </a:cubicBezTo>
                  <a:close/>
                  <a:moveTo>
                    <a:pt x="120" y="584"/>
                  </a:moveTo>
                  <a:cubicBezTo>
                    <a:pt x="121" y="584"/>
                    <a:pt x="120" y="582"/>
                    <a:pt x="120" y="583"/>
                  </a:cubicBezTo>
                  <a:cubicBezTo>
                    <a:pt x="122" y="583"/>
                    <a:pt x="123" y="584"/>
                    <a:pt x="124" y="585"/>
                  </a:cubicBezTo>
                  <a:cubicBezTo>
                    <a:pt x="122" y="584"/>
                    <a:pt x="123" y="586"/>
                    <a:pt x="120" y="584"/>
                  </a:cubicBezTo>
                  <a:close/>
                  <a:moveTo>
                    <a:pt x="118" y="587"/>
                  </a:moveTo>
                  <a:cubicBezTo>
                    <a:pt x="118" y="587"/>
                    <a:pt x="121" y="588"/>
                    <a:pt x="121" y="587"/>
                  </a:cubicBezTo>
                  <a:cubicBezTo>
                    <a:pt x="119" y="586"/>
                    <a:pt x="119" y="585"/>
                    <a:pt x="118" y="584"/>
                  </a:cubicBezTo>
                  <a:cubicBezTo>
                    <a:pt x="120" y="586"/>
                    <a:pt x="124" y="587"/>
                    <a:pt x="126" y="589"/>
                  </a:cubicBezTo>
                  <a:cubicBezTo>
                    <a:pt x="121" y="587"/>
                    <a:pt x="122" y="591"/>
                    <a:pt x="118" y="587"/>
                  </a:cubicBezTo>
                  <a:close/>
                  <a:moveTo>
                    <a:pt x="93" y="536"/>
                  </a:moveTo>
                  <a:cubicBezTo>
                    <a:pt x="95" y="536"/>
                    <a:pt x="97" y="540"/>
                    <a:pt x="96" y="539"/>
                  </a:cubicBezTo>
                  <a:cubicBezTo>
                    <a:pt x="95" y="538"/>
                    <a:pt x="94" y="537"/>
                    <a:pt x="93" y="536"/>
                  </a:cubicBezTo>
                  <a:close/>
                  <a:moveTo>
                    <a:pt x="113" y="579"/>
                  </a:moveTo>
                  <a:cubicBezTo>
                    <a:pt x="115" y="580"/>
                    <a:pt x="116" y="580"/>
                    <a:pt x="116" y="582"/>
                  </a:cubicBezTo>
                  <a:cubicBezTo>
                    <a:pt x="115" y="581"/>
                    <a:pt x="114" y="580"/>
                    <a:pt x="113" y="579"/>
                  </a:cubicBezTo>
                  <a:close/>
                  <a:moveTo>
                    <a:pt x="95" y="543"/>
                  </a:moveTo>
                  <a:cubicBezTo>
                    <a:pt x="93" y="541"/>
                    <a:pt x="89" y="537"/>
                    <a:pt x="90" y="536"/>
                  </a:cubicBezTo>
                  <a:cubicBezTo>
                    <a:pt x="88" y="535"/>
                    <a:pt x="86" y="531"/>
                    <a:pt x="85" y="532"/>
                  </a:cubicBezTo>
                  <a:cubicBezTo>
                    <a:pt x="84" y="529"/>
                    <a:pt x="84" y="529"/>
                    <a:pt x="84" y="529"/>
                  </a:cubicBezTo>
                  <a:cubicBezTo>
                    <a:pt x="85" y="530"/>
                    <a:pt x="86" y="532"/>
                    <a:pt x="86" y="531"/>
                  </a:cubicBezTo>
                  <a:cubicBezTo>
                    <a:pt x="88" y="534"/>
                    <a:pt x="89" y="536"/>
                    <a:pt x="91" y="536"/>
                  </a:cubicBezTo>
                  <a:cubicBezTo>
                    <a:pt x="92" y="538"/>
                    <a:pt x="90" y="536"/>
                    <a:pt x="91" y="537"/>
                  </a:cubicBezTo>
                  <a:cubicBezTo>
                    <a:pt x="93" y="539"/>
                    <a:pt x="93" y="539"/>
                    <a:pt x="93" y="539"/>
                  </a:cubicBezTo>
                  <a:cubicBezTo>
                    <a:pt x="94" y="542"/>
                    <a:pt x="92" y="540"/>
                    <a:pt x="95" y="543"/>
                  </a:cubicBezTo>
                  <a:close/>
                  <a:moveTo>
                    <a:pt x="82" y="526"/>
                  </a:moveTo>
                  <a:cubicBezTo>
                    <a:pt x="81" y="523"/>
                    <a:pt x="86" y="528"/>
                    <a:pt x="87" y="530"/>
                  </a:cubicBezTo>
                  <a:cubicBezTo>
                    <a:pt x="86" y="530"/>
                    <a:pt x="86" y="531"/>
                    <a:pt x="86" y="530"/>
                  </a:cubicBezTo>
                  <a:cubicBezTo>
                    <a:pt x="83" y="527"/>
                    <a:pt x="85" y="528"/>
                    <a:pt x="82" y="526"/>
                  </a:cubicBezTo>
                  <a:close/>
                  <a:moveTo>
                    <a:pt x="77" y="521"/>
                  </a:moveTo>
                  <a:cubicBezTo>
                    <a:pt x="76" y="519"/>
                    <a:pt x="78" y="521"/>
                    <a:pt x="80" y="522"/>
                  </a:cubicBezTo>
                  <a:cubicBezTo>
                    <a:pt x="80" y="523"/>
                    <a:pt x="81" y="523"/>
                    <a:pt x="82" y="524"/>
                  </a:cubicBezTo>
                  <a:cubicBezTo>
                    <a:pt x="79" y="523"/>
                    <a:pt x="79" y="522"/>
                    <a:pt x="77" y="521"/>
                  </a:cubicBezTo>
                  <a:close/>
                  <a:moveTo>
                    <a:pt x="72" y="507"/>
                  </a:moveTo>
                  <a:cubicBezTo>
                    <a:pt x="73" y="509"/>
                    <a:pt x="75" y="510"/>
                    <a:pt x="75" y="512"/>
                  </a:cubicBezTo>
                  <a:cubicBezTo>
                    <a:pt x="74" y="510"/>
                    <a:pt x="73" y="509"/>
                    <a:pt x="72" y="507"/>
                  </a:cubicBezTo>
                  <a:close/>
                  <a:moveTo>
                    <a:pt x="62" y="350"/>
                  </a:moveTo>
                  <a:cubicBezTo>
                    <a:pt x="61" y="349"/>
                    <a:pt x="61" y="345"/>
                    <a:pt x="62" y="346"/>
                  </a:cubicBezTo>
                  <a:cubicBezTo>
                    <a:pt x="61" y="347"/>
                    <a:pt x="62" y="349"/>
                    <a:pt x="62" y="349"/>
                  </a:cubicBezTo>
                  <a:cubicBezTo>
                    <a:pt x="62" y="350"/>
                    <a:pt x="62" y="350"/>
                    <a:pt x="62" y="350"/>
                  </a:cubicBezTo>
                  <a:close/>
                  <a:moveTo>
                    <a:pt x="53" y="481"/>
                  </a:moveTo>
                  <a:cubicBezTo>
                    <a:pt x="53" y="479"/>
                    <a:pt x="54" y="480"/>
                    <a:pt x="55" y="481"/>
                  </a:cubicBezTo>
                  <a:cubicBezTo>
                    <a:pt x="56" y="483"/>
                    <a:pt x="58" y="485"/>
                    <a:pt x="57" y="485"/>
                  </a:cubicBezTo>
                  <a:cubicBezTo>
                    <a:pt x="56" y="483"/>
                    <a:pt x="55" y="483"/>
                    <a:pt x="53" y="481"/>
                  </a:cubicBezTo>
                  <a:close/>
                  <a:moveTo>
                    <a:pt x="61" y="342"/>
                  </a:moveTo>
                  <a:cubicBezTo>
                    <a:pt x="61" y="339"/>
                    <a:pt x="60" y="334"/>
                    <a:pt x="61" y="333"/>
                  </a:cubicBezTo>
                  <a:cubicBezTo>
                    <a:pt x="61" y="336"/>
                    <a:pt x="62" y="334"/>
                    <a:pt x="63" y="336"/>
                  </a:cubicBezTo>
                  <a:cubicBezTo>
                    <a:pt x="62" y="338"/>
                    <a:pt x="61" y="337"/>
                    <a:pt x="61" y="337"/>
                  </a:cubicBezTo>
                  <a:cubicBezTo>
                    <a:pt x="62" y="339"/>
                    <a:pt x="62" y="342"/>
                    <a:pt x="61" y="342"/>
                  </a:cubicBezTo>
                  <a:close/>
                  <a:moveTo>
                    <a:pt x="61" y="326"/>
                  </a:moveTo>
                  <a:cubicBezTo>
                    <a:pt x="61" y="327"/>
                    <a:pt x="61" y="329"/>
                    <a:pt x="61" y="330"/>
                  </a:cubicBezTo>
                  <a:cubicBezTo>
                    <a:pt x="60" y="330"/>
                    <a:pt x="60" y="324"/>
                    <a:pt x="61" y="326"/>
                  </a:cubicBezTo>
                  <a:close/>
                  <a:moveTo>
                    <a:pt x="41" y="486"/>
                  </a:moveTo>
                  <a:cubicBezTo>
                    <a:pt x="42" y="488"/>
                    <a:pt x="43" y="490"/>
                    <a:pt x="44" y="492"/>
                  </a:cubicBezTo>
                  <a:cubicBezTo>
                    <a:pt x="42" y="490"/>
                    <a:pt x="42" y="489"/>
                    <a:pt x="41" y="486"/>
                  </a:cubicBezTo>
                  <a:close/>
                  <a:moveTo>
                    <a:pt x="35" y="477"/>
                  </a:moveTo>
                  <a:cubicBezTo>
                    <a:pt x="33" y="476"/>
                    <a:pt x="34" y="474"/>
                    <a:pt x="33" y="472"/>
                  </a:cubicBezTo>
                  <a:cubicBezTo>
                    <a:pt x="33" y="474"/>
                    <a:pt x="31" y="471"/>
                    <a:pt x="30" y="470"/>
                  </a:cubicBezTo>
                  <a:cubicBezTo>
                    <a:pt x="29" y="467"/>
                    <a:pt x="33" y="473"/>
                    <a:pt x="32" y="470"/>
                  </a:cubicBezTo>
                  <a:cubicBezTo>
                    <a:pt x="32" y="470"/>
                    <a:pt x="32" y="470"/>
                    <a:pt x="31" y="469"/>
                  </a:cubicBezTo>
                  <a:cubicBezTo>
                    <a:pt x="30" y="468"/>
                    <a:pt x="29" y="464"/>
                    <a:pt x="30" y="465"/>
                  </a:cubicBezTo>
                  <a:cubicBezTo>
                    <a:pt x="31" y="467"/>
                    <a:pt x="33" y="471"/>
                    <a:pt x="35" y="474"/>
                  </a:cubicBezTo>
                  <a:cubicBezTo>
                    <a:pt x="36" y="476"/>
                    <a:pt x="38" y="479"/>
                    <a:pt x="36" y="478"/>
                  </a:cubicBezTo>
                  <a:cubicBezTo>
                    <a:pt x="37" y="480"/>
                    <a:pt x="40" y="485"/>
                    <a:pt x="39" y="486"/>
                  </a:cubicBezTo>
                  <a:cubicBezTo>
                    <a:pt x="38" y="485"/>
                    <a:pt x="35" y="478"/>
                    <a:pt x="35" y="477"/>
                  </a:cubicBezTo>
                  <a:close/>
                  <a:moveTo>
                    <a:pt x="32" y="474"/>
                  </a:moveTo>
                  <a:cubicBezTo>
                    <a:pt x="34" y="476"/>
                    <a:pt x="35" y="479"/>
                    <a:pt x="36" y="482"/>
                  </a:cubicBezTo>
                  <a:cubicBezTo>
                    <a:pt x="35" y="479"/>
                    <a:pt x="32" y="477"/>
                    <a:pt x="32" y="474"/>
                  </a:cubicBezTo>
                  <a:close/>
                  <a:moveTo>
                    <a:pt x="62" y="291"/>
                  </a:moveTo>
                  <a:cubicBezTo>
                    <a:pt x="62" y="289"/>
                    <a:pt x="62" y="284"/>
                    <a:pt x="63" y="284"/>
                  </a:cubicBezTo>
                  <a:cubicBezTo>
                    <a:pt x="63" y="286"/>
                    <a:pt x="63" y="291"/>
                    <a:pt x="62" y="291"/>
                  </a:cubicBezTo>
                  <a:close/>
                  <a:moveTo>
                    <a:pt x="27" y="464"/>
                  </a:moveTo>
                  <a:cubicBezTo>
                    <a:pt x="27" y="463"/>
                    <a:pt x="26" y="461"/>
                    <a:pt x="27" y="462"/>
                  </a:cubicBezTo>
                  <a:cubicBezTo>
                    <a:pt x="27" y="465"/>
                    <a:pt x="28" y="466"/>
                    <a:pt x="29" y="467"/>
                  </a:cubicBezTo>
                  <a:cubicBezTo>
                    <a:pt x="29" y="469"/>
                    <a:pt x="28" y="466"/>
                    <a:pt x="27" y="464"/>
                  </a:cubicBezTo>
                  <a:close/>
                  <a:moveTo>
                    <a:pt x="24" y="452"/>
                  </a:moveTo>
                  <a:cubicBezTo>
                    <a:pt x="24" y="450"/>
                    <a:pt x="23" y="449"/>
                    <a:pt x="23" y="448"/>
                  </a:cubicBezTo>
                  <a:cubicBezTo>
                    <a:pt x="24" y="449"/>
                    <a:pt x="25" y="454"/>
                    <a:pt x="24" y="452"/>
                  </a:cubicBezTo>
                  <a:close/>
                  <a:moveTo>
                    <a:pt x="22" y="457"/>
                  </a:moveTo>
                  <a:cubicBezTo>
                    <a:pt x="22" y="456"/>
                    <a:pt x="22" y="455"/>
                    <a:pt x="23" y="456"/>
                  </a:cubicBezTo>
                  <a:cubicBezTo>
                    <a:pt x="23" y="457"/>
                    <a:pt x="23" y="458"/>
                    <a:pt x="23" y="458"/>
                  </a:cubicBezTo>
                  <a:cubicBezTo>
                    <a:pt x="24" y="459"/>
                    <a:pt x="24" y="460"/>
                    <a:pt x="24" y="460"/>
                  </a:cubicBezTo>
                  <a:lnTo>
                    <a:pt x="22" y="457"/>
                  </a:lnTo>
                  <a:close/>
                  <a:moveTo>
                    <a:pt x="67" y="266"/>
                  </a:moveTo>
                  <a:cubicBezTo>
                    <a:pt x="67" y="267"/>
                    <a:pt x="67" y="266"/>
                    <a:pt x="67" y="268"/>
                  </a:cubicBezTo>
                  <a:cubicBezTo>
                    <a:pt x="66" y="269"/>
                    <a:pt x="66" y="270"/>
                    <a:pt x="66" y="271"/>
                  </a:cubicBezTo>
                  <a:cubicBezTo>
                    <a:pt x="66" y="269"/>
                    <a:pt x="66" y="267"/>
                    <a:pt x="67" y="266"/>
                  </a:cubicBezTo>
                  <a:close/>
                  <a:moveTo>
                    <a:pt x="16" y="431"/>
                  </a:moveTo>
                  <a:cubicBezTo>
                    <a:pt x="17" y="431"/>
                    <a:pt x="16" y="428"/>
                    <a:pt x="16" y="428"/>
                  </a:cubicBezTo>
                  <a:cubicBezTo>
                    <a:pt x="16" y="427"/>
                    <a:pt x="16" y="428"/>
                    <a:pt x="15" y="427"/>
                  </a:cubicBezTo>
                  <a:cubicBezTo>
                    <a:pt x="14" y="424"/>
                    <a:pt x="15" y="423"/>
                    <a:pt x="16" y="425"/>
                  </a:cubicBezTo>
                  <a:cubicBezTo>
                    <a:pt x="17" y="428"/>
                    <a:pt x="18" y="431"/>
                    <a:pt x="19" y="435"/>
                  </a:cubicBezTo>
                  <a:cubicBezTo>
                    <a:pt x="18" y="432"/>
                    <a:pt x="17" y="432"/>
                    <a:pt x="16" y="431"/>
                  </a:cubicBezTo>
                  <a:close/>
                  <a:moveTo>
                    <a:pt x="71" y="258"/>
                  </a:moveTo>
                  <a:cubicBezTo>
                    <a:pt x="69" y="259"/>
                    <a:pt x="69" y="259"/>
                    <a:pt x="69" y="259"/>
                  </a:cubicBezTo>
                  <a:cubicBezTo>
                    <a:pt x="69" y="257"/>
                    <a:pt x="71" y="255"/>
                    <a:pt x="71" y="258"/>
                  </a:cubicBezTo>
                  <a:close/>
                  <a:moveTo>
                    <a:pt x="13" y="415"/>
                  </a:moveTo>
                  <a:cubicBezTo>
                    <a:pt x="12" y="413"/>
                    <a:pt x="12" y="411"/>
                    <a:pt x="12" y="409"/>
                  </a:cubicBezTo>
                  <a:cubicBezTo>
                    <a:pt x="13" y="411"/>
                    <a:pt x="13" y="413"/>
                    <a:pt x="13" y="415"/>
                  </a:cubicBezTo>
                  <a:cubicBezTo>
                    <a:pt x="13" y="415"/>
                    <a:pt x="13" y="414"/>
                    <a:pt x="13" y="415"/>
                  </a:cubicBezTo>
                  <a:close/>
                  <a:moveTo>
                    <a:pt x="76" y="235"/>
                  </a:moveTo>
                  <a:cubicBezTo>
                    <a:pt x="76" y="234"/>
                    <a:pt x="76" y="233"/>
                    <a:pt x="77" y="232"/>
                  </a:cubicBezTo>
                  <a:cubicBezTo>
                    <a:pt x="77" y="233"/>
                    <a:pt x="79" y="232"/>
                    <a:pt x="77" y="234"/>
                  </a:cubicBezTo>
                  <a:cubicBezTo>
                    <a:pt x="78" y="232"/>
                    <a:pt x="77" y="233"/>
                    <a:pt x="76" y="235"/>
                  </a:cubicBezTo>
                  <a:cubicBezTo>
                    <a:pt x="77" y="234"/>
                    <a:pt x="77" y="235"/>
                    <a:pt x="77" y="235"/>
                  </a:cubicBezTo>
                  <a:cubicBezTo>
                    <a:pt x="77" y="236"/>
                    <a:pt x="77" y="237"/>
                    <a:pt x="76" y="238"/>
                  </a:cubicBezTo>
                  <a:cubicBezTo>
                    <a:pt x="76" y="235"/>
                    <a:pt x="75" y="237"/>
                    <a:pt x="76" y="235"/>
                  </a:cubicBezTo>
                  <a:close/>
                  <a:moveTo>
                    <a:pt x="7" y="397"/>
                  </a:moveTo>
                  <a:cubicBezTo>
                    <a:pt x="7" y="394"/>
                    <a:pt x="5" y="388"/>
                    <a:pt x="6" y="387"/>
                  </a:cubicBezTo>
                  <a:cubicBezTo>
                    <a:pt x="6" y="389"/>
                    <a:pt x="7" y="391"/>
                    <a:pt x="7" y="393"/>
                  </a:cubicBezTo>
                  <a:cubicBezTo>
                    <a:pt x="7" y="392"/>
                    <a:pt x="7" y="391"/>
                    <a:pt x="7" y="390"/>
                  </a:cubicBezTo>
                  <a:cubicBezTo>
                    <a:pt x="8" y="391"/>
                    <a:pt x="9" y="394"/>
                    <a:pt x="9" y="394"/>
                  </a:cubicBezTo>
                  <a:cubicBezTo>
                    <a:pt x="9" y="395"/>
                    <a:pt x="8" y="396"/>
                    <a:pt x="7" y="397"/>
                  </a:cubicBezTo>
                  <a:close/>
                  <a:moveTo>
                    <a:pt x="79" y="225"/>
                  </a:moveTo>
                  <a:cubicBezTo>
                    <a:pt x="80" y="226"/>
                    <a:pt x="80" y="226"/>
                    <a:pt x="80" y="227"/>
                  </a:cubicBezTo>
                  <a:cubicBezTo>
                    <a:pt x="79" y="228"/>
                    <a:pt x="78" y="227"/>
                    <a:pt x="79" y="225"/>
                  </a:cubicBezTo>
                  <a:close/>
                  <a:moveTo>
                    <a:pt x="6" y="384"/>
                  </a:moveTo>
                  <a:cubicBezTo>
                    <a:pt x="6" y="381"/>
                    <a:pt x="7" y="381"/>
                    <a:pt x="8" y="382"/>
                  </a:cubicBezTo>
                  <a:cubicBezTo>
                    <a:pt x="8" y="383"/>
                    <a:pt x="8" y="383"/>
                    <a:pt x="8" y="384"/>
                  </a:cubicBezTo>
                  <a:cubicBezTo>
                    <a:pt x="7" y="383"/>
                    <a:pt x="7" y="387"/>
                    <a:pt x="6" y="384"/>
                  </a:cubicBezTo>
                  <a:close/>
                  <a:moveTo>
                    <a:pt x="82" y="221"/>
                  </a:moveTo>
                  <a:cubicBezTo>
                    <a:pt x="82" y="223"/>
                    <a:pt x="82" y="224"/>
                    <a:pt x="81" y="225"/>
                  </a:cubicBezTo>
                  <a:cubicBezTo>
                    <a:pt x="81" y="223"/>
                    <a:pt x="81" y="222"/>
                    <a:pt x="82" y="221"/>
                  </a:cubicBezTo>
                  <a:close/>
                  <a:moveTo>
                    <a:pt x="4" y="375"/>
                  </a:moveTo>
                  <a:cubicBezTo>
                    <a:pt x="5" y="379"/>
                    <a:pt x="6" y="382"/>
                    <a:pt x="6" y="385"/>
                  </a:cubicBezTo>
                  <a:cubicBezTo>
                    <a:pt x="5" y="382"/>
                    <a:pt x="5" y="381"/>
                    <a:pt x="4" y="379"/>
                  </a:cubicBezTo>
                  <a:cubicBezTo>
                    <a:pt x="4" y="379"/>
                    <a:pt x="5" y="379"/>
                    <a:pt x="5" y="378"/>
                  </a:cubicBezTo>
                  <a:cubicBezTo>
                    <a:pt x="4" y="377"/>
                    <a:pt x="4" y="376"/>
                    <a:pt x="4" y="375"/>
                  </a:cubicBezTo>
                  <a:close/>
                  <a:moveTo>
                    <a:pt x="5" y="371"/>
                  </a:moveTo>
                  <a:cubicBezTo>
                    <a:pt x="5" y="371"/>
                    <a:pt x="5" y="370"/>
                    <a:pt x="5" y="370"/>
                  </a:cubicBezTo>
                  <a:cubicBezTo>
                    <a:pt x="6" y="373"/>
                    <a:pt x="7" y="377"/>
                    <a:pt x="7" y="380"/>
                  </a:cubicBezTo>
                  <a:cubicBezTo>
                    <a:pt x="6" y="379"/>
                    <a:pt x="6" y="380"/>
                    <a:pt x="5" y="378"/>
                  </a:cubicBezTo>
                  <a:cubicBezTo>
                    <a:pt x="5" y="375"/>
                    <a:pt x="4" y="373"/>
                    <a:pt x="5" y="371"/>
                  </a:cubicBezTo>
                  <a:close/>
                  <a:moveTo>
                    <a:pt x="87" y="209"/>
                  </a:moveTo>
                  <a:cubicBezTo>
                    <a:pt x="86" y="211"/>
                    <a:pt x="86" y="213"/>
                    <a:pt x="87" y="212"/>
                  </a:cubicBezTo>
                  <a:cubicBezTo>
                    <a:pt x="86" y="213"/>
                    <a:pt x="86" y="215"/>
                    <a:pt x="85" y="216"/>
                  </a:cubicBezTo>
                  <a:cubicBezTo>
                    <a:pt x="85" y="213"/>
                    <a:pt x="84" y="217"/>
                    <a:pt x="84" y="216"/>
                  </a:cubicBezTo>
                  <a:cubicBezTo>
                    <a:pt x="85" y="214"/>
                    <a:pt x="85" y="211"/>
                    <a:pt x="87" y="209"/>
                  </a:cubicBezTo>
                  <a:close/>
                  <a:moveTo>
                    <a:pt x="2" y="366"/>
                  </a:moveTo>
                  <a:cubicBezTo>
                    <a:pt x="2" y="365"/>
                    <a:pt x="3" y="365"/>
                    <a:pt x="3" y="364"/>
                  </a:cubicBezTo>
                  <a:cubicBezTo>
                    <a:pt x="3" y="364"/>
                    <a:pt x="2" y="364"/>
                    <a:pt x="2" y="364"/>
                  </a:cubicBezTo>
                  <a:cubicBezTo>
                    <a:pt x="3" y="361"/>
                    <a:pt x="3" y="362"/>
                    <a:pt x="4" y="364"/>
                  </a:cubicBezTo>
                  <a:cubicBezTo>
                    <a:pt x="3" y="365"/>
                    <a:pt x="3" y="366"/>
                    <a:pt x="3" y="367"/>
                  </a:cubicBezTo>
                  <a:cubicBezTo>
                    <a:pt x="4" y="366"/>
                    <a:pt x="4" y="367"/>
                    <a:pt x="4" y="368"/>
                  </a:cubicBezTo>
                  <a:cubicBezTo>
                    <a:pt x="4" y="369"/>
                    <a:pt x="4" y="369"/>
                    <a:pt x="4" y="370"/>
                  </a:cubicBezTo>
                  <a:cubicBezTo>
                    <a:pt x="3" y="366"/>
                    <a:pt x="3" y="367"/>
                    <a:pt x="2" y="366"/>
                  </a:cubicBezTo>
                  <a:close/>
                  <a:moveTo>
                    <a:pt x="4" y="357"/>
                  </a:moveTo>
                  <a:cubicBezTo>
                    <a:pt x="3" y="355"/>
                    <a:pt x="4" y="353"/>
                    <a:pt x="4" y="351"/>
                  </a:cubicBezTo>
                  <a:cubicBezTo>
                    <a:pt x="5" y="353"/>
                    <a:pt x="5" y="357"/>
                    <a:pt x="4" y="357"/>
                  </a:cubicBezTo>
                  <a:close/>
                  <a:moveTo>
                    <a:pt x="2" y="344"/>
                  </a:moveTo>
                  <a:cubicBezTo>
                    <a:pt x="2" y="342"/>
                    <a:pt x="1" y="340"/>
                    <a:pt x="2" y="338"/>
                  </a:cubicBezTo>
                  <a:cubicBezTo>
                    <a:pt x="3" y="340"/>
                    <a:pt x="2" y="341"/>
                    <a:pt x="2" y="343"/>
                  </a:cubicBezTo>
                  <a:cubicBezTo>
                    <a:pt x="2" y="343"/>
                    <a:pt x="2" y="342"/>
                    <a:pt x="3" y="342"/>
                  </a:cubicBezTo>
                  <a:cubicBezTo>
                    <a:pt x="2" y="343"/>
                    <a:pt x="2" y="343"/>
                    <a:pt x="2" y="344"/>
                  </a:cubicBezTo>
                  <a:close/>
                  <a:moveTo>
                    <a:pt x="3" y="329"/>
                  </a:moveTo>
                  <a:cubicBezTo>
                    <a:pt x="3" y="331"/>
                    <a:pt x="3" y="334"/>
                    <a:pt x="3" y="336"/>
                  </a:cubicBezTo>
                  <a:cubicBezTo>
                    <a:pt x="2" y="334"/>
                    <a:pt x="2" y="329"/>
                    <a:pt x="3" y="329"/>
                  </a:cubicBezTo>
                  <a:close/>
                  <a:moveTo>
                    <a:pt x="3" y="331"/>
                  </a:moveTo>
                  <a:cubicBezTo>
                    <a:pt x="4" y="330"/>
                    <a:pt x="3" y="329"/>
                    <a:pt x="3" y="329"/>
                  </a:cubicBezTo>
                  <a:cubicBezTo>
                    <a:pt x="4" y="327"/>
                    <a:pt x="4" y="327"/>
                    <a:pt x="4" y="328"/>
                  </a:cubicBezTo>
                  <a:cubicBezTo>
                    <a:pt x="4" y="329"/>
                    <a:pt x="4" y="330"/>
                    <a:pt x="4" y="331"/>
                  </a:cubicBezTo>
                  <a:cubicBezTo>
                    <a:pt x="4" y="330"/>
                    <a:pt x="4" y="331"/>
                    <a:pt x="3" y="331"/>
                  </a:cubicBezTo>
                  <a:close/>
                  <a:moveTo>
                    <a:pt x="4" y="316"/>
                  </a:moveTo>
                  <a:cubicBezTo>
                    <a:pt x="5" y="320"/>
                    <a:pt x="5" y="323"/>
                    <a:pt x="4" y="326"/>
                  </a:cubicBezTo>
                  <a:cubicBezTo>
                    <a:pt x="3" y="323"/>
                    <a:pt x="4" y="320"/>
                    <a:pt x="4" y="316"/>
                  </a:cubicBezTo>
                  <a:close/>
                  <a:moveTo>
                    <a:pt x="2" y="314"/>
                  </a:moveTo>
                  <a:cubicBezTo>
                    <a:pt x="3" y="316"/>
                    <a:pt x="3" y="320"/>
                    <a:pt x="3" y="322"/>
                  </a:cubicBezTo>
                  <a:cubicBezTo>
                    <a:pt x="2" y="320"/>
                    <a:pt x="2" y="317"/>
                    <a:pt x="2" y="314"/>
                  </a:cubicBezTo>
                  <a:close/>
                  <a:moveTo>
                    <a:pt x="6" y="299"/>
                  </a:moveTo>
                  <a:cubicBezTo>
                    <a:pt x="6" y="299"/>
                    <a:pt x="6" y="299"/>
                    <a:pt x="7" y="298"/>
                  </a:cubicBezTo>
                  <a:cubicBezTo>
                    <a:pt x="7" y="300"/>
                    <a:pt x="7" y="303"/>
                    <a:pt x="6" y="306"/>
                  </a:cubicBezTo>
                  <a:cubicBezTo>
                    <a:pt x="7" y="302"/>
                    <a:pt x="6" y="299"/>
                    <a:pt x="6" y="299"/>
                  </a:cubicBezTo>
                  <a:close/>
                  <a:moveTo>
                    <a:pt x="10" y="262"/>
                  </a:moveTo>
                  <a:cubicBezTo>
                    <a:pt x="10" y="264"/>
                    <a:pt x="10" y="260"/>
                    <a:pt x="11" y="260"/>
                  </a:cubicBezTo>
                  <a:cubicBezTo>
                    <a:pt x="11" y="261"/>
                    <a:pt x="10" y="265"/>
                    <a:pt x="9" y="264"/>
                  </a:cubicBezTo>
                  <a:cubicBezTo>
                    <a:pt x="10" y="263"/>
                    <a:pt x="9" y="263"/>
                    <a:pt x="10" y="262"/>
                  </a:cubicBezTo>
                  <a:close/>
                  <a:moveTo>
                    <a:pt x="153" y="56"/>
                  </a:moveTo>
                  <a:cubicBezTo>
                    <a:pt x="154" y="55"/>
                    <a:pt x="156" y="54"/>
                    <a:pt x="157" y="54"/>
                  </a:cubicBezTo>
                  <a:cubicBezTo>
                    <a:pt x="155" y="56"/>
                    <a:pt x="153" y="57"/>
                    <a:pt x="151" y="59"/>
                  </a:cubicBezTo>
                  <a:cubicBezTo>
                    <a:pt x="149" y="59"/>
                    <a:pt x="149" y="59"/>
                    <a:pt x="149" y="59"/>
                  </a:cubicBezTo>
                  <a:cubicBezTo>
                    <a:pt x="152" y="57"/>
                    <a:pt x="152" y="57"/>
                    <a:pt x="153" y="56"/>
                  </a:cubicBezTo>
                  <a:close/>
                  <a:moveTo>
                    <a:pt x="171" y="46"/>
                  </a:moveTo>
                  <a:cubicBezTo>
                    <a:pt x="168" y="47"/>
                    <a:pt x="165" y="50"/>
                    <a:pt x="165" y="48"/>
                  </a:cubicBezTo>
                  <a:cubicBezTo>
                    <a:pt x="167" y="48"/>
                    <a:pt x="171" y="45"/>
                    <a:pt x="171" y="46"/>
                  </a:cubicBezTo>
                  <a:close/>
                  <a:moveTo>
                    <a:pt x="389" y="61"/>
                  </a:moveTo>
                  <a:cubicBezTo>
                    <a:pt x="384" y="61"/>
                    <a:pt x="394" y="62"/>
                    <a:pt x="388" y="63"/>
                  </a:cubicBezTo>
                  <a:cubicBezTo>
                    <a:pt x="387" y="62"/>
                    <a:pt x="387" y="62"/>
                    <a:pt x="385" y="61"/>
                  </a:cubicBezTo>
                  <a:cubicBezTo>
                    <a:pt x="386" y="61"/>
                    <a:pt x="387" y="60"/>
                    <a:pt x="389" y="61"/>
                  </a:cubicBezTo>
                  <a:close/>
                  <a:moveTo>
                    <a:pt x="383" y="62"/>
                  </a:moveTo>
                  <a:cubicBezTo>
                    <a:pt x="383" y="62"/>
                    <a:pt x="382" y="61"/>
                    <a:pt x="381" y="61"/>
                  </a:cubicBezTo>
                  <a:cubicBezTo>
                    <a:pt x="380" y="61"/>
                    <a:pt x="381" y="63"/>
                    <a:pt x="379" y="62"/>
                  </a:cubicBezTo>
                  <a:cubicBezTo>
                    <a:pt x="379" y="62"/>
                    <a:pt x="380" y="61"/>
                    <a:pt x="379" y="61"/>
                  </a:cubicBezTo>
                  <a:cubicBezTo>
                    <a:pt x="381" y="61"/>
                    <a:pt x="382" y="60"/>
                    <a:pt x="384" y="60"/>
                  </a:cubicBezTo>
                  <a:cubicBezTo>
                    <a:pt x="385" y="61"/>
                    <a:pt x="386" y="62"/>
                    <a:pt x="383" y="62"/>
                  </a:cubicBezTo>
                  <a:close/>
                  <a:moveTo>
                    <a:pt x="226" y="20"/>
                  </a:moveTo>
                  <a:cubicBezTo>
                    <a:pt x="228" y="19"/>
                    <a:pt x="230" y="19"/>
                    <a:pt x="231" y="18"/>
                  </a:cubicBezTo>
                  <a:cubicBezTo>
                    <a:pt x="232" y="19"/>
                    <a:pt x="229" y="19"/>
                    <a:pt x="227" y="21"/>
                  </a:cubicBezTo>
                  <a:cubicBezTo>
                    <a:pt x="225" y="21"/>
                    <a:pt x="227" y="20"/>
                    <a:pt x="226" y="20"/>
                  </a:cubicBezTo>
                  <a:close/>
                  <a:moveTo>
                    <a:pt x="397" y="63"/>
                  </a:moveTo>
                  <a:cubicBezTo>
                    <a:pt x="398" y="64"/>
                    <a:pt x="397" y="64"/>
                    <a:pt x="397" y="64"/>
                  </a:cubicBezTo>
                  <a:cubicBezTo>
                    <a:pt x="396" y="64"/>
                    <a:pt x="394" y="64"/>
                    <a:pt x="393" y="63"/>
                  </a:cubicBezTo>
                  <a:cubicBezTo>
                    <a:pt x="395" y="63"/>
                    <a:pt x="395" y="63"/>
                    <a:pt x="397" y="63"/>
                  </a:cubicBezTo>
                  <a:close/>
                  <a:moveTo>
                    <a:pt x="239" y="17"/>
                  </a:moveTo>
                  <a:cubicBezTo>
                    <a:pt x="236" y="17"/>
                    <a:pt x="237" y="18"/>
                    <a:pt x="234" y="18"/>
                  </a:cubicBezTo>
                  <a:cubicBezTo>
                    <a:pt x="233" y="18"/>
                    <a:pt x="239" y="15"/>
                    <a:pt x="239" y="17"/>
                  </a:cubicBezTo>
                  <a:close/>
                  <a:moveTo>
                    <a:pt x="398" y="63"/>
                  </a:moveTo>
                  <a:cubicBezTo>
                    <a:pt x="399" y="63"/>
                    <a:pt x="400" y="63"/>
                    <a:pt x="401" y="64"/>
                  </a:cubicBezTo>
                  <a:cubicBezTo>
                    <a:pt x="400" y="64"/>
                    <a:pt x="400" y="64"/>
                    <a:pt x="399" y="64"/>
                  </a:cubicBezTo>
                  <a:cubicBezTo>
                    <a:pt x="399" y="64"/>
                    <a:pt x="399" y="64"/>
                    <a:pt x="398" y="63"/>
                  </a:cubicBezTo>
                  <a:close/>
                  <a:moveTo>
                    <a:pt x="420" y="12"/>
                  </a:moveTo>
                  <a:cubicBezTo>
                    <a:pt x="418" y="11"/>
                    <a:pt x="415" y="11"/>
                    <a:pt x="413" y="10"/>
                  </a:cubicBezTo>
                  <a:cubicBezTo>
                    <a:pt x="416" y="10"/>
                    <a:pt x="421" y="11"/>
                    <a:pt x="420" y="12"/>
                  </a:cubicBezTo>
                  <a:close/>
                  <a:moveTo>
                    <a:pt x="430" y="15"/>
                  </a:moveTo>
                  <a:cubicBezTo>
                    <a:pt x="427" y="14"/>
                    <a:pt x="424" y="13"/>
                    <a:pt x="421" y="12"/>
                  </a:cubicBezTo>
                  <a:cubicBezTo>
                    <a:pt x="424" y="12"/>
                    <a:pt x="427" y="13"/>
                    <a:pt x="430" y="15"/>
                  </a:cubicBezTo>
                  <a:close/>
                  <a:moveTo>
                    <a:pt x="434" y="15"/>
                  </a:moveTo>
                  <a:cubicBezTo>
                    <a:pt x="432" y="15"/>
                    <a:pt x="432" y="15"/>
                    <a:pt x="432" y="15"/>
                  </a:cubicBezTo>
                  <a:cubicBezTo>
                    <a:pt x="431" y="15"/>
                    <a:pt x="431" y="14"/>
                    <a:pt x="430" y="14"/>
                  </a:cubicBezTo>
                  <a:cubicBezTo>
                    <a:pt x="432" y="14"/>
                    <a:pt x="433" y="15"/>
                    <a:pt x="434" y="15"/>
                  </a:cubicBezTo>
                  <a:close/>
                  <a:moveTo>
                    <a:pt x="572" y="145"/>
                  </a:moveTo>
                  <a:cubicBezTo>
                    <a:pt x="573" y="147"/>
                    <a:pt x="572" y="146"/>
                    <a:pt x="570" y="145"/>
                  </a:cubicBezTo>
                  <a:cubicBezTo>
                    <a:pt x="568" y="143"/>
                    <a:pt x="566" y="140"/>
                    <a:pt x="562" y="137"/>
                  </a:cubicBezTo>
                  <a:cubicBezTo>
                    <a:pt x="562" y="137"/>
                    <a:pt x="562" y="136"/>
                    <a:pt x="562" y="136"/>
                  </a:cubicBezTo>
                  <a:cubicBezTo>
                    <a:pt x="565" y="138"/>
                    <a:pt x="569" y="142"/>
                    <a:pt x="572" y="145"/>
                  </a:cubicBezTo>
                  <a:close/>
                  <a:moveTo>
                    <a:pt x="582" y="158"/>
                  </a:moveTo>
                  <a:cubicBezTo>
                    <a:pt x="582" y="159"/>
                    <a:pt x="582" y="159"/>
                    <a:pt x="581" y="159"/>
                  </a:cubicBezTo>
                  <a:cubicBezTo>
                    <a:pt x="579" y="156"/>
                    <a:pt x="576" y="153"/>
                    <a:pt x="574" y="150"/>
                  </a:cubicBezTo>
                  <a:cubicBezTo>
                    <a:pt x="577" y="153"/>
                    <a:pt x="579" y="155"/>
                    <a:pt x="582" y="158"/>
                  </a:cubicBezTo>
                  <a:close/>
                  <a:moveTo>
                    <a:pt x="537" y="67"/>
                  </a:moveTo>
                  <a:cubicBezTo>
                    <a:pt x="536" y="67"/>
                    <a:pt x="532" y="64"/>
                    <a:pt x="530" y="63"/>
                  </a:cubicBezTo>
                  <a:cubicBezTo>
                    <a:pt x="533" y="64"/>
                    <a:pt x="535" y="65"/>
                    <a:pt x="537" y="67"/>
                  </a:cubicBezTo>
                  <a:close/>
                  <a:moveTo>
                    <a:pt x="592" y="172"/>
                  </a:moveTo>
                  <a:cubicBezTo>
                    <a:pt x="589" y="168"/>
                    <a:pt x="586" y="164"/>
                    <a:pt x="584" y="163"/>
                  </a:cubicBezTo>
                  <a:cubicBezTo>
                    <a:pt x="584" y="162"/>
                    <a:pt x="583" y="162"/>
                    <a:pt x="583" y="161"/>
                  </a:cubicBezTo>
                  <a:cubicBezTo>
                    <a:pt x="585" y="163"/>
                    <a:pt x="590" y="166"/>
                    <a:pt x="592" y="172"/>
                  </a:cubicBezTo>
                  <a:close/>
                  <a:moveTo>
                    <a:pt x="575" y="93"/>
                  </a:moveTo>
                  <a:cubicBezTo>
                    <a:pt x="575" y="94"/>
                    <a:pt x="576" y="95"/>
                    <a:pt x="577" y="95"/>
                  </a:cubicBezTo>
                  <a:cubicBezTo>
                    <a:pt x="579" y="98"/>
                    <a:pt x="574" y="95"/>
                    <a:pt x="577" y="99"/>
                  </a:cubicBezTo>
                  <a:cubicBezTo>
                    <a:pt x="575" y="97"/>
                    <a:pt x="573" y="96"/>
                    <a:pt x="572" y="94"/>
                  </a:cubicBezTo>
                  <a:cubicBezTo>
                    <a:pt x="575" y="97"/>
                    <a:pt x="577" y="97"/>
                    <a:pt x="575" y="93"/>
                  </a:cubicBezTo>
                  <a:close/>
                  <a:moveTo>
                    <a:pt x="611" y="210"/>
                  </a:moveTo>
                  <a:cubicBezTo>
                    <a:pt x="612" y="212"/>
                    <a:pt x="610" y="210"/>
                    <a:pt x="610" y="210"/>
                  </a:cubicBezTo>
                  <a:cubicBezTo>
                    <a:pt x="610" y="209"/>
                    <a:pt x="609" y="208"/>
                    <a:pt x="609" y="206"/>
                  </a:cubicBezTo>
                  <a:cubicBezTo>
                    <a:pt x="610" y="207"/>
                    <a:pt x="610" y="209"/>
                    <a:pt x="611" y="210"/>
                  </a:cubicBezTo>
                  <a:close/>
                  <a:moveTo>
                    <a:pt x="615" y="184"/>
                  </a:moveTo>
                  <a:cubicBezTo>
                    <a:pt x="615" y="186"/>
                    <a:pt x="617" y="186"/>
                    <a:pt x="617" y="187"/>
                  </a:cubicBezTo>
                  <a:cubicBezTo>
                    <a:pt x="618" y="189"/>
                    <a:pt x="617" y="188"/>
                    <a:pt x="617" y="188"/>
                  </a:cubicBezTo>
                  <a:cubicBezTo>
                    <a:pt x="617" y="189"/>
                    <a:pt x="618" y="189"/>
                    <a:pt x="618" y="190"/>
                  </a:cubicBezTo>
                  <a:cubicBezTo>
                    <a:pt x="616" y="187"/>
                    <a:pt x="615" y="185"/>
                    <a:pt x="615" y="187"/>
                  </a:cubicBezTo>
                  <a:cubicBezTo>
                    <a:pt x="614" y="185"/>
                    <a:pt x="614" y="184"/>
                    <a:pt x="615" y="184"/>
                  </a:cubicBezTo>
                  <a:close/>
                  <a:moveTo>
                    <a:pt x="618" y="156"/>
                  </a:moveTo>
                  <a:cubicBezTo>
                    <a:pt x="617" y="155"/>
                    <a:pt x="616" y="154"/>
                    <a:pt x="616" y="153"/>
                  </a:cubicBezTo>
                  <a:cubicBezTo>
                    <a:pt x="617" y="153"/>
                    <a:pt x="619" y="157"/>
                    <a:pt x="618" y="156"/>
                  </a:cubicBezTo>
                  <a:close/>
                  <a:moveTo>
                    <a:pt x="626" y="172"/>
                  </a:moveTo>
                  <a:cubicBezTo>
                    <a:pt x="624" y="169"/>
                    <a:pt x="622" y="167"/>
                    <a:pt x="621" y="164"/>
                  </a:cubicBezTo>
                  <a:cubicBezTo>
                    <a:pt x="623" y="166"/>
                    <a:pt x="625" y="169"/>
                    <a:pt x="626" y="172"/>
                  </a:cubicBezTo>
                  <a:close/>
                  <a:moveTo>
                    <a:pt x="632" y="183"/>
                  </a:moveTo>
                  <a:cubicBezTo>
                    <a:pt x="631" y="182"/>
                    <a:pt x="630" y="180"/>
                    <a:pt x="630" y="179"/>
                  </a:cubicBezTo>
                  <a:cubicBezTo>
                    <a:pt x="631" y="180"/>
                    <a:pt x="631" y="182"/>
                    <a:pt x="632" y="183"/>
                  </a:cubicBezTo>
                  <a:close/>
                  <a:moveTo>
                    <a:pt x="635" y="181"/>
                  </a:moveTo>
                  <a:cubicBezTo>
                    <a:pt x="635" y="183"/>
                    <a:pt x="635" y="183"/>
                    <a:pt x="636" y="183"/>
                  </a:cubicBezTo>
                  <a:cubicBezTo>
                    <a:pt x="636" y="186"/>
                    <a:pt x="633" y="181"/>
                    <a:pt x="633" y="180"/>
                  </a:cubicBezTo>
                  <a:cubicBezTo>
                    <a:pt x="634" y="181"/>
                    <a:pt x="634" y="181"/>
                    <a:pt x="635" y="181"/>
                  </a:cubicBezTo>
                  <a:close/>
                  <a:moveTo>
                    <a:pt x="660" y="290"/>
                  </a:moveTo>
                  <a:cubicBezTo>
                    <a:pt x="659" y="290"/>
                    <a:pt x="658" y="287"/>
                    <a:pt x="658" y="285"/>
                  </a:cubicBezTo>
                  <a:cubicBezTo>
                    <a:pt x="659" y="285"/>
                    <a:pt x="660" y="288"/>
                    <a:pt x="660" y="2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b="1">
                <a:latin typeface="+mj-ea"/>
                <a:ea typeface="+mj-ea"/>
              </a:endParaRPr>
            </a:p>
          </p:txBody>
        </p:sp>
      </p:grp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4737310" y="1953877"/>
            <a:ext cx="5281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，示例内容，公开模板示例，内容公开模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4737310" y="1596920"/>
            <a:ext cx="295952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35" name="文本框 34"/>
          <p:cNvSpPr txBox="1"/>
          <p:nvPr>
            <p:custDataLst>
              <p:tags r:id="rId12"/>
            </p:custDataLst>
          </p:nvPr>
        </p:nvSpPr>
        <p:spPr>
          <a:xfrm>
            <a:off x="4737310" y="4861964"/>
            <a:ext cx="5281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，示例内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示例内容公开模板示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，示例内容公开、模板示例、内容公开模板示。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" name="文本框 35"/>
          <p:cNvSpPr txBox="1"/>
          <p:nvPr>
            <p:custDataLst>
              <p:tags r:id="rId13"/>
            </p:custDataLst>
          </p:nvPr>
        </p:nvSpPr>
        <p:spPr>
          <a:xfrm>
            <a:off x="4737310" y="4505007"/>
            <a:ext cx="295952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37" name="文本框 36"/>
          <p:cNvSpPr txBox="1"/>
          <p:nvPr>
            <p:custDataLst>
              <p:tags r:id="rId14"/>
            </p:custDataLst>
          </p:nvPr>
        </p:nvSpPr>
        <p:spPr>
          <a:xfrm>
            <a:off x="6087436" y="3407920"/>
            <a:ext cx="5281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示例内容公开模板示例内容公，开模板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示例内容，公开模板，示例内容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8" name="文本框 37"/>
          <p:cNvSpPr txBox="1"/>
          <p:nvPr>
            <p:custDataLst>
              <p:tags r:id="rId15"/>
            </p:custDataLst>
          </p:nvPr>
        </p:nvSpPr>
        <p:spPr>
          <a:xfrm>
            <a:off x="6087436" y="3050963"/>
            <a:ext cx="295952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6" cstate="hqprint"/>
          <a:stretch>
            <a:fillRect/>
          </a:stretch>
        </p:blipFill>
        <p:spPr>
          <a:xfrm>
            <a:off x="360406" y="4505007"/>
            <a:ext cx="1517710" cy="2023613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16"/>
          <a:srcRect l="33183" t="25607" r="22983" b="40162"/>
          <a:stretch>
            <a:fillRect/>
          </a:stretch>
        </p:blipFill>
        <p:spPr>
          <a:xfrm>
            <a:off x="1495425" y="1219200"/>
            <a:ext cx="1670050" cy="1744345"/>
          </a:xfrm>
          <a:prstGeom prst="ellipse">
            <a:avLst/>
          </a:prstGeom>
        </p:spPr>
      </p:pic>
      <p:pic>
        <p:nvPicPr>
          <p:cNvPr id="3" name="图片 2"/>
          <p:cNvPicPr/>
          <p:nvPr/>
        </p:nvPicPr>
        <p:blipFill>
          <a:blip r:embed="rId16"/>
          <a:srcRect l="8417" r="19833" b="10414"/>
          <a:stretch>
            <a:fillRect/>
          </a:stretch>
        </p:blipFill>
        <p:spPr>
          <a:xfrm>
            <a:off x="3165475" y="2995930"/>
            <a:ext cx="1388745" cy="1229360"/>
          </a:xfrm>
          <a:prstGeom prst="ellipse">
            <a:avLst/>
          </a:prstGeom>
        </p:spPr>
      </p:pic>
      <p:pic>
        <p:nvPicPr>
          <p:cNvPr id="5" name="图片 4"/>
          <p:cNvPicPr/>
          <p:nvPr/>
        </p:nvPicPr>
        <p:blipFill>
          <a:blip r:embed="rId16"/>
          <a:srcRect l="9113" t="3317" r="3138" b="6246"/>
          <a:stretch>
            <a:fillRect/>
          </a:stretch>
        </p:blipFill>
        <p:spPr>
          <a:xfrm>
            <a:off x="2053590" y="4561205"/>
            <a:ext cx="1369060" cy="126365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示例内容公开模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46430" y="1330325"/>
            <a:ext cx="2741930" cy="5232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445" y="1358265"/>
            <a:ext cx="23139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示、例内容公</a:t>
            </a:r>
            <a:endParaRPr lang="zh-CN" altLang="en-US" sz="2400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1" name="标题 1"/>
          <p:cNvSpPr txBox="1"/>
          <p:nvPr>
            <p:custDataLst>
              <p:tags r:id="rId1"/>
            </p:custDataLst>
          </p:nvPr>
        </p:nvSpPr>
        <p:spPr>
          <a:xfrm>
            <a:off x="3684494" y="2329122"/>
            <a:ext cx="7630052" cy="1670223"/>
          </a:xfrm>
          <a:prstGeom prst="roundRect">
            <a:avLst>
              <a:gd name="adj" fmla="val 2966"/>
            </a:avLst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标题 1"/>
          <p:cNvSpPr txBox="1"/>
          <p:nvPr>
            <p:custDataLst>
              <p:tags r:id="rId2"/>
            </p:custDataLst>
          </p:nvPr>
        </p:nvSpPr>
        <p:spPr>
          <a:xfrm>
            <a:off x="3592418" y="1758903"/>
            <a:ext cx="3122707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812754" y="2274406"/>
            <a:ext cx="7337557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lang="zh-CN" altLang="en-US" sz="2000" kern="0" dirty="0">
                <a:solidFill>
                  <a:srgbClr val="000000"/>
                </a:solidFill>
              </a:rPr>
              <a:t>示例</a:t>
            </a:r>
            <a:r>
              <a:rPr lang="zh-CN" altLang="en-US" sz="2000" b="1" kern="0" dirty="0">
                <a:solidFill>
                  <a:srgbClr val="FF0000"/>
                </a:solidFill>
              </a:rPr>
              <a:t>示例</a:t>
            </a:r>
            <a:r>
              <a:rPr lang="zh-CN" altLang="en-US" sz="2000" kern="0" dirty="0">
                <a:solidFill>
                  <a:srgbClr val="000000"/>
                </a:solidFill>
              </a:rPr>
              <a:t>，示例内容公开模板示</a:t>
            </a:r>
            <a:r>
              <a:rPr lang="zh-CN" altLang="en-US" sz="2000" b="1" kern="0" dirty="0">
                <a:solidFill>
                  <a:srgbClr val="FF0000"/>
                </a:solidFill>
              </a:rPr>
              <a:t>示例、内容</a:t>
            </a:r>
            <a:r>
              <a:rPr lang="zh-CN" altLang="en-US" sz="2000" kern="0" dirty="0">
                <a:solidFill>
                  <a:srgbClr val="000000"/>
                </a:solidFill>
              </a:rPr>
              <a:t>，示例内容公开模板示，例内容公开模板示例、内容。</a:t>
            </a:r>
            <a:endParaRPr lang="zh-CN" altLang="en-US" sz="2000" kern="0" dirty="0">
              <a:solidFill>
                <a:srgbClr val="00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示例、内容、公开、模板、示例、内容公开模板、示例内容。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3812754" y="1818553"/>
            <a:ext cx="2867157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00 </a:t>
            </a:r>
            <a:r>
              <a:rPr lang="zh-CN" altLang="en-US" sz="2200" b="1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示例（内容）</a:t>
            </a:r>
            <a:endParaRPr lang="zh-CN" altLang="en-US" sz="2200" b="1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23" name="标题 1"/>
          <p:cNvSpPr txBox="1"/>
          <p:nvPr>
            <p:custDataLst>
              <p:tags r:id="rId5"/>
            </p:custDataLst>
          </p:nvPr>
        </p:nvSpPr>
        <p:spPr>
          <a:xfrm>
            <a:off x="3684270" y="4431030"/>
            <a:ext cx="7630160" cy="1798320"/>
          </a:xfrm>
          <a:prstGeom prst="roundRect">
            <a:avLst>
              <a:gd name="adj" fmla="val 2966"/>
            </a:avLst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标题 1"/>
          <p:cNvSpPr txBox="1"/>
          <p:nvPr>
            <p:custDataLst>
              <p:tags r:id="rId6"/>
            </p:custDataLst>
          </p:nvPr>
        </p:nvSpPr>
        <p:spPr>
          <a:xfrm>
            <a:off x="3684493" y="4169692"/>
            <a:ext cx="3122707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847679" y="4735995"/>
            <a:ext cx="7337557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lang="zh-CN" altLang="en-US" sz="2000" kern="0" dirty="0">
                <a:solidFill>
                  <a:srgbClr val="000000"/>
                </a:solidFill>
              </a:rPr>
              <a:t>示例内容</a:t>
            </a:r>
            <a:r>
              <a:rPr lang="zh-CN" altLang="en-US" sz="2000" b="1" kern="0" dirty="0">
                <a:solidFill>
                  <a:srgbClr val="FF0000"/>
                </a:solidFill>
              </a:rPr>
              <a:t>示例内容公开、模板示例，内容公开模</a:t>
            </a:r>
            <a:r>
              <a:rPr lang="zh-CN" altLang="en-US" sz="2000" kern="0" dirty="0">
                <a:solidFill>
                  <a:srgbClr val="FF0000"/>
                </a:solidFill>
              </a:rPr>
              <a:t>，</a:t>
            </a:r>
            <a:r>
              <a:rPr lang="zh-CN" altLang="en-US" sz="2000" kern="0" dirty="0">
                <a:solidFill>
                  <a:srgbClr val="000000"/>
                </a:solidFill>
              </a:rPr>
              <a:t>示例内容公开模板，示例内容公开模板示例。</a:t>
            </a:r>
            <a:endParaRPr lang="zh-CN" altLang="en-US" sz="2000" kern="0" dirty="0">
              <a:solidFill>
                <a:srgbClr val="00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示例内容、公开、模板示例、内容公开、模板。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847679" y="4231247"/>
            <a:ext cx="2867157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00 </a:t>
            </a:r>
            <a:r>
              <a:rPr lang="zh-CN" altLang="en-US" sz="2200" b="1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示例（内容公开）</a:t>
            </a:r>
            <a:endParaRPr lang="zh-CN" altLang="en-US" sz="2200" b="1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pic>
        <p:nvPicPr>
          <p:cNvPr id="2" name="图片 1"/>
          <p:cNvPicPr/>
          <p:nvPr/>
        </p:nvPicPr>
        <p:blipFill>
          <a:blip r:embed="rId9"/>
          <a:srcRect l="26709"/>
          <a:stretch>
            <a:fillRect/>
          </a:stretch>
        </p:blipFill>
        <p:spPr>
          <a:xfrm>
            <a:off x="646430" y="4169410"/>
            <a:ext cx="2795270" cy="206057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9"/>
          <a:stretch>
            <a:fillRect/>
          </a:stretch>
        </p:blipFill>
        <p:spPr>
          <a:xfrm>
            <a:off x="646430" y="2066925"/>
            <a:ext cx="2795905" cy="2102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示例内容公开模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46430" y="1330325"/>
            <a:ext cx="2635250" cy="5232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445" y="1358265"/>
            <a:ext cx="251523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示、例内容公</a:t>
            </a:r>
            <a:endParaRPr lang="zh-CN" altLang="en-US" sz="2400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739140" y="2533650"/>
            <a:ext cx="8518525" cy="3056890"/>
          </a:xfrm>
          <a:prstGeom prst="roundRect">
            <a:avLst>
              <a:gd name="adj" fmla="val 2966"/>
            </a:avLst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9481" y="2631218"/>
            <a:ext cx="5935014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lang="zh-CN" altLang="en-US" sz="2000" kern="0" dirty="0">
                <a:solidFill>
                  <a:srgbClr val="000000"/>
                </a:solidFill>
              </a:rPr>
              <a:t>示例</a:t>
            </a:r>
            <a:r>
              <a:rPr lang="zh-CN" altLang="en-US" sz="2000" b="1" kern="0" dirty="0">
                <a:solidFill>
                  <a:srgbClr val="FF0000"/>
                </a:solidFill>
              </a:rPr>
              <a:t>示例内容</a:t>
            </a:r>
            <a:r>
              <a:rPr lang="zh-CN" altLang="en-US" sz="2000" kern="0" dirty="0">
                <a:solidFill>
                  <a:srgbClr val="000000"/>
                </a:solidFill>
              </a:rPr>
              <a:t>，示</a:t>
            </a:r>
            <a:r>
              <a:rPr lang="zh-CN" altLang="en-US" sz="2000" b="1" kern="0" dirty="0">
                <a:solidFill>
                  <a:srgbClr val="FF0000"/>
                </a:solidFill>
              </a:rPr>
              <a:t>示例内容</a:t>
            </a:r>
            <a:r>
              <a:rPr lang="zh-CN" altLang="en-US" sz="2000" kern="0" dirty="0">
                <a:solidFill>
                  <a:srgbClr val="000000"/>
                </a:solidFill>
              </a:rPr>
              <a:t>示，例内</a:t>
            </a:r>
            <a:r>
              <a:rPr lang="zh-CN" altLang="en-US" sz="2000" b="1" dirty="0">
                <a:solidFill>
                  <a:srgbClr val="FF0000"/>
                </a:solidFill>
              </a:rPr>
              <a:t>示例内容，</a:t>
            </a:r>
            <a:r>
              <a:rPr lang="zh-CN" altLang="en-US" sz="2000" b="1" kern="0" dirty="0">
                <a:solidFill>
                  <a:srgbClr val="FF0000"/>
                </a:solidFill>
              </a:rPr>
              <a:t>示例内容公开</a:t>
            </a:r>
            <a:r>
              <a:rPr lang="zh-CN" altLang="en-US" sz="2000" kern="0" dirty="0">
                <a:solidFill>
                  <a:srgbClr val="000000"/>
                </a:solidFill>
              </a:rPr>
              <a:t>，示例内容公开模板，示例内容公开模板示。</a:t>
            </a:r>
            <a:endParaRPr lang="en-US" altLang="zh-CN" sz="2000" kern="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kern="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示例内容、公开模板、示例内容公开模、板示例内、容公开模、板示例内、容公开模。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rcRect l="6726" t="24165" r="3823" b="3508"/>
          <a:stretch>
            <a:fillRect/>
          </a:stretch>
        </p:blipFill>
        <p:spPr>
          <a:xfrm>
            <a:off x="7615555" y="1903095"/>
            <a:ext cx="3683635" cy="4027805"/>
          </a:xfrm>
          <a:prstGeom prst="round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7560945" y="1819910"/>
            <a:ext cx="3683000" cy="40284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示例内容公开模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46430" y="1330325"/>
            <a:ext cx="3002915" cy="5232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445" y="1358265"/>
            <a:ext cx="26403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示、例内容公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11" name="标题 1"/>
          <p:cNvSpPr txBox="1"/>
          <p:nvPr>
            <p:custDataLst>
              <p:tags r:id="rId1"/>
            </p:custDataLst>
          </p:nvPr>
        </p:nvSpPr>
        <p:spPr>
          <a:xfrm>
            <a:off x="646547" y="2400849"/>
            <a:ext cx="5168493" cy="3667442"/>
          </a:xfrm>
          <a:prstGeom prst="roundRect">
            <a:avLst>
              <a:gd name="adj" fmla="val 2966"/>
            </a:avLst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标题 1"/>
          <p:cNvSpPr txBox="1"/>
          <p:nvPr>
            <p:custDataLst>
              <p:tags r:id="rId2"/>
            </p:custDataLst>
          </p:nvPr>
        </p:nvSpPr>
        <p:spPr>
          <a:xfrm>
            <a:off x="646546" y="2139240"/>
            <a:ext cx="2759643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809733" y="3102710"/>
            <a:ext cx="2759642" cy="253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lang="zh-CN" altLang="en-US" b="1" kern="0" dirty="0">
                <a:solidFill>
                  <a:srgbClr val="FF0000"/>
                </a:solidFill>
              </a:rPr>
              <a:t>示例内容</a:t>
            </a:r>
            <a:r>
              <a:rPr lang="zh-CN" altLang="en-US" kern="0" dirty="0">
                <a:solidFill>
                  <a:srgbClr val="000000"/>
                </a:solidFill>
              </a:rPr>
              <a:t>，示例内容，公开模板示例内容公开模，板示</a:t>
            </a:r>
            <a:r>
              <a:rPr lang="zh-CN" altLang="en-US" b="1" kern="0" dirty="0">
                <a:solidFill>
                  <a:srgbClr val="FF0000"/>
                </a:solidFill>
              </a:rPr>
              <a:t>示例内容</a:t>
            </a:r>
            <a:r>
              <a:rPr lang="zh-CN" altLang="en-US" kern="0" dirty="0">
                <a:solidFill>
                  <a:srgbClr val="000000"/>
                </a:solidFill>
              </a:rPr>
              <a:t>。</a:t>
            </a:r>
            <a:endParaRPr lang="en-US" altLang="zh-CN" kern="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kern="0" dirty="0">
              <a:solidFill>
                <a:srgbClr val="00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示例内容、公开模板、示例、内容公。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809732" y="2200795"/>
            <a:ext cx="24414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00 </a:t>
            </a:r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6356649" y="2400849"/>
            <a:ext cx="5168493" cy="3667442"/>
          </a:xfrm>
          <a:prstGeom prst="roundRect">
            <a:avLst>
              <a:gd name="adj" fmla="val 2966"/>
            </a:avLst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6356648" y="2139240"/>
            <a:ext cx="2759643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6519835" y="3102710"/>
            <a:ext cx="2759642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lang="zh-CN" altLang="en-US" kern="0" dirty="0">
                <a:solidFill>
                  <a:srgbClr val="000000"/>
                </a:solidFill>
              </a:rPr>
              <a:t>示例</a:t>
            </a:r>
            <a:r>
              <a:rPr lang="zh-CN" altLang="en-US" b="1" kern="0" dirty="0">
                <a:solidFill>
                  <a:srgbClr val="FF0000"/>
                </a:solidFill>
              </a:rPr>
              <a:t>示例内容公开</a:t>
            </a:r>
            <a:r>
              <a:rPr lang="zh-CN" altLang="en-US" kern="0" dirty="0">
                <a:solidFill>
                  <a:srgbClr val="FF0000"/>
                </a:solidFill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</a:rPr>
              <a:t>示例</a:t>
            </a:r>
            <a:r>
              <a:rPr lang="zh-CN" altLang="en-US" b="1" kern="0" dirty="0">
                <a:solidFill>
                  <a:srgbClr val="FF0000"/>
                </a:solidFill>
              </a:rPr>
              <a:t>示例内容，公开模板示，</a:t>
            </a:r>
            <a:r>
              <a:rPr lang="zh-CN" altLang="en-US" kern="0" dirty="0">
                <a:solidFill>
                  <a:srgbClr val="000000"/>
                </a:solidFill>
              </a:rPr>
              <a:t>示例内容公开。</a:t>
            </a:r>
            <a:endParaRPr lang="en-US" altLang="zh-CN" sz="1600" kern="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kern="0" dirty="0">
              <a:solidFill>
                <a:srgbClr val="00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kern="0" dirty="0">
                <a:solidFill>
                  <a:schemeClr val="accent2">
                    <a:lumMod val="75000"/>
                  </a:schemeClr>
                </a:solidFill>
              </a:rPr>
              <a:t>示例内：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示例内容、公开模、板示例内、容公开模板。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6519834" y="2200795"/>
            <a:ext cx="24414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00 </a:t>
            </a:r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pic>
        <p:nvPicPr>
          <p:cNvPr id="2" name="图片 1"/>
          <p:cNvPicPr/>
          <p:nvPr/>
        </p:nvPicPr>
        <p:blipFill>
          <a:blip r:embed="rId9"/>
          <a:srcRect l="24003" r="12263"/>
          <a:stretch>
            <a:fillRect/>
          </a:stretch>
        </p:blipFill>
        <p:spPr>
          <a:xfrm>
            <a:off x="3721100" y="2774315"/>
            <a:ext cx="2406015" cy="284734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9"/>
          <a:srcRect l="26066" r="9272" b="-395"/>
          <a:stretch>
            <a:fillRect/>
          </a:stretch>
        </p:blipFill>
        <p:spPr>
          <a:xfrm>
            <a:off x="9278620" y="2662555"/>
            <a:ext cx="2340610" cy="3068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示、例内容公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5" name="缺角矩形 34"/>
          <p:cNvSpPr/>
          <p:nvPr>
            <p:custDataLst>
              <p:tags r:id="rId1"/>
            </p:custDataLst>
          </p:nvPr>
        </p:nvSpPr>
        <p:spPr>
          <a:xfrm>
            <a:off x="858969" y="2703069"/>
            <a:ext cx="2489199" cy="3260014"/>
          </a:xfrm>
          <a:prstGeom prst="plaque">
            <a:avLst>
              <a:gd name="adj" fmla="val 4832"/>
            </a:avLst>
          </a:prstGeom>
          <a:gradFill>
            <a:gsLst>
              <a:gs pos="37000">
                <a:srgbClr val="FFFFFF"/>
              </a:gs>
              <a:gs pos="97000">
                <a:schemeClr val="bg1">
                  <a:alpha val="50000"/>
                </a:schemeClr>
              </a:gs>
            </a:gsLst>
            <a:lin ang="2700000" scaled="1"/>
          </a:gradFill>
          <a:ln w="190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46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1574185" y="3194677"/>
            <a:ext cx="1059578" cy="389028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anchor="ctr" anchorCtr="1">
            <a:noAutofit/>
          </a:bodyPr>
          <a:lstStyle/>
          <a:p>
            <a:pPr algn="ctr"/>
            <a:endParaRPr lang="zh-CN" altLang="en-US" sz="2000" dirty="0">
              <a:solidFill>
                <a:schemeClr val="accent2">
                  <a:lumMod val="75000"/>
                </a:schemeClr>
              </a:solidFill>
              <a:effectLst/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2701988" y="3324969"/>
            <a:ext cx="485811" cy="67584"/>
            <a:chOff x="5963666" y="3262927"/>
            <a:chExt cx="519225" cy="72232"/>
          </a:xfrm>
        </p:grpSpPr>
        <p:grpSp>
          <p:nvGrpSpPr>
            <p:cNvPr id="45" name="组合 44"/>
            <p:cNvGrpSpPr/>
            <p:nvPr/>
          </p:nvGrpSpPr>
          <p:grpSpPr>
            <a:xfrm>
              <a:off x="5963666" y="3262927"/>
              <a:ext cx="108348" cy="72232"/>
              <a:chOff x="6202079" y="3262927"/>
              <a:chExt cx="108348" cy="72232"/>
            </a:xfrm>
          </p:grpSpPr>
          <p:sp>
            <p:nvSpPr>
              <p:cNvPr id="47" name="椭圆 46"/>
              <p:cNvSpPr/>
              <p:nvPr>
                <p:custDataLst>
                  <p:tags r:id="rId4"/>
                </p:custDataLst>
              </p:nvPr>
            </p:nvSpPr>
            <p:spPr>
              <a:xfrm>
                <a:off x="6238195" y="3262927"/>
                <a:ext cx="72232" cy="722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>
                <p:custDataLst>
                  <p:tags r:id="rId5"/>
                </p:custDataLst>
              </p:nvPr>
            </p:nvSpPr>
            <p:spPr>
              <a:xfrm>
                <a:off x="6202079" y="3262927"/>
                <a:ext cx="72232" cy="7223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6" name="直接连接符 45"/>
            <p:cNvCxnSpPr/>
            <p:nvPr>
              <p:custDataLst>
                <p:tags r:id="rId6"/>
              </p:custDataLst>
            </p:nvPr>
          </p:nvCxnSpPr>
          <p:spPr>
            <a:xfrm>
              <a:off x="6111416" y="3299043"/>
              <a:ext cx="3714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>
            <p:custDataLst>
              <p:tags r:id="rId7"/>
            </p:custDataLst>
          </p:nvPr>
        </p:nvGrpSpPr>
        <p:grpSpPr>
          <a:xfrm flipH="1">
            <a:off x="1020149" y="3324969"/>
            <a:ext cx="485811" cy="67584"/>
            <a:chOff x="5963666" y="3262927"/>
            <a:chExt cx="519225" cy="72232"/>
          </a:xfrm>
        </p:grpSpPr>
        <p:grpSp>
          <p:nvGrpSpPr>
            <p:cNvPr id="41" name="组合 40"/>
            <p:cNvGrpSpPr/>
            <p:nvPr/>
          </p:nvGrpSpPr>
          <p:grpSpPr>
            <a:xfrm>
              <a:off x="5963666" y="3262927"/>
              <a:ext cx="108348" cy="72232"/>
              <a:chOff x="6202079" y="3262927"/>
              <a:chExt cx="108348" cy="72232"/>
            </a:xfrm>
          </p:grpSpPr>
          <p:sp>
            <p:nvSpPr>
              <p:cNvPr id="43" name="椭圆 42"/>
              <p:cNvSpPr/>
              <p:nvPr>
                <p:custDataLst>
                  <p:tags r:id="rId8"/>
                </p:custDataLst>
              </p:nvPr>
            </p:nvSpPr>
            <p:spPr>
              <a:xfrm>
                <a:off x="6238195" y="3262927"/>
                <a:ext cx="72232" cy="722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3"/>
              <p:cNvSpPr/>
              <p:nvPr>
                <p:custDataLst>
                  <p:tags r:id="rId9"/>
                </p:custDataLst>
              </p:nvPr>
            </p:nvSpPr>
            <p:spPr>
              <a:xfrm>
                <a:off x="6202079" y="3262927"/>
                <a:ext cx="72232" cy="7223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2" name="直接连接符 41"/>
            <p:cNvCxnSpPr/>
            <p:nvPr>
              <p:custDataLst>
                <p:tags r:id="rId10"/>
              </p:custDataLst>
            </p:nvPr>
          </p:nvCxnSpPr>
          <p:spPr>
            <a:xfrm>
              <a:off x="6111416" y="3299043"/>
              <a:ext cx="3714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文本框 48"/>
          <p:cNvSpPr txBox="1"/>
          <p:nvPr>
            <p:custDataLst>
              <p:tags r:id="rId11"/>
            </p:custDataLst>
          </p:nvPr>
        </p:nvSpPr>
        <p:spPr>
          <a:xfrm>
            <a:off x="1561377" y="3176205"/>
            <a:ext cx="1068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50" name="文本框 49"/>
          <p:cNvSpPr txBox="1"/>
          <p:nvPr>
            <p:custDataLst>
              <p:tags r:id="rId12"/>
            </p:custDataLst>
          </p:nvPr>
        </p:nvSpPr>
        <p:spPr>
          <a:xfrm>
            <a:off x="970786" y="3837017"/>
            <a:ext cx="223565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示例内容公开模板、示例内容公开，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示例内容、公开模板、示例内容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，示例内容公。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缺角矩形 50"/>
          <p:cNvSpPr/>
          <p:nvPr>
            <p:custDataLst>
              <p:tags r:id="rId13"/>
            </p:custDataLst>
          </p:nvPr>
        </p:nvSpPr>
        <p:spPr>
          <a:xfrm>
            <a:off x="3509348" y="2703069"/>
            <a:ext cx="2489199" cy="3260014"/>
          </a:xfrm>
          <a:prstGeom prst="plaque">
            <a:avLst>
              <a:gd name="adj" fmla="val 4832"/>
            </a:avLst>
          </a:prstGeom>
          <a:gradFill>
            <a:gsLst>
              <a:gs pos="37000">
                <a:srgbClr val="FFFFFF"/>
              </a:gs>
              <a:gs pos="97000">
                <a:schemeClr val="bg1">
                  <a:alpha val="50000"/>
                </a:schemeClr>
              </a:gs>
            </a:gsLst>
            <a:lin ang="2700000" scaled="1"/>
          </a:gradFill>
          <a:ln w="190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46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14"/>
            </p:custDataLst>
          </p:nvPr>
        </p:nvSpPr>
        <p:spPr>
          <a:xfrm>
            <a:off x="4224564" y="3194677"/>
            <a:ext cx="1059578" cy="389028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anchor="ctr" anchorCtr="1">
            <a:noAutofit/>
          </a:bodyPr>
          <a:lstStyle/>
          <a:p>
            <a:pPr algn="ctr"/>
            <a:endParaRPr lang="zh-CN" altLang="en-US" sz="2000" dirty="0">
              <a:solidFill>
                <a:schemeClr val="accent2">
                  <a:lumMod val="75000"/>
                </a:schemeClr>
              </a:solidFill>
              <a:effectLst/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15"/>
            </p:custDataLst>
          </p:nvPr>
        </p:nvGrpSpPr>
        <p:grpSpPr>
          <a:xfrm>
            <a:off x="5352367" y="3324969"/>
            <a:ext cx="485811" cy="67584"/>
            <a:chOff x="5963666" y="3262927"/>
            <a:chExt cx="519225" cy="72232"/>
          </a:xfrm>
        </p:grpSpPr>
        <p:grpSp>
          <p:nvGrpSpPr>
            <p:cNvPr id="54" name="组合 53"/>
            <p:cNvGrpSpPr/>
            <p:nvPr/>
          </p:nvGrpSpPr>
          <p:grpSpPr>
            <a:xfrm>
              <a:off x="5963666" y="3262927"/>
              <a:ext cx="108348" cy="72232"/>
              <a:chOff x="6202079" y="3262927"/>
              <a:chExt cx="108348" cy="72232"/>
            </a:xfrm>
          </p:grpSpPr>
          <p:sp>
            <p:nvSpPr>
              <p:cNvPr id="56" name="椭圆 55"/>
              <p:cNvSpPr/>
              <p:nvPr>
                <p:custDataLst>
                  <p:tags r:id="rId16"/>
                </p:custDataLst>
              </p:nvPr>
            </p:nvSpPr>
            <p:spPr>
              <a:xfrm>
                <a:off x="6238195" y="3262927"/>
                <a:ext cx="72232" cy="722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/>
              <p:cNvSpPr/>
              <p:nvPr>
                <p:custDataLst>
                  <p:tags r:id="rId17"/>
                </p:custDataLst>
              </p:nvPr>
            </p:nvSpPr>
            <p:spPr>
              <a:xfrm>
                <a:off x="6202079" y="3262927"/>
                <a:ext cx="72232" cy="7223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5" name="直接连接符 54"/>
            <p:cNvCxnSpPr/>
            <p:nvPr>
              <p:custDataLst>
                <p:tags r:id="rId18"/>
              </p:custDataLst>
            </p:nvPr>
          </p:nvCxnSpPr>
          <p:spPr>
            <a:xfrm>
              <a:off x="6111416" y="3299043"/>
              <a:ext cx="3714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组合 57"/>
          <p:cNvGrpSpPr/>
          <p:nvPr>
            <p:custDataLst>
              <p:tags r:id="rId19"/>
            </p:custDataLst>
          </p:nvPr>
        </p:nvGrpSpPr>
        <p:grpSpPr>
          <a:xfrm flipH="1">
            <a:off x="3670528" y="3324969"/>
            <a:ext cx="485811" cy="67584"/>
            <a:chOff x="5963666" y="3262927"/>
            <a:chExt cx="519225" cy="72232"/>
          </a:xfrm>
        </p:grpSpPr>
        <p:grpSp>
          <p:nvGrpSpPr>
            <p:cNvPr id="59" name="组合 58"/>
            <p:cNvGrpSpPr/>
            <p:nvPr/>
          </p:nvGrpSpPr>
          <p:grpSpPr>
            <a:xfrm>
              <a:off x="5963666" y="3262927"/>
              <a:ext cx="108348" cy="72232"/>
              <a:chOff x="6202079" y="3262927"/>
              <a:chExt cx="108348" cy="72232"/>
            </a:xfrm>
          </p:grpSpPr>
          <p:sp>
            <p:nvSpPr>
              <p:cNvPr id="61" name="椭圆 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6238195" y="3262927"/>
                <a:ext cx="72232" cy="722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6202079" y="3262927"/>
                <a:ext cx="72232" cy="7223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0" name="直接连接符 59"/>
            <p:cNvCxnSpPr/>
            <p:nvPr>
              <p:custDataLst>
                <p:tags r:id="rId22"/>
              </p:custDataLst>
            </p:nvPr>
          </p:nvCxnSpPr>
          <p:spPr>
            <a:xfrm>
              <a:off x="6111416" y="3299043"/>
              <a:ext cx="3714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文本框 62"/>
          <p:cNvSpPr txBox="1"/>
          <p:nvPr>
            <p:custDataLst>
              <p:tags r:id="rId23"/>
            </p:custDataLst>
          </p:nvPr>
        </p:nvSpPr>
        <p:spPr>
          <a:xfrm>
            <a:off x="4211756" y="3176205"/>
            <a:ext cx="1068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64" name="文本框 63"/>
          <p:cNvSpPr txBox="1"/>
          <p:nvPr>
            <p:custDataLst>
              <p:tags r:id="rId24"/>
            </p:custDataLst>
          </p:nvPr>
        </p:nvSpPr>
        <p:spPr>
          <a:xfrm>
            <a:off x="3641922" y="3837017"/>
            <a:ext cx="2232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示例内容公开模板示，例内容公开模。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示例内容公、开模板示例内容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示，例内容公开。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5" name="缺角矩形 64"/>
          <p:cNvSpPr/>
          <p:nvPr>
            <p:custDataLst>
              <p:tags r:id="rId25"/>
            </p:custDataLst>
          </p:nvPr>
        </p:nvSpPr>
        <p:spPr>
          <a:xfrm>
            <a:off x="6159727" y="2703069"/>
            <a:ext cx="2489199" cy="3260014"/>
          </a:xfrm>
          <a:prstGeom prst="plaque">
            <a:avLst>
              <a:gd name="adj" fmla="val 4832"/>
            </a:avLst>
          </a:prstGeom>
          <a:gradFill>
            <a:gsLst>
              <a:gs pos="37000">
                <a:srgbClr val="FFFFFF"/>
              </a:gs>
              <a:gs pos="97000">
                <a:schemeClr val="bg1">
                  <a:alpha val="50000"/>
                </a:schemeClr>
              </a:gs>
            </a:gsLst>
            <a:lin ang="2700000" scaled="1"/>
          </a:gradFill>
          <a:ln w="190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46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26"/>
            </p:custDataLst>
          </p:nvPr>
        </p:nvSpPr>
        <p:spPr>
          <a:xfrm>
            <a:off x="6874943" y="3194677"/>
            <a:ext cx="1059578" cy="389028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anchor="ctr" anchorCtr="1">
            <a:noAutofit/>
          </a:bodyPr>
          <a:lstStyle/>
          <a:p>
            <a:pPr algn="ctr"/>
            <a:endParaRPr lang="zh-CN" altLang="en-US" sz="2000" dirty="0">
              <a:solidFill>
                <a:schemeClr val="accent2">
                  <a:lumMod val="75000"/>
                </a:schemeClr>
              </a:solidFill>
              <a:effectLst/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grpSp>
        <p:nvGrpSpPr>
          <p:cNvPr id="67" name="组合 66"/>
          <p:cNvGrpSpPr/>
          <p:nvPr>
            <p:custDataLst>
              <p:tags r:id="rId27"/>
            </p:custDataLst>
          </p:nvPr>
        </p:nvGrpSpPr>
        <p:grpSpPr>
          <a:xfrm>
            <a:off x="8002746" y="3324969"/>
            <a:ext cx="485811" cy="67584"/>
            <a:chOff x="5963666" y="3262927"/>
            <a:chExt cx="519225" cy="72232"/>
          </a:xfrm>
        </p:grpSpPr>
        <p:grpSp>
          <p:nvGrpSpPr>
            <p:cNvPr id="68" name="组合 67"/>
            <p:cNvGrpSpPr/>
            <p:nvPr/>
          </p:nvGrpSpPr>
          <p:grpSpPr>
            <a:xfrm>
              <a:off x="5963666" y="3262927"/>
              <a:ext cx="108348" cy="72232"/>
              <a:chOff x="6202079" y="3262927"/>
              <a:chExt cx="108348" cy="72232"/>
            </a:xfrm>
          </p:grpSpPr>
          <p:sp>
            <p:nvSpPr>
              <p:cNvPr id="70" name="椭圆 69"/>
              <p:cNvSpPr/>
              <p:nvPr>
                <p:custDataLst>
                  <p:tags r:id="rId28"/>
                </p:custDataLst>
              </p:nvPr>
            </p:nvSpPr>
            <p:spPr>
              <a:xfrm>
                <a:off x="6238195" y="3262927"/>
                <a:ext cx="72232" cy="722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椭圆 70"/>
              <p:cNvSpPr/>
              <p:nvPr>
                <p:custDataLst>
                  <p:tags r:id="rId29"/>
                </p:custDataLst>
              </p:nvPr>
            </p:nvSpPr>
            <p:spPr>
              <a:xfrm>
                <a:off x="6202079" y="3262927"/>
                <a:ext cx="72232" cy="7223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9" name="直接连接符 68"/>
            <p:cNvCxnSpPr/>
            <p:nvPr>
              <p:custDataLst>
                <p:tags r:id="rId30"/>
              </p:custDataLst>
            </p:nvPr>
          </p:nvCxnSpPr>
          <p:spPr>
            <a:xfrm>
              <a:off x="6111416" y="3299043"/>
              <a:ext cx="3714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组合 71"/>
          <p:cNvGrpSpPr/>
          <p:nvPr>
            <p:custDataLst>
              <p:tags r:id="rId31"/>
            </p:custDataLst>
          </p:nvPr>
        </p:nvGrpSpPr>
        <p:grpSpPr>
          <a:xfrm flipH="1">
            <a:off x="6320907" y="3324969"/>
            <a:ext cx="485811" cy="67584"/>
            <a:chOff x="5963666" y="3262927"/>
            <a:chExt cx="519225" cy="72232"/>
          </a:xfrm>
        </p:grpSpPr>
        <p:grpSp>
          <p:nvGrpSpPr>
            <p:cNvPr id="73" name="组合 72"/>
            <p:cNvGrpSpPr/>
            <p:nvPr/>
          </p:nvGrpSpPr>
          <p:grpSpPr>
            <a:xfrm>
              <a:off x="5963666" y="3262927"/>
              <a:ext cx="108348" cy="72232"/>
              <a:chOff x="6202079" y="3262927"/>
              <a:chExt cx="108348" cy="72232"/>
            </a:xfrm>
          </p:grpSpPr>
          <p:sp>
            <p:nvSpPr>
              <p:cNvPr id="75" name="椭圆 74"/>
              <p:cNvSpPr/>
              <p:nvPr>
                <p:custDataLst>
                  <p:tags r:id="rId32"/>
                </p:custDataLst>
              </p:nvPr>
            </p:nvSpPr>
            <p:spPr>
              <a:xfrm>
                <a:off x="6238195" y="3262927"/>
                <a:ext cx="72232" cy="722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/>
              <p:cNvSpPr/>
              <p:nvPr>
                <p:custDataLst>
                  <p:tags r:id="rId33"/>
                </p:custDataLst>
              </p:nvPr>
            </p:nvSpPr>
            <p:spPr>
              <a:xfrm>
                <a:off x="6202079" y="3262927"/>
                <a:ext cx="72232" cy="7223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74" name="直接连接符 73"/>
            <p:cNvCxnSpPr/>
            <p:nvPr>
              <p:custDataLst>
                <p:tags r:id="rId34"/>
              </p:custDataLst>
            </p:nvPr>
          </p:nvCxnSpPr>
          <p:spPr>
            <a:xfrm>
              <a:off x="6111416" y="3299043"/>
              <a:ext cx="3714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/>
          <p:cNvSpPr txBox="1"/>
          <p:nvPr>
            <p:custDataLst>
              <p:tags r:id="rId35"/>
            </p:custDataLst>
          </p:nvPr>
        </p:nvSpPr>
        <p:spPr>
          <a:xfrm>
            <a:off x="6862135" y="3176205"/>
            <a:ext cx="1068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78" name="文本框 77"/>
          <p:cNvSpPr txBox="1"/>
          <p:nvPr>
            <p:custDataLst>
              <p:tags r:id="rId36"/>
            </p:custDataLst>
          </p:nvPr>
        </p:nvSpPr>
        <p:spPr>
          <a:xfrm>
            <a:off x="6292301" y="3837017"/>
            <a:ext cx="2232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示例内容公，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示例、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示例、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示例，内容公开，模板示例内容公开模。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858969" y="1429347"/>
            <a:ext cx="7481467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示</a:t>
            </a:r>
            <a:r>
              <a:rPr lang="zh-CN" altLang="en-US" sz="2000" b="1" dirty="0"/>
              <a:t>示例内容</a:t>
            </a:r>
            <a:r>
              <a:rPr lang="en-US" altLang="zh-CN" sz="2000" b="1" dirty="0"/>
              <a:t>示</a:t>
            </a:r>
            <a:r>
              <a:rPr lang="zh-CN" altLang="en-US" sz="2000" b="1" dirty="0"/>
              <a:t>示例</a:t>
            </a:r>
            <a:r>
              <a:rPr lang="en-US" altLang="zh-CN" sz="2000" b="1" dirty="0"/>
              <a:t>示</a:t>
            </a:r>
            <a:r>
              <a:rPr lang="zh-CN" altLang="en-US" sz="2000" b="1" dirty="0">
                <a:solidFill>
                  <a:srgbClr val="FF0000"/>
                </a:solidFill>
              </a:rPr>
              <a:t>示例内容</a:t>
            </a:r>
            <a:r>
              <a:rPr lang="zh-CN" altLang="en-US" sz="2000" b="1" dirty="0"/>
              <a:t>示。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示例内容公开模板示，例内容公开模板示例内容公开模。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37"/>
          <a:stretch>
            <a:fillRect/>
          </a:stretch>
        </p:blipFill>
        <p:spPr>
          <a:xfrm>
            <a:off x="9019540" y="3893820"/>
            <a:ext cx="2651125" cy="197802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7"/>
          <a:stretch>
            <a:fillRect/>
          </a:stretch>
        </p:blipFill>
        <p:spPr>
          <a:xfrm>
            <a:off x="9019540" y="2158365"/>
            <a:ext cx="2673350" cy="1678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53176" y="1411901"/>
            <a:ext cx="5102678" cy="1848536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156" y="494106"/>
            <a:ext cx="51684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示、例内容公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8774" y="1644742"/>
            <a:ext cx="4723117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示例内容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示例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示例内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：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753176" y="3655346"/>
            <a:ext cx="5342824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示例内容公开模板示例内容公，开模板示例，内容公开模，板</a:t>
            </a:r>
            <a:r>
              <a:rPr lang="zh-CN" altLang="en-US" b="1" dirty="0">
                <a:solidFill>
                  <a:srgbClr val="FF0000"/>
                </a:solidFill>
              </a:rPr>
              <a:t>示例内容公开模板示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53110" y="5026025"/>
            <a:ext cx="597344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示例内容、公开，模板示例</a:t>
            </a:r>
            <a:r>
              <a:rPr lang="zh-CN" altLang="en-US" b="1" dirty="0"/>
              <a:t>示例，内</a:t>
            </a:r>
            <a:r>
              <a:rPr lang="zh-CN" altLang="en-US" b="1" dirty="0">
                <a:solidFill>
                  <a:srgbClr val="FF0000"/>
                </a:solidFill>
              </a:rPr>
              <a:t>示例内、容公开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962263" y="2216790"/>
            <a:ext cx="4699628" cy="78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示例，内容公，开模板示，例内容公，开模板示例，内容公开模板，示例内容</a:t>
            </a:r>
            <a:r>
              <a:rPr lang="en-US" altLang="zh-CN" dirty="0"/>
              <a:t>示例</a:t>
            </a:r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email"/>
          <a:srcRect t="-30047" b="-1"/>
          <a:stretch>
            <a:fillRect/>
          </a:stretch>
        </p:blipFill>
        <p:spPr>
          <a:xfrm>
            <a:off x="642341" y="4539501"/>
            <a:ext cx="5111914" cy="17137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 cstate="email"/>
          <a:srcRect t="-30047" b="-1"/>
          <a:stretch>
            <a:fillRect/>
          </a:stretch>
        </p:blipFill>
        <p:spPr>
          <a:xfrm>
            <a:off x="642341" y="5525726"/>
            <a:ext cx="5111914" cy="171379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634801" y="1430384"/>
            <a:ext cx="4511228" cy="4449923"/>
            <a:chOff x="4121221" y="1526597"/>
            <a:chExt cx="4004949" cy="3950524"/>
          </a:xfrm>
        </p:grpSpPr>
        <p:sp>
          <p:nvSpPr>
            <p:cNvPr id="4" name="椭圆 3"/>
            <p:cNvSpPr/>
            <p:nvPr/>
          </p:nvSpPr>
          <p:spPr>
            <a:xfrm>
              <a:off x="4675622" y="2254126"/>
              <a:ext cx="2840756" cy="2840756"/>
            </a:xfrm>
            <a:prstGeom prst="ellipse">
              <a:avLst/>
            </a:prstGeom>
            <a:blipFill dpi="0" rotWithShape="1">
              <a:blip r:embed="rId1" cstate="hqprint"/>
              <a:srcRect/>
              <a:stretch>
                <a:fillRect/>
              </a:stretch>
            </a:blipFill>
            <a:ln w="76200" cap="flat" cmpd="sng" algn="ctr">
              <a:solidFill>
                <a:srgbClr val="FFFFFF">
                  <a:lumMod val="9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5" name="圆: 空心 4"/>
            <p:cNvSpPr/>
            <p:nvPr/>
          </p:nvSpPr>
          <p:spPr>
            <a:xfrm>
              <a:off x="4450080" y="2028584"/>
              <a:ext cx="3291840" cy="3291840"/>
            </a:xfrm>
            <a:prstGeom prst="donut">
              <a:avLst>
                <a:gd name="adj" fmla="val 1623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箭头: 右 6"/>
            <p:cNvSpPr/>
            <p:nvPr/>
          </p:nvSpPr>
          <p:spPr>
            <a:xfrm rot="1811138">
              <a:off x="6942622" y="2210697"/>
              <a:ext cx="206015" cy="288422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箭头: 右 9"/>
            <p:cNvSpPr/>
            <p:nvPr/>
          </p:nvSpPr>
          <p:spPr>
            <a:xfrm rot="4340538" flipH="1">
              <a:off x="4413236" y="3952492"/>
              <a:ext cx="206015" cy="288422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箭头: 右 14"/>
            <p:cNvSpPr/>
            <p:nvPr/>
          </p:nvSpPr>
          <p:spPr>
            <a:xfrm rot="8419977" flipH="1">
              <a:off x="5073380" y="2188678"/>
              <a:ext cx="206015" cy="288422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箭头: 右 15"/>
            <p:cNvSpPr/>
            <p:nvPr/>
          </p:nvSpPr>
          <p:spPr>
            <a:xfrm rot="17288591" flipH="1" flipV="1">
              <a:off x="7562225" y="3983144"/>
              <a:ext cx="206015" cy="288422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643635" y="1526597"/>
              <a:ext cx="960120" cy="95907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57150" cap="flat" cmpd="sng" algn="ctr">
              <a:solidFill>
                <a:srgbClr val="FFFFFF">
                  <a:alpha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阿里妈妈东方大楷"/>
                  <a:ea typeface="阿里妈妈东方大楷"/>
                </a:rPr>
                <a:t>示</a:t>
              </a:r>
              <a:endPara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妈妈东方大楷"/>
                <a:ea typeface="阿里妈妈东方大楷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示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7166050" y="2607944"/>
              <a:ext cx="960120" cy="95907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57150" cap="flat" cmpd="sng" algn="ctr">
              <a:solidFill>
                <a:srgbClr val="FFFFFF">
                  <a:alpha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阿里妈妈东方大楷"/>
                  <a:ea typeface="阿里妈妈东方大楷"/>
                </a:rPr>
                <a:t>示</a:t>
              </a:r>
              <a:endPara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妈妈东方大楷"/>
                <a:ea typeface="阿里妈妈东方大楷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示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121221" y="2604323"/>
              <a:ext cx="960120" cy="95907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57150" cap="flat" cmpd="sng" algn="ctr">
              <a:solidFill>
                <a:srgbClr val="FFFFFF">
                  <a:alpha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阿里妈妈东方大楷"/>
                  <a:ea typeface="阿里妈妈东方大楷"/>
                </a:rPr>
                <a:t>示</a:t>
              </a:r>
              <a:endPara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妈妈东方大楷"/>
                <a:ea typeface="阿里妈妈东方大楷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示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601281" y="4486622"/>
              <a:ext cx="960120" cy="959071"/>
            </a:xfrm>
            <a:prstGeom prst="ellipse">
              <a:avLst/>
            </a:prstGeom>
            <a:solidFill>
              <a:schemeClr val="accent2"/>
            </a:solidFill>
            <a:ln w="57150" cap="flat" cmpd="sng" algn="ctr">
              <a:solidFill>
                <a:srgbClr val="FFFFFF">
                  <a:alpha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阿里妈妈东方大楷"/>
                  <a:ea typeface="阿里妈妈东方大楷"/>
                </a:rPr>
                <a:t>示</a:t>
              </a:r>
              <a:endPara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妈妈东方大楷"/>
                <a:ea typeface="阿里妈妈东方大楷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示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565571" y="4518050"/>
              <a:ext cx="960120" cy="95907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57150" cap="flat" cmpd="sng" algn="ctr">
              <a:solidFill>
                <a:srgbClr val="FFFFFF">
                  <a:alpha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阿里妈妈东方大楷"/>
                  <a:ea typeface="阿里妈妈东方大楷"/>
                </a:rPr>
                <a:t>示</a:t>
              </a:r>
              <a:endPara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妈妈东方大楷"/>
                <a:ea typeface="阿里妈妈东方大楷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示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-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箭头: 右 21"/>
            <p:cNvSpPr/>
            <p:nvPr/>
          </p:nvSpPr>
          <p:spPr>
            <a:xfrm flipH="1" flipV="1">
              <a:off x="5960478" y="5153560"/>
              <a:ext cx="206015" cy="288422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>
          <a:xfrm flipV="1">
            <a:off x="7970347" y="2456522"/>
            <a:ext cx="920068" cy="2351228"/>
          </a:xfrm>
          <a:prstGeom prst="straightConnector1">
            <a:avLst/>
          </a:prstGeom>
          <a:noFill/>
          <a:ln w="6350" cap="flat" cmpd="sng" algn="ctr">
            <a:solidFill>
              <a:srgbClr val="FFFFFF"/>
            </a:solidFill>
            <a:prstDash val="dash"/>
            <a:miter lim="800000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cxnSp>
      <p:cxnSp>
        <p:nvCxnSpPr>
          <p:cNvPr id="24" name="直接箭头连接符 23"/>
          <p:cNvCxnSpPr/>
          <p:nvPr/>
        </p:nvCxnSpPr>
        <p:spPr>
          <a:xfrm>
            <a:off x="9025228" y="2505775"/>
            <a:ext cx="776363" cy="2301975"/>
          </a:xfrm>
          <a:prstGeom prst="straightConnector1">
            <a:avLst/>
          </a:prstGeom>
          <a:noFill/>
          <a:ln w="6350" cap="flat" cmpd="sng" algn="ctr">
            <a:solidFill>
              <a:srgbClr val="FFFFFF"/>
            </a:solidFill>
            <a:prstDash val="dash"/>
            <a:miter lim="800000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cxnSp>
      <p:cxnSp>
        <p:nvCxnSpPr>
          <p:cNvPr id="25" name="直接箭头连接符 24"/>
          <p:cNvCxnSpPr/>
          <p:nvPr/>
        </p:nvCxnSpPr>
        <p:spPr>
          <a:xfrm flipH="1" flipV="1">
            <a:off x="7665834" y="3361573"/>
            <a:ext cx="1985241" cy="1531409"/>
          </a:xfrm>
          <a:prstGeom prst="straightConnector1">
            <a:avLst/>
          </a:prstGeom>
          <a:noFill/>
          <a:ln w="6350" cap="flat" cmpd="sng" algn="ctr">
            <a:solidFill>
              <a:srgbClr val="FFFFFF"/>
            </a:solidFill>
            <a:prstDash val="dash"/>
            <a:miter lim="800000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cxnSp>
      <p:cxnSp>
        <p:nvCxnSpPr>
          <p:cNvPr id="26" name="直接箭头连接符 25"/>
          <p:cNvCxnSpPr>
            <a:stCxn id="19" idx="6"/>
            <a:endCxn id="18" idx="2"/>
          </p:cNvCxnSpPr>
          <p:nvPr/>
        </p:nvCxnSpPr>
        <p:spPr>
          <a:xfrm>
            <a:off x="7716293" y="3184504"/>
            <a:ext cx="2348244" cy="4079"/>
          </a:xfrm>
          <a:prstGeom prst="straightConnector1">
            <a:avLst/>
          </a:prstGeom>
          <a:noFill/>
          <a:ln w="6350" cap="flat" cmpd="sng" algn="ctr">
            <a:solidFill>
              <a:srgbClr val="FFFFFF"/>
            </a:solidFill>
            <a:prstDash val="dash"/>
            <a:miter lim="800000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cxnSp>
      <p:cxnSp>
        <p:nvCxnSpPr>
          <p:cNvPr id="27" name="直接箭头连接符 26"/>
          <p:cNvCxnSpPr>
            <a:endCxn id="20" idx="7"/>
          </p:cNvCxnSpPr>
          <p:nvPr/>
        </p:nvCxnSpPr>
        <p:spPr>
          <a:xfrm flipH="1">
            <a:off x="8098658" y="3472293"/>
            <a:ext cx="2012359" cy="1450511"/>
          </a:xfrm>
          <a:prstGeom prst="straightConnector1">
            <a:avLst/>
          </a:prstGeom>
          <a:noFill/>
          <a:ln w="6350" cap="flat" cmpd="sng" algn="ctr">
            <a:solidFill>
              <a:srgbClr val="FFFFFF"/>
            </a:solidFill>
            <a:prstDash val="dash"/>
            <a:miter lim="800000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cxnSp>
      <p:sp>
        <p:nvSpPr>
          <p:cNvPr id="29" name="文本框 28"/>
          <p:cNvSpPr txBox="1"/>
          <p:nvPr/>
        </p:nvSpPr>
        <p:spPr>
          <a:xfrm>
            <a:off x="10455204" y="5389962"/>
            <a:ext cx="683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示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702736" y="5458873"/>
            <a:ext cx="683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示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14712" y="1200507"/>
            <a:ext cx="683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示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227522" y="2329298"/>
            <a:ext cx="970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示例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683234" y="2267635"/>
            <a:ext cx="683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</a:rPr>
              <a:t>示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示、例内容公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42382" y="1671693"/>
            <a:ext cx="8941899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示例</a:t>
            </a:r>
            <a:r>
              <a:rPr lang="zh-CN" altLang="en-US" b="1" dirty="0">
                <a:solidFill>
                  <a:srgbClr val="FF0000"/>
                </a:solidFill>
              </a:rPr>
              <a:t>示例内容公开模板</a:t>
            </a:r>
            <a:r>
              <a:rPr lang="zh-CN" altLang="en-US" dirty="0"/>
              <a:t>，示例内容公，开</a:t>
            </a:r>
            <a:r>
              <a:rPr lang="zh-CN" altLang="en-US" b="1" dirty="0">
                <a:solidFill>
                  <a:srgbClr val="FF0000"/>
                </a:solidFill>
              </a:rPr>
              <a:t>示例内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示例内容公</a:t>
            </a:r>
            <a:r>
              <a:rPr lang="zh-CN" altLang="en-US" b="1" dirty="0">
                <a:solidFill>
                  <a:srgbClr val="FF0000"/>
                </a:solidFill>
              </a:rPr>
              <a:t>示例内容、公开模板</a:t>
            </a:r>
            <a:r>
              <a:rPr lang="zh-CN" altLang="en-US" dirty="0"/>
              <a:t>示，例内容公，开模板示。</a:t>
            </a:r>
            <a:endParaRPr lang="zh-CN" altLang="en-US" dirty="0"/>
          </a:p>
        </p:txBody>
      </p:sp>
      <p:sp>
        <p:nvSpPr>
          <p:cNvPr id="25" name="矩形 24"/>
          <p:cNvSpPr/>
          <p:nvPr>
            <p:custDataLst>
              <p:tags r:id="rId1"/>
            </p:custDataLst>
          </p:nvPr>
        </p:nvSpPr>
        <p:spPr>
          <a:xfrm>
            <a:off x="846497" y="3348186"/>
            <a:ext cx="2427950" cy="2551169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7" name="标题 1"/>
          <p:cNvSpPr txBox="1"/>
          <p:nvPr>
            <p:custDataLst>
              <p:tags r:id="rId2"/>
            </p:custDataLst>
          </p:nvPr>
        </p:nvSpPr>
        <p:spPr>
          <a:xfrm>
            <a:off x="981176" y="3586843"/>
            <a:ext cx="2158594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981176" y="3648398"/>
            <a:ext cx="2158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3549308" y="3348186"/>
            <a:ext cx="2427950" cy="2551169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3" name="标题 1"/>
          <p:cNvSpPr txBox="1"/>
          <p:nvPr>
            <p:custDataLst>
              <p:tags r:id="rId5"/>
            </p:custDataLst>
          </p:nvPr>
        </p:nvSpPr>
        <p:spPr>
          <a:xfrm>
            <a:off x="3683986" y="3586843"/>
            <a:ext cx="2158594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3683986" y="3648398"/>
            <a:ext cx="2158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35" name="矩形 34"/>
          <p:cNvSpPr/>
          <p:nvPr>
            <p:custDataLst>
              <p:tags r:id="rId7"/>
            </p:custDataLst>
          </p:nvPr>
        </p:nvSpPr>
        <p:spPr>
          <a:xfrm>
            <a:off x="6214741" y="3348186"/>
            <a:ext cx="2427950" cy="2551169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6" name="标题 1"/>
          <p:cNvSpPr txBox="1"/>
          <p:nvPr>
            <p:custDataLst>
              <p:tags r:id="rId8"/>
            </p:custDataLst>
          </p:nvPr>
        </p:nvSpPr>
        <p:spPr>
          <a:xfrm>
            <a:off x="6349420" y="3586843"/>
            <a:ext cx="2158594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6349420" y="3648398"/>
            <a:ext cx="2158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39" name="文本框 38"/>
          <p:cNvSpPr txBox="1"/>
          <p:nvPr>
            <p:custDataLst>
              <p:tags r:id="rId10"/>
            </p:custDataLst>
          </p:nvPr>
        </p:nvSpPr>
        <p:spPr>
          <a:xfrm>
            <a:off x="942643" y="4280524"/>
            <a:ext cx="223565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示例内容公，开模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示例、内容、公开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示例内容公开模板。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0" name="文本框 39"/>
          <p:cNvSpPr txBox="1"/>
          <p:nvPr>
            <p:custDataLst>
              <p:tags r:id="rId11"/>
            </p:custDataLst>
          </p:nvPr>
        </p:nvSpPr>
        <p:spPr>
          <a:xfrm>
            <a:off x="3626587" y="4280524"/>
            <a:ext cx="223565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示例内容公开模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示例内容公，开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示例内容公开模板示例内容公开。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41" name="文本框 40"/>
          <p:cNvSpPr txBox="1"/>
          <p:nvPr>
            <p:custDataLst>
              <p:tags r:id="rId12"/>
            </p:custDataLst>
          </p:nvPr>
        </p:nvSpPr>
        <p:spPr>
          <a:xfrm>
            <a:off x="6310889" y="4280524"/>
            <a:ext cx="223565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示例内容公开模板，示例内容公开，模板示例。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3" name="图片 2"/>
          <p:cNvPicPr/>
          <p:nvPr/>
        </p:nvPicPr>
        <p:blipFill>
          <a:blip r:embed="rId13"/>
          <a:srcRect t="13200" b="12350"/>
          <a:stretch>
            <a:fillRect/>
          </a:stretch>
        </p:blipFill>
        <p:spPr>
          <a:xfrm>
            <a:off x="8937625" y="2280920"/>
            <a:ext cx="2616200" cy="23806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hqprint"/>
          <a:srcRect l="6729" t="9086" r="10516" b="12196"/>
          <a:stretch>
            <a:fillRect/>
          </a:stretch>
        </p:blipFill>
        <p:spPr>
          <a:xfrm>
            <a:off x="4094084" y="2337287"/>
            <a:ext cx="3837955" cy="365076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88156" y="494106"/>
            <a:ext cx="51684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阿里妈妈东方大楷"/>
                <a:ea typeface="阿里妈妈东方大楷"/>
              </a:rPr>
              <a:t>示、例内容公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6497" y="1335000"/>
            <a:ext cx="8941899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示例</a:t>
            </a:r>
            <a:r>
              <a:rPr lang="zh-CN" altLang="en-US" sz="2000" b="1" dirty="0">
                <a:solidFill>
                  <a:srgbClr val="FF0000"/>
                </a:solidFill>
              </a:rPr>
              <a:t>示例内容公开模板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chemeClr val="tx1"/>
                </a:solidFill>
              </a:rPr>
              <a:t>示例内容公开、模板示例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示例内容公开模板</a:t>
            </a:r>
            <a:r>
              <a:rPr lang="zh-CN" altLang="en-US" sz="2000" dirty="0"/>
              <a:t>，示例内容、公开模板，示例内容公开</a:t>
            </a:r>
            <a:r>
              <a:rPr lang="zh-CN" altLang="en-US" sz="2000" dirty="0"/>
              <a:t>示例内容。</a:t>
            </a:r>
            <a:endParaRPr lang="zh-CN" altLang="en-US" sz="2000" dirty="0"/>
          </a:p>
        </p:txBody>
      </p:sp>
      <p:sp>
        <p:nvSpPr>
          <p:cNvPr id="3" name="PA-文本框 15"/>
          <p:cNvSpPr txBox="1"/>
          <p:nvPr>
            <p:custDataLst>
              <p:tags r:id="rId3"/>
            </p:custDataLst>
          </p:nvPr>
        </p:nvSpPr>
        <p:spPr>
          <a:xfrm>
            <a:off x="815814" y="3890818"/>
            <a:ext cx="31051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cs typeface="+mn-ea"/>
                <a:sym typeface="+mn-lt"/>
              </a:rPr>
              <a:t>示例内容公开模，</a:t>
            </a:r>
            <a:r>
              <a:rPr lang="zh-CN" altLang="en-US" sz="2000" dirty="0"/>
              <a:t>示</a:t>
            </a:r>
            <a:r>
              <a:rPr lang="zh-CN" altLang="en-US" sz="2000" b="1" dirty="0">
                <a:solidFill>
                  <a:srgbClr val="FF0000"/>
                </a:solidFill>
              </a:rPr>
              <a:t>示例、内容、公开模</a:t>
            </a:r>
            <a:r>
              <a:rPr lang="zh-CN" altLang="en-US" sz="2000" dirty="0"/>
              <a:t>示，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cs typeface="+mn-ea"/>
                <a:sym typeface="+mn-lt"/>
              </a:rPr>
              <a:t>示例内容，公开模板示例。</a:t>
            </a:r>
            <a:endParaRPr lang="zh-CN" altLang="en-US" sz="20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5" name="PA-文本框 22"/>
          <p:cNvSpPr txBox="1"/>
          <p:nvPr>
            <p:custDataLst>
              <p:tags r:id="rId4"/>
            </p:custDataLst>
          </p:nvPr>
        </p:nvSpPr>
        <p:spPr>
          <a:xfrm>
            <a:off x="8186106" y="3890818"/>
            <a:ext cx="31051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cs typeface="+mn-ea"/>
                <a:sym typeface="+mn-lt"/>
              </a:rPr>
              <a:t>示例内容公开模，</a:t>
            </a:r>
            <a:r>
              <a:rPr lang="zh-CN" altLang="en-US" sz="2000" dirty="0"/>
              <a:t>示</a:t>
            </a:r>
            <a:r>
              <a:rPr lang="zh-CN" altLang="en-US" sz="2000" b="1" dirty="0">
                <a:solidFill>
                  <a:srgbClr val="FF0000"/>
                </a:solidFill>
              </a:rPr>
              <a:t>示例内容</a:t>
            </a:r>
            <a:r>
              <a:rPr lang="zh-CN" altLang="en-US" sz="2000" dirty="0"/>
              <a:t>示，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cs typeface="+mn-ea"/>
                <a:sym typeface="+mn-lt"/>
              </a:rPr>
              <a:t>示例内容、公开模板</a:t>
            </a:r>
            <a:r>
              <a:rPr lang="zh-CN" altLang="en-US" sz="20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cs typeface="+mn-ea"/>
                <a:sym typeface="+mn-lt"/>
              </a:rPr>
              <a:t>示例内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cs typeface="+mn-ea"/>
                <a:sym typeface="+mn-lt"/>
              </a:rPr>
              <a:t>。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26399" y="3083857"/>
            <a:ext cx="3483980" cy="60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示例</a:t>
            </a:r>
            <a:endParaRPr lang="zh-CN" altLang="en-US" sz="280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932039" y="2974193"/>
            <a:ext cx="3483980" cy="60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示例</a:t>
            </a:r>
            <a:endParaRPr lang="zh-CN" altLang="en-US" sz="280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 cstate="email"/>
          <a:srcRect t="-30047" b="-1"/>
          <a:stretch>
            <a:fillRect/>
          </a:stretch>
        </p:blipFill>
        <p:spPr>
          <a:xfrm flipV="1">
            <a:off x="1671059" y="3803218"/>
            <a:ext cx="1394660" cy="4675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 cstate="email"/>
          <a:srcRect t="-30047" b="-1"/>
          <a:stretch>
            <a:fillRect/>
          </a:stretch>
        </p:blipFill>
        <p:spPr>
          <a:xfrm flipV="1">
            <a:off x="9026414" y="3715619"/>
            <a:ext cx="1394660" cy="467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缺角矩形 35"/>
          <p:cNvSpPr/>
          <p:nvPr/>
        </p:nvSpPr>
        <p:spPr>
          <a:xfrm>
            <a:off x="6714836" y="2830212"/>
            <a:ext cx="4498109" cy="3060489"/>
          </a:xfrm>
          <a:prstGeom prst="plaque">
            <a:avLst>
              <a:gd name="adj" fmla="val 8160"/>
            </a:avLst>
          </a:prstGeom>
          <a:solidFill>
            <a:schemeClr val="accent2">
              <a:alpha val="30196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示例内容，公开模板</a:t>
            </a:r>
            <a:endParaRPr lang="zh-CN" altLang="en-US" sz="2400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6545" y="2076770"/>
            <a:ext cx="10178473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+mn-ea"/>
              </a:rPr>
              <a:t>示例内容公开，模板示例内容公，开模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示例</a:t>
            </a:r>
            <a:r>
              <a:rPr lang="zh-CN" altLang="en-US" sz="1600" dirty="0">
                <a:latin typeface="+mn-ea"/>
              </a:rPr>
              <a:t>示例内容公开模板，示例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示例</a:t>
            </a:r>
            <a:r>
              <a:rPr lang="zh-CN" altLang="en-US" sz="1600" dirty="0">
                <a:latin typeface="+mn-ea"/>
              </a:rPr>
              <a:t>示例内容公开模板。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8" name="Freeform 11"/>
          <p:cNvSpPr/>
          <p:nvPr/>
        </p:nvSpPr>
        <p:spPr>
          <a:xfrm rot="16036686">
            <a:off x="789977" y="2738945"/>
            <a:ext cx="841443" cy="849163"/>
          </a:xfrm>
          <a:custGeom>
            <a:avLst/>
            <a:gdLst/>
            <a:ahLst/>
            <a:cxnLst/>
            <a:rect l="l" t="t" r="r" b="b"/>
            <a:pathLst>
              <a:path w="1806280" h="1822852">
                <a:moveTo>
                  <a:pt x="0" y="0"/>
                </a:moveTo>
                <a:lnTo>
                  <a:pt x="1806280" y="0"/>
                </a:lnTo>
                <a:lnTo>
                  <a:pt x="1806280" y="1822852"/>
                </a:lnTo>
                <a:lnTo>
                  <a:pt x="0" y="182285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sp>
        <p:nvSpPr>
          <p:cNvPr id="10" name="文本框 9"/>
          <p:cNvSpPr txBox="1"/>
          <p:nvPr/>
        </p:nvSpPr>
        <p:spPr>
          <a:xfrm>
            <a:off x="1873937" y="2830212"/>
            <a:ext cx="4104000" cy="429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/>
              <a:t>示例</a:t>
            </a:r>
            <a:r>
              <a:rPr lang="en-US" altLang="zh-CN" dirty="0"/>
              <a:t>0示00-0例00</a:t>
            </a:r>
            <a:r>
              <a:rPr lang="zh-CN" altLang="en-US" dirty="0"/>
              <a:t>示例，内容公开模。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856352" y="2965206"/>
            <a:ext cx="1033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示例内容</a:t>
            </a:r>
            <a:endParaRPr lang="zh-CN" altLang="en-US" sz="2400" dirty="0">
              <a:latin typeface="+mj-ea"/>
              <a:ea typeface="+mj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email"/>
          <a:srcRect t="-30047" b="-1"/>
          <a:stretch>
            <a:fillRect/>
          </a:stretch>
        </p:blipFill>
        <p:spPr>
          <a:xfrm>
            <a:off x="1800049" y="3464974"/>
            <a:ext cx="4104000" cy="137588"/>
          </a:xfrm>
          <a:prstGeom prst="rect">
            <a:avLst/>
          </a:prstGeom>
        </p:spPr>
      </p:pic>
      <p:sp>
        <p:nvSpPr>
          <p:cNvPr id="26" name="Freeform 11"/>
          <p:cNvSpPr/>
          <p:nvPr/>
        </p:nvSpPr>
        <p:spPr>
          <a:xfrm rot="16036686">
            <a:off x="789976" y="3874144"/>
            <a:ext cx="841443" cy="849163"/>
          </a:xfrm>
          <a:custGeom>
            <a:avLst/>
            <a:gdLst/>
            <a:ahLst/>
            <a:cxnLst/>
            <a:rect l="l" t="t" r="r" b="b"/>
            <a:pathLst>
              <a:path w="1806280" h="1822852">
                <a:moveTo>
                  <a:pt x="0" y="0"/>
                </a:moveTo>
                <a:lnTo>
                  <a:pt x="1806280" y="0"/>
                </a:lnTo>
                <a:lnTo>
                  <a:pt x="1806280" y="1822852"/>
                </a:lnTo>
                <a:lnTo>
                  <a:pt x="0" y="182285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sp>
        <p:nvSpPr>
          <p:cNvPr id="27" name="文本框 26"/>
          <p:cNvSpPr txBox="1"/>
          <p:nvPr/>
        </p:nvSpPr>
        <p:spPr>
          <a:xfrm>
            <a:off x="1873936" y="3965411"/>
            <a:ext cx="4222064" cy="429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/>
              <a:t>示例内</a:t>
            </a:r>
            <a:r>
              <a:rPr lang="en-US" altLang="zh-CN" dirty="0"/>
              <a:t>00示00-00例00</a:t>
            </a:r>
            <a:r>
              <a:rPr lang="zh-CN" altLang="en-US" dirty="0"/>
              <a:t>示例内。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856352" y="4104344"/>
            <a:ext cx="888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示例内容</a:t>
            </a:r>
            <a:endParaRPr lang="zh-CN" altLang="en-US" sz="2400" dirty="0">
              <a:latin typeface="+mj-ea"/>
              <a:ea typeface="+mj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email"/>
          <a:srcRect t="-30047" b="-1"/>
          <a:stretch>
            <a:fillRect/>
          </a:stretch>
        </p:blipFill>
        <p:spPr>
          <a:xfrm>
            <a:off x="1800048" y="4600173"/>
            <a:ext cx="4104000" cy="137588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16036686">
            <a:off x="789976" y="5115064"/>
            <a:ext cx="841443" cy="849163"/>
          </a:xfrm>
          <a:custGeom>
            <a:avLst/>
            <a:gdLst/>
            <a:ahLst/>
            <a:cxnLst/>
            <a:rect l="l" t="t" r="r" b="b"/>
            <a:pathLst>
              <a:path w="1806280" h="1822852">
                <a:moveTo>
                  <a:pt x="0" y="0"/>
                </a:moveTo>
                <a:lnTo>
                  <a:pt x="1806280" y="0"/>
                </a:lnTo>
                <a:lnTo>
                  <a:pt x="1806280" y="1822852"/>
                </a:lnTo>
                <a:lnTo>
                  <a:pt x="0" y="182285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sp>
        <p:nvSpPr>
          <p:cNvPr id="31" name="文本框 30"/>
          <p:cNvSpPr txBox="1"/>
          <p:nvPr/>
        </p:nvSpPr>
        <p:spPr>
          <a:xfrm>
            <a:off x="1908141" y="4989450"/>
            <a:ext cx="410400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dirty="0"/>
              <a:t>00示00-00例00</a:t>
            </a:r>
            <a:r>
              <a:rPr lang="zh-CN" altLang="en-US" dirty="0"/>
              <a:t>（示例）内容公开，模板</a:t>
            </a:r>
            <a:r>
              <a:rPr lang="en-US" altLang="zh-CN" dirty="0"/>
              <a:t>00-00</a:t>
            </a:r>
            <a:r>
              <a:rPr lang="zh-CN" altLang="en-US" dirty="0"/>
              <a:t>示例。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856352" y="5379198"/>
            <a:ext cx="888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示例内容</a:t>
            </a:r>
            <a:endParaRPr lang="zh-CN" altLang="en-US" sz="2400" dirty="0">
              <a:latin typeface="+mj-ea"/>
              <a:ea typeface="+mj-ea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email"/>
          <a:srcRect t="-30047" b="-1"/>
          <a:stretch>
            <a:fillRect/>
          </a:stretch>
        </p:blipFill>
        <p:spPr>
          <a:xfrm>
            <a:off x="1800048" y="5841093"/>
            <a:ext cx="4104000" cy="137588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952615" y="3032760"/>
            <a:ext cx="4073525" cy="26377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6545" y="2076770"/>
            <a:ext cx="10714182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示例内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示例</a:t>
            </a:r>
            <a:r>
              <a:rPr lang="zh-CN" altLang="en-US" sz="2000" dirty="0">
                <a:latin typeface="+mn-ea"/>
              </a:rPr>
              <a:t>示例内、容公开模板示例内容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示例内容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示例内容，公开模板</a:t>
            </a:r>
            <a:endParaRPr lang="zh-CN" altLang="en-US" sz="2400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8" name="明月设计2"/>
          <p:cNvSpPr/>
          <p:nvPr>
            <p:custDataLst>
              <p:tags r:id="rId1"/>
            </p:custDataLst>
          </p:nvPr>
        </p:nvSpPr>
        <p:spPr>
          <a:xfrm flipH="1">
            <a:off x="423" y="2904742"/>
            <a:ext cx="6860674" cy="3434172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804" h="7457">
                <a:moveTo>
                  <a:pt x="3729" y="0"/>
                </a:moveTo>
                <a:lnTo>
                  <a:pt x="10436" y="0"/>
                </a:lnTo>
                <a:cubicBezTo>
                  <a:pt x="10548" y="0"/>
                  <a:pt x="10660" y="5"/>
                  <a:pt x="10770" y="15"/>
                </a:cubicBezTo>
                <a:lnTo>
                  <a:pt x="10804" y="18"/>
                </a:lnTo>
                <a:lnTo>
                  <a:pt x="10804" y="7439"/>
                </a:lnTo>
                <a:lnTo>
                  <a:pt x="10770" y="7443"/>
                </a:lnTo>
                <a:cubicBezTo>
                  <a:pt x="10660" y="7452"/>
                  <a:pt x="10548" y="7457"/>
                  <a:pt x="10436" y="7457"/>
                </a:cubicBezTo>
                <a:lnTo>
                  <a:pt x="3729" y="7457"/>
                </a:lnTo>
                <a:cubicBezTo>
                  <a:pt x="1669" y="7457"/>
                  <a:pt x="0" y="5788"/>
                  <a:pt x="0" y="3729"/>
                </a:cubicBezTo>
                <a:cubicBezTo>
                  <a:pt x="0" y="1669"/>
                  <a:pt x="1669" y="0"/>
                  <a:pt x="3729" y="0"/>
                </a:cubicBezTo>
                <a:close/>
              </a:path>
            </a:pathLst>
          </a:custGeom>
          <a:gradFill flip="none" rotWithShape="1">
            <a:gsLst>
              <a:gs pos="85000">
                <a:schemeClr val="accent1">
                  <a:lumMod val="20000"/>
                  <a:lumOff val="80000"/>
                  <a:alpha val="10000"/>
                </a:schemeClr>
              </a:gs>
              <a:gs pos="0">
                <a:schemeClr val="accent1">
                  <a:lumMod val="40000"/>
                  <a:lumOff val="60000"/>
                  <a:alpha val="2000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D18534">
              <a:shade val="50000"/>
            </a:srgbClr>
          </a:lnRef>
          <a:fillRef idx="1">
            <a:srgbClr val="D18534"/>
          </a:fillRef>
          <a:effectRef idx="0">
            <a:srgbClr val="D18534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" name="明月设计1"/>
          <p:cNvSpPr/>
          <p:nvPr>
            <p:custDataLst>
              <p:tags r:id="rId2"/>
            </p:custDataLst>
          </p:nvPr>
        </p:nvSpPr>
        <p:spPr>
          <a:xfrm>
            <a:off x="5311908" y="2879346"/>
            <a:ext cx="6880092" cy="3434172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835" h="7457">
                <a:moveTo>
                  <a:pt x="3729" y="0"/>
                </a:moveTo>
                <a:lnTo>
                  <a:pt x="10436" y="0"/>
                </a:lnTo>
                <a:cubicBezTo>
                  <a:pt x="10564" y="0"/>
                  <a:pt x="10691" y="7"/>
                  <a:pt x="10817" y="19"/>
                </a:cubicBezTo>
                <a:lnTo>
                  <a:pt x="10835" y="21"/>
                </a:lnTo>
                <a:lnTo>
                  <a:pt x="10835" y="7436"/>
                </a:lnTo>
                <a:lnTo>
                  <a:pt x="10817" y="7438"/>
                </a:lnTo>
                <a:cubicBezTo>
                  <a:pt x="10691" y="7451"/>
                  <a:pt x="10564" y="7457"/>
                  <a:pt x="10436" y="7457"/>
                </a:cubicBezTo>
                <a:lnTo>
                  <a:pt x="3729" y="7457"/>
                </a:lnTo>
                <a:cubicBezTo>
                  <a:pt x="1669" y="7457"/>
                  <a:pt x="0" y="5788"/>
                  <a:pt x="0" y="3729"/>
                </a:cubicBezTo>
                <a:cubicBezTo>
                  <a:pt x="0" y="1669"/>
                  <a:pt x="1669" y="0"/>
                  <a:pt x="3729" y="0"/>
                </a:cubicBezTo>
                <a:close/>
              </a:path>
            </a:pathLst>
          </a:custGeom>
          <a:gradFill flip="none" rotWithShape="1">
            <a:gsLst>
              <a:gs pos="85000">
                <a:schemeClr val="accent1">
                  <a:lumMod val="20000"/>
                  <a:lumOff val="80000"/>
                  <a:alpha val="10000"/>
                </a:schemeClr>
              </a:gs>
              <a:gs pos="0">
                <a:schemeClr val="accent1">
                  <a:lumMod val="40000"/>
                  <a:lumOff val="60000"/>
                  <a:alpha val="2000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D18534">
              <a:shade val="50000"/>
            </a:srgbClr>
          </a:lnRef>
          <a:fillRef idx="1">
            <a:srgbClr val="D18534"/>
          </a:fillRef>
          <a:effectRef idx="0">
            <a:srgbClr val="D18534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997702" y="3448123"/>
            <a:ext cx="2227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示例内容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8848091" y="3448123"/>
            <a:ext cx="22511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示例内容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705694" y="3935184"/>
            <a:ext cx="308121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000" kern="0" dirty="0">
                <a:solidFill>
                  <a:srgbClr val="000000"/>
                </a:solidFill>
              </a:rPr>
              <a:t>示</a:t>
            </a:r>
            <a:r>
              <a:rPr lang="zh-CN" altLang="en-US" sz="2000" kern="0" dirty="0">
                <a:solidFill>
                  <a:srgbClr val="000000"/>
                </a:solidFill>
              </a:rPr>
              <a:t>示例内容公、开模板示例内容公开模板示例内容。</a:t>
            </a:r>
            <a:endParaRPr lang="en-US" altLang="zh-CN" sz="2000" kern="0" dirty="0">
              <a:solidFill>
                <a:srgbClr val="00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kern="0" dirty="0">
                <a:solidFill>
                  <a:srgbClr val="000000"/>
                </a:solidFill>
              </a:rPr>
              <a:t>示例内容公开模，板示例内。</a:t>
            </a:r>
            <a:endParaRPr lang="zh-CN" altLang="en-US" sz="2000" kern="0" dirty="0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8573420" y="3969595"/>
            <a:ext cx="2981271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000" kern="0" dirty="0">
                <a:solidFill>
                  <a:srgbClr val="000000"/>
                </a:solidFill>
              </a:rPr>
              <a:t>示例内容公开模</a:t>
            </a:r>
            <a:r>
              <a:rPr lang="en-US" altLang="zh-CN" sz="2000" kern="0" dirty="0">
                <a:solidFill>
                  <a:srgbClr val="000000"/>
                </a:solidFill>
              </a:rPr>
              <a:t>00示</a:t>
            </a:r>
            <a:r>
              <a:rPr lang="zh-CN" altLang="en-US" sz="2000" kern="0" dirty="0">
                <a:solidFill>
                  <a:srgbClr val="000000"/>
                </a:solidFill>
              </a:rPr>
              <a:t>示例，内容公开模板示例内，容公开模板示例内容公开。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椭圆 13"/>
          <p:cNvSpPr/>
          <p:nvPr>
            <p:custDataLst>
              <p:tags r:id="rId7"/>
            </p:custDataLst>
          </p:nvPr>
        </p:nvSpPr>
        <p:spPr>
          <a:xfrm>
            <a:off x="3821832" y="3560750"/>
            <a:ext cx="2298858" cy="2298858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5886103" y="3574720"/>
            <a:ext cx="2298858" cy="2298858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8"/>
          <a:srcRect l="4700" t="3123" r="33150" b="13161"/>
          <a:stretch>
            <a:fillRect/>
          </a:stretch>
        </p:blipFill>
        <p:spPr>
          <a:xfrm>
            <a:off x="5885815" y="3595370"/>
            <a:ext cx="2299335" cy="2256155"/>
          </a:xfrm>
          <a:prstGeom prst="ellipse">
            <a:avLst/>
          </a:prstGeom>
        </p:spPr>
      </p:pic>
      <p:pic>
        <p:nvPicPr>
          <p:cNvPr id="7" name="图片 6"/>
          <p:cNvPicPr/>
          <p:nvPr/>
        </p:nvPicPr>
        <p:blipFill>
          <a:blip r:embed="rId8"/>
          <a:stretch>
            <a:fillRect/>
          </a:stretch>
        </p:blipFill>
        <p:spPr>
          <a:xfrm>
            <a:off x="3837305" y="3589655"/>
            <a:ext cx="2282825" cy="2249170"/>
          </a:xfrm>
          <a:prstGeom prst="ellipse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6545" y="2076770"/>
            <a:ext cx="8774546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示例内容公开，模板示例内容，公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示例内容公开模板示、例内容公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，示例内容公开模。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示例内容，公开模板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11" name="缺角矩形 10"/>
          <p:cNvSpPr/>
          <p:nvPr>
            <p:custDataLst>
              <p:tags r:id="rId1"/>
            </p:custDataLst>
          </p:nvPr>
        </p:nvSpPr>
        <p:spPr>
          <a:xfrm>
            <a:off x="766617" y="2673532"/>
            <a:ext cx="5216612" cy="1630613"/>
          </a:xfrm>
          <a:prstGeom prst="plaque">
            <a:avLst>
              <a:gd name="adj" fmla="val 4832"/>
            </a:avLst>
          </a:prstGeom>
          <a:gradFill>
            <a:gsLst>
              <a:gs pos="37000">
                <a:srgbClr val="FFFFFF"/>
              </a:gs>
              <a:gs pos="97000">
                <a:schemeClr val="bg1">
                  <a:alpha val="50000"/>
                </a:schemeClr>
              </a:gs>
            </a:gsLst>
            <a:lin ang="2700000" scaled="1"/>
          </a:gradFill>
          <a:ln w="190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46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89598" y="3502651"/>
            <a:ext cx="4910293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latin typeface="+mn-ea"/>
              </a:rPr>
              <a:t>示例、内容、公开、模板、示例、内容公。</a:t>
            </a:r>
            <a:endParaRPr lang="en-US" altLang="zh-CN" dirty="0">
              <a:latin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1554674" y="2882911"/>
            <a:ext cx="1659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grpSp>
        <p:nvGrpSpPr>
          <p:cNvPr id="14" name="组合 13"/>
          <p:cNvGrpSpPr/>
          <p:nvPr>
            <p:custDataLst>
              <p:tags r:id="rId4"/>
            </p:custDataLst>
          </p:nvPr>
        </p:nvGrpSpPr>
        <p:grpSpPr>
          <a:xfrm>
            <a:off x="961383" y="2808371"/>
            <a:ext cx="593291" cy="594409"/>
            <a:chOff x="3838979" y="1830483"/>
            <a:chExt cx="725784" cy="727152"/>
          </a:xfrm>
        </p:grpSpPr>
        <p:sp>
          <p:nvSpPr>
            <p:cNvPr id="15" name="Index-1"/>
            <p:cNvSpPr txBox="1"/>
            <p:nvPr>
              <p:custDataLst>
                <p:tags r:id="rId5"/>
              </p:custDataLst>
            </p:nvPr>
          </p:nvSpPr>
          <p:spPr>
            <a:xfrm>
              <a:off x="3950989" y="1916832"/>
              <a:ext cx="531052" cy="523220"/>
            </a:xfrm>
            <a:prstGeom prst="rect">
              <a:avLst/>
            </a:prstGeom>
            <a:noFill/>
          </p:spPr>
          <p:txBody>
            <a:bodyPr wrap="none" lIns="0" rIns="0" rtlCol="0" anchor="ctr" anchorCtr="0">
              <a:noAutofit/>
            </a:bodyPr>
            <a:lstStyle/>
            <a:p>
              <a:pPr algn="ctr"/>
              <a:r>
                <a:rPr lang="zh-CN" altLang="en-US" sz="2800" dirty="0">
                  <a:solidFill>
                    <a:schemeClr val="accent1"/>
                  </a:solidFill>
                  <a:latin typeface="OPPOSans M" panose="00020600040101010101" pitchFamily="18" charset="-122"/>
                  <a:ea typeface="阿里妈妈东方大楷" pitchFamily="2" charset="-122"/>
                </a:rPr>
                <a:t>示</a:t>
              </a:r>
              <a:endParaRPr lang="zh-CN" altLang="en-US" sz="2800" dirty="0">
                <a:solidFill>
                  <a:schemeClr val="accent1"/>
                </a:solidFill>
                <a:effectLst/>
                <a:latin typeface="OPPOSans M" panose="00020600040101010101" pitchFamily="18" charset="-122"/>
                <a:ea typeface="阿里妈妈东方大楷" pitchFamily="2" charset="-122"/>
              </a:endParaRPr>
            </a:p>
          </p:txBody>
        </p:sp>
        <p:sp>
          <p:nvSpPr>
            <p:cNvPr id="16" name="1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838979" y="1830483"/>
              <a:ext cx="725784" cy="727152"/>
            </a:xfrm>
            <a:custGeom>
              <a:avLst/>
              <a:gdLst>
                <a:gd name="T0" fmla="*/ 579 w 669"/>
                <a:gd name="T1" fmla="*/ 485 h 670"/>
                <a:gd name="T2" fmla="*/ 324 w 669"/>
                <a:gd name="T3" fmla="*/ 608 h 670"/>
                <a:gd name="T4" fmla="*/ 198 w 669"/>
                <a:gd name="T5" fmla="*/ 568 h 670"/>
                <a:gd name="T6" fmla="*/ 426 w 669"/>
                <a:gd name="T7" fmla="*/ 593 h 670"/>
                <a:gd name="T8" fmla="*/ 567 w 669"/>
                <a:gd name="T9" fmla="*/ 485 h 670"/>
                <a:gd name="T10" fmla="*/ 522 w 669"/>
                <a:gd name="T11" fmla="*/ 529 h 670"/>
                <a:gd name="T12" fmla="*/ 211 w 669"/>
                <a:gd name="T13" fmla="*/ 566 h 670"/>
                <a:gd name="T14" fmla="*/ 279 w 669"/>
                <a:gd name="T15" fmla="*/ 67 h 670"/>
                <a:gd name="T16" fmla="*/ 521 w 669"/>
                <a:gd name="T17" fmla="*/ 120 h 670"/>
                <a:gd name="T18" fmla="*/ 598 w 669"/>
                <a:gd name="T19" fmla="*/ 182 h 670"/>
                <a:gd name="T20" fmla="*/ 661 w 669"/>
                <a:gd name="T21" fmla="*/ 313 h 670"/>
                <a:gd name="T22" fmla="*/ 640 w 669"/>
                <a:gd name="T23" fmla="*/ 192 h 670"/>
                <a:gd name="T24" fmla="*/ 553 w 669"/>
                <a:gd name="T25" fmla="*/ 76 h 670"/>
                <a:gd name="T26" fmla="*/ 407 w 669"/>
                <a:gd name="T27" fmla="*/ 8 h 670"/>
                <a:gd name="T28" fmla="*/ 243 w 669"/>
                <a:gd name="T29" fmla="*/ 13 h 670"/>
                <a:gd name="T30" fmla="*/ 107 w 669"/>
                <a:gd name="T31" fmla="*/ 91 h 670"/>
                <a:gd name="T32" fmla="*/ 23 w 669"/>
                <a:gd name="T33" fmla="*/ 217 h 670"/>
                <a:gd name="T34" fmla="*/ 2 w 669"/>
                <a:gd name="T35" fmla="*/ 354 h 670"/>
                <a:gd name="T36" fmla="*/ 15 w 669"/>
                <a:gd name="T37" fmla="*/ 438 h 670"/>
                <a:gd name="T38" fmla="*/ 48 w 669"/>
                <a:gd name="T39" fmla="*/ 506 h 670"/>
                <a:gd name="T40" fmla="*/ 157 w 669"/>
                <a:gd name="T41" fmla="*/ 618 h 670"/>
                <a:gd name="T42" fmla="*/ 251 w 669"/>
                <a:gd name="T43" fmla="*/ 659 h 670"/>
                <a:gd name="T44" fmla="*/ 457 w 669"/>
                <a:gd name="T45" fmla="*/ 650 h 670"/>
                <a:gd name="T46" fmla="*/ 567 w 669"/>
                <a:gd name="T47" fmla="*/ 584 h 670"/>
                <a:gd name="T48" fmla="*/ 450 w 669"/>
                <a:gd name="T49" fmla="*/ 646 h 670"/>
                <a:gd name="T50" fmla="*/ 308 w 669"/>
                <a:gd name="T51" fmla="*/ 658 h 670"/>
                <a:gd name="T52" fmla="*/ 403 w 669"/>
                <a:gd name="T53" fmla="*/ 652 h 670"/>
                <a:gd name="T54" fmla="*/ 566 w 669"/>
                <a:gd name="T55" fmla="*/ 569 h 670"/>
                <a:gd name="T56" fmla="*/ 637 w 669"/>
                <a:gd name="T57" fmla="*/ 474 h 670"/>
                <a:gd name="T58" fmla="*/ 599 w 669"/>
                <a:gd name="T59" fmla="*/ 521 h 670"/>
                <a:gd name="T60" fmla="*/ 623 w 669"/>
                <a:gd name="T61" fmla="*/ 472 h 670"/>
                <a:gd name="T62" fmla="*/ 471 w 669"/>
                <a:gd name="T63" fmla="*/ 613 h 670"/>
                <a:gd name="T64" fmla="*/ 301 w 669"/>
                <a:gd name="T65" fmla="*/ 638 h 670"/>
                <a:gd name="T66" fmla="*/ 267 w 669"/>
                <a:gd name="T67" fmla="*/ 628 h 670"/>
                <a:gd name="T68" fmla="*/ 425 w 669"/>
                <a:gd name="T69" fmla="*/ 625 h 670"/>
                <a:gd name="T70" fmla="*/ 549 w 669"/>
                <a:gd name="T71" fmla="*/ 550 h 670"/>
                <a:gd name="T72" fmla="*/ 578 w 669"/>
                <a:gd name="T73" fmla="*/ 508 h 670"/>
                <a:gd name="T74" fmla="*/ 613 w 669"/>
                <a:gd name="T75" fmla="*/ 435 h 670"/>
                <a:gd name="T76" fmla="*/ 634 w 669"/>
                <a:gd name="T77" fmla="*/ 185 h 670"/>
                <a:gd name="T78" fmla="*/ 523 w 669"/>
                <a:gd name="T79" fmla="*/ 544 h 670"/>
                <a:gd name="T80" fmla="*/ 544 w 669"/>
                <a:gd name="T81" fmla="*/ 549 h 670"/>
                <a:gd name="T82" fmla="*/ 583 w 669"/>
                <a:gd name="T83" fmla="*/ 532 h 670"/>
                <a:gd name="T84" fmla="*/ 585 w 669"/>
                <a:gd name="T85" fmla="*/ 541 h 670"/>
                <a:gd name="T86" fmla="*/ 498 w 669"/>
                <a:gd name="T87" fmla="*/ 585 h 670"/>
                <a:gd name="T88" fmla="*/ 528 w 669"/>
                <a:gd name="T89" fmla="*/ 585 h 670"/>
                <a:gd name="T90" fmla="*/ 564 w 669"/>
                <a:gd name="T91" fmla="*/ 575 h 670"/>
                <a:gd name="T92" fmla="*/ 445 w 669"/>
                <a:gd name="T93" fmla="*/ 624 h 670"/>
                <a:gd name="T94" fmla="*/ 468 w 669"/>
                <a:gd name="T95" fmla="*/ 641 h 670"/>
                <a:gd name="T96" fmla="*/ 354 w 669"/>
                <a:gd name="T97" fmla="*/ 641 h 670"/>
                <a:gd name="T98" fmla="*/ 409 w 669"/>
                <a:gd name="T99" fmla="*/ 661 h 670"/>
                <a:gd name="T100" fmla="*/ 240 w 669"/>
                <a:gd name="T101" fmla="*/ 622 h 670"/>
                <a:gd name="T102" fmla="*/ 276 w 669"/>
                <a:gd name="T103" fmla="*/ 650 h 670"/>
                <a:gd name="T104" fmla="*/ 291 w 669"/>
                <a:gd name="T105" fmla="*/ 661 h 670"/>
                <a:gd name="T106" fmla="*/ 204 w 669"/>
                <a:gd name="T107" fmla="*/ 627 h 670"/>
                <a:gd name="T108" fmla="*/ 103 w 669"/>
                <a:gd name="T109" fmla="*/ 475 h 670"/>
                <a:gd name="T110" fmla="*/ 147 w 669"/>
                <a:gd name="T111" fmla="*/ 593 h 670"/>
                <a:gd name="T112" fmla="*/ 113 w 669"/>
                <a:gd name="T113" fmla="*/ 579 h 670"/>
                <a:gd name="T114" fmla="*/ 41 w 669"/>
                <a:gd name="T115" fmla="*/ 486 h 670"/>
                <a:gd name="T116" fmla="*/ 71 w 669"/>
                <a:gd name="T117" fmla="*/ 258 h 670"/>
                <a:gd name="T118" fmla="*/ 84 w 669"/>
                <a:gd name="T119" fmla="*/ 216 h 670"/>
                <a:gd name="T120" fmla="*/ 157 w 669"/>
                <a:gd name="T121" fmla="*/ 54 h 670"/>
                <a:gd name="T122" fmla="*/ 434 w 669"/>
                <a:gd name="T123" fmla="*/ 15 h 670"/>
                <a:gd name="T124" fmla="*/ 635 w 669"/>
                <a:gd name="T125" fmla="*/ 18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9" h="670">
                  <a:moveTo>
                    <a:pt x="620" y="396"/>
                  </a:moveTo>
                  <a:cubicBezTo>
                    <a:pt x="620" y="397"/>
                    <a:pt x="620" y="398"/>
                    <a:pt x="621" y="397"/>
                  </a:cubicBezTo>
                  <a:cubicBezTo>
                    <a:pt x="621" y="397"/>
                    <a:pt x="620" y="398"/>
                    <a:pt x="620" y="399"/>
                  </a:cubicBezTo>
                  <a:cubicBezTo>
                    <a:pt x="620" y="401"/>
                    <a:pt x="620" y="400"/>
                    <a:pt x="620" y="402"/>
                  </a:cubicBezTo>
                  <a:cubicBezTo>
                    <a:pt x="620" y="405"/>
                    <a:pt x="618" y="408"/>
                    <a:pt x="618" y="412"/>
                  </a:cubicBezTo>
                  <a:cubicBezTo>
                    <a:pt x="615" y="415"/>
                    <a:pt x="616" y="419"/>
                    <a:pt x="614" y="423"/>
                  </a:cubicBezTo>
                  <a:cubicBezTo>
                    <a:pt x="613" y="422"/>
                    <a:pt x="615" y="417"/>
                    <a:pt x="614" y="416"/>
                  </a:cubicBezTo>
                  <a:cubicBezTo>
                    <a:pt x="613" y="422"/>
                    <a:pt x="610" y="425"/>
                    <a:pt x="609" y="432"/>
                  </a:cubicBezTo>
                  <a:cubicBezTo>
                    <a:pt x="608" y="433"/>
                    <a:pt x="607" y="434"/>
                    <a:pt x="607" y="437"/>
                  </a:cubicBezTo>
                  <a:cubicBezTo>
                    <a:pt x="606" y="438"/>
                    <a:pt x="605" y="437"/>
                    <a:pt x="606" y="435"/>
                  </a:cubicBezTo>
                  <a:cubicBezTo>
                    <a:pt x="605" y="435"/>
                    <a:pt x="605" y="436"/>
                    <a:pt x="605" y="437"/>
                  </a:cubicBezTo>
                  <a:cubicBezTo>
                    <a:pt x="606" y="436"/>
                    <a:pt x="605" y="440"/>
                    <a:pt x="606" y="438"/>
                  </a:cubicBezTo>
                  <a:cubicBezTo>
                    <a:pt x="604" y="441"/>
                    <a:pt x="604" y="445"/>
                    <a:pt x="602" y="449"/>
                  </a:cubicBezTo>
                  <a:cubicBezTo>
                    <a:pt x="603" y="444"/>
                    <a:pt x="604" y="440"/>
                    <a:pt x="604" y="439"/>
                  </a:cubicBezTo>
                  <a:cubicBezTo>
                    <a:pt x="603" y="440"/>
                    <a:pt x="602" y="447"/>
                    <a:pt x="600" y="450"/>
                  </a:cubicBezTo>
                  <a:cubicBezTo>
                    <a:pt x="599" y="450"/>
                    <a:pt x="598" y="454"/>
                    <a:pt x="597" y="456"/>
                  </a:cubicBezTo>
                  <a:cubicBezTo>
                    <a:pt x="597" y="456"/>
                    <a:pt x="598" y="455"/>
                    <a:pt x="598" y="456"/>
                  </a:cubicBezTo>
                  <a:cubicBezTo>
                    <a:pt x="598" y="457"/>
                    <a:pt x="597" y="457"/>
                    <a:pt x="597" y="458"/>
                  </a:cubicBezTo>
                  <a:cubicBezTo>
                    <a:pt x="597" y="458"/>
                    <a:pt x="597" y="457"/>
                    <a:pt x="596" y="458"/>
                  </a:cubicBezTo>
                  <a:cubicBezTo>
                    <a:pt x="594" y="462"/>
                    <a:pt x="593" y="466"/>
                    <a:pt x="591" y="470"/>
                  </a:cubicBezTo>
                  <a:cubicBezTo>
                    <a:pt x="590" y="470"/>
                    <a:pt x="590" y="470"/>
                    <a:pt x="590" y="470"/>
                  </a:cubicBezTo>
                  <a:cubicBezTo>
                    <a:pt x="592" y="466"/>
                    <a:pt x="592" y="464"/>
                    <a:pt x="594" y="460"/>
                  </a:cubicBezTo>
                  <a:cubicBezTo>
                    <a:pt x="592" y="463"/>
                    <a:pt x="590" y="467"/>
                    <a:pt x="588" y="470"/>
                  </a:cubicBezTo>
                  <a:cubicBezTo>
                    <a:pt x="588" y="471"/>
                    <a:pt x="589" y="468"/>
                    <a:pt x="590" y="468"/>
                  </a:cubicBezTo>
                  <a:cubicBezTo>
                    <a:pt x="590" y="469"/>
                    <a:pt x="589" y="470"/>
                    <a:pt x="589" y="471"/>
                  </a:cubicBezTo>
                  <a:cubicBezTo>
                    <a:pt x="587" y="473"/>
                    <a:pt x="587" y="471"/>
                    <a:pt x="586" y="473"/>
                  </a:cubicBezTo>
                  <a:cubicBezTo>
                    <a:pt x="586" y="474"/>
                    <a:pt x="586" y="474"/>
                    <a:pt x="586" y="475"/>
                  </a:cubicBezTo>
                  <a:cubicBezTo>
                    <a:pt x="586" y="475"/>
                    <a:pt x="586" y="474"/>
                    <a:pt x="587" y="473"/>
                  </a:cubicBezTo>
                  <a:cubicBezTo>
                    <a:pt x="588" y="473"/>
                    <a:pt x="588" y="474"/>
                    <a:pt x="588" y="472"/>
                  </a:cubicBezTo>
                  <a:cubicBezTo>
                    <a:pt x="591" y="470"/>
                    <a:pt x="589" y="473"/>
                    <a:pt x="588" y="475"/>
                  </a:cubicBezTo>
                  <a:cubicBezTo>
                    <a:pt x="589" y="472"/>
                    <a:pt x="586" y="477"/>
                    <a:pt x="586" y="475"/>
                  </a:cubicBezTo>
                  <a:cubicBezTo>
                    <a:pt x="585" y="476"/>
                    <a:pt x="585" y="478"/>
                    <a:pt x="584" y="479"/>
                  </a:cubicBezTo>
                  <a:cubicBezTo>
                    <a:pt x="583" y="480"/>
                    <a:pt x="585" y="477"/>
                    <a:pt x="585" y="475"/>
                  </a:cubicBezTo>
                  <a:cubicBezTo>
                    <a:pt x="586" y="474"/>
                    <a:pt x="584" y="476"/>
                    <a:pt x="584" y="474"/>
                  </a:cubicBezTo>
                  <a:cubicBezTo>
                    <a:pt x="583" y="476"/>
                    <a:pt x="583" y="478"/>
                    <a:pt x="581" y="480"/>
                  </a:cubicBezTo>
                  <a:cubicBezTo>
                    <a:pt x="581" y="479"/>
                    <a:pt x="582" y="477"/>
                    <a:pt x="582" y="476"/>
                  </a:cubicBezTo>
                  <a:cubicBezTo>
                    <a:pt x="580" y="477"/>
                    <a:pt x="580" y="480"/>
                    <a:pt x="578" y="481"/>
                  </a:cubicBezTo>
                  <a:cubicBezTo>
                    <a:pt x="578" y="482"/>
                    <a:pt x="580" y="479"/>
                    <a:pt x="581" y="479"/>
                  </a:cubicBezTo>
                  <a:cubicBezTo>
                    <a:pt x="580" y="480"/>
                    <a:pt x="579" y="481"/>
                    <a:pt x="578" y="483"/>
                  </a:cubicBezTo>
                  <a:cubicBezTo>
                    <a:pt x="580" y="481"/>
                    <a:pt x="580" y="482"/>
                    <a:pt x="580" y="483"/>
                  </a:cubicBezTo>
                  <a:cubicBezTo>
                    <a:pt x="580" y="484"/>
                    <a:pt x="579" y="484"/>
                    <a:pt x="579" y="485"/>
                  </a:cubicBezTo>
                  <a:cubicBezTo>
                    <a:pt x="577" y="487"/>
                    <a:pt x="579" y="483"/>
                    <a:pt x="578" y="485"/>
                  </a:cubicBezTo>
                  <a:cubicBezTo>
                    <a:pt x="577" y="486"/>
                    <a:pt x="575" y="490"/>
                    <a:pt x="573" y="492"/>
                  </a:cubicBezTo>
                  <a:cubicBezTo>
                    <a:pt x="571" y="495"/>
                    <a:pt x="569" y="497"/>
                    <a:pt x="569" y="496"/>
                  </a:cubicBezTo>
                  <a:cubicBezTo>
                    <a:pt x="568" y="498"/>
                    <a:pt x="567" y="499"/>
                    <a:pt x="568" y="499"/>
                  </a:cubicBezTo>
                  <a:cubicBezTo>
                    <a:pt x="566" y="501"/>
                    <a:pt x="566" y="500"/>
                    <a:pt x="565" y="501"/>
                  </a:cubicBezTo>
                  <a:cubicBezTo>
                    <a:pt x="567" y="498"/>
                    <a:pt x="568" y="496"/>
                    <a:pt x="570" y="494"/>
                  </a:cubicBezTo>
                  <a:cubicBezTo>
                    <a:pt x="568" y="495"/>
                    <a:pt x="564" y="500"/>
                    <a:pt x="563" y="503"/>
                  </a:cubicBezTo>
                  <a:cubicBezTo>
                    <a:pt x="562" y="503"/>
                    <a:pt x="563" y="502"/>
                    <a:pt x="561" y="503"/>
                  </a:cubicBezTo>
                  <a:cubicBezTo>
                    <a:pt x="560" y="505"/>
                    <a:pt x="559" y="507"/>
                    <a:pt x="556" y="509"/>
                  </a:cubicBezTo>
                  <a:cubicBezTo>
                    <a:pt x="557" y="510"/>
                    <a:pt x="555" y="512"/>
                    <a:pt x="557" y="511"/>
                  </a:cubicBezTo>
                  <a:cubicBezTo>
                    <a:pt x="555" y="512"/>
                    <a:pt x="555" y="514"/>
                    <a:pt x="552" y="516"/>
                  </a:cubicBezTo>
                  <a:cubicBezTo>
                    <a:pt x="554" y="516"/>
                    <a:pt x="550" y="520"/>
                    <a:pt x="550" y="520"/>
                  </a:cubicBezTo>
                  <a:cubicBezTo>
                    <a:pt x="547" y="523"/>
                    <a:pt x="551" y="518"/>
                    <a:pt x="549" y="520"/>
                  </a:cubicBezTo>
                  <a:cubicBezTo>
                    <a:pt x="548" y="521"/>
                    <a:pt x="547" y="523"/>
                    <a:pt x="546" y="524"/>
                  </a:cubicBezTo>
                  <a:cubicBezTo>
                    <a:pt x="546" y="523"/>
                    <a:pt x="546" y="523"/>
                    <a:pt x="546" y="522"/>
                  </a:cubicBezTo>
                  <a:cubicBezTo>
                    <a:pt x="549" y="518"/>
                    <a:pt x="553" y="514"/>
                    <a:pt x="555" y="510"/>
                  </a:cubicBezTo>
                  <a:cubicBezTo>
                    <a:pt x="554" y="511"/>
                    <a:pt x="554" y="513"/>
                    <a:pt x="552" y="513"/>
                  </a:cubicBezTo>
                  <a:cubicBezTo>
                    <a:pt x="549" y="520"/>
                    <a:pt x="542" y="523"/>
                    <a:pt x="538" y="529"/>
                  </a:cubicBezTo>
                  <a:cubicBezTo>
                    <a:pt x="537" y="530"/>
                    <a:pt x="535" y="531"/>
                    <a:pt x="534" y="532"/>
                  </a:cubicBezTo>
                  <a:cubicBezTo>
                    <a:pt x="532" y="534"/>
                    <a:pt x="530" y="535"/>
                    <a:pt x="529" y="537"/>
                  </a:cubicBezTo>
                  <a:cubicBezTo>
                    <a:pt x="526" y="540"/>
                    <a:pt x="523" y="543"/>
                    <a:pt x="521" y="543"/>
                  </a:cubicBezTo>
                  <a:cubicBezTo>
                    <a:pt x="519" y="544"/>
                    <a:pt x="518" y="545"/>
                    <a:pt x="516" y="547"/>
                  </a:cubicBezTo>
                  <a:cubicBezTo>
                    <a:pt x="516" y="548"/>
                    <a:pt x="512" y="550"/>
                    <a:pt x="510" y="552"/>
                  </a:cubicBezTo>
                  <a:cubicBezTo>
                    <a:pt x="510" y="552"/>
                    <a:pt x="511" y="551"/>
                    <a:pt x="509" y="551"/>
                  </a:cubicBezTo>
                  <a:cubicBezTo>
                    <a:pt x="510" y="552"/>
                    <a:pt x="507" y="555"/>
                    <a:pt x="507" y="554"/>
                  </a:cubicBezTo>
                  <a:cubicBezTo>
                    <a:pt x="502" y="558"/>
                    <a:pt x="497" y="560"/>
                    <a:pt x="492" y="564"/>
                  </a:cubicBezTo>
                  <a:cubicBezTo>
                    <a:pt x="494" y="564"/>
                    <a:pt x="492" y="566"/>
                    <a:pt x="491" y="566"/>
                  </a:cubicBezTo>
                  <a:cubicBezTo>
                    <a:pt x="490" y="567"/>
                    <a:pt x="492" y="564"/>
                    <a:pt x="492" y="564"/>
                  </a:cubicBezTo>
                  <a:cubicBezTo>
                    <a:pt x="487" y="566"/>
                    <a:pt x="483" y="570"/>
                    <a:pt x="479" y="573"/>
                  </a:cubicBezTo>
                  <a:cubicBezTo>
                    <a:pt x="479" y="571"/>
                    <a:pt x="474" y="574"/>
                    <a:pt x="473" y="576"/>
                  </a:cubicBezTo>
                  <a:cubicBezTo>
                    <a:pt x="472" y="576"/>
                    <a:pt x="471" y="576"/>
                    <a:pt x="470" y="577"/>
                  </a:cubicBezTo>
                  <a:cubicBezTo>
                    <a:pt x="468" y="580"/>
                    <a:pt x="458" y="582"/>
                    <a:pt x="453" y="586"/>
                  </a:cubicBezTo>
                  <a:cubicBezTo>
                    <a:pt x="448" y="586"/>
                    <a:pt x="441" y="593"/>
                    <a:pt x="437" y="592"/>
                  </a:cubicBezTo>
                  <a:cubicBezTo>
                    <a:pt x="438" y="592"/>
                    <a:pt x="440" y="591"/>
                    <a:pt x="441" y="590"/>
                  </a:cubicBezTo>
                  <a:cubicBezTo>
                    <a:pt x="440" y="590"/>
                    <a:pt x="435" y="593"/>
                    <a:pt x="431" y="594"/>
                  </a:cubicBezTo>
                  <a:cubicBezTo>
                    <a:pt x="430" y="594"/>
                    <a:pt x="424" y="595"/>
                    <a:pt x="424" y="596"/>
                  </a:cubicBezTo>
                  <a:cubicBezTo>
                    <a:pt x="423" y="597"/>
                    <a:pt x="422" y="596"/>
                    <a:pt x="421" y="596"/>
                  </a:cubicBezTo>
                  <a:cubicBezTo>
                    <a:pt x="417" y="598"/>
                    <a:pt x="414" y="599"/>
                    <a:pt x="410" y="600"/>
                  </a:cubicBezTo>
                  <a:cubicBezTo>
                    <a:pt x="408" y="601"/>
                    <a:pt x="405" y="602"/>
                    <a:pt x="401" y="602"/>
                  </a:cubicBezTo>
                  <a:cubicBezTo>
                    <a:pt x="397" y="603"/>
                    <a:pt x="393" y="604"/>
                    <a:pt x="390" y="605"/>
                  </a:cubicBezTo>
                  <a:cubicBezTo>
                    <a:pt x="368" y="608"/>
                    <a:pt x="346" y="609"/>
                    <a:pt x="324" y="608"/>
                  </a:cubicBezTo>
                  <a:cubicBezTo>
                    <a:pt x="313" y="608"/>
                    <a:pt x="302" y="606"/>
                    <a:pt x="291" y="604"/>
                  </a:cubicBezTo>
                  <a:cubicBezTo>
                    <a:pt x="280" y="602"/>
                    <a:pt x="269" y="600"/>
                    <a:pt x="259" y="597"/>
                  </a:cubicBezTo>
                  <a:cubicBezTo>
                    <a:pt x="217" y="584"/>
                    <a:pt x="178" y="562"/>
                    <a:pt x="146" y="532"/>
                  </a:cubicBezTo>
                  <a:cubicBezTo>
                    <a:pt x="114" y="502"/>
                    <a:pt x="89" y="464"/>
                    <a:pt x="75" y="423"/>
                  </a:cubicBezTo>
                  <a:cubicBezTo>
                    <a:pt x="67" y="402"/>
                    <a:pt x="62" y="381"/>
                    <a:pt x="60" y="359"/>
                  </a:cubicBezTo>
                  <a:cubicBezTo>
                    <a:pt x="58" y="337"/>
                    <a:pt x="58" y="315"/>
                    <a:pt x="61" y="293"/>
                  </a:cubicBezTo>
                  <a:cubicBezTo>
                    <a:pt x="62" y="292"/>
                    <a:pt x="62" y="293"/>
                    <a:pt x="62" y="294"/>
                  </a:cubicBezTo>
                  <a:cubicBezTo>
                    <a:pt x="59" y="307"/>
                    <a:pt x="60" y="321"/>
                    <a:pt x="59" y="333"/>
                  </a:cubicBezTo>
                  <a:cubicBezTo>
                    <a:pt x="60" y="334"/>
                    <a:pt x="60" y="335"/>
                    <a:pt x="60" y="337"/>
                  </a:cubicBezTo>
                  <a:cubicBezTo>
                    <a:pt x="60" y="338"/>
                    <a:pt x="60" y="336"/>
                    <a:pt x="60" y="336"/>
                  </a:cubicBezTo>
                  <a:cubicBezTo>
                    <a:pt x="59" y="338"/>
                    <a:pt x="61" y="340"/>
                    <a:pt x="60" y="342"/>
                  </a:cubicBezTo>
                  <a:cubicBezTo>
                    <a:pt x="60" y="343"/>
                    <a:pt x="61" y="342"/>
                    <a:pt x="61" y="343"/>
                  </a:cubicBezTo>
                  <a:cubicBezTo>
                    <a:pt x="60" y="346"/>
                    <a:pt x="60" y="349"/>
                    <a:pt x="61" y="353"/>
                  </a:cubicBezTo>
                  <a:cubicBezTo>
                    <a:pt x="61" y="357"/>
                    <a:pt x="62" y="361"/>
                    <a:pt x="62" y="365"/>
                  </a:cubicBezTo>
                  <a:cubicBezTo>
                    <a:pt x="63" y="367"/>
                    <a:pt x="63" y="370"/>
                    <a:pt x="63" y="373"/>
                  </a:cubicBezTo>
                  <a:cubicBezTo>
                    <a:pt x="64" y="376"/>
                    <a:pt x="64" y="379"/>
                    <a:pt x="65" y="382"/>
                  </a:cubicBezTo>
                  <a:cubicBezTo>
                    <a:pt x="65" y="383"/>
                    <a:pt x="65" y="383"/>
                    <a:pt x="65" y="382"/>
                  </a:cubicBezTo>
                  <a:cubicBezTo>
                    <a:pt x="67" y="391"/>
                    <a:pt x="69" y="404"/>
                    <a:pt x="72" y="409"/>
                  </a:cubicBezTo>
                  <a:cubicBezTo>
                    <a:pt x="72" y="411"/>
                    <a:pt x="72" y="410"/>
                    <a:pt x="72" y="412"/>
                  </a:cubicBezTo>
                  <a:cubicBezTo>
                    <a:pt x="72" y="412"/>
                    <a:pt x="72" y="411"/>
                    <a:pt x="73" y="410"/>
                  </a:cubicBezTo>
                  <a:cubicBezTo>
                    <a:pt x="74" y="416"/>
                    <a:pt x="76" y="421"/>
                    <a:pt x="78" y="426"/>
                  </a:cubicBezTo>
                  <a:cubicBezTo>
                    <a:pt x="80" y="431"/>
                    <a:pt x="82" y="436"/>
                    <a:pt x="83" y="441"/>
                  </a:cubicBezTo>
                  <a:cubicBezTo>
                    <a:pt x="85" y="442"/>
                    <a:pt x="86" y="448"/>
                    <a:pt x="88" y="450"/>
                  </a:cubicBezTo>
                  <a:cubicBezTo>
                    <a:pt x="90" y="455"/>
                    <a:pt x="92" y="457"/>
                    <a:pt x="92" y="459"/>
                  </a:cubicBezTo>
                  <a:cubicBezTo>
                    <a:pt x="95" y="463"/>
                    <a:pt x="97" y="466"/>
                    <a:pt x="98" y="470"/>
                  </a:cubicBezTo>
                  <a:cubicBezTo>
                    <a:pt x="100" y="472"/>
                    <a:pt x="98" y="469"/>
                    <a:pt x="100" y="471"/>
                  </a:cubicBezTo>
                  <a:cubicBezTo>
                    <a:pt x="100" y="471"/>
                    <a:pt x="101" y="474"/>
                    <a:pt x="100" y="473"/>
                  </a:cubicBezTo>
                  <a:cubicBezTo>
                    <a:pt x="102" y="475"/>
                    <a:pt x="103" y="478"/>
                    <a:pt x="105" y="480"/>
                  </a:cubicBezTo>
                  <a:cubicBezTo>
                    <a:pt x="105" y="481"/>
                    <a:pt x="105" y="480"/>
                    <a:pt x="105" y="480"/>
                  </a:cubicBezTo>
                  <a:cubicBezTo>
                    <a:pt x="107" y="483"/>
                    <a:pt x="109" y="486"/>
                    <a:pt x="111" y="489"/>
                  </a:cubicBezTo>
                  <a:cubicBezTo>
                    <a:pt x="110" y="490"/>
                    <a:pt x="111" y="489"/>
                    <a:pt x="112" y="491"/>
                  </a:cubicBezTo>
                  <a:cubicBezTo>
                    <a:pt x="113" y="491"/>
                    <a:pt x="114" y="492"/>
                    <a:pt x="115" y="493"/>
                  </a:cubicBezTo>
                  <a:cubicBezTo>
                    <a:pt x="114" y="493"/>
                    <a:pt x="114" y="494"/>
                    <a:pt x="115" y="495"/>
                  </a:cubicBezTo>
                  <a:cubicBezTo>
                    <a:pt x="117" y="496"/>
                    <a:pt x="119" y="501"/>
                    <a:pt x="123" y="504"/>
                  </a:cubicBezTo>
                  <a:cubicBezTo>
                    <a:pt x="123" y="505"/>
                    <a:pt x="123" y="505"/>
                    <a:pt x="123" y="505"/>
                  </a:cubicBezTo>
                  <a:cubicBezTo>
                    <a:pt x="125" y="507"/>
                    <a:pt x="128" y="511"/>
                    <a:pt x="131" y="514"/>
                  </a:cubicBezTo>
                  <a:cubicBezTo>
                    <a:pt x="134" y="518"/>
                    <a:pt x="137" y="520"/>
                    <a:pt x="138" y="521"/>
                  </a:cubicBezTo>
                  <a:cubicBezTo>
                    <a:pt x="140" y="523"/>
                    <a:pt x="141" y="526"/>
                    <a:pt x="144" y="527"/>
                  </a:cubicBezTo>
                  <a:cubicBezTo>
                    <a:pt x="146" y="530"/>
                    <a:pt x="149" y="534"/>
                    <a:pt x="151" y="534"/>
                  </a:cubicBezTo>
                  <a:cubicBezTo>
                    <a:pt x="165" y="547"/>
                    <a:pt x="180" y="557"/>
                    <a:pt x="197" y="568"/>
                  </a:cubicBezTo>
                  <a:cubicBezTo>
                    <a:pt x="198" y="568"/>
                    <a:pt x="197" y="568"/>
                    <a:pt x="198" y="568"/>
                  </a:cubicBezTo>
                  <a:cubicBezTo>
                    <a:pt x="199" y="569"/>
                    <a:pt x="200" y="569"/>
                    <a:pt x="201" y="571"/>
                  </a:cubicBezTo>
                  <a:cubicBezTo>
                    <a:pt x="211" y="575"/>
                    <a:pt x="224" y="584"/>
                    <a:pt x="236" y="587"/>
                  </a:cubicBezTo>
                  <a:cubicBezTo>
                    <a:pt x="237" y="587"/>
                    <a:pt x="237" y="587"/>
                    <a:pt x="237" y="588"/>
                  </a:cubicBezTo>
                  <a:cubicBezTo>
                    <a:pt x="242" y="590"/>
                    <a:pt x="247" y="591"/>
                    <a:pt x="251" y="593"/>
                  </a:cubicBezTo>
                  <a:cubicBezTo>
                    <a:pt x="251" y="592"/>
                    <a:pt x="251" y="590"/>
                    <a:pt x="255" y="591"/>
                  </a:cubicBezTo>
                  <a:cubicBezTo>
                    <a:pt x="256" y="592"/>
                    <a:pt x="255" y="592"/>
                    <a:pt x="258" y="593"/>
                  </a:cubicBezTo>
                  <a:cubicBezTo>
                    <a:pt x="258" y="594"/>
                    <a:pt x="254" y="594"/>
                    <a:pt x="254" y="593"/>
                  </a:cubicBezTo>
                  <a:cubicBezTo>
                    <a:pt x="252" y="593"/>
                    <a:pt x="257" y="595"/>
                    <a:pt x="257" y="594"/>
                  </a:cubicBezTo>
                  <a:cubicBezTo>
                    <a:pt x="260" y="596"/>
                    <a:pt x="263" y="596"/>
                    <a:pt x="266" y="597"/>
                  </a:cubicBezTo>
                  <a:cubicBezTo>
                    <a:pt x="269" y="598"/>
                    <a:pt x="273" y="598"/>
                    <a:pt x="275" y="600"/>
                  </a:cubicBezTo>
                  <a:cubicBezTo>
                    <a:pt x="277" y="599"/>
                    <a:pt x="281" y="600"/>
                    <a:pt x="284" y="602"/>
                  </a:cubicBezTo>
                  <a:cubicBezTo>
                    <a:pt x="285" y="602"/>
                    <a:pt x="285" y="601"/>
                    <a:pt x="284" y="601"/>
                  </a:cubicBezTo>
                  <a:cubicBezTo>
                    <a:pt x="290" y="603"/>
                    <a:pt x="296" y="603"/>
                    <a:pt x="301" y="605"/>
                  </a:cubicBezTo>
                  <a:cubicBezTo>
                    <a:pt x="302" y="604"/>
                    <a:pt x="302" y="604"/>
                    <a:pt x="302" y="604"/>
                  </a:cubicBezTo>
                  <a:cubicBezTo>
                    <a:pt x="306" y="605"/>
                    <a:pt x="311" y="605"/>
                    <a:pt x="316" y="605"/>
                  </a:cubicBezTo>
                  <a:cubicBezTo>
                    <a:pt x="321" y="606"/>
                    <a:pt x="325" y="606"/>
                    <a:pt x="328" y="607"/>
                  </a:cubicBezTo>
                  <a:cubicBezTo>
                    <a:pt x="329" y="607"/>
                    <a:pt x="328" y="606"/>
                    <a:pt x="328" y="606"/>
                  </a:cubicBezTo>
                  <a:cubicBezTo>
                    <a:pt x="333" y="607"/>
                    <a:pt x="337" y="606"/>
                    <a:pt x="342" y="606"/>
                  </a:cubicBezTo>
                  <a:cubicBezTo>
                    <a:pt x="347" y="606"/>
                    <a:pt x="351" y="606"/>
                    <a:pt x="356" y="606"/>
                  </a:cubicBezTo>
                  <a:cubicBezTo>
                    <a:pt x="359" y="606"/>
                    <a:pt x="364" y="605"/>
                    <a:pt x="368" y="605"/>
                  </a:cubicBezTo>
                  <a:cubicBezTo>
                    <a:pt x="371" y="605"/>
                    <a:pt x="373" y="605"/>
                    <a:pt x="375" y="604"/>
                  </a:cubicBezTo>
                  <a:cubicBezTo>
                    <a:pt x="378" y="604"/>
                    <a:pt x="380" y="604"/>
                    <a:pt x="382" y="603"/>
                  </a:cubicBezTo>
                  <a:cubicBezTo>
                    <a:pt x="384" y="603"/>
                    <a:pt x="382" y="603"/>
                    <a:pt x="384" y="602"/>
                  </a:cubicBezTo>
                  <a:cubicBezTo>
                    <a:pt x="384" y="602"/>
                    <a:pt x="385" y="602"/>
                    <a:pt x="386" y="602"/>
                  </a:cubicBezTo>
                  <a:cubicBezTo>
                    <a:pt x="385" y="603"/>
                    <a:pt x="386" y="603"/>
                    <a:pt x="389" y="602"/>
                  </a:cubicBezTo>
                  <a:cubicBezTo>
                    <a:pt x="391" y="602"/>
                    <a:pt x="393" y="601"/>
                    <a:pt x="395" y="601"/>
                  </a:cubicBezTo>
                  <a:cubicBezTo>
                    <a:pt x="396" y="600"/>
                    <a:pt x="393" y="601"/>
                    <a:pt x="392" y="601"/>
                  </a:cubicBezTo>
                  <a:cubicBezTo>
                    <a:pt x="391" y="601"/>
                    <a:pt x="394" y="600"/>
                    <a:pt x="395" y="600"/>
                  </a:cubicBezTo>
                  <a:cubicBezTo>
                    <a:pt x="397" y="600"/>
                    <a:pt x="399" y="600"/>
                    <a:pt x="402" y="600"/>
                  </a:cubicBezTo>
                  <a:cubicBezTo>
                    <a:pt x="405" y="599"/>
                    <a:pt x="408" y="598"/>
                    <a:pt x="410" y="598"/>
                  </a:cubicBezTo>
                  <a:cubicBezTo>
                    <a:pt x="412" y="597"/>
                    <a:pt x="410" y="597"/>
                    <a:pt x="412" y="596"/>
                  </a:cubicBezTo>
                  <a:cubicBezTo>
                    <a:pt x="412" y="596"/>
                    <a:pt x="413" y="596"/>
                    <a:pt x="414" y="596"/>
                  </a:cubicBezTo>
                  <a:cubicBezTo>
                    <a:pt x="414" y="596"/>
                    <a:pt x="413" y="596"/>
                    <a:pt x="412" y="597"/>
                  </a:cubicBezTo>
                  <a:cubicBezTo>
                    <a:pt x="414" y="597"/>
                    <a:pt x="415" y="597"/>
                    <a:pt x="417" y="595"/>
                  </a:cubicBezTo>
                  <a:cubicBezTo>
                    <a:pt x="417" y="595"/>
                    <a:pt x="415" y="595"/>
                    <a:pt x="417" y="594"/>
                  </a:cubicBezTo>
                  <a:cubicBezTo>
                    <a:pt x="415" y="594"/>
                    <a:pt x="415" y="595"/>
                    <a:pt x="413" y="595"/>
                  </a:cubicBezTo>
                  <a:cubicBezTo>
                    <a:pt x="415" y="594"/>
                    <a:pt x="417" y="594"/>
                    <a:pt x="418" y="593"/>
                  </a:cubicBezTo>
                  <a:cubicBezTo>
                    <a:pt x="420" y="593"/>
                    <a:pt x="422" y="592"/>
                    <a:pt x="423" y="592"/>
                  </a:cubicBezTo>
                  <a:cubicBezTo>
                    <a:pt x="424" y="593"/>
                    <a:pt x="420" y="593"/>
                    <a:pt x="419" y="594"/>
                  </a:cubicBezTo>
                  <a:cubicBezTo>
                    <a:pt x="422" y="594"/>
                    <a:pt x="418" y="595"/>
                    <a:pt x="417" y="595"/>
                  </a:cubicBezTo>
                  <a:cubicBezTo>
                    <a:pt x="422" y="595"/>
                    <a:pt x="421" y="594"/>
                    <a:pt x="426" y="593"/>
                  </a:cubicBezTo>
                  <a:cubicBezTo>
                    <a:pt x="427" y="593"/>
                    <a:pt x="424" y="593"/>
                    <a:pt x="425" y="593"/>
                  </a:cubicBezTo>
                  <a:cubicBezTo>
                    <a:pt x="425" y="592"/>
                    <a:pt x="426" y="592"/>
                    <a:pt x="426" y="592"/>
                  </a:cubicBezTo>
                  <a:cubicBezTo>
                    <a:pt x="427" y="592"/>
                    <a:pt x="426" y="592"/>
                    <a:pt x="425" y="592"/>
                  </a:cubicBezTo>
                  <a:cubicBezTo>
                    <a:pt x="427" y="590"/>
                    <a:pt x="430" y="590"/>
                    <a:pt x="432" y="588"/>
                  </a:cubicBezTo>
                  <a:cubicBezTo>
                    <a:pt x="434" y="587"/>
                    <a:pt x="434" y="587"/>
                    <a:pt x="434" y="588"/>
                  </a:cubicBezTo>
                  <a:cubicBezTo>
                    <a:pt x="436" y="587"/>
                    <a:pt x="438" y="585"/>
                    <a:pt x="440" y="585"/>
                  </a:cubicBezTo>
                  <a:cubicBezTo>
                    <a:pt x="442" y="585"/>
                    <a:pt x="439" y="586"/>
                    <a:pt x="439" y="587"/>
                  </a:cubicBezTo>
                  <a:cubicBezTo>
                    <a:pt x="440" y="586"/>
                    <a:pt x="441" y="585"/>
                    <a:pt x="441" y="585"/>
                  </a:cubicBezTo>
                  <a:cubicBezTo>
                    <a:pt x="442" y="584"/>
                    <a:pt x="444" y="584"/>
                    <a:pt x="445" y="583"/>
                  </a:cubicBezTo>
                  <a:cubicBezTo>
                    <a:pt x="446" y="583"/>
                    <a:pt x="444" y="584"/>
                    <a:pt x="446" y="584"/>
                  </a:cubicBezTo>
                  <a:cubicBezTo>
                    <a:pt x="447" y="582"/>
                    <a:pt x="450" y="581"/>
                    <a:pt x="452" y="580"/>
                  </a:cubicBezTo>
                  <a:cubicBezTo>
                    <a:pt x="454" y="579"/>
                    <a:pt x="456" y="578"/>
                    <a:pt x="456" y="579"/>
                  </a:cubicBezTo>
                  <a:cubicBezTo>
                    <a:pt x="458" y="578"/>
                    <a:pt x="460" y="577"/>
                    <a:pt x="462" y="575"/>
                  </a:cubicBezTo>
                  <a:cubicBezTo>
                    <a:pt x="465" y="576"/>
                    <a:pt x="468" y="572"/>
                    <a:pt x="470" y="572"/>
                  </a:cubicBezTo>
                  <a:cubicBezTo>
                    <a:pt x="471" y="569"/>
                    <a:pt x="478" y="569"/>
                    <a:pt x="482" y="565"/>
                  </a:cubicBezTo>
                  <a:cubicBezTo>
                    <a:pt x="484" y="564"/>
                    <a:pt x="485" y="563"/>
                    <a:pt x="487" y="562"/>
                  </a:cubicBezTo>
                  <a:cubicBezTo>
                    <a:pt x="489" y="560"/>
                    <a:pt x="491" y="559"/>
                    <a:pt x="493" y="558"/>
                  </a:cubicBezTo>
                  <a:cubicBezTo>
                    <a:pt x="494" y="558"/>
                    <a:pt x="491" y="560"/>
                    <a:pt x="493" y="559"/>
                  </a:cubicBezTo>
                  <a:cubicBezTo>
                    <a:pt x="498" y="554"/>
                    <a:pt x="505" y="551"/>
                    <a:pt x="510" y="546"/>
                  </a:cubicBezTo>
                  <a:cubicBezTo>
                    <a:pt x="509" y="546"/>
                    <a:pt x="508" y="547"/>
                    <a:pt x="508" y="547"/>
                  </a:cubicBezTo>
                  <a:cubicBezTo>
                    <a:pt x="507" y="547"/>
                    <a:pt x="508" y="546"/>
                    <a:pt x="507" y="547"/>
                  </a:cubicBezTo>
                  <a:cubicBezTo>
                    <a:pt x="510" y="545"/>
                    <a:pt x="513" y="543"/>
                    <a:pt x="515" y="541"/>
                  </a:cubicBezTo>
                  <a:cubicBezTo>
                    <a:pt x="515" y="541"/>
                    <a:pt x="514" y="542"/>
                    <a:pt x="514" y="542"/>
                  </a:cubicBezTo>
                  <a:cubicBezTo>
                    <a:pt x="512" y="542"/>
                    <a:pt x="515" y="541"/>
                    <a:pt x="516" y="539"/>
                  </a:cubicBezTo>
                  <a:cubicBezTo>
                    <a:pt x="516" y="540"/>
                    <a:pt x="516" y="540"/>
                    <a:pt x="518" y="539"/>
                  </a:cubicBezTo>
                  <a:cubicBezTo>
                    <a:pt x="519" y="535"/>
                    <a:pt x="524" y="534"/>
                    <a:pt x="527" y="530"/>
                  </a:cubicBezTo>
                  <a:cubicBezTo>
                    <a:pt x="528" y="529"/>
                    <a:pt x="528" y="529"/>
                    <a:pt x="527" y="531"/>
                  </a:cubicBezTo>
                  <a:cubicBezTo>
                    <a:pt x="529" y="530"/>
                    <a:pt x="529" y="529"/>
                    <a:pt x="531" y="528"/>
                  </a:cubicBezTo>
                  <a:cubicBezTo>
                    <a:pt x="531" y="527"/>
                    <a:pt x="530" y="528"/>
                    <a:pt x="529" y="529"/>
                  </a:cubicBezTo>
                  <a:cubicBezTo>
                    <a:pt x="530" y="527"/>
                    <a:pt x="531" y="526"/>
                    <a:pt x="532" y="525"/>
                  </a:cubicBezTo>
                  <a:cubicBezTo>
                    <a:pt x="532" y="525"/>
                    <a:pt x="532" y="525"/>
                    <a:pt x="531" y="527"/>
                  </a:cubicBezTo>
                  <a:cubicBezTo>
                    <a:pt x="534" y="523"/>
                    <a:pt x="537" y="521"/>
                    <a:pt x="539" y="519"/>
                  </a:cubicBezTo>
                  <a:cubicBezTo>
                    <a:pt x="540" y="518"/>
                    <a:pt x="539" y="520"/>
                    <a:pt x="540" y="519"/>
                  </a:cubicBezTo>
                  <a:cubicBezTo>
                    <a:pt x="541" y="516"/>
                    <a:pt x="549" y="508"/>
                    <a:pt x="551" y="505"/>
                  </a:cubicBezTo>
                  <a:cubicBezTo>
                    <a:pt x="552" y="504"/>
                    <a:pt x="554" y="501"/>
                    <a:pt x="553" y="504"/>
                  </a:cubicBezTo>
                  <a:cubicBezTo>
                    <a:pt x="554" y="502"/>
                    <a:pt x="554" y="502"/>
                    <a:pt x="554" y="501"/>
                  </a:cubicBezTo>
                  <a:cubicBezTo>
                    <a:pt x="555" y="500"/>
                    <a:pt x="557" y="500"/>
                    <a:pt x="558" y="497"/>
                  </a:cubicBezTo>
                  <a:cubicBezTo>
                    <a:pt x="557" y="498"/>
                    <a:pt x="557" y="499"/>
                    <a:pt x="556" y="500"/>
                  </a:cubicBezTo>
                  <a:cubicBezTo>
                    <a:pt x="556" y="499"/>
                    <a:pt x="556" y="499"/>
                    <a:pt x="556" y="499"/>
                  </a:cubicBezTo>
                  <a:cubicBezTo>
                    <a:pt x="559" y="495"/>
                    <a:pt x="563" y="491"/>
                    <a:pt x="565" y="486"/>
                  </a:cubicBezTo>
                  <a:cubicBezTo>
                    <a:pt x="566" y="487"/>
                    <a:pt x="566" y="486"/>
                    <a:pt x="567" y="485"/>
                  </a:cubicBezTo>
                  <a:cubicBezTo>
                    <a:pt x="568" y="484"/>
                    <a:pt x="566" y="485"/>
                    <a:pt x="565" y="486"/>
                  </a:cubicBezTo>
                  <a:cubicBezTo>
                    <a:pt x="566" y="482"/>
                    <a:pt x="569" y="481"/>
                    <a:pt x="570" y="478"/>
                  </a:cubicBezTo>
                  <a:cubicBezTo>
                    <a:pt x="572" y="476"/>
                    <a:pt x="570" y="480"/>
                    <a:pt x="572" y="479"/>
                  </a:cubicBezTo>
                  <a:cubicBezTo>
                    <a:pt x="572" y="477"/>
                    <a:pt x="571" y="478"/>
                    <a:pt x="571" y="477"/>
                  </a:cubicBezTo>
                  <a:cubicBezTo>
                    <a:pt x="572" y="474"/>
                    <a:pt x="573" y="475"/>
                    <a:pt x="573" y="474"/>
                  </a:cubicBezTo>
                  <a:cubicBezTo>
                    <a:pt x="573" y="474"/>
                    <a:pt x="573" y="475"/>
                    <a:pt x="573" y="476"/>
                  </a:cubicBezTo>
                  <a:cubicBezTo>
                    <a:pt x="574" y="475"/>
                    <a:pt x="575" y="472"/>
                    <a:pt x="574" y="472"/>
                  </a:cubicBezTo>
                  <a:cubicBezTo>
                    <a:pt x="577" y="470"/>
                    <a:pt x="576" y="469"/>
                    <a:pt x="578" y="468"/>
                  </a:cubicBezTo>
                  <a:cubicBezTo>
                    <a:pt x="580" y="464"/>
                    <a:pt x="580" y="464"/>
                    <a:pt x="582" y="461"/>
                  </a:cubicBezTo>
                  <a:cubicBezTo>
                    <a:pt x="582" y="460"/>
                    <a:pt x="581" y="462"/>
                    <a:pt x="581" y="459"/>
                  </a:cubicBezTo>
                  <a:cubicBezTo>
                    <a:pt x="579" y="461"/>
                    <a:pt x="579" y="461"/>
                    <a:pt x="579" y="461"/>
                  </a:cubicBezTo>
                  <a:cubicBezTo>
                    <a:pt x="578" y="463"/>
                    <a:pt x="580" y="463"/>
                    <a:pt x="578" y="464"/>
                  </a:cubicBezTo>
                  <a:cubicBezTo>
                    <a:pt x="578" y="465"/>
                    <a:pt x="578" y="465"/>
                    <a:pt x="578" y="464"/>
                  </a:cubicBezTo>
                  <a:cubicBezTo>
                    <a:pt x="577" y="467"/>
                    <a:pt x="572" y="476"/>
                    <a:pt x="571" y="474"/>
                  </a:cubicBezTo>
                  <a:cubicBezTo>
                    <a:pt x="571" y="474"/>
                    <a:pt x="571" y="476"/>
                    <a:pt x="570" y="477"/>
                  </a:cubicBezTo>
                  <a:cubicBezTo>
                    <a:pt x="569" y="478"/>
                    <a:pt x="569" y="476"/>
                    <a:pt x="570" y="474"/>
                  </a:cubicBezTo>
                  <a:cubicBezTo>
                    <a:pt x="569" y="475"/>
                    <a:pt x="566" y="480"/>
                    <a:pt x="568" y="478"/>
                  </a:cubicBezTo>
                  <a:cubicBezTo>
                    <a:pt x="567" y="480"/>
                    <a:pt x="565" y="482"/>
                    <a:pt x="565" y="484"/>
                  </a:cubicBezTo>
                  <a:cubicBezTo>
                    <a:pt x="564" y="485"/>
                    <a:pt x="565" y="482"/>
                    <a:pt x="565" y="482"/>
                  </a:cubicBezTo>
                  <a:cubicBezTo>
                    <a:pt x="563" y="483"/>
                    <a:pt x="561" y="489"/>
                    <a:pt x="561" y="486"/>
                  </a:cubicBezTo>
                  <a:cubicBezTo>
                    <a:pt x="560" y="487"/>
                    <a:pt x="560" y="488"/>
                    <a:pt x="561" y="488"/>
                  </a:cubicBezTo>
                  <a:cubicBezTo>
                    <a:pt x="560" y="489"/>
                    <a:pt x="559" y="491"/>
                    <a:pt x="557" y="492"/>
                  </a:cubicBezTo>
                  <a:cubicBezTo>
                    <a:pt x="557" y="493"/>
                    <a:pt x="558" y="492"/>
                    <a:pt x="557" y="493"/>
                  </a:cubicBezTo>
                  <a:cubicBezTo>
                    <a:pt x="557" y="494"/>
                    <a:pt x="556" y="495"/>
                    <a:pt x="555" y="496"/>
                  </a:cubicBezTo>
                  <a:cubicBezTo>
                    <a:pt x="555" y="496"/>
                    <a:pt x="555" y="496"/>
                    <a:pt x="555" y="495"/>
                  </a:cubicBezTo>
                  <a:cubicBezTo>
                    <a:pt x="553" y="499"/>
                    <a:pt x="550" y="503"/>
                    <a:pt x="547" y="506"/>
                  </a:cubicBezTo>
                  <a:cubicBezTo>
                    <a:pt x="546" y="507"/>
                    <a:pt x="548" y="505"/>
                    <a:pt x="548" y="504"/>
                  </a:cubicBezTo>
                  <a:cubicBezTo>
                    <a:pt x="546" y="505"/>
                    <a:pt x="546" y="507"/>
                    <a:pt x="544" y="507"/>
                  </a:cubicBezTo>
                  <a:cubicBezTo>
                    <a:pt x="545" y="505"/>
                    <a:pt x="547" y="504"/>
                    <a:pt x="548" y="503"/>
                  </a:cubicBezTo>
                  <a:cubicBezTo>
                    <a:pt x="548" y="500"/>
                    <a:pt x="553" y="497"/>
                    <a:pt x="554" y="494"/>
                  </a:cubicBezTo>
                  <a:cubicBezTo>
                    <a:pt x="552" y="497"/>
                    <a:pt x="550" y="499"/>
                    <a:pt x="548" y="501"/>
                  </a:cubicBezTo>
                  <a:cubicBezTo>
                    <a:pt x="546" y="504"/>
                    <a:pt x="544" y="506"/>
                    <a:pt x="542" y="508"/>
                  </a:cubicBezTo>
                  <a:cubicBezTo>
                    <a:pt x="542" y="509"/>
                    <a:pt x="544" y="507"/>
                    <a:pt x="544" y="507"/>
                  </a:cubicBezTo>
                  <a:cubicBezTo>
                    <a:pt x="543" y="510"/>
                    <a:pt x="541" y="509"/>
                    <a:pt x="539" y="512"/>
                  </a:cubicBezTo>
                  <a:cubicBezTo>
                    <a:pt x="540" y="511"/>
                    <a:pt x="541" y="510"/>
                    <a:pt x="542" y="510"/>
                  </a:cubicBezTo>
                  <a:cubicBezTo>
                    <a:pt x="541" y="511"/>
                    <a:pt x="540" y="512"/>
                    <a:pt x="539" y="513"/>
                  </a:cubicBezTo>
                  <a:cubicBezTo>
                    <a:pt x="538" y="514"/>
                    <a:pt x="539" y="513"/>
                    <a:pt x="539" y="512"/>
                  </a:cubicBezTo>
                  <a:cubicBezTo>
                    <a:pt x="539" y="513"/>
                    <a:pt x="538" y="514"/>
                    <a:pt x="537" y="514"/>
                  </a:cubicBezTo>
                  <a:cubicBezTo>
                    <a:pt x="538" y="516"/>
                    <a:pt x="531" y="522"/>
                    <a:pt x="528" y="524"/>
                  </a:cubicBezTo>
                  <a:cubicBezTo>
                    <a:pt x="527" y="524"/>
                    <a:pt x="530" y="523"/>
                    <a:pt x="530" y="522"/>
                  </a:cubicBezTo>
                  <a:cubicBezTo>
                    <a:pt x="527" y="524"/>
                    <a:pt x="525" y="527"/>
                    <a:pt x="522" y="529"/>
                  </a:cubicBezTo>
                  <a:cubicBezTo>
                    <a:pt x="520" y="532"/>
                    <a:pt x="517" y="534"/>
                    <a:pt x="514" y="536"/>
                  </a:cubicBezTo>
                  <a:cubicBezTo>
                    <a:pt x="513" y="536"/>
                    <a:pt x="514" y="535"/>
                    <a:pt x="515" y="534"/>
                  </a:cubicBezTo>
                  <a:cubicBezTo>
                    <a:pt x="513" y="535"/>
                    <a:pt x="512" y="537"/>
                    <a:pt x="512" y="537"/>
                  </a:cubicBezTo>
                  <a:cubicBezTo>
                    <a:pt x="510" y="540"/>
                    <a:pt x="512" y="537"/>
                    <a:pt x="509" y="538"/>
                  </a:cubicBezTo>
                  <a:cubicBezTo>
                    <a:pt x="507" y="540"/>
                    <a:pt x="511" y="538"/>
                    <a:pt x="510" y="539"/>
                  </a:cubicBezTo>
                  <a:cubicBezTo>
                    <a:pt x="507" y="542"/>
                    <a:pt x="504" y="545"/>
                    <a:pt x="500" y="547"/>
                  </a:cubicBezTo>
                  <a:cubicBezTo>
                    <a:pt x="500" y="549"/>
                    <a:pt x="498" y="550"/>
                    <a:pt x="496" y="551"/>
                  </a:cubicBezTo>
                  <a:cubicBezTo>
                    <a:pt x="494" y="552"/>
                    <a:pt x="495" y="551"/>
                    <a:pt x="494" y="552"/>
                  </a:cubicBezTo>
                  <a:cubicBezTo>
                    <a:pt x="491" y="554"/>
                    <a:pt x="488" y="556"/>
                    <a:pt x="486" y="558"/>
                  </a:cubicBezTo>
                  <a:cubicBezTo>
                    <a:pt x="485" y="558"/>
                    <a:pt x="488" y="556"/>
                    <a:pt x="488" y="555"/>
                  </a:cubicBezTo>
                  <a:cubicBezTo>
                    <a:pt x="487" y="556"/>
                    <a:pt x="486" y="556"/>
                    <a:pt x="485" y="557"/>
                  </a:cubicBezTo>
                  <a:cubicBezTo>
                    <a:pt x="484" y="558"/>
                    <a:pt x="482" y="559"/>
                    <a:pt x="481" y="560"/>
                  </a:cubicBezTo>
                  <a:cubicBezTo>
                    <a:pt x="479" y="561"/>
                    <a:pt x="481" y="560"/>
                    <a:pt x="479" y="560"/>
                  </a:cubicBezTo>
                  <a:cubicBezTo>
                    <a:pt x="480" y="559"/>
                    <a:pt x="482" y="558"/>
                    <a:pt x="482" y="558"/>
                  </a:cubicBezTo>
                  <a:cubicBezTo>
                    <a:pt x="477" y="561"/>
                    <a:pt x="473" y="564"/>
                    <a:pt x="469" y="567"/>
                  </a:cubicBezTo>
                  <a:cubicBezTo>
                    <a:pt x="466" y="568"/>
                    <a:pt x="470" y="565"/>
                    <a:pt x="468" y="566"/>
                  </a:cubicBezTo>
                  <a:cubicBezTo>
                    <a:pt x="463" y="569"/>
                    <a:pt x="458" y="571"/>
                    <a:pt x="453" y="573"/>
                  </a:cubicBezTo>
                  <a:cubicBezTo>
                    <a:pt x="451" y="575"/>
                    <a:pt x="449" y="575"/>
                    <a:pt x="447" y="575"/>
                  </a:cubicBezTo>
                  <a:cubicBezTo>
                    <a:pt x="446" y="576"/>
                    <a:pt x="448" y="576"/>
                    <a:pt x="447" y="577"/>
                  </a:cubicBezTo>
                  <a:cubicBezTo>
                    <a:pt x="445" y="577"/>
                    <a:pt x="442" y="579"/>
                    <a:pt x="439" y="580"/>
                  </a:cubicBezTo>
                  <a:cubicBezTo>
                    <a:pt x="436" y="581"/>
                    <a:pt x="434" y="582"/>
                    <a:pt x="434" y="581"/>
                  </a:cubicBezTo>
                  <a:cubicBezTo>
                    <a:pt x="431" y="582"/>
                    <a:pt x="427" y="584"/>
                    <a:pt x="424" y="585"/>
                  </a:cubicBezTo>
                  <a:cubicBezTo>
                    <a:pt x="420" y="586"/>
                    <a:pt x="417" y="587"/>
                    <a:pt x="415" y="588"/>
                  </a:cubicBezTo>
                  <a:cubicBezTo>
                    <a:pt x="412" y="588"/>
                    <a:pt x="409" y="590"/>
                    <a:pt x="405" y="589"/>
                  </a:cubicBezTo>
                  <a:cubicBezTo>
                    <a:pt x="403" y="591"/>
                    <a:pt x="401" y="591"/>
                    <a:pt x="399" y="592"/>
                  </a:cubicBezTo>
                  <a:cubicBezTo>
                    <a:pt x="397" y="592"/>
                    <a:pt x="399" y="592"/>
                    <a:pt x="397" y="592"/>
                  </a:cubicBezTo>
                  <a:cubicBezTo>
                    <a:pt x="391" y="593"/>
                    <a:pt x="386" y="594"/>
                    <a:pt x="380" y="595"/>
                  </a:cubicBezTo>
                  <a:cubicBezTo>
                    <a:pt x="374" y="596"/>
                    <a:pt x="368" y="596"/>
                    <a:pt x="362" y="597"/>
                  </a:cubicBezTo>
                  <a:cubicBezTo>
                    <a:pt x="362" y="597"/>
                    <a:pt x="361" y="598"/>
                    <a:pt x="363" y="597"/>
                  </a:cubicBezTo>
                  <a:cubicBezTo>
                    <a:pt x="358" y="598"/>
                    <a:pt x="353" y="597"/>
                    <a:pt x="348" y="598"/>
                  </a:cubicBezTo>
                  <a:cubicBezTo>
                    <a:pt x="343" y="598"/>
                    <a:pt x="338" y="598"/>
                    <a:pt x="333" y="598"/>
                  </a:cubicBezTo>
                  <a:cubicBezTo>
                    <a:pt x="331" y="599"/>
                    <a:pt x="329" y="597"/>
                    <a:pt x="326" y="597"/>
                  </a:cubicBezTo>
                  <a:cubicBezTo>
                    <a:pt x="326" y="598"/>
                    <a:pt x="327" y="598"/>
                    <a:pt x="326" y="598"/>
                  </a:cubicBezTo>
                  <a:cubicBezTo>
                    <a:pt x="323" y="597"/>
                    <a:pt x="320" y="597"/>
                    <a:pt x="315" y="597"/>
                  </a:cubicBezTo>
                  <a:cubicBezTo>
                    <a:pt x="312" y="596"/>
                    <a:pt x="312" y="596"/>
                    <a:pt x="312" y="596"/>
                  </a:cubicBezTo>
                  <a:cubicBezTo>
                    <a:pt x="310" y="596"/>
                    <a:pt x="307" y="596"/>
                    <a:pt x="305" y="596"/>
                  </a:cubicBezTo>
                  <a:cubicBezTo>
                    <a:pt x="302" y="595"/>
                    <a:pt x="300" y="595"/>
                    <a:pt x="297" y="595"/>
                  </a:cubicBezTo>
                  <a:cubicBezTo>
                    <a:pt x="292" y="594"/>
                    <a:pt x="287" y="593"/>
                    <a:pt x="282" y="591"/>
                  </a:cubicBezTo>
                  <a:cubicBezTo>
                    <a:pt x="282" y="591"/>
                    <a:pt x="282" y="592"/>
                    <a:pt x="282" y="592"/>
                  </a:cubicBezTo>
                  <a:cubicBezTo>
                    <a:pt x="265" y="587"/>
                    <a:pt x="247" y="583"/>
                    <a:pt x="231" y="575"/>
                  </a:cubicBezTo>
                  <a:cubicBezTo>
                    <a:pt x="228" y="575"/>
                    <a:pt x="218" y="569"/>
                    <a:pt x="211" y="566"/>
                  </a:cubicBezTo>
                  <a:cubicBezTo>
                    <a:pt x="207" y="564"/>
                    <a:pt x="204" y="563"/>
                    <a:pt x="202" y="560"/>
                  </a:cubicBezTo>
                  <a:cubicBezTo>
                    <a:pt x="200" y="560"/>
                    <a:pt x="200" y="560"/>
                    <a:pt x="200" y="560"/>
                  </a:cubicBezTo>
                  <a:cubicBezTo>
                    <a:pt x="199" y="559"/>
                    <a:pt x="198" y="558"/>
                    <a:pt x="196" y="557"/>
                  </a:cubicBezTo>
                  <a:cubicBezTo>
                    <a:pt x="195" y="556"/>
                    <a:pt x="193" y="555"/>
                    <a:pt x="192" y="554"/>
                  </a:cubicBezTo>
                  <a:cubicBezTo>
                    <a:pt x="190" y="553"/>
                    <a:pt x="188" y="552"/>
                    <a:pt x="186" y="551"/>
                  </a:cubicBezTo>
                  <a:cubicBezTo>
                    <a:pt x="184" y="549"/>
                    <a:pt x="182" y="548"/>
                    <a:pt x="180" y="546"/>
                  </a:cubicBezTo>
                  <a:cubicBezTo>
                    <a:pt x="175" y="543"/>
                    <a:pt x="171" y="539"/>
                    <a:pt x="167" y="536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55" y="527"/>
                    <a:pt x="147" y="517"/>
                    <a:pt x="138" y="509"/>
                  </a:cubicBezTo>
                  <a:cubicBezTo>
                    <a:pt x="135" y="504"/>
                    <a:pt x="130" y="500"/>
                    <a:pt x="127" y="495"/>
                  </a:cubicBezTo>
                  <a:cubicBezTo>
                    <a:pt x="124" y="493"/>
                    <a:pt x="123" y="490"/>
                    <a:pt x="121" y="488"/>
                  </a:cubicBezTo>
                  <a:cubicBezTo>
                    <a:pt x="116" y="480"/>
                    <a:pt x="110" y="472"/>
                    <a:pt x="105" y="464"/>
                  </a:cubicBezTo>
                  <a:cubicBezTo>
                    <a:pt x="96" y="446"/>
                    <a:pt x="86" y="428"/>
                    <a:pt x="81" y="408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79" y="405"/>
                    <a:pt x="80" y="405"/>
                    <a:pt x="80" y="405"/>
                  </a:cubicBezTo>
                  <a:cubicBezTo>
                    <a:pt x="79" y="403"/>
                    <a:pt x="78" y="400"/>
                    <a:pt x="78" y="398"/>
                  </a:cubicBezTo>
                  <a:cubicBezTo>
                    <a:pt x="77" y="395"/>
                    <a:pt x="76" y="393"/>
                    <a:pt x="76" y="391"/>
                  </a:cubicBezTo>
                  <a:cubicBezTo>
                    <a:pt x="75" y="389"/>
                    <a:pt x="75" y="386"/>
                    <a:pt x="74" y="384"/>
                  </a:cubicBezTo>
                  <a:cubicBezTo>
                    <a:pt x="74" y="381"/>
                    <a:pt x="73" y="379"/>
                    <a:pt x="72" y="376"/>
                  </a:cubicBezTo>
                  <a:cubicBezTo>
                    <a:pt x="73" y="374"/>
                    <a:pt x="73" y="374"/>
                    <a:pt x="73" y="374"/>
                  </a:cubicBezTo>
                  <a:cubicBezTo>
                    <a:pt x="72" y="372"/>
                    <a:pt x="71" y="373"/>
                    <a:pt x="71" y="370"/>
                  </a:cubicBezTo>
                  <a:cubicBezTo>
                    <a:pt x="72" y="370"/>
                    <a:pt x="72" y="371"/>
                    <a:pt x="72" y="372"/>
                  </a:cubicBezTo>
                  <a:cubicBezTo>
                    <a:pt x="72" y="370"/>
                    <a:pt x="72" y="368"/>
                    <a:pt x="71" y="368"/>
                  </a:cubicBezTo>
                  <a:cubicBezTo>
                    <a:pt x="66" y="328"/>
                    <a:pt x="69" y="287"/>
                    <a:pt x="81" y="248"/>
                  </a:cubicBezTo>
                  <a:cubicBezTo>
                    <a:pt x="87" y="229"/>
                    <a:pt x="95" y="211"/>
                    <a:pt x="105" y="193"/>
                  </a:cubicBezTo>
                  <a:cubicBezTo>
                    <a:pt x="115" y="176"/>
                    <a:pt x="127" y="159"/>
                    <a:pt x="142" y="144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51" y="135"/>
                    <a:pt x="158" y="126"/>
                    <a:pt x="167" y="120"/>
                  </a:cubicBezTo>
                  <a:cubicBezTo>
                    <a:pt x="169" y="119"/>
                    <a:pt x="169" y="117"/>
                    <a:pt x="170" y="118"/>
                  </a:cubicBezTo>
                  <a:cubicBezTo>
                    <a:pt x="171" y="116"/>
                    <a:pt x="175" y="113"/>
                    <a:pt x="178" y="112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2" y="108"/>
                    <a:pt x="186" y="106"/>
                    <a:pt x="189" y="103"/>
                  </a:cubicBezTo>
                  <a:cubicBezTo>
                    <a:pt x="205" y="94"/>
                    <a:pt x="221" y="84"/>
                    <a:pt x="240" y="79"/>
                  </a:cubicBezTo>
                  <a:cubicBezTo>
                    <a:pt x="240" y="78"/>
                    <a:pt x="241" y="78"/>
                    <a:pt x="241" y="77"/>
                  </a:cubicBezTo>
                  <a:cubicBezTo>
                    <a:pt x="245" y="77"/>
                    <a:pt x="250" y="75"/>
                    <a:pt x="251" y="74"/>
                  </a:cubicBezTo>
                  <a:cubicBezTo>
                    <a:pt x="252" y="74"/>
                    <a:pt x="252" y="74"/>
                    <a:pt x="253" y="74"/>
                  </a:cubicBezTo>
                  <a:cubicBezTo>
                    <a:pt x="254" y="73"/>
                    <a:pt x="256" y="73"/>
                    <a:pt x="257" y="73"/>
                  </a:cubicBezTo>
                  <a:cubicBezTo>
                    <a:pt x="259" y="72"/>
                    <a:pt x="262" y="71"/>
                    <a:pt x="265" y="70"/>
                  </a:cubicBezTo>
                  <a:cubicBezTo>
                    <a:pt x="268" y="69"/>
                    <a:pt x="271" y="69"/>
                    <a:pt x="274" y="68"/>
                  </a:cubicBezTo>
                  <a:cubicBezTo>
                    <a:pt x="275" y="68"/>
                    <a:pt x="275" y="68"/>
                    <a:pt x="274" y="69"/>
                  </a:cubicBezTo>
                  <a:cubicBezTo>
                    <a:pt x="276" y="69"/>
                    <a:pt x="276" y="67"/>
                    <a:pt x="279" y="67"/>
                  </a:cubicBezTo>
                  <a:cubicBezTo>
                    <a:pt x="279" y="67"/>
                    <a:pt x="279" y="67"/>
                    <a:pt x="278" y="67"/>
                  </a:cubicBezTo>
                  <a:cubicBezTo>
                    <a:pt x="280" y="66"/>
                    <a:pt x="281" y="67"/>
                    <a:pt x="283" y="66"/>
                  </a:cubicBezTo>
                  <a:cubicBezTo>
                    <a:pt x="284" y="66"/>
                    <a:pt x="283" y="66"/>
                    <a:pt x="283" y="66"/>
                  </a:cubicBezTo>
                  <a:cubicBezTo>
                    <a:pt x="285" y="66"/>
                    <a:pt x="288" y="64"/>
                    <a:pt x="291" y="64"/>
                  </a:cubicBezTo>
                  <a:cubicBezTo>
                    <a:pt x="292" y="65"/>
                    <a:pt x="289" y="65"/>
                    <a:pt x="288" y="65"/>
                  </a:cubicBezTo>
                  <a:cubicBezTo>
                    <a:pt x="291" y="64"/>
                    <a:pt x="294" y="64"/>
                    <a:pt x="297" y="63"/>
                  </a:cubicBezTo>
                  <a:cubicBezTo>
                    <a:pt x="300" y="63"/>
                    <a:pt x="303" y="62"/>
                    <a:pt x="306" y="61"/>
                  </a:cubicBezTo>
                  <a:cubicBezTo>
                    <a:pt x="309" y="62"/>
                    <a:pt x="309" y="62"/>
                    <a:pt x="309" y="62"/>
                  </a:cubicBezTo>
                  <a:cubicBezTo>
                    <a:pt x="308" y="63"/>
                    <a:pt x="310" y="61"/>
                    <a:pt x="308" y="61"/>
                  </a:cubicBezTo>
                  <a:cubicBezTo>
                    <a:pt x="311" y="60"/>
                    <a:pt x="313" y="60"/>
                    <a:pt x="317" y="59"/>
                  </a:cubicBezTo>
                  <a:cubicBezTo>
                    <a:pt x="318" y="60"/>
                    <a:pt x="322" y="60"/>
                    <a:pt x="319" y="60"/>
                  </a:cubicBezTo>
                  <a:cubicBezTo>
                    <a:pt x="321" y="61"/>
                    <a:pt x="321" y="59"/>
                    <a:pt x="324" y="60"/>
                  </a:cubicBezTo>
                  <a:cubicBezTo>
                    <a:pt x="327" y="60"/>
                    <a:pt x="323" y="60"/>
                    <a:pt x="322" y="60"/>
                  </a:cubicBezTo>
                  <a:cubicBezTo>
                    <a:pt x="326" y="59"/>
                    <a:pt x="330" y="59"/>
                    <a:pt x="333" y="58"/>
                  </a:cubicBezTo>
                  <a:cubicBezTo>
                    <a:pt x="334" y="59"/>
                    <a:pt x="333" y="59"/>
                    <a:pt x="332" y="59"/>
                  </a:cubicBezTo>
                  <a:cubicBezTo>
                    <a:pt x="333" y="59"/>
                    <a:pt x="334" y="59"/>
                    <a:pt x="335" y="59"/>
                  </a:cubicBezTo>
                  <a:cubicBezTo>
                    <a:pt x="334" y="58"/>
                    <a:pt x="337" y="59"/>
                    <a:pt x="339" y="58"/>
                  </a:cubicBezTo>
                  <a:cubicBezTo>
                    <a:pt x="341" y="59"/>
                    <a:pt x="344" y="59"/>
                    <a:pt x="346" y="59"/>
                  </a:cubicBezTo>
                  <a:cubicBezTo>
                    <a:pt x="348" y="59"/>
                    <a:pt x="351" y="59"/>
                    <a:pt x="353" y="59"/>
                  </a:cubicBezTo>
                  <a:cubicBezTo>
                    <a:pt x="358" y="59"/>
                    <a:pt x="362" y="59"/>
                    <a:pt x="366" y="60"/>
                  </a:cubicBezTo>
                  <a:cubicBezTo>
                    <a:pt x="368" y="59"/>
                    <a:pt x="373" y="60"/>
                    <a:pt x="377" y="60"/>
                  </a:cubicBezTo>
                  <a:cubicBezTo>
                    <a:pt x="376" y="61"/>
                    <a:pt x="372" y="60"/>
                    <a:pt x="370" y="60"/>
                  </a:cubicBezTo>
                  <a:cubicBezTo>
                    <a:pt x="371" y="60"/>
                    <a:pt x="372" y="60"/>
                    <a:pt x="373" y="61"/>
                  </a:cubicBezTo>
                  <a:cubicBezTo>
                    <a:pt x="370" y="61"/>
                    <a:pt x="366" y="62"/>
                    <a:pt x="364" y="61"/>
                  </a:cubicBezTo>
                  <a:cubicBezTo>
                    <a:pt x="364" y="61"/>
                    <a:pt x="362" y="60"/>
                    <a:pt x="360" y="60"/>
                  </a:cubicBezTo>
                  <a:cubicBezTo>
                    <a:pt x="357" y="60"/>
                    <a:pt x="355" y="61"/>
                    <a:pt x="354" y="61"/>
                  </a:cubicBezTo>
                  <a:cubicBezTo>
                    <a:pt x="360" y="62"/>
                    <a:pt x="370" y="63"/>
                    <a:pt x="376" y="62"/>
                  </a:cubicBezTo>
                  <a:cubicBezTo>
                    <a:pt x="376" y="62"/>
                    <a:pt x="375" y="62"/>
                    <a:pt x="374" y="63"/>
                  </a:cubicBezTo>
                  <a:cubicBezTo>
                    <a:pt x="377" y="63"/>
                    <a:pt x="383" y="64"/>
                    <a:pt x="384" y="63"/>
                  </a:cubicBezTo>
                  <a:cubicBezTo>
                    <a:pt x="386" y="63"/>
                    <a:pt x="385" y="64"/>
                    <a:pt x="386" y="64"/>
                  </a:cubicBezTo>
                  <a:cubicBezTo>
                    <a:pt x="392" y="64"/>
                    <a:pt x="396" y="65"/>
                    <a:pt x="403" y="65"/>
                  </a:cubicBezTo>
                  <a:cubicBezTo>
                    <a:pt x="407" y="67"/>
                    <a:pt x="410" y="68"/>
                    <a:pt x="414" y="69"/>
                  </a:cubicBezTo>
                  <a:cubicBezTo>
                    <a:pt x="418" y="70"/>
                    <a:pt x="422" y="71"/>
                    <a:pt x="426" y="71"/>
                  </a:cubicBezTo>
                  <a:cubicBezTo>
                    <a:pt x="431" y="73"/>
                    <a:pt x="438" y="75"/>
                    <a:pt x="442" y="75"/>
                  </a:cubicBezTo>
                  <a:cubicBezTo>
                    <a:pt x="446" y="78"/>
                    <a:pt x="453" y="80"/>
                    <a:pt x="460" y="82"/>
                  </a:cubicBezTo>
                  <a:cubicBezTo>
                    <a:pt x="467" y="85"/>
                    <a:pt x="474" y="89"/>
                    <a:pt x="479" y="93"/>
                  </a:cubicBezTo>
                  <a:cubicBezTo>
                    <a:pt x="477" y="90"/>
                    <a:pt x="486" y="97"/>
                    <a:pt x="487" y="95"/>
                  </a:cubicBezTo>
                  <a:cubicBezTo>
                    <a:pt x="489" y="96"/>
                    <a:pt x="493" y="96"/>
                    <a:pt x="494" y="99"/>
                  </a:cubicBezTo>
                  <a:cubicBezTo>
                    <a:pt x="497" y="100"/>
                    <a:pt x="499" y="102"/>
                    <a:pt x="502" y="103"/>
                  </a:cubicBezTo>
                  <a:cubicBezTo>
                    <a:pt x="504" y="105"/>
                    <a:pt x="507" y="106"/>
                    <a:pt x="509" y="108"/>
                  </a:cubicBezTo>
                  <a:cubicBezTo>
                    <a:pt x="513" y="111"/>
                    <a:pt x="517" y="116"/>
                    <a:pt x="521" y="120"/>
                  </a:cubicBezTo>
                  <a:cubicBezTo>
                    <a:pt x="522" y="120"/>
                    <a:pt x="524" y="121"/>
                    <a:pt x="524" y="120"/>
                  </a:cubicBezTo>
                  <a:cubicBezTo>
                    <a:pt x="525" y="121"/>
                    <a:pt x="526" y="123"/>
                    <a:pt x="527" y="124"/>
                  </a:cubicBezTo>
                  <a:cubicBezTo>
                    <a:pt x="529" y="125"/>
                    <a:pt x="530" y="126"/>
                    <a:pt x="531" y="127"/>
                  </a:cubicBezTo>
                  <a:cubicBezTo>
                    <a:pt x="532" y="127"/>
                    <a:pt x="533" y="128"/>
                    <a:pt x="535" y="129"/>
                  </a:cubicBezTo>
                  <a:cubicBezTo>
                    <a:pt x="534" y="128"/>
                    <a:pt x="533" y="127"/>
                    <a:pt x="533" y="126"/>
                  </a:cubicBezTo>
                  <a:cubicBezTo>
                    <a:pt x="539" y="130"/>
                    <a:pt x="547" y="139"/>
                    <a:pt x="551" y="147"/>
                  </a:cubicBezTo>
                  <a:cubicBezTo>
                    <a:pt x="553" y="147"/>
                    <a:pt x="555" y="149"/>
                    <a:pt x="557" y="152"/>
                  </a:cubicBezTo>
                  <a:cubicBezTo>
                    <a:pt x="560" y="154"/>
                    <a:pt x="563" y="157"/>
                    <a:pt x="566" y="160"/>
                  </a:cubicBezTo>
                  <a:cubicBezTo>
                    <a:pt x="569" y="163"/>
                    <a:pt x="573" y="166"/>
                    <a:pt x="575" y="169"/>
                  </a:cubicBezTo>
                  <a:cubicBezTo>
                    <a:pt x="576" y="173"/>
                    <a:pt x="576" y="173"/>
                    <a:pt x="576" y="173"/>
                  </a:cubicBezTo>
                  <a:cubicBezTo>
                    <a:pt x="577" y="171"/>
                    <a:pt x="580" y="176"/>
                    <a:pt x="581" y="178"/>
                  </a:cubicBezTo>
                  <a:cubicBezTo>
                    <a:pt x="581" y="178"/>
                    <a:pt x="581" y="179"/>
                    <a:pt x="581" y="178"/>
                  </a:cubicBezTo>
                  <a:cubicBezTo>
                    <a:pt x="583" y="182"/>
                    <a:pt x="585" y="185"/>
                    <a:pt x="587" y="188"/>
                  </a:cubicBezTo>
                  <a:cubicBezTo>
                    <a:pt x="589" y="191"/>
                    <a:pt x="591" y="194"/>
                    <a:pt x="594" y="196"/>
                  </a:cubicBezTo>
                  <a:cubicBezTo>
                    <a:pt x="598" y="204"/>
                    <a:pt x="603" y="214"/>
                    <a:pt x="607" y="219"/>
                  </a:cubicBezTo>
                  <a:cubicBezTo>
                    <a:pt x="608" y="222"/>
                    <a:pt x="610" y="226"/>
                    <a:pt x="612" y="229"/>
                  </a:cubicBezTo>
                  <a:cubicBezTo>
                    <a:pt x="614" y="233"/>
                    <a:pt x="616" y="236"/>
                    <a:pt x="617" y="239"/>
                  </a:cubicBezTo>
                  <a:cubicBezTo>
                    <a:pt x="619" y="242"/>
                    <a:pt x="621" y="246"/>
                    <a:pt x="622" y="249"/>
                  </a:cubicBezTo>
                  <a:cubicBezTo>
                    <a:pt x="624" y="252"/>
                    <a:pt x="625" y="255"/>
                    <a:pt x="627" y="258"/>
                  </a:cubicBezTo>
                  <a:cubicBezTo>
                    <a:pt x="626" y="256"/>
                    <a:pt x="627" y="256"/>
                    <a:pt x="627" y="254"/>
                  </a:cubicBezTo>
                  <a:cubicBezTo>
                    <a:pt x="628" y="256"/>
                    <a:pt x="628" y="257"/>
                    <a:pt x="629" y="259"/>
                  </a:cubicBezTo>
                  <a:cubicBezTo>
                    <a:pt x="629" y="256"/>
                    <a:pt x="628" y="255"/>
                    <a:pt x="628" y="253"/>
                  </a:cubicBezTo>
                  <a:cubicBezTo>
                    <a:pt x="626" y="251"/>
                    <a:pt x="626" y="246"/>
                    <a:pt x="625" y="245"/>
                  </a:cubicBezTo>
                  <a:cubicBezTo>
                    <a:pt x="624" y="244"/>
                    <a:pt x="625" y="242"/>
                    <a:pt x="625" y="241"/>
                  </a:cubicBezTo>
                  <a:cubicBezTo>
                    <a:pt x="623" y="237"/>
                    <a:pt x="622" y="234"/>
                    <a:pt x="621" y="231"/>
                  </a:cubicBezTo>
                  <a:cubicBezTo>
                    <a:pt x="623" y="234"/>
                    <a:pt x="623" y="235"/>
                    <a:pt x="626" y="239"/>
                  </a:cubicBezTo>
                  <a:cubicBezTo>
                    <a:pt x="621" y="226"/>
                    <a:pt x="614" y="208"/>
                    <a:pt x="605" y="195"/>
                  </a:cubicBezTo>
                  <a:cubicBezTo>
                    <a:pt x="604" y="194"/>
                    <a:pt x="604" y="192"/>
                    <a:pt x="603" y="191"/>
                  </a:cubicBezTo>
                  <a:cubicBezTo>
                    <a:pt x="603" y="191"/>
                    <a:pt x="603" y="191"/>
                    <a:pt x="603" y="192"/>
                  </a:cubicBezTo>
                  <a:cubicBezTo>
                    <a:pt x="602" y="190"/>
                    <a:pt x="601" y="189"/>
                    <a:pt x="600" y="187"/>
                  </a:cubicBezTo>
                  <a:cubicBezTo>
                    <a:pt x="600" y="184"/>
                    <a:pt x="595" y="180"/>
                    <a:pt x="592" y="177"/>
                  </a:cubicBezTo>
                  <a:cubicBezTo>
                    <a:pt x="592" y="176"/>
                    <a:pt x="593" y="178"/>
                    <a:pt x="595" y="179"/>
                  </a:cubicBezTo>
                  <a:cubicBezTo>
                    <a:pt x="594" y="177"/>
                    <a:pt x="593" y="175"/>
                    <a:pt x="594" y="175"/>
                  </a:cubicBezTo>
                  <a:cubicBezTo>
                    <a:pt x="596" y="177"/>
                    <a:pt x="595" y="178"/>
                    <a:pt x="597" y="179"/>
                  </a:cubicBezTo>
                  <a:cubicBezTo>
                    <a:pt x="597" y="178"/>
                    <a:pt x="595" y="177"/>
                    <a:pt x="595" y="176"/>
                  </a:cubicBezTo>
                  <a:cubicBezTo>
                    <a:pt x="594" y="174"/>
                    <a:pt x="594" y="175"/>
                    <a:pt x="593" y="174"/>
                  </a:cubicBezTo>
                  <a:cubicBezTo>
                    <a:pt x="593" y="173"/>
                    <a:pt x="592" y="173"/>
                    <a:pt x="592" y="172"/>
                  </a:cubicBezTo>
                  <a:cubicBezTo>
                    <a:pt x="592" y="172"/>
                    <a:pt x="594" y="174"/>
                    <a:pt x="595" y="173"/>
                  </a:cubicBezTo>
                  <a:cubicBezTo>
                    <a:pt x="595" y="174"/>
                    <a:pt x="595" y="174"/>
                    <a:pt x="596" y="175"/>
                  </a:cubicBezTo>
                  <a:cubicBezTo>
                    <a:pt x="594" y="174"/>
                    <a:pt x="597" y="178"/>
                    <a:pt x="598" y="180"/>
                  </a:cubicBezTo>
                  <a:cubicBezTo>
                    <a:pt x="599" y="181"/>
                    <a:pt x="598" y="180"/>
                    <a:pt x="598" y="182"/>
                  </a:cubicBezTo>
                  <a:cubicBezTo>
                    <a:pt x="601" y="186"/>
                    <a:pt x="603" y="186"/>
                    <a:pt x="606" y="190"/>
                  </a:cubicBezTo>
                  <a:cubicBezTo>
                    <a:pt x="606" y="191"/>
                    <a:pt x="603" y="187"/>
                    <a:pt x="602" y="186"/>
                  </a:cubicBezTo>
                  <a:cubicBezTo>
                    <a:pt x="603" y="188"/>
                    <a:pt x="605" y="192"/>
                    <a:pt x="605" y="190"/>
                  </a:cubicBezTo>
                  <a:cubicBezTo>
                    <a:pt x="606" y="193"/>
                    <a:pt x="608" y="195"/>
                    <a:pt x="609" y="198"/>
                  </a:cubicBezTo>
                  <a:cubicBezTo>
                    <a:pt x="611" y="200"/>
                    <a:pt x="613" y="203"/>
                    <a:pt x="614" y="205"/>
                  </a:cubicBezTo>
                  <a:cubicBezTo>
                    <a:pt x="613" y="202"/>
                    <a:pt x="611" y="199"/>
                    <a:pt x="609" y="196"/>
                  </a:cubicBezTo>
                  <a:cubicBezTo>
                    <a:pt x="611" y="197"/>
                    <a:pt x="614" y="203"/>
                    <a:pt x="615" y="207"/>
                  </a:cubicBezTo>
                  <a:cubicBezTo>
                    <a:pt x="618" y="211"/>
                    <a:pt x="620" y="215"/>
                    <a:pt x="621" y="219"/>
                  </a:cubicBezTo>
                  <a:cubicBezTo>
                    <a:pt x="625" y="226"/>
                    <a:pt x="627" y="232"/>
                    <a:pt x="630" y="239"/>
                  </a:cubicBezTo>
                  <a:cubicBezTo>
                    <a:pt x="632" y="245"/>
                    <a:pt x="635" y="252"/>
                    <a:pt x="637" y="259"/>
                  </a:cubicBezTo>
                  <a:cubicBezTo>
                    <a:pt x="637" y="256"/>
                    <a:pt x="636" y="253"/>
                    <a:pt x="636" y="250"/>
                  </a:cubicBezTo>
                  <a:cubicBezTo>
                    <a:pt x="635" y="246"/>
                    <a:pt x="634" y="243"/>
                    <a:pt x="634" y="240"/>
                  </a:cubicBezTo>
                  <a:cubicBezTo>
                    <a:pt x="634" y="239"/>
                    <a:pt x="634" y="239"/>
                    <a:pt x="633" y="239"/>
                  </a:cubicBezTo>
                  <a:cubicBezTo>
                    <a:pt x="634" y="236"/>
                    <a:pt x="632" y="234"/>
                    <a:pt x="631" y="231"/>
                  </a:cubicBezTo>
                  <a:cubicBezTo>
                    <a:pt x="631" y="230"/>
                    <a:pt x="632" y="231"/>
                    <a:pt x="633" y="233"/>
                  </a:cubicBezTo>
                  <a:cubicBezTo>
                    <a:pt x="633" y="230"/>
                    <a:pt x="631" y="227"/>
                    <a:pt x="630" y="224"/>
                  </a:cubicBezTo>
                  <a:cubicBezTo>
                    <a:pt x="630" y="221"/>
                    <a:pt x="631" y="225"/>
                    <a:pt x="631" y="223"/>
                  </a:cubicBezTo>
                  <a:cubicBezTo>
                    <a:pt x="630" y="218"/>
                    <a:pt x="628" y="216"/>
                    <a:pt x="625" y="211"/>
                  </a:cubicBezTo>
                  <a:cubicBezTo>
                    <a:pt x="626" y="210"/>
                    <a:pt x="629" y="215"/>
                    <a:pt x="630" y="217"/>
                  </a:cubicBezTo>
                  <a:cubicBezTo>
                    <a:pt x="630" y="216"/>
                    <a:pt x="629" y="215"/>
                    <a:pt x="629" y="214"/>
                  </a:cubicBezTo>
                  <a:cubicBezTo>
                    <a:pt x="629" y="214"/>
                    <a:pt x="629" y="214"/>
                    <a:pt x="629" y="215"/>
                  </a:cubicBezTo>
                  <a:cubicBezTo>
                    <a:pt x="628" y="213"/>
                    <a:pt x="628" y="211"/>
                    <a:pt x="627" y="210"/>
                  </a:cubicBezTo>
                  <a:cubicBezTo>
                    <a:pt x="627" y="209"/>
                    <a:pt x="627" y="210"/>
                    <a:pt x="627" y="208"/>
                  </a:cubicBezTo>
                  <a:cubicBezTo>
                    <a:pt x="625" y="205"/>
                    <a:pt x="623" y="201"/>
                    <a:pt x="622" y="197"/>
                  </a:cubicBezTo>
                  <a:cubicBezTo>
                    <a:pt x="621" y="196"/>
                    <a:pt x="620" y="196"/>
                    <a:pt x="621" y="198"/>
                  </a:cubicBezTo>
                  <a:cubicBezTo>
                    <a:pt x="620" y="197"/>
                    <a:pt x="619" y="196"/>
                    <a:pt x="618" y="195"/>
                  </a:cubicBezTo>
                  <a:cubicBezTo>
                    <a:pt x="619" y="193"/>
                    <a:pt x="619" y="193"/>
                    <a:pt x="619" y="192"/>
                  </a:cubicBezTo>
                  <a:cubicBezTo>
                    <a:pt x="622" y="196"/>
                    <a:pt x="626" y="203"/>
                    <a:pt x="628" y="203"/>
                  </a:cubicBezTo>
                  <a:cubicBezTo>
                    <a:pt x="630" y="207"/>
                    <a:pt x="631" y="210"/>
                    <a:pt x="633" y="214"/>
                  </a:cubicBezTo>
                  <a:cubicBezTo>
                    <a:pt x="634" y="217"/>
                    <a:pt x="635" y="221"/>
                    <a:pt x="636" y="224"/>
                  </a:cubicBezTo>
                  <a:cubicBezTo>
                    <a:pt x="637" y="222"/>
                    <a:pt x="638" y="228"/>
                    <a:pt x="639" y="231"/>
                  </a:cubicBezTo>
                  <a:cubicBezTo>
                    <a:pt x="639" y="232"/>
                    <a:pt x="638" y="228"/>
                    <a:pt x="637" y="227"/>
                  </a:cubicBezTo>
                  <a:cubicBezTo>
                    <a:pt x="638" y="230"/>
                    <a:pt x="640" y="233"/>
                    <a:pt x="641" y="236"/>
                  </a:cubicBezTo>
                  <a:cubicBezTo>
                    <a:pt x="642" y="238"/>
                    <a:pt x="640" y="235"/>
                    <a:pt x="641" y="238"/>
                  </a:cubicBezTo>
                  <a:cubicBezTo>
                    <a:pt x="642" y="238"/>
                    <a:pt x="645" y="246"/>
                    <a:pt x="645" y="251"/>
                  </a:cubicBezTo>
                  <a:cubicBezTo>
                    <a:pt x="647" y="254"/>
                    <a:pt x="648" y="258"/>
                    <a:pt x="649" y="263"/>
                  </a:cubicBezTo>
                  <a:cubicBezTo>
                    <a:pt x="651" y="263"/>
                    <a:pt x="649" y="259"/>
                    <a:pt x="648" y="257"/>
                  </a:cubicBezTo>
                  <a:cubicBezTo>
                    <a:pt x="649" y="259"/>
                    <a:pt x="651" y="262"/>
                    <a:pt x="652" y="266"/>
                  </a:cubicBezTo>
                  <a:cubicBezTo>
                    <a:pt x="653" y="270"/>
                    <a:pt x="654" y="275"/>
                    <a:pt x="654" y="279"/>
                  </a:cubicBezTo>
                  <a:cubicBezTo>
                    <a:pt x="656" y="284"/>
                    <a:pt x="657" y="301"/>
                    <a:pt x="659" y="303"/>
                  </a:cubicBezTo>
                  <a:cubicBezTo>
                    <a:pt x="659" y="307"/>
                    <a:pt x="661" y="309"/>
                    <a:pt x="661" y="313"/>
                  </a:cubicBezTo>
                  <a:cubicBezTo>
                    <a:pt x="660" y="313"/>
                    <a:pt x="660" y="310"/>
                    <a:pt x="659" y="311"/>
                  </a:cubicBezTo>
                  <a:cubicBezTo>
                    <a:pt x="661" y="321"/>
                    <a:pt x="663" y="331"/>
                    <a:pt x="665" y="332"/>
                  </a:cubicBezTo>
                  <a:cubicBezTo>
                    <a:pt x="666" y="329"/>
                    <a:pt x="666" y="325"/>
                    <a:pt x="667" y="326"/>
                  </a:cubicBezTo>
                  <a:cubicBezTo>
                    <a:pt x="668" y="321"/>
                    <a:pt x="667" y="312"/>
                    <a:pt x="669" y="311"/>
                  </a:cubicBezTo>
                  <a:cubicBezTo>
                    <a:pt x="668" y="308"/>
                    <a:pt x="668" y="303"/>
                    <a:pt x="667" y="303"/>
                  </a:cubicBezTo>
                  <a:cubicBezTo>
                    <a:pt x="667" y="304"/>
                    <a:pt x="667" y="305"/>
                    <a:pt x="668" y="305"/>
                  </a:cubicBezTo>
                  <a:cubicBezTo>
                    <a:pt x="667" y="307"/>
                    <a:pt x="667" y="305"/>
                    <a:pt x="667" y="304"/>
                  </a:cubicBezTo>
                  <a:cubicBezTo>
                    <a:pt x="667" y="302"/>
                    <a:pt x="667" y="300"/>
                    <a:pt x="667" y="299"/>
                  </a:cubicBezTo>
                  <a:cubicBezTo>
                    <a:pt x="667" y="297"/>
                    <a:pt x="668" y="297"/>
                    <a:pt x="668" y="299"/>
                  </a:cubicBezTo>
                  <a:cubicBezTo>
                    <a:pt x="668" y="298"/>
                    <a:pt x="668" y="296"/>
                    <a:pt x="668" y="296"/>
                  </a:cubicBezTo>
                  <a:cubicBezTo>
                    <a:pt x="668" y="292"/>
                    <a:pt x="666" y="283"/>
                    <a:pt x="664" y="277"/>
                  </a:cubicBezTo>
                  <a:cubicBezTo>
                    <a:pt x="665" y="270"/>
                    <a:pt x="661" y="263"/>
                    <a:pt x="658" y="256"/>
                  </a:cubicBezTo>
                  <a:cubicBezTo>
                    <a:pt x="659" y="255"/>
                    <a:pt x="659" y="255"/>
                    <a:pt x="659" y="255"/>
                  </a:cubicBezTo>
                  <a:cubicBezTo>
                    <a:pt x="661" y="257"/>
                    <a:pt x="663" y="264"/>
                    <a:pt x="664" y="268"/>
                  </a:cubicBezTo>
                  <a:cubicBezTo>
                    <a:pt x="665" y="266"/>
                    <a:pt x="664" y="265"/>
                    <a:pt x="665" y="264"/>
                  </a:cubicBezTo>
                  <a:cubicBezTo>
                    <a:pt x="660" y="253"/>
                    <a:pt x="660" y="247"/>
                    <a:pt x="655" y="237"/>
                  </a:cubicBezTo>
                  <a:cubicBezTo>
                    <a:pt x="655" y="236"/>
                    <a:pt x="656" y="237"/>
                    <a:pt x="656" y="236"/>
                  </a:cubicBezTo>
                  <a:cubicBezTo>
                    <a:pt x="657" y="240"/>
                    <a:pt x="659" y="245"/>
                    <a:pt x="661" y="247"/>
                  </a:cubicBezTo>
                  <a:cubicBezTo>
                    <a:pt x="661" y="245"/>
                    <a:pt x="660" y="244"/>
                    <a:pt x="660" y="242"/>
                  </a:cubicBezTo>
                  <a:cubicBezTo>
                    <a:pt x="659" y="243"/>
                    <a:pt x="659" y="241"/>
                    <a:pt x="658" y="239"/>
                  </a:cubicBezTo>
                  <a:cubicBezTo>
                    <a:pt x="658" y="239"/>
                    <a:pt x="658" y="239"/>
                    <a:pt x="657" y="239"/>
                  </a:cubicBezTo>
                  <a:cubicBezTo>
                    <a:pt x="657" y="237"/>
                    <a:pt x="656" y="234"/>
                    <a:pt x="655" y="232"/>
                  </a:cubicBezTo>
                  <a:cubicBezTo>
                    <a:pt x="654" y="230"/>
                    <a:pt x="653" y="228"/>
                    <a:pt x="653" y="229"/>
                  </a:cubicBezTo>
                  <a:cubicBezTo>
                    <a:pt x="651" y="228"/>
                    <a:pt x="653" y="228"/>
                    <a:pt x="652" y="226"/>
                  </a:cubicBezTo>
                  <a:cubicBezTo>
                    <a:pt x="652" y="226"/>
                    <a:pt x="653" y="229"/>
                    <a:pt x="653" y="227"/>
                  </a:cubicBezTo>
                  <a:cubicBezTo>
                    <a:pt x="653" y="225"/>
                    <a:pt x="651" y="223"/>
                    <a:pt x="651" y="224"/>
                  </a:cubicBezTo>
                  <a:cubicBezTo>
                    <a:pt x="650" y="222"/>
                    <a:pt x="651" y="222"/>
                    <a:pt x="651" y="221"/>
                  </a:cubicBezTo>
                  <a:cubicBezTo>
                    <a:pt x="649" y="218"/>
                    <a:pt x="649" y="220"/>
                    <a:pt x="648" y="218"/>
                  </a:cubicBezTo>
                  <a:cubicBezTo>
                    <a:pt x="647" y="216"/>
                    <a:pt x="648" y="216"/>
                    <a:pt x="649" y="217"/>
                  </a:cubicBezTo>
                  <a:cubicBezTo>
                    <a:pt x="648" y="214"/>
                    <a:pt x="647" y="215"/>
                    <a:pt x="647" y="214"/>
                  </a:cubicBezTo>
                  <a:cubicBezTo>
                    <a:pt x="646" y="214"/>
                    <a:pt x="646" y="211"/>
                    <a:pt x="646" y="211"/>
                  </a:cubicBezTo>
                  <a:cubicBezTo>
                    <a:pt x="647" y="212"/>
                    <a:pt x="648" y="213"/>
                    <a:pt x="649" y="215"/>
                  </a:cubicBezTo>
                  <a:cubicBezTo>
                    <a:pt x="648" y="211"/>
                    <a:pt x="646" y="210"/>
                    <a:pt x="646" y="210"/>
                  </a:cubicBezTo>
                  <a:cubicBezTo>
                    <a:pt x="644" y="206"/>
                    <a:pt x="642" y="202"/>
                    <a:pt x="640" y="200"/>
                  </a:cubicBezTo>
                  <a:cubicBezTo>
                    <a:pt x="639" y="197"/>
                    <a:pt x="641" y="200"/>
                    <a:pt x="641" y="198"/>
                  </a:cubicBezTo>
                  <a:cubicBezTo>
                    <a:pt x="642" y="201"/>
                    <a:pt x="643" y="203"/>
                    <a:pt x="644" y="205"/>
                  </a:cubicBezTo>
                  <a:cubicBezTo>
                    <a:pt x="644" y="203"/>
                    <a:pt x="645" y="203"/>
                    <a:pt x="646" y="205"/>
                  </a:cubicBezTo>
                  <a:cubicBezTo>
                    <a:pt x="646" y="203"/>
                    <a:pt x="645" y="202"/>
                    <a:pt x="645" y="202"/>
                  </a:cubicBezTo>
                  <a:cubicBezTo>
                    <a:pt x="645" y="201"/>
                    <a:pt x="643" y="199"/>
                    <a:pt x="644" y="198"/>
                  </a:cubicBezTo>
                  <a:cubicBezTo>
                    <a:pt x="642" y="195"/>
                    <a:pt x="640" y="192"/>
                    <a:pt x="638" y="188"/>
                  </a:cubicBezTo>
                  <a:cubicBezTo>
                    <a:pt x="639" y="187"/>
                    <a:pt x="641" y="191"/>
                    <a:pt x="640" y="192"/>
                  </a:cubicBezTo>
                  <a:cubicBezTo>
                    <a:pt x="641" y="193"/>
                    <a:pt x="641" y="192"/>
                    <a:pt x="641" y="192"/>
                  </a:cubicBezTo>
                  <a:cubicBezTo>
                    <a:pt x="642" y="193"/>
                    <a:pt x="642" y="193"/>
                    <a:pt x="642" y="193"/>
                  </a:cubicBezTo>
                  <a:cubicBezTo>
                    <a:pt x="641" y="190"/>
                    <a:pt x="640" y="188"/>
                    <a:pt x="638" y="186"/>
                  </a:cubicBezTo>
                  <a:cubicBezTo>
                    <a:pt x="638" y="185"/>
                    <a:pt x="640" y="186"/>
                    <a:pt x="640" y="184"/>
                  </a:cubicBezTo>
                  <a:cubicBezTo>
                    <a:pt x="638" y="183"/>
                    <a:pt x="639" y="183"/>
                    <a:pt x="637" y="181"/>
                  </a:cubicBezTo>
                  <a:cubicBezTo>
                    <a:pt x="636" y="179"/>
                    <a:pt x="637" y="179"/>
                    <a:pt x="637" y="178"/>
                  </a:cubicBezTo>
                  <a:cubicBezTo>
                    <a:pt x="636" y="177"/>
                    <a:pt x="636" y="177"/>
                    <a:pt x="635" y="176"/>
                  </a:cubicBezTo>
                  <a:cubicBezTo>
                    <a:pt x="635" y="175"/>
                    <a:pt x="636" y="176"/>
                    <a:pt x="635" y="174"/>
                  </a:cubicBezTo>
                  <a:cubicBezTo>
                    <a:pt x="633" y="170"/>
                    <a:pt x="631" y="167"/>
                    <a:pt x="629" y="164"/>
                  </a:cubicBezTo>
                  <a:cubicBezTo>
                    <a:pt x="629" y="162"/>
                    <a:pt x="630" y="165"/>
                    <a:pt x="632" y="166"/>
                  </a:cubicBezTo>
                  <a:cubicBezTo>
                    <a:pt x="631" y="164"/>
                    <a:pt x="629" y="163"/>
                    <a:pt x="629" y="161"/>
                  </a:cubicBezTo>
                  <a:cubicBezTo>
                    <a:pt x="629" y="161"/>
                    <a:pt x="628" y="160"/>
                    <a:pt x="628" y="161"/>
                  </a:cubicBezTo>
                  <a:cubicBezTo>
                    <a:pt x="627" y="159"/>
                    <a:pt x="626" y="156"/>
                    <a:pt x="625" y="154"/>
                  </a:cubicBezTo>
                  <a:cubicBezTo>
                    <a:pt x="623" y="152"/>
                    <a:pt x="622" y="151"/>
                    <a:pt x="621" y="149"/>
                  </a:cubicBezTo>
                  <a:cubicBezTo>
                    <a:pt x="618" y="145"/>
                    <a:pt x="615" y="141"/>
                    <a:pt x="612" y="137"/>
                  </a:cubicBezTo>
                  <a:cubicBezTo>
                    <a:pt x="612" y="136"/>
                    <a:pt x="612" y="138"/>
                    <a:pt x="613" y="138"/>
                  </a:cubicBezTo>
                  <a:cubicBezTo>
                    <a:pt x="611" y="137"/>
                    <a:pt x="610" y="136"/>
                    <a:pt x="609" y="135"/>
                  </a:cubicBezTo>
                  <a:cubicBezTo>
                    <a:pt x="610" y="133"/>
                    <a:pt x="608" y="131"/>
                    <a:pt x="605" y="128"/>
                  </a:cubicBezTo>
                  <a:cubicBezTo>
                    <a:pt x="603" y="125"/>
                    <a:pt x="600" y="123"/>
                    <a:pt x="598" y="120"/>
                  </a:cubicBezTo>
                  <a:cubicBezTo>
                    <a:pt x="601" y="120"/>
                    <a:pt x="605" y="126"/>
                    <a:pt x="609" y="130"/>
                  </a:cubicBezTo>
                  <a:cubicBezTo>
                    <a:pt x="608" y="127"/>
                    <a:pt x="605" y="125"/>
                    <a:pt x="605" y="124"/>
                  </a:cubicBezTo>
                  <a:cubicBezTo>
                    <a:pt x="602" y="121"/>
                    <a:pt x="602" y="121"/>
                    <a:pt x="602" y="121"/>
                  </a:cubicBezTo>
                  <a:cubicBezTo>
                    <a:pt x="601" y="120"/>
                    <a:pt x="602" y="120"/>
                    <a:pt x="602" y="119"/>
                  </a:cubicBezTo>
                  <a:cubicBezTo>
                    <a:pt x="603" y="121"/>
                    <a:pt x="604" y="122"/>
                    <a:pt x="605" y="123"/>
                  </a:cubicBezTo>
                  <a:cubicBezTo>
                    <a:pt x="605" y="122"/>
                    <a:pt x="606" y="124"/>
                    <a:pt x="607" y="124"/>
                  </a:cubicBezTo>
                  <a:cubicBezTo>
                    <a:pt x="607" y="121"/>
                    <a:pt x="602" y="120"/>
                    <a:pt x="601" y="117"/>
                  </a:cubicBezTo>
                  <a:cubicBezTo>
                    <a:pt x="599" y="116"/>
                    <a:pt x="596" y="114"/>
                    <a:pt x="594" y="112"/>
                  </a:cubicBezTo>
                  <a:cubicBezTo>
                    <a:pt x="592" y="110"/>
                    <a:pt x="594" y="111"/>
                    <a:pt x="595" y="111"/>
                  </a:cubicBezTo>
                  <a:cubicBezTo>
                    <a:pt x="594" y="109"/>
                    <a:pt x="592" y="108"/>
                    <a:pt x="591" y="106"/>
                  </a:cubicBezTo>
                  <a:cubicBezTo>
                    <a:pt x="591" y="107"/>
                    <a:pt x="590" y="107"/>
                    <a:pt x="588" y="105"/>
                  </a:cubicBezTo>
                  <a:cubicBezTo>
                    <a:pt x="589" y="106"/>
                    <a:pt x="590" y="107"/>
                    <a:pt x="590" y="108"/>
                  </a:cubicBezTo>
                  <a:cubicBezTo>
                    <a:pt x="589" y="107"/>
                    <a:pt x="587" y="105"/>
                    <a:pt x="586" y="103"/>
                  </a:cubicBezTo>
                  <a:cubicBezTo>
                    <a:pt x="584" y="102"/>
                    <a:pt x="583" y="101"/>
                    <a:pt x="581" y="100"/>
                  </a:cubicBezTo>
                  <a:cubicBezTo>
                    <a:pt x="581" y="98"/>
                    <a:pt x="582" y="100"/>
                    <a:pt x="579" y="97"/>
                  </a:cubicBezTo>
                  <a:cubicBezTo>
                    <a:pt x="578" y="94"/>
                    <a:pt x="581" y="98"/>
                    <a:pt x="580" y="95"/>
                  </a:cubicBezTo>
                  <a:cubicBezTo>
                    <a:pt x="578" y="96"/>
                    <a:pt x="576" y="93"/>
                    <a:pt x="572" y="91"/>
                  </a:cubicBezTo>
                  <a:cubicBezTo>
                    <a:pt x="569" y="88"/>
                    <a:pt x="567" y="85"/>
                    <a:pt x="564" y="82"/>
                  </a:cubicBezTo>
                  <a:cubicBezTo>
                    <a:pt x="561" y="81"/>
                    <a:pt x="558" y="79"/>
                    <a:pt x="554" y="77"/>
                  </a:cubicBezTo>
                  <a:cubicBezTo>
                    <a:pt x="552" y="74"/>
                    <a:pt x="556" y="77"/>
                    <a:pt x="556" y="77"/>
                  </a:cubicBezTo>
                  <a:cubicBezTo>
                    <a:pt x="551" y="73"/>
                    <a:pt x="545" y="71"/>
                    <a:pt x="542" y="70"/>
                  </a:cubicBezTo>
                  <a:cubicBezTo>
                    <a:pt x="547" y="74"/>
                    <a:pt x="550" y="73"/>
                    <a:pt x="553" y="76"/>
                  </a:cubicBezTo>
                  <a:cubicBezTo>
                    <a:pt x="553" y="77"/>
                    <a:pt x="553" y="77"/>
                    <a:pt x="553" y="77"/>
                  </a:cubicBezTo>
                  <a:cubicBezTo>
                    <a:pt x="554" y="78"/>
                    <a:pt x="556" y="79"/>
                    <a:pt x="555" y="78"/>
                  </a:cubicBezTo>
                  <a:cubicBezTo>
                    <a:pt x="558" y="82"/>
                    <a:pt x="569" y="87"/>
                    <a:pt x="573" y="93"/>
                  </a:cubicBezTo>
                  <a:cubicBezTo>
                    <a:pt x="568" y="91"/>
                    <a:pt x="561" y="84"/>
                    <a:pt x="556" y="80"/>
                  </a:cubicBezTo>
                  <a:cubicBezTo>
                    <a:pt x="552" y="79"/>
                    <a:pt x="545" y="73"/>
                    <a:pt x="539" y="68"/>
                  </a:cubicBezTo>
                  <a:cubicBezTo>
                    <a:pt x="541" y="69"/>
                    <a:pt x="543" y="69"/>
                    <a:pt x="544" y="68"/>
                  </a:cubicBezTo>
                  <a:cubicBezTo>
                    <a:pt x="542" y="68"/>
                    <a:pt x="541" y="67"/>
                    <a:pt x="539" y="66"/>
                  </a:cubicBezTo>
                  <a:cubicBezTo>
                    <a:pt x="536" y="61"/>
                    <a:pt x="532" y="62"/>
                    <a:pt x="529" y="57"/>
                  </a:cubicBezTo>
                  <a:cubicBezTo>
                    <a:pt x="523" y="55"/>
                    <a:pt x="525" y="56"/>
                    <a:pt x="520" y="53"/>
                  </a:cubicBezTo>
                  <a:cubicBezTo>
                    <a:pt x="522" y="54"/>
                    <a:pt x="520" y="53"/>
                    <a:pt x="520" y="54"/>
                  </a:cubicBezTo>
                  <a:cubicBezTo>
                    <a:pt x="519" y="53"/>
                    <a:pt x="517" y="52"/>
                    <a:pt x="515" y="51"/>
                  </a:cubicBezTo>
                  <a:cubicBezTo>
                    <a:pt x="513" y="49"/>
                    <a:pt x="517" y="51"/>
                    <a:pt x="518" y="52"/>
                  </a:cubicBezTo>
                  <a:cubicBezTo>
                    <a:pt x="518" y="51"/>
                    <a:pt x="512" y="48"/>
                    <a:pt x="511" y="49"/>
                  </a:cubicBezTo>
                  <a:cubicBezTo>
                    <a:pt x="509" y="47"/>
                    <a:pt x="507" y="46"/>
                    <a:pt x="505" y="44"/>
                  </a:cubicBezTo>
                  <a:cubicBezTo>
                    <a:pt x="502" y="42"/>
                    <a:pt x="498" y="42"/>
                    <a:pt x="495" y="40"/>
                  </a:cubicBezTo>
                  <a:cubicBezTo>
                    <a:pt x="494" y="38"/>
                    <a:pt x="497" y="39"/>
                    <a:pt x="500" y="39"/>
                  </a:cubicBezTo>
                  <a:cubicBezTo>
                    <a:pt x="496" y="37"/>
                    <a:pt x="493" y="37"/>
                    <a:pt x="488" y="34"/>
                  </a:cubicBezTo>
                  <a:cubicBezTo>
                    <a:pt x="486" y="32"/>
                    <a:pt x="487" y="33"/>
                    <a:pt x="485" y="31"/>
                  </a:cubicBezTo>
                  <a:cubicBezTo>
                    <a:pt x="483" y="31"/>
                    <a:pt x="488" y="34"/>
                    <a:pt x="486" y="33"/>
                  </a:cubicBezTo>
                  <a:cubicBezTo>
                    <a:pt x="488" y="34"/>
                    <a:pt x="489" y="35"/>
                    <a:pt x="491" y="36"/>
                  </a:cubicBezTo>
                  <a:cubicBezTo>
                    <a:pt x="491" y="37"/>
                    <a:pt x="491" y="36"/>
                    <a:pt x="494" y="38"/>
                  </a:cubicBezTo>
                  <a:cubicBezTo>
                    <a:pt x="494" y="39"/>
                    <a:pt x="493" y="38"/>
                    <a:pt x="492" y="38"/>
                  </a:cubicBezTo>
                  <a:cubicBezTo>
                    <a:pt x="491" y="37"/>
                    <a:pt x="490" y="36"/>
                    <a:pt x="488" y="35"/>
                  </a:cubicBezTo>
                  <a:cubicBezTo>
                    <a:pt x="488" y="35"/>
                    <a:pt x="487" y="35"/>
                    <a:pt x="487" y="35"/>
                  </a:cubicBezTo>
                  <a:cubicBezTo>
                    <a:pt x="485" y="35"/>
                    <a:pt x="484" y="33"/>
                    <a:pt x="482" y="32"/>
                  </a:cubicBezTo>
                  <a:cubicBezTo>
                    <a:pt x="481" y="32"/>
                    <a:pt x="482" y="32"/>
                    <a:pt x="483" y="32"/>
                  </a:cubicBezTo>
                  <a:cubicBezTo>
                    <a:pt x="484" y="33"/>
                    <a:pt x="484" y="33"/>
                    <a:pt x="485" y="34"/>
                  </a:cubicBezTo>
                  <a:cubicBezTo>
                    <a:pt x="485" y="33"/>
                    <a:pt x="486" y="33"/>
                    <a:pt x="485" y="32"/>
                  </a:cubicBezTo>
                  <a:cubicBezTo>
                    <a:pt x="480" y="31"/>
                    <a:pt x="476" y="30"/>
                    <a:pt x="472" y="29"/>
                  </a:cubicBezTo>
                  <a:cubicBezTo>
                    <a:pt x="468" y="27"/>
                    <a:pt x="464" y="26"/>
                    <a:pt x="460" y="25"/>
                  </a:cubicBezTo>
                  <a:cubicBezTo>
                    <a:pt x="459" y="24"/>
                    <a:pt x="458" y="24"/>
                    <a:pt x="459" y="24"/>
                  </a:cubicBezTo>
                  <a:cubicBezTo>
                    <a:pt x="458" y="24"/>
                    <a:pt x="452" y="22"/>
                    <a:pt x="448" y="21"/>
                  </a:cubicBezTo>
                  <a:cubicBezTo>
                    <a:pt x="448" y="20"/>
                    <a:pt x="454" y="22"/>
                    <a:pt x="454" y="21"/>
                  </a:cubicBezTo>
                  <a:cubicBezTo>
                    <a:pt x="455" y="23"/>
                    <a:pt x="457" y="23"/>
                    <a:pt x="455" y="21"/>
                  </a:cubicBezTo>
                  <a:cubicBezTo>
                    <a:pt x="448" y="19"/>
                    <a:pt x="441" y="18"/>
                    <a:pt x="436" y="16"/>
                  </a:cubicBezTo>
                  <a:cubicBezTo>
                    <a:pt x="435" y="14"/>
                    <a:pt x="443" y="17"/>
                    <a:pt x="443" y="16"/>
                  </a:cubicBezTo>
                  <a:cubicBezTo>
                    <a:pt x="441" y="15"/>
                    <a:pt x="440" y="15"/>
                    <a:pt x="439" y="15"/>
                  </a:cubicBezTo>
                  <a:cubicBezTo>
                    <a:pt x="437" y="14"/>
                    <a:pt x="434" y="13"/>
                    <a:pt x="432" y="13"/>
                  </a:cubicBezTo>
                  <a:cubicBezTo>
                    <a:pt x="429" y="12"/>
                    <a:pt x="426" y="12"/>
                    <a:pt x="423" y="11"/>
                  </a:cubicBezTo>
                  <a:cubicBezTo>
                    <a:pt x="420" y="10"/>
                    <a:pt x="418" y="10"/>
                    <a:pt x="415" y="10"/>
                  </a:cubicBezTo>
                  <a:cubicBezTo>
                    <a:pt x="412" y="9"/>
                    <a:pt x="410" y="9"/>
                    <a:pt x="407" y="8"/>
                  </a:cubicBezTo>
                  <a:cubicBezTo>
                    <a:pt x="406" y="8"/>
                    <a:pt x="413" y="9"/>
                    <a:pt x="409" y="7"/>
                  </a:cubicBezTo>
                  <a:cubicBezTo>
                    <a:pt x="408" y="8"/>
                    <a:pt x="405" y="8"/>
                    <a:pt x="402" y="7"/>
                  </a:cubicBezTo>
                  <a:cubicBezTo>
                    <a:pt x="404" y="8"/>
                    <a:pt x="405" y="9"/>
                    <a:pt x="407" y="9"/>
                  </a:cubicBezTo>
                  <a:cubicBezTo>
                    <a:pt x="408" y="9"/>
                    <a:pt x="407" y="9"/>
                    <a:pt x="408" y="9"/>
                  </a:cubicBezTo>
                  <a:cubicBezTo>
                    <a:pt x="404" y="9"/>
                    <a:pt x="401" y="7"/>
                    <a:pt x="396" y="7"/>
                  </a:cubicBezTo>
                  <a:cubicBezTo>
                    <a:pt x="395" y="7"/>
                    <a:pt x="396" y="7"/>
                    <a:pt x="395" y="6"/>
                  </a:cubicBezTo>
                  <a:cubicBezTo>
                    <a:pt x="392" y="7"/>
                    <a:pt x="389" y="5"/>
                    <a:pt x="386" y="5"/>
                  </a:cubicBezTo>
                  <a:cubicBezTo>
                    <a:pt x="385" y="5"/>
                    <a:pt x="385" y="5"/>
                    <a:pt x="386" y="4"/>
                  </a:cubicBezTo>
                  <a:cubicBezTo>
                    <a:pt x="384" y="4"/>
                    <a:pt x="383" y="4"/>
                    <a:pt x="381" y="3"/>
                  </a:cubicBezTo>
                  <a:cubicBezTo>
                    <a:pt x="380" y="3"/>
                    <a:pt x="381" y="4"/>
                    <a:pt x="381" y="4"/>
                  </a:cubicBezTo>
                  <a:cubicBezTo>
                    <a:pt x="376" y="3"/>
                    <a:pt x="371" y="3"/>
                    <a:pt x="366" y="2"/>
                  </a:cubicBezTo>
                  <a:cubicBezTo>
                    <a:pt x="361" y="2"/>
                    <a:pt x="356" y="2"/>
                    <a:pt x="351" y="1"/>
                  </a:cubicBezTo>
                  <a:cubicBezTo>
                    <a:pt x="350" y="1"/>
                    <a:pt x="350" y="1"/>
                    <a:pt x="352" y="1"/>
                  </a:cubicBezTo>
                  <a:cubicBezTo>
                    <a:pt x="350" y="0"/>
                    <a:pt x="348" y="1"/>
                    <a:pt x="346" y="0"/>
                  </a:cubicBezTo>
                  <a:cubicBezTo>
                    <a:pt x="343" y="1"/>
                    <a:pt x="348" y="1"/>
                    <a:pt x="345" y="2"/>
                  </a:cubicBezTo>
                  <a:cubicBezTo>
                    <a:pt x="342" y="1"/>
                    <a:pt x="339" y="1"/>
                    <a:pt x="336" y="2"/>
                  </a:cubicBezTo>
                  <a:cubicBezTo>
                    <a:pt x="334" y="1"/>
                    <a:pt x="336" y="1"/>
                    <a:pt x="334" y="1"/>
                  </a:cubicBezTo>
                  <a:cubicBezTo>
                    <a:pt x="333" y="1"/>
                    <a:pt x="334" y="1"/>
                    <a:pt x="333" y="2"/>
                  </a:cubicBezTo>
                  <a:cubicBezTo>
                    <a:pt x="330" y="1"/>
                    <a:pt x="330" y="2"/>
                    <a:pt x="325" y="2"/>
                  </a:cubicBezTo>
                  <a:cubicBezTo>
                    <a:pt x="324" y="2"/>
                    <a:pt x="325" y="2"/>
                    <a:pt x="323" y="1"/>
                  </a:cubicBezTo>
                  <a:cubicBezTo>
                    <a:pt x="322" y="1"/>
                    <a:pt x="322" y="2"/>
                    <a:pt x="324" y="2"/>
                  </a:cubicBezTo>
                  <a:cubicBezTo>
                    <a:pt x="322" y="2"/>
                    <a:pt x="318" y="2"/>
                    <a:pt x="316" y="2"/>
                  </a:cubicBezTo>
                  <a:cubicBezTo>
                    <a:pt x="313" y="2"/>
                    <a:pt x="311" y="1"/>
                    <a:pt x="311" y="1"/>
                  </a:cubicBezTo>
                  <a:cubicBezTo>
                    <a:pt x="305" y="2"/>
                    <a:pt x="316" y="1"/>
                    <a:pt x="312" y="3"/>
                  </a:cubicBezTo>
                  <a:cubicBezTo>
                    <a:pt x="310" y="3"/>
                    <a:pt x="311" y="2"/>
                    <a:pt x="308" y="2"/>
                  </a:cubicBezTo>
                  <a:cubicBezTo>
                    <a:pt x="305" y="3"/>
                    <a:pt x="302" y="3"/>
                    <a:pt x="300" y="4"/>
                  </a:cubicBezTo>
                  <a:cubicBezTo>
                    <a:pt x="298" y="4"/>
                    <a:pt x="295" y="5"/>
                    <a:pt x="294" y="4"/>
                  </a:cubicBezTo>
                  <a:cubicBezTo>
                    <a:pt x="291" y="5"/>
                    <a:pt x="291" y="5"/>
                    <a:pt x="291" y="5"/>
                  </a:cubicBezTo>
                  <a:cubicBezTo>
                    <a:pt x="293" y="6"/>
                    <a:pt x="291" y="4"/>
                    <a:pt x="294" y="5"/>
                  </a:cubicBezTo>
                  <a:cubicBezTo>
                    <a:pt x="292" y="6"/>
                    <a:pt x="283" y="6"/>
                    <a:pt x="278" y="8"/>
                  </a:cubicBezTo>
                  <a:cubicBezTo>
                    <a:pt x="278" y="7"/>
                    <a:pt x="278" y="7"/>
                    <a:pt x="281" y="6"/>
                  </a:cubicBezTo>
                  <a:cubicBezTo>
                    <a:pt x="276" y="6"/>
                    <a:pt x="276" y="8"/>
                    <a:pt x="271" y="9"/>
                  </a:cubicBezTo>
                  <a:cubicBezTo>
                    <a:pt x="268" y="9"/>
                    <a:pt x="266" y="10"/>
                    <a:pt x="263" y="11"/>
                  </a:cubicBezTo>
                  <a:cubicBezTo>
                    <a:pt x="259" y="11"/>
                    <a:pt x="256" y="12"/>
                    <a:pt x="253" y="13"/>
                  </a:cubicBezTo>
                  <a:cubicBezTo>
                    <a:pt x="252" y="13"/>
                    <a:pt x="256" y="12"/>
                    <a:pt x="257" y="12"/>
                  </a:cubicBezTo>
                  <a:cubicBezTo>
                    <a:pt x="255" y="11"/>
                    <a:pt x="258" y="10"/>
                    <a:pt x="257" y="10"/>
                  </a:cubicBezTo>
                  <a:cubicBezTo>
                    <a:pt x="254" y="12"/>
                    <a:pt x="249" y="13"/>
                    <a:pt x="247" y="15"/>
                  </a:cubicBezTo>
                  <a:cubicBezTo>
                    <a:pt x="245" y="15"/>
                    <a:pt x="244" y="15"/>
                    <a:pt x="242" y="16"/>
                  </a:cubicBezTo>
                  <a:cubicBezTo>
                    <a:pt x="240" y="15"/>
                    <a:pt x="249" y="14"/>
                    <a:pt x="244" y="14"/>
                  </a:cubicBezTo>
                  <a:cubicBezTo>
                    <a:pt x="246" y="13"/>
                    <a:pt x="248" y="13"/>
                    <a:pt x="249" y="12"/>
                  </a:cubicBezTo>
                  <a:cubicBezTo>
                    <a:pt x="247" y="11"/>
                    <a:pt x="243" y="14"/>
                    <a:pt x="243" y="13"/>
                  </a:cubicBezTo>
                  <a:cubicBezTo>
                    <a:pt x="241" y="14"/>
                    <a:pt x="239" y="15"/>
                    <a:pt x="235" y="16"/>
                  </a:cubicBezTo>
                  <a:cubicBezTo>
                    <a:pt x="235" y="15"/>
                    <a:pt x="232" y="17"/>
                    <a:pt x="229" y="17"/>
                  </a:cubicBezTo>
                  <a:cubicBezTo>
                    <a:pt x="225" y="19"/>
                    <a:pt x="222" y="20"/>
                    <a:pt x="218" y="22"/>
                  </a:cubicBezTo>
                  <a:cubicBezTo>
                    <a:pt x="218" y="23"/>
                    <a:pt x="222" y="22"/>
                    <a:pt x="223" y="21"/>
                  </a:cubicBezTo>
                  <a:cubicBezTo>
                    <a:pt x="223" y="22"/>
                    <a:pt x="218" y="24"/>
                    <a:pt x="216" y="24"/>
                  </a:cubicBezTo>
                  <a:cubicBezTo>
                    <a:pt x="215" y="24"/>
                    <a:pt x="216" y="23"/>
                    <a:pt x="217" y="23"/>
                  </a:cubicBezTo>
                  <a:cubicBezTo>
                    <a:pt x="217" y="22"/>
                    <a:pt x="215" y="23"/>
                    <a:pt x="215" y="22"/>
                  </a:cubicBezTo>
                  <a:cubicBezTo>
                    <a:pt x="215" y="24"/>
                    <a:pt x="211" y="24"/>
                    <a:pt x="208" y="26"/>
                  </a:cubicBezTo>
                  <a:cubicBezTo>
                    <a:pt x="210" y="26"/>
                    <a:pt x="211" y="25"/>
                    <a:pt x="213" y="25"/>
                  </a:cubicBezTo>
                  <a:cubicBezTo>
                    <a:pt x="211" y="26"/>
                    <a:pt x="209" y="27"/>
                    <a:pt x="207" y="27"/>
                  </a:cubicBezTo>
                  <a:cubicBezTo>
                    <a:pt x="206" y="27"/>
                    <a:pt x="208" y="27"/>
                    <a:pt x="208" y="26"/>
                  </a:cubicBezTo>
                  <a:cubicBezTo>
                    <a:pt x="207" y="26"/>
                    <a:pt x="206" y="27"/>
                    <a:pt x="207" y="26"/>
                  </a:cubicBezTo>
                  <a:cubicBezTo>
                    <a:pt x="204" y="27"/>
                    <a:pt x="206" y="28"/>
                    <a:pt x="204" y="28"/>
                  </a:cubicBezTo>
                  <a:cubicBezTo>
                    <a:pt x="204" y="28"/>
                    <a:pt x="206" y="28"/>
                    <a:pt x="204" y="29"/>
                  </a:cubicBezTo>
                  <a:cubicBezTo>
                    <a:pt x="201" y="30"/>
                    <a:pt x="204" y="29"/>
                    <a:pt x="202" y="29"/>
                  </a:cubicBezTo>
                  <a:cubicBezTo>
                    <a:pt x="200" y="30"/>
                    <a:pt x="201" y="30"/>
                    <a:pt x="201" y="31"/>
                  </a:cubicBezTo>
                  <a:cubicBezTo>
                    <a:pt x="200" y="31"/>
                    <a:pt x="199" y="31"/>
                    <a:pt x="198" y="32"/>
                  </a:cubicBezTo>
                  <a:cubicBezTo>
                    <a:pt x="195" y="33"/>
                    <a:pt x="200" y="30"/>
                    <a:pt x="197" y="30"/>
                  </a:cubicBezTo>
                  <a:cubicBezTo>
                    <a:pt x="197" y="31"/>
                    <a:pt x="196" y="32"/>
                    <a:pt x="197" y="32"/>
                  </a:cubicBezTo>
                  <a:cubicBezTo>
                    <a:pt x="195" y="34"/>
                    <a:pt x="193" y="33"/>
                    <a:pt x="191" y="35"/>
                  </a:cubicBezTo>
                  <a:cubicBezTo>
                    <a:pt x="189" y="35"/>
                    <a:pt x="189" y="35"/>
                    <a:pt x="188" y="35"/>
                  </a:cubicBezTo>
                  <a:cubicBezTo>
                    <a:pt x="186" y="37"/>
                    <a:pt x="183" y="38"/>
                    <a:pt x="181" y="39"/>
                  </a:cubicBezTo>
                  <a:cubicBezTo>
                    <a:pt x="180" y="41"/>
                    <a:pt x="175" y="42"/>
                    <a:pt x="173" y="44"/>
                  </a:cubicBezTo>
                  <a:cubicBezTo>
                    <a:pt x="171" y="44"/>
                    <a:pt x="175" y="42"/>
                    <a:pt x="172" y="43"/>
                  </a:cubicBezTo>
                  <a:cubicBezTo>
                    <a:pt x="170" y="45"/>
                    <a:pt x="167" y="46"/>
                    <a:pt x="164" y="48"/>
                  </a:cubicBezTo>
                  <a:cubicBezTo>
                    <a:pt x="162" y="50"/>
                    <a:pt x="165" y="49"/>
                    <a:pt x="164" y="50"/>
                  </a:cubicBezTo>
                  <a:cubicBezTo>
                    <a:pt x="161" y="52"/>
                    <a:pt x="163" y="49"/>
                    <a:pt x="160" y="50"/>
                  </a:cubicBezTo>
                  <a:cubicBezTo>
                    <a:pt x="158" y="51"/>
                    <a:pt x="158" y="52"/>
                    <a:pt x="158" y="52"/>
                  </a:cubicBezTo>
                  <a:cubicBezTo>
                    <a:pt x="152" y="54"/>
                    <a:pt x="148" y="60"/>
                    <a:pt x="142" y="63"/>
                  </a:cubicBezTo>
                  <a:cubicBezTo>
                    <a:pt x="141" y="65"/>
                    <a:pt x="140" y="65"/>
                    <a:pt x="137" y="68"/>
                  </a:cubicBezTo>
                  <a:cubicBezTo>
                    <a:pt x="136" y="69"/>
                    <a:pt x="135" y="69"/>
                    <a:pt x="133" y="71"/>
                  </a:cubicBezTo>
                  <a:cubicBezTo>
                    <a:pt x="132" y="70"/>
                    <a:pt x="136" y="68"/>
                    <a:pt x="137" y="67"/>
                  </a:cubicBezTo>
                  <a:cubicBezTo>
                    <a:pt x="133" y="68"/>
                    <a:pt x="131" y="71"/>
                    <a:pt x="130" y="73"/>
                  </a:cubicBezTo>
                  <a:cubicBezTo>
                    <a:pt x="127" y="75"/>
                    <a:pt x="128" y="73"/>
                    <a:pt x="126" y="74"/>
                  </a:cubicBezTo>
                  <a:cubicBezTo>
                    <a:pt x="124" y="76"/>
                    <a:pt x="123" y="76"/>
                    <a:pt x="122" y="78"/>
                  </a:cubicBezTo>
                  <a:cubicBezTo>
                    <a:pt x="122" y="78"/>
                    <a:pt x="121" y="78"/>
                    <a:pt x="120" y="79"/>
                  </a:cubicBezTo>
                  <a:cubicBezTo>
                    <a:pt x="122" y="79"/>
                    <a:pt x="117" y="83"/>
                    <a:pt x="114" y="84"/>
                  </a:cubicBezTo>
                  <a:cubicBezTo>
                    <a:pt x="113" y="86"/>
                    <a:pt x="112" y="87"/>
                    <a:pt x="109" y="89"/>
                  </a:cubicBezTo>
                  <a:cubicBezTo>
                    <a:pt x="108" y="91"/>
                    <a:pt x="109" y="89"/>
                    <a:pt x="110" y="89"/>
                  </a:cubicBezTo>
                  <a:cubicBezTo>
                    <a:pt x="110" y="90"/>
                    <a:pt x="108" y="91"/>
                    <a:pt x="107" y="92"/>
                  </a:cubicBezTo>
                  <a:cubicBezTo>
                    <a:pt x="105" y="93"/>
                    <a:pt x="106" y="92"/>
                    <a:pt x="107" y="91"/>
                  </a:cubicBezTo>
                  <a:cubicBezTo>
                    <a:pt x="105" y="93"/>
                    <a:pt x="103" y="94"/>
                    <a:pt x="100" y="95"/>
                  </a:cubicBezTo>
                  <a:cubicBezTo>
                    <a:pt x="100" y="95"/>
                    <a:pt x="101" y="94"/>
                    <a:pt x="101" y="94"/>
                  </a:cubicBezTo>
                  <a:cubicBezTo>
                    <a:pt x="101" y="94"/>
                    <a:pt x="97" y="98"/>
                    <a:pt x="95" y="100"/>
                  </a:cubicBezTo>
                  <a:cubicBezTo>
                    <a:pt x="100" y="95"/>
                    <a:pt x="100" y="97"/>
                    <a:pt x="104" y="93"/>
                  </a:cubicBezTo>
                  <a:cubicBezTo>
                    <a:pt x="101" y="98"/>
                    <a:pt x="99" y="97"/>
                    <a:pt x="96" y="100"/>
                  </a:cubicBezTo>
                  <a:cubicBezTo>
                    <a:pt x="96" y="101"/>
                    <a:pt x="100" y="98"/>
                    <a:pt x="100" y="99"/>
                  </a:cubicBezTo>
                  <a:cubicBezTo>
                    <a:pt x="99" y="100"/>
                    <a:pt x="96" y="103"/>
                    <a:pt x="94" y="103"/>
                  </a:cubicBezTo>
                  <a:cubicBezTo>
                    <a:pt x="93" y="105"/>
                    <a:pt x="94" y="106"/>
                    <a:pt x="93" y="107"/>
                  </a:cubicBezTo>
                  <a:cubicBezTo>
                    <a:pt x="93" y="106"/>
                    <a:pt x="91" y="108"/>
                    <a:pt x="89" y="109"/>
                  </a:cubicBezTo>
                  <a:cubicBezTo>
                    <a:pt x="88" y="110"/>
                    <a:pt x="90" y="107"/>
                    <a:pt x="88" y="108"/>
                  </a:cubicBezTo>
                  <a:cubicBezTo>
                    <a:pt x="88" y="110"/>
                    <a:pt x="87" y="110"/>
                    <a:pt x="88" y="110"/>
                  </a:cubicBezTo>
                  <a:cubicBezTo>
                    <a:pt x="87" y="112"/>
                    <a:pt x="85" y="113"/>
                    <a:pt x="87" y="113"/>
                  </a:cubicBezTo>
                  <a:cubicBezTo>
                    <a:pt x="85" y="114"/>
                    <a:pt x="84" y="115"/>
                    <a:pt x="82" y="116"/>
                  </a:cubicBezTo>
                  <a:cubicBezTo>
                    <a:pt x="82" y="116"/>
                    <a:pt x="86" y="112"/>
                    <a:pt x="84" y="112"/>
                  </a:cubicBezTo>
                  <a:cubicBezTo>
                    <a:pt x="84" y="113"/>
                    <a:pt x="81" y="117"/>
                    <a:pt x="78" y="120"/>
                  </a:cubicBezTo>
                  <a:cubicBezTo>
                    <a:pt x="76" y="123"/>
                    <a:pt x="74" y="126"/>
                    <a:pt x="74" y="124"/>
                  </a:cubicBezTo>
                  <a:cubicBezTo>
                    <a:pt x="73" y="125"/>
                    <a:pt x="72" y="127"/>
                    <a:pt x="71" y="128"/>
                  </a:cubicBezTo>
                  <a:cubicBezTo>
                    <a:pt x="71" y="130"/>
                    <a:pt x="69" y="132"/>
                    <a:pt x="68" y="134"/>
                  </a:cubicBezTo>
                  <a:cubicBezTo>
                    <a:pt x="66" y="136"/>
                    <a:pt x="65" y="138"/>
                    <a:pt x="64" y="141"/>
                  </a:cubicBezTo>
                  <a:cubicBezTo>
                    <a:pt x="62" y="141"/>
                    <a:pt x="61" y="145"/>
                    <a:pt x="61" y="143"/>
                  </a:cubicBezTo>
                  <a:cubicBezTo>
                    <a:pt x="59" y="144"/>
                    <a:pt x="60" y="145"/>
                    <a:pt x="59" y="147"/>
                  </a:cubicBezTo>
                  <a:cubicBezTo>
                    <a:pt x="56" y="151"/>
                    <a:pt x="53" y="155"/>
                    <a:pt x="51" y="160"/>
                  </a:cubicBezTo>
                  <a:cubicBezTo>
                    <a:pt x="50" y="159"/>
                    <a:pt x="49" y="163"/>
                    <a:pt x="49" y="164"/>
                  </a:cubicBezTo>
                  <a:cubicBezTo>
                    <a:pt x="47" y="165"/>
                    <a:pt x="47" y="167"/>
                    <a:pt x="45" y="168"/>
                  </a:cubicBezTo>
                  <a:cubicBezTo>
                    <a:pt x="46" y="168"/>
                    <a:pt x="47" y="167"/>
                    <a:pt x="48" y="167"/>
                  </a:cubicBezTo>
                  <a:cubicBezTo>
                    <a:pt x="47" y="169"/>
                    <a:pt x="45" y="171"/>
                    <a:pt x="44" y="172"/>
                  </a:cubicBezTo>
                  <a:cubicBezTo>
                    <a:pt x="42" y="174"/>
                    <a:pt x="44" y="174"/>
                    <a:pt x="41" y="177"/>
                  </a:cubicBezTo>
                  <a:cubicBezTo>
                    <a:pt x="41" y="177"/>
                    <a:pt x="41" y="177"/>
                    <a:pt x="41" y="178"/>
                  </a:cubicBezTo>
                  <a:cubicBezTo>
                    <a:pt x="42" y="175"/>
                    <a:pt x="44" y="173"/>
                    <a:pt x="45" y="171"/>
                  </a:cubicBezTo>
                  <a:cubicBezTo>
                    <a:pt x="43" y="175"/>
                    <a:pt x="41" y="179"/>
                    <a:pt x="39" y="183"/>
                  </a:cubicBezTo>
                  <a:cubicBezTo>
                    <a:pt x="39" y="184"/>
                    <a:pt x="39" y="183"/>
                    <a:pt x="38" y="184"/>
                  </a:cubicBezTo>
                  <a:cubicBezTo>
                    <a:pt x="39" y="182"/>
                    <a:pt x="41" y="178"/>
                    <a:pt x="40" y="178"/>
                  </a:cubicBezTo>
                  <a:cubicBezTo>
                    <a:pt x="39" y="180"/>
                    <a:pt x="38" y="184"/>
                    <a:pt x="35" y="187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5" y="190"/>
                    <a:pt x="35" y="190"/>
                    <a:pt x="36" y="189"/>
                  </a:cubicBezTo>
                  <a:cubicBezTo>
                    <a:pt x="35" y="192"/>
                    <a:pt x="33" y="194"/>
                    <a:pt x="32" y="197"/>
                  </a:cubicBezTo>
                  <a:cubicBezTo>
                    <a:pt x="31" y="199"/>
                    <a:pt x="32" y="197"/>
                    <a:pt x="31" y="199"/>
                  </a:cubicBezTo>
                  <a:cubicBezTo>
                    <a:pt x="30" y="201"/>
                    <a:pt x="32" y="198"/>
                    <a:pt x="30" y="201"/>
                  </a:cubicBezTo>
                  <a:cubicBezTo>
                    <a:pt x="29" y="203"/>
                    <a:pt x="30" y="199"/>
                    <a:pt x="29" y="202"/>
                  </a:cubicBezTo>
                  <a:cubicBezTo>
                    <a:pt x="28" y="204"/>
                    <a:pt x="30" y="202"/>
                    <a:pt x="29" y="203"/>
                  </a:cubicBezTo>
                  <a:cubicBezTo>
                    <a:pt x="27" y="207"/>
                    <a:pt x="25" y="212"/>
                    <a:pt x="23" y="217"/>
                  </a:cubicBezTo>
                  <a:cubicBezTo>
                    <a:pt x="21" y="222"/>
                    <a:pt x="20" y="226"/>
                    <a:pt x="18" y="230"/>
                  </a:cubicBezTo>
                  <a:cubicBezTo>
                    <a:pt x="17" y="231"/>
                    <a:pt x="18" y="228"/>
                    <a:pt x="18" y="228"/>
                  </a:cubicBezTo>
                  <a:cubicBezTo>
                    <a:pt x="16" y="232"/>
                    <a:pt x="16" y="236"/>
                    <a:pt x="14" y="238"/>
                  </a:cubicBezTo>
                  <a:cubicBezTo>
                    <a:pt x="14" y="239"/>
                    <a:pt x="15" y="239"/>
                    <a:pt x="15" y="238"/>
                  </a:cubicBezTo>
                  <a:cubicBezTo>
                    <a:pt x="15" y="240"/>
                    <a:pt x="15" y="241"/>
                    <a:pt x="15" y="242"/>
                  </a:cubicBezTo>
                  <a:cubicBezTo>
                    <a:pt x="14" y="244"/>
                    <a:pt x="14" y="242"/>
                    <a:pt x="14" y="241"/>
                  </a:cubicBezTo>
                  <a:cubicBezTo>
                    <a:pt x="13" y="243"/>
                    <a:pt x="13" y="245"/>
                    <a:pt x="12" y="246"/>
                  </a:cubicBezTo>
                  <a:cubicBezTo>
                    <a:pt x="12" y="247"/>
                    <a:pt x="13" y="246"/>
                    <a:pt x="13" y="246"/>
                  </a:cubicBezTo>
                  <a:cubicBezTo>
                    <a:pt x="14" y="247"/>
                    <a:pt x="13" y="248"/>
                    <a:pt x="13" y="249"/>
                  </a:cubicBezTo>
                  <a:cubicBezTo>
                    <a:pt x="12" y="249"/>
                    <a:pt x="12" y="248"/>
                    <a:pt x="12" y="250"/>
                  </a:cubicBezTo>
                  <a:cubicBezTo>
                    <a:pt x="12" y="250"/>
                    <a:pt x="12" y="251"/>
                    <a:pt x="12" y="252"/>
                  </a:cubicBezTo>
                  <a:cubicBezTo>
                    <a:pt x="11" y="254"/>
                    <a:pt x="11" y="252"/>
                    <a:pt x="10" y="254"/>
                  </a:cubicBezTo>
                  <a:cubicBezTo>
                    <a:pt x="9" y="260"/>
                    <a:pt x="8" y="266"/>
                    <a:pt x="7" y="272"/>
                  </a:cubicBezTo>
                  <a:cubicBezTo>
                    <a:pt x="7" y="271"/>
                    <a:pt x="7" y="271"/>
                    <a:pt x="7" y="271"/>
                  </a:cubicBezTo>
                  <a:cubicBezTo>
                    <a:pt x="7" y="272"/>
                    <a:pt x="8" y="274"/>
                    <a:pt x="7" y="276"/>
                  </a:cubicBezTo>
                  <a:cubicBezTo>
                    <a:pt x="6" y="277"/>
                    <a:pt x="6" y="276"/>
                    <a:pt x="6" y="275"/>
                  </a:cubicBezTo>
                  <a:cubicBezTo>
                    <a:pt x="6" y="276"/>
                    <a:pt x="5" y="279"/>
                    <a:pt x="5" y="281"/>
                  </a:cubicBezTo>
                  <a:cubicBezTo>
                    <a:pt x="5" y="284"/>
                    <a:pt x="5" y="286"/>
                    <a:pt x="5" y="287"/>
                  </a:cubicBezTo>
                  <a:cubicBezTo>
                    <a:pt x="4" y="288"/>
                    <a:pt x="4" y="289"/>
                    <a:pt x="4" y="292"/>
                  </a:cubicBezTo>
                  <a:cubicBezTo>
                    <a:pt x="5" y="289"/>
                    <a:pt x="5" y="291"/>
                    <a:pt x="5" y="293"/>
                  </a:cubicBezTo>
                  <a:cubicBezTo>
                    <a:pt x="5" y="287"/>
                    <a:pt x="6" y="285"/>
                    <a:pt x="7" y="279"/>
                  </a:cubicBezTo>
                  <a:cubicBezTo>
                    <a:pt x="7" y="278"/>
                    <a:pt x="7" y="280"/>
                    <a:pt x="7" y="280"/>
                  </a:cubicBezTo>
                  <a:cubicBezTo>
                    <a:pt x="6" y="279"/>
                    <a:pt x="7" y="278"/>
                    <a:pt x="7" y="276"/>
                  </a:cubicBezTo>
                  <a:cubicBezTo>
                    <a:pt x="8" y="275"/>
                    <a:pt x="8" y="274"/>
                    <a:pt x="9" y="272"/>
                  </a:cubicBezTo>
                  <a:cubicBezTo>
                    <a:pt x="8" y="275"/>
                    <a:pt x="7" y="280"/>
                    <a:pt x="7" y="284"/>
                  </a:cubicBezTo>
                  <a:cubicBezTo>
                    <a:pt x="7" y="288"/>
                    <a:pt x="6" y="291"/>
                    <a:pt x="5" y="294"/>
                  </a:cubicBezTo>
                  <a:cubicBezTo>
                    <a:pt x="5" y="294"/>
                    <a:pt x="6" y="294"/>
                    <a:pt x="6" y="295"/>
                  </a:cubicBezTo>
                  <a:cubicBezTo>
                    <a:pt x="6" y="297"/>
                    <a:pt x="5" y="294"/>
                    <a:pt x="5" y="296"/>
                  </a:cubicBezTo>
                  <a:cubicBezTo>
                    <a:pt x="5" y="300"/>
                    <a:pt x="4" y="304"/>
                    <a:pt x="4" y="308"/>
                  </a:cubicBezTo>
                  <a:cubicBezTo>
                    <a:pt x="5" y="309"/>
                    <a:pt x="4" y="311"/>
                    <a:pt x="4" y="314"/>
                  </a:cubicBezTo>
                  <a:cubicBezTo>
                    <a:pt x="3" y="313"/>
                    <a:pt x="3" y="311"/>
                    <a:pt x="2" y="312"/>
                  </a:cubicBezTo>
                  <a:cubicBezTo>
                    <a:pt x="2" y="310"/>
                    <a:pt x="2" y="307"/>
                    <a:pt x="2" y="307"/>
                  </a:cubicBezTo>
                  <a:cubicBezTo>
                    <a:pt x="2" y="309"/>
                    <a:pt x="2" y="309"/>
                    <a:pt x="1" y="311"/>
                  </a:cubicBezTo>
                  <a:cubicBezTo>
                    <a:pt x="1" y="312"/>
                    <a:pt x="1" y="313"/>
                    <a:pt x="2" y="314"/>
                  </a:cubicBezTo>
                  <a:cubicBezTo>
                    <a:pt x="2" y="316"/>
                    <a:pt x="1" y="318"/>
                    <a:pt x="2" y="320"/>
                  </a:cubicBezTo>
                  <a:cubicBezTo>
                    <a:pt x="0" y="323"/>
                    <a:pt x="1" y="328"/>
                    <a:pt x="1" y="333"/>
                  </a:cubicBezTo>
                  <a:cubicBezTo>
                    <a:pt x="0" y="333"/>
                    <a:pt x="0" y="335"/>
                    <a:pt x="1" y="338"/>
                  </a:cubicBezTo>
                  <a:cubicBezTo>
                    <a:pt x="1" y="339"/>
                    <a:pt x="1" y="339"/>
                    <a:pt x="0" y="338"/>
                  </a:cubicBezTo>
                  <a:cubicBezTo>
                    <a:pt x="0" y="342"/>
                    <a:pt x="1" y="346"/>
                    <a:pt x="1" y="350"/>
                  </a:cubicBezTo>
                  <a:cubicBezTo>
                    <a:pt x="1" y="351"/>
                    <a:pt x="2" y="349"/>
                    <a:pt x="2" y="350"/>
                  </a:cubicBezTo>
                  <a:cubicBezTo>
                    <a:pt x="3" y="352"/>
                    <a:pt x="1" y="353"/>
                    <a:pt x="2" y="354"/>
                  </a:cubicBezTo>
                  <a:cubicBezTo>
                    <a:pt x="2" y="355"/>
                    <a:pt x="2" y="355"/>
                    <a:pt x="1" y="355"/>
                  </a:cubicBezTo>
                  <a:cubicBezTo>
                    <a:pt x="1" y="357"/>
                    <a:pt x="2" y="355"/>
                    <a:pt x="2" y="358"/>
                  </a:cubicBezTo>
                  <a:cubicBezTo>
                    <a:pt x="2" y="359"/>
                    <a:pt x="2" y="360"/>
                    <a:pt x="1" y="359"/>
                  </a:cubicBezTo>
                  <a:cubicBezTo>
                    <a:pt x="2" y="362"/>
                    <a:pt x="1" y="368"/>
                    <a:pt x="3" y="369"/>
                  </a:cubicBezTo>
                  <a:cubicBezTo>
                    <a:pt x="3" y="371"/>
                    <a:pt x="2" y="369"/>
                    <a:pt x="2" y="372"/>
                  </a:cubicBezTo>
                  <a:cubicBezTo>
                    <a:pt x="3" y="372"/>
                    <a:pt x="2" y="375"/>
                    <a:pt x="2" y="375"/>
                  </a:cubicBezTo>
                  <a:cubicBezTo>
                    <a:pt x="3" y="379"/>
                    <a:pt x="4" y="381"/>
                    <a:pt x="4" y="385"/>
                  </a:cubicBezTo>
                  <a:cubicBezTo>
                    <a:pt x="5" y="386"/>
                    <a:pt x="6" y="391"/>
                    <a:pt x="6" y="394"/>
                  </a:cubicBezTo>
                  <a:cubicBezTo>
                    <a:pt x="6" y="394"/>
                    <a:pt x="6" y="393"/>
                    <a:pt x="6" y="395"/>
                  </a:cubicBezTo>
                  <a:cubicBezTo>
                    <a:pt x="7" y="397"/>
                    <a:pt x="7" y="400"/>
                    <a:pt x="8" y="403"/>
                  </a:cubicBezTo>
                  <a:cubicBezTo>
                    <a:pt x="9" y="404"/>
                    <a:pt x="9" y="399"/>
                    <a:pt x="8" y="398"/>
                  </a:cubicBezTo>
                  <a:cubicBezTo>
                    <a:pt x="8" y="397"/>
                    <a:pt x="9" y="401"/>
                    <a:pt x="10" y="402"/>
                  </a:cubicBezTo>
                  <a:cubicBezTo>
                    <a:pt x="11" y="403"/>
                    <a:pt x="9" y="399"/>
                    <a:pt x="9" y="398"/>
                  </a:cubicBezTo>
                  <a:cubicBezTo>
                    <a:pt x="9" y="398"/>
                    <a:pt x="10" y="399"/>
                    <a:pt x="10" y="400"/>
                  </a:cubicBezTo>
                  <a:cubicBezTo>
                    <a:pt x="11" y="401"/>
                    <a:pt x="10" y="404"/>
                    <a:pt x="12" y="406"/>
                  </a:cubicBezTo>
                  <a:cubicBezTo>
                    <a:pt x="12" y="408"/>
                    <a:pt x="12" y="409"/>
                    <a:pt x="11" y="408"/>
                  </a:cubicBezTo>
                  <a:cubicBezTo>
                    <a:pt x="11" y="410"/>
                    <a:pt x="12" y="413"/>
                    <a:pt x="12" y="415"/>
                  </a:cubicBezTo>
                  <a:cubicBezTo>
                    <a:pt x="12" y="415"/>
                    <a:pt x="13" y="415"/>
                    <a:pt x="14" y="417"/>
                  </a:cubicBezTo>
                  <a:cubicBezTo>
                    <a:pt x="12" y="416"/>
                    <a:pt x="10" y="412"/>
                    <a:pt x="8" y="407"/>
                  </a:cubicBezTo>
                  <a:cubicBezTo>
                    <a:pt x="8" y="409"/>
                    <a:pt x="9" y="411"/>
                    <a:pt x="9" y="413"/>
                  </a:cubicBezTo>
                  <a:cubicBezTo>
                    <a:pt x="9" y="414"/>
                    <a:pt x="10" y="414"/>
                    <a:pt x="10" y="416"/>
                  </a:cubicBezTo>
                  <a:cubicBezTo>
                    <a:pt x="11" y="417"/>
                    <a:pt x="11" y="416"/>
                    <a:pt x="11" y="417"/>
                  </a:cubicBezTo>
                  <a:cubicBezTo>
                    <a:pt x="12" y="420"/>
                    <a:pt x="11" y="418"/>
                    <a:pt x="11" y="421"/>
                  </a:cubicBezTo>
                  <a:cubicBezTo>
                    <a:pt x="13" y="420"/>
                    <a:pt x="16" y="431"/>
                    <a:pt x="15" y="433"/>
                  </a:cubicBezTo>
                  <a:cubicBezTo>
                    <a:pt x="16" y="433"/>
                    <a:pt x="16" y="435"/>
                    <a:pt x="17" y="437"/>
                  </a:cubicBezTo>
                  <a:cubicBezTo>
                    <a:pt x="17" y="435"/>
                    <a:pt x="15" y="433"/>
                    <a:pt x="15" y="431"/>
                  </a:cubicBezTo>
                  <a:cubicBezTo>
                    <a:pt x="16" y="431"/>
                    <a:pt x="17" y="436"/>
                    <a:pt x="18" y="438"/>
                  </a:cubicBezTo>
                  <a:cubicBezTo>
                    <a:pt x="18" y="438"/>
                    <a:pt x="19" y="439"/>
                    <a:pt x="20" y="440"/>
                  </a:cubicBezTo>
                  <a:cubicBezTo>
                    <a:pt x="20" y="442"/>
                    <a:pt x="19" y="442"/>
                    <a:pt x="19" y="440"/>
                  </a:cubicBezTo>
                  <a:cubicBezTo>
                    <a:pt x="19" y="442"/>
                    <a:pt x="20" y="442"/>
                    <a:pt x="20" y="441"/>
                  </a:cubicBezTo>
                  <a:cubicBezTo>
                    <a:pt x="20" y="439"/>
                    <a:pt x="20" y="438"/>
                    <a:pt x="18" y="437"/>
                  </a:cubicBezTo>
                  <a:cubicBezTo>
                    <a:pt x="19" y="436"/>
                    <a:pt x="19" y="436"/>
                    <a:pt x="19" y="435"/>
                  </a:cubicBezTo>
                  <a:cubicBezTo>
                    <a:pt x="20" y="438"/>
                    <a:pt x="20" y="441"/>
                    <a:pt x="22" y="444"/>
                  </a:cubicBezTo>
                  <a:cubicBezTo>
                    <a:pt x="21" y="444"/>
                    <a:pt x="18" y="440"/>
                    <a:pt x="20" y="444"/>
                  </a:cubicBezTo>
                  <a:cubicBezTo>
                    <a:pt x="20" y="443"/>
                    <a:pt x="20" y="445"/>
                    <a:pt x="22" y="447"/>
                  </a:cubicBezTo>
                  <a:cubicBezTo>
                    <a:pt x="21" y="447"/>
                    <a:pt x="20" y="445"/>
                    <a:pt x="21" y="449"/>
                  </a:cubicBezTo>
                  <a:cubicBezTo>
                    <a:pt x="22" y="449"/>
                    <a:pt x="22" y="450"/>
                    <a:pt x="24" y="452"/>
                  </a:cubicBezTo>
                  <a:cubicBezTo>
                    <a:pt x="23" y="453"/>
                    <a:pt x="26" y="456"/>
                    <a:pt x="26" y="459"/>
                  </a:cubicBezTo>
                  <a:cubicBezTo>
                    <a:pt x="23" y="452"/>
                    <a:pt x="20" y="447"/>
                    <a:pt x="18" y="439"/>
                  </a:cubicBezTo>
                  <a:cubicBezTo>
                    <a:pt x="18" y="442"/>
                    <a:pt x="15" y="433"/>
                    <a:pt x="15" y="435"/>
                  </a:cubicBezTo>
                  <a:cubicBezTo>
                    <a:pt x="15" y="436"/>
                    <a:pt x="15" y="437"/>
                    <a:pt x="15" y="438"/>
                  </a:cubicBezTo>
                  <a:cubicBezTo>
                    <a:pt x="16" y="439"/>
                    <a:pt x="17" y="444"/>
                    <a:pt x="17" y="445"/>
                  </a:cubicBezTo>
                  <a:cubicBezTo>
                    <a:pt x="17" y="443"/>
                    <a:pt x="19" y="448"/>
                    <a:pt x="19" y="445"/>
                  </a:cubicBezTo>
                  <a:cubicBezTo>
                    <a:pt x="20" y="447"/>
                    <a:pt x="21" y="448"/>
                    <a:pt x="21" y="450"/>
                  </a:cubicBezTo>
                  <a:cubicBezTo>
                    <a:pt x="21" y="451"/>
                    <a:pt x="19" y="445"/>
                    <a:pt x="20" y="450"/>
                  </a:cubicBezTo>
                  <a:cubicBezTo>
                    <a:pt x="19" y="449"/>
                    <a:pt x="19" y="447"/>
                    <a:pt x="18" y="446"/>
                  </a:cubicBezTo>
                  <a:cubicBezTo>
                    <a:pt x="18" y="447"/>
                    <a:pt x="18" y="447"/>
                    <a:pt x="18" y="448"/>
                  </a:cubicBezTo>
                  <a:cubicBezTo>
                    <a:pt x="20" y="451"/>
                    <a:pt x="20" y="452"/>
                    <a:pt x="19" y="454"/>
                  </a:cubicBezTo>
                  <a:cubicBezTo>
                    <a:pt x="21" y="453"/>
                    <a:pt x="23" y="461"/>
                    <a:pt x="25" y="465"/>
                  </a:cubicBezTo>
                  <a:cubicBezTo>
                    <a:pt x="26" y="466"/>
                    <a:pt x="25" y="464"/>
                    <a:pt x="25" y="463"/>
                  </a:cubicBezTo>
                  <a:cubicBezTo>
                    <a:pt x="28" y="466"/>
                    <a:pt x="29" y="473"/>
                    <a:pt x="31" y="475"/>
                  </a:cubicBezTo>
                  <a:cubicBezTo>
                    <a:pt x="32" y="477"/>
                    <a:pt x="30" y="474"/>
                    <a:pt x="30" y="475"/>
                  </a:cubicBezTo>
                  <a:cubicBezTo>
                    <a:pt x="29" y="472"/>
                    <a:pt x="27" y="469"/>
                    <a:pt x="26" y="466"/>
                  </a:cubicBezTo>
                  <a:cubicBezTo>
                    <a:pt x="25" y="465"/>
                    <a:pt x="25" y="465"/>
                    <a:pt x="25" y="466"/>
                  </a:cubicBezTo>
                  <a:cubicBezTo>
                    <a:pt x="26" y="467"/>
                    <a:pt x="26" y="468"/>
                    <a:pt x="26" y="469"/>
                  </a:cubicBezTo>
                  <a:cubicBezTo>
                    <a:pt x="26" y="469"/>
                    <a:pt x="27" y="469"/>
                    <a:pt x="27" y="469"/>
                  </a:cubicBezTo>
                  <a:cubicBezTo>
                    <a:pt x="27" y="470"/>
                    <a:pt x="28" y="473"/>
                    <a:pt x="30" y="476"/>
                  </a:cubicBezTo>
                  <a:cubicBezTo>
                    <a:pt x="31" y="479"/>
                    <a:pt x="33" y="481"/>
                    <a:pt x="34" y="482"/>
                  </a:cubicBezTo>
                  <a:cubicBezTo>
                    <a:pt x="32" y="481"/>
                    <a:pt x="35" y="487"/>
                    <a:pt x="35" y="488"/>
                  </a:cubicBezTo>
                  <a:cubicBezTo>
                    <a:pt x="36" y="489"/>
                    <a:pt x="36" y="490"/>
                    <a:pt x="36" y="491"/>
                  </a:cubicBezTo>
                  <a:cubicBezTo>
                    <a:pt x="38" y="492"/>
                    <a:pt x="35" y="489"/>
                    <a:pt x="35" y="488"/>
                  </a:cubicBezTo>
                  <a:cubicBezTo>
                    <a:pt x="36" y="486"/>
                    <a:pt x="38" y="490"/>
                    <a:pt x="40" y="492"/>
                  </a:cubicBezTo>
                  <a:cubicBezTo>
                    <a:pt x="41" y="495"/>
                    <a:pt x="38" y="490"/>
                    <a:pt x="37" y="490"/>
                  </a:cubicBezTo>
                  <a:cubicBezTo>
                    <a:pt x="38" y="493"/>
                    <a:pt x="38" y="493"/>
                    <a:pt x="40" y="495"/>
                  </a:cubicBezTo>
                  <a:cubicBezTo>
                    <a:pt x="40" y="494"/>
                    <a:pt x="41" y="495"/>
                    <a:pt x="41" y="494"/>
                  </a:cubicBezTo>
                  <a:cubicBezTo>
                    <a:pt x="42" y="495"/>
                    <a:pt x="42" y="497"/>
                    <a:pt x="44" y="498"/>
                  </a:cubicBezTo>
                  <a:cubicBezTo>
                    <a:pt x="43" y="495"/>
                    <a:pt x="40" y="494"/>
                    <a:pt x="40" y="491"/>
                  </a:cubicBezTo>
                  <a:cubicBezTo>
                    <a:pt x="38" y="488"/>
                    <a:pt x="36" y="485"/>
                    <a:pt x="35" y="483"/>
                  </a:cubicBezTo>
                  <a:cubicBezTo>
                    <a:pt x="35" y="481"/>
                    <a:pt x="36" y="485"/>
                    <a:pt x="37" y="486"/>
                  </a:cubicBezTo>
                  <a:cubicBezTo>
                    <a:pt x="38" y="487"/>
                    <a:pt x="36" y="483"/>
                    <a:pt x="36" y="484"/>
                  </a:cubicBezTo>
                  <a:cubicBezTo>
                    <a:pt x="37" y="483"/>
                    <a:pt x="39" y="487"/>
                    <a:pt x="42" y="492"/>
                  </a:cubicBezTo>
                  <a:cubicBezTo>
                    <a:pt x="44" y="497"/>
                    <a:pt x="47" y="504"/>
                    <a:pt x="51" y="507"/>
                  </a:cubicBezTo>
                  <a:cubicBezTo>
                    <a:pt x="50" y="506"/>
                    <a:pt x="50" y="506"/>
                    <a:pt x="51" y="506"/>
                  </a:cubicBezTo>
                  <a:cubicBezTo>
                    <a:pt x="50" y="505"/>
                    <a:pt x="48" y="504"/>
                    <a:pt x="48" y="502"/>
                  </a:cubicBezTo>
                  <a:cubicBezTo>
                    <a:pt x="49" y="502"/>
                    <a:pt x="52" y="506"/>
                    <a:pt x="52" y="507"/>
                  </a:cubicBezTo>
                  <a:cubicBezTo>
                    <a:pt x="52" y="506"/>
                    <a:pt x="56" y="510"/>
                    <a:pt x="56" y="512"/>
                  </a:cubicBezTo>
                  <a:cubicBezTo>
                    <a:pt x="57" y="513"/>
                    <a:pt x="54" y="510"/>
                    <a:pt x="53" y="508"/>
                  </a:cubicBezTo>
                  <a:cubicBezTo>
                    <a:pt x="53" y="509"/>
                    <a:pt x="52" y="508"/>
                    <a:pt x="51" y="507"/>
                  </a:cubicBezTo>
                  <a:cubicBezTo>
                    <a:pt x="52" y="510"/>
                    <a:pt x="51" y="509"/>
                    <a:pt x="52" y="512"/>
                  </a:cubicBezTo>
                  <a:cubicBezTo>
                    <a:pt x="50" y="508"/>
                    <a:pt x="49" y="506"/>
                    <a:pt x="45" y="502"/>
                  </a:cubicBezTo>
                  <a:cubicBezTo>
                    <a:pt x="45" y="504"/>
                    <a:pt x="44" y="502"/>
                    <a:pt x="45" y="505"/>
                  </a:cubicBezTo>
                  <a:cubicBezTo>
                    <a:pt x="46" y="505"/>
                    <a:pt x="45" y="503"/>
                    <a:pt x="48" y="506"/>
                  </a:cubicBezTo>
                  <a:cubicBezTo>
                    <a:pt x="50" y="509"/>
                    <a:pt x="52" y="513"/>
                    <a:pt x="54" y="517"/>
                  </a:cubicBezTo>
                  <a:cubicBezTo>
                    <a:pt x="54" y="515"/>
                    <a:pt x="54" y="514"/>
                    <a:pt x="55" y="515"/>
                  </a:cubicBezTo>
                  <a:cubicBezTo>
                    <a:pt x="54" y="513"/>
                    <a:pt x="53" y="512"/>
                    <a:pt x="52" y="510"/>
                  </a:cubicBezTo>
                  <a:cubicBezTo>
                    <a:pt x="52" y="510"/>
                    <a:pt x="54" y="512"/>
                    <a:pt x="55" y="513"/>
                  </a:cubicBezTo>
                  <a:cubicBezTo>
                    <a:pt x="55" y="514"/>
                    <a:pt x="55" y="514"/>
                    <a:pt x="54" y="513"/>
                  </a:cubicBezTo>
                  <a:cubicBezTo>
                    <a:pt x="56" y="517"/>
                    <a:pt x="55" y="514"/>
                    <a:pt x="57" y="517"/>
                  </a:cubicBezTo>
                  <a:cubicBezTo>
                    <a:pt x="57" y="518"/>
                    <a:pt x="56" y="517"/>
                    <a:pt x="56" y="517"/>
                  </a:cubicBezTo>
                  <a:cubicBezTo>
                    <a:pt x="59" y="520"/>
                    <a:pt x="63" y="528"/>
                    <a:pt x="67" y="531"/>
                  </a:cubicBezTo>
                  <a:cubicBezTo>
                    <a:pt x="67" y="532"/>
                    <a:pt x="66" y="531"/>
                    <a:pt x="67" y="533"/>
                  </a:cubicBezTo>
                  <a:cubicBezTo>
                    <a:pt x="69" y="535"/>
                    <a:pt x="70" y="537"/>
                    <a:pt x="72" y="538"/>
                  </a:cubicBezTo>
                  <a:cubicBezTo>
                    <a:pt x="71" y="537"/>
                    <a:pt x="71" y="536"/>
                    <a:pt x="71" y="536"/>
                  </a:cubicBezTo>
                  <a:cubicBezTo>
                    <a:pt x="73" y="538"/>
                    <a:pt x="75" y="541"/>
                    <a:pt x="77" y="543"/>
                  </a:cubicBezTo>
                  <a:cubicBezTo>
                    <a:pt x="78" y="544"/>
                    <a:pt x="74" y="542"/>
                    <a:pt x="73" y="539"/>
                  </a:cubicBezTo>
                  <a:cubicBezTo>
                    <a:pt x="74" y="541"/>
                    <a:pt x="72" y="539"/>
                    <a:pt x="72" y="540"/>
                  </a:cubicBezTo>
                  <a:cubicBezTo>
                    <a:pt x="75" y="542"/>
                    <a:pt x="76" y="544"/>
                    <a:pt x="80" y="548"/>
                  </a:cubicBezTo>
                  <a:cubicBezTo>
                    <a:pt x="80" y="546"/>
                    <a:pt x="78" y="546"/>
                    <a:pt x="78" y="544"/>
                  </a:cubicBezTo>
                  <a:cubicBezTo>
                    <a:pt x="79" y="544"/>
                    <a:pt x="80" y="547"/>
                    <a:pt x="82" y="548"/>
                  </a:cubicBezTo>
                  <a:cubicBezTo>
                    <a:pt x="83" y="549"/>
                    <a:pt x="82" y="549"/>
                    <a:pt x="83" y="550"/>
                  </a:cubicBezTo>
                  <a:cubicBezTo>
                    <a:pt x="85" y="550"/>
                    <a:pt x="87" y="556"/>
                    <a:pt x="90" y="558"/>
                  </a:cubicBezTo>
                  <a:cubicBezTo>
                    <a:pt x="91" y="560"/>
                    <a:pt x="86" y="555"/>
                    <a:pt x="86" y="555"/>
                  </a:cubicBezTo>
                  <a:cubicBezTo>
                    <a:pt x="86" y="556"/>
                    <a:pt x="86" y="556"/>
                    <a:pt x="87" y="556"/>
                  </a:cubicBezTo>
                  <a:cubicBezTo>
                    <a:pt x="89" y="559"/>
                    <a:pt x="85" y="556"/>
                    <a:pt x="87" y="558"/>
                  </a:cubicBezTo>
                  <a:cubicBezTo>
                    <a:pt x="89" y="559"/>
                    <a:pt x="91" y="562"/>
                    <a:pt x="91" y="561"/>
                  </a:cubicBezTo>
                  <a:cubicBezTo>
                    <a:pt x="93" y="562"/>
                    <a:pt x="93" y="564"/>
                    <a:pt x="95" y="565"/>
                  </a:cubicBezTo>
                  <a:cubicBezTo>
                    <a:pt x="95" y="566"/>
                    <a:pt x="94" y="565"/>
                    <a:pt x="93" y="564"/>
                  </a:cubicBezTo>
                  <a:cubicBezTo>
                    <a:pt x="92" y="565"/>
                    <a:pt x="99" y="569"/>
                    <a:pt x="98" y="571"/>
                  </a:cubicBezTo>
                  <a:cubicBezTo>
                    <a:pt x="102" y="573"/>
                    <a:pt x="102" y="573"/>
                    <a:pt x="102" y="573"/>
                  </a:cubicBezTo>
                  <a:cubicBezTo>
                    <a:pt x="101" y="571"/>
                    <a:pt x="101" y="571"/>
                    <a:pt x="101" y="571"/>
                  </a:cubicBezTo>
                  <a:cubicBezTo>
                    <a:pt x="103" y="572"/>
                    <a:pt x="103" y="573"/>
                    <a:pt x="103" y="574"/>
                  </a:cubicBezTo>
                  <a:cubicBezTo>
                    <a:pt x="107" y="576"/>
                    <a:pt x="109" y="579"/>
                    <a:pt x="113" y="584"/>
                  </a:cubicBezTo>
                  <a:cubicBezTo>
                    <a:pt x="115" y="585"/>
                    <a:pt x="117" y="587"/>
                    <a:pt x="120" y="589"/>
                  </a:cubicBezTo>
                  <a:cubicBezTo>
                    <a:pt x="122" y="591"/>
                    <a:pt x="125" y="594"/>
                    <a:pt x="127" y="595"/>
                  </a:cubicBezTo>
                  <a:cubicBezTo>
                    <a:pt x="128" y="595"/>
                    <a:pt x="125" y="593"/>
                    <a:pt x="124" y="592"/>
                  </a:cubicBezTo>
                  <a:cubicBezTo>
                    <a:pt x="126" y="592"/>
                    <a:pt x="130" y="596"/>
                    <a:pt x="133" y="598"/>
                  </a:cubicBezTo>
                  <a:cubicBezTo>
                    <a:pt x="133" y="599"/>
                    <a:pt x="129" y="596"/>
                    <a:pt x="129" y="597"/>
                  </a:cubicBezTo>
                  <a:cubicBezTo>
                    <a:pt x="131" y="598"/>
                    <a:pt x="132" y="599"/>
                    <a:pt x="132" y="600"/>
                  </a:cubicBezTo>
                  <a:cubicBezTo>
                    <a:pt x="133" y="600"/>
                    <a:pt x="136" y="601"/>
                    <a:pt x="138" y="602"/>
                  </a:cubicBezTo>
                  <a:cubicBezTo>
                    <a:pt x="141" y="604"/>
                    <a:pt x="139" y="604"/>
                    <a:pt x="141" y="605"/>
                  </a:cubicBezTo>
                  <a:cubicBezTo>
                    <a:pt x="142" y="606"/>
                    <a:pt x="147" y="608"/>
                    <a:pt x="145" y="609"/>
                  </a:cubicBezTo>
                  <a:cubicBezTo>
                    <a:pt x="150" y="611"/>
                    <a:pt x="154" y="614"/>
                    <a:pt x="158" y="617"/>
                  </a:cubicBezTo>
                  <a:cubicBezTo>
                    <a:pt x="160" y="619"/>
                    <a:pt x="155" y="616"/>
                    <a:pt x="157" y="618"/>
                  </a:cubicBezTo>
                  <a:cubicBezTo>
                    <a:pt x="161" y="620"/>
                    <a:pt x="157" y="617"/>
                    <a:pt x="160" y="618"/>
                  </a:cubicBezTo>
                  <a:cubicBezTo>
                    <a:pt x="163" y="619"/>
                    <a:pt x="162" y="620"/>
                    <a:pt x="164" y="622"/>
                  </a:cubicBezTo>
                  <a:cubicBezTo>
                    <a:pt x="165" y="622"/>
                    <a:pt x="166" y="623"/>
                    <a:pt x="168" y="624"/>
                  </a:cubicBezTo>
                  <a:cubicBezTo>
                    <a:pt x="167" y="624"/>
                    <a:pt x="167" y="625"/>
                    <a:pt x="169" y="627"/>
                  </a:cubicBezTo>
                  <a:cubicBezTo>
                    <a:pt x="169" y="626"/>
                    <a:pt x="170" y="626"/>
                    <a:pt x="171" y="627"/>
                  </a:cubicBezTo>
                  <a:cubicBezTo>
                    <a:pt x="173" y="627"/>
                    <a:pt x="170" y="626"/>
                    <a:pt x="169" y="625"/>
                  </a:cubicBezTo>
                  <a:cubicBezTo>
                    <a:pt x="171" y="626"/>
                    <a:pt x="172" y="627"/>
                    <a:pt x="174" y="628"/>
                  </a:cubicBezTo>
                  <a:cubicBezTo>
                    <a:pt x="175" y="628"/>
                    <a:pt x="172" y="626"/>
                    <a:pt x="171" y="626"/>
                  </a:cubicBezTo>
                  <a:cubicBezTo>
                    <a:pt x="171" y="625"/>
                    <a:pt x="172" y="625"/>
                    <a:pt x="173" y="625"/>
                  </a:cubicBezTo>
                  <a:cubicBezTo>
                    <a:pt x="175" y="626"/>
                    <a:pt x="175" y="627"/>
                    <a:pt x="176" y="627"/>
                  </a:cubicBezTo>
                  <a:cubicBezTo>
                    <a:pt x="178" y="629"/>
                    <a:pt x="175" y="627"/>
                    <a:pt x="175" y="627"/>
                  </a:cubicBezTo>
                  <a:cubicBezTo>
                    <a:pt x="177" y="629"/>
                    <a:pt x="177" y="628"/>
                    <a:pt x="178" y="628"/>
                  </a:cubicBezTo>
                  <a:cubicBezTo>
                    <a:pt x="181" y="629"/>
                    <a:pt x="183" y="631"/>
                    <a:pt x="186" y="632"/>
                  </a:cubicBezTo>
                  <a:cubicBezTo>
                    <a:pt x="186" y="633"/>
                    <a:pt x="184" y="632"/>
                    <a:pt x="184" y="633"/>
                  </a:cubicBezTo>
                  <a:cubicBezTo>
                    <a:pt x="186" y="634"/>
                    <a:pt x="188" y="637"/>
                    <a:pt x="191" y="637"/>
                  </a:cubicBezTo>
                  <a:cubicBezTo>
                    <a:pt x="193" y="639"/>
                    <a:pt x="193" y="640"/>
                    <a:pt x="198" y="643"/>
                  </a:cubicBezTo>
                  <a:cubicBezTo>
                    <a:pt x="197" y="642"/>
                    <a:pt x="195" y="641"/>
                    <a:pt x="195" y="640"/>
                  </a:cubicBezTo>
                  <a:cubicBezTo>
                    <a:pt x="197" y="641"/>
                    <a:pt x="199" y="642"/>
                    <a:pt x="200" y="643"/>
                  </a:cubicBezTo>
                  <a:cubicBezTo>
                    <a:pt x="202" y="643"/>
                    <a:pt x="200" y="642"/>
                    <a:pt x="202" y="642"/>
                  </a:cubicBezTo>
                  <a:cubicBezTo>
                    <a:pt x="200" y="641"/>
                    <a:pt x="196" y="638"/>
                    <a:pt x="195" y="639"/>
                  </a:cubicBezTo>
                  <a:cubicBezTo>
                    <a:pt x="195" y="638"/>
                    <a:pt x="195" y="638"/>
                    <a:pt x="197" y="638"/>
                  </a:cubicBezTo>
                  <a:cubicBezTo>
                    <a:pt x="199" y="639"/>
                    <a:pt x="197" y="640"/>
                    <a:pt x="201" y="640"/>
                  </a:cubicBezTo>
                  <a:cubicBezTo>
                    <a:pt x="203" y="641"/>
                    <a:pt x="199" y="640"/>
                    <a:pt x="201" y="641"/>
                  </a:cubicBezTo>
                  <a:cubicBezTo>
                    <a:pt x="201" y="640"/>
                    <a:pt x="204" y="642"/>
                    <a:pt x="207" y="643"/>
                  </a:cubicBezTo>
                  <a:cubicBezTo>
                    <a:pt x="209" y="643"/>
                    <a:pt x="206" y="642"/>
                    <a:pt x="205" y="642"/>
                  </a:cubicBezTo>
                  <a:cubicBezTo>
                    <a:pt x="206" y="642"/>
                    <a:pt x="207" y="642"/>
                    <a:pt x="208" y="642"/>
                  </a:cubicBezTo>
                  <a:cubicBezTo>
                    <a:pt x="209" y="643"/>
                    <a:pt x="212" y="645"/>
                    <a:pt x="210" y="645"/>
                  </a:cubicBezTo>
                  <a:cubicBezTo>
                    <a:pt x="211" y="645"/>
                    <a:pt x="216" y="646"/>
                    <a:pt x="214" y="646"/>
                  </a:cubicBezTo>
                  <a:cubicBezTo>
                    <a:pt x="216" y="648"/>
                    <a:pt x="218" y="646"/>
                    <a:pt x="221" y="648"/>
                  </a:cubicBezTo>
                  <a:cubicBezTo>
                    <a:pt x="221" y="648"/>
                    <a:pt x="220" y="648"/>
                    <a:pt x="219" y="648"/>
                  </a:cubicBezTo>
                  <a:cubicBezTo>
                    <a:pt x="222" y="649"/>
                    <a:pt x="227" y="652"/>
                    <a:pt x="228" y="651"/>
                  </a:cubicBezTo>
                  <a:cubicBezTo>
                    <a:pt x="229" y="651"/>
                    <a:pt x="233" y="653"/>
                    <a:pt x="230" y="653"/>
                  </a:cubicBezTo>
                  <a:cubicBezTo>
                    <a:pt x="236" y="654"/>
                    <a:pt x="243" y="655"/>
                    <a:pt x="246" y="654"/>
                  </a:cubicBezTo>
                  <a:cubicBezTo>
                    <a:pt x="247" y="654"/>
                    <a:pt x="249" y="655"/>
                    <a:pt x="250" y="655"/>
                  </a:cubicBezTo>
                  <a:cubicBezTo>
                    <a:pt x="252" y="656"/>
                    <a:pt x="247" y="656"/>
                    <a:pt x="251" y="657"/>
                  </a:cubicBezTo>
                  <a:cubicBezTo>
                    <a:pt x="247" y="657"/>
                    <a:pt x="248" y="656"/>
                    <a:pt x="246" y="656"/>
                  </a:cubicBezTo>
                  <a:cubicBezTo>
                    <a:pt x="243" y="655"/>
                    <a:pt x="242" y="656"/>
                    <a:pt x="244" y="657"/>
                  </a:cubicBezTo>
                  <a:cubicBezTo>
                    <a:pt x="244" y="657"/>
                    <a:pt x="244" y="656"/>
                    <a:pt x="243" y="656"/>
                  </a:cubicBezTo>
                  <a:cubicBezTo>
                    <a:pt x="245" y="656"/>
                    <a:pt x="247" y="657"/>
                    <a:pt x="249" y="658"/>
                  </a:cubicBezTo>
                  <a:cubicBezTo>
                    <a:pt x="250" y="658"/>
                    <a:pt x="247" y="657"/>
                    <a:pt x="246" y="658"/>
                  </a:cubicBezTo>
                  <a:cubicBezTo>
                    <a:pt x="248" y="659"/>
                    <a:pt x="250" y="658"/>
                    <a:pt x="251" y="659"/>
                  </a:cubicBezTo>
                  <a:cubicBezTo>
                    <a:pt x="253" y="658"/>
                    <a:pt x="259" y="661"/>
                    <a:pt x="263" y="663"/>
                  </a:cubicBezTo>
                  <a:cubicBezTo>
                    <a:pt x="266" y="662"/>
                    <a:pt x="268" y="662"/>
                    <a:pt x="263" y="661"/>
                  </a:cubicBezTo>
                  <a:cubicBezTo>
                    <a:pt x="264" y="662"/>
                    <a:pt x="262" y="661"/>
                    <a:pt x="260" y="660"/>
                  </a:cubicBezTo>
                  <a:cubicBezTo>
                    <a:pt x="259" y="660"/>
                    <a:pt x="261" y="660"/>
                    <a:pt x="261" y="660"/>
                  </a:cubicBezTo>
                  <a:cubicBezTo>
                    <a:pt x="261" y="659"/>
                    <a:pt x="254" y="658"/>
                    <a:pt x="251" y="657"/>
                  </a:cubicBezTo>
                  <a:cubicBezTo>
                    <a:pt x="261" y="659"/>
                    <a:pt x="276" y="663"/>
                    <a:pt x="289" y="664"/>
                  </a:cubicBezTo>
                  <a:cubicBezTo>
                    <a:pt x="289" y="664"/>
                    <a:pt x="288" y="664"/>
                    <a:pt x="287" y="664"/>
                  </a:cubicBezTo>
                  <a:cubicBezTo>
                    <a:pt x="289" y="665"/>
                    <a:pt x="291" y="665"/>
                    <a:pt x="293" y="665"/>
                  </a:cubicBezTo>
                  <a:cubicBezTo>
                    <a:pt x="293" y="666"/>
                    <a:pt x="295" y="665"/>
                    <a:pt x="297" y="666"/>
                  </a:cubicBezTo>
                  <a:cubicBezTo>
                    <a:pt x="299" y="667"/>
                    <a:pt x="293" y="666"/>
                    <a:pt x="296" y="667"/>
                  </a:cubicBezTo>
                  <a:cubicBezTo>
                    <a:pt x="299" y="666"/>
                    <a:pt x="300" y="667"/>
                    <a:pt x="305" y="668"/>
                  </a:cubicBezTo>
                  <a:cubicBezTo>
                    <a:pt x="307" y="667"/>
                    <a:pt x="309" y="667"/>
                    <a:pt x="312" y="668"/>
                  </a:cubicBezTo>
                  <a:cubicBezTo>
                    <a:pt x="315" y="668"/>
                    <a:pt x="317" y="668"/>
                    <a:pt x="319" y="668"/>
                  </a:cubicBezTo>
                  <a:cubicBezTo>
                    <a:pt x="322" y="669"/>
                    <a:pt x="327" y="669"/>
                    <a:pt x="332" y="669"/>
                  </a:cubicBezTo>
                  <a:cubicBezTo>
                    <a:pt x="338" y="669"/>
                    <a:pt x="344" y="669"/>
                    <a:pt x="349" y="670"/>
                  </a:cubicBezTo>
                  <a:cubicBezTo>
                    <a:pt x="349" y="669"/>
                    <a:pt x="352" y="668"/>
                    <a:pt x="353" y="669"/>
                  </a:cubicBezTo>
                  <a:cubicBezTo>
                    <a:pt x="356" y="668"/>
                    <a:pt x="355" y="668"/>
                    <a:pt x="355" y="668"/>
                  </a:cubicBezTo>
                  <a:cubicBezTo>
                    <a:pt x="356" y="668"/>
                    <a:pt x="357" y="667"/>
                    <a:pt x="358" y="668"/>
                  </a:cubicBezTo>
                  <a:cubicBezTo>
                    <a:pt x="357" y="668"/>
                    <a:pt x="358" y="669"/>
                    <a:pt x="356" y="669"/>
                  </a:cubicBezTo>
                  <a:cubicBezTo>
                    <a:pt x="359" y="670"/>
                    <a:pt x="357" y="668"/>
                    <a:pt x="361" y="669"/>
                  </a:cubicBezTo>
                  <a:cubicBezTo>
                    <a:pt x="362" y="667"/>
                    <a:pt x="363" y="668"/>
                    <a:pt x="367" y="667"/>
                  </a:cubicBezTo>
                  <a:cubicBezTo>
                    <a:pt x="368" y="668"/>
                    <a:pt x="366" y="668"/>
                    <a:pt x="365" y="669"/>
                  </a:cubicBezTo>
                  <a:cubicBezTo>
                    <a:pt x="371" y="667"/>
                    <a:pt x="380" y="667"/>
                    <a:pt x="384" y="664"/>
                  </a:cubicBezTo>
                  <a:cubicBezTo>
                    <a:pt x="387" y="663"/>
                    <a:pt x="387" y="664"/>
                    <a:pt x="389" y="664"/>
                  </a:cubicBezTo>
                  <a:cubicBezTo>
                    <a:pt x="391" y="664"/>
                    <a:pt x="388" y="665"/>
                    <a:pt x="390" y="665"/>
                  </a:cubicBezTo>
                  <a:cubicBezTo>
                    <a:pt x="392" y="664"/>
                    <a:pt x="392" y="664"/>
                    <a:pt x="391" y="664"/>
                  </a:cubicBezTo>
                  <a:cubicBezTo>
                    <a:pt x="394" y="663"/>
                    <a:pt x="394" y="663"/>
                    <a:pt x="396" y="662"/>
                  </a:cubicBezTo>
                  <a:cubicBezTo>
                    <a:pt x="398" y="663"/>
                    <a:pt x="394" y="665"/>
                    <a:pt x="391" y="665"/>
                  </a:cubicBezTo>
                  <a:cubicBezTo>
                    <a:pt x="393" y="665"/>
                    <a:pt x="392" y="665"/>
                    <a:pt x="391" y="665"/>
                  </a:cubicBezTo>
                  <a:cubicBezTo>
                    <a:pt x="396" y="666"/>
                    <a:pt x="402" y="666"/>
                    <a:pt x="408" y="662"/>
                  </a:cubicBezTo>
                  <a:cubicBezTo>
                    <a:pt x="411" y="662"/>
                    <a:pt x="406" y="664"/>
                    <a:pt x="408" y="664"/>
                  </a:cubicBezTo>
                  <a:cubicBezTo>
                    <a:pt x="411" y="662"/>
                    <a:pt x="417" y="662"/>
                    <a:pt x="421" y="661"/>
                  </a:cubicBezTo>
                  <a:cubicBezTo>
                    <a:pt x="422" y="660"/>
                    <a:pt x="422" y="660"/>
                    <a:pt x="423" y="659"/>
                  </a:cubicBezTo>
                  <a:cubicBezTo>
                    <a:pt x="423" y="660"/>
                    <a:pt x="422" y="660"/>
                    <a:pt x="423" y="660"/>
                  </a:cubicBezTo>
                  <a:cubicBezTo>
                    <a:pt x="426" y="659"/>
                    <a:pt x="424" y="660"/>
                    <a:pt x="426" y="659"/>
                  </a:cubicBezTo>
                  <a:cubicBezTo>
                    <a:pt x="426" y="659"/>
                    <a:pt x="425" y="659"/>
                    <a:pt x="426" y="659"/>
                  </a:cubicBezTo>
                  <a:cubicBezTo>
                    <a:pt x="429" y="659"/>
                    <a:pt x="431" y="658"/>
                    <a:pt x="431" y="657"/>
                  </a:cubicBezTo>
                  <a:cubicBezTo>
                    <a:pt x="432" y="658"/>
                    <a:pt x="432" y="657"/>
                    <a:pt x="433" y="657"/>
                  </a:cubicBezTo>
                  <a:cubicBezTo>
                    <a:pt x="433" y="657"/>
                    <a:pt x="432" y="658"/>
                    <a:pt x="432" y="658"/>
                  </a:cubicBezTo>
                  <a:cubicBezTo>
                    <a:pt x="437" y="657"/>
                    <a:pt x="447" y="655"/>
                    <a:pt x="450" y="652"/>
                  </a:cubicBezTo>
                  <a:cubicBezTo>
                    <a:pt x="456" y="651"/>
                    <a:pt x="454" y="650"/>
                    <a:pt x="457" y="650"/>
                  </a:cubicBezTo>
                  <a:cubicBezTo>
                    <a:pt x="460" y="647"/>
                    <a:pt x="462" y="647"/>
                    <a:pt x="466" y="645"/>
                  </a:cubicBezTo>
                  <a:cubicBezTo>
                    <a:pt x="465" y="645"/>
                    <a:pt x="463" y="645"/>
                    <a:pt x="462" y="646"/>
                  </a:cubicBezTo>
                  <a:cubicBezTo>
                    <a:pt x="463" y="644"/>
                    <a:pt x="465" y="645"/>
                    <a:pt x="467" y="643"/>
                  </a:cubicBezTo>
                  <a:cubicBezTo>
                    <a:pt x="468" y="643"/>
                    <a:pt x="467" y="644"/>
                    <a:pt x="466" y="645"/>
                  </a:cubicBezTo>
                  <a:cubicBezTo>
                    <a:pt x="470" y="643"/>
                    <a:pt x="474" y="642"/>
                    <a:pt x="478" y="640"/>
                  </a:cubicBezTo>
                  <a:cubicBezTo>
                    <a:pt x="478" y="640"/>
                    <a:pt x="477" y="641"/>
                    <a:pt x="477" y="642"/>
                  </a:cubicBezTo>
                  <a:cubicBezTo>
                    <a:pt x="478" y="641"/>
                    <a:pt x="480" y="640"/>
                    <a:pt x="482" y="639"/>
                  </a:cubicBezTo>
                  <a:cubicBezTo>
                    <a:pt x="483" y="636"/>
                    <a:pt x="496" y="633"/>
                    <a:pt x="501" y="629"/>
                  </a:cubicBezTo>
                  <a:cubicBezTo>
                    <a:pt x="494" y="632"/>
                    <a:pt x="487" y="635"/>
                    <a:pt x="480" y="638"/>
                  </a:cubicBezTo>
                  <a:cubicBezTo>
                    <a:pt x="482" y="637"/>
                    <a:pt x="485" y="636"/>
                    <a:pt x="487" y="635"/>
                  </a:cubicBezTo>
                  <a:cubicBezTo>
                    <a:pt x="488" y="634"/>
                    <a:pt x="484" y="636"/>
                    <a:pt x="483" y="636"/>
                  </a:cubicBezTo>
                  <a:cubicBezTo>
                    <a:pt x="486" y="634"/>
                    <a:pt x="486" y="634"/>
                    <a:pt x="486" y="634"/>
                  </a:cubicBezTo>
                  <a:cubicBezTo>
                    <a:pt x="487" y="633"/>
                    <a:pt x="487" y="634"/>
                    <a:pt x="488" y="634"/>
                  </a:cubicBezTo>
                  <a:cubicBezTo>
                    <a:pt x="493" y="631"/>
                    <a:pt x="492" y="630"/>
                    <a:pt x="498" y="627"/>
                  </a:cubicBezTo>
                  <a:cubicBezTo>
                    <a:pt x="499" y="627"/>
                    <a:pt x="495" y="630"/>
                    <a:pt x="493" y="631"/>
                  </a:cubicBezTo>
                  <a:cubicBezTo>
                    <a:pt x="494" y="631"/>
                    <a:pt x="495" y="631"/>
                    <a:pt x="494" y="632"/>
                  </a:cubicBezTo>
                  <a:cubicBezTo>
                    <a:pt x="495" y="631"/>
                    <a:pt x="497" y="627"/>
                    <a:pt x="502" y="626"/>
                  </a:cubicBezTo>
                  <a:cubicBezTo>
                    <a:pt x="503" y="626"/>
                    <a:pt x="503" y="626"/>
                    <a:pt x="501" y="627"/>
                  </a:cubicBezTo>
                  <a:cubicBezTo>
                    <a:pt x="504" y="627"/>
                    <a:pt x="505" y="623"/>
                    <a:pt x="509" y="622"/>
                  </a:cubicBezTo>
                  <a:cubicBezTo>
                    <a:pt x="511" y="621"/>
                    <a:pt x="508" y="624"/>
                    <a:pt x="510" y="623"/>
                  </a:cubicBezTo>
                  <a:cubicBezTo>
                    <a:pt x="511" y="622"/>
                    <a:pt x="511" y="622"/>
                    <a:pt x="510" y="622"/>
                  </a:cubicBezTo>
                  <a:cubicBezTo>
                    <a:pt x="510" y="622"/>
                    <a:pt x="513" y="620"/>
                    <a:pt x="512" y="620"/>
                  </a:cubicBezTo>
                  <a:cubicBezTo>
                    <a:pt x="513" y="619"/>
                    <a:pt x="517" y="617"/>
                    <a:pt x="516" y="617"/>
                  </a:cubicBezTo>
                  <a:cubicBezTo>
                    <a:pt x="517" y="616"/>
                    <a:pt x="518" y="615"/>
                    <a:pt x="520" y="615"/>
                  </a:cubicBezTo>
                  <a:cubicBezTo>
                    <a:pt x="520" y="615"/>
                    <a:pt x="517" y="618"/>
                    <a:pt x="518" y="618"/>
                  </a:cubicBezTo>
                  <a:cubicBezTo>
                    <a:pt x="519" y="617"/>
                    <a:pt x="521" y="616"/>
                    <a:pt x="522" y="614"/>
                  </a:cubicBezTo>
                  <a:cubicBezTo>
                    <a:pt x="524" y="614"/>
                    <a:pt x="523" y="615"/>
                    <a:pt x="525" y="614"/>
                  </a:cubicBezTo>
                  <a:cubicBezTo>
                    <a:pt x="528" y="611"/>
                    <a:pt x="531" y="609"/>
                    <a:pt x="534" y="607"/>
                  </a:cubicBezTo>
                  <a:cubicBezTo>
                    <a:pt x="536" y="607"/>
                    <a:pt x="532" y="609"/>
                    <a:pt x="532" y="610"/>
                  </a:cubicBezTo>
                  <a:cubicBezTo>
                    <a:pt x="536" y="608"/>
                    <a:pt x="536" y="605"/>
                    <a:pt x="541" y="603"/>
                  </a:cubicBezTo>
                  <a:cubicBezTo>
                    <a:pt x="542" y="602"/>
                    <a:pt x="542" y="600"/>
                    <a:pt x="544" y="600"/>
                  </a:cubicBezTo>
                  <a:cubicBezTo>
                    <a:pt x="545" y="599"/>
                    <a:pt x="542" y="601"/>
                    <a:pt x="541" y="601"/>
                  </a:cubicBezTo>
                  <a:cubicBezTo>
                    <a:pt x="543" y="599"/>
                    <a:pt x="543" y="599"/>
                    <a:pt x="543" y="599"/>
                  </a:cubicBezTo>
                  <a:cubicBezTo>
                    <a:pt x="546" y="598"/>
                    <a:pt x="549" y="595"/>
                    <a:pt x="552" y="593"/>
                  </a:cubicBezTo>
                  <a:cubicBezTo>
                    <a:pt x="553" y="593"/>
                    <a:pt x="548" y="597"/>
                    <a:pt x="546" y="597"/>
                  </a:cubicBezTo>
                  <a:cubicBezTo>
                    <a:pt x="545" y="599"/>
                    <a:pt x="544" y="600"/>
                    <a:pt x="543" y="601"/>
                  </a:cubicBezTo>
                  <a:cubicBezTo>
                    <a:pt x="544" y="600"/>
                    <a:pt x="549" y="598"/>
                    <a:pt x="551" y="595"/>
                  </a:cubicBezTo>
                  <a:cubicBezTo>
                    <a:pt x="553" y="594"/>
                    <a:pt x="551" y="596"/>
                    <a:pt x="553" y="595"/>
                  </a:cubicBezTo>
                  <a:cubicBezTo>
                    <a:pt x="554" y="592"/>
                    <a:pt x="560" y="587"/>
                    <a:pt x="565" y="583"/>
                  </a:cubicBezTo>
                  <a:cubicBezTo>
                    <a:pt x="566" y="583"/>
                    <a:pt x="563" y="585"/>
                    <a:pt x="563" y="586"/>
                  </a:cubicBezTo>
                  <a:cubicBezTo>
                    <a:pt x="565" y="584"/>
                    <a:pt x="565" y="585"/>
                    <a:pt x="567" y="584"/>
                  </a:cubicBezTo>
                  <a:cubicBezTo>
                    <a:pt x="569" y="581"/>
                    <a:pt x="572" y="579"/>
                    <a:pt x="574" y="576"/>
                  </a:cubicBezTo>
                  <a:cubicBezTo>
                    <a:pt x="578" y="574"/>
                    <a:pt x="577" y="573"/>
                    <a:pt x="581" y="567"/>
                  </a:cubicBezTo>
                  <a:cubicBezTo>
                    <a:pt x="579" y="569"/>
                    <a:pt x="578" y="571"/>
                    <a:pt x="576" y="573"/>
                  </a:cubicBezTo>
                  <a:cubicBezTo>
                    <a:pt x="575" y="574"/>
                    <a:pt x="575" y="574"/>
                    <a:pt x="576" y="574"/>
                  </a:cubicBezTo>
                  <a:cubicBezTo>
                    <a:pt x="575" y="575"/>
                    <a:pt x="574" y="576"/>
                    <a:pt x="572" y="577"/>
                  </a:cubicBezTo>
                  <a:cubicBezTo>
                    <a:pt x="571" y="578"/>
                    <a:pt x="573" y="575"/>
                    <a:pt x="574" y="575"/>
                  </a:cubicBezTo>
                  <a:cubicBezTo>
                    <a:pt x="573" y="575"/>
                    <a:pt x="567" y="578"/>
                    <a:pt x="566" y="581"/>
                  </a:cubicBezTo>
                  <a:cubicBezTo>
                    <a:pt x="564" y="582"/>
                    <a:pt x="558" y="587"/>
                    <a:pt x="555" y="590"/>
                  </a:cubicBezTo>
                  <a:cubicBezTo>
                    <a:pt x="554" y="590"/>
                    <a:pt x="554" y="589"/>
                    <a:pt x="553" y="592"/>
                  </a:cubicBezTo>
                  <a:cubicBezTo>
                    <a:pt x="547" y="595"/>
                    <a:pt x="542" y="599"/>
                    <a:pt x="537" y="603"/>
                  </a:cubicBezTo>
                  <a:cubicBezTo>
                    <a:pt x="536" y="602"/>
                    <a:pt x="531" y="607"/>
                    <a:pt x="532" y="605"/>
                  </a:cubicBezTo>
                  <a:cubicBezTo>
                    <a:pt x="531" y="606"/>
                    <a:pt x="529" y="607"/>
                    <a:pt x="527" y="609"/>
                  </a:cubicBezTo>
                  <a:cubicBezTo>
                    <a:pt x="528" y="608"/>
                    <a:pt x="529" y="608"/>
                    <a:pt x="530" y="607"/>
                  </a:cubicBezTo>
                  <a:cubicBezTo>
                    <a:pt x="529" y="608"/>
                    <a:pt x="528" y="609"/>
                    <a:pt x="527" y="610"/>
                  </a:cubicBezTo>
                  <a:cubicBezTo>
                    <a:pt x="527" y="610"/>
                    <a:pt x="527" y="610"/>
                    <a:pt x="527" y="609"/>
                  </a:cubicBezTo>
                  <a:cubicBezTo>
                    <a:pt x="526" y="609"/>
                    <a:pt x="524" y="610"/>
                    <a:pt x="523" y="611"/>
                  </a:cubicBezTo>
                  <a:cubicBezTo>
                    <a:pt x="522" y="612"/>
                    <a:pt x="523" y="612"/>
                    <a:pt x="522" y="612"/>
                  </a:cubicBezTo>
                  <a:cubicBezTo>
                    <a:pt x="521" y="613"/>
                    <a:pt x="519" y="613"/>
                    <a:pt x="518" y="615"/>
                  </a:cubicBezTo>
                  <a:cubicBezTo>
                    <a:pt x="517" y="615"/>
                    <a:pt x="516" y="615"/>
                    <a:pt x="515" y="616"/>
                  </a:cubicBezTo>
                  <a:cubicBezTo>
                    <a:pt x="514" y="616"/>
                    <a:pt x="518" y="613"/>
                    <a:pt x="515" y="615"/>
                  </a:cubicBezTo>
                  <a:cubicBezTo>
                    <a:pt x="514" y="616"/>
                    <a:pt x="511" y="618"/>
                    <a:pt x="508" y="620"/>
                  </a:cubicBezTo>
                  <a:cubicBezTo>
                    <a:pt x="505" y="621"/>
                    <a:pt x="502" y="623"/>
                    <a:pt x="501" y="623"/>
                  </a:cubicBezTo>
                  <a:cubicBezTo>
                    <a:pt x="499" y="623"/>
                    <a:pt x="501" y="624"/>
                    <a:pt x="499" y="625"/>
                  </a:cubicBezTo>
                  <a:cubicBezTo>
                    <a:pt x="499" y="625"/>
                    <a:pt x="498" y="625"/>
                    <a:pt x="498" y="626"/>
                  </a:cubicBezTo>
                  <a:cubicBezTo>
                    <a:pt x="495" y="627"/>
                    <a:pt x="497" y="625"/>
                    <a:pt x="494" y="626"/>
                  </a:cubicBezTo>
                  <a:cubicBezTo>
                    <a:pt x="491" y="629"/>
                    <a:pt x="483" y="632"/>
                    <a:pt x="478" y="634"/>
                  </a:cubicBezTo>
                  <a:cubicBezTo>
                    <a:pt x="477" y="635"/>
                    <a:pt x="475" y="636"/>
                    <a:pt x="474" y="637"/>
                  </a:cubicBezTo>
                  <a:cubicBezTo>
                    <a:pt x="477" y="636"/>
                    <a:pt x="476" y="635"/>
                    <a:pt x="479" y="634"/>
                  </a:cubicBezTo>
                  <a:cubicBezTo>
                    <a:pt x="478" y="636"/>
                    <a:pt x="478" y="635"/>
                    <a:pt x="480" y="635"/>
                  </a:cubicBezTo>
                  <a:cubicBezTo>
                    <a:pt x="477" y="638"/>
                    <a:pt x="473" y="639"/>
                    <a:pt x="472" y="639"/>
                  </a:cubicBezTo>
                  <a:cubicBezTo>
                    <a:pt x="473" y="637"/>
                    <a:pt x="475" y="638"/>
                    <a:pt x="476" y="636"/>
                  </a:cubicBezTo>
                  <a:cubicBezTo>
                    <a:pt x="474" y="638"/>
                    <a:pt x="472" y="637"/>
                    <a:pt x="474" y="636"/>
                  </a:cubicBezTo>
                  <a:cubicBezTo>
                    <a:pt x="471" y="637"/>
                    <a:pt x="467" y="638"/>
                    <a:pt x="463" y="640"/>
                  </a:cubicBezTo>
                  <a:cubicBezTo>
                    <a:pt x="464" y="639"/>
                    <a:pt x="464" y="639"/>
                    <a:pt x="461" y="640"/>
                  </a:cubicBezTo>
                  <a:cubicBezTo>
                    <a:pt x="462" y="639"/>
                    <a:pt x="464" y="638"/>
                    <a:pt x="467" y="638"/>
                  </a:cubicBezTo>
                  <a:cubicBezTo>
                    <a:pt x="468" y="637"/>
                    <a:pt x="465" y="638"/>
                    <a:pt x="466" y="637"/>
                  </a:cubicBezTo>
                  <a:cubicBezTo>
                    <a:pt x="464" y="638"/>
                    <a:pt x="462" y="639"/>
                    <a:pt x="460" y="640"/>
                  </a:cubicBezTo>
                  <a:cubicBezTo>
                    <a:pt x="459" y="641"/>
                    <a:pt x="461" y="640"/>
                    <a:pt x="463" y="640"/>
                  </a:cubicBezTo>
                  <a:cubicBezTo>
                    <a:pt x="459" y="642"/>
                    <a:pt x="456" y="642"/>
                    <a:pt x="453" y="644"/>
                  </a:cubicBezTo>
                  <a:cubicBezTo>
                    <a:pt x="452" y="645"/>
                    <a:pt x="453" y="645"/>
                    <a:pt x="453" y="646"/>
                  </a:cubicBezTo>
                  <a:cubicBezTo>
                    <a:pt x="449" y="647"/>
                    <a:pt x="453" y="645"/>
                    <a:pt x="450" y="646"/>
                  </a:cubicBezTo>
                  <a:cubicBezTo>
                    <a:pt x="449" y="646"/>
                    <a:pt x="451" y="645"/>
                    <a:pt x="451" y="645"/>
                  </a:cubicBezTo>
                  <a:cubicBezTo>
                    <a:pt x="448" y="645"/>
                    <a:pt x="440" y="648"/>
                    <a:pt x="435" y="648"/>
                  </a:cubicBezTo>
                  <a:cubicBezTo>
                    <a:pt x="431" y="651"/>
                    <a:pt x="426" y="651"/>
                    <a:pt x="421" y="653"/>
                  </a:cubicBezTo>
                  <a:cubicBezTo>
                    <a:pt x="419" y="652"/>
                    <a:pt x="424" y="651"/>
                    <a:pt x="424" y="650"/>
                  </a:cubicBezTo>
                  <a:cubicBezTo>
                    <a:pt x="421" y="650"/>
                    <a:pt x="420" y="652"/>
                    <a:pt x="419" y="651"/>
                  </a:cubicBezTo>
                  <a:cubicBezTo>
                    <a:pt x="418" y="652"/>
                    <a:pt x="418" y="652"/>
                    <a:pt x="419" y="653"/>
                  </a:cubicBezTo>
                  <a:cubicBezTo>
                    <a:pt x="415" y="654"/>
                    <a:pt x="410" y="655"/>
                    <a:pt x="406" y="655"/>
                  </a:cubicBezTo>
                  <a:cubicBezTo>
                    <a:pt x="405" y="657"/>
                    <a:pt x="401" y="657"/>
                    <a:pt x="398" y="658"/>
                  </a:cubicBezTo>
                  <a:cubicBezTo>
                    <a:pt x="397" y="658"/>
                    <a:pt x="398" y="657"/>
                    <a:pt x="399" y="657"/>
                  </a:cubicBezTo>
                  <a:cubicBezTo>
                    <a:pt x="400" y="657"/>
                    <a:pt x="401" y="657"/>
                    <a:pt x="402" y="657"/>
                  </a:cubicBezTo>
                  <a:cubicBezTo>
                    <a:pt x="403" y="656"/>
                    <a:pt x="403" y="656"/>
                    <a:pt x="403" y="656"/>
                  </a:cubicBezTo>
                  <a:cubicBezTo>
                    <a:pt x="404" y="656"/>
                    <a:pt x="404" y="656"/>
                    <a:pt x="404" y="656"/>
                  </a:cubicBezTo>
                  <a:cubicBezTo>
                    <a:pt x="401" y="656"/>
                    <a:pt x="399" y="657"/>
                    <a:pt x="397" y="656"/>
                  </a:cubicBezTo>
                  <a:cubicBezTo>
                    <a:pt x="398" y="656"/>
                    <a:pt x="400" y="656"/>
                    <a:pt x="401" y="655"/>
                  </a:cubicBezTo>
                  <a:cubicBezTo>
                    <a:pt x="402" y="654"/>
                    <a:pt x="398" y="656"/>
                    <a:pt x="396" y="656"/>
                  </a:cubicBezTo>
                  <a:cubicBezTo>
                    <a:pt x="400" y="653"/>
                    <a:pt x="392" y="656"/>
                    <a:pt x="388" y="656"/>
                  </a:cubicBezTo>
                  <a:cubicBezTo>
                    <a:pt x="389" y="657"/>
                    <a:pt x="388" y="658"/>
                    <a:pt x="385" y="658"/>
                  </a:cubicBezTo>
                  <a:cubicBezTo>
                    <a:pt x="387" y="657"/>
                    <a:pt x="384" y="658"/>
                    <a:pt x="383" y="657"/>
                  </a:cubicBezTo>
                  <a:cubicBezTo>
                    <a:pt x="383" y="657"/>
                    <a:pt x="382" y="657"/>
                    <a:pt x="382" y="657"/>
                  </a:cubicBezTo>
                  <a:cubicBezTo>
                    <a:pt x="383" y="658"/>
                    <a:pt x="379" y="658"/>
                    <a:pt x="378" y="659"/>
                  </a:cubicBezTo>
                  <a:cubicBezTo>
                    <a:pt x="376" y="659"/>
                    <a:pt x="371" y="659"/>
                    <a:pt x="367" y="660"/>
                  </a:cubicBezTo>
                  <a:cubicBezTo>
                    <a:pt x="365" y="660"/>
                    <a:pt x="367" y="659"/>
                    <a:pt x="367" y="659"/>
                  </a:cubicBezTo>
                  <a:cubicBezTo>
                    <a:pt x="364" y="659"/>
                    <a:pt x="361" y="659"/>
                    <a:pt x="359" y="658"/>
                  </a:cubicBezTo>
                  <a:cubicBezTo>
                    <a:pt x="358" y="659"/>
                    <a:pt x="357" y="659"/>
                    <a:pt x="356" y="659"/>
                  </a:cubicBezTo>
                  <a:cubicBezTo>
                    <a:pt x="359" y="660"/>
                    <a:pt x="359" y="660"/>
                    <a:pt x="359" y="660"/>
                  </a:cubicBezTo>
                  <a:cubicBezTo>
                    <a:pt x="361" y="659"/>
                    <a:pt x="363" y="660"/>
                    <a:pt x="365" y="659"/>
                  </a:cubicBezTo>
                  <a:cubicBezTo>
                    <a:pt x="362" y="660"/>
                    <a:pt x="360" y="659"/>
                    <a:pt x="357" y="660"/>
                  </a:cubicBezTo>
                  <a:cubicBezTo>
                    <a:pt x="357" y="658"/>
                    <a:pt x="350" y="660"/>
                    <a:pt x="345" y="659"/>
                  </a:cubicBezTo>
                  <a:cubicBezTo>
                    <a:pt x="347" y="659"/>
                    <a:pt x="349" y="659"/>
                    <a:pt x="351" y="659"/>
                  </a:cubicBezTo>
                  <a:cubicBezTo>
                    <a:pt x="351" y="658"/>
                    <a:pt x="346" y="659"/>
                    <a:pt x="344" y="659"/>
                  </a:cubicBezTo>
                  <a:cubicBezTo>
                    <a:pt x="343" y="659"/>
                    <a:pt x="343" y="660"/>
                    <a:pt x="342" y="660"/>
                  </a:cubicBezTo>
                  <a:cubicBezTo>
                    <a:pt x="339" y="660"/>
                    <a:pt x="341" y="659"/>
                    <a:pt x="340" y="659"/>
                  </a:cubicBezTo>
                  <a:cubicBezTo>
                    <a:pt x="339" y="659"/>
                    <a:pt x="338" y="659"/>
                    <a:pt x="337" y="659"/>
                  </a:cubicBezTo>
                  <a:cubicBezTo>
                    <a:pt x="337" y="660"/>
                    <a:pt x="334" y="660"/>
                    <a:pt x="331" y="659"/>
                  </a:cubicBezTo>
                  <a:cubicBezTo>
                    <a:pt x="333" y="660"/>
                    <a:pt x="330" y="659"/>
                    <a:pt x="327" y="660"/>
                  </a:cubicBezTo>
                  <a:cubicBezTo>
                    <a:pt x="324" y="659"/>
                    <a:pt x="331" y="659"/>
                    <a:pt x="327" y="658"/>
                  </a:cubicBezTo>
                  <a:cubicBezTo>
                    <a:pt x="326" y="660"/>
                    <a:pt x="324" y="659"/>
                    <a:pt x="322" y="660"/>
                  </a:cubicBezTo>
                  <a:cubicBezTo>
                    <a:pt x="319" y="659"/>
                    <a:pt x="326" y="659"/>
                    <a:pt x="325" y="659"/>
                  </a:cubicBezTo>
                  <a:cubicBezTo>
                    <a:pt x="322" y="658"/>
                    <a:pt x="321" y="658"/>
                    <a:pt x="319" y="659"/>
                  </a:cubicBezTo>
                  <a:cubicBezTo>
                    <a:pt x="316" y="658"/>
                    <a:pt x="321" y="659"/>
                    <a:pt x="320" y="658"/>
                  </a:cubicBezTo>
                  <a:cubicBezTo>
                    <a:pt x="315" y="657"/>
                    <a:pt x="313" y="658"/>
                    <a:pt x="308" y="658"/>
                  </a:cubicBezTo>
                  <a:cubicBezTo>
                    <a:pt x="307" y="658"/>
                    <a:pt x="307" y="657"/>
                    <a:pt x="305" y="657"/>
                  </a:cubicBezTo>
                  <a:cubicBezTo>
                    <a:pt x="302" y="657"/>
                    <a:pt x="300" y="656"/>
                    <a:pt x="297" y="656"/>
                  </a:cubicBezTo>
                  <a:cubicBezTo>
                    <a:pt x="296" y="656"/>
                    <a:pt x="298" y="655"/>
                    <a:pt x="297" y="655"/>
                  </a:cubicBezTo>
                  <a:cubicBezTo>
                    <a:pt x="298" y="655"/>
                    <a:pt x="299" y="655"/>
                    <a:pt x="300" y="655"/>
                  </a:cubicBezTo>
                  <a:cubicBezTo>
                    <a:pt x="302" y="655"/>
                    <a:pt x="300" y="656"/>
                    <a:pt x="300" y="656"/>
                  </a:cubicBezTo>
                  <a:cubicBezTo>
                    <a:pt x="303" y="656"/>
                    <a:pt x="305" y="656"/>
                    <a:pt x="309" y="656"/>
                  </a:cubicBezTo>
                  <a:cubicBezTo>
                    <a:pt x="306" y="656"/>
                    <a:pt x="304" y="655"/>
                    <a:pt x="301" y="655"/>
                  </a:cubicBezTo>
                  <a:cubicBezTo>
                    <a:pt x="299" y="654"/>
                    <a:pt x="304" y="655"/>
                    <a:pt x="303" y="655"/>
                  </a:cubicBezTo>
                  <a:cubicBezTo>
                    <a:pt x="305" y="655"/>
                    <a:pt x="308" y="655"/>
                    <a:pt x="311" y="656"/>
                  </a:cubicBezTo>
                  <a:cubicBezTo>
                    <a:pt x="312" y="655"/>
                    <a:pt x="310" y="655"/>
                    <a:pt x="311" y="655"/>
                  </a:cubicBezTo>
                  <a:cubicBezTo>
                    <a:pt x="314" y="655"/>
                    <a:pt x="312" y="656"/>
                    <a:pt x="314" y="656"/>
                  </a:cubicBezTo>
                  <a:cubicBezTo>
                    <a:pt x="315" y="656"/>
                    <a:pt x="316" y="656"/>
                    <a:pt x="317" y="656"/>
                  </a:cubicBezTo>
                  <a:cubicBezTo>
                    <a:pt x="318" y="654"/>
                    <a:pt x="323" y="657"/>
                    <a:pt x="327" y="656"/>
                  </a:cubicBezTo>
                  <a:cubicBezTo>
                    <a:pt x="329" y="656"/>
                    <a:pt x="326" y="657"/>
                    <a:pt x="329" y="657"/>
                  </a:cubicBezTo>
                  <a:cubicBezTo>
                    <a:pt x="331" y="656"/>
                    <a:pt x="328" y="655"/>
                    <a:pt x="330" y="655"/>
                  </a:cubicBezTo>
                  <a:cubicBezTo>
                    <a:pt x="329" y="654"/>
                    <a:pt x="327" y="655"/>
                    <a:pt x="326" y="654"/>
                  </a:cubicBezTo>
                  <a:cubicBezTo>
                    <a:pt x="325" y="654"/>
                    <a:pt x="326" y="655"/>
                    <a:pt x="327" y="655"/>
                  </a:cubicBezTo>
                  <a:cubicBezTo>
                    <a:pt x="325" y="655"/>
                    <a:pt x="323" y="655"/>
                    <a:pt x="321" y="655"/>
                  </a:cubicBezTo>
                  <a:cubicBezTo>
                    <a:pt x="320" y="654"/>
                    <a:pt x="323" y="654"/>
                    <a:pt x="323" y="654"/>
                  </a:cubicBezTo>
                  <a:cubicBezTo>
                    <a:pt x="326" y="654"/>
                    <a:pt x="328" y="654"/>
                    <a:pt x="331" y="654"/>
                  </a:cubicBezTo>
                  <a:cubicBezTo>
                    <a:pt x="333" y="654"/>
                    <a:pt x="330" y="655"/>
                    <a:pt x="333" y="655"/>
                  </a:cubicBezTo>
                  <a:cubicBezTo>
                    <a:pt x="337" y="652"/>
                    <a:pt x="350" y="654"/>
                    <a:pt x="358" y="653"/>
                  </a:cubicBezTo>
                  <a:cubicBezTo>
                    <a:pt x="358" y="654"/>
                    <a:pt x="355" y="654"/>
                    <a:pt x="357" y="655"/>
                  </a:cubicBezTo>
                  <a:cubicBezTo>
                    <a:pt x="349" y="655"/>
                    <a:pt x="342" y="654"/>
                    <a:pt x="335" y="655"/>
                  </a:cubicBezTo>
                  <a:cubicBezTo>
                    <a:pt x="333" y="655"/>
                    <a:pt x="337" y="655"/>
                    <a:pt x="338" y="655"/>
                  </a:cubicBezTo>
                  <a:cubicBezTo>
                    <a:pt x="340" y="655"/>
                    <a:pt x="343" y="655"/>
                    <a:pt x="340" y="656"/>
                  </a:cubicBezTo>
                  <a:cubicBezTo>
                    <a:pt x="342" y="656"/>
                    <a:pt x="344" y="655"/>
                    <a:pt x="346" y="655"/>
                  </a:cubicBezTo>
                  <a:cubicBezTo>
                    <a:pt x="347" y="656"/>
                    <a:pt x="344" y="656"/>
                    <a:pt x="347" y="657"/>
                  </a:cubicBezTo>
                  <a:cubicBezTo>
                    <a:pt x="349" y="656"/>
                    <a:pt x="350" y="656"/>
                    <a:pt x="353" y="656"/>
                  </a:cubicBezTo>
                  <a:cubicBezTo>
                    <a:pt x="355" y="656"/>
                    <a:pt x="352" y="657"/>
                    <a:pt x="355" y="657"/>
                  </a:cubicBezTo>
                  <a:cubicBezTo>
                    <a:pt x="359" y="657"/>
                    <a:pt x="364" y="656"/>
                    <a:pt x="367" y="655"/>
                  </a:cubicBezTo>
                  <a:cubicBezTo>
                    <a:pt x="367" y="655"/>
                    <a:pt x="368" y="656"/>
                    <a:pt x="367" y="656"/>
                  </a:cubicBezTo>
                  <a:cubicBezTo>
                    <a:pt x="366" y="657"/>
                    <a:pt x="367" y="655"/>
                    <a:pt x="365" y="656"/>
                  </a:cubicBezTo>
                  <a:cubicBezTo>
                    <a:pt x="369" y="657"/>
                    <a:pt x="372" y="655"/>
                    <a:pt x="376" y="656"/>
                  </a:cubicBezTo>
                  <a:cubicBezTo>
                    <a:pt x="380" y="654"/>
                    <a:pt x="380" y="654"/>
                    <a:pt x="380" y="654"/>
                  </a:cubicBezTo>
                  <a:cubicBezTo>
                    <a:pt x="382" y="654"/>
                    <a:pt x="382" y="655"/>
                    <a:pt x="384" y="655"/>
                  </a:cubicBezTo>
                  <a:cubicBezTo>
                    <a:pt x="387" y="653"/>
                    <a:pt x="382" y="654"/>
                    <a:pt x="382" y="654"/>
                  </a:cubicBezTo>
                  <a:cubicBezTo>
                    <a:pt x="384" y="653"/>
                    <a:pt x="386" y="654"/>
                    <a:pt x="388" y="653"/>
                  </a:cubicBezTo>
                  <a:cubicBezTo>
                    <a:pt x="391" y="653"/>
                    <a:pt x="386" y="654"/>
                    <a:pt x="390" y="654"/>
                  </a:cubicBezTo>
                  <a:cubicBezTo>
                    <a:pt x="390" y="654"/>
                    <a:pt x="389" y="654"/>
                    <a:pt x="389" y="654"/>
                  </a:cubicBezTo>
                  <a:cubicBezTo>
                    <a:pt x="394" y="653"/>
                    <a:pt x="398" y="653"/>
                    <a:pt x="403" y="652"/>
                  </a:cubicBezTo>
                  <a:cubicBezTo>
                    <a:pt x="405" y="650"/>
                    <a:pt x="401" y="651"/>
                    <a:pt x="399" y="651"/>
                  </a:cubicBezTo>
                  <a:cubicBezTo>
                    <a:pt x="401" y="650"/>
                    <a:pt x="404" y="648"/>
                    <a:pt x="406" y="648"/>
                  </a:cubicBezTo>
                  <a:cubicBezTo>
                    <a:pt x="407" y="649"/>
                    <a:pt x="403" y="649"/>
                    <a:pt x="404" y="650"/>
                  </a:cubicBezTo>
                  <a:cubicBezTo>
                    <a:pt x="405" y="650"/>
                    <a:pt x="406" y="649"/>
                    <a:pt x="408" y="649"/>
                  </a:cubicBezTo>
                  <a:cubicBezTo>
                    <a:pt x="409" y="648"/>
                    <a:pt x="407" y="648"/>
                    <a:pt x="411" y="647"/>
                  </a:cubicBezTo>
                  <a:cubicBezTo>
                    <a:pt x="412" y="647"/>
                    <a:pt x="412" y="648"/>
                    <a:pt x="411" y="648"/>
                  </a:cubicBezTo>
                  <a:cubicBezTo>
                    <a:pt x="414" y="648"/>
                    <a:pt x="414" y="646"/>
                    <a:pt x="417" y="646"/>
                  </a:cubicBezTo>
                  <a:cubicBezTo>
                    <a:pt x="418" y="647"/>
                    <a:pt x="414" y="648"/>
                    <a:pt x="416" y="648"/>
                  </a:cubicBezTo>
                  <a:cubicBezTo>
                    <a:pt x="418" y="647"/>
                    <a:pt x="418" y="647"/>
                    <a:pt x="419" y="646"/>
                  </a:cubicBezTo>
                  <a:cubicBezTo>
                    <a:pt x="420" y="646"/>
                    <a:pt x="421" y="645"/>
                    <a:pt x="421" y="645"/>
                  </a:cubicBezTo>
                  <a:cubicBezTo>
                    <a:pt x="422" y="646"/>
                    <a:pt x="418" y="647"/>
                    <a:pt x="419" y="647"/>
                  </a:cubicBezTo>
                  <a:cubicBezTo>
                    <a:pt x="422" y="647"/>
                    <a:pt x="422" y="647"/>
                    <a:pt x="425" y="647"/>
                  </a:cubicBezTo>
                  <a:cubicBezTo>
                    <a:pt x="431" y="646"/>
                    <a:pt x="436" y="643"/>
                    <a:pt x="440" y="642"/>
                  </a:cubicBezTo>
                  <a:cubicBezTo>
                    <a:pt x="439" y="643"/>
                    <a:pt x="441" y="643"/>
                    <a:pt x="444" y="642"/>
                  </a:cubicBezTo>
                  <a:cubicBezTo>
                    <a:pt x="448" y="641"/>
                    <a:pt x="452" y="639"/>
                    <a:pt x="454" y="638"/>
                  </a:cubicBezTo>
                  <a:cubicBezTo>
                    <a:pt x="454" y="639"/>
                    <a:pt x="448" y="640"/>
                    <a:pt x="446" y="642"/>
                  </a:cubicBezTo>
                  <a:cubicBezTo>
                    <a:pt x="451" y="641"/>
                    <a:pt x="455" y="638"/>
                    <a:pt x="459" y="638"/>
                  </a:cubicBezTo>
                  <a:cubicBezTo>
                    <a:pt x="459" y="637"/>
                    <a:pt x="458" y="637"/>
                    <a:pt x="457" y="637"/>
                  </a:cubicBezTo>
                  <a:cubicBezTo>
                    <a:pt x="459" y="636"/>
                    <a:pt x="461" y="636"/>
                    <a:pt x="462" y="635"/>
                  </a:cubicBezTo>
                  <a:cubicBezTo>
                    <a:pt x="467" y="635"/>
                    <a:pt x="472" y="631"/>
                    <a:pt x="475" y="631"/>
                  </a:cubicBezTo>
                  <a:cubicBezTo>
                    <a:pt x="480" y="628"/>
                    <a:pt x="483" y="627"/>
                    <a:pt x="487" y="624"/>
                  </a:cubicBezTo>
                  <a:cubicBezTo>
                    <a:pt x="485" y="625"/>
                    <a:pt x="486" y="624"/>
                    <a:pt x="485" y="624"/>
                  </a:cubicBezTo>
                  <a:cubicBezTo>
                    <a:pt x="490" y="620"/>
                    <a:pt x="493" y="621"/>
                    <a:pt x="494" y="622"/>
                  </a:cubicBezTo>
                  <a:cubicBezTo>
                    <a:pt x="495" y="621"/>
                    <a:pt x="493" y="621"/>
                    <a:pt x="494" y="619"/>
                  </a:cubicBezTo>
                  <a:cubicBezTo>
                    <a:pt x="496" y="618"/>
                    <a:pt x="499" y="617"/>
                    <a:pt x="501" y="616"/>
                  </a:cubicBezTo>
                  <a:cubicBezTo>
                    <a:pt x="502" y="616"/>
                    <a:pt x="499" y="618"/>
                    <a:pt x="498" y="619"/>
                  </a:cubicBezTo>
                  <a:cubicBezTo>
                    <a:pt x="497" y="619"/>
                    <a:pt x="506" y="615"/>
                    <a:pt x="508" y="614"/>
                  </a:cubicBezTo>
                  <a:cubicBezTo>
                    <a:pt x="509" y="613"/>
                    <a:pt x="509" y="614"/>
                    <a:pt x="508" y="614"/>
                  </a:cubicBezTo>
                  <a:cubicBezTo>
                    <a:pt x="508" y="615"/>
                    <a:pt x="510" y="613"/>
                    <a:pt x="511" y="612"/>
                  </a:cubicBezTo>
                  <a:cubicBezTo>
                    <a:pt x="512" y="612"/>
                    <a:pt x="510" y="612"/>
                    <a:pt x="510" y="612"/>
                  </a:cubicBezTo>
                  <a:cubicBezTo>
                    <a:pt x="512" y="611"/>
                    <a:pt x="515" y="610"/>
                    <a:pt x="518" y="608"/>
                  </a:cubicBezTo>
                  <a:cubicBezTo>
                    <a:pt x="521" y="607"/>
                    <a:pt x="524" y="605"/>
                    <a:pt x="527" y="602"/>
                  </a:cubicBezTo>
                  <a:cubicBezTo>
                    <a:pt x="530" y="601"/>
                    <a:pt x="530" y="601"/>
                    <a:pt x="530" y="601"/>
                  </a:cubicBezTo>
                  <a:cubicBezTo>
                    <a:pt x="531" y="600"/>
                    <a:pt x="532" y="600"/>
                    <a:pt x="533" y="599"/>
                  </a:cubicBezTo>
                  <a:cubicBezTo>
                    <a:pt x="538" y="597"/>
                    <a:pt x="542" y="592"/>
                    <a:pt x="547" y="590"/>
                  </a:cubicBezTo>
                  <a:cubicBezTo>
                    <a:pt x="551" y="586"/>
                    <a:pt x="556" y="583"/>
                    <a:pt x="560" y="580"/>
                  </a:cubicBezTo>
                  <a:cubicBezTo>
                    <a:pt x="558" y="583"/>
                    <a:pt x="558" y="583"/>
                    <a:pt x="556" y="585"/>
                  </a:cubicBezTo>
                  <a:cubicBezTo>
                    <a:pt x="561" y="581"/>
                    <a:pt x="565" y="575"/>
                    <a:pt x="568" y="574"/>
                  </a:cubicBezTo>
                  <a:cubicBezTo>
                    <a:pt x="567" y="573"/>
                    <a:pt x="570" y="570"/>
                    <a:pt x="568" y="569"/>
                  </a:cubicBezTo>
                  <a:cubicBezTo>
                    <a:pt x="570" y="567"/>
                    <a:pt x="573" y="565"/>
                    <a:pt x="575" y="563"/>
                  </a:cubicBezTo>
                  <a:cubicBezTo>
                    <a:pt x="574" y="562"/>
                    <a:pt x="567" y="571"/>
                    <a:pt x="566" y="569"/>
                  </a:cubicBezTo>
                  <a:cubicBezTo>
                    <a:pt x="566" y="568"/>
                    <a:pt x="568" y="568"/>
                    <a:pt x="569" y="567"/>
                  </a:cubicBezTo>
                  <a:cubicBezTo>
                    <a:pt x="568" y="566"/>
                    <a:pt x="572" y="564"/>
                    <a:pt x="573" y="561"/>
                  </a:cubicBezTo>
                  <a:cubicBezTo>
                    <a:pt x="573" y="562"/>
                    <a:pt x="574" y="563"/>
                    <a:pt x="576" y="561"/>
                  </a:cubicBezTo>
                  <a:cubicBezTo>
                    <a:pt x="575" y="560"/>
                    <a:pt x="577" y="559"/>
                    <a:pt x="578" y="556"/>
                  </a:cubicBezTo>
                  <a:cubicBezTo>
                    <a:pt x="580" y="555"/>
                    <a:pt x="583" y="553"/>
                    <a:pt x="582" y="553"/>
                  </a:cubicBezTo>
                  <a:cubicBezTo>
                    <a:pt x="584" y="551"/>
                    <a:pt x="584" y="553"/>
                    <a:pt x="586" y="551"/>
                  </a:cubicBezTo>
                  <a:cubicBezTo>
                    <a:pt x="587" y="550"/>
                    <a:pt x="586" y="551"/>
                    <a:pt x="585" y="553"/>
                  </a:cubicBezTo>
                  <a:cubicBezTo>
                    <a:pt x="587" y="551"/>
                    <a:pt x="589" y="549"/>
                    <a:pt x="590" y="546"/>
                  </a:cubicBezTo>
                  <a:cubicBezTo>
                    <a:pt x="592" y="545"/>
                    <a:pt x="589" y="549"/>
                    <a:pt x="591" y="548"/>
                  </a:cubicBezTo>
                  <a:cubicBezTo>
                    <a:pt x="592" y="547"/>
                    <a:pt x="592" y="545"/>
                    <a:pt x="594" y="544"/>
                  </a:cubicBezTo>
                  <a:cubicBezTo>
                    <a:pt x="594" y="543"/>
                    <a:pt x="594" y="541"/>
                    <a:pt x="593" y="543"/>
                  </a:cubicBezTo>
                  <a:cubicBezTo>
                    <a:pt x="594" y="540"/>
                    <a:pt x="594" y="541"/>
                    <a:pt x="594" y="539"/>
                  </a:cubicBezTo>
                  <a:cubicBezTo>
                    <a:pt x="595" y="537"/>
                    <a:pt x="597" y="538"/>
                    <a:pt x="597" y="536"/>
                  </a:cubicBezTo>
                  <a:cubicBezTo>
                    <a:pt x="598" y="533"/>
                    <a:pt x="596" y="537"/>
                    <a:pt x="595" y="537"/>
                  </a:cubicBezTo>
                  <a:cubicBezTo>
                    <a:pt x="596" y="536"/>
                    <a:pt x="597" y="535"/>
                    <a:pt x="598" y="533"/>
                  </a:cubicBezTo>
                  <a:cubicBezTo>
                    <a:pt x="599" y="533"/>
                    <a:pt x="597" y="536"/>
                    <a:pt x="599" y="534"/>
                  </a:cubicBezTo>
                  <a:cubicBezTo>
                    <a:pt x="599" y="533"/>
                    <a:pt x="602" y="531"/>
                    <a:pt x="601" y="532"/>
                  </a:cubicBezTo>
                  <a:cubicBezTo>
                    <a:pt x="602" y="528"/>
                    <a:pt x="607" y="523"/>
                    <a:pt x="611" y="520"/>
                  </a:cubicBezTo>
                  <a:cubicBezTo>
                    <a:pt x="611" y="519"/>
                    <a:pt x="611" y="518"/>
                    <a:pt x="611" y="517"/>
                  </a:cubicBezTo>
                  <a:cubicBezTo>
                    <a:pt x="609" y="519"/>
                    <a:pt x="610" y="518"/>
                    <a:pt x="608" y="520"/>
                  </a:cubicBezTo>
                  <a:cubicBezTo>
                    <a:pt x="607" y="521"/>
                    <a:pt x="608" y="520"/>
                    <a:pt x="609" y="520"/>
                  </a:cubicBezTo>
                  <a:cubicBezTo>
                    <a:pt x="606" y="524"/>
                    <a:pt x="602" y="528"/>
                    <a:pt x="599" y="532"/>
                  </a:cubicBezTo>
                  <a:cubicBezTo>
                    <a:pt x="601" y="528"/>
                    <a:pt x="605" y="525"/>
                    <a:pt x="607" y="521"/>
                  </a:cubicBezTo>
                  <a:cubicBezTo>
                    <a:pt x="605" y="523"/>
                    <a:pt x="604" y="524"/>
                    <a:pt x="602" y="526"/>
                  </a:cubicBezTo>
                  <a:cubicBezTo>
                    <a:pt x="603" y="524"/>
                    <a:pt x="605" y="522"/>
                    <a:pt x="606" y="519"/>
                  </a:cubicBezTo>
                  <a:cubicBezTo>
                    <a:pt x="607" y="519"/>
                    <a:pt x="606" y="521"/>
                    <a:pt x="608" y="519"/>
                  </a:cubicBezTo>
                  <a:cubicBezTo>
                    <a:pt x="608" y="518"/>
                    <a:pt x="609" y="518"/>
                    <a:pt x="609" y="516"/>
                  </a:cubicBezTo>
                  <a:cubicBezTo>
                    <a:pt x="610" y="515"/>
                    <a:pt x="610" y="517"/>
                    <a:pt x="610" y="518"/>
                  </a:cubicBezTo>
                  <a:cubicBezTo>
                    <a:pt x="610" y="517"/>
                    <a:pt x="611" y="515"/>
                    <a:pt x="612" y="515"/>
                  </a:cubicBezTo>
                  <a:cubicBezTo>
                    <a:pt x="611" y="513"/>
                    <a:pt x="614" y="510"/>
                    <a:pt x="614" y="509"/>
                  </a:cubicBezTo>
                  <a:cubicBezTo>
                    <a:pt x="616" y="507"/>
                    <a:pt x="614" y="510"/>
                    <a:pt x="616" y="509"/>
                  </a:cubicBezTo>
                  <a:cubicBezTo>
                    <a:pt x="617" y="506"/>
                    <a:pt x="621" y="501"/>
                    <a:pt x="621" y="501"/>
                  </a:cubicBezTo>
                  <a:cubicBezTo>
                    <a:pt x="623" y="498"/>
                    <a:pt x="624" y="498"/>
                    <a:pt x="625" y="495"/>
                  </a:cubicBezTo>
                  <a:cubicBezTo>
                    <a:pt x="627" y="494"/>
                    <a:pt x="625" y="497"/>
                    <a:pt x="625" y="498"/>
                  </a:cubicBezTo>
                  <a:cubicBezTo>
                    <a:pt x="627" y="495"/>
                    <a:pt x="628" y="491"/>
                    <a:pt x="630" y="488"/>
                  </a:cubicBezTo>
                  <a:cubicBezTo>
                    <a:pt x="631" y="487"/>
                    <a:pt x="631" y="487"/>
                    <a:pt x="630" y="486"/>
                  </a:cubicBezTo>
                  <a:cubicBezTo>
                    <a:pt x="631" y="484"/>
                    <a:pt x="633" y="480"/>
                    <a:pt x="632" y="480"/>
                  </a:cubicBezTo>
                  <a:cubicBezTo>
                    <a:pt x="634" y="477"/>
                    <a:pt x="632" y="481"/>
                    <a:pt x="634" y="479"/>
                  </a:cubicBezTo>
                  <a:cubicBezTo>
                    <a:pt x="635" y="478"/>
                    <a:pt x="635" y="475"/>
                    <a:pt x="636" y="474"/>
                  </a:cubicBezTo>
                  <a:cubicBezTo>
                    <a:pt x="637" y="472"/>
                    <a:pt x="636" y="473"/>
                    <a:pt x="637" y="471"/>
                  </a:cubicBezTo>
                  <a:cubicBezTo>
                    <a:pt x="638" y="469"/>
                    <a:pt x="637" y="474"/>
                    <a:pt x="637" y="474"/>
                  </a:cubicBezTo>
                  <a:cubicBezTo>
                    <a:pt x="637" y="476"/>
                    <a:pt x="635" y="476"/>
                    <a:pt x="635" y="478"/>
                  </a:cubicBezTo>
                  <a:cubicBezTo>
                    <a:pt x="636" y="478"/>
                    <a:pt x="638" y="473"/>
                    <a:pt x="639" y="471"/>
                  </a:cubicBezTo>
                  <a:cubicBezTo>
                    <a:pt x="640" y="469"/>
                    <a:pt x="640" y="470"/>
                    <a:pt x="641" y="469"/>
                  </a:cubicBezTo>
                  <a:cubicBezTo>
                    <a:pt x="641" y="467"/>
                    <a:pt x="642" y="465"/>
                    <a:pt x="643" y="463"/>
                  </a:cubicBezTo>
                  <a:cubicBezTo>
                    <a:pt x="643" y="461"/>
                    <a:pt x="644" y="459"/>
                    <a:pt x="645" y="459"/>
                  </a:cubicBezTo>
                  <a:cubicBezTo>
                    <a:pt x="645" y="458"/>
                    <a:pt x="645" y="457"/>
                    <a:pt x="645" y="458"/>
                  </a:cubicBezTo>
                  <a:cubicBezTo>
                    <a:pt x="645" y="456"/>
                    <a:pt x="646" y="453"/>
                    <a:pt x="648" y="452"/>
                  </a:cubicBezTo>
                  <a:cubicBezTo>
                    <a:pt x="648" y="450"/>
                    <a:pt x="649" y="449"/>
                    <a:pt x="649" y="447"/>
                  </a:cubicBezTo>
                  <a:cubicBezTo>
                    <a:pt x="648" y="450"/>
                    <a:pt x="645" y="451"/>
                    <a:pt x="645" y="455"/>
                  </a:cubicBezTo>
                  <a:cubicBezTo>
                    <a:pt x="644" y="456"/>
                    <a:pt x="645" y="453"/>
                    <a:pt x="642" y="457"/>
                  </a:cubicBezTo>
                  <a:cubicBezTo>
                    <a:pt x="643" y="453"/>
                    <a:pt x="644" y="453"/>
                    <a:pt x="645" y="452"/>
                  </a:cubicBezTo>
                  <a:cubicBezTo>
                    <a:pt x="645" y="449"/>
                    <a:pt x="643" y="454"/>
                    <a:pt x="643" y="454"/>
                  </a:cubicBezTo>
                  <a:cubicBezTo>
                    <a:pt x="643" y="455"/>
                    <a:pt x="642" y="456"/>
                    <a:pt x="641" y="457"/>
                  </a:cubicBezTo>
                  <a:cubicBezTo>
                    <a:pt x="641" y="459"/>
                    <a:pt x="640" y="460"/>
                    <a:pt x="641" y="460"/>
                  </a:cubicBezTo>
                  <a:cubicBezTo>
                    <a:pt x="642" y="459"/>
                    <a:pt x="642" y="457"/>
                    <a:pt x="643" y="458"/>
                  </a:cubicBezTo>
                  <a:cubicBezTo>
                    <a:pt x="642" y="460"/>
                    <a:pt x="641" y="460"/>
                    <a:pt x="641" y="462"/>
                  </a:cubicBezTo>
                  <a:cubicBezTo>
                    <a:pt x="640" y="463"/>
                    <a:pt x="641" y="460"/>
                    <a:pt x="639" y="463"/>
                  </a:cubicBezTo>
                  <a:cubicBezTo>
                    <a:pt x="640" y="463"/>
                    <a:pt x="638" y="466"/>
                    <a:pt x="637" y="468"/>
                  </a:cubicBezTo>
                  <a:cubicBezTo>
                    <a:pt x="636" y="468"/>
                    <a:pt x="636" y="467"/>
                    <a:pt x="637" y="465"/>
                  </a:cubicBezTo>
                  <a:cubicBezTo>
                    <a:pt x="636" y="467"/>
                    <a:pt x="634" y="470"/>
                    <a:pt x="633" y="473"/>
                  </a:cubicBezTo>
                  <a:cubicBezTo>
                    <a:pt x="630" y="474"/>
                    <a:pt x="629" y="478"/>
                    <a:pt x="627" y="479"/>
                  </a:cubicBezTo>
                  <a:cubicBezTo>
                    <a:pt x="626" y="482"/>
                    <a:pt x="627" y="482"/>
                    <a:pt x="625" y="485"/>
                  </a:cubicBezTo>
                  <a:cubicBezTo>
                    <a:pt x="625" y="486"/>
                    <a:pt x="625" y="484"/>
                    <a:pt x="625" y="483"/>
                  </a:cubicBezTo>
                  <a:cubicBezTo>
                    <a:pt x="623" y="485"/>
                    <a:pt x="623" y="488"/>
                    <a:pt x="621" y="490"/>
                  </a:cubicBezTo>
                  <a:cubicBezTo>
                    <a:pt x="621" y="491"/>
                    <a:pt x="621" y="490"/>
                    <a:pt x="622" y="489"/>
                  </a:cubicBezTo>
                  <a:cubicBezTo>
                    <a:pt x="622" y="491"/>
                    <a:pt x="620" y="493"/>
                    <a:pt x="621" y="493"/>
                  </a:cubicBezTo>
                  <a:cubicBezTo>
                    <a:pt x="620" y="493"/>
                    <a:pt x="619" y="493"/>
                    <a:pt x="619" y="495"/>
                  </a:cubicBezTo>
                  <a:cubicBezTo>
                    <a:pt x="618" y="496"/>
                    <a:pt x="619" y="495"/>
                    <a:pt x="619" y="493"/>
                  </a:cubicBezTo>
                  <a:cubicBezTo>
                    <a:pt x="617" y="495"/>
                    <a:pt x="616" y="499"/>
                    <a:pt x="613" y="501"/>
                  </a:cubicBezTo>
                  <a:cubicBezTo>
                    <a:pt x="614" y="503"/>
                    <a:pt x="610" y="504"/>
                    <a:pt x="610" y="507"/>
                  </a:cubicBezTo>
                  <a:cubicBezTo>
                    <a:pt x="609" y="506"/>
                    <a:pt x="608" y="509"/>
                    <a:pt x="607" y="509"/>
                  </a:cubicBezTo>
                  <a:cubicBezTo>
                    <a:pt x="608" y="507"/>
                    <a:pt x="609" y="505"/>
                    <a:pt x="611" y="504"/>
                  </a:cubicBezTo>
                  <a:cubicBezTo>
                    <a:pt x="611" y="501"/>
                    <a:pt x="615" y="497"/>
                    <a:pt x="618" y="494"/>
                  </a:cubicBezTo>
                  <a:cubicBezTo>
                    <a:pt x="617" y="494"/>
                    <a:pt x="617" y="493"/>
                    <a:pt x="618" y="491"/>
                  </a:cubicBezTo>
                  <a:cubicBezTo>
                    <a:pt x="617" y="494"/>
                    <a:pt x="614" y="497"/>
                    <a:pt x="612" y="501"/>
                  </a:cubicBezTo>
                  <a:cubicBezTo>
                    <a:pt x="609" y="504"/>
                    <a:pt x="607" y="507"/>
                    <a:pt x="606" y="511"/>
                  </a:cubicBezTo>
                  <a:cubicBezTo>
                    <a:pt x="604" y="514"/>
                    <a:pt x="602" y="517"/>
                    <a:pt x="599" y="520"/>
                  </a:cubicBezTo>
                  <a:cubicBezTo>
                    <a:pt x="599" y="521"/>
                    <a:pt x="599" y="521"/>
                    <a:pt x="600" y="520"/>
                  </a:cubicBezTo>
                  <a:cubicBezTo>
                    <a:pt x="600" y="521"/>
                    <a:pt x="599" y="522"/>
                    <a:pt x="599" y="523"/>
                  </a:cubicBezTo>
                  <a:cubicBezTo>
                    <a:pt x="598" y="524"/>
                    <a:pt x="597" y="525"/>
                    <a:pt x="596" y="526"/>
                  </a:cubicBezTo>
                  <a:cubicBezTo>
                    <a:pt x="597" y="524"/>
                    <a:pt x="599" y="523"/>
                    <a:pt x="599" y="521"/>
                  </a:cubicBezTo>
                  <a:cubicBezTo>
                    <a:pt x="598" y="522"/>
                    <a:pt x="597" y="524"/>
                    <a:pt x="595" y="525"/>
                  </a:cubicBezTo>
                  <a:cubicBezTo>
                    <a:pt x="595" y="526"/>
                    <a:pt x="594" y="527"/>
                    <a:pt x="594" y="527"/>
                  </a:cubicBezTo>
                  <a:cubicBezTo>
                    <a:pt x="594" y="528"/>
                    <a:pt x="593" y="529"/>
                    <a:pt x="592" y="530"/>
                  </a:cubicBezTo>
                  <a:cubicBezTo>
                    <a:pt x="591" y="530"/>
                    <a:pt x="592" y="529"/>
                    <a:pt x="592" y="527"/>
                  </a:cubicBezTo>
                  <a:cubicBezTo>
                    <a:pt x="589" y="531"/>
                    <a:pt x="592" y="530"/>
                    <a:pt x="588" y="534"/>
                  </a:cubicBezTo>
                  <a:cubicBezTo>
                    <a:pt x="588" y="534"/>
                    <a:pt x="589" y="535"/>
                    <a:pt x="589" y="534"/>
                  </a:cubicBezTo>
                  <a:cubicBezTo>
                    <a:pt x="589" y="535"/>
                    <a:pt x="588" y="536"/>
                    <a:pt x="587" y="537"/>
                  </a:cubicBezTo>
                  <a:cubicBezTo>
                    <a:pt x="588" y="536"/>
                    <a:pt x="586" y="537"/>
                    <a:pt x="584" y="538"/>
                  </a:cubicBezTo>
                  <a:cubicBezTo>
                    <a:pt x="582" y="540"/>
                    <a:pt x="580" y="542"/>
                    <a:pt x="579" y="543"/>
                  </a:cubicBezTo>
                  <a:cubicBezTo>
                    <a:pt x="580" y="542"/>
                    <a:pt x="582" y="539"/>
                    <a:pt x="584" y="537"/>
                  </a:cubicBezTo>
                  <a:cubicBezTo>
                    <a:pt x="586" y="535"/>
                    <a:pt x="587" y="534"/>
                    <a:pt x="586" y="533"/>
                  </a:cubicBezTo>
                  <a:cubicBezTo>
                    <a:pt x="589" y="530"/>
                    <a:pt x="591" y="528"/>
                    <a:pt x="593" y="525"/>
                  </a:cubicBezTo>
                  <a:cubicBezTo>
                    <a:pt x="593" y="524"/>
                    <a:pt x="591" y="528"/>
                    <a:pt x="589" y="529"/>
                  </a:cubicBezTo>
                  <a:cubicBezTo>
                    <a:pt x="591" y="527"/>
                    <a:pt x="591" y="527"/>
                    <a:pt x="592" y="525"/>
                  </a:cubicBezTo>
                  <a:cubicBezTo>
                    <a:pt x="593" y="524"/>
                    <a:pt x="594" y="522"/>
                    <a:pt x="596" y="522"/>
                  </a:cubicBezTo>
                  <a:cubicBezTo>
                    <a:pt x="597" y="519"/>
                    <a:pt x="596" y="520"/>
                    <a:pt x="595" y="520"/>
                  </a:cubicBezTo>
                  <a:cubicBezTo>
                    <a:pt x="596" y="518"/>
                    <a:pt x="597" y="519"/>
                    <a:pt x="598" y="518"/>
                  </a:cubicBezTo>
                  <a:cubicBezTo>
                    <a:pt x="598" y="516"/>
                    <a:pt x="599" y="515"/>
                    <a:pt x="599" y="514"/>
                  </a:cubicBezTo>
                  <a:cubicBezTo>
                    <a:pt x="601" y="512"/>
                    <a:pt x="600" y="514"/>
                    <a:pt x="602" y="512"/>
                  </a:cubicBezTo>
                  <a:cubicBezTo>
                    <a:pt x="603" y="510"/>
                    <a:pt x="602" y="511"/>
                    <a:pt x="604" y="509"/>
                  </a:cubicBezTo>
                  <a:cubicBezTo>
                    <a:pt x="605" y="506"/>
                    <a:pt x="607" y="504"/>
                    <a:pt x="608" y="501"/>
                  </a:cubicBezTo>
                  <a:cubicBezTo>
                    <a:pt x="610" y="500"/>
                    <a:pt x="609" y="502"/>
                    <a:pt x="610" y="502"/>
                  </a:cubicBezTo>
                  <a:cubicBezTo>
                    <a:pt x="608" y="504"/>
                    <a:pt x="605" y="508"/>
                    <a:pt x="606" y="509"/>
                  </a:cubicBezTo>
                  <a:cubicBezTo>
                    <a:pt x="607" y="508"/>
                    <a:pt x="607" y="506"/>
                    <a:pt x="608" y="504"/>
                  </a:cubicBezTo>
                  <a:cubicBezTo>
                    <a:pt x="608" y="504"/>
                    <a:pt x="609" y="504"/>
                    <a:pt x="609" y="504"/>
                  </a:cubicBezTo>
                  <a:cubicBezTo>
                    <a:pt x="610" y="501"/>
                    <a:pt x="610" y="501"/>
                    <a:pt x="612" y="499"/>
                  </a:cubicBezTo>
                  <a:cubicBezTo>
                    <a:pt x="613" y="496"/>
                    <a:pt x="611" y="499"/>
                    <a:pt x="612" y="495"/>
                  </a:cubicBezTo>
                  <a:cubicBezTo>
                    <a:pt x="612" y="495"/>
                    <a:pt x="613" y="494"/>
                    <a:pt x="613" y="493"/>
                  </a:cubicBezTo>
                  <a:cubicBezTo>
                    <a:pt x="614" y="492"/>
                    <a:pt x="614" y="494"/>
                    <a:pt x="614" y="494"/>
                  </a:cubicBezTo>
                  <a:cubicBezTo>
                    <a:pt x="616" y="493"/>
                    <a:pt x="616" y="492"/>
                    <a:pt x="617" y="491"/>
                  </a:cubicBezTo>
                  <a:cubicBezTo>
                    <a:pt x="618" y="489"/>
                    <a:pt x="617" y="490"/>
                    <a:pt x="617" y="490"/>
                  </a:cubicBezTo>
                  <a:cubicBezTo>
                    <a:pt x="618" y="487"/>
                    <a:pt x="621" y="484"/>
                    <a:pt x="622" y="480"/>
                  </a:cubicBezTo>
                  <a:cubicBezTo>
                    <a:pt x="623" y="477"/>
                    <a:pt x="625" y="475"/>
                    <a:pt x="626" y="472"/>
                  </a:cubicBezTo>
                  <a:cubicBezTo>
                    <a:pt x="627" y="470"/>
                    <a:pt x="629" y="467"/>
                    <a:pt x="630" y="465"/>
                  </a:cubicBezTo>
                  <a:cubicBezTo>
                    <a:pt x="630" y="463"/>
                    <a:pt x="632" y="462"/>
                    <a:pt x="633" y="460"/>
                  </a:cubicBezTo>
                  <a:cubicBezTo>
                    <a:pt x="632" y="458"/>
                    <a:pt x="632" y="459"/>
                    <a:pt x="632" y="457"/>
                  </a:cubicBezTo>
                  <a:cubicBezTo>
                    <a:pt x="630" y="459"/>
                    <a:pt x="630" y="459"/>
                    <a:pt x="629" y="461"/>
                  </a:cubicBezTo>
                  <a:cubicBezTo>
                    <a:pt x="629" y="462"/>
                    <a:pt x="629" y="461"/>
                    <a:pt x="629" y="464"/>
                  </a:cubicBezTo>
                  <a:cubicBezTo>
                    <a:pt x="628" y="466"/>
                    <a:pt x="626" y="468"/>
                    <a:pt x="626" y="471"/>
                  </a:cubicBezTo>
                  <a:cubicBezTo>
                    <a:pt x="625" y="472"/>
                    <a:pt x="626" y="468"/>
                    <a:pt x="626" y="467"/>
                  </a:cubicBezTo>
                  <a:cubicBezTo>
                    <a:pt x="625" y="468"/>
                    <a:pt x="623" y="473"/>
                    <a:pt x="623" y="472"/>
                  </a:cubicBezTo>
                  <a:cubicBezTo>
                    <a:pt x="621" y="475"/>
                    <a:pt x="620" y="480"/>
                    <a:pt x="617" y="482"/>
                  </a:cubicBezTo>
                  <a:cubicBezTo>
                    <a:pt x="617" y="480"/>
                    <a:pt x="619" y="478"/>
                    <a:pt x="620" y="476"/>
                  </a:cubicBezTo>
                  <a:cubicBezTo>
                    <a:pt x="619" y="477"/>
                    <a:pt x="618" y="478"/>
                    <a:pt x="617" y="479"/>
                  </a:cubicBezTo>
                  <a:cubicBezTo>
                    <a:pt x="617" y="480"/>
                    <a:pt x="617" y="481"/>
                    <a:pt x="616" y="482"/>
                  </a:cubicBezTo>
                  <a:cubicBezTo>
                    <a:pt x="614" y="486"/>
                    <a:pt x="610" y="489"/>
                    <a:pt x="608" y="494"/>
                  </a:cubicBezTo>
                  <a:cubicBezTo>
                    <a:pt x="607" y="495"/>
                    <a:pt x="608" y="493"/>
                    <a:pt x="608" y="492"/>
                  </a:cubicBezTo>
                  <a:cubicBezTo>
                    <a:pt x="607" y="493"/>
                    <a:pt x="607" y="495"/>
                    <a:pt x="606" y="496"/>
                  </a:cubicBezTo>
                  <a:cubicBezTo>
                    <a:pt x="607" y="495"/>
                    <a:pt x="607" y="496"/>
                    <a:pt x="609" y="493"/>
                  </a:cubicBezTo>
                  <a:cubicBezTo>
                    <a:pt x="609" y="493"/>
                    <a:pt x="609" y="494"/>
                    <a:pt x="609" y="494"/>
                  </a:cubicBezTo>
                  <a:cubicBezTo>
                    <a:pt x="609" y="496"/>
                    <a:pt x="608" y="497"/>
                    <a:pt x="607" y="498"/>
                  </a:cubicBezTo>
                  <a:cubicBezTo>
                    <a:pt x="607" y="498"/>
                    <a:pt x="607" y="496"/>
                    <a:pt x="606" y="498"/>
                  </a:cubicBezTo>
                  <a:cubicBezTo>
                    <a:pt x="605" y="500"/>
                    <a:pt x="606" y="500"/>
                    <a:pt x="605" y="500"/>
                  </a:cubicBezTo>
                  <a:cubicBezTo>
                    <a:pt x="605" y="501"/>
                    <a:pt x="604" y="502"/>
                    <a:pt x="604" y="502"/>
                  </a:cubicBezTo>
                  <a:cubicBezTo>
                    <a:pt x="603" y="503"/>
                    <a:pt x="604" y="501"/>
                    <a:pt x="604" y="501"/>
                  </a:cubicBezTo>
                  <a:cubicBezTo>
                    <a:pt x="605" y="499"/>
                    <a:pt x="606" y="498"/>
                    <a:pt x="607" y="496"/>
                  </a:cubicBezTo>
                  <a:cubicBezTo>
                    <a:pt x="596" y="511"/>
                    <a:pt x="585" y="526"/>
                    <a:pt x="572" y="539"/>
                  </a:cubicBezTo>
                  <a:cubicBezTo>
                    <a:pt x="572" y="541"/>
                    <a:pt x="568" y="545"/>
                    <a:pt x="566" y="545"/>
                  </a:cubicBezTo>
                  <a:cubicBezTo>
                    <a:pt x="566" y="547"/>
                    <a:pt x="567" y="546"/>
                    <a:pt x="567" y="548"/>
                  </a:cubicBezTo>
                  <a:cubicBezTo>
                    <a:pt x="565" y="550"/>
                    <a:pt x="564" y="549"/>
                    <a:pt x="562" y="552"/>
                  </a:cubicBezTo>
                  <a:cubicBezTo>
                    <a:pt x="561" y="552"/>
                    <a:pt x="562" y="551"/>
                    <a:pt x="562" y="550"/>
                  </a:cubicBezTo>
                  <a:cubicBezTo>
                    <a:pt x="560" y="552"/>
                    <a:pt x="559" y="555"/>
                    <a:pt x="556" y="557"/>
                  </a:cubicBezTo>
                  <a:cubicBezTo>
                    <a:pt x="558" y="553"/>
                    <a:pt x="550" y="561"/>
                    <a:pt x="546" y="563"/>
                  </a:cubicBezTo>
                  <a:cubicBezTo>
                    <a:pt x="545" y="565"/>
                    <a:pt x="547" y="564"/>
                    <a:pt x="548" y="563"/>
                  </a:cubicBezTo>
                  <a:cubicBezTo>
                    <a:pt x="544" y="566"/>
                    <a:pt x="545" y="565"/>
                    <a:pt x="542" y="567"/>
                  </a:cubicBezTo>
                  <a:cubicBezTo>
                    <a:pt x="541" y="568"/>
                    <a:pt x="543" y="567"/>
                    <a:pt x="543" y="568"/>
                  </a:cubicBezTo>
                  <a:cubicBezTo>
                    <a:pt x="542" y="569"/>
                    <a:pt x="541" y="569"/>
                    <a:pt x="540" y="570"/>
                  </a:cubicBezTo>
                  <a:cubicBezTo>
                    <a:pt x="540" y="570"/>
                    <a:pt x="540" y="571"/>
                    <a:pt x="538" y="572"/>
                  </a:cubicBezTo>
                  <a:cubicBezTo>
                    <a:pt x="537" y="574"/>
                    <a:pt x="537" y="573"/>
                    <a:pt x="535" y="575"/>
                  </a:cubicBezTo>
                  <a:cubicBezTo>
                    <a:pt x="534" y="575"/>
                    <a:pt x="534" y="575"/>
                    <a:pt x="535" y="574"/>
                  </a:cubicBezTo>
                  <a:cubicBezTo>
                    <a:pt x="529" y="578"/>
                    <a:pt x="530" y="576"/>
                    <a:pt x="523" y="582"/>
                  </a:cubicBezTo>
                  <a:cubicBezTo>
                    <a:pt x="523" y="582"/>
                    <a:pt x="523" y="582"/>
                    <a:pt x="523" y="581"/>
                  </a:cubicBezTo>
                  <a:cubicBezTo>
                    <a:pt x="519" y="585"/>
                    <a:pt x="514" y="588"/>
                    <a:pt x="510" y="591"/>
                  </a:cubicBezTo>
                  <a:cubicBezTo>
                    <a:pt x="510" y="591"/>
                    <a:pt x="509" y="591"/>
                    <a:pt x="510" y="591"/>
                  </a:cubicBezTo>
                  <a:cubicBezTo>
                    <a:pt x="508" y="592"/>
                    <a:pt x="506" y="594"/>
                    <a:pt x="505" y="595"/>
                  </a:cubicBezTo>
                  <a:cubicBezTo>
                    <a:pt x="503" y="596"/>
                    <a:pt x="503" y="596"/>
                    <a:pt x="504" y="594"/>
                  </a:cubicBezTo>
                  <a:cubicBezTo>
                    <a:pt x="501" y="596"/>
                    <a:pt x="498" y="598"/>
                    <a:pt x="495" y="600"/>
                  </a:cubicBezTo>
                  <a:cubicBezTo>
                    <a:pt x="492" y="601"/>
                    <a:pt x="489" y="603"/>
                    <a:pt x="486" y="606"/>
                  </a:cubicBezTo>
                  <a:cubicBezTo>
                    <a:pt x="484" y="606"/>
                    <a:pt x="486" y="605"/>
                    <a:pt x="484" y="605"/>
                  </a:cubicBezTo>
                  <a:cubicBezTo>
                    <a:pt x="485" y="604"/>
                    <a:pt x="486" y="604"/>
                    <a:pt x="487" y="603"/>
                  </a:cubicBezTo>
                  <a:cubicBezTo>
                    <a:pt x="482" y="606"/>
                    <a:pt x="476" y="610"/>
                    <a:pt x="470" y="613"/>
                  </a:cubicBezTo>
                  <a:cubicBezTo>
                    <a:pt x="469" y="614"/>
                    <a:pt x="474" y="611"/>
                    <a:pt x="471" y="613"/>
                  </a:cubicBezTo>
                  <a:cubicBezTo>
                    <a:pt x="468" y="614"/>
                    <a:pt x="466" y="615"/>
                    <a:pt x="463" y="616"/>
                  </a:cubicBezTo>
                  <a:cubicBezTo>
                    <a:pt x="462" y="618"/>
                    <a:pt x="466" y="615"/>
                    <a:pt x="467" y="615"/>
                  </a:cubicBezTo>
                  <a:cubicBezTo>
                    <a:pt x="466" y="616"/>
                    <a:pt x="463" y="617"/>
                    <a:pt x="461" y="618"/>
                  </a:cubicBezTo>
                  <a:cubicBezTo>
                    <a:pt x="461" y="617"/>
                    <a:pt x="462" y="617"/>
                    <a:pt x="462" y="616"/>
                  </a:cubicBezTo>
                  <a:cubicBezTo>
                    <a:pt x="459" y="617"/>
                    <a:pt x="457" y="618"/>
                    <a:pt x="455" y="620"/>
                  </a:cubicBezTo>
                  <a:cubicBezTo>
                    <a:pt x="452" y="621"/>
                    <a:pt x="450" y="622"/>
                    <a:pt x="446" y="623"/>
                  </a:cubicBezTo>
                  <a:cubicBezTo>
                    <a:pt x="446" y="623"/>
                    <a:pt x="447" y="622"/>
                    <a:pt x="446" y="622"/>
                  </a:cubicBezTo>
                  <a:cubicBezTo>
                    <a:pt x="445" y="622"/>
                    <a:pt x="444" y="623"/>
                    <a:pt x="443" y="623"/>
                  </a:cubicBezTo>
                  <a:cubicBezTo>
                    <a:pt x="442" y="624"/>
                    <a:pt x="443" y="624"/>
                    <a:pt x="440" y="625"/>
                  </a:cubicBezTo>
                  <a:cubicBezTo>
                    <a:pt x="440" y="625"/>
                    <a:pt x="439" y="625"/>
                    <a:pt x="438" y="625"/>
                  </a:cubicBezTo>
                  <a:cubicBezTo>
                    <a:pt x="435" y="626"/>
                    <a:pt x="432" y="627"/>
                    <a:pt x="429" y="628"/>
                  </a:cubicBezTo>
                  <a:cubicBezTo>
                    <a:pt x="428" y="628"/>
                    <a:pt x="431" y="627"/>
                    <a:pt x="432" y="627"/>
                  </a:cubicBezTo>
                  <a:cubicBezTo>
                    <a:pt x="429" y="626"/>
                    <a:pt x="425" y="629"/>
                    <a:pt x="423" y="630"/>
                  </a:cubicBezTo>
                  <a:cubicBezTo>
                    <a:pt x="420" y="631"/>
                    <a:pt x="423" y="630"/>
                    <a:pt x="424" y="629"/>
                  </a:cubicBezTo>
                  <a:cubicBezTo>
                    <a:pt x="420" y="630"/>
                    <a:pt x="417" y="632"/>
                    <a:pt x="413" y="633"/>
                  </a:cubicBezTo>
                  <a:cubicBezTo>
                    <a:pt x="411" y="633"/>
                    <a:pt x="414" y="631"/>
                    <a:pt x="415" y="632"/>
                  </a:cubicBezTo>
                  <a:cubicBezTo>
                    <a:pt x="414" y="631"/>
                    <a:pt x="412" y="632"/>
                    <a:pt x="409" y="632"/>
                  </a:cubicBezTo>
                  <a:cubicBezTo>
                    <a:pt x="410" y="632"/>
                    <a:pt x="412" y="631"/>
                    <a:pt x="410" y="631"/>
                  </a:cubicBezTo>
                  <a:cubicBezTo>
                    <a:pt x="411" y="631"/>
                    <a:pt x="412" y="631"/>
                    <a:pt x="413" y="630"/>
                  </a:cubicBezTo>
                  <a:cubicBezTo>
                    <a:pt x="411" y="630"/>
                    <a:pt x="410" y="631"/>
                    <a:pt x="408" y="631"/>
                  </a:cubicBezTo>
                  <a:cubicBezTo>
                    <a:pt x="409" y="632"/>
                    <a:pt x="407" y="633"/>
                    <a:pt x="405" y="633"/>
                  </a:cubicBezTo>
                  <a:cubicBezTo>
                    <a:pt x="404" y="633"/>
                    <a:pt x="406" y="633"/>
                    <a:pt x="407" y="633"/>
                  </a:cubicBezTo>
                  <a:cubicBezTo>
                    <a:pt x="404" y="634"/>
                    <a:pt x="402" y="634"/>
                    <a:pt x="400" y="636"/>
                  </a:cubicBezTo>
                  <a:cubicBezTo>
                    <a:pt x="397" y="636"/>
                    <a:pt x="401" y="635"/>
                    <a:pt x="399" y="635"/>
                  </a:cubicBezTo>
                  <a:cubicBezTo>
                    <a:pt x="397" y="636"/>
                    <a:pt x="394" y="636"/>
                    <a:pt x="394" y="637"/>
                  </a:cubicBezTo>
                  <a:cubicBezTo>
                    <a:pt x="389" y="637"/>
                    <a:pt x="383" y="638"/>
                    <a:pt x="380" y="639"/>
                  </a:cubicBezTo>
                  <a:cubicBezTo>
                    <a:pt x="380" y="639"/>
                    <a:pt x="381" y="640"/>
                    <a:pt x="378" y="640"/>
                  </a:cubicBezTo>
                  <a:cubicBezTo>
                    <a:pt x="376" y="639"/>
                    <a:pt x="380" y="639"/>
                    <a:pt x="375" y="639"/>
                  </a:cubicBezTo>
                  <a:cubicBezTo>
                    <a:pt x="376" y="638"/>
                    <a:pt x="378" y="638"/>
                    <a:pt x="380" y="638"/>
                  </a:cubicBezTo>
                  <a:cubicBezTo>
                    <a:pt x="379" y="637"/>
                    <a:pt x="374" y="639"/>
                    <a:pt x="372" y="639"/>
                  </a:cubicBezTo>
                  <a:cubicBezTo>
                    <a:pt x="372" y="639"/>
                    <a:pt x="373" y="639"/>
                    <a:pt x="371" y="640"/>
                  </a:cubicBezTo>
                  <a:cubicBezTo>
                    <a:pt x="370" y="639"/>
                    <a:pt x="368" y="640"/>
                    <a:pt x="367" y="639"/>
                  </a:cubicBezTo>
                  <a:cubicBezTo>
                    <a:pt x="365" y="640"/>
                    <a:pt x="366" y="640"/>
                    <a:pt x="364" y="641"/>
                  </a:cubicBezTo>
                  <a:cubicBezTo>
                    <a:pt x="362" y="641"/>
                    <a:pt x="360" y="639"/>
                    <a:pt x="357" y="641"/>
                  </a:cubicBezTo>
                  <a:cubicBezTo>
                    <a:pt x="356" y="641"/>
                    <a:pt x="357" y="640"/>
                    <a:pt x="355" y="640"/>
                  </a:cubicBezTo>
                  <a:cubicBezTo>
                    <a:pt x="356" y="639"/>
                    <a:pt x="358" y="640"/>
                    <a:pt x="359" y="640"/>
                  </a:cubicBezTo>
                  <a:cubicBezTo>
                    <a:pt x="351" y="639"/>
                    <a:pt x="337" y="641"/>
                    <a:pt x="326" y="640"/>
                  </a:cubicBezTo>
                  <a:cubicBezTo>
                    <a:pt x="326" y="639"/>
                    <a:pt x="327" y="639"/>
                    <a:pt x="329" y="638"/>
                  </a:cubicBezTo>
                  <a:cubicBezTo>
                    <a:pt x="326" y="638"/>
                    <a:pt x="324" y="639"/>
                    <a:pt x="322" y="638"/>
                  </a:cubicBezTo>
                  <a:cubicBezTo>
                    <a:pt x="321" y="638"/>
                    <a:pt x="321" y="639"/>
                    <a:pt x="321" y="639"/>
                  </a:cubicBezTo>
                  <a:cubicBezTo>
                    <a:pt x="316" y="639"/>
                    <a:pt x="307" y="636"/>
                    <a:pt x="301" y="638"/>
                  </a:cubicBezTo>
                  <a:cubicBezTo>
                    <a:pt x="300" y="637"/>
                    <a:pt x="304" y="638"/>
                    <a:pt x="304" y="637"/>
                  </a:cubicBezTo>
                  <a:cubicBezTo>
                    <a:pt x="300" y="637"/>
                    <a:pt x="299" y="637"/>
                    <a:pt x="296" y="636"/>
                  </a:cubicBezTo>
                  <a:cubicBezTo>
                    <a:pt x="295" y="636"/>
                    <a:pt x="296" y="637"/>
                    <a:pt x="295" y="637"/>
                  </a:cubicBezTo>
                  <a:cubicBezTo>
                    <a:pt x="291" y="637"/>
                    <a:pt x="286" y="634"/>
                    <a:pt x="283" y="635"/>
                  </a:cubicBezTo>
                  <a:cubicBezTo>
                    <a:pt x="282" y="634"/>
                    <a:pt x="283" y="634"/>
                    <a:pt x="281" y="633"/>
                  </a:cubicBezTo>
                  <a:cubicBezTo>
                    <a:pt x="279" y="633"/>
                    <a:pt x="277" y="633"/>
                    <a:pt x="276" y="632"/>
                  </a:cubicBezTo>
                  <a:cubicBezTo>
                    <a:pt x="272" y="634"/>
                    <a:pt x="266" y="630"/>
                    <a:pt x="261" y="630"/>
                  </a:cubicBezTo>
                  <a:cubicBezTo>
                    <a:pt x="262" y="630"/>
                    <a:pt x="259" y="629"/>
                    <a:pt x="260" y="629"/>
                  </a:cubicBezTo>
                  <a:cubicBezTo>
                    <a:pt x="257" y="628"/>
                    <a:pt x="254" y="628"/>
                    <a:pt x="252" y="626"/>
                  </a:cubicBezTo>
                  <a:cubicBezTo>
                    <a:pt x="251" y="626"/>
                    <a:pt x="250" y="626"/>
                    <a:pt x="249" y="626"/>
                  </a:cubicBezTo>
                  <a:cubicBezTo>
                    <a:pt x="248" y="626"/>
                    <a:pt x="248" y="625"/>
                    <a:pt x="248" y="625"/>
                  </a:cubicBezTo>
                  <a:cubicBezTo>
                    <a:pt x="247" y="625"/>
                    <a:pt x="244" y="624"/>
                    <a:pt x="246" y="624"/>
                  </a:cubicBezTo>
                  <a:cubicBezTo>
                    <a:pt x="244" y="624"/>
                    <a:pt x="241" y="623"/>
                    <a:pt x="238" y="622"/>
                  </a:cubicBezTo>
                  <a:cubicBezTo>
                    <a:pt x="238" y="623"/>
                    <a:pt x="237" y="622"/>
                    <a:pt x="235" y="621"/>
                  </a:cubicBezTo>
                  <a:cubicBezTo>
                    <a:pt x="234" y="621"/>
                    <a:pt x="235" y="621"/>
                    <a:pt x="236" y="621"/>
                  </a:cubicBezTo>
                  <a:cubicBezTo>
                    <a:pt x="234" y="620"/>
                    <a:pt x="231" y="619"/>
                    <a:pt x="228" y="618"/>
                  </a:cubicBezTo>
                  <a:cubicBezTo>
                    <a:pt x="231" y="618"/>
                    <a:pt x="231" y="619"/>
                    <a:pt x="232" y="619"/>
                  </a:cubicBezTo>
                  <a:cubicBezTo>
                    <a:pt x="231" y="618"/>
                    <a:pt x="229" y="617"/>
                    <a:pt x="227" y="617"/>
                  </a:cubicBezTo>
                  <a:cubicBezTo>
                    <a:pt x="227" y="616"/>
                    <a:pt x="229" y="617"/>
                    <a:pt x="229" y="617"/>
                  </a:cubicBezTo>
                  <a:cubicBezTo>
                    <a:pt x="231" y="617"/>
                    <a:pt x="233" y="619"/>
                    <a:pt x="235" y="619"/>
                  </a:cubicBezTo>
                  <a:cubicBezTo>
                    <a:pt x="233" y="618"/>
                    <a:pt x="235" y="618"/>
                    <a:pt x="232" y="617"/>
                  </a:cubicBezTo>
                  <a:cubicBezTo>
                    <a:pt x="232" y="616"/>
                    <a:pt x="234" y="617"/>
                    <a:pt x="236" y="617"/>
                  </a:cubicBezTo>
                  <a:cubicBezTo>
                    <a:pt x="236" y="618"/>
                    <a:pt x="235" y="618"/>
                    <a:pt x="235" y="618"/>
                  </a:cubicBezTo>
                  <a:cubicBezTo>
                    <a:pt x="236" y="619"/>
                    <a:pt x="238" y="619"/>
                    <a:pt x="239" y="619"/>
                  </a:cubicBezTo>
                  <a:cubicBezTo>
                    <a:pt x="241" y="619"/>
                    <a:pt x="242" y="620"/>
                    <a:pt x="244" y="621"/>
                  </a:cubicBezTo>
                  <a:cubicBezTo>
                    <a:pt x="240" y="619"/>
                    <a:pt x="241" y="621"/>
                    <a:pt x="238" y="619"/>
                  </a:cubicBezTo>
                  <a:cubicBezTo>
                    <a:pt x="236" y="620"/>
                    <a:pt x="241" y="621"/>
                    <a:pt x="237" y="620"/>
                  </a:cubicBezTo>
                  <a:cubicBezTo>
                    <a:pt x="235" y="620"/>
                    <a:pt x="238" y="620"/>
                    <a:pt x="236" y="619"/>
                  </a:cubicBezTo>
                  <a:cubicBezTo>
                    <a:pt x="233" y="619"/>
                    <a:pt x="235" y="620"/>
                    <a:pt x="236" y="621"/>
                  </a:cubicBezTo>
                  <a:cubicBezTo>
                    <a:pt x="236" y="620"/>
                    <a:pt x="235" y="620"/>
                    <a:pt x="234" y="620"/>
                  </a:cubicBezTo>
                  <a:cubicBezTo>
                    <a:pt x="236" y="621"/>
                    <a:pt x="244" y="623"/>
                    <a:pt x="248" y="625"/>
                  </a:cubicBezTo>
                  <a:cubicBezTo>
                    <a:pt x="247" y="623"/>
                    <a:pt x="250" y="625"/>
                    <a:pt x="251" y="624"/>
                  </a:cubicBezTo>
                  <a:cubicBezTo>
                    <a:pt x="248" y="624"/>
                    <a:pt x="245" y="623"/>
                    <a:pt x="242" y="623"/>
                  </a:cubicBezTo>
                  <a:cubicBezTo>
                    <a:pt x="242" y="620"/>
                    <a:pt x="251" y="623"/>
                    <a:pt x="254" y="624"/>
                  </a:cubicBezTo>
                  <a:cubicBezTo>
                    <a:pt x="258" y="626"/>
                    <a:pt x="253" y="625"/>
                    <a:pt x="256" y="627"/>
                  </a:cubicBezTo>
                  <a:cubicBezTo>
                    <a:pt x="256" y="626"/>
                    <a:pt x="259" y="628"/>
                    <a:pt x="261" y="628"/>
                  </a:cubicBezTo>
                  <a:cubicBezTo>
                    <a:pt x="260" y="627"/>
                    <a:pt x="255" y="626"/>
                    <a:pt x="257" y="625"/>
                  </a:cubicBezTo>
                  <a:cubicBezTo>
                    <a:pt x="260" y="627"/>
                    <a:pt x="260" y="625"/>
                    <a:pt x="264" y="627"/>
                  </a:cubicBezTo>
                  <a:cubicBezTo>
                    <a:pt x="266" y="628"/>
                    <a:pt x="263" y="628"/>
                    <a:pt x="265" y="629"/>
                  </a:cubicBezTo>
                  <a:cubicBezTo>
                    <a:pt x="268" y="629"/>
                    <a:pt x="268" y="629"/>
                    <a:pt x="268" y="629"/>
                  </a:cubicBezTo>
                  <a:cubicBezTo>
                    <a:pt x="268" y="629"/>
                    <a:pt x="267" y="628"/>
                    <a:pt x="267" y="628"/>
                  </a:cubicBezTo>
                  <a:cubicBezTo>
                    <a:pt x="273" y="629"/>
                    <a:pt x="278" y="630"/>
                    <a:pt x="284" y="630"/>
                  </a:cubicBezTo>
                  <a:cubicBezTo>
                    <a:pt x="282" y="629"/>
                    <a:pt x="280" y="630"/>
                    <a:pt x="279" y="629"/>
                  </a:cubicBezTo>
                  <a:cubicBezTo>
                    <a:pt x="282" y="629"/>
                    <a:pt x="288" y="630"/>
                    <a:pt x="289" y="631"/>
                  </a:cubicBezTo>
                  <a:cubicBezTo>
                    <a:pt x="287" y="631"/>
                    <a:pt x="286" y="631"/>
                    <a:pt x="284" y="631"/>
                  </a:cubicBezTo>
                  <a:cubicBezTo>
                    <a:pt x="283" y="631"/>
                    <a:pt x="287" y="632"/>
                    <a:pt x="285" y="632"/>
                  </a:cubicBezTo>
                  <a:cubicBezTo>
                    <a:pt x="289" y="633"/>
                    <a:pt x="292" y="632"/>
                    <a:pt x="294" y="633"/>
                  </a:cubicBezTo>
                  <a:cubicBezTo>
                    <a:pt x="296" y="633"/>
                    <a:pt x="297" y="634"/>
                    <a:pt x="299" y="634"/>
                  </a:cubicBezTo>
                  <a:cubicBezTo>
                    <a:pt x="299" y="634"/>
                    <a:pt x="300" y="633"/>
                    <a:pt x="299" y="633"/>
                  </a:cubicBezTo>
                  <a:cubicBezTo>
                    <a:pt x="303" y="634"/>
                    <a:pt x="311" y="634"/>
                    <a:pt x="313" y="635"/>
                  </a:cubicBezTo>
                  <a:cubicBezTo>
                    <a:pt x="315" y="635"/>
                    <a:pt x="318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ubicBezTo>
                    <a:pt x="322" y="636"/>
                    <a:pt x="321" y="635"/>
                    <a:pt x="323" y="635"/>
                  </a:cubicBezTo>
                  <a:cubicBezTo>
                    <a:pt x="325" y="636"/>
                    <a:pt x="324" y="636"/>
                    <a:pt x="322" y="637"/>
                  </a:cubicBezTo>
                  <a:cubicBezTo>
                    <a:pt x="325" y="637"/>
                    <a:pt x="328" y="637"/>
                    <a:pt x="329" y="638"/>
                  </a:cubicBezTo>
                  <a:cubicBezTo>
                    <a:pt x="330" y="638"/>
                    <a:pt x="328" y="637"/>
                    <a:pt x="331" y="636"/>
                  </a:cubicBezTo>
                  <a:cubicBezTo>
                    <a:pt x="327" y="636"/>
                    <a:pt x="329" y="638"/>
                    <a:pt x="325" y="637"/>
                  </a:cubicBezTo>
                  <a:cubicBezTo>
                    <a:pt x="324" y="636"/>
                    <a:pt x="325" y="636"/>
                    <a:pt x="327" y="635"/>
                  </a:cubicBezTo>
                  <a:cubicBezTo>
                    <a:pt x="332" y="635"/>
                    <a:pt x="336" y="637"/>
                    <a:pt x="340" y="636"/>
                  </a:cubicBezTo>
                  <a:cubicBezTo>
                    <a:pt x="342" y="637"/>
                    <a:pt x="338" y="637"/>
                    <a:pt x="337" y="637"/>
                  </a:cubicBezTo>
                  <a:cubicBezTo>
                    <a:pt x="339" y="638"/>
                    <a:pt x="341" y="637"/>
                    <a:pt x="343" y="637"/>
                  </a:cubicBezTo>
                  <a:cubicBezTo>
                    <a:pt x="343" y="637"/>
                    <a:pt x="342" y="637"/>
                    <a:pt x="342" y="636"/>
                  </a:cubicBezTo>
                  <a:cubicBezTo>
                    <a:pt x="343" y="636"/>
                    <a:pt x="344" y="637"/>
                    <a:pt x="344" y="636"/>
                  </a:cubicBezTo>
                  <a:cubicBezTo>
                    <a:pt x="347" y="637"/>
                    <a:pt x="351" y="635"/>
                    <a:pt x="354" y="636"/>
                  </a:cubicBezTo>
                  <a:cubicBezTo>
                    <a:pt x="354" y="635"/>
                    <a:pt x="359" y="635"/>
                    <a:pt x="359" y="636"/>
                  </a:cubicBezTo>
                  <a:cubicBezTo>
                    <a:pt x="361" y="634"/>
                    <a:pt x="367" y="634"/>
                    <a:pt x="370" y="634"/>
                  </a:cubicBezTo>
                  <a:cubicBezTo>
                    <a:pt x="372" y="634"/>
                    <a:pt x="371" y="633"/>
                    <a:pt x="372" y="633"/>
                  </a:cubicBezTo>
                  <a:cubicBezTo>
                    <a:pt x="375" y="633"/>
                    <a:pt x="378" y="632"/>
                    <a:pt x="378" y="634"/>
                  </a:cubicBezTo>
                  <a:cubicBezTo>
                    <a:pt x="379" y="633"/>
                    <a:pt x="381" y="632"/>
                    <a:pt x="382" y="632"/>
                  </a:cubicBezTo>
                  <a:cubicBezTo>
                    <a:pt x="386" y="632"/>
                    <a:pt x="381" y="633"/>
                    <a:pt x="383" y="633"/>
                  </a:cubicBezTo>
                  <a:cubicBezTo>
                    <a:pt x="386" y="632"/>
                    <a:pt x="388" y="632"/>
                    <a:pt x="390" y="632"/>
                  </a:cubicBezTo>
                  <a:cubicBezTo>
                    <a:pt x="391" y="631"/>
                    <a:pt x="393" y="630"/>
                    <a:pt x="394" y="630"/>
                  </a:cubicBezTo>
                  <a:cubicBezTo>
                    <a:pt x="395" y="630"/>
                    <a:pt x="391" y="632"/>
                    <a:pt x="394" y="632"/>
                  </a:cubicBezTo>
                  <a:cubicBezTo>
                    <a:pt x="394" y="630"/>
                    <a:pt x="401" y="629"/>
                    <a:pt x="405" y="629"/>
                  </a:cubicBezTo>
                  <a:cubicBezTo>
                    <a:pt x="407" y="628"/>
                    <a:pt x="407" y="627"/>
                    <a:pt x="410" y="626"/>
                  </a:cubicBezTo>
                  <a:cubicBezTo>
                    <a:pt x="410" y="627"/>
                    <a:pt x="408" y="628"/>
                    <a:pt x="411" y="627"/>
                  </a:cubicBezTo>
                  <a:cubicBezTo>
                    <a:pt x="412" y="627"/>
                    <a:pt x="411" y="628"/>
                    <a:pt x="409" y="629"/>
                  </a:cubicBezTo>
                  <a:cubicBezTo>
                    <a:pt x="409" y="629"/>
                    <a:pt x="409" y="629"/>
                    <a:pt x="410" y="629"/>
                  </a:cubicBezTo>
                  <a:cubicBezTo>
                    <a:pt x="411" y="629"/>
                    <a:pt x="411" y="629"/>
                    <a:pt x="411" y="629"/>
                  </a:cubicBezTo>
                  <a:cubicBezTo>
                    <a:pt x="413" y="628"/>
                    <a:pt x="411" y="628"/>
                    <a:pt x="413" y="627"/>
                  </a:cubicBezTo>
                  <a:cubicBezTo>
                    <a:pt x="416" y="626"/>
                    <a:pt x="416" y="627"/>
                    <a:pt x="419" y="627"/>
                  </a:cubicBezTo>
                  <a:cubicBezTo>
                    <a:pt x="421" y="626"/>
                    <a:pt x="423" y="626"/>
                    <a:pt x="425" y="625"/>
                  </a:cubicBezTo>
                  <a:cubicBezTo>
                    <a:pt x="423" y="625"/>
                    <a:pt x="420" y="626"/>
                    <a:pt x="418" y="627"/>
                  </a:cubicBezTo>
                  <a:cubicBezTo>
                    <a:pt x="418" y="626"/>
                    <a:pt x="417" y="626"/>
                    <a:pt x="415" y="626"/>
                  </a:cubicBezTo>
                  <a:cubicBezTo>
                    <a:pt x="418" y="626"/>
                    <a:pt x="417" y="625"/>
                    <a:pt x="420" y="625"/>
                  </a:cubicBezTo>
                  <a:cubicBezTo>
                    <a:pt x="423" y="624"/>
                    <a:pt x="419" y="625"/>
                    <a:pt x="421" y="624"/>
                  </a:cubicBezTo>
                  <a:cubicBezTo>
                    <a:pt x="424" y="624"/>
                    <a:pt x="429" y="622"/>
                    <a:pt x="433" y="621"/>
                  </a:cubicBezTo>
                  <a:cubicBezTo>
                    <a:pt x="434" y="620"/>
                    <a:pt x="430" y="621"/>
                    <a:pt x="429" y="622"/>
                  </a:cubicBezTo>
                  <a:cubicBezTo>
                    <a:pt x="428" y="621"/>
                    <a:pt x="433" y="619"/>
                    <a:pt x="436" y="619"/>
                  </a:cubicBezTo>
                  <a:cubicBezTo>
                    <a:pt x="437" y="619"/>
                    <a:pt x="432" y="620"/>
                    <a:pt x="434" y="620"/>
                  </a:cubicBezTo>
                  <a:cubicBezTo>
                    <a:pt x="436" y="620"/>
                    <a:pt x="436" y="619"/>
                    <a:pt x="438" y="618"/>
                  </a:cubicBezTo>
                  <a:cubicBezTo>
                    <a:pt x="436" y="621"/>
                    <a:pt x="447" y="615"/>
                    <a:pt x="451" y="615"/>
                  </a:cubicBezTo>
                  <a:cubicBezTo>
                    <a:pt x="452" y="614"/>
                    <a:pt x="456" y="612"/>
                    <a:pt x="458" y="610"/>
                  </a:cubicBezTo>
                  <a:cubicBezTo>
                    <a:pt x="458" y="612"/>
                    <a:pt x="467" y="607"/>
                    <a:pt x="468" y="605"/>
                  </a:cubicBezTo>
                  <a:cubicBezTo>
                    <a:pt x="468" y="605"/>
                    <a:pt x="469" y="605"/>
                    <a:pt x="469" y="606"/>
                  </a:cubicBezTo>
                  <a:cubicBezTo>
                    <a:pt x="470" y="605"/>
                    <a:pt x="472" y="604"/>
                    <a:pt x="474" y="602"/>
                  </a:cubicBezTo>
                  <a:cubicBezTo>
                    <a:pt x="476" y="603"/>
                    <a:pt x="477" y="601"/>
                    <a:pt x="481" y="598"/>
                  </a:cubicBezTo>
                  <a:cubicBezTo>
                    <a:pt x="482" y="598"/>
                    <a:pt x="481" y="599"/>
                    <a:pt x="483" y="599"/>
                  </a:cubicBezTo>
                  <a:cubicBezTo>
                    <a:pt x="486" y="596"/>
                    <a:pt x="488" y="595"/>
                    <a:pt x="491" y="594"/>
                  </a:cubicBezTo>
                  <a:cubicBezTo>
                    <a:pt x="493" y="592"/>
                    <a:pt x="495" y="591"/>
                    <a:pt x="499" y="589"/>
                  </a:cubicBezTo>
                  <a:cubicBezTo>
                    <a:pt x="499" y="588"/>
                    <a:pt x="498" y="590"/>
                    <a:pt x="500" y="588"/>
                  </a:cubicBezTo>
                  <a:cubicBezTo>
                    <a:pt x="500" y="587"/>
                    <a:pt x="504" y="586"/>
                    <a:pt x="505" y="586"/>
                  </a:cubicBezTo>
                  <a:cubicBezTo>
                    <a:pt x="504" y="585"/>
                    <a:pt x="507" y="583"/>
                    <a:pt x="510" y="581"/>
                  </a:cubicBezTo>
                  <a:cubicBezTo>
                    <a:pt x="511" y="581"/>
                    <a:pt x="507" y="583"/>
                    <a:pt x="508" y="583"/>
                  </a:cubicBezTo>
                  <a:cubicBezTo>
                    <a:pt x="509" y="583"/>
                    <a:pt x="509" y="583"/>
                    <a:pt x="510" y="582"/>
                  </a:cubicBezTo>
                  <a:cubicBezTo>
                    <a:pt x="511" y="581"/>
                    <a:pt x="509" y="582"/>
                    <a:pt x="511" y="581"/>
                  </a:cubicBezTo>
                  <a:cubicBezTo>
                    <a:pt x="512" y="580"/>
                    <a:pt x="510" y="582"/>
                    <a:pt x="511" y="582"/>
                  </a:cubicBezTo>
                  <a:cubicBezTo>
                    <a:pt x="514" y="580"/>
                    <a:pt x="515" y="579"/>
                    <a:pt x="515" y="578"/>
                  </a:cubicBezTo>
                  <a:cubicBezTo>
                    <a:pt x="517" y="576"/>
                    <a:pt x="515" y="579"/>
                    <a:pt x="517" y="577"/>
                  </a:cubicBezTo>
                  <a:cubicBezTo>
                    <a:pt x="517" y="577"/>
                    <a:pt x="519" y="575"/>
                    <a:pt x="520" y="573"/>
                  </a:cubicBezTo>
                  <a:cubicBezTo>
                    <a:pt x="522" y="574"/>
                    <a:pt x="522" y="572"/>
                    <a:pt x="524" y="572"/>
                  </a:cubicBezTo>
                  <a:cubicBezTo>
                    <a:pt x="524" y="571"/>
                    <a:pt x="526" y="569"/>
                    <a:pt x="528" y="569"/>
                  </a:cubicBezTo>
                  <a:cubicBezTo>
                    <a:pt x="528" y="569"/>
                    <a:pt x="527" y="569"/>
                    <a:pt x="528" y="570"/>
                  </a:cubicBezTo>
                  <a:cubicBezTo>
                    <a:pt x="528" y="568"/>
                    <a:pt x="535" y="563"/>
                    <a:pt x="534" y="563"/>
                  </a:cubicBezTo>
                  <a:cubicBezTo>
                    <a:pt x="535" y="562"/>
                    <a:pt x="536" y="559"/>
                    <a:pt x="538" y="558"/>
                  </a:cubicBezTo>
                  <a:cubicBezTo>
                    <a:pt x="540" y="558"/>
                    <a:pt x="537" y="560"/>
                    <a:pt x="536" y="562"/>
                  </a:cubicBezTo>
                  <a:cubicBezTo>
                    <a:pt x="538" y="560"/>
                    <a:pt x="539" y="559"/>
                    <a:pt x="541" y="558"/>
                  </a:cubicBezTo>
                  <a:cubicBezTo>
                    <a:pt x="541" y="555"/>
                    <a:pt x="547" y="551"/>
                    <a:pt x="548" y="549"/>
                  </a:cubicBezTo>
                  <a:cubicBezTo>
                    <a:pt x="549" y="549"/>
                    <a:pt x="547" y="552"/>
                    <a:pt x="546" y="553"/>
                  </a:cubicBezTo>
                  <a:cubicBezTo>
                    <a:pt x="545" y="553"/>
                    <a:pt x="545" y="553"/>
                    <a:pt x="546" y="552"/>
                  </a:cubicBezTo>
                  <a:cubicBezTo>
                    <a:pt x="544" y="553"/>
                    <a:pt x="545" y="554"/>
                    <a:pt x="543" y="556"/>
                  </a:cubicBezTo>
                  <a:cubicBezTo>
                    <a:pt x="546" y="553"/>
                    <a:pt x="546" y="552"/>
                    <a:pt x="549" y="551"/>
                  </a:cubicBezTo>
                  <a:cubicBezTo>
                    <a:pt x="551" y="549"/>
                    <a:pt x="549" y="551"/>
                    <a:pt x="549" y="550"/>
                  </a:cubicBezTo>
                  <a:cubicBezTo>
                    <a:pt x="552" y="548"/>
                    <a:pt x="561" y="538"/>
                    <a:pt x="565" y="534"/>
                  </a:cubicBezTo>
                  <a:cubicBezTo>
                    <a:pt x="565" y="534"/>
                    <a:pt x="567" y="530"/>
                    <a:pt x="566" y="531"/>
                  </a:cubicBezTo>
                  <a:cubicBezTo>
                    <a:pt x="567" y="528"/>
                    <a:pt x="570" y="527"/>
                    <a:pt x="569" y="526"/>
                  </a:cubicBezTo>
                  <a:cubicBezTo>
                    <a:pt x="571" y="525"/>
                    <a:pt x="570" y="527"/>
                    <a:pt x="570" y="527"/>
                  </a:cubicBezTo>
                  <a:cubicBezTo>
                    <a:pt x="570" y="528"/>
                    <a:pt x="569" y="529"/>
                    <a:pt x="568" y="529"/>
                  </a:cubicBezTo>
                  <a:cubicBezTo>
                    <a:pt x="567" y="531"/>
                    <a:pt x="570" y="529"/>
                    <a:pt x="567" y="532"/>
                  </a:cubicBezTo>
                  <a:cubicBezTo>
                    <a:pt x="569" y="530"/>
                    <a:pt x="569" y="529"/>
                    <a:pt x="571" y="526"/>
                  </a:cubicBezTo>
                  <a:cubicBezTo>
                    <a:pt x="571" y="526"/>
                    <a:pt x="572" y="526"/>
                    <a:pt x="572" y="525"/>
                  </a:cubicBezTo>
                  <a:cubicBezTo>
                    <a:pt x="573" y="524"/>
                    <a:pt x="571" y="526"/>
                    <a:pt x="571" y="525"/>
                  </a:cubicBezTo>
                  <a:cubicBezTo>
                    <a:pt x="572" y="523"/>
                    <a:pt x="574" y="523"/>
                    <a:pt x="574" y="521"/>
                  </a:cubicBezTo>
                  <a:cubicBezTo>
                    <a:pt x="571" y="524"/>
                    <a:pt x="568" y="527"/>
                    <a:pt x="565" y="530"/>
                  </a:cubicBezTo>
                  <a:cubicBezTo>
                    <a:pt x="562" y="533"/>
                    <a:pt x="559" y="537"/>
                    <a:pt x="556" y="540"/>
                  </a:cubicBezTo>
                  <a:cubicBezTo>
                    <a:pt x="554" y="541"/>
                    <a:pt x="556" y="538"/>
                    <a:pt x="554" y="540"/>
                  </a:cubicBezTo>
                  <a:cubicBezTo>
                    <a:pt x="553" y="541"/>
                    <a:pt x="554" y="541"/>
                    <a:pt x="553" y="542"/>
                  </a:cubicBezTo>
                  <a:cubicBezTo>
                    <a:pt x="551" y="544"/>
                    <a:pt x="553" y="540"/>
                    <a:pt x="554" y="538"/>
                  </a:cubicBezTo>
                  <a:cubicBezTo>
                    <a:pt x="558" y="535"/>
                    <a:pt x="562" y="532"/>
                    <a:pt x="566" y="527"/>
                  </a:cubicBezTo>
                  <a:cubicBezTo>
                    <a:pt x="567" y="525"/>
                    <a:pt x="568" y="524"/>
                    <a:pt x="569" y="523"/>
                  </a:cubicBezTo>
                  <a:cubicBezTo>
                    <a:pt x="568" y="524"/>
                    <a:pt x="568" y="523"/>
                    <a:pt x="571" y="521"/>
                  </a:cubicBezTo>
                  <a:cubicBezTo>
                    <a:pt x="572" y="519"/>
                    <a:pt x="570" y="520"/>
                    <a:pt x="571" y="519"/>
                  </a:cubicBezTo>
                  <a:cubicBezTo>
                    <a:pt x="574" y="517"/>
                    <a:pt x="574" y="515"/>
                    <a:pt x="577" y="512"/>
                  </a:cubicBezTo>
                  <a:cubicBezTo>
                    <a:pt x="578" y="511"/>
                    <a:pt x="577" y="513"/>
                    <a:pt x="579" y="511"/>
                  </a:cubicBezTo>
                  <a:cubicBezTo>
                    <a:pt x="578" y="511"/>
                    <a:pt x="579" y="509"/>
                    <a:pt x="580" y="507"/>
                  </a:cubicBezTo>
                  <a:cubicBezTo>
                    <a:pt x="582" y="506"/>
                    <a:pt x="579" y="510"/>
                    <a:pt x="581" y="508"/>
                  </a:cubicBezTo>
                  <a:cubicBezTo>
                    <a:pt x="581" y="507"/>
                    <a:pt x="582" y="507"/>
                    <a:pt x="582" y="506"/>
                  </a:cubicBezTo>
                  <a:cubicBezTo>
                    <a:pt x="582" y="506"/>
                    <a:pt x="582" y="505"/>
                    <a:pt x="583" y="504"/>
                  </a:cubicBezTo>
                  <a:cubicBezTo>
                    <a:pt x="586" y="501"/>
                    <a:pt x="587" y="498"/>
                    <a:pt x="590" y="496"/>
                  </a:cubicBezTo>
                  <a:cubicBezTo>
                    <a:pt x="590" y="494"/>
                    <a:pt x="593" y="493"/>
                    <a:pt x="594" y="490"/>
                  </a:cubicBezTo>
                  <a:cubicBezTo>
                    <a:pt x="595" y="489"/>
                    <a:pt x="592" y="492"/>
                    <a:pt x="593" y="493"/>
                  </a:cubicBezTo>
                  <a:cubicBezTo>
                    <a:pt x="594" y="491"/>
                    <a:pt x="595" y="489"/>
                    <a:pt x="596" y="488"/>
                  </a:cubicBezTo>
                  <a:cubicBezTo>
                    <a:pt x="597" y="487"/>
                    <a:pt x="596" y="485"/>
                    <a:pt x="597" y="484"/>
                  </a:cubicBezTo>
                  <a:cubicBezTo>
                    <a:pt x="596" y="484"/>
                    <a:pt x="597" y="484"/>
                    <a:pt x="598" y="481"/>
                  </a:cubicBezTo>
                  <a:cubicBezTo>
                    <a:pt x="596" y="485"/>
                    <a:pt x="594" y="486"/>
                    <a:pt x="592" y="489"/>
                  </a:cubicBezTo>
                  <a:cubicBezTo>
                    <a:pt x="591" y="490"/>
                    <a:pt x="593" y="488"/>
                    <a:pt x="591" y="489"/>
                  </a:cubicBezTo>
                  <a:cubicBezTo>
                    <a:pt x="590" y="491"/>
                    <a:pt x="591" y="492"/>
                    <a:pt x="591" y="491"/>
                  </a:cubicBezTo>
                  <a:cubicBezTo>
                    <a:pt x="591" y="493"/>
                    <a:pt x="590" y="494"/>
                    <a:pt x="590" y="495"/>
                  </a:cubicBezTo>
                  <a:cubicBezTo>
                    <a:pt x="589" y="494"/>
                    <a:pt x="587" y="498"/>
                    <a:pt x="586" y="499"/>
                  </a:cubicBezTo>
                  <a:cubicBezTo>
                    <a:pt x="585" y="500"/>
                    <a:pt x="587" y="497"/>
                    <a:pt x="587" y="496"/>
                  </a:cubicBezTo>
                  <a:cubicBezTo>
                    <a:pt x="585" y="498"/>
                    <a:pt x="586" y="498"/>
                    <a:pt x="585" y="499"/>
                  </a:cubicBezTo>
                  <a:cubicBezTo>
                    <a:pt x="585" y="500"/>
                    <a:pt x="583" y="501"/>
                    <a:pt x="581" y="503"/>
                  </a:cubicBezTo>
                  <a:cubicBezTo>
                    <a:pt x="582" y="504"/>
                    <a:pt x="581" y="506"/>
                    <a:pt x="580" y="507"/>
                  </a:cubicBezTo>
                  <a:cubicBezTo>
                    <a:pt x="579" y="507"/>
                    <a:pt x="579" y="506"/>
                    <a:pt x="578" y="508"/>
                  </a:cubicBezTo>
                  <a:cubicBezTo>
                    <a:pt x="577" y="509"/>
                    <a:pt x="576" y="510"/>
                    <a:pt x="575" y="511"/>
                  </a:cubicBezTo>
                  <a:cubicBezTo>
                    <a:pt x="575" y="511"/>
                    <a:pt x="574" y="511"/>
                    <a:pt x="574" y="511"/>
                  </a:cubicBezTo>
                  <a:cubicBezTo>
                    <a:pt x="570" y="516"/>
                    <a:pt x="566" y="521"/>
                    <a:pt x="562" y="525"/>
                  </a:cubicBezTo>
                  <a:cubicBezTo>
                    <a:pt x="560" y="528"/>
                    <a:pt x="557" y="530"/>
                    <a:pt x="555" y="533"/>
                  </a:cubicBezTo>
                  <a:cubicBezTo>
                    <a:pt x="550" y="536"/>
                    <a:pt x="546" y="544"/>
                    <a:pt x="541" y="545"/>
                  </a:cubicBezTo>
                  <a:cubicBezTo>
                    <a:pt x="541" y="546"/>
                    <a:pt x="540" y="547"/>
                    <a:pt x="539" y="548"/>
                  </a:cubicBezTo>
                  <a:cubicBezTo>
                    <a:pt x="538" y="548"/>
                    <a:pt x="537" y="549"/>
                    <a:pt x="535" y="550"/>
                  </a:cubicBezTo>
                  <a:cubicBezTo>
                    <a:pt x="537" y="548"/>
                    <a:pt x="539" y="547"/>
                    <a:pt x="539" y="546"/>
                  </a:cubicBezTo>
                  <a:cubicBezTo>
                    <a:pt x="539" y="547"/>
                    <a:pt x="540" y="545"/>
                    <a:pt x="542" y="544"/>
                  </a:cubicBezTo>
                  <a:cubicBezTo>
                    <a:pt x="542" y="543"/>
                    <a:pt x="541" y="544"/>
                    <a:pt x="540" y="545"/>
                  </a:cubicBezTo>
                  <a:cubicBezTo>
                    <a:pt x="541" y="543"/>
                    <a:pt x="543" y="541"/>
                    <a:pt x="545" y="539"/>
                  </a:cubicBezTo>
                  <a:cubicBezTo>
                    <a:pt x="546" y="539"/>
                    <a:pt x="544" y="542"/>
                    <a:pt x="543" y="542"/>
                  </a:cubicBezTo>
                  <a:cubicBezTo>
                    <a:pt x="544" y="542"/>
                    <a:pt x="548" y="537"/>
                    <a:pt x="550" y="535"/>
                  </a:cubicBezTo>
                  <a:cubicBezTo>
                    <a:pt x="548" y="536"/>
                    <a:pt x="548" y="537"/>
                    <a:pt x="547" y="538"/>
                  </a:cubicBezTo>
                  <a:cubicBezTo>
                    <a:pt x="550" y="534"/>
                    <a:pt x="551" y="532"/>
                    <a:pt x="554" y="529"/>
                  </a:cubicBezTo>
                  <a:cubicBezTo>
                    <a:pt x="556" y="528"/>
                    <a:pt x="552" y="532"/>
                    <a:pt x="555" y="530"/>
                  </a:cubicBezTo>
                  <a:cubicBezTo>
                    <a:pt x="556" y="528"/>
                    <a:pt x="556" y="528"/>
                    <a:pt x="556" y="528"/>
                  </a:cubicBezTo>
                  <a:cubicBezTo>
                    <a:pt x="559" y="525"/>
                    <a:pt x="563" y="520"/>
                    <a:pt x="565" y="517"/>
                  </a:cubicBezTo>
                  <a:cubicBezTo>
                    <a:pt x="563" y="520"/>
                    <a:pt x="566" y="516"/>
                    <a:pt x="568" y="513"/>
                  </a:cubicBezTo>
                  <a:cubicBezTo>
                    <a:pt x="568" y="513"/>
                    <a:pt x="569" y="511"/>
                    <a:pt x="567" y="513"/>
                  </a:cubicBezTo>
                  <a:cubicBezTo>
                    <a:pt x="569" y="509"/>
                    <a:pt x="571" y="510"/>
                    <a:pt x="572" y="507"/>
                  </a:cubicBezTo>
                  <a:cubicBezTo>
                    <a:pt x="573" y="506"/>
                    <a:pt x="573" y="507"/>
                    <a:pt x="573" y="507"/>
                  </a:cubicBezTo>
                  <a:cubicBezTo>
                    <a:pt x="574" y="506"/>
                    <a:pt x="575" y="504"/>
                    <a:pt x="575" y="503"/>
                  </a:cubicBezTo>
                  <a:cubicBezTo>
                    <a:pt x="576" y="501"/>
                    <a:pt x="580" y="499"/>
                    <a:pt x="579" y="497"/>
                  </a:cubicBezTo>
                  <a:cubicBezTo>
                    <a:pt x="580" y="497"/>
                    <a:pt x="582" y="494"/>
                    <a:pt x="582" y="495"/>
                  </a:cubicBezTo>
                  <a:cubicBezTo>
                    <a:pt x="582" y="492"/>
                    <a:pt x="586" y="487"/>
                    <a:pt x="589" y="483"/>
                  </a:cubicBezTo>
                  <a:cubicBezTo>
                    <a:pt x="588" y="486"/>
                    <a:pt x="588" y="486"/>
                    <a:pt x="587" y="488"/>
                  </a:cubicBezTo>
                  <a:cubicBezTo>
                    <a:pt x="589" y="487"/>
                    <a:pt x="590" y="485"/>
                    <a:pt x="591" y="484"/>
                  </a:cubicBezTo>
                  <a:cubicBezTo>
                    <a:pt x="592" y="483"/>
                    <a:pt x="589" y="485"/>
                    <a:pt x="591" y="483"/>
                  </a:cubicBezTo>
                  <a:cubicBezTo>
                    <a:pt x="590" y="482"/>
                    <a:pt x="589" y="485"/>
                    <a:pt x="589" y="486"/>
                  </a:cubicBezTo>
                  <a:cubicBezTo>
                    <a:pt x="588" y="486"/>
                    <a:pt x="590" y="480"/>
                    <a:pt x="593" y="478"/>
                  </a:cubicBezTo>
                  <a:cubicBezTo>
                    <a:pt x="595" y="475"/>
                    <a:pt x="595" y="470"/>
                    <a:pt x="598" y="467"/>
                  </a:cubicBezTo>
                  <a:cubicBezTo>
                    <a:pt x="598" y="465"/>
                    <a:pt x="598" y="465"/>
                    <a:pt x="598" y="465"/>
                  </a:cubicBezTo>
                  <a:cubicBezTo>
                    <a:pt x="599" y="463"/>
                    <a:pt x="599" y="465"/>
                    <a:pt x="599" y="465"/>
                  </a:cubicBezTo>
                  <a:cubicBezTo>
                    <a:pt x="600" y="464"/>
                    <a:pt x="600" y="461"/>
                    <a:pt x="602" y="459"/>
                  </a:cubicBezTo>
                  <a:cubicBezTo>
                    <a:pt x="603" y="459"/>
                    <a:pt x="601" y="461"/>
                    <a:pt x="601" y="462"/>
                  </a:cubicBezTo>
                  <a:cubicBezTo>
                    <a:pt x="604" y="456"/>
                    <a:pt x="605" y="451"/>
                    <a:pt x="608" y="448"/>
                  </a:cubicBezTo>
                  <a:cubicBezTo>
                    <a:pt x="609" y="446"/>
                    <a:pt x="610" y="444"/>
                    <a:pt x="610" y="442"/>
                  </a:cubicBezTo>
                  <a:cubicBezTo>
                    <a:pt x="609" y="443"/>
                    <a:pt x="609" y="443"/>
                    <a:pt x="609" y="442"/>
                  </a:cubicBezTo>
                  <a:cubicBezTo>
                    <a:pt x="610" y="440"/>
                    <a:pt x="612" y="434"/>
                    <a:pt x="614" y="431"/>
                  </a:cubicBezTo>
                  <a:cubicBezTo>
                    <a:pt x="614" y="432"/>
                    <a:pt x="614" y="434"/>
                    <a:pt x="613" y="435"/>
                  </a:cubicBezTo>
                  <a:cubicBezTo>
                    <a:pt x="614" y="434"/>
                    <a:pt x="616" y="428"/>
                    <a:pt x="617" y="426"/>
                  </a:cubicBezTo>
                  <a:cubicBezTo>
                    <a:pt x="617" y="423"/>
                    <a:pt x="617" y="427"/>
                    <a:pt x="616" y="428"/>
                  </a:cubicBezTo>
                  <a:cubicBezTo>
                    <a:pt x="616" y="426"/>
                    <a:pt x="617" y="424"/>
                    <a:pt x="617" y="422"/>
                  </a:cubicBezTo>
                  <a:cubicBezTo>
                    <a:pt x="616" y="422"/>
                    <a:pt x="616" y="422"/>
                    <a:pt x="616" y="421"/>
                  </a:cubicBezTo>
                  <a:cubicBezTo>
                    <a:pt x="615" y="422"/>
                    <a:pt x="615" y="423"/>
                    <a:pt x="615" y="423"/>
                  </a:cubicBezTo>
                  <a:cubicBezTo>
                    <a:pt x="615" y="422"/>
                    <a:pt x="615" y="422"/>
                    <a:pt x="615" y="421"/>
                  </a:cubicBezTo>
                  <a:cubicBezTo>
                    <a:pt x="617" y="419"/>
                    <a:pt x="617" y="418"/>
                    <a:pt x="619" y="415"/>
                  </a:cubicBezTo>
                  <a:cubicBezTo>
                    <a:pt x="619" y="417"/>
                    <a:pt x="617" y="418"/>
                    <a:pt x="618" y="420"/>
                  </a:cubicBezTo>
                  <a:cubicBezTo>
                    <a:pt x="619" y="419"/>
                    <a:pt x="618" y="418"/>
                    <a:pt x="619" y="417"/>
                  </a:cubicBezTo>
                  <a:cubicBezTo>
                    <a:pt x="618" y="417"/>
                    <a:pt x="619" y="412"/>
                    <a:pt x="620" y="410"/>
                  </a:cubicBezTo>
                  <a:cubicBezTo>
                    <a:pt x="621" y="410"/>
                    <a:pt x="620" y="411"/>
                    <a:pt x="620" y="412"/>
                  </a:cubicBezTo>
                  <a:cubicBezTo>
                    <a:pt x="622" y="410"/>
                    <a:pt x="621" y="409"/>
                    <a:pt x="622" y="407"/>
                  </a:cubicBezTo>
                  <a:cubicBezTo>
                    <a:pt x="622" y="406"/>
                    <a:pt x="621" y="409"/>
                    <a:pt x="621" y="408"/>
                  </a:cubicBezTo>
                  <a:cubicBezTo>
                    <a:pt x="622" y="404"/>
                    <a:pt x="623" y="401"/>
                    <a:pt x="624" y="397"/>
                  </a:cubicBezTo>
                  <a:cubicBezTo>
                    <a:pt x="623" y="396"/>
                    <a:pt x="623" y="399"/>
                    <a:pt x="622" y="401"/>
                  </a:cubicBezTo>
                  <a:cubicBezTo>
                    <a:pt x="622" y="401"/>
                    <a:pt x="622" y="401"/>
                    <a:pt x="622" y="401"/>
                  </a:cubicBezTo>
                  <a:cubicBezTo>
                    <a:pt x="623" y="399"/>
                    <a:pt x="622" y="398"/>
                    <a:pt x="623" y="394"/>
                  </a:cubicBezTo>
                  <a:cubicBezTo>
                    <a:pt x="622" y="394"/>
                    <a:pt x="622" y="397"/>
                    <a:pt x="622" y="398"/>
                  </a:cubicBezTo>
                  <a:cubicBezTo>
                    <a:pt x="621" y="401"/>
                    <a:pt x="622" y="395"/>
                    <a:pt x="621" y="399"/>
                  </a:cubicBezTo>
                  <a:cubicBezTo>
                    <a:pt x="621" y="397"/>
                    <a:pt x="622" y="393"/>
                    <a:pt x="620" y="396"/>
                  </a:cubicBezTo>
                  <a:close/>
                  <a:moveTo>
                    <a:pt x="501" y="559"/>
                  </a:moveTo>
                  <a:cubicBezTo>
                    <a:pt x="499" y="561"/>
                    <a:pt x="497" y="562"/>
                    <a:pt x="496" y="563"/>
                  </a:cubicBezTo>
                  <a:cubicBezTo>
                    <a:pt x="497" y="561"/>
                    <a:pt x="499" y="560"/>
                    <a:pt x="501" y="559"/>
                  </a:cubicBezTo>
                  <a:close/>
                  <a:moveTo>
                    <a:pt x="349" y="605"/>
                  </a:moveTo>
                  <a:cubicBezTo>
                    <a:pt x="351" y="605"/>
                    <a:pt x="354" y="605"/>
                    <a:pt x="352" y="604"/>
                  </a:cubicBezTo>
                  <a:cubicBezTo>
                    <a:pt x="355" y="603"/>
                    <a:pt x="357" y="604"/>
                    <a:pt x="360" y="604"/>
                  </a:cubicBezTo>
                  <a:cubicBezTo>
                    <a:pt x="359" y="605"/>
                    <a:pt x="359" y="604"/>
                    <a:pt x="357" y="605"/>
                  </a:cubicBezTo>
                  <a:cubicBezTo>
                    <a:pt x="356" y="605"/>
                    <a:pt x="356" y="605"/>
                    <a:pt x="355" y="605"/>
                  </a:cubicBezTo>
                  <a:cubicBezTo>
                    <a:pt x="354" y="605"/>
                    <a:pt x="355" y="605"/>
                    <a:pt x="355" y="606"/>
                  </a:cubicBezTo>
                  <a:cubicBezTo>
                    <a:pt x="353" y="605"/>
                    <a:pt x="351" y="606"/>
                    <a:pt x="349" y="605"/>
                  </a:cubicBezTo>
                  <a:close/>
                  <a:moveTo>
                    <a:pt x="616" y="190"/>
                  </a:moveTo>
                  <a:cubicBezTo>
                    <a:pt x="617" y="192"/>
                    <a:pt x="618" y="191"/>
                    <a:pt x="618" y="194"/>
                  </a:cubicBezTo>
                  <a:cubicBezTo>
                    <a:pt x="618" y="194"/>
                    <a:pt x="616" y="192"/>
                    <a:pt x="616" y="190"/>
                  </a:cubicBezTo>
                  <a:close/>
                  <a:moveTo>
                    <a:pt x="632" y="180"/>
                  </a:moveTo>
                  <a:cubicBezTo>
                    <a:pt x="634" y="184"/>
                    <a:pt x="634" y="184"/>
                    <a:pt x="637" y="186"/>
                  </a:cubicBezTo>
                  <a:cubicBezTo>
                    <a:pt x="636" y="188"/>
                    <a:pt x="637" y="189"/>
                    <a:pt x="638" y="191"/>
                  </a:cubicBezTo>
                  <a:cubicBezTo>
                    <a:pt x="639" y="193"/>
                    <a:pt x="639" y="193"/>
                    <a:pt x="638" y="194"/>
                  </a:cubicBezTo>
                  <a:cubicBezTo>
                    <a:pt x="640" y="197"/>
                    <a:pt x="640" y="195"/>
                    <a:pt x="640" y="194"/>
                  </a:cubicBezTo>
                  <a:cubicBezTo>
                    <a:pt x="642" y="199"/>
                    <a:pt x="640" y="199"/>
                    <a:pt x="638" y="196"/>
                  </a:cubicBezTo>
                  <a:cubicBezTo>
                    <a:pt x="638" y="192"/>
                    <a:pt x="634" y="188"/>
                    <a:pt x="632" y="184"/>
                  </a:cubicBezTo>
                  <a:cubicBezTo>
                    <a:pt x="632" y="182"/>
                    <a:pt x="634" y="186"/>
                    <a:pt x="634" y="185"/>
                  </a:cubicBezTo>
                  <a:cubicBezTo>
                    <a:pt x="633" y="184"/>
                    <a:pt x="631" y="180"/>
                    <a:pt x="632" y="180"/>
                  </a:cubicBezTo>
                  <a:close/>
                  <a:moveTo>
                    <a:pt x="309" y="3"/>
                  </a:moveTo>
                  <a:cubicBezTo>
                    <a:pt x="306" y="4"/>
                    <a:pt x="304" y="3"/>
                    <a:pt x="302" y="4"/>
                  </a:cubicBezTo>
                  <a:cubicBezTo>
                    <a:pt x="304" y="3"/>
                    <a:pt x="306" y="3"/>
                    <a:pt x="309" y="3"/>
                  </a:cubicBezTo>
                  <a:close/>
                  <a:moveTo>
                    <a:pt x="129" y="74"/>
                  </a:moveTo>
                  <a:cubicBezTo>
                    <a:pt x="128" y="75"/>
                    <a:pt x="125" y="77"/>
                    <a:pt x="125" y="76"/>
                  </a:cubicBezTo>
                  <a:cubicBezTo>
                    <a:pt x="127" y="76"/>
                    <a:pt x="130" y="72"/>
                    <a:pt x="129" y="74"/>
                  </a:cubicBezTo>
                  <a:close/>
                  <a:moveTo>
                    <a:pt x="36" y="188"/>
                  </a:moveTo>
                  <a:cubicBezTo>
                    <a:pt x="37" y="187"/>
                    <a:pt x="37" y="185"/>
                    <a:pt x="38" y="184"/>
                  </a:cubicBezTo>
                  <a:cubicBezTo>
                    <a:pt x="38" y="185"/>
                    <a:pt x="36" y="189"/>
                    <a:pt x="36" y="188"/>
                  </a:cubicBezTo>
                  <a:close/>
                  <a:moveTo>
                    <a:pt x="531" y="609"/>
                  </a:moveTo>
                  <a:cubicBezTo>
                    <a:pt x="533" y="607"/>
                    <a:pt x="535" y="605"/>
                    <a:pt x="538" y="604"/>
                  </a:cubicBezTo>
                  <a:cubicBezTo>
                    <a:pt x="536" y="606"/>
                    <a:pt x="531" y="609"/>
                    <a:pt x="531" y="609"/>
                  </a:cubicBezTo>
                  <a:close/>
                  <a:moveTo>
                    <a:pt x="480" y="625"/>
                  </a:moveTo>
                  <a:cubicBezTo>
                    <a:pt x="480" y="625"/>
                    <a:pt x="490" y="620"/>
                    <a:pt x="489" y="622"/>
                  </a:cubicBezTo>
                  <a:cubicBezTo>
                    <a:pt x="486" y="622"/>
                    <a:pt x="483" y="625"/>
                    <a:pt x="480" y="625"/>
                  </a:cubicBezTo>
                  <a:close/>
                  <a:moveTo>
                    <a:pt x="635" y="474"/>
                  </a:moveTo>
                  <a:cubicBezTo>
                    <a:pt x="635" y="475"/>
                    <a:pt x="635" y="475"/>
                    <a:pt x="635" y="476"/>
                  </a:cubicBezTo>
                  <a:cubicBezTo>
                    <a:pt x="634" y="477"/>
                    <a:pt x="634" y="478"/>
                    <a:pt x="633" y="479"/>
                  </a:cubicBezTo>
                  <a:cubicBezTo>
                    <a:pt x="633" y="477"/>
                    <a:pt x="634" y="475"/>
                    <a:pt x="635" y="474"/>
                  </a:cubicBezTo>
                  <a:close/>
                  <a:moveTo>
                    <a:pt x="411" y="626"/>
                  </a:moveTo>
                  <a:cubicBezTo>
                    <a:pt x="416" y="624"/>
                    <a:pt x="419" y="624"/>
                    <a:pt x="423" y="623"/>
                  </a:cubicBezTo>
                  <a:cubicBezTo>
                    <a:pt x="419" y="624"/>
                    <a:pt x="415" y="625"/>
                    <a:pt x="411" y="626"/>
                  </a:cubicBezTo>
                  <a:close/>
                  <a:moveTo>
                    <a:pt x="512" y="579"/>
                  </a:moveTo>
                  <a:cubicBezTo>
                    <a:pt x="513" y="578"/>
                    <a:pt x="517" y="575"/>
                    <a:pt x="517" y="576"/>
                  </a:cubicBezTo>
                  <a:cubicBezTo>
                    <a:pt x="516" y="577"/>
                    <a:pt x="512" y="580"/>
                    <a:pt x="512" y="579"/>
                  </a:cubicBezTo>
                  <a:close/>
                  <a:moveTo>
                    <a:pt x="556" y="543"/>
                  </a:moveTo>
                  <a:cubicBezTo>
                    <a:pt x="556" y="543"/>
                    <a:pt x="557" y="540"/>
                    <a:pt x="558" y="540"/>
                  </a:cubicBezTo>
                  <a:cubicBezTo>
                    <a:pt x="559" y="540"/>
                    <a:pt x="557" y="543"/>
                    <a:pt x="556" y="543"/>
                  </a:cubicBezTo>
                  <a:close/>
                  <a:moveTo>
                    <a:pt x="618" y="415"/>
                  </a:moveTo>
                  <a:cubicBezTo>
                    <a:pt x="618" y="414"/>
                    <a:pt x="618" y="414"/>
                    <a:pt x="618" y="413"/>
                  </a:cubicBezTo>
                  <a:cubicBezTo>
                    <a:pt x="619" y="412"/>
                    <a:pt x="618" y="410"/>
                    <a:pt x="620" y="409"/>
                  </a:cubicBezTo>
                  <a:cubicBezTo>
                    <a:pt x="620" y="411"/>
                    <a:pt x="618" y="415"/>
                    <a:pt x="618" y="415"/>
                  </a:cubicBezTo>
                  <a:close/>
                  <a:moveTo>
                    <a:pt x="581" y="484"/>
                  </a:moveTo>
                  <a:cubicBezTo>
                    <a:pt x="582" y="483"/>
                    <a:pt x="582" y="481"/>
                    <a:pt x="584" y="480"/>
                  </a:cubicBezTo>
                  <a:cubicBezTo>
                    <a:pt x="583" y="483"/>
                    <a:pt x="582" y="484"/>
                    <a:pt x="581" y="484"/>
                  </a:cubicBezTo>
                  <a:close/>
                  <a:moveTo>
                    <a:pt x="530" y="538"/>
                  </a:moveTo>
                  <a:cubicBezTo>
                    <a:pt x="529" y="537"/>
                    <a:pt x="532" y="535"/>
                    <a:pt x="533" y="534"/>
                  </a:cubicBezTo>
                  <a:cubicBezTo>
                    <a:pt x="533" y="536"/>
                    <a:pt x="531" y="537"/>
                    <a:pt x="530" y="538"/>
                  </a:cubicBezTo>
                  <a:close/>
                  <a:moveTo>
                    <a:pt x="518" y="548"/>
                  </a:moveTo>
                  <a:cubicBezTo>
                    <a:pt x="519" y="546"/>
                    <a:pt x="523" y="543"/>
                    <a:pt x="523" y="544"/>
                  </a:cubicBezTo>
                  <a:cubicBezTo>
                    <a:pt x="521" y="545"/>
                    <a:pt x="520" y="547"/>
                    <a:pt x="518" y="548"/>
                  </a:cubicBezTo>
                  <a:close/>
                  <a:moveTo>
                    <a:pt x="616" y="483"/>
                  </a:moveTo>
                  <a:cubicBezTo>
                    <a:pt x="614" y="486"/>
                    <a:pt x="612" y="490"/>
                    <a:pt x="610" y="493"/>
                  </a:cubicBezTo>
                  <a:cubicBezTo>
                    <a:pt x="611" y="490"/>
                    <a:pt x="615" y="484"/>
                    <a:pt x="616" y="483"/>
                  </a:cubicBezTo>
                  <a:close/>
                  <a:moveTo>
                    <a:pt x="474" y="564"/>
                  </a:moveTo>
                  <a:cubicBezTo>
                    <a:pt x="474" y="563"/>
                    <a:pt x="477" y="561"/>
                    <a:pt x="479" y="561"/>
                  </a:cubicBezTo>
                  <a:cubicBezTo>
                    <a:pt x="478" y="563"/>
                    <a:pt x="476" y="564"/>
                    <a:pt x="474" y="564"/>
                  </a:cubicBezTo>
                  <a:close/>
                  <a:moveTo>
                    <a:pt x="543" y="540"/>
                  </a:moveTo>
                  <a:cubicBezTo>
                    <a:pt x="545" y="539"/>
                    <a:pt x="546" y="537"/>
                    <a:pt x="547" y="536"/>
                  </a:cubicBezTo>
                  <a:cubicBezTo>
                    <a:pt x="546" y="537"/>
                    <a:pt x="544" y="541"/>
                    <a:pt x="543" y="540"/>
                  </a:cubicBezTo>
                  <a:close/>
                  <a:moveTo>
                    <a:pt x="619" y="485"/>
                  </a:moveTo>
                  <a:cubicBezTo>
                    <a:pt x="619" y="484"/>
                    <a:pt x="621" y="480"/>
                    <a:pt x="621" y="482"/>
                  </a:cubicBezTo>
                  <a:cubicBezTo>
                    <a:pt x="620" y="483"/>
                    <a:pt x="619" y="487"/>
                    <a:pt x="619" y="485"/>
                  </a:cubicBezTo>
                  <a:close/>
                  <a:moveTo>
                    <a:pt x="617" y="489"/>
                  </a:moveTo>
                  <a:cubicBezTo>
                    <a:pt x="616" y="489"/>
                    <a:pt x="616" y="490"/>
                    <a:pt x="614" y="492"/>
                  </a:cubicBezTo>
                  <a:cubicBezTo>
                    <a:pt x="615" y="491"/>
                    <a:pt x="613" y="493"/>
                    <a:pt x="613" y="492"/>
                  </a:cubicBezTo>
                  <a:cubicBezTo>
                    <a:pt x="615" y="490"/>
                    <a:pt x="615" y="491"/>
                    <a:pt x="616" y="488"/>
                  </a:cubicBezTo>
                  <a:cubicBezTo>
                    <a:pt x="617" y="487"/>
                    <a:pt x="617" y="487"/>
                    <a:pt x="617" y="487"/>
                  </a:cubicBezTo>
                  <a:cubicBezTo>
                    <a:pt x="617" y="487"/>
                    <a:pt x="618" y="487"/>
                    <a:pt x="617" y="489"/>
                  </a:cubicBezTo>
                  <a:close/>
                  <a:moveTo>
                    <a:pt x="609" y="497"/>
                  </a:moveTo>
                  <a:cubicBezTo>
                    <a:pt x="610" y="496"/>
                    <a:pt x="611" y="493"/>
                    <a:pt x="612" y="492"/>
                  </a:cubicBezTo>
                  <a:cubicBezTo>
                    <a:pt x="612" y="494"/>
                    <a:pt x="611" y="496"/>
                    <a:pt x="609" y="497"/>
                  </a:cubicBezTo>
                  <a:close/>
                  <a:moveTo>
                    <a:pt x="551" y="544"/>
                  </a:moveTo>
                  <a:cubicBezTo>
                    <a:pt x="550" y="545"/>
                    <a:pt x="549" y="546"/>
                    <a:pt x="548" y="547"/>
                  </a:cubicBezTo>
                  <a:cubicBezTo>
                    <a:pt x="550" y="545"/>
                    <a:pt x="548" y="545"/>
                    <a:pt x="551" y="542"/>
                  </a:cubicBezTo>
                  <a:cubicBezTo>
                    <a:pt x="552" y="542"/>
                    <a:pt x="549" y="545"/>
                    <a:pt x="551" y="544"/>
                  </a:cubicBezTo>
                  <a:close/>
                  <a:moveTo>
                    <a:pt x="599" y="514"/>
                  </a:moveTo>
                  <a:cubicBezTo>
                    <a:pt x="600" y="513"/>
                    <a:pt x="600" y="512"/>
                    <a:pt x="600" y="511"/>
                  </a:cubicBezTo>
                  <a:cubicBezTo>
                    <a:pt x="602" y="510"/>
                    <a:pt x="602" y="510"/>
                    <a:pt x="602" y="510"/>
                  </a:cubicBezTo>
                  <a:cubicBezTo>
                    <a:pt x="601" y="512"/>
                    <a:pt x="600" y="512"/>
                    <a:pt x="599" y="514"/>
                  </a:cubicBezTo>
                  <a:close/>
                  <a:moveTo>
                    <a:pt x="627" y="488"/>
                  </a:moveTo>
                  <a:cubicBezTo>
                    <a:pt x="629" y="488"/>
                    <a:pt x="628" y="486"/>
                    <a:pt x="630" y="484"/>
                  </a:cubicBezTo>
                  <a:cubicBezTo>
                    <a:pt x="631" y="484"/>
                    <a:pt x="626" y="493"/>
                    <a:pt x="627" y="488"/>
                  </a:cubicBezTo>
                  <a:close/>
                  <a:moveTo>
                    <a:pt x="542" y="553"/>
                  </a:moveTo>
                  <a:cubicBezTo>
                    <a:pt x="540" y="554"/>
                    <a:pt x="539" y="556"/>
                    <a:pt x="537" y="557"/>
                  </a:cubicBezTo>
                  <a:cubicBezTo>
                    <a:pt x="536" y="558"/>
                    <a:pt x="535" y="559"/>
                    <a:pt x="533" y="559"/>
                  </a:cubicBezTo>
                  <a:cubicBezTo>
                    <a:pt x="534" y="561"/>
                    <a:pt x="531" y="563"/>
                    <a:pt x="529" y="564"/>
                  </a:cubicBezTo>
                  <a:cubicBezTo>
                    <a:pt x="533" y="560"/>
                    <a:pt x="532" y="560"/>
                    <a:pt x="535" y="556"/>
                  </a:cubicBezTo>
                  <a:cubicBezTo>
                    <a:pt x="538" y="556"/>
                    <a:pt x="537" y="554"/>
                    <a:pt x="538" y="554"/>
                  </a:cubicBezTo>
                  <a:cubicBezTo>
                    <a:pt x="540" y="552"/>
                    <a:pt x="544" y="548"/>
                    <a:pt x="545" y="548"/>
                  </a:cubicBezTo>
                  <a:cubicBezTo>
                    <a:pt x="545" y="548"/>
                    <a:pt x="543" y="550"/>
                    <a:pt x="544" y="549"/>
                  </a:cubicBezTo>
                  <a:cubicBezTo>
                    <a:pt x="545" y="548"/>
                    <a:pt x="547" y="547"/>
                    <a:pt x="548" y="546"/>
                  </a:cubicBezTo>
                  <a:cubicBezTo>
                    <a:pt x="548" y="547"/>
                    <a:pt x="546" y="548"/>
                    <a:pt x="545" y="549"/>
                  </a:cubicBezTo>
                  <a:cubicBezTo>
                    <a:pt x="544" y="550"/>
                    <a:pt x="541" y="552"/>
                    <a:pt x="542" y="553"/>
                  </a:cubicBezTo>
                  <a:close/>
                  <a:moveTo>
                    <a:pt x="483" y="572"/>
                  </a:moveTo>
                  <a:cubicBezTo>
                    <a:pt x="483" y="571"/>
                    <a:pt x="485" y="570"/>
                    <a:pt x="487" y="569"/>
                  </a:cubicBezTo>
                  <a:cubicBezTo>
                    <a:pt x="487" y="569"/>
                    <a:pt x="484" y="571"/>
                    <a:pt x="483" y="572"/>
                  </a:cubicBezTo>
                  <a:close/>
                  <a:moveTo>
                    <a:pt x="552" y="546"/>
                  </a:moveTo>
                  <a:cubicBezTo>
                    <a:pt x="550" y="547"/>
                    <a:pt x="550" y="547"/>
                    <a:pt x="550" y="547"/>
                  </a:cubicBezTo>
                  <a:cubicBezTo>
                    <a:pt x="551" y="546"/>
                    <a:pt x="551" y="545"/>
                    <a:pt x="552" y="545"/>
                  </a:cubicBezTo>
                  <a:cubicBezTo>
                    <a:pt x="551" y="547"/>
                    <a:pt x="554" y="544"/>
                    <a:pt x="552" y="546"/>
                  </a:cubicBezTo>
                  <a:close/>
                  <a:moveTo>
                    <a:pt x="615" y="506"/>
                  </a:moveTo>
                  <a:cubicBezTo>
                    <a:pt x="615" y="504"/>
                    <a:pt x="617" y="504"/>
                    <a:pt x="618" y="501"/>
                  </a:cubicBezTo>
                  <a:cubicBezTo>
                    <a:pt x="619" y="500"/>
                    <a:pt x="618" y="502"/>
                    <a:pt x="620" y="499"/>
                  </a:cubicBezTo>
                  <a:cubicBezTo>
                    <a:pt x="619" y="504"/>
                    <a:pt x="617" y="503"/>
                    <a:pt x="615" y="506"/>
                  </a:cubicBezTo>
                  <a:close/>
                  <a:moveTo>
                    <a:pt x="587" y="529"/>
                  </a:moveTo>
                  <a:cubicBezTo>
                    <a:pt x="587" y="527"/>
                    <a:pt x="588" y="525"/>
                    <a:pt x="590" y="524"/>
                  </a:cubicBezTo>
                  <a:cubicBezTo>
                    <a:pt x="589" y="526"/>
                    <a:pt x="588" y="528"/>
                    <a:pt x="587" y="529"/>
                  </a:cubicBezTo>
                  <a:close/>
                  <a:moveTo>
                    <a:pt x="606" y="514"/>
                  </a:moveTo>
                  <a:cubicBezTo>
                    <a:pt x="608" y="513"/>
                    <a:pt x="605" y="519"/>
                    <a:pt x="603" y="521"/>
                  </a:cubicBezTo>
                  <a:cubicBezTo>
                    <a:pt x="602" y="520"/>
                    <a:pt x="603" y="518"/>
                    <a:pt x="604" y="517"/>
                  </a:cubicBezTo>
                  <a:cubicBezTo>
                    <a:pt x="605" y="518"/>
                    <a:pt x="606" y="515"/>
                    <a:pt x="606" y="514"/>
                  </a:cubicBezTo>
                  <a:close/>
                  <a:moveTo>
                    <a:pt x="513" y="573"/>
                  </a:moveTo>
                  <a:cubicBezTo>
                    <a:pt x="513" y="574"/>
                    <a:pt x="515" y="572"/>
                    <a:pt x="515" y="571"/>
                  </a:cubicBezTo>
                  <a:cubicBezTo>
                    <a:pt x="517" y="570"/>
                    <a:pt x="517" y="570"/>
                    <a:pt x="517" y="570"/>
                  </a:cubicBezTo>
                  <a:cubicBezTo>
                    <a:pt x="520" y="567"/>
                    <a:pt x="524" y="566"/>
                    <a:pt x="527" y="562"/>
                  </a:cubicBezTo>
                  <a:cubicBezTo>
                    <a:pt x="528" y="562"/>
                    <a:pt x="527" y="564"/>
                    <a:pt x="529" y="561"/>
                  </a:cubicBezTo>
                  <a:cubicBezTo>
                    <a:pt x="531" y="560"/>
                    <a:pt x="532" y="561"/>
                    <a:pt x="529" y="563"/>
                  </a:cubicBezTo>
                  <a:cubicBezTo>
                    <a:pt x="529" y="562"/>
                    <a:pt x="530" y="562"/>
                    <a:pt x="529" y="562"/>
                  </a:cubicBezTo>
                  <a:cubicBezTo>
                    <a:pt x="529" y="563"/>
                    <a:pt x="528" y="565"/>
                    <a:pt x="526" y="566"/>
                  </a:cubicBezTo>
                  <a:cubicBezTo>
                    <a:pt x="524" y="568"/>
                    <a:pt x="522" y="569"/>
                    <a:pt x="521" y="571"/>
                  </a:cubicBezTo>
                  <a:cubicBezTo>
                    <a:pt x="518" y="572"/>
                    <a:pt x="518" y="572"/>
                    <a:pt x="518" y="572"/>
                  </a:cubicBezTo>
                  <a:cubicBezTo>
                    <a:pt x="516" y="573"/>
                    <a:pt x="515" y="576"/>
                    <a:pt x="513" y="576"/>
                  </a:cubicBezTo>
                  <a:cubicBezTo>
                    <a:pt x="513" y="575"/>
                    <a:pt x="517" y="571"/>
                    <a:pt x="520" y="570"/>
                  </a:cubicBezTo>
                  <a:cubicBezTo>
                    <a:pt x="519" y="570"/>
                    <a:pt x="520" y="569"/>
                    <a:pt x="520" y="569"/>
                  </a:cubicBezTo>
                  <a:cubicBezTo>
                    <a:pt x="519" y="570"/>
                    <a:pt x="517" y="570"/>
                    <a:pt x="516" y="572"/>
                  </a:cubicBezTo>
                  <a:cubicBezTo>
                    <a:pt x="514" y="574"/>
                    <a:pt x="512" y="576"/>
                    <a:pt x="509" y="577"/>
                  </a:cubicBezTo>
                  <a:cubicBezTo>
                    <a:pt x="513" y="575"/>
                    <a:pt x="511" y="575"/>
                    <a:pt x="513" y="573"/>
                  </a:cubicBezTo>
                  <a:close/>
                  <a:moveTo>
                    <a:pt x="584" y="533"/>
                  </a:moveTo>
                  <a:cubicBezTo>
                    <a:pt x="584" y="534"/>
                    <a:pt x="586" y="532"/>
                    <a:pt x="585" y="533"/>
                  </a:cubicBezTo>
                  <a:cubicBezTo>
                    <a:pt x="584" y="534"/>
                    <a:pt x="584" y="536"/>
                    <a:pt x="582" y="536"/>
                  </a:cubicBezTo>
                  <a:cubicBezTo>
                    <a:pt x="583" y="534"/>
                    <a:pt x="582" y="534"/>
                    <a:pt x="583" y="532"/>
                  </a:cubicBezTo>
                  <a:cubicBezTo>
                    <a:pt x="585" y="531"/>
                    <a:pt x="585" y="531"/>
                    <a:pt x="585" y="531"/>
                  </a:cubicBezTo>
                  <a:lnTo>
                    <a:pt x="584" y="533"/>
                  </a:lnTo>
                  <a:close/>
                  <a:moveTo>
                    <a:pt x="427" y="585"/>
                  </a:moveTo>
                  <a:cubicBezTo>
                    <a:pt x="426" y="585"/>
                    <a:pt x="429" y="583"/>
                    <a:pt x="430" y="583"/>
                  </a:cubicBezTo>
                  <a:cubicBezTo>
                    <a:pt x="429" y="584"/>
                    <a:pt x="428" y="585"/>
                    <a:pt x="427" y="585"/>
                  </a:cubicBezTo>
                  <a:close/>
                  <a:moveTo>
                    <a:pt x="453" y="586"/>
                  </a:moveTo>
                  <a:cubicBezTo>
                    <a:pt x="454" y="585"/>
                    <a:pt x="460" y="584"/>
                    <a:pt x="458" y="584"/>
                  </a:cubicBezTo>
                  <a:cubicBezTo>
                    <a:pt x="456" y="585"/>
                    <a:pt x="455" y="586"/>
                    <a:pt x="453" y="586"/>
                  </a:cubicBezTo>
                  <a:close/>
                  <a:moveTo>
                    <a:pt x="593" y="532"/>
                  </a:moveTo>
                  <a:cubicBezTo>
                    <a:pt x="594" y="530"/>
                    <a:pt x="594" y="530"/>
                    <a:pt x="594" y="530"/>
                  </a:cubicBezTo>
                  <a:cubicBezTo>
                    <a:pt x="594" y="529"/>
                    <a:pt x="595" y="529"/>
                    <a:pt x="595" y="529"/>
                  </a:cubicBezTo>
                  <a:cubicBezTo>
                    <a:pt x="594" y="530"/>
                    <a:pt x="595" y="531"/>
                    <a:pt x="593" y="532"/>
                  </a:cubicBezTo>
                  <a:close/>
                  <a:moveTo>
                    <a:pt x="575" y="547"/>
                  </a:moveTo>
                  <a:cubicBezTo>
                    <a:pt x="576" y="546"/>
                    <a:pt x="575" y="546"/>
                    <a:pt x="574" y="547"/>
                  </a:cubicBezTo>
                  <a:cubicBezTo>
                    <a:pt x="576" y="544"/>
                    <a:pt x="576" y="544"/>
                    <a:pt x="576" y="544"/>
                  </a:cubicBezTo>
                  <a:cubicBezTo>
                    <a:pt x="577" y="543"/>
                    <a:pt x="578" y="542"/>
                    <a:pt x="580" y="540"/>
                  </a:cubicBezTo>
                  <a:cubicBezTo>
                    <a:pt x="578" y="543"/>
                    <a:pt x="577" y="545"/>
                    <a:pt x="575" y="547"/>
                  </a:cubicBezTo>
                  <a:close/>
                  <a:moveTo>
                    <a:pt x="592" y="533"/>
                  </a:moveTo>
                  <a:cubicBezTo>
                    <a:pt x="592" y="535"/>
                    <a:pt x="592" y="535"/>
                    <a:pt x="593" y="535"/>
                  </a:cubicBezTo>
                  <a:cubicBezTo>
                    <a:pt x="592" y="536"/>
                    <a:pt x="591" y="537"/>
                    <a:pt x="590" y="538"/>
                  </a:cubicBezTo>
                  <a:cubicBezTo>
                    <a:pt x="593" y="533"/>
                    <a:pt x="587" y="541"/>
                    <a:pt x="587" y="539"/>
                  </a:cubicBezTo>
                  <a:cubicBezTo>
                    <a:pt x="589" y="537"/>
                    <a:pt x="592" y="532"/>
                    <a:pt x="593" y="533"/>
                  </a:cubicBezTo>
                  <a:lnTo>
                    <a:pt x="592" y="533"/>
                  </a:lnTo>
                  <a:close/>
                  <a:moveTo>
                    <a:pt x="566" y="553"/>
                  </a:moveTo>
                  <a:cubicBezTo>
                    <a:pt x="567" y="553"/>
                    <a:pt x="569" y="550"/>
                    <a:pt x="571" y="549"/>
                  </a:cubicBezTo>
                  <a:cubicBezTo>
                    <a:pt x="571" y="551"/>
                    <a:pt x="566" y="555"/>
                    <a:pt x="566" y="553"/>
                  </a:cubicBezTo>
                  <a:close/>
                  <a:moveTo>
                    <a:pt x="562" y="556"/>
                  </a:moveTo>
                  <a:cubicBezTo>
                    <a:pt x="561" y="558"/>
                    <a:pt x="561" y="556"/>
                    <a:pt x="560" y="558"/>
                  </a:cubicBezTo>
                  <a:cubicBezTo>
                    <a:pt x="560" y="559"/>
                    <a:pt x="561" y="558"/>
                    <a:pt x="561" y="559"/>
                  </a:cubicBezTo>
                  <a:cubicBezTo>
                    <a:pt x="560" y="559"/>
                    <a:pt x="559" y="560"/>
                    <a:pt x="558" y="560"/>
                  </a:cubicBezTo>
                  <a:cubicBezTo>
                    <a:pt x="559" y="559"/>
                    <a:pt x="560" y="558"/>
                    <a:pt x="558" y="559"/>
                  </a:cubicBezTo>
                  <a:cubicBezTo>
                    <a:pt x="559" y="558"/>
                    <a:pt x="560" y="556"/>
                    <a:pt x="561" y="556"/>
                  </a:cubicBezTo>
                  <a:cubicBezTo>
                    <a:pt x="561" y="556"/>
                    <a:pt x="560" y="557"/>
                    <a:pt x="561" y="556"/>
                  </a:cubicBezTo>
                  <a:cubicBezTo>
                    <a:pt x="563" y="554"/>
                    <a:pt x="562" y="555"/>
                    <a:pt x="563" y="554"/>
                  </a:cubicBezTo>
                  <a:cubicBezTo>
                    <a:pt x="565" y="552"/>
                    <a:pt x="562" y="555"/>
                    <a:pt x="562" y="556"/>
                  </a:cubicBezTo>
                  <a:close/>
                  <a:moveTo>
                    <a:pt x="548" y="564"/>
                  </a:moveTo>
                  <a:cubicBezTo>
                    <a:pt x="549" y="562"/>
                    <a:pt x="551" y="560"/>
                    <a:pt x="553" y="559"/>
                  </a:cubicBezTo>
                  <a:cubicBezTo>
                    <a:pt x="552" y="561"/>
                    <a:pt x="550" y="563"/>
                    <a:pt x="548" y="564"/>
                  </a:cubicBezTo>
                  <a:close/>
                  <a:moveTo>
                    <a:pt x="586" y="541"/>
                  </a:moveTo>
                  <a:cubicBezTo>
                    <a:pt x="585" y="543"/>
                    <a:pt x="582" y="545"/>
                    <a:pt x="580" y="548"/>
                  </a:cubicBezTo>
                  <a:cubicBezTo>
                    <a:pt x="581" y="545"/>
                    <a:pt x="583" y="544"/>
                    <a:pt x="585" y="541"/>
                  </a:cubicBezTo>
                  <a:cubicBezTo>
                    <a:pt x="585" y="542"/>
                    <a:pt x="586" y="541"/>
                    <a:pt x="586" y="541"/>
                  </a:cubicBezTo>
                  <a:close/>
                  <a:moveTo>
                    <a:pt x="502" y="583"/>
                  </a:moveTo>
                  <a:cubicBezTo>
                    <a:pt x="502" y="583"/>
                    <a:pt x="503" y="582"/>
                    <a:pt x="503" y="581"/>
                  </a:cubicBezTo>
                  <a:cubicBezTo>
                    <a:pt x="505" y="581"/>
                    <a:pt x="506" y="580"/>
                    <a:pt x="507" y="579"/>
                  </a:cubicBezTo>
                  <a:cubicBezTo>
                    <a:pt x="508" y="578"/>
                    <a:pt x="508" y="578"/>
                    <a:pt x="509" y="578"/>
                  </a:cubicBezTo>
                  <a:cubicBezTo>
                    <a:pt x="507" y="580"/>
                    <a:pt x="504" y="582"/>
                    <a:pt x="502" y="583"/>
                  </a:cubicBezTo>
                  <a:close/>
                  <a:moveTo>
                    <a:pt x="576" y="550"/>
                  </a:moveTo>
                  <a:cubicBezTo>
                    <a:pt x="578" y="549"/>
                    <a:pt x="579" y="547"/>
                    <a:pt x="580" y="546"/>
                  </a:cubicBezTo>
                  <a:cubicBezTo>
                    <a:pt x="580" y="548"/>
                    <a:pt x="577" y="551"/>
                    <a:pt x="576" y="550"/>
                  </a:cubicBezTo>
                  <a:close/>
                  <a:moveTo>
                    <a:pt x="428" y="595"/>
                  </a:moveTo>
                  <a:cubicBezTo>
                    <a:pt x="431" y="594"/>
                    <a:pt x="434" y="594"/>
                    <a:pt x="436" y="592"/>
                  </a:cubicBezTo>
                  <a:cubicBezTo>
                    <a:pt x="436" y="594"/>
                    <a:pt x="431" y="595"/>
                    <a:pt x="428" y="595"/>
                  </a:cubicBezTo>
                  <a:close/>
                  <a:moveTo>
                    <a:pt x="589" y="543"/>
                  </a:moveTo>
                  <a:cubicBezTo>
                    <a:pt x="589" y="543"/>
                    <a:pt x="588" y="545"/>
                    <a:pt x="588" y="546"/>
                  </a:cubicBezTo>
                  <a:cubicBezTo>
                    <a:pt x="587" y="547"/>
                    <a:pt x="586" y="548"/>
                    <a:pt x="585" y="549"/>
                  </a:cubicBezTo>
                  <a:cubicBezTo>
                    <a:pt x="584" y="550"/>
                    <a:pt x="584" y="548"/>
                    <a:pt x="584" y="548"/>
                  </a:cubicBezTo>
                  <a:cubicBezTo>
                    <a:pt x="583" y="551"/>
                    <a:pt x="581" y="553"/>
                    <a:pt x="579" y="555"/>
                  </a:cubicBezTo>
                  <a:cubicBezTo>
                    <a:pt x="576" y="556"/>
                    <a:pt x="575" y="558"/>
                    <a:pt x="571" y="561"/>
                  </a:cubicBezTo>
                  <a:cubicBezTo>
                    <a:pt x="572" y="559"/>
                    <a:pt x="577" y="554"/>
                    <a:pt x="580" y="552"/>
                  </a:cubicBezTo>
                  <a:cubicBezTo>
                    <a:pt x="579" y="552"/>
                    <a:pt x="579" y="552"/>
                    <a:pt x="579" y="551"/>
                  </a:cubicBezTo>
                  <a:cubicBezTo>
                    <a:pt x="582" y="549"/>
                    <a:pt x="583" y="548"/>
                    <a:pt x="582" y="550"/>
                  </a:cubicBezTo>
                  <a:cubicBezTo>
                    <a:pt x="584" y="547"/>
                    <a:pt x="589" y="540"/>
                    <a:pt x="592" y="539"/>
                  </a:cubicBezTo>
                  <a:cubicBezTo>
                    <a:pt x="590" y="542"/>
                    <a:pt x="590" y="541"/>
                    <a:pt x="589" y="543"/>
                  </a:cubicBezTo>
                  <a:close/>
                  <a:moveTo>
                    <a:pt x="561" y="561"/>
                  </a:moveTo>
                  <a:cubicBezTo>
                    <a:pt x="561" y="560"/>
                    <a:pt x="562" y="558"/>
                    <a:pt x="565" y="556"/>
                  </a:cubicBezTo>
                  <a:cubicBezTo>
                    <a:pt x="562" y="559"/>
                    <a:pt x="564" y="558"/>
                    <a:pt x="561" y="561"/>
                  </a:cubicBezTo>
                  <a:close/>
                  <a:moveTo>
                    <a:pt x="581" y="548"/>
                  </a:moveTo>
                  <a:cubicBezTo>
                    <a:pt x="580" y="549"/>
                    <a:pt x="579" y="550"/>
                    <a:pt x="578" y="551"/>
                  </a:cubicBezTo>
                  <a:cubicBezTo>
                    <a:pt x="579" y="549"/>
                    <a:pt x="582" y="546"/>
                    <a:pt x="581" y="548"/>
                  </a:cubicBezTo>
                  <a:close/>
                  <a:moveTo>
                    <a:pt x="495" y="587"/>
                  </a:moveTo>
                  <a:cubicBezTo>
                    <a:pt x="494" y="588"/>
                    <a:pt x="493" y="588"/>
                    <a:pt x="493" y="589"/>
                  </a:cubicBezTo>
                  <a:cubicBezTo>
                    <a:pt x="490" y="590"/>
                    <a:pt x="490" y="590"/>
                    <a:pt x="490" y="590"/>
                  </a:cubicBezTo>
                  <a:cubicBezTo>
                    <a:pt x="487" y="592"/>
                    <a:pt x="486" y="592"/>
                    <a:pt x="482" y="595"/>
                  </a:cubicBezTo>
                  <a:cubicBezTo>
                    <a:pt x="483" y="594"/>
                    <a:pt x="481" y="595"/>
                    <a:pt x="483" y="593"/>
                  </a:cubicBezTo>
                  <a:cubicBezTo>
                    <a:pt x="485" y="593"/>
                    <a:pt x="487" y="591"/>
                    <a:pt x="489" y="590"/>
                  </a:cubicBezTo>
                  <a:cubicBezTo>
                    <a:pt x="488" y="590"/>
                    <a:pt x="487" y="590"/>
                    <a:pt x="489" y="588"/>
                  </a:cubicBezTo>
                  <a:cubicBezTo>
                    <a:pt x="491" y="587"/>
                    <a:pt x="492" y="586"/>
                    <a:pt x="494" y="586"/>
                  </a:cubicBezTo>
                  <a:cubicBezTo>
                    <a:pt x="492" y="587"/>
                    <a:pt x="491" y="588"/>
                    <a:pt x="490" y="589"/>
                  </a:cubicBezTo>
                  <a:cubicBezTo>
                    <a:pt x="491" y="590"/>
                    <a:pt x="494" y="587"/>
                    <a:pt x="495" y="587"/>
                  </a:cubicBezTo>
                  <a:close/>
                  <a:moveTo>
                    <a:pt x="493" y="587"/>
                  </a:moveTo>
                  <a:cubicBezTo>
                    <a:pt x="495" y="586"/>
                    <a:pt x="496" y="585"/>
                    <a:pt x="498" y="585"/>
                  </a:cubicBezTo>
                  <a:cubicBezTo>
                    <a:pt x="497" y="586"/>
                    <a:pt x="495" y="587"/>
                    <a:pt x="493" y="587"/>
                  </a:cubicBezTo>
                  <a:close/>
                  <a:moveTo>
                    <a:pt x="570" y="559"/>
                  </a:moveTo>
                  <a:cubicBezTo>
                    <a:pt x="567" y="561"/>
                    <a:pt x="570" y="557"/>
                    <a:pt x="568" y="559"/>
                  </a:cubicBezTo>
                  <a:cubicBezTo>
                    <a:pt x="569" y="558"/>
                    <a:pt x="570" y="556"/>
                    <a:pt x="572" y="556"/>
                  </a:cubicBezTo>
                  <a:cubicBezTo>
                    <a:pt x="572" y="556"/>
                    <a:pt x="571" y="558"/>
                    <a:pt x="570" y="559"/>
                  </a:cubicBezTo>
                  <a:close/>
                  <a:moveTo>
                    <a:pt x="406" y="597"/>
                  </a:moveTo>
                  <a:cubicBezTo>
                    <a:pt x="407" y="596"/>
                    <a:pt x="409" y="596"/>
                    <a:pt x="410" y="596"/>
                  </a:cubicBezTo>
                  <a:cubicBezTo>
                    <a:pt x="409" y="597"/>
                    <a:pt x="407" y="597"/>
                    <a:pt x="406" y="597"/>
                  </a:cubicBezTo>
                  <a:close/>
                  <a:moveTo>
                    <a:pt x="573" y="557"/>
                  </a:moveTo>
                  <a:cubicBezTo>
                    <a:pt x="572" y="558"/>
                    <a:pt x="572" y="557"/>
                    <a:pt x="571" y="558"/>
                  </a:cubicBezTo>
                  <a:cubicBezTo>
                    <a:pt x="572" y="557"/>
                    <a:pt x="573" y="556"/>
                    <a:pt x="574" y="555"/>
                  </a:cubicBezTo>
                  <a:lnTo>
                    <a:pt x="573" y="557"/>
                  </a:lnTo>
                  <a:close/>
                  <a:moveTo>
                    <a:pt x="525" y="583"/>
                  </a:moveTo>
                  <a:cubicBezTo>
                    <a:pt x="524" y="583"/>
                    <a:pt x="524" y="583"/>
                    <a:pt x="524" y="583"/>
                  </a:cubicBezTo>
                  <a:cubicBezTo>
                    <a:pt x="525" y="581"/>
                    <a:pt x="527" y="579"/>
                    <a:pt x="530" y="578"/>
                  </a:cubicBezTo>
                  <a:cubicBezTo>
                    <a:pt x="529" y="580"/>
                    <a:pt x="527" y="581"/>
                    <a:pt x="525" y="583"/>
                  </a:cubicBezTo>
                  <a:close/>
                  <a:moveTo>
                    <a:pt x="565" y="564"/>
                  </a:moveTo>
                  <a:cubicBezTo>
                    <a:pt x="562" y="565"/>
                    <a:pt x="560" y="569"/>
                    <a:pt x="557" y="570"/>
                  </a:cubicBezTo>
                  <a:cubicBezTo>
                    <a:pt x="560" y="568"/>
                    <a:pt x="561" y="565"/>
                    <a:pt x="564" y="563"/>
                  </a:cubicBezTo>
                  <a:cubicBezTo>
                    <a:pt x="564" y="564"/>
                    <a:pt x="565" y="563"/>
                    <a:pt x="565" y="564"/>
                  </a:cubicBezTo>
                  <a:close/>
                  <a:moveTo>
                    <a:pt x="552" y="571"/>
                  </a:moveTo>
                  <a:cubicBezTo>
                    <a:pt x="551" y="571"/>
                    <a:pt x="551" y="572"/>
                    <a:pt x="550" y="573"/>
                  </a:cubicBezTo>
                  <a:cubicBezTo>
                    <a:pt x="549" y="573"/>
                    <a:pt x="548" y="574"/>
                    <a:pt x="548" y="573"/>
                  </a:cubicBezTo>
                  <a:cubicBezTo>
                    <a:pt x="550" y="573"/>
                    <a:pt x="550" y="571"/>
                    <a:pt x="552" y="571"/>
                  </a:cubicBezTo>
                  <a:close/>
                  <a:moveTo>
                    <a:pt x="568" y="563"/>
                  </a:moveTo>
                  <a:cubicBezTo>
                    <a:pt x="568" y="564"/>
                    <a:pt x="571" y="561"/>
                    <a:pt x="570" y="563"/>
                  </a:cubicBezTo>
                  <a:cubicBezTo>
                    <a:pt x="567" y="566"/>
                    <a:pt x="569" y="563"/>
                    <a:pt x="567" y="565"/>
                  </a:cubicBezTo>
                  <a:cubicBezTo>
                    <a:pt x="568" y="562"/>
                    <a:pt x="568" y="562"/>
                    <a:pt x="568" y="562"/>
                  </a:cubicBezTo>
                  <a:cubicBezTo>
                    <a:pt x="569" y="561"/>
                    <a:pt x="572" y="559"/>
                    <a:pt x="571" y="560"/>
                  </a:cubicBezTo>
                  <a:cubicBezTo>
                    <a:pt x="570" y="561"/>
                    <a:pt x="569" y="562"/>
                    <a:pt x="568" y="563"/>
                  </a:cubicBezTo>
                  <a:close/>
                  <a:moveTo>
                    <a:pt x="476" y="597"/>
                  </a:moveTo>
                  <a:cubicBezTo>
                    <a:pt x="479" y="596"/>
                    <a:pt x="478" y="595"/>
                    <a:pt x="481" y="594"/>
                  </a:cubicBezTo>
                  <a:cubicBezTo>
                    <a:pt x="480" y="596"/>
                    <a:pt x="476" y="598"/>
                    <a:pt x="476" y="597"/>
                  </a:cubicBezTo>
                  <a:close/>
                  <a:moveTo>
                    <a:pt x="539" y="581"/>
                  </a:moveTo>
                  <a:cubicBezTo>
                    <a:pt x="540" y="579"/>
                    <a:pt x="542" y="578"/>
                    <a:pt x="544" y="576"/>
                  </a:cubicBezTo>
                  <a:cubicBezTo>
                    <a:pt x="543" y="579"/>
                    <a:pt x="541" y="580"/>
                    <a:pt x="539" y="581"/>
                  </a:cubicBezTo>
                  <a:close/>
                  <a:moveTo>
                    <a:pt x="384" y="601"/>
                  </a:moveTo>
                  <a:cubicBezTo>
                    <a:pt x="385" y="601"/>
                    <a:pt x="386" y="600"/>
                    <a:pt x="388" y="600"/>
                  </a:cubicBezTo>
                  <a:cubicBezTo>
                    <a:pt x="388" y="601"/>
                    <a:pt x="385" y="602"/>
                    <a:pt x="384" y="601"/>
                  </a:cubicBezTo>
                  <a:close/>
                  <a:moveTo>
                    <a:pt x="523" y="589"/>
                  </a:moveTo>
                  <a:cubicBezTo>
                    <a:pt x="525" y="588"/>
                    <a:pt x="526" y="586"/>
                    <a:pt x="528" y="585"/>
                  </a:cubicBezTo>
                  <a:cubicBezTo>
                    <a:pt x="527" y="587"/>
                    <a:pt x="523" y="590"/>
                    <a:pt x="523" y="589"/>
                  </a:cubicBezTo>
                  <a:close/>
                  <a:moveTo>
                    <a:pt x="465" y="603"/>
                  </a:moveTo>
                  <a:cubicBezTo>
                    <a:pt x="463" y="604"/>
                    <a:pt x="460" y="605"/>
                    <a:pt x="458" y="606"/>
                  </a:cubicBezTo>
                  <a:cubicBezTo>
                    <a:pt x="460" y="604"/>
                    <a:pt x="466" y="601"/>
                    <a:pt x="465" y="603"/>
                  </a:cubicBezTo>
                  <a:close/>
                  <a:moveTo>
                    <a:pt x="552" y="583"/>
                  </a:moveTo>
                  <a:cubicBezTo>
                    <a:pt x="554" y="581"/>
                    <a:pt x="552" y="583"/>
                    <a:pt x="551" y="583"/>
                  </a:cubicBezTo>
                  <a:cubicBezTo>
                    <a:pt x="552" y="582"/>
                    <a:pt x="553" y="582"/>
                    <a:pt x="554" y="580"/>
                  </a:cubicBezTo>
                  <a:cubicBezTo>
                    <a:pt x="552" y="581"/>
                    <a:pt x="551" y="583"/>
                    <a:pt x="549" y="584"/>
                  </a:cubicBezTo>
                  <a:cubicBezTo>
                    <a:pt x="548" y="584"/>
                    <a:pt x="546" y="584"/>
                    <a:pt x="549" y="582"/>
                  </a:cubicBezTo>
                  <a:cubicBezTo>
                    <a:pt x="548" y="584"/>
                    <a:pt x="551" y="581"/>
                    <a:pt x="552" y="581"/>
                  </a:cubicBezTo>
                  <a:cubicBezTo>
                    <a:pt x="553" y="578"/>
                    <a:pt x="556" y="578"/>
                    <a:pt x="557" y="576"/>
                  </a:cubicBezTo>
                  <a:cubicBezTo>
                    <a:pt x="559" y="575"/>
                    <a:pt x="560" y="574"/>
                    <a:pt x="562" y="572"/>
                  </a:cubicBezTo>
                  <a:cubicBezTo>
                    <a:pt x="563" y="571"/>
                    <a:pt x="561" y="573"/>
                    <a:pt x="561" y="572"/>
                  </a:cubicBezTo>
                  <a:cubicBezTo>
                    <a:pt x="566" y="569"/>
                    <a:pt x="564" y="572"/>
                    <a:pt x="563" y="575"/>
                  </a:cubicBezTo>
                  <a:cubicBezTo>
                    <a:pt x="562" y="575"/>
                    <a:pt x="562" y="574"/>
                    <a:pt x="562" y="574"/>
                  </a:cubicBezTo>
                  <a:cubicBezTo>
                    <a:pt x="561" y="575"/>
                    <a:pt x="560" y="575"/>
                    <a:pt x="560" y="576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0" y="578"/>
                    <a:pt x="559" y="578"/>
                    <a:pt x="560" y="579"/>
                  </a:cubicBezTo>
                  <a:cubicBezTo>
                    <a:pt x="559" y="580"/>
                    <a:pt x="558" y="581"/>
                    <a:pt x="556" y="581"/>
                  </a:cubicBezTo>
                  <a:cubicBezTo>
                    <a:pt x="556" y="580"/>
                    <a:pt x="558" y="579"/>
                    <a:pt x="557" y="579"/>
                  </a:cubicBezTo>
                  <a:cubicBezTo>
                    <a:pt x="556" y="581"/>
                    <a:pt x="554" y="582"/>
                    <a:pt x="552" y="583"/>
                  </a:cubicBezTo>
                  <a:close/>
                  <a:moveTo>
                    <a:pt x="535" y="590"/>
                  </a:moveTo>
                  <a:cubicBezTo>
                    <a:pt x="535" y="590"/>
                    <a:pt x="533" y="592"/>
                    <a:pt x="532" y="593"/>
                  </a:cubicBezTo>
                  <a:cubicBezTo>
                    <a:pt x="531" y="593"/>
                    <a:pt x="528" y="595"/>
                    <a:pt x="526" y="597"/>
                  </a:cubicBezTo>
                  <a:cubicBezTo>
                    <a:pt x="528" y="594"/>
                    <a:pt x="524" y="598"/>
                    <a:pt x="522" y="598"/>
                  </a:cubicBezTo>
                  <a:cubicBezTo>
                    <a:pt x="524" y="596"/>
                    <a:pt x="527" y="595"/>
                    <a:pt x="529" y="593"/>
                  </a:cubicBezTo>
                  <a:cubicBezTo>
                    <a:pt x="532" y="589"/>
                    <a:pt x="530" y="589"/>
                    <a:pt x="535" y="586"/>
                  </a:cubicBezTo>
                  <a:cubicBezTo>
                    <a:pt x="532" y="589"/>
                    <a:pt x="530" y="593"/>
                    <a:pt x="535" y="590"/>
                  </a:cubicBezTo>
                  <a:close/>
                  <a:moveTo>
                    <a:pt x="367" y="604"/>
                  </a:moveTo>
                  <a:cubicBezTo>
                    <a:pt x="366" y="604"/>
                    <a:pt x="369" y="603"/>
                    <a:pt x="367" y="603"/>
                  </a:cubicBezTo>
                  <a:cubicBezTo>
                    <a:pt x="364" y="604"/>
                    <a:pt x="366" y="604"/>
                    <a:pt x="364" y="605"/>
                  </a:cubicBezTo>
                  <a:cubicBezTo>
                    <a:pt x="364" y="605"/>
                    <a:pt x="363" y="605"/>
                    <a:pt x="362" y="605"/>
                  </a:cubicBezTo>
                  <a:cubicBezTo>
                    <a:pt x="364" y="603"/>
                    <a:pt x="366" y="603"/>
                    <a:pt x="367" y="601"/>
                  </a:cubicBezTo>
                  <a:cubicBezTo>
                    <a:pt x="371" y="602"/>
                    <a:pt x="371" y="602"/>
                    <a:pt x="375" y="602"/>
                  </a:cubicBezTo>
                  <a:cubicBezTo>
                    <a:pt x="373" y="603"/>
                    <a:pt x="370" y="604"/>
                    <a:pt x="367" y="604"/>
                  </a:cubicBezTo>
                  <a:close/>
                  <a:moveTo>
                    <a:pt x="452" y="608"/>
                  </a:moveTo>
                  <a:cubicBezTo>
                    <a:pt x="453" y="607"/>
                    <a:pt x="455" y="606"/>
                    <a:pt x="457" y="606"/>
                  </a:cubicBezTo>
                  <a:cubicBezTo>
                    <a:pt x="456" y="607"/>
                    <a:pt x="454" y="607"/>
                    <a:pt x="452" y="608"/>
                  </a:cubicBezTo>
                  <a:close/>
                  <a:moveTo>
                    <a:pt x="564" y="575"/>
                  </a:moveTo>
                  <a:cubicBezTo>
                    <a:pt x="565" y="574"/>
                    <a:pt x="563" y="576"/>
                    <a:pt x="564" y="574"/>
                  </a:cubicBezTo>
                  <a:cubicBezTo>
                    <a:pt x="566" y="572"/>
                    <a:pt x="566" y="573"/>
                    <a:pt x="564" y="575"/>
                  </a:cubicBezTo>
                  <a:close/>
                  <a:moveTo>
                    <a:pt x="524" y="595"/>
                  </a:moveTo>
                  <a:cubicBezTo>
                    <a:pt x="525" y="594"/>
                    <a:pt x="527" y="592"/>
                    <a:pt x="528" y="591"/>
                  </a:cubicBezTo>
                  <a:cubicBezTo>
                    <a:pt x="528" y="591"/>
                    <a:pt x="529" y="590"/>
                    <a:pt x="530" y="590"/>
                  </a:cubicBezTo>
                  <a:cubicBezTo>
                    <a:pt x="531" y="590"/>
                    <a:pt x="527" y="594"/>
                    <a:pt x="524" y="595"/>
                  </a:cubicBezTo>
                  <a:close/>
                  <a:moveTo>
                    <a:pt x="448" y="610"/>
                  </a:moveTo>
                  <a:cubicBezTo>
                    <a:pt x="447" y="610"/>
                    <a:pt x="445" y="610"/>
                    <a:pt x="446" y="609"/>
                  </a:cubicBezTo>
                  <a:cubicBezTo>
                    <a:pt x="448" y="609"/>
                    <a:pt x="448" y="608"/>
                    <a:pt x="450" y="608"/>
                  </a:cubicBezTo>
                  <a:lnTo>
                    <a:pt x="448" y="610"/>
                  </a:lnTo>
                  <a:close/>
                  <a:moveTo>
                    <a:pt x="488" y="606"/>
                  </a:moveTo>
                  <a:cubicBezTo>
                    <a:pt x="485" y="606"/>
                    <a:pt x="490" y="603"/>
                    <a:pt x="492" y="603"/>
                  </a:cubicBezTo>
                  <a:cubicBezTo>
                    <a:pt x="491" y="604"/>
                    <a:pt x="489" y="604"/>
                    <a:pt x="488" y="606"/>
                  </a:cubicBezTo>
                  <a:close/>
                  <a:moveTo>
                    <a:pt x="548" y="585"/>
                  </a:moveTo>
                  <a:cubicBezTo>
                    <a:pt x="547" y="586"/>
                    <a:pt x="544" y="587"/>
                    <a:pt x="546" y="585"/>
                  </a:cubicBezTo>
                  <a:cubicBezTo>
                    <a:pt x="547" y="585"/>
                    <a:pt x="548" y="584"/>
                    <a:pt x="548" y="585"/>
                  </a:cubicBezTo>
                  <a:close/>
                  <a:moveTo>
                    <a:pt x="445" y="612"/>
                  </a:moveTo>
                  <a:cubicBezTo>
                    <a:pt x="445" y="612"/>
                    <a:pt x="446" y="611"/>
                    <a:pt x="445" y="611"/>
                  </a:cubicBezTo>
                  <a:cubicBezTo>
                    <a:pt x="444" y="612"/>
                    <a:pt x="443" y="612"/>
                    <a:pt x="443" y="613"/>
                  </a:cubicBezTo>
                  <a:cubicBezTo>
                    <a:pt x="444" y="611"/>
                    <a:pt x="446" y="611"/>
                    <a:pt x="448" y="610"/>
                  </a:cubicBezTo>
                  <a:cubicBezTo>
                    <a:pt x="447" y="611"/>
                    <a:pt x="446" y="612"/>
                    <a:pt x="445" y="612"/>
                  </a:cubicBezTo>
                  <a:close/>
                  <a:moveTo>
                    <a:pt x="448" y="614"/>
                  </a:moveTo>
                  <a:cubicBezTo>
                    <a:pt x="449" y="614"/>
                    <a:pt x="451" y="612"/>
                    <a:pt x="453" y="612"/>
                  </a:cubicBezTo>
                  <a:cubicBezTo>
                    <a:pt x="452" y="614"/>
                    <a:pt x="447" y="615"/>
                    <a:pt x="448" y="614"/>
                  </a:cubicBezTo>
                  <a:close/>
                  <a:moveTo>
                    <a:pt x="569" y="580"/>
                  </a:moveTo>
                  <a:cubicBezTo>
                    <a:pt x="569" y="579"/>
                    <a:pt x="567" y="582"/>
                    <a:pt x="568" y="582"/>
                  </a:cubicBezTo>
                  <a:cubicBezTo>
                    <a:pt x="566" y="583"/>
                    <a:pt x="566" y="582"/>
                    <a:pt x="567" y="581"/>
                  </a:cubicBezTo>
                  <a:cubicBezTo>
                    <a:pt x="569" y="579"/>
                    <a:pt x="568" y="579"/>
                    <a:pt x="571" y="577"/>
                  </a:cubicBezTo>
                  <a:cubicBezTo>
                    <a:pt x="571" y="578"/>
                    <a:pt x="570" y="579"/>
                    <a:pt x="569" y="580"/>
                  </a:cubicBezTo>
                  <a:close/>
                  <a:moveTo>
                    <a:pt x="331" y="605"/>
                  </a:moveTo>
                  <a:cubicBezTo>
                    <a:pt x="333" y="604"/>
                    <a:pt x="334" y="605"/>
                    <a:pt x="336" y="605"/>
                  </a:cubicBezTo>
                  <a:cubicBezTo>
                    <a:pt x="334" y="606"/>
                    <a:pt x="333" y="606"/>
                    <a:pt x="331" y="605"/>
                  </a:cubicBezTo>
                  <a:close/>
                  <a:moveTo>
                    <a:pt x="455" y="621"/>
                  </a:moveTo>
                  <a:cubicBezTo>
                    <a:pt x="456" y="620"/>
                    <a:pt x="458" y="620"/>
                    <a:pt x="459" y="620"/>
                  </a:cubicBezTo>
                  <a:cubicBezTo>
                    <a:pt x="458" y="621"/>
                    <a:pt x="456" y="621"/>
                    <a:pt x="455" y="621"/>
                  </a:cubicBezTo>
                  <a:close/>
                  <a:moveTo>
                    <a:pt x="404" y="622"/>
                  </a:moveTo>
                  <a:cubicBezTo>
                    <a:pt x="401" y="622"/>
                    <a:pt x="404" y="620"/>
                    <a:pt x="406" y="621"/>
                  </a:cubicBezTo>
                  <a:cubicBezTo>
                    <a:pt x="404" y="622"/>
                    <a:pt x="406" y="622"/>
                    <a:pt x="404" y="622"/>
                  </a:cubicBezTo>
                  <a:close/>
                  <a:moveTo>
                    <a:pt x="445" y="624"/>
                  </a:moveTo>
                  <a:cubicBezTo>
                    <a:pt x="444" y="625"/>
                    <a:pt x="442" y="626"/>
                    <a:pt x="441" y="626"/>
                  </a:cubicBezTo>
                  <a:cubicBezTo>
                    <a:pt x="439" y="627"/>
                    <a:pt x="437" y="627"/>
                    <a:pt x="437" y="627"/>
                  </a:cubicBezTo>
                  <a:cubicBezTo>
                    <a:pt x="440" y="627"/>
                    <a:pt x="442" y="625"/>
                    <a:pt x="444" y="624"/>
                  </a:cubicBezTo>
                  <a:cubicBezTo>
                    <a:pt x="443" y="625"/>
                    <a:pt x="446" y="623"/>
                    <a:pt x="445" y="624"/>
                  </a:cubicBezTo>
                  <a:close/>
                  <a:moveTo>
                    <a:pt x="305" y="602"/>
                  </a:moveTo>
                  <a:cubicBezTo>
                    <a:pt x="308" y="602"/>
                    <a:pt x="310" y="602"/>
                    <a:pt x="312" y="603"/>
                  </a:cubicBezTo>
                  <a:cubicBezTo>
                    <a:pt x="310" y="603"/>
                    <a:pt x="306" y="603"/>
                    <a:pt x="305" y="602"/>
                  </a:cubicBezTo>
                  <a:close/>
                  <a:moveTo>
                    <a:pt x="522" y="613"/>
                  </a:moveTo>
                  <a:cubicBezTo>
                    <a:pt x="524" y="613"/>
                    <a:pt x="527" y="610"/>
                    <a:pt x="527" y="611"/>
                  </a:cubicBezTo>
                  <a:cubicBezTo>
                    <a:pt x="526" y="612"/>
                    <a:pt x="522" y="614"/>
                    <a:pt x="522" y="613"/>
                  </a:cubicBezTo>
                  <a:close/>
                  <a:moveTo>
                    <a:pt x="473" y="630"/>
                  </a:moveTo>
                  <a:cubicBezTo>
                    <a:pt x="471" y="630"/>
                    <a:pt x="469" y="631"/>
                    <a:pt x="467" y="631"/>
                  </a:cubicBezTo>
                  <a:cubicBezTo>
                    <a:pt x="469" y="630"/>
                    <a:pt x="471" y="630"/>
                    <a:pt x="473" y="628"/>
                  </a:cubicBezTo>
                  <a:cubicBezTo>
                    <a:pt x="474" y="628"/>
                    <a:pt x="475" y="627"/>
                    <a:pt x="476" y="627"/>
                  </a:cubicBezTo>
                  <a:cubicBezTo>
                    <a:pt x="474" y="629"/>
                    <a:pt x="474" y="628"/>
                    <a:pt x="473" y="630"/>
                  </a:cubicBezTo>
                  <a:close/>
                  <a:moveTo>
                    <a:pt x="386" y="631"/>
                  </a:moveTo>
                  <a:cubicBezTo>
                    <a:pt x="384" y="631"/>
                    <a:pt x="383" y="631"/>
                    <a:pt x="386" y="630"/>
                  </a:cubicBezTo>
                  <a:cubicBezTo>
                    <a:pt x="388" y="630"/>
                    <a:pt x="388" y="631"/>
                    <a:pt x="391" y="630"/>
                  </a:cubicBezTo>
                  <a:cubicBezTo>
                    <a:pt x="390" y="631"/>
                    <a:pt x="388" y="631"/>
                    <a:pt x="386" y="631"/>
                  </a:cubicBezTo>
                  <a:close/>
                  <a:moveTo>
                    <a:pt x="482" y="635"/>
                  </a:moveTo>
                  <a:cubicBezTo>
                    <a:pt x="484" y="633"/>
                    <a:pt x="486" y="631"/>
                    <a:pt x="488" y="631"/>
                  </a:cubicBezTo>
                  <a:cubicBezTo>
                    <a:pt x="486" y="632"/>
                    <a:pt x="484" y="634"/>
                    <a:pt x="482" y="635"/>
                  </a:cubicBezTo>
                  <a:close/>
                  <a:moveTo>
                    <a:pt x="429" y="638"/>
                  </a:moveTo>
                  <a:cubicBezTo>
                    <a:pt x="430" y="637"/>
                    <a:pt x="431" y="637"/>
                    <a:pt x="433" y="637"/>
                  </a:cubicBezTo>
                  <a:cubicBezTo>
                    <a:pt x="431" y="638"/>
                    <a:pt x="430" y="638"/>
                    <a:pt x="429" y="638"/>
                  </a:cubicBezTo>
                  <a:close/>
                  <a:moveTo>
                    <a:pt x="447" y="639"/>
                  </a:moveTo>
                  <a:cubicBezTo>
                    <a:pt x="449" y="638"/>
                    <a:pt x="451" y="637"/>
                    <a:pt x="454" y="636"/>
                  </a:cubicBezTo>
                  <a:cubicBezTo>
                    <a:pt x="451" y="638"/>
                    <a:pt x="449" y="638"/>
                    <a:pt x="447" y="639"/>
                  </a:cubicBezTo>
                  <a:close/>
                  <a:moveTo>
                    <a:pt x="431" y="641"/>
                  </a:moveTo>
                  <a:cubicBezTo>
                    <a:pt x="428" y="641"/>
                    <a:pt x="425" y="643"/>
                    <a:pt x="422" y="644"/>
                  </a:cubicBezTo>
                  <a:cubicBezTo>
                    <a:pt x="424" y="642"/>
                    <a:pt x="428" y="642"/>
                    <a:pt x="432" y="640"/>
                  </a:cubicBezTo>
                  <a:cubicBezTo>
                    <a:pt x="432" y="640"/>
                    <a:pt x="432" y="639"/>
                    <a:pt x="434" y="639"/>
                  </a:cubicBezTo>
                  <a:cubicBezTo>
                    <a:pt x="433" y="640"/>
                    <a:pt x="433" y="640"/>
                    <a:pt x="431" y="641"/>
                  </a:cubicBezTo>
                  <a:close/>
                  <a:moveTo>
                    <a:pt x="380" y="640"/>
                  </a:moveTo>
                  <a:cubicBezTo>
                    <a:pt x="383" y="639"/>
                    <a:pt x="386" y="638"/>
                    <a:pt x="389" y="638"/>
                  </a:cubicBezTo>
                  <a:cubicBezTo>
                    <a:pt x="386" y="639"/>
                    <a:pt x="383" y="639"/>
                    <a:pt x="380" y="640"/>
                  </a:cubicBezTo>
                  <a:close/>
                  <a:moveTo>
                    <a:pt x="469" y="642"/>
                  </a:moveTo>
                  <a:cubicBezTo>
                    <a:pt x="470" y="641"/>
                    <a:pt x="472" y="640"/>
                    <a:pt x="473" y="640"/>
                  </a:cubicBezTo>
                  <a:cubicBezTo>
                    <a:pt x="472" y="641"/>
                    <a:pt x="474" y="641"/>
                    <a:pt x="473" y="642"/>
                  </a:cubicBezTo>
                  <a:cubicBezTo>
                    <a:pt x="470" y="643"/>
                    <a:pt x="471" y="642"/>
                    <a:pt x="469" y="642"/>
                  </a:cubicBezTo>
                  <a:close/>
                  <a:moveTo>
                    <a:pt x="478" y="637"/>
                  </a:moveTo>
                  <a:cubicBezTo>
                    <a:pt x="479" y="638"/>
                    <a:pt x="480" y="637"/>
                    <a:pt x="483" y="636"/>
                  </a:cubicBezTo>
                  <a:cubicBezTo>
                    <a:pt x="479" y="638"/>
                    <a:pt x="476" y="641"/>
                    <a:pt x="474" y="641"/>
                  </a:cubicBezTo>
                  <a:cubicBezTo>
                    <a:pt x="477" y="639"/>
                    <a:pt x="477" y="639"/>
                    <a:pt x="478" y="637"/>
                  </a:cubicBezTo>
                  <a:close/>
                  <a:moveTo>
                    <a:pt x="468" y="641"/>
                  </a:moveTo>
                  <a:cubicBezTo>
                    <a:pt x="469" y="641"/>
                    <a:pt x="473" y="638"/>
                    <a:pt x="473" y="639"/>
                  </a:cubicBezTo>
                  <a:cubicBezTo>
                    <a:pt x="471" y="640"/>
                    <a:pt x="468" y="642"/>
                    <a:pt x="466" y="642"/>
                  </a:cubicBezTo>
                  <a:cubicBezTo>
                    <a:pt x="467" y="641"/>
                    <a:pt x="467" y="641"/>
                    <a:pt x="465" y="641"/>
                  </a:cubicBezTo>
                  <a:cubicBezTo>
                    <a:pt x="467" y="640"/>
                    <a:pt x="469" y="639"/>
                    <a:pt x="471" y="638"/>
                  </a:cubicBezTo>
                  <a:cubicBezTo>
                    <a:pt x="470" y="639"/>
                    <a:pt x="467" y="641"/>
                    <a:pt x="468" y="641"/>
                  </a:cubicBezTo>
                  <a:close/>
                  <a:moveTo>
                    <a:pt x="425" y="645"/>
                  </a:moveTo>
                  <a:cubicBezTo>
                    <a:pt x="426" y="645"/>
                    <a:pt x="428" y="644"/>
                    <a:pt x="429" y="644"/>
                  </a:cubicBezTo>
                  <a:cubicBezTo>
                    <a:pt x="428" y="645"/>
                    <a:pt x="424" y="646"/>
                    <a:pt x="425" y="645"/>
                  </a:cubicBezTo>
                  <a:close/>
                  <a:moveTo>
                    <a:pt x="432" y="643"/>
                  </a:moveTo>
                  <a:cubicBezTo>
                    <a:pt x="430" y="644"/>
                    <a:pt x="434" y="644"/>
                    <a:pt x="431" y="645"/>
                  </a:cubicBezTo>
                  <a:cubicBezTo>
                    <a:pt x="429" y="645"/>
                    <a:pt x="429" y="644"/>
                    <a:pt x="432" y="643"/>
                  </a:cubicBezTo>
                  <a:close/>
                  <a:moveTo>
                    <a:pt x="418" y="644"/>
                  </a:moveTo>
                  <a:cubicBezTo>
                    <a:pt x="416" y="645"/>
                    <a:pt x="415" y="645"/>
                    <a:pt x="413" y="646"/>
                  </a:cubicBezTo>
                  <a:cubicBezTo>
                    <a:pt x="411" y="645"/>
                    <a:pt x="410" y="646"/>
                    <a:pt x="408" y="646"/>
                  </a:cubicBezTo>
                  <a:cubicBezTo>
                    <a:pt x="411" y="645"/>
                    <a:pt x="410" y="646"/>
                    <a:pt x="412" y="644"/>
                  </a:cubicBezTo>
                  <a:cubicBezTo>
                    <a:pt x="413" y="645"/>
                    <a:pt x="414" y="645"/>
                    <a:pt x="416" y="644"/>
                  </a:cubicBezTo>
                  <a:cubicBezTo>
                    <a:pt x="417" y="644"/>
                    <a:pt x="418" y="644"/>
                    <a:pt x="418" y="644"/>
                  </a:cubicBezTo>
                  <a:close/>
                  <a:moveTo>
                    <a:pt x="326" y="629"/>
                  </a:moveTo>
                  <a:cubicBezTo>
                    <a:pt x="327" y="628"/>
                    <a:pt x="330" y="629"/>
                    <a:pt x="330" y="628"/>
                  </a:cubicBezTo>
                  <a:cubicBezTo>
                    <a:pt x="331" y="628"/>
                    <a:pt x="331" y="628"/>
                    <a:pt x="331" y="628"/>
                  </a:cubicBezTo>
                  <a:cubicBezTo>
                    <a:pt x="331" y="628"/>
                    <a:pt x="332" y="628"/>
                    <a:pt x="332" y="628"/>
                  </a:cubicBezTo>
                  <a:cubicBezTo>
                    <a:pt x="331" y="629"/>
                    <a:pt x="328" y="630"/>
                    <a:pt x="326" y="629"/>
                  </a:cubicBezTo>
                  <a:close/>
                  <a:moveTo>
                    <a:pt x="263" y="595"/>
                  </a:moveTo>
                  <a:cubicBezTo>
                    <a:pt x="262" y="595"/>
                    <a:pt x="261" y="595"/>
                    <a:pt x="261" y="594"/>
                  </a:cubicBezTo>
                  <a:cubicBezTo>
                    <a:pt x="263" y="594"/>
                    <a:pt x="265" y="595"/>
                    <a:pt x="263" y="595"/>
                  </a:cubicBezTo>
                  <a:close/>
                  <a:moveTo>
                    <a:pt x="463" y="644"/>
                  </a:moveTo>
                  <a:cubicBezTo>
                    <a:pt x="464" y="643"/>
                    <a:pt x="466" y="642"/>
                    <a:pt x="468" y="642"/>
                  </a:cubicBezTo>
                  <a:cubicBezTo>
                    <a:pt x="467" y="644"/>
                    <a:pt x="462" y="644"/>
                    <a:pt x="463" y="644"/>
                  </a:cubicBezTo>
                  <a:close/>
                  <a:moveTo>
                    <a:pt x="337" y="635"/>
                  </a:moveTo>
                  <a:cubicBezTo>
                    <a:pt x="340" y="635"/>
                    <a:pt x="342" y="635"/>
                    <a:pt x="344" y="635"/>
                  </a:cubicBezTo>
                  <a:cubicBezTo>
                    <a:pt x="342" y="635"/>
                    <a:pt x="339" y="635"/>
                    <a:pt x="337" y="635"/>
                  </a:cubicBezTo>
                  <a:close/>
                  <a:moveTo>
                    <a:pt x="439" y="651"/>
                  </a:moveTo>
                  <a:cubicBezTo>
                    <a:pt x="440" y="651"/>
                    <a:pt x="440" y="651"/>
                    <a:pt x="441" y="650"/>
                  </a:cubicBezTo>
                  <a:cubicBezTo>
                    <a:pt x="443" y="649"/>
                    <a:pt x="444" y="650"/>
                    <a:pt x="447" y="648"/>
                  </a:cubicBezTo>
                  <a:cubicBezTo>
                    <a:pt x="447" y="648"/>
                    <a:pt x="443" y="649"/>
                    <a:pt x="445" y="648"/>
                  </a:cubicBezTo>
                  <a:cubicBezTo>
                    <a:pt x="447" y="647"/>
                    <a:pt x="449" y="647"/>
                    <a:pt x="450" y="647"/>
                  </a:cubicBezTo>
                  <a:cubicBezTo>
                    <a:pt x="447" y="649"/>
                    <a:pt x="440" y="652"/>
                    <a:pt x="439" y="651"/>
                  </a:cubicBezTo>
                  <a:close/>
                  <a:moveTo>
                    <a:pt x="354" y="641"/>
                  </a:moveTo>
                  <a:cubicBezTo>
                    <a:pt x="351" y="641"/>
                    <a:pt x="349" y="642"/>
                    <a:pt x="346" y="641"/>
                  </a:cubicBezTo>
                  <a:cubicBezTo>
                    <a:pt x="348" y="640"/>
                    <a:pt x="351" y="640"/>
                    <a:pt x="353" y="640"/>
                  </a:cubicBezTo>
                  <a:cubicBezTo>
                    <a:pt x="354" y="640"/>
                    <a:pt x="355" y="640"/>
                    <a:pt x="354" y="641"/>
                  </a:cubicBezTo>
                  <a:close/>
                  <a:moveTo>
                    <a:pt x="400" y="650"/>
                  </a:moveTo>
                  <a:cubicBezTo>
                    <a:pt x="399" y="650"/>
                    <a:pt x="398" y="650"/>
                    <a:pt x="397" y="650"/>
                  </a:cubicBezTo>
                  <a:cubicBezTo>
                    <a:pt x="398" y="649"/>
                    <a:pt x="402" y="649"/>
                    <a:pt x="400" y="650"/>
                  </a:cubicBezTo>
                  <a:close/>
                  <a:moveTo>
                    <a:pt x="430" y="654"/>
                  </a:moveTo>
                  <a:cubicBezTo>
                    <a:pt x="431" y="653"/>
                    <a:pt x="431" y="653"/>
                    <a:pt x="431" y="653"/>
                  </a:cubicBezTo>
                  <a:cubicBezTo>
                    <a:pt x="432" y="652"/>
                    <a:pt x="433" y="652"/>
                    <a:pt x="435" y="652"/>
                  </a:cubicBezTo>
                  <a:cubicBezTo>
                    <a:pt x="433" y="653"/>
                    <a:pt x="432" y="654"/>
                    <a:pt x="430" y="654"/>
                  </a:cubicBezTo>
                  <a:close/>
                  <a:moveTo>
                    <a:pt x="388" y="652"/>
                  </a:moveTo>
                  <a:cubicBezTo>
                    <a:pt x="390" y="652"/>
                    <a:pt x="392" y="650"/>
                    <a:pt x="394" y="651"/>
                  </a:cubicBezTo>
                  <a:cubicBezTo>
                    <a:pt x="392" y="651"/>
                    <a:pt x="390" y="652"/>
                    <a:pt x="388" y="652"/>
                  </a:cubicBezTo>
                  <a:close/>
                  <a:moveTo>
                    <a:pt x="371" y="651"/>
                  </a:moveTo>
                  <a:cubicBezTo>
                    <a:pt x="373" y="650"/>
                    <a:pt x="374" y="651"/>
                    <a:pt x="375" y="650"/>
                  </a:cubicBezTo>
                  <a:cubicBezTo>
                    <a:pt x="376" y="650"/>
                    <a:pt x="377" y="650"/>
                    <a:pt x="377" y="651"/>
                  </a:cubicBezTo>
                  <a:cubicBezTo>
                    <a:pt x="375" y="652"/>
                    <a:pt x="373" y="652"/>
                    <a:pt x="371" y="651"/>
                  </a:cubicBezTo>
                  <a:close/>
                  <a:moveTo>
                    <a:pt x="384" y="650"/>
                  </a:moveTo>
                  <a:cubicBezTo>
                    <a:pt x="382" y="650"/>
                    <a:pt x="379" y="651"/>
                    <a:pt x="377" y="651"/>
                  </a:cubicBezTo>
                  <a:cubicBezTo>
                    <a:pt x="379" y="649"/>
                    <a:pt x="384" y="649"/>
                    <a:pt x="384" y="650"/>
                  </a:cubicBezTo>
                  <a:close/>
                  <a:moveTo>
                    <a:pt x="421" y="654"/>
                  </a:moveTo>
                  <a:cubicBezTo>
                    <a:pt x="423" y="653"/>
                    <a:pt x="424" y="653"/>
                    <a:pt x="426" y="653"/>
                  </a:cubicBezTo>
                  <a:cubicBezTo>
                    <a:pt x="424" y="654"/>
                    <a:pt x="423" y="654"/>
                    <a:pt x="421" y="654"/>
                  </a:cubicBezTo>
                  <a:close/>
                  <a:moveTo>
                    <a:pt x="380" y="653"/>
                  </a:moveTo>
                  <a:cubicBezTo>
                    <a:pt x="381" y="652"/>
                    <a:pt x="383" y="652"/>
                    <a:pt x="385" y="652"/>
                  </a:cubicBezTo>
                  <a:cubicBezTo>
                    <a:pt x="385" y="652"/>
                    <a:pt x="382" y="653"/>
                    <a:pt x="380" y="653"/>
                  </a:cubicBezTo>
                  <a:close/>
                  <a:moveTo>
                    <a:pt x="372" y="655"/>
                  </a:moveTo>
                  <a:cubicBezTo>
                    <a:pt x="376" y="654"/>
                    <a:pt x="377" y="653"/>
                    <a:pt x="377" y="652"/>
                  </a:cubicBezTo>
                  <a:cubicBezTo>
                    <a:pt x="380" y="652"/>
                    <a:pt x="379" y="653"/>
                    <a:pt x="380" y="653"/>
                  </a:cubicBezTo>
                  <a:cubicBezTo>
                    <a:pt x="378" y="654"/>
                    <a:pt x="377" y="654"/>
                    <a:pt x="375" y="654"/>
                  </a:cubicBezTo>
                  <a:cubicBezTo>
                    <a:pt x="376" y="655"/>
                    <a:pt x="377" y="654"/>
                    <a:pt x="377" y="655"/>
                  </a:cubicBezTo>
                  <a:cubicBezTo>
                    <a:pt x="373" y="656"/>
                    <a:pt x="371" y="655"/>
                    <a:pt x="369" y="655"/>
                  </a:cubicBezTo>
                  <a:cubicBezTo>
                    <a:pt x="369" y="654"/>
                    <a:pt x="369" y="654"/>
                    <a:pt x="371" y="654"/>
                  </a:cubicBezTo>
                  <a:cubicBezTo>
                    <a:pt x="373" y="654"/>
                    <a:pt x="372" y="654"/>
                    <a:pt x="372" y="655"/>
                  </a:cubicBezTo>
                  <a:close/>
                  <a:moveTo>
                    <a:pt x="363" y="654"/>
                  </a:moveTo>
                  <a:cubicBezTo>
                    <a:pt x="368" y="653"/>
                    <a:pt x="372" y="652"/>
                    <a:pt x="376" y="652"/>
                  </a:cubicBezTo>
                  <a:cubicBezTo>
                    <a:pt x="375" y="654"/>
                    <a:pt x="368" y="654"/>
                    <a:pt x="363" y="654"/>
                  </a:cubicBezTo>
                  <a:close/>
                  <a:moveTo>
                    <a:pt x="423" y="659"/>
                  </a:moveTo>
                  <a:cubicBezTo>
                    <a:pt x="426" y="658"/>
                    <a:pt x="430" y="657"/>
                    <a:pt x="433" y="656"/>
                  </a:cubicBezTo>
                  <a:cubicBezTo>
                    <a:pt x="430" y="658"/>
                    <a:pt x="427" y="659"/>
                    <a:pt x="423" y="659"/>
                  </a:cubicBezTo>
                  <a:close/>
                  <a:moveTo>
                    <a:pt x="404" y="658"/>
                  </a:moveTo>
                  <a:cubicBezTo>
                    <a:pt x="405" y="657"/>
                    <a:pt x="405" y="657"/>
                    <a:pt x="407" y="656"/>
                  </a:cubicBezTo>
                  <a:cubicBezTo>
                    <a:pt x="407" y="657"/>
                    <a:pt x="406" y="658"/>
                    <a:pt x="404" y="658"/>
                  </a:cubicBezTo>
                  <a:close/>
                  <a:moveTo>
                    <a:pt x="409" y="661"/>
                  </a:moveTo>
                  <a:cubicBezTo>
                    <a:pt x="405" y="661"/>
                    <a:pt x="411" y="660"/>
                    <a:pt x="410" y="660"/>
                  </a:cubicBezTo>
                  <a:cubicBezTo>
                    <a:pt x="408" y="660"/>
                    <a:pt x="406" y="661"/>
                    <a:pt x="405" y="661"/>
                  </a:cubicBezTo>
                  <a:cubicBezTo>
                    <a:pt x="408" y="659"/>
                    <a:pt x="411" y="659"/>
                    <a:pt x="414" y="658"/>
                  </a:cubicBezTo>
                  <a:cubicBezTo>
                    <a:pt x="414" y="659"/>
                    <a:pt x="410" y="660"/>
                    <a:pt x="409" y="661"/>
                  </a:cubicBezTo>
                  <a:close/>
                  <a:moveTo>
                    <a:pt x="359" y="652"/>
                  </a:moveTo>
                  <a:cubicBezTo>
                    <a:pt x="355" y="653"/>
                    <a:pt x="351" y="652"/>
                    <a:pt x="352" y="651"/>
                  </a:cubicBezTo>
                  <a:cubicBezTo>
                    <a:pt x="354" y="651"/>
                    <a:pt x="354" y="652"/>
                    <a:pt x="359" y="652"/>
                  </a:cubicBezTo>
                  <a:close/>
                  <a:moveTo>
                    <a:pt x="358" y="654"/>
                  </a:moveTo>
                  <a:cubicBezTo>
                    <a:pt x="361" y="653"/>
                    <a:pt x="361" y="653"/>
                    <a:pt x="361" y="653"/>
                  </a:cubicBezTo>
                  <a:cubicBezTo>
                    <a:pt x="362" y="653"/>
                    <a:pt x="363" y="654"/>
                    <a:pt x="362" y="654"/>
                  </a:cubicBezTo>
                  <a:cubicBezTo>
                    <a:pt x="361" y="653"/>
                    <a:pt x="359" y="655"/>
                    <a:pt x="358" y="654"/>
                  </a:cubicBezTo>
                  <a:close/>
                  <a:moveTo>
                    <a:pt x="382" y="660"/>
                  </a:moveTo>
                  <a:cubicBezTo>
                    <a:pt x="380" y="660"/>
                    <a:pt x="382" y="659"/>
                    <a:pt x="383" y="659"/>
                  </a:cubicBezTo>
                  <a:cubicBezTo>
                    <a:pt x="384" y="659"/>
                    <a:pt x="384" y="659"/>
                    <a:pt x="385" y="659"/>
                  </a:cubicBezTo>
                  <a:cubicBezTo>
                    <a:pt x="384" y="659"/>
                    <a:pt x="383" y="660"/>
                    <a:pt x="382" y="660"/>
                  </a:cubicBezTo>
                  <a:close/>
                  <a:moveTo>
                    <a:pt x="393" y="662"/>
                  </a:moveTo>
                  <a:cubicBezTo>
                    <a:pt x="391" y="662"/>
                    <a:pt x="391" y="661"/>
                    <a:pt x="393" y="660"/>
                  </a:cubicBezTo>
                  <a:cubicBezTo>
                    <a:pt x="396" y="661"/>
                    <a:pt x="395" y="662"/>
                    <a:pt x="393" y="662"/>
                  </a:cubicBezTo>
                  <a:close/>
                  <a:moveTo>
                    <a:pt x="361" y="656"/>
                  </a:moveTo>
                  <a:cubicBezTo>
                    <a:pt x="359" y="657"/>
                    <a:pt x="356" y="656"/>
                    <a:pt x="356" y="656"/>
                  </a:cubicBezTo>
                  <a:cubicBezTo>
                    <a:pt x="359" y="655"/>
                    <a:pt x="358" y="656"/>
                    <a:pt x="361" y="656"/>
                  </a:cubicBezTo>
                  <a:close/>
                  <a:moveTo>
                    <a:pt x="382" y="664"/>
                  </a:moveTo>
                  <a:cubicBezTo>
                    <a:pt x="381" y="664"/>
                    <a:pt x="380" y="664"/>
                    <a:pt x="379" y="664"/>
                  </a:cubicBezTo>
                  <a:cubicBezTo>
                    <a:pt x="382" y="663"/>
                    <a:pt x="383" y="664"/>
                    <a:pt x="384" y="663"/>
                  </a:cubicBezTo>
                  <a:cubicBezTo>
                    <a:pt x="385" y="663"/>
                    <a:pt x="388" y="662"/>
                    <a:pt x="390" y="662"/>
                  </a:cubicBezTo>
                  <a:cubicBezTo>
                    <a:pt x="387" y="664"/>
                    <a:pt x="385" y="663"/>
                    <a:pt x="382" y="664"/>
                  </a:cubicBezTo>
                  <a:close/>
                  <a:moveTo>
                    <a:pt x="364" y="664"/>
                  </a:moveTo>
                  <a:cubicBezTo>
                    <a:pt x="368" y="665"/>
                    <a:pt x="376" y="663"/>
                    <a:pt x="378" y="664"/>
                  </a:cubicBezTo>
                  <a:cubicBezTo>
                    <a:pt x="374" y="664"/>
                    <a:pt x="364" y="666"/>
                    <a:pt x="364" y="664"/>
                  </a:cubicBezTo>
                  <a:close/>
                  <a:moveTo>
                    <a:pt x="368" y="664"/>
                  </a:moveTo>
                  <a:cubicBezTo>
                    <a:pt x="369" y="664"/>
                    <a:pt x="367" y="664"/>
                    <a:pt x="369" y="663"/>
                  </a:cubicBezTo>
                  <a:cubicBezTo>
                    <a:pt x="371" y="663"/>
                    <a:pt x="372" y="663"/>
                    <a:pt x="373" y="663"/>
                  </a:cubicBezTo>
                  <a:cubicBezTo>
                    <a:pt x="370" y="664"/>
                    <a:pt x="371" y="664"/>
                    <a:pt x="368" y="664"/>
                  </a:cubicBezTo>
                  <a:close/>
                  <a:moveTo>
                    <a:pt x="346" y="666"/>
                  </a:moveTo>
                  <a:cubicBezTo>
                    <a:pt x="345" y="665"/>
                    <a:pt x="343" y="666"/>
                    <a:pt x="342" y="665"/>
                  </a:cubicBezTo>
                  <a:cubicBezTo>
                    <a:pt x="343" y="665"/>
                    <a:pt x="345" y="665"/>
                    <a:pt x="347" y="665"/>
                  </a:cubicBezTo>
                  <a:cubicBezTo>
                    <a:pt x="346" y="665"/>
                    <a:pt x="347" y="666"/>
                    <a:pt x="346" y="666"/>
                  </a:cubicBezTo>
                  <a:close/>
                  <a:moveTo>
                    <a:pt x="293" y="652"/>
                  </a:moveTo>
                  <a:cubicBezTo>
                    <a:pt x="295" y="652"/>
                    <a:pt x="301" y="652"/>
                    <a:pt x="299" y="653"/>
                  </a:cubicBezTo>
                  <a:cubicBezTo>
                    <a:pt x="298" y="652"/>
                    <a:pt x="292" y="652"/>
                    <a:pt x="293" y="652"/>
                  </a:cubicBezTo>
                  <a:close/>
                  <a:moveTo>
                    <a:pt x="240" y="622"/>
                  </a:moveTo>
                  <a:cubicBezTo>
                    <a:pt x="238" y="620"/>
                    <a:pt x="242" y="620"/>
                    <a:pt x="243" y="621"/>
                  </a:cubicBezTo>
                  <a:cubicBezTo>
                    <a:pt x="241" y="621"/>
                    <a:pt x="243" y="622"/>
                    <a:pt x="240" y="622"/>
                  </a:cubicBezTo>
                  <a:close/>
                  <a:moveTo>
                    <a:pt x="294" y="653"/>
                  </a:moveTo>
                  <a:cubicBezTo>
                    <a:pt x="296" y="653"/>
                    <a:pt x="297" y="653"/>
                    <a:pt x="298" y="654"/>
                  </a:cubicBezTo>
                  <a:cubicBezTo>
                    <a:pt x="297" y="654"/>
                    <a:pt x="297" y="655"/>
                    <a:pt x="295" y="654"/>
                  </a:cubicBezTo>
                  <a:cubicBezTo>
                    <a:pt x="296" y="654"/>
                    <a:pt x="294" y="653"/>
                    <a:pt x="294" y="653"/>
                  </a:cubicBezTo>
                  <a:close/>
                  <a:moveTo>
                    <a:pt x="292" y="654"/>
                  </a:moveTo>
                  <a:cubicBezTo>
                    <a:pt x="289" y="653"/>
                    <a:pt x="292" y="652"/>
                    <a:pt x="294" y="653"/>
                  </a:cubicBezTo>
                  <a:cubicBezTo>
                    <a:pt x="294" y="654"/>
                    <a:pt x="295" y="654"/>
                    <a:pt x="292" y="654"/>
                  </a:cubicBezTo>
                  <a:close/>
                  <a:moveTo>
                    <a:pt x="315" y="665"/>
                  </a:moveTo>
                  <a:cubicBezTo>
                    <a:pt x="314" y="663"/>
                    <a:pt x="311" y="664"/>
                    <a:pt x="310" y="664"/>
                  </a:cubicBezTo>
                  <a:cubicBezTo>
                    <a:pt x="313" y="663"/>
                    <a:pt x="316" y="664"/>
                    <a:pt x="319" y="664"/>
                  </a:cubicBezTo>
                  <a:lnTo>
                    <a:pt x="315" y="665"/>
                  </a:lnTo>
                  <a:close/>
                  <a:moveTo>
                    <a:pt x="292" y="655"/>
                  </a:moveTo>
                  <a:cubicBezTo>
                    <a:pt x="294" y="655"/>
                    <a:pt x="294" y="655"/>
                    <a:pt x="294" y="655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4" y="656"/>
                    <a:pt x="293" y="656"/>
                    <a:pt x="292" y="655"/>
                  </a:cubicBezTo>
                  <a:close/>
                  <a:moveTo>
                    <a:pt x="282" y="650"/>
                  </a:moveTo>
                  <a:cubicBezTo>
                    <a:pt x="278" y="651"/>
                    <a:pt x="279" y="649"/>
                    <a:pt x="276" y="649"/>
                  </a:cubicBezTo>
                  <a:cubicBezTo>
                    <a:pt x="278" y="649"/>
                    <a:pt x="282" y="650"/>
                    <a:pt x="282" y="650"/>
                  </a:cubicBezTo>
                  <a:close/>
                  <a:moveTo>
                    <a:pt x="274" y="648"/>
                  </a:moveTo>
                  <a:cubicBezTo>
                    <a:pt x="272" y="647"/>
                    <a:pt x="272" y="647"/>
                    <a:pt x="272" y="647"/>
                  </a:cubicBezTo>
                  <a:cubicBezTo>
                    <a:pt x="273" y="647"/>
                    <a:pt x="278" y="647"/>
                    <a:pt x="277" y="648"/>
                  </a:cubicBezTo>
                  <a:cubicBezTo>
                    <a:pt x="275" y="647"/>
                    <a:pt x="274" y="648"/>
                    <a:pt x="274" y="648"/>
                  </a:cubicBezTo>
                  <a:close/>
                  <a:moveTo>
                    <a:pt x="223" y="615"/>
                  </a:moveTo>
                  <a:cubicBezTo>
                    <a:pt x="224" y="616"/>
                    <a:pt x="225" y="617"/>
                    <a:pt x="227" y="617"/>
                  </a:cubicBezTo>
                  <a:cubicBezTo>
                    <a:pt x="223" y="616"/>
                    <a:pt x="219" y="615"/>
                    <a:pt x="215" y="613"/>
                  </a:cubicBezTo>
                  <a:cubicBezTo>
                    <a:pt x="212" y="611"/>
                    <a:pt x="208" y="609"/>
                    <a:pt x="205" y="607"/>
                  </a:cubicBezTo>
                  <a:cubicBezTo>
                    <a:pt x="207" y="607"/>
                    <a:pt x="208" y="610"/>
                    <a:pt x="211" y="610"/>
                  </a:cubicBezTo>
                  <a:cubicBezTo>
                    <a:pt x="210" y="609"/>
                    <a:pt x="208" y="609"/>
                    <a:pt x="210" y="609"/>
                  </a:cubicBezTo>
                  <a:cubicBezTo>
                    <a:pt x="212" y="610"/>
                    <a:pt x="211" y="610"/>
                    <a:pt x="213" y="611"/>
                  </a:cubicBezTo>
                  <a:cubicBezTo>
                    <a:pt x="216" y="612"/>
                    <a:pt x="217" y="614"/>
                    <a:pt x="220" y="614"/>
                  </a:cubicBezTo>
                  <a:cubicBezTo>
                    <a:pt x="219" y="613"/>
                    <a:pt x="217" y="613"/>
                    <a:pt x="216" y="612"/>
                  </a:cubicBezTo>
                  <a:cubicBezTo>
                    <a:pt x="217" y="612"/>
                    <a:pt x="218" y="612"/>
                    <a:pt x="220" y="612"/>
                  </a:cubicBezTo>
                  <a:cubicBezTo>
                    <a:pt x="221" y="613"/>
                    <a:pt x="219" y="613"/>
                    <a:pt x="221" y="614"/>
                  </a:cubicBezTo>
                  <a:cubicBezTo>
                    <a:pt x="223" y="614"/>
                    <a:pt x="220" y="613"/>
                    <a:pt x="222" y="613"/>
                  </a:cubicBezTo>
                  <a:cubicBezTo>
                    <a:pt x="224" y="614"/>
                    <a:pt x="224" y="614"/>
                    <a:pt x="225" y="615"/>
                  </a:cubicBezTo>
                  <a:cubicBezTo>
                    <a:pt x="225" y="615"/>
                    <a:pt x="223" y="615"/>
                    <a:pt x="223" y="615"/>
                  </a:cubicBezTo>
                  <a:close/>
                  <a:moveTo>
                    <a:pt x="281" y="653"/>
                  </a:moveTo>
                  <a:cubicBezTo>
                    <a:pt x="278" y="651"/>
                    <a:pt x="275" y="651"/>
                    <a:pt x="273" y="650"/>
                  </a:cubicBezTo>
                  <a:cubicBezTo>
                    <a:pt x="274" y="650"/>
                    <a:pt x="273" y="649"/>
                    <a:pt x="276" y="650"/>
                  </a:cubicBezTo>
                  <a:cubicBezTo>
                    <a:pt x="279" y="651"/>
                    <a:pt x="277" y="651"/>
                    <a:pt x="277" y="651"/>
                  </a:cubicBezTo>
                  <a:cubicBezTo>
                    <a:pt x="279" y="651"/>
                    <a:pt x="281" y="652"/>
                    <a:pt x="283" y="652"/>
                  </a:cubicBezTo>
                  <a:cubicBezTo>
                    <a:pt x="285" y="652"/>
                    <a:pt x="283" y="653"/>
                    <a:pt x="281" y="653"/>
                  </a:cubicBezTo>
                  <a:close/>
                  <a:moveTo>
                    <a:pt x="301" y="663"/>
                  </a:moveTo>
                  <a:cubicBezTo>
                    <a:pt x="303" y="662"/>
                    <a:pt x="305" y="662"/>
                    <a:pt x="307" y="663"/>
                  </a:cubicBezTo>
                  <a:cubicBezTo>
                    <a:pt x="305" y="663"/>
                    <a:pt x="303" y="663"/>
                    <a:pt x="301" y="663"/>
                  </a:cubicBezTo>
                  <a:close/>
                  <a:moveTo>
                    <a:pt x="260" y="642"/>
                  </a:moveTo>
                  <a:cubicBezTo>
                    <a:pt x="263" y="641"/>
                    <a:pt x="263" y="641"/>
                    <a:pt x="263" y="641"/>
                  </a:cubicBezTo>
                  <a:cubicBezTo>
                    <a:pt x="264" y="642"/>
                    <a:pt x="264" y="642"/>
                    <a:pt x="264" y="642"/>
                  </a:cubicBezTo>
                  <a:cubicBezTo>
                    <a:pt x="263" y="642"/>
                    <a:pt x="261" y="642"/>
                    <a:pt x="260" y="642"/>
                  </a:cubicBezTo>
                  <a:close/>
                  <a:moveTo>
                    <a:pt x="241" y="640"/>
                  </a:moveTo>
                  <a:cubicBezTo>
                    <a:pt x="240" y="640"/>
                    <a:pt x="239" y="640"/>
                    <a:pt x="238" y="639"/>
                  </a:cubicBezTo>
                  <a:cubicBezTo>
                    <a:pt x="243" y="640"/>
                    <a:pt x="244" y="642"/>
                    <a:pt x="246" y="643"/>
                  </a:cubicBezTo>
                  <a:cubicBezTo>
                    <a:pt x="247" y="643"/>
                    <a:pt x="248" y="643"/>
                    <a:pt x="249" y="643"/>
                  </a:cubicBezTo>
                  <a:cubicBezTo>
                    <a:pt x="253" y="646"/>
                    <a:pt x="258" y="647"/>
                    <a:pt x="263" y="647"/>
                  </a:cubicBezTo>
                  <a:cubicBezTo>
                    <a:pt x="264" y="647"/>
                    <a:pt x="266" y="647"/>
                    <a:pt x="267" y="647"/>
                  </a:cubicBezTo>
                  <a:cubicBezTo>
                    <a:pt x="267" y="648"/>
                    <a:pt x="269" y="647"/>
                    <a:pt x="272" y="648"/>
                  </a:cubicBezTo>
                  <a:cubicBezTo>
                    <a:pt x="268" y="648"/>
                    <a:pt x="264" y="648"/>
                    <a:pt x="262" y="648"/>
                  </a:cubicBezTo>
                  <a:cubicBezTo>
                    <a:pt x="258" y="646"/>
                    <a:pt x="251" y="646"/>
                    <a:pt x="246" y="645"/>
                  </a:cubicBezTo>
                  <a:cubicBezTo>
                    <a:pt x="247" y="644"/>
                    <a:pt x="250" y="645"/>
                    <a:pt x="249" y="644"/>
                  </a:cubicBezTo>
                  <a:cubicBezTo>
                    <a:pt x="247" y="644"/>
                    <a:pt x="245" y="643"/>
                    <a:pt x="242" y="643"/>
                  </a:cubicBezTo>
                  <a:cubicBezTo>
                    <a:pt x="243" y="644"/>
                    <a:pt x="244" y="644"/>
                    <a:pt x="244" y="644"/>
                  </a:cubicBezTo>
                  <a:cubicBezTo>
                    <a:pt x="242" y="643"/>
                    <a:pt x="236" y="643"/>
                    <a:pt x="236" y="641"/>
                  </a:cubicBezTo>
                  <a:cubicBezTo>
                    <a:pt x="239" y="643"/>
                    <a:pt x="244" y="643"/>
                    <a:pt x="242" y="641"/>
                  </a:cubicBezTo>
                  <a:cubicBezTo>
                    <a:pt x="241" y="642"/>
                    <a:pt x="233" y="639"/>
                    <a:pt x="234" y="639"/>
                  </a:cubicBezTo>
                  <a:cubicBezTo>
                    <a:pt x="236" y="640"/>
                    <a:pt x="242" y="642"/>
                    <a:pt x="241" y="640"/>
                  </a:cubicBezTo>
                  <a:close/>
                  <a:moveTo>
                    <a:pt x="238" y="641"/>
                  </a:moveTo>
                  <a:cubicBezTo>
                    <a:pt x="238" y="642"/>
                    <a:pt x="235" y="641"/>
                    <a:pt x="233" y="641"/>
                  </a:cubicBezTo>
                  <a:cubicBezTo>
                    <a:pt x="235" y="641"/>
                    <a:pt x="231" y="640"/>
                    <a:pt x="230" y="639"/>
                  </a:cubicBezTo>
                  <a:cubicBezTo>
                    <a:pt x="233" y="639"/>
                    <a:pt x="235" y="640"/>
                    <a:pt x="238" y="641"/>
                  </a:cubicBezTo>
                  <a:close/>
                  <a:moveTo>
                    <a:pt x="301" y="662"/>
                  </a:moveTo>
                  <a:cubicBezTo>
                    <a:pt x="298" y="662"/>
                    <a:pt x="295" y="662"/>
                    <a:pt x="292" y="661"/>
                  </a:cubicBezTo>
                  <a:cubicBezTo>
                    <a:pt x="295" y="661"/>
                    <a:pt x="300" y="661"/>
                    <a:pt x="301" y="662"/>
                  </a:cubicBezTo>
                  <a:close/>
                  <a:moveTo>
                    <a:pt x="278" y="653"/>
                  </a:moveTo>
                  <a:cubicBezTo>
                    <a:pt x="279" y="653"/>
                    <a:pt x="280" y="653"/>
                    <a:pt x="281" y="654"/>
                  </a:cubicBezTo>
                  <a:cubicBezTo>
                    <a:pt x="280" y="655"/>
                    <a:pt x="276" y="653"/>
                    <a:pt x="278" y="653"/>
                  </a:cubicBezTo>
                  <a:close/>
                  <a:moveTo>
                    <a:pt x="266" y="650"/>
                  </a:moveTo>
                  <a:cubicBezTo>
                    <a:pt x="268" y="650"/>
                    <a:pt x="273" y="651"/>
                    <a:pt x="272" y="651"/>
                  </a:cubicBezTo>
                  <a:cubicBezTo>
                    <a:pt x="270" y="651"/>
                    <a:pt x="268" y="651"/>
                    <a:pt x="266" y="650"/>
                  </a:cubicBezTo>
                  <a:close/>
                  <a:moveTo>
                    <a:pt x="286" y="660"/>
                  </a:moveTo>
                  <a:cubicBezTo>
                    <a:pt x="286" y="660"/>
                    <a:pt x="289" y="660"/>
                    <a:pt x="291" y="661"/>
                  </a:cubicBezTo>
                  <a:cubicBezTo>
                    <a:pt x="289" y="661"/>
                    <a:pt x="288" y="661"/>
                    <a:pt x="286" y="660"/>
                  </a:cubicBezTo>
                  <a:close/>
                  <a:moveTo>
                    <a:pt x="199" y="604"/>
                  </a:moveTo>
                  <a:cubicBezTo>
                    <a:pt x="200" y="604"/>
                    <a:pt x="202" y="606"/>
                    <a:pt x="202" y="605"/>
                  </a:cubicBezTo>
                  <a:cubicBezTo>
                    <a:pt x="205" y="606"/>
                    <a:pt x="200" y="606"/>
                    <a:pt x="199" y="604"/>
                  </a:cubicBezTo>
                  <a:close/>
                  <a:moveTo>
                    <a:pt x="193" y="601"/>
                  </a:moveTo>
                  <a:cubicBezTo>
                    <a:pt x="194" y="601"/>
                    <a:pt x="196" y="602"/>
                    <a:pt x="198" y="602"/>
                  </a:cubicBezTo>
                  <a:cubicBezTo>
                    <a:pt x="200" y="604"/>
                    <a:pt x="200" y="604"/>
                    <a:pt x="200" y="604"/>
                  </a:cubicBezTo>
                  <a:cubicBezTo>
                    <a:pt x="197" y="603"/>
                    <a:pt x="195" y="603"/>
                    <a:pt x="193" y="601"/>
                  </a:cubicBezTo>
                  <a:close/>
                  <a:moveTo>
                    <a:pt x="250" y="646"/>
                  </a:moveTo>
                  <a:cubicBezTo>
                    <a:pt x="252" y="646"/>
                    <a:pt x="256" y="647"/>
                    <a:pt x="256" y="648"/>
                  </a:cubicBezTo>
                  <a:cubicBezTo>
                    <a:pt x="254" y="647"/>
                    <a:pt x="252" y="647"/>
                    <a:pt x="250" y="646"/>
                  </a:cubicBezTo>
                  <a:close/>
                  <a:moveTo>
                    <a:pt x="259" y="654"/>
                  </a:moveTo>
                  <a:cubicBezTo>
                    <a:pt x="261" y="654"/>
                    <a:pt x="263" y="654"/>
                    <a:pt x="264" y="655"/>
                  </a:cubicBezTo>
                  <a:cubicBezTo>
                    <a:pt x="262" y="655"/>
                    <a:pt x="261" y="655"/>
                    <a:pt x="259" y="654"/>
                  </a:cubicBezTo>
                  <a:close/>
                  <a:moveTo>
                    <a:pt x="227" y="637"/>
                  </a:moveTo>
                  <a:cubicBezTo>
                    <a:pt x="226" y="636"/>
                    <a:pt x="224" y="636"/>
                    <a:pt x="223" y="635"/>
                  </a:cubicBezTo>
                  <a:cubicBezTo>
                    <a:pt x="225" y="635"/>
                    <a:pt x="225" y="635"/>
                    <a:pt x="228" y="636"/>
                  </a:cubicBezTo>
                  <a:cubicBezTo>
                    <a:pt x="226" y="636"/>
                    <a:pt x="229" y="637"/>
                    <a:pt x="227" y="637"/>
                  </a:cubicBezTo>
                  <a:close/>
                  <a:moveTo>
                    <a:pt x="216" y="631"/>
                  </a:moveTo>
                  <a:cubicBezTo>
                    <a:pt x="215" y="630"/>
                    <a:pt x="214" y="630"/>
                    <a:pt x="213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8" y="631"/>
                    <a:pt x="216" y="629"/>
                    <a:pt x="218" y="629"/>
                  </a:cubicBezTo>
                  <a:cubicBezTo>
                    <a:pt x="219" y="630"/>
                    <a:pt x="220" y="630"/>
                    <a:pt x="221" y="631"/>
                  </a:cubicBezTo>
                  <a:cubicBezTo>
                    <a:pt x="218" y="631"/>
                    <a:pt x="218" y="631"/>
                    <a:pt x="216" y="631"/>
                  </a:cubicBezTo>
                  <a:close/>
                  <a:moveTo>
                    <a:pt x="221" y="636"/>
                  </a:moveTo>
                  <a:cubicBezTo>
                    <a:pt x="221" y="636"/>
                    <a:pt x="219" y="635"/>
                    <a:pt x="220" y="635"/>
                  </a:cubicBezTo>
                  <a:cubicBezTo>
                    <a:pt x="222" y="636"/>
                    <a:pt x="226" y="636"/>
                    <a:pt x="228" y="638"/>
                  </a:cubicBezTo>
                  <a:cubicBezTo>
                    <a:pt x="225" y="637"/>
                    <a:pt x="223" y="636"/>
                    <a:pt x="221" y="636"/>
                  </a:cubicBezTo>
                  <a:close/>
                  <a:moveTo>
                    <a:pt x="122" y="502"/>
                  </a:moveTo>
                  <a:cubicBezTo>
                    <a:pt x="121" y="501"/>
                    <a:pt x="123" y="501"/>
                    <a:pt x="124" y="502"/>
                  </a:cubicBezTo>
                  <a:cubicBezTo>
                    <a:pt x="124" y="503"/>
                    <a:pt x="124" y="504"/>
                    <a:pt x="125" y="504"/>
                  </a:cubicBezTo>
                  <a:cubicBezTo>
                    <a:pt x="125" y="505"/>
                    <a:pt x="123" y="503"/>
                    <a:pt x="122" y="502"/>
                  </a:cubicBezTo>
                  <a:close/>
                  <a:moveTo>
                    <a:pt x="171" y="589"/>
                  </a:moveTo>
                  <a:cubicBezTo>
                    <a:pt x="169" y="588"/>
                    <a:pt x="168" y="587"/>
                    <a:pt x="166" y="585"/>
                  </a:cubicBezTo>
                  <a:cubicBezTo>
                    <a:pt x="168" y="586"/>
                    <a:pt x="169" y="585"/>
                    <a:pt x="171" y="587"/>
                  </a:cubicBezTo>
                  <a:cubicBezTo>
                    <a:pt x="170" y="587"/>
                    <a:pt x="168" y="587"/>
                    <a:pt x="171" y="589"/>
                  </a:cubicBezTo>
                  <a:close/>
                  <a:moveTo>
                    <a:pt x="203" y="625"/>
                  </a:moveTo>
                  <a:cubicBezTo>
                    <a:pt x="206" y="626"/>
                    <a:pt x="206" y="626"/>
                    <a:pt x="205" y="627"/>
                  </a:cubicBezTo>
                  <a:cubicBezTo>
                    <a:pt x="209" y="628"/>
                    <a:pt x="216" y="631"/>
                    <a:pt x="217" y="633"/>
                  </a:cubicBezTo>
                  <a:cubicBezTo>
                    <a:pt x="213" y="630"/>
                    <a:pt x="207" y="628"/>
                    <a:pt x="204" y="627"/>
                  </a:cubicBezTo>
                  <a:cubicBezTo>
                    <a:pt x="205" y="627"/>
                    <a:pt x="204" y="627"/>
                    <a:pt x="203" y="626"/>
                  </a:cubicBezTo>
                  <a:cubicBezTo>
                    <a:pt x="203" y="626"/>
                    <a:pt x="203" y="626"/>
                    <a:pt x="200" y="625"/>
                  </a:cubicBezTo>
                  <a:cubicBezTo>
                    <a:pt x="199" y="624"/>
                    <a:pt x="200" y="625"/>
                    <a:pt x="200" y="624"/>
                  </a:cubicBezTo>
                  <a:cubicBezTo>
                    <a:pt x="199" y="624"/>
                    <a:pt x="199" y="624"/>
                    <a:pt x="197" y="623"/>
                  </a:cubicBezTo>
                  <a:cubicBezTo>
                    <a:pt x="198" y="624"/>
                    <a:pt x="194" y="623"/>
                    <a:pt x="193" y="622"/>
                  </a:cubicBezTo>
                  <a:cubicBezTo>
                    <a:pt x="193" y="621"/>
                    <a:pt x="196" y="622"/>
                    <a:pt x="198" y="622"/>
                  </a:cubicBezTo>
                  <a:cubicBezTo>
                    <a:pt x="201" y="624"/>
                    <a:pt x="201" y="625"/>
                    <a:pt x="203" y="625"/>
                  </a:cubicBezTo>
                  <a:close/>
                  <a:moveTo>
                    <a:pt x="240" y="654"/>
                  </a:moveTo>
                  <a:cubicBezTo>
                    <a:pt x="237" y="653"/>
                    <a:pt x="234" y="653"/>
                    <a:pt x="232" y="653"/>
                  </a:cubicBezTo>
                  <a:cubicBezTo>
                    <a:pt x="230" y="651"/>
                    <a:pt x="234" y="653"/>
                    <a:pt x="236" y="652"/>
                  </a:cubicBezTo>
                  <a:cubicBezTo>
                    <a:pt x="236" y="653"/>
                    <a:pt x="238" y="653"/>
                    <a:pt x="239" y="653"/>
                  </a:cubicBezTo>
                  <a:cubicBezTo>
                    <a:pt x="241" y="654"/>
                    <a:pt x="241" y="654"/>
                    <a:pt x="240" y="654"/>
                  </a:cubicBezTo>
                  <a:close/>
                  <a:moveTo>
                    <a:pt x="203" y="628"/>
                  </a:moveTo>
                  <a:cubicBezTo>
                    <a:pt x="201" y="626"/>
                    <a:pt x="198" y="625"/>
                    <a:pt x="196" y="624"/>
                  </a:cubicBezTo>
                  <a:cubicBezTo>
                    <a:pt x="198" y="625"/>
                    <a:pt x="200" y="625"/>
                    <a:pt x="201" y="626"/>
                  </a:cubicBezTo>
                  <a:cubicBezTo>
                    <a:pt x="200" y="626"/>
                    <a:pt x="206" y="628"/>
                    <a:pt x="203" y="628"/>
                  </a:cubicBezTo>
                  <a:close/>
                  <a:moveTo>
                    <a:pt x="220" y="645"/>
                  </a:moveTo>
                  <a:cubicBezTo>
                    <a:pt x="220" y="644"/>
                    <a:pt x="223" y="644"/>
                    <a:pt x="224" y="645"/>
                  </a:cubicBezTo>
                  <a:cubicBezTo>
                    <a:pt x="223" y="645"/>
                    <a:pt x="221" y="645"/>
                    <a:pt x="220" y="645"/>
                  </a:cubicBezTo>
                  <a:close/>
                  <a:moveTo>
                    <a:pt x="222" y="649"/>
                  </a:moveTo>
                  <a:cubicBezTo>
                    <a:pt x="223" y="649"/>
                    <a:pt x="225" y="650"/>
                    <a:pt x="226" y="650"/>
                  </a:cubicBezTo>
                  <a:cubicBezTo>
                    <a:pt x="225" y="649"/>
                    <a:pt x="223" y="648"/>
                    <a:pt x="225" y="648"/>
                  </a:cubicBezTo>
                  <a:cubicBezTo>
                    <a:pt x="227" y="649"/>
                    <a:pt x="232" y="650"/>
                    <a:pt x="231" y="651"/>
                  </a:cubicBezTo>
                  <a:cubicBezTo>
                    <a:pt x="228" y="651"/>
                    <a:pt x="225" y="651"/>
                    <a:pt x="222" y="649"/>
                  </a:cubicBezTo>
                  <a:close/>
                  <a:moveTo>
                    <a:pt x="191" y="620"/>
                  </a:moveTo>
                  <a:cubicBezTo>
                    <a:pt x="190" y="619"/>
                    <a:pt x="186" y="618"/>
                    <a:pt x="187" y="618"/>
                  </a:cubicBezTo>
                  <a:cubicBezTo>
                    <a:pt x="189" y="618"/>
                    <a:pt x="193" y="620"/>
                    <a:pt x="191" y="620"/>
                  </a:cubicBezTo>
                  <a:close/>
                  <a:moveTo>
                    <a:pt x="199" y="631"/>
                  </a:moveTo>
                  <a:cubicBezTo>
                    <a:pt x="201" y="632"/>
                    <a:pt x="203" y="633"/>
                    <a:pt x="205" y="634"/>
                  </a:cubicBezTo>
                  <a:cubicBezTo>
                    <a:pt x="205" y="634"/>
                    <a:pt x="198" y="632"/>
                    <a:pt x="199" y="631"/>
                  </a:cubicBezTo>
                  <a:close/>
                  <a:moveTo>
                    <a:pt x="216" y="645"/>
                  </a:moveTo>
                  <a:cubicBezTo>
                    <a:pt x="217" y="646"/>
                    <a:pt x="218" y="645"/>
                    <a:pt x="218" y="645"/>
                  </a:cubicBezTo>
                  <a:cubicBezTo>
                    <a:pt x="219" y="646"/>
                    <a:pt x="224" y="648"/>
                    <a:pt x="223" y="648"/>
                  </a:cubicBezTo>
                  <a:cubicBezTo>
                    <a:pt x="221" y="647"/>
                    <a:pt x="218" y="647"/>
                    <a:pt x="216" y="645"/>
                  </a:cubicBezTo>
                  <a:close/>
                  <a:moveTo>
                    <a:pt x="168" y="608"/>
                  </a:moveTo>
                  <a:cubicBezTo>
                    <a:pt x="172" y="609"/>
                    <a:pt x="177" y="613"/>
                    <a:pt x="181" y="615"/>
                  </a:cubicBezTo>
                  <a:cubicBezTo>
                    <a:pt x="181" y="614"/>
                    <a:pt x="179" y="613"/>
                    <a:pt x="181" y="613"/>
                  </a:cubicBezTo>
                  <a:cubicBezTo>
                    <a:pt x="181" y="615"/>
                    <a:pt x="183" y="615"/>
                    <a:pt x="186" y="617"/>
                  </a:cubicBezTo>
                  <a:cubicBezTo>
                    <a:pt x="184" y="617"/>
                    <a:pt x="182" y="616"/>
                    <a:pt x="182" y="617"/>
                  </a:cubicBezTo>
                  <a:cubicBezTo>
                    <a:pt x="180" y="614"/>
                    <a:pt x="173" y="611"/>
                    <a:pt x="168" y="608"/>
                  </a:cubicBezTo>
                  <a:close/>
                  <a:moveTo>
                    <a:pt x="103" y="475"/>
                  </a:moveTo>
                  <a:cubicBezTo>
                    <a:pt x="104" y="477"/>
                    <a:pt x="106" y="478"/>
                    <a:pt x="106" y="479"/>
                  </a:cubicBezTo>
                  <a:cubicBezTo>
                    <a:pt x="105" y="478"/>
                    <a:pt x="102" y="475"/>
                    <a:pt x="103" y="475"/>
                  </a:cubicBezTo>
                  <a:close/>
                  <a:moveTo>
                    <a:pt x="138" y="564"/>
                  </a:moveTo>
                  <a:cubicBezTo>
                    <a:pt x="138" y="563"/>
                    <a:pt x="137" y="562"/>
                    <a:pt x="136" y="562"/>
                  </a:cubicBezTo>
                  <a:cubicBezTo>
                    <a:pt x="135" y="560"/>
                    <a:pt x="140" y="563"/>
                    <a:pt x="142" y="565"/>
                  </a:cubicBezTo>
                  <a:cubicBezTo>
                    <a:pt x="139" y="564"/>
                    <a:pt x="139" y="564"/>
                    <a:pt x="138" y="564"/>
                  </a:cubicBezTo>
                  <a:close/>
                  <a:moveTo>
                    <a:pt x="205" y="640"/>
                  </a:moveTo>
                  <a:cubicBezTo>
                    <a:pt x="209" y="641"/>
                    <a:pt x="212" y="643"/>
                    <a:pt x="215" y="645"/>
                  </a:cubicBezTo>
                  <a:cubicBezTo>
                    <a:pt x="213" y="644"/>
                    <a:pt x="213" y="644"/>
                    <a:pt x="213" y="644"/>
                  </a:cubicBezTo>
                  <a:cubicBezTo>
                    <a:pt x="211" y="643"/>
                    <a:pt x="208" y="642"/>
                    <a:pt x="205" y="640"/>
                  </a:cubicBezTo>
                  <a:close/>
                  <a:moveTo>
                    <a:pt x="163" y="598"/>
                  </a:moveTo>
                  <a:cubicBezTo>
                    <a:pt x="165" y="599"/>
                    <a:pt x="170" y="602"/>
                    <a:pt x="170" y="603"/>
                  </a:cubicBezTo>
                  <a:cubicBezTo>
                    <a:pt x="168" y="602"/>
                    <a:pt x="163" y="599"/>
                    <a:pt x="163" y="598"/>
                  </a:cubicBezTo>
                  <a:close/>
                  <a:moveTo>
                    <a:pt x="166" y="604"/>
                  </a:moveTo>
                  <a:cubicBezTo>
                    <a:pt x="164" y="602"/>
                    <a:pt x="161" y="600"/>
                    <a:pt x="158" y="598"/>
                  </a:cubicBezTo>
                  <a:cubicBezTo>
                    <a:pt x="162" y="599"/>
                    <a:pt x="167" y="603"/>
                    <a:pt x="168" y="605"/>
                  </a:cubicBezTo>
                  <a:cubicBezTo>
                    <a:pt x="167" y="604"/>
                    <a:pt x="166" y="604"/>
                    <a:pt x="166" y="604"/>
                  </a:cubicBezTo>
                  <a:close/>
                  <a:moveTo>
                    <a:pt x="200" y="639"/>
                  </a:moveTo>
                  <a:cubicBezTo>
                    <a:pt x="201" y="639"/>
                    <a:pt x="199" y="638"/>
                    <a:pt x="200" y="638"/>
                  </a:cubicBezTo>
                  <a:cubicBezTo>
                    <a:pt x="201" y="639"/>
                    <a:pt x="203" y="639"/>
                    <a:pt x="204" y="640"/>
                  </a:cubicBezTo>
                  <a:cubicBezTo>
                    <a:pt x="203" y="640"/>
                    <a:pt x="201" y="640"/>
                    <a:pt x="200" y="639"/>
                  </a:cubicBezTo>
                  <a:close/>
                  <a:moveTo>
                    <a:pt x="189" y="633"/>
                  </a:moveTo>
                  <a:cubicBezTo>
                    <a:pt x="192" y="633"/>
                    <a:pt x="194" y="634"/>
                    <a:pt x="195" y="635"/>
                  </a:cubicBezTo>
                  <a:cubicBezTo>
                    <a:pt x="193" y="635"/>
                    <a:pt x="191" y="634"/>
                    <a:pt x="189" y="633"/>
                  </a:cubicBezTo>
                  <a:close/>
                  <a:moveTo>
                    <a:pt x="164" y="605"/>
                  </a:moveTo>
                  <a:cubicBezTo>
                    <a:pt x="161" y="604"/>
                    <a:pt x="161" y="603"/>
                    <a:pt x="159" y="601"/>
                  </a:cubicBezTo>
                  <a:cubicBezTo>
                    <a:pt x="160" y="601"/>
                    <a:pt x="161" y="601"/>
                    <a:pt x="161" y="601"/>
                  </a:cubicBezTo>
                  <a:cubicBezTo>
                    <a:pt x="161" y="602"/>
                    <a:pt x="162" y="602"/>
                    <a:pt x="162" y="602"/>
                  </a:cubicBezTo>
                  <a:cubicBezTo>
                    <a:pt x="160" y="602"/>
                    <a:pt x="162" y="603"/>
                    <a:pt x="164" y="605"/>
                  </a:cubicBezTo>
                  <a:close/>
                  <a:moveTo>
                    <a:pt x="194" y="638"/>
                  </a:moveTo>
                  <a:cubicBezTo>
                    <a:pt x="191" y="636"/>
                    <a:pt x="187" y="635"/>
                    <a:pt x="185" y="633"/>
                  </a:cubicBezTo>
                  <a:cubicBezTo>
                    <a:pt x="188" y="634"/>
                    <a:pt x="188" y="633"/>
                    <a:pt x="190" y="634"/>
                  </a:cubicBezTo>
                  <a:cubicBezTo>
                    <a:pt x="193" y="636"/>
                    <a:pt x="189" y="635"/>
                    <a:pt x="192" y="636"/>
                  </a:cubicBezTo>
                  <a:cubicBezTo>
                    <a:pt x="193" y="636"/>
                    <a:pt x="192" y="635"/>
                    <a:pt x="194" y="636"/>
                  </a:cubicBezTo>
                  <a:cubicBezTo>
                    <a:pt x="195" y="637"/>
                    <a:pt x="194" y="637"/>
                    <a:pt x="194" y="638"/>
                  </a:cubicBezTo>
                  <a:close/>
                  <a:moveTo>
                    <a:pt x="182" y="629"/>
                  </a:moveTo>
                  <a:cubicBezTo>
                    <a:pt x="182" y="629"/>
                    <a:pt x="183" y="629"/>
                    <a:pt x="184" y="629"/>
                  </a:cubicBezTo>
                  <a:cubicBezTo>
                    <a:pt x="185" y="631"/>
                    <a:pt x="187" y="631"/>
                    <a:pt x="189" y="632"/>
                  </a:cubicBezTo>
                  <a:cubicBezTo>
                    <a:pt x="188" y="632"/>
                    <a:pt x="188" y="632"/>
                    <a:pt x="187" y="632"/>
                  </a:cubicBezTo>
                  <a:cubicBezTo>
                    <a:pt x="186" y="631"/>
                    <a:pt x="184" y="631"/>
                    <a:pt x="182" y="629"/>
                  </a:cubicBezTo>
                  <a:close/>
                  <a:moveTo>
                    <a:pt x="147" y="593"/>
                  </a:moveTo>
                  <a:cubicBezTo>
                    <a:pt x="149" y="595"/>
                    <a:pt x="157" y="598"/>
                    <a:pt x="155" y="599"/>
                  </a:cubicBezTo>
                  <a:cubicBezTo>
                    <a:pt x="153" y="597"/>
                    <a:pt x="149" y="596"/>
                    <a:pt x="147" y="593"/>
                  </a:cubicBezTo>
                  <a:close/>
                  <a:moveTo>
                    <a:pt x="135" y="580"/>
                  </a:moveTo>
                  <a:cubicBezTo>
                    <a:pt x="136" y="581"/>
                    <a:pt x="138" y="582"/>
                    <a:pt x="139" y="583"/>
                  </a:cubicBezTo>
                  <a:cubicBezTo>
                    <a:pt x="138" y="584"/>
                    <a:pt x="136" y="582"/>
                    <a:pt x="135" y="580"/>
                  </a:cubicBezTo>
                  <a:close/>
                  <a:moveTo>
                    <a:pt x="133" y="581"/>
                  </a:moveTo>
                  <a:cubicBezTo>
                    <a:pt x="136" y="584"/>
                    <a:pt x="144" y="589"/>
                    <a:pt x="142" y="590"/>
                  </a:cubicBezTo>
                  <a:cubicBezTo>
                    <a:pt x="140" y="587"/>
                    <a:pt x="134" y="583"/>
                    <a:pt x="133" y="581"/>
                  </a:cubicBezTo>
                  <a:close/>
                  <a:moveTo>
                    <a:pt x="120" y="565"/>
                  </a:moveTo>
                  <a:cubicBezTo>
                    <a:pt x="122" y="565"/>
                    <a:pt x="123" y="566"/>
                    <a:pt x="124" y="568"/>
                  </a:cubicBezTo>
                  <a:cubicBezTo>
                    <a:pt x="124" y="568"/>
                    <a:pt x="121" y="566"/>
                    <a:pt x="120" y="565"/>
                  </a:cubicBezTo>
                  <a:close/>
                  <a:moveTo>
                    <a:pt x="121" y="569"/>
                  </a:moveTo>
                  <a:cubicBezTo>
                    <a:pt x="120" y="566"/>
                    <a:pt x="117" y="564"/>
                    <a:pt x="115" y="562"/>
                  </a:cubicBezTo>
                  <a:cubicBezTo>
                    <a:pt x="117" y="562"/>
                    <a:pt x="121" y="567"/>
                    <a:pt x="124" y="570"/>
                  </a:cubicBezTo>
                  <a:cubicBezTo>
                    <a:pt x="123" y="569"/>
                    <a:pt x="123" y="570"/>
                    <a:pt x="121" y="569"/>
                  </a:cubicBezTo>
                  <a:close/>
                  <a:moveTo>
                    <a:pt x="120" y="569"/>
                  </a:moveTo>
                  <a:cubicBezTo>
                    <a:pt x="118" y="566"/>
                    <a:pt x="116" y="567"/>
                    <a:pt x="114" y="564"/>
                  </a:cubicBezTo>
                  <a:cubicBezTo>
                    <a:pt x="117" y="566"/>
                    <a:pt x="115" y="565"/>
                    <a:pt x="117" y="565"/>
                  </a:cubicBezTo>
                  <a:cubicBezTo>
                    <a:pt x="118" y="566"/>
                    <a:pt x="122" y="569"/>
                    <a:pt x="120" y="569"/>
                  </a:cubicBezTo>
                  <a:close/>
                  <a:moveTo>
                    <a:pt x="106" y="554"/>
                  </a:moveTo>
                  <a:cubicBezTo>
                    <a:pt x="108" y="555"/>
                    <a:pt x="109" y="556"/>
                    <a:pt x="110" y="558"/>
                  </a:cubicBezTo>
                  <a:cubicBezTo>
                    <a:pt x="109" y="558"/>
                    <a:pt x="106" y="556"/>
                    <a:pt x="106" y="554"/>
                  </a:cubicBezTo>
                  <a:close/>
                  <a:moveTo>
                    <a:pt x="126" y="590"/>
                  </a:moveTo>
                  <a:cubicBezTo>
                    <a:pt x="128" y="591"/>
                    <a:pt x="129" y="592"/>
                    <a:pt x="131" y="594"/>
                  </a:cubicBezTo>
                  <a:cubicBezTo>
                    <a:pt x="129" y="593"/>
                    <a:pt x="127" y="592"/>
                    <a:pt x="126" y="590"/>
                  </a:cubicBezTo>
                  <a:close/>
                  <a:moveTo>
                    <a:pt x="126" y="591"/>
                  </a:moveTo>
                  <a:cubicBezTo>
                    <a:pt x="128" y="592"/>
                    <a:pt x="131" y="595"/>
                    <a:pt x="130" y="595"/>
                  </a:cubicBezTo>
                  <a:cubicBezTo>
                    <a:pt x="129" y="593"/>
                    <a:pt x="127" y="593"/>
                    <a:pt x="126" y="591"/>
                  </a:cubicBezTo>
                  <a:close/>
                  <a:moveTo>
                    <a:pt x="120" y="584"/>
                  </a:moveTo>
                  <a:cubicBezTo>
                    <a:pt x="121" y="584"/>
                    <a:pt x="120" y="582"/>
                    <a:pt x="120" y="583"/>
                  </a:cubicBezTo>
                  <a:cubicBezTo>
                    <a:pt x="122" y="583"/>
                    <a:pt x="123" y="584"/>
                    <a:pt x="124" y="585"/>
                  </a:cubicBezTo>
                  <a:cubicBezTo>
                    <a:pt x="122" y="584"/>
                    <a:pt x="123" y="586"/>
                    <a:pt x="120" y="584"/>
                  </a:cubicBezTo>
                  <a:close/>
                  <a:moveTo>
                    <a:pt x="118" y="587"/>
                  </a:moveTo>
                  <a:cubicBezTo>
                    <a:pt x="118" y="587"/>
                    <a:pt x="121" y="588"/>
                    <a:pt x="121" y="587"/>
                  </a:cubicBezTo>
                  <a:cubicBezTo>
                    <a:pt x="119" y="586"/>
                    <a:pt x="119" y="585"/>
                    <a:pt x="118" y="584"/>
                  </a:cubicBezTo>
                  <a:cubicBezTo>
                    <a:pt x="120" y="586"/>
                    <a:pt x="124" y="587"/>
                    <a:pt x="126" y="589"/>
                  </a:cubicBezTo>
                  <a:cubicBezTo>
                    <a:pt x="121" y="587"/>
                    <a:pt x="122" y="591"/>
                    <a:pt x="118" y="587"/>
                  </a:cubicBezTo>
                  <a:close/>
                  <a:moveTo>
                    <a:pt x="93" y="536"/>
                  </a:moveTo>
                  <a:cubicBezTo>
                    <a:pt x="95" y="536"/>
                    <a:pt x="97" y="540"/>
                    <a:pt x="96" y="539"/>
                  </a:cubicBezTo>
                  <a:cubicBezTo>
                    <a:pt x="95" y="538"/>
                    <a:pt x="94" y="537"/>
                    <a:pt x="93" y="536"/>
                  </a:cubicBezTo>
                  <a:close/>
                  <a:moveTo>
                    <a:pt x="113" y="579"/>
                  </a:moveTo>
                  <a:cubicBezTo>
                    <a:pt x="115" y="580"/>
                    <a:pt x="116" y="580"/>
                    <a:pt x="116" y="582"/>
                  </a:cubicBezTo>
                  <a:cubicBezTo>
                    <a:pt x="115" y="581"/>
                    <a:pt x="114" y="580"/>
                    <a:pt x="113" y="579"/>
                  </a:cubicBezTo>
                  <a:close/>
                  <a:moveTo>
                    <a:pt x="95" y="543"/>
                  </a:moveTo>
                  <a:cubicBezTo>
                    <a:pt x="93" y="541"/>
                    <a:pt x="89" y="537"/>
                    <a:pt x="90" y="536"/>
                  </a:cubicBezTo>
                  <a:cubicBezTo>
                    <a:pt x="88" y="535"/>
                    <a:pt x="86" y="531"/>
                    <a:pt x="85" y="532"/>
                  </a:cubicBezTo>
                  <a:cubicBezTo>
                    <a:pt x="84" y="529"/>
                    <a:pt x="84" y="529"/>
                    <a:pt x="84" y="529"/>
                  </a:cubicBezTo>
                  <a:cubicBezTo>
                    <a:pt x="85" y="530"/>
                    <a:pt x="86" y="532"/>
                    <a:pt x="86" y="531"/>
                  </a:cubicBezTo>
                  <a:cubicBezTo>
                    <a:pt x="88" y="534"/>
                    <a:pt x="89" y="536"/>
                    <a:pt x="91" y="536"/>
                  </a:cubicBezTo>
                  <a:cubicBezTo>
                    <a:pt x="92" y="538"/>
                    <a:pt x="90" y="536"/>
                    <a:pt x="91" y="537"/>
                  </a:cubicBezTo>
                  <a:cubicBezTo>
                    <a:pt x="93" y="539"/>
                    <a:pt x="93" y="539"/>
                    <a:pt x="93" y="539"/>
                  </a:cubicBezTo>
                  <a:cubicBezTo>
                    <a:pt x="94" y="542"/>
                    <a:pt x="92" y="540"/>
                    <a:pt x="95" y="543"/>
                  </a:cubicBezTo>
                  <a:close/>
                  <a:moveTo>
                    <a:pt x="82" y="526"/>
                  </a:moveTo>
                  <a:cubicBezTo>
                    <a:pt x="81" y="523"/>
                    <a:pt x="86" y="528"/>
                    <a:pt x="87" y="530"/>
                  </a:cubicBezTo>
                  <a:cubicBezTo>
                    <a:pt x="86" y="530"/>
                    <a:pt x="86" y="531"/>
                    <a:pt x="86" y="530"/>
                  </a:cubicBezTo>
                  <a:cubicBezTo>
                    <a:pt x="83" y="527"/>
                    <a:pt x="85" y="528"/>
                    <a:pt x="82" y="526"/>
                  </a:cubicBezTo>
                  <a:close/>
                  <a:moveTo>
                    <a:pt x="77" y="521"/>
                  </a:moveTo>
                  <a:cubicBezTo>
                    <a:pt x="76" y="519"/>
                    <a:pt x="78" y="521"/>
                    <a:pt x="80" y="522"/>
                  </a:cubicBezTo>
                  <a:cubicBezTo>
                    <a:pt x="80" y="523"/>
                    <a:pt x="81" y="523"/>
                    <a:pt x="82" y="524"/>
                  </a:cubicBezTo>
                  <a:cubicBezTo>
                    <a:pt x="79" y="523"/>
                    <a:pt x="79" y="522"/>
                    <a:pt x="77" y="521"/>
                  </a:cubicBezTo>
                  <a:close/>
                  <a:moveTo>
                    <a:pt x="72" y="507"/>
                  </a:moveTo>
                  <a:cubicBezTo>
                    <a:pt x="73" y="509"/>
                    <a:pt x="75" y="510"/>
                    <a:pt x="75" y="512"/>
                  </a:cubicBezTo>
                  <a:cubicBezTo>
                    <a:pt x="74" y="510"/>
                    <a:pt x="73" y="509"/>
                    <a:pt x="72" y="507"/>
                  </a:cubicBezTo>
                  <a:close/>
                  <a:moveTo>
                    <a:pt x="62" y="350"/>
                  </a:moveTo>
                  <a:cubicBezTo>
                    <a:pt x="61" y="349"/>
                    <a:pt x="61" y="345"/>
                    <a:pt x="62" y="346"/>
                  </a:cubicBezTo>
                  <a:cubicBezTo>
                    <a:pt x="61" y="347"/>
                    <a:pt x="62" y="349"/>
                    <a:pt x="62" y="349"/>
                  </a:cubicBezTo>
                  <a:cubicBezTo>
                    <a:pt x="62" y="350"/>
                    <a:pt x="62" y="350"/>
                    <a:pt x="62" y="350"/>
                  </a:cubicBezTo>
                  <a:close/>
                  <a:moveTo>
                    <a:pt x="53" y="481"/>
                  </a:moveTo>
                  <a:cubicBezTo>
                    <a:pt x="53" y="479"/>
                    <a:pt x="54" y="480"/>
                    <a:pt x="55" y="481"/>
                  </a:cubicBezTo>
                  <a:cubicBezTo>
                    <a:pt x="56" y="483"/>
                    <a:pt x="58" y="485"/>
                    <a:pt x="57" y="485"/>
                  </a:cubicBezTo>
                  <a:cubicBezTo>
                    <a:pt x="56" y="483"/>
                    <a:pt x="55" y="483"/>
                    <a:pt x="53" y="481"/>
                  </a:cubicBezTo>
                  <a:close/>
                  <a:moveTo>
                    <a:pt x="61" y="342"/>
                  </a:moveTo>
                  <a:cubicBezTo>
                    <a:pt x="61" y="339"/>
                    <a:pt x="60" y="334"/>
                    <a:pt x="61" y="333"/>
                  </a:cubicBezTo>
                  <a:cubicBezTo>
                    <a:pt x="61" y="336"/>
                    <a:pt x="62" y="334"/>
                    <a:pt x="63" y="336"/>
                  </a:cubicBezTo>
                  <a:cubicBezTo>
                    <a:pt x="62" y="338"/>
                    <a:pt x="61" y="337"/>
                    <a:pt x="61" y="337"/>
                  </a:cubicBezTo>
                  <a:cubicBezTo>
                    <a:pt x="62" y="339"/>
                    <a:pt x="62" y="342"/>
                    <a:pt x="61" y="342"/>
                  </a:cubicBezTo>
                  <a:close/>
                  <a:moveTo>
                    <a:pt x="61" y="326"/>
                  </a:moveTo>
                  <a:cubicBezTo>
                    <a:pt x="61" y="327"/>
                    <a:pt x="61" y="329"/>
                    <a:pt x="61" y="330"/>
                  </a:cubicBezTo>
                  <a:cubicBezTo>
                    <a:pt x="60" y="330"/>
                    <a:pt x="60" y="324"/>
                    <a:pt x="61" y="326"/>
                  </a:cubicBezTo>
                  <a:close/>
                  <a:moveTo>
                    <a:pt x="41" y="486"/>
                  </a:moveTo>
                  <a:cubicBezTo>
                    <a:pt x="42" y="488"/>
                    <a:pt x="43" y="490"/>
                    <a:pt x="44" y="492"/>
                  </a:cubicBezTo>
                  <a:cubicBezTo>
                    <a:pt x="42" y="490"/>
                    <a:pt x="42" y="489"/>
                    <a:pt x="41" y="486"/>
                  </a:cubicBezTo>
                  <a:close/>
                  <a:moveTo>
                    <a:pt x="35" y="477"/>
                  </a:moveTo>
                  <a:cubicBezTo>
                    <a:pt x="33" y="476"/>
                    <a:pt x="34" y="474"/>
                    <a:pt x="33" y="472"/>
                  </a:cubicBezTo>
                  <a:cubicBezTo>
                    <a:pt x="33" y="474"/>
                    <a:pt x="31" y="471"/>
                    <a:pt x="30" y="470"/>
                  </a:cubicBezTo>
                  <a:cubicBezTo>
                    <a:pt x="29" y="467"/>
                    <a:pt x="33" y="473"/>
                    <a:pt x="32" y="470"/>
                  </a:cubicBezTo>
                  <a:cubicBezTo>
                    <a:pt x="32" y="470"/>
                    <a:pt x="32" y="470"/>
                    <a:pt x="31" y="469"/>
                  </a:cubicBezTo>
                  <a:cubicBezTo>
                    <a:pt x="30" y="468"/>
                    <a:pt x="29" y="464"/>
                    <a:pt x="30" y="465"/>
                  </a:cubicBezTo>
                  <a:cubicBezTo>
                    <a:pt x="31" y="467"/>
                    <a:pt x="33" y="471"/>
                    <a:pt x="35" y="474"/>
                  </a:cubicBezTo>
                  <a:cubicBezTo>
                    <a:pt x="36" y="476"/>
                    <a:pt x="38" y="479"/>
                    <a:pt x="36" y="478"/>
                  </a:cubicBezTo>
                  <a:cubicBezTo>
                    <a:pt x="37" y="480"/>
                    <a:pt x="40" y="485"/>
                    <a:pt x="39" y="486"/>
                  </a:cubicBezTo>
                  <a:cubicBezTo>
                    <a:pt x="38" y="485"/>
                    <a:pt x="35" y="478"/>
                    <a:pt x="35" y="477"/>
                  </a:cubicBezTo>
                  <a:close/>
                  <a:moveTo>
                    <a:pt x="32" y="474"/>
                  </a:moveTo>
                  <a:cubicBezTo>
                    <a:pt x="34" y="476"/>
                    <a:pt x="35" y="479"/>
                    <a:pt x="36" y="482"/>
                  </a:cubicBezTo>
                  <a:cubicBezTo>
                    <a:pt x="35" y="479"/>
                    <a:pt x="32" y="477"/>
                    <a:pt x="32" y="474"/>
                  </a:cubicBezTo>
                  <a:close/>
                  <a:moveTo>
                    <a:pt x="62" y="291"/>
                  </a:moveTo>
                  <a:cubicBezTo>
                    <a:pt x="62" y="289"/>
                    <a:pt x="62" y="284"/>
                    <a:pt x="63" y="284"/>
                  </a:cubicBezTo>
                  <a:cubicBezTo>
                    <a:pt x="63" y="286"/>
                    <a:pt x="63" y="291"/>
                    <a:pt x="62" y="291"/>
                  </a:cubicBezTo>
                  <a:close/>
                  <a:moveTo>
                    <a:pt x="27" y="464"/>
                  </a:moveTo>
                  <a:cubicBezTo>
                    <a:pt x="27" y="463"/>
                    <a:pt x="26" y="461"/>
                    <a:pt x="27" y="462"/>
                  </a:cubicBezTo>
                  <a:cubicBezTo>
                    <a:pt x="27" y="465"/>
                    <a:pt x="28" y="466"/>
                    <a:pt x="29" y="467"/>
                  </a:cubicBezTo>
                  <a:cubicBezTo>
                    <a:pt x="29" y="469"/>
                    <a:pt x="28" y="466"/>
                    <a:pt x="27" y="464"/>
                  </a:cubicBezTo>
                  <a:close/>
                  <a:moveTo>
                    <a:pt x="24" y="452"/>
                  </a:moveTo>
                  <a:cubicBezTo>
                    <a:pt x="24" y="450"/>
                    <a:pt x="23" y="449"/>
                    <a:pt x="23" y="448"/>
                  </a:cubicBezTo>
                  <a:cubicBezTo>
                    <a:pt x="24" y="449"/>
                    <a:pt x="25" y="454"/>
                    <a:pt x="24" y="452"/>
                  </a:cubicBezTo>
                  <a:close/>
                  <a:moveTo>
                    <a:pt x="22" y="457"/>
                  </a:moveTo>
                  <a:cubicBezTo>
                    <a:pt x="22" y="456"/>
                    <a:pt x="22" y="455"/>
                    <a:pt x="23" y="456"/>
                  </a:cubicBezTo>
                  <a:cubicBezTo>
                    <a:pt x="23" y="457"/>
                    <a:pt x="23" y="458"/>
                    <a:pt x="23" y="458"/>
                  </a:cubicBezTo>
                  <a:cubicBezTo>
                    <a:pt x="24" y="459"/>
                    <a:pt x="24" y="460"/>
                    <a:pt x="24" y="460"/>
                  </a:cubicBezTo>
                  <a:lnTo>
                    <a:pt x="22" y="457"/>
                  </a:lnTo>
                  <a:close/>
                  <a:moveTo>
                    <a:pt x="67" y="266"/>
                  </a:moveTo>
                  <a:cubicBezTo>
                    <a:pt x="67" y="267"/>
                    <a:pt x="67" y="266"/>
                    <a:pt x="67" y="268"/>
                  </a:cubicBezTo>
                  <a:cubicBezTo>
                    <a:pt x="66" y="269"/>
                    <a:pt x="66" y="270"/>
                    <a:pt x="66" y="271"/>
                  </a:cubicBezTo>
                  <a:cubicBezTo>
                    <a:pt x="66" y="269"/>
                    <a:pt x="66" y="267"/>
                    <a:pt x="67" y="266"/>
                  </a:cubicBezTo>
                  <a:close/>
                  <a:moveTo>
                    <a:pt x="16" y="431"/>
                  </a:moveTo>
                  <a:cubicBezTo>
                    <a:pt x="17" y="431"/>
                    <a:pt x="16" y="428"/>
                    <a:pt x="16" y="428"/>
                  </a:cubicBezTo>
                  <a:cubicBezTo>
                    <a:pt x="16" y="427"/>
                    <a:pt x="16" y="428"/>
                    <a:pt x="15" y="427"/>
                  </a:cubicBezTo>
                  <a:cubicBezTo>
                    <a:pt x="14" y="424"/>
                    <a:pt x="15" y="423"/>
                    <a:pt x="16" y="425"/>
                  </a:cubicBezTo>
                  <a:cubicBezTo>
                    <a:pt x="17" y="428"/>
                    <a:pt x="18" y="431"/>
                    <a:pt x="19" y="435"/>
                  </a:cubicBezTo>
                  <a:cubicBezTo>
                    <a:pt x="18" y="432"/>
                    <a:pt x="17" y="432"/>
                    <a:pt x="16" y="431"/>
                  </a:cubicBezTo>
                  <a:close/>
                  <a:moveTo>
                    <a:pt x="71" y="258"/>
                  </a:moveTo>
                  <a:cubicBezTo>
                    <a:pt x="69" y="259"/>
                    <a:pt x="69" y="259"/>
                    <a:pt x="69" y="259"/>
                  </a:cubicBezTo>
                  <a:cubicBezTo>
                    <a:pt x="69" y="257"/>
                    <a:pt x="71" y="255"/>
                    <a:pt x="71" y="258"/>
                  </a:cubicBezTo>
                  <a:close/>
                  <a:moveTo>
                    <a:pt x="13" y="415"/>
                  </a:moveTo>
                  <a:cubicBezTo>
                    <a:pt x="12" y="413"/>
                    <a:pt x="12" y="411"/>
                    <a:pt x="12" y="409"/>
                  </a:cubicBezTo>
                  <a:cubicBezTo>
                    <a:pt x="13" y="411"/>
                    <a:pt x="13" y="413"/>
                    <a:pt x="13" y="415"/>
                  </a:cubicBezTo>
                  <a:cubicBezTo>
                    <a:pt x="13" y="415"/>
                    <a:pt x="13" y="414"/>
                    <a:pt x="13" y="415"/>
                  </a:cubicBezTo>
                  <a:close/>
                  <a:moveTo>
                    <a:pt x="76" y="235"/>
                  </a:moveTo>
                  <a:cubicBezTo>
                    <a:pt x="76" y="234"/>
                    <a:pt x="76" y="233"/>
                    <a:pt x="77" y="232"/>
                  </a:cubicBezTo>
                  <a:cubicBezTo>
                    <a:pt x="77" y="233"/>
                    <a:pt x="79" y="232"/>
                    <a:pt x="77" y="234"/>
                  </a:cubicBezTo>
                  <a:cubicBezTo>
                    <a:pt x="78" y="232"/>
                    <a:pt x="77" y="233"/>
                    <a:pt x="76" y="235"/>
                  </a:cubicBezTo>
                  <a:cubicBezTo>
                    <a:pt x="77" y="234"/>
                    <a:pt x="77" y="235"/>
                    <a:pt x="77" y="235"/>
                  </a:cubicBezTo>
                  <a:cubicBezTo>
                    <a:pt x="77" y="236"/>
                    <a:pt x="77" y="237"/>
                    <a:pt x="76" y="238"/>
                  </a:cubicBezTo>
                  <a:cubicBezTo>
                    <a:pt x="76" y="235"/>
                    <a:pt x="75" y="237"/>
                    <a:pt x="76" y="235"/>
                  </a:cubicBezTo>
                  <a:close/>
                  <a:moveTo>
                    <a:pt x="7" y="397"/>
                  </a:moveTo>
                  <a:cubicBezTo>
                    <a:pt x="7" y="394"/>
                    <a:pt x="5" y="388"/>
                    <a:pt x="6" y="387"/>
                  </a:cubicBezTo>
                  <a:cubicBezTo>
                    <a:pt x="6" y="389"/>
                    <a:pt x="7" y="391"/>
                    <a:pt x="7" y="393"/>
                  </a:cubicBezTo>
                  <a:cubicBezTo>
                    <a:pt x="7" y="392"/>
                    <a:pt x="7" y="391"/>
                    <a:pt x="7" y="390"/>
                  </a:cubicBezTo>
                  <a:cubicBezTo>
                    <a:pt x="8" y="391"/>
                    <a:pt x="9" y="394"/>
                    <a:pt x="9" y="394"/>
                  </a:cubicBezTo>
                  <a:cubicBezTo>
                    <a:pt x="9" y="395"/>
                    <a:pt x="8" y="396"/>
                    <a:pt x="7" y="397"/>
                  </a:cubicBezTo>
                  <a:close/>
                  <a:moveTo>
                    <a:pt x="79" y="225"/>
                  </a:moveTo>
                  <a:cubicBezTo>
                    <a:pt x="80" y="226"/>
                    <a:pt x="80" y="226"/>
                    <a:pt x="80" y="227"/>
                  </a:cubicBezTo>
                  <a:cubicBezTo>
                    <a:pt x="79" y="228"/>
                    <a:pt x="78" y="227"/>
                    <a:pt x="79" y="225"/>
                  </a:cubicBezTo>
                  <a:close/>
                  <a:moveTo>
                    <a:pt x="6" y="384"/>
                  </a:moveTo>
                  <a:cubicBezTo>
                    <a:pt x="6" y="381"/>
                    <a:pt x="7" y="381"/>
                    <a:pt x="8" y="382"/>
                  </a:cubicBezTo>
                  <a:cubicBezTo>
                    <a:pt x="8" y="383"/>
                    <a:pt x="8" y="383"/>
                    <a:pt x="8" y="384"/>
                  </a:cubicBezTo>
                  <a:cubicBezTo>
                    <a:pt x="7" y="383"/>
                    <a:pt x="7" y="387"/>
                    <a:pt x="6" y="384"/>
                  </a:cubicBezTo>
                  <a:close/>
                  <a:moveTo>
                    <a:pt x="82" y="221"/>
                  </a:moveTo>
                  <a:cubicBezTo>
                    <a:pt x="82" y="223"/>
                    <a:pt x="82" y="224"/>
                    <a:pt x="81" y="225"/>
                  </a:cubicBezTo>
                  <a:cubicBezTo>
                    <a:pt x="81" y="223"/>
                    <a:pt x="81" y="222"/>
                    <a:pt x="82" y="221"/>
                  </a:cubicBezTo>
                  <a:close/>
                  <a:moveTo>
                    <a:pt x="4" y="375"/>
                  </a:moveTo>
                  <a:cubicBezTo>
                    <a:pt x="5" y="379"/>
                    <a:pt x="6" y="382"/>
                    <a:pt x="6" y="385"/>
                  </a:cubicBezTo>
                  <a:cubicBezTo>
                    <a:pt x="5" y="382"/>
                    <a:pt x="5" y="381"/>
                    <a:pt x="4" y="379"/>
                  </a:cubicBezTo>
                  <a:cubicBezTo>
                    <a:pt x="4" y="379"/>
                    <a:pt x="5" y="379"/>
                    <a:pt x="5" y="378"/>
                  </a:cubicBezTo>
                  <a:cubicBezTo>
                    <a:pt x="4" y="377"/>
                    <a:pt x="4" y="376"/>
                    <a:pt x="4" y="375"/>
                  </a:cubicBezTo>
                  <a:close/>
                  <a:moveTo>
                    <a:pt x="5" y="371"/>
                  </a:moveTo>
                  <a:cubicBezTo>
                    <a:pt x="5" y="371"/>
                    <a:pt x="5" y="370"/>
                    <a:pt x="5" y="370"/>
                  </a:cubicBezTo>
                  <a:cubicBezTo>
                    <a:pt x="6" y="373"/>
                    <a:pt x="7" y="377"/>
                    <a:pt x="7" y="380"/>
                  </a:cubicBezTo>
                  <a:cubicBezTo>
                    <a:pt x="6" y="379"/>
                    <a:pt x="6" y="380"/>
                    <a:pt x="5" y="378"/>
                  </a:cubicBezTo>
                  <a:cubicBezTo>
                    <a:pt x="5" y="375"/>
                    <a:pt x="4" y="373"/>
                    <a:pt x="5" y="371"/>
                  </a:cubicBezTo>
                  <a:close/>
                  <a:moveTo>
                    <a:pt x="87" y="209"/>
                  </a:moveTo>
                  <a:cubicBezTo>
                    <a:pt x="86" y="211"/>
                    <a:pt x="86" y="213"/>
                    <a:pt x="87" y="212"/>
                  </a:cubicBezTo>
                  <a:cubicBezTo>
                    <a:pt x="86" y="213"/>
                    <a:pt x="86" y="215"/>
                    <a:pt x="85" y="216"/>
                  </a:cubicBezTo>
                  <a:cubicBezTo>
                    <a:pt x="85" y="213"/>
                    <a:pt x="84" y="217"/>
                    <a:pt x="84" y="216"/>
                  </a:cubicBezTo>
                  <a:cubicBezTo>
                    <a:pt x="85" y="214"/>
                    <a:pt x="85" y="211"/>
                    <a:pt x="87" y="209"/>
                  </a:cubicBezTo>
                  <a:close/>
                  <a:moveTo>
                    <a:pt x="2" y="366"/>
                  </a:moveTo>
                  <a:cubicBezTo>
                    <a:pt x="2" y="365"/>
                    <a:pt x="3" y="365"/>
                    <a:pt x="3" y="364"/>
                  </a:cubicBezTo>
                  <a:cubicBezTo>
                    <a:pt x="3" y="364"/>
                    <a:pt x="2" y="364"/>
                    <a:pt x="2" y="364"/>
                  </a:cubicBezTo>
                  <a:cubicBezTo>
                    <a:pt x="3" y="361"/>
                    <a:pt x="3" y="362"/>
                    <a:pt x="4" y="364"/>
                  </a:cubicBezTo>
                  <a:cubicBezTo>
                    <a:pt x="3" y="365"/>
                    <a:pt x="3" y="366"/>
                    <a:pt x="3" y="367"/>
                  </a:cubicBezTo>
                  <a:cubicBezTo>
                    <a:pt x="4" y="366"/>
                    <a:pt x="4" y="367"/>
                    <a:pt x="4" y="368"/>
                  </a:cubicBezTo>
                  <a:cubicBezTo>
                    <a:pt x="4" y="369"/>
                    <a:pt x="4" y="369"/>
                    <a:pt x="4" y="370"/>
                  </a:cubicBezTo>
                  <a:cubicBezTo>
                    <a:pt x="3" y="366"/>
                    <a:pt x="3" y="367"/>
                    <a:pt x="2" y="366"/>
                  </a:cubicBezTo>
                  <a:close/>
                  <a:moveTo>
                    <a:pt x="4" y="357"/>
                  </a:moveTo>
                  <a:cubicBezTo>
                    <a:pt x="3" y="355"/>
                    <a:pt x="4" y="353"/>
                    <a:pt x="4" y="351"/>
                  </a:cubicBezTo>
                  <a:cubicBezTo>
                    <a:pt x="5" y="353"/>
                    <a:pt x="5" y="357"/>
                    <a:pt x="4" y="357"/>
                  </a:cubicBezTo>
                  <a:close/>
                  <a:moveTo>
                    <a:pt x="2" y="344"/>
                  </a:moveTo>
                  <a:cubicBezTo>
                    <a:pt x="2" y="342"/>
                    <a:pt x="1" y="340"/>
                    <a:pt x="2" y="338"/>
                  </a:cubicBezTo>
                  <a:cubicBezTo>
                    <a:pt x="3" y="340"/>
                    <a:pt x="2" y="341"/>
                    <a:pt x="2" y="343"/>
                  </a:cubicBezTo>
                  <a:cubicBezTo>
                    <a:pt x="2" y="343"/>
                    <a:pt x="2" y="342"/>
                    <a:pt x="3" y="342"/>
                  </a:cubicBezTo>
                  <a:cubicBezTo>
                    <a:pt x="2" y="343"/>
                    <a:pt x="2" y="343"/>
                    <a:pt x="2" y="344"/>
                  </a:cubicBezTo>
                  <a:close/>
                  <a:moveTo>
                    <a:pt x="3" y="329"/>
                  </a:moveTo>
                  <a:cubicBezTo>
                    <a:pt x="3" y="331"/>
                    <a:pt x="3" y="334"/>
                    <a:pt x="3" y="336"/>
                  </a:cubicBezTo>
                  <a:cubicBezTo>
                    <a:pt x="2" y="334"/>
                    <a:pt x="2" y="329"/>
                    <a:pt x="3" y="329"/>
                  </a:cubicBezTo>
                  <a:close/>
                  <a:moveTo>
                    <a:pt x="3" y="331"/>
                  </a:moveTo>
                  <a:cubicBezTo>
                    <a:pt x="4" y="330"/>
                    <a:pt x="3" y="329"/>
                    <a:pt x="3" y="329"/>
                  </a:cubicBezTo>
                  <a:cubicBezTo>
                    <a:pt x="4" y="327"/>
                    <a:pt x="4" y="327"/>
                    <a:pt x="4" y="328"/>
                  </a:cubicBezTo>
                  <a:cubicBezTo>
                    <a:pt x="4" y="329"/>
                    <a:pt x="4" y="330"/>
                    <a:pt x="4" y="331"/>
                  </a:cubicBezTo>
                  <a:cubicBezTo>
                    <a:pt x="4" y="330"/>
                    <a:pt x="4" y="331"/>
                    <a:pt x="3" y="331"/>
                  </a:cubicBezTo>
                  <a:close/>
                  <a:moveTo>
                    <a:pt x="4" y="316"/>
                  </a:moveTo>
                  <a:cubicBezTo>
                    <a:pt x="5" y="320"/>
                    <a:pt x="5" y="323"/>
                    <a:pt x="4" y="326"/>
                  </a:cubicBezTo>
                  <a:cubicBezTo>
                    <a:pt x="3" y="323"/>
                    <a:pt x="4" y="320"/>
                    <a:pt x="4" y="316"/>
                  </a:cubicBezTo>
                  <a:close/>
                  <a:moveTo>
                    <a:pt x="2" y="314"/>
                  </a:moveTo>
                  <a:cubicBezTo>
                    <a:pt x="3" y="316"/>
                    <a:pt x="3" y="320"/>
                    <a:pt x="3" y="322"/>
                  </a:cubicBezTo>
                  <a:cubicBezTo>
                    <a:pt x="2" y="320"/>
                    <a:pt x="2" y="317"/>
                    <a:pt x="2" y="314"/>
                  </a:cubicBezTo>
                  <a:close/>
                  <a:moveTo>
                    <a:pt x="6" y="299"/>
                  </a:moveTo>
                  <a:cubicBezTo>
                    <a:pt x="6" y="299"/>
                    <a:pt x="6" y="299"/>
                    <a:pt x="7" y="298"/>
                  </a:cubicBezTo>
                  <a:cubicBezTo>
                    <a:pt x="7" y="300"/>
                    <a:pt x="7" y="303"/>
                    <a:pt x="6" y="306"/>
                  </a:cubicBezTo>
                  <a:cubicBezTo>
                    <a:pt x="7" y="302"/>
                    <a:pt x="6" y="299"/>
                    <a:pt x="6" y="299"/>
                  </a:cubicBezTo>
                  <a:close/>
                  <a:moveTo>
                    <a:pt x="10" y="262"/>
                  </a:moveTo>
                  <a:cubicBezTo>
                    <a:pt x="10" y="264"/>
                    <a:pt x="10" y="260"/>
                    <a:pt x="11" y="260"/>
                  </a:cubicBezTo>
                  <a:cubicBezTo>
                    <a:pt x="11" y="261"/>
                    <a:pt x="10" y="265"/>
                    <a:pt x="9" y="264"/>
                  </a:cubicBezTo>
                  <a:cubicBezTo>
                    <a:pt x="10" y="263"/>
                    <a:pt x="9" y="263"/>
                    <a:pt x="10" y="262"/>
                  </a:cubicBezTo>
                  <a:close/>
                  <a:moveTo>
                    <a:pt x="153" y="56"/>
                  </a:moveTo>
                  <a:cubicBezTo>
                    <a:pt x="154" y="55"/>
                    <a:pt x="156" y="54"/>
                    <a:pt x="157" y="54"/>
                  </a:cubicBezTo>
                  <a:cubicBezTo>
                    <a:pt x="155" y="56"/>
                    <a:pt x="153" y="57"/>
                    <a:pt x="151" y="59"/>
                  </a:cubicBezTo>
                  <a:cubicBezTo>
                    <a:pt x="149" y="59"/>
                    <a:pt x="149" y="59"/>
                    <a:pt x="149" y="59"/>
                  </a:cubicBezTo>
                  <a:cubicBezTo>
                    <a:pt x="152" y="57"/>
                    <a:pt x="152" y="57"/>
                    <a:pt x="153" y="56"/>
                  </a:cubicBezTo>
                  <a:close/>
                  <a:moveTo>
                    <a:pt x="171" y="46"/>
                  </a:moveTo>
                  <a:cubicBezTo>
                    <a:pt x="168" y="47"/>
                    <a:pt x="165" y="50"/>
                    <a:pt x="165" y="48"/>
                  </a:cubicBezTo>
                  <a:cubicBezTo>
                    <a:pt x="167" y="48"/>
                    <a:pt x="171" y="45"/>
                    <a:pt x="171" y="46"/>
                  </a:cubicBezTo>
                  <a:close/>
                  <a:moveTo>
                    <a:pt x="389" y="61"/>
                  </a:moveTo>
                  <a:cubicBezTo>
                    <a:pt x="384" y="61"/>
                    <a:pt x="394" y="62"/>
                    <a:pt x="388" y="63"/>
                  </a:cubicBezTo>
                  <a:cubicBezTo>
                    <a:pt x="387" y="62"/>
                    <a:pt x="387" y="62"/>
                    <a:pt x="385" y="61"/>
                  </a:cubicBezTo>
                  <a:cubicBezTo>
                    <a:pt x="386" y="61"/>
                    <a:pt x="387" y="60"/>
                    <a:pt x="389" y="61"/>
                  </a:cubicBezTo>
                  <a:close/>
                  <a:moveTo>
                    <a:pt x="383" y="62"/>
                  </a:moveTo>
                  <a:cubicBezTo>
                    <a:pt x="383" y="62"/>
                    <a:pt x="382" y="61"/>
                    <a:pt x="381" y="61"/>
                  </a:cubicBezTo>
                  <a:cubicBezTo>
                    <a:pt x="380" y="61"/>
                    <a:pt x="381" y="63"/>
                    <a:pt x="379" y="62"/>
                  </a:cubicBezTo>
                  <a:cubicBezTo>
                    <a:pt x="379" y="62"/>
                    <a:pt x="380" y="61"/>
                    <a:pt x="379" y="61"/>
                  </a:cubicBezTo>
                  <a:cubicBezTo>
                    <a:pt x="381" y="61"/>
                    <a:pt x="382" y="60"/>
                    <a:pt x="384" y="60"/>
                  </a:cubicBezTo>
                  <a:cubicBezTo>
                    <a:pt x="385" y="61"/>
                    <a:pt x="386" y="62"/>
                    <a:pt x="383" y="62"/>
                  </a:cubicBezTo>
                  <a:close/>
                  <a:moveTo>
                    <a:pt x="226" y="20"/>
                  </a:moveTo>
                  <a:cubicBezTo>
                    <a:pt x="228" y="19"/>
                    <a:pt x="230" y="19"/>
                    <a:pt x="231" y="18"/>
                  </a:cubicBezTo>
                  <a:cubicBezTo>
                    <a:pt x="232" y="19"/>
                    <a:pt x="229" y="19"/>
                    <a:pt x="227" y="21"/>
                  </a:cubicBezTo>
                  <a:cubicBezTo>
                    <a:pt x="225" y="21"/>
                    <a:pt x="227" y="20"/>
                    <a:pt x="226" y="20"/>
                  </a:cubicBezTo>
                  <a:close/>
                  <a:moveTo>
                    <a:pt x="397" y="63"/>
                  </a:moveTo>
                  <a:cubicBezTo>
                    <a:pt x="398" y="64"/>
                    <a:pt x="397" y="64"/>
                    <a:pt x="397" y="64"/>
                  </a:cubicBezTo>
                  <a:cubicBezTo>
                    <a:pt x="396" y="64"/>
                    <a:pt x="394" y="64"/>
                    <a:pt x="393" y="63"/>
                  </a:cubicBezTo>
                  <a:cubicBezTo>
                    <a:pt x="395" y="63"/>
                    <a:pt x="395" y="63"/>
                    <a:pt x="397" y="63"/>
                  </a:cubicBezTo>
                  <a:close/>
                  <a:moveTo>
                    <a:pt x="239" y="17"/>
                  </a:moveTo>
                  <a:cubicBezTo>
                    <a:pt x="236" y="17"/>
                    <a:pt x="237" y="18"/>
                    <a:pt x="234" y="18"/>
                  </a:cubicBezTo>
                  <a:cubicBezTo>
                    <a:pt x="233" y="18"/>
                    <a:pt x="239" y="15"/>
                    <a:pt x="239" y="17"/>
                  </a:cubicBezTo>
                  <a:close/>
                  <a:moveTo>
                    <a:pt x="398" y="63"/>
                  </a:moveTo>
                  <a:cubicBezTo>
                    <a:pt x="399" y="63"/>
                    <a:pt x="400" y="63"/>
                    <a:pt x="401" y="64"/>
                  </a:cubicBezTo>
                  <a:cubicBezTo>
                    <a:pt x="400" y="64"/>
                    <a:pt x="400" y="64"/>
                    <a:pt x="399" y="64"/>
                  </a:cubicBezTo>
                  <a:cubicBezTo>
                    <a:pt x="399" y="64"/>
                    <a:pt x="399" y="64"/>
                    <a:pt x="398" y="63"/>
                  </a:cubicBezTo>
                  <a:close/>
                  <a:moveTo>
                    <a:pt x="420" y="12"/>
                  </a:moveTo>
                  <a:cubicBezTo>
                    <a:pt x="418" y="11"/>
                    <a:pt x="415" y="11"/>
                    <a:pt x="413" y="10"/>
                  </a:cubicBezTo>
                  <a:cubicBezTo>
                    <a:pt x="416" y="10"/>
                    <a:pt x="421" y="11"/>
                    <a:pt x="420" y="12"/>
                  </a:cubicBezTo>
                  <a:close/>
                  <a:moveTo>
                    <a:pt x="430" y="15"/>
                  </a:moveTo>
                  <a:cubicBezTo>
                    <a:pt x="427" y="14"/>
                    <a:pt x="424" y="13"/>
                    <a:pt x="421" y="12"/>
                  </a:cubicBezTo>
                  <a:cubicBezTo>
                    <a:pt x="424" y="12"/>
                    <a:pt x="427" y="13"/>
                    <a:pt x="430" y="15"/>
                  </a:cubicBezTo>
                  <a:close/>
                  <a:moveTo>
                    <a:pt x="434" y="15"/>
                  </a:moveTo>
                  <a:cubicBezTo>
                    <a:pt x="432" y="15"/>
                    <a:pt x="432" y="15"/>
                    <a:pt x="432" y="15"/>
                  </a:cubicBezTo>
                  <a:cubicBezTo>
                    <a:pt x="431" y="15"/>
                    <a:pt x="431" y="14"/>
                    <a:pt x="430" y="14"/>
                  </a:cubicBezTo>
                  <a:cubicBezTo>
                    <a:pt x="432" y="14"/>
                    <a:pt x="433" y="15"/>
                    <a:pt x="434" y="15"/>
                  </a:cubicBezTo>
                  <a:close/>
                  <a:moveTo>
                    <a:pt x="572" y="145"/>
                  </a:moveTo>
                  <a:cubicBezTo>
                    <a:pt x="573" y="147"/>
                    <a:pt x="572" y="146"/>
                    <a:pt x="570" y="145"/>
                  </a:cubicBezTo>
                  <a:cubicBezTo>
                    <a:pt x="568" y="143"/>
                    <a:pt x="566" y="140"/>
                    <a:pt x="562" y="137"/>
                  </a:cubicBezTo>
                  <a:cubicBezTo>
                    <a:pt x="562" y="137"/>
                    <a:pt x="562" y="136"/>
                    <a:pt x="562" y="136"/>
                  </a:cubicBezTo>
                  <a:cubicBezTo>
                    <a:pt x="565" y="138"/>
                    <a:pt x="569" y="142"/>
                    <a:pt x="572" y="145"/>
                  </a:cubicBezTo>
                  <a:close/>
                  <a:moveTo>
                    <a:pt x="582" y="158"/>
                  </a:moveTo>
                  <a:cubicBezTo>
                    <a:pt x="582" y="159"/>
                    <a:pt x="582" y="159"/>
                    <a:pt x="581" y="159"/>
                  </a:cubicBezTo>
                  <a:cubicBezTo>
                    <a:pt x="579" y="156"/>
                    <a:pt x="576" y="153"/>
                    <a:pt x="574" y="150"/>
                  </a:cubicBezTo>
                  <a:cubicBezTo>
                    <a:pt x="577" y="153"/>
                    <a:pt x="579" y="155"/>
                    <a:pt x="582" y="158"/>
                  </a:cubicBezTo>
                  <a:close/>
                  <a:moveTo>
                    <a:pt x="537" y="67"/>
                  </a:moveTo>
                  <a:cubicBezTo>
                    <a:pt x="536" y="67"/>
                    <a:pt x="532" y="64"/>
                    <a:pt x="530" y="63"/>
                  </a:cubicBezTo>
                  <a:cubicBezTo>
                    <a:pt x="533" y="64"/>
                    <a:pt x="535" y="65"/>
                    <a:pt x="537" y="67"/>
                  </a:cubicBezTo>
                  <a:close/>
                  <a:moveTo>
                    <a:pt x="592" y="172"/>
                  </a:moveTo>
                  <a:cubicBezTo>
                    <a:pt x="589" y="168"/>
                    <a:pt x="586" y="164"/>
                    <a:pt x="584" y="163"/>
                  </a:cubicBezTo>
                  <a:cubicBezTo>
                    <a:pt x="584" y="162"/>
                    <a:pt x="583" y="162"/>
                    <a:pt x="583" y="161"/>
                  </a:cubicBezTo>
                  <a:cubicBezTo>
                    <a:pt x="585" y="163"/>
                    <a:pt x="590" y="166"/>
                    <a:pt x="592" y="172"/>
                  </a:cubicBezTo>
                  <a:close/>
                  <a:moveTo>
                    <a:pt x="575" y="93"/>
                  </a:moveTo>
                  <a:cubicBezTo>
                    <a:pt x="575" y="94"/>
                    <a:pt x="576" y="95"/>
                    <a:pt x="577" y="95"/>
                  </a:cubicBezTo>
                  <a:cubicBezTo>
                    <a:pt x="579" y="98"/>
                    <a:pt x="574" y="95"/>
                    <a:pt x="577" y="99"/>
                  </a:cubicBezTo>
                  <a:cubicBezTo>
                    <a:pt x="575" y="97"/>
                    <a:pt x="573" y="96"/>
                    <a:pt x="572" y="94"/>
                  </a:cubicBezTo>
                  <a:cubicBezTo>
                    <a:pt x="575" y="97"/>
                    <a:pt x="577" y="97"/>
                    <a:pt x="575" y="93"/>
                  </a:cubicBezTo>
                  <a:close/>
                  <a:moveTo>
                    <a:pt x="611" y="210"/>
                  </a:moveTo>
                  <a:cubicBezTo>
                    <a:pt x="612" y="212"/>
                    <a:pt x="610" y="210"/>
                    <a:pt x="610" y="210"/>
                  </a:cubicBezTo>
                  <a:cubicBezTo>
                    <a:pt x="610" y="209"/>
                    <a:pt x="609" y="208"/>
                    <a:pt x="609" y="206"/>
                  </a:cubicBezTo>
                  <a:cubicBezTo>
                    <a:pt x="610" y="207"/>
                    <a:pt x="610" y="209"/>
                    <a:pt x="611" y="210"/>
                  </a:cubicBezTo>
                  <a:close/>
                  <a:moveTo>
                    <a:pt x="615" y="184"/>
                  </a:moveTo>
                  <a:cubicBezTo>
                    <a:pt x="615" y="186"/>
                    <a:pt x="617" y="186"/>
                    <a:pt x="617" y="187"/>
                  </a:cubicBezTo>
                  <a:cubicBezTo>
                    <a:pt x="618" y="189"/>
                    <a:pt x="617" y="188"/>
                    <a:pt x="617" y="188"/>
                  </a:cubicBezTo>
                  <a:cubicBezTo>
                    <a:pt x="617" y="189"/>
                    <a:pt x="618" y="189"/>
                    <a:pt x="618" y="190"/>
                  </a:cubicBezTo>
                  <a:cubicBezTo>
                    <a:pt x="616" y="187"/>
                    <a:pt x="615" y="185"/>
                    <a:pt x="615" y="187"/>
                  </a:cubicBezTo>
                  <a:cubicBezTo>
                    <a:pt x="614" y="185"/>
                    <a:pt x="614" y="184"/>
                    <a:pt x="615" y="184"/>
                  </a:cubicBezTo>
                  <a:close/>
                  <a:moveTo>
                    <a:pt x="618" y="156"/>
                  </a:moveTo>
                  <a:cubicBezTo>
                    <a:pt x="617" y="155"/>
                    <a:pt x="616" y="154"/>
                    <a:pt x="616" y="153"/>
                  </a:cubicBezTo>
                  <a:cubicBezTo>
                    <a:pt x="617" y="153"/>
                    <a:pt x="619" y="157"/>
                    <a:pt x="618" y="156"/>
                  </a:cubicBezTo>
                  <a:close/>
                  <a:moveTo>
                    <a:pt x="626" y="172"/>
                  </a:moveTo>
                  <a:cubicBezTo>
                    <a:pt x="624" y="169"/>
                    <a:pt x="622" y="167"/>
                    <a:pt x="621" y="164"/>
                  </a:cubicBezTo>
                  <a:cubicBezTo>
                    <a:pt x="623" y="166"/>
                    <a:pt x="625" y="169"/>
                    <a:pt x="626" y="172"/>
                  </a:cubicBezTo>
                  <a:close/>
                  <a:moveTo>
                    <a:pt x="632" y="183"/>
                  </a:moveTo>
                  <a:cubicBezTo>
                    <a:pt x="631" y="182"/>
                    <a:pt x="630" y="180"/>
                    <a:pt x="630" y="179"/>
                  </a:cubicBezTo>
                  <a:cubicBezTo>
                    <a:pt x="631" y="180"/>
                    <a:pt x="631" y="182"/>
                    <a:pt x="632" y="183"/>
                  </a:cubicBezTo>
                  <a:close/>
                  <a:moveTo>
                    <a:pt x="635" y="181"/>
                  </a:moveTo>
                  <a:cubicBezTo>
                    <a:pt x="635" y="183"/>
                    <a:pt x="635" y="183"/>
                    <a:pt x="636" y="183"/>
                  </a:cubicBezTo>
                  <a:cubicBezTo>
                    <a:pt x="636" y="186"/>
                    <a:pt x="633" y="181"/>
                    <a:pt x="633" y="180"/>
                  </a:cubicBezTo>
                  <a:cubicBezTo>
                    <a:pt x="634" y="181"/>
                    <a:pt x="634" y="181"/>
                    <a:pt x="635" y="181"/>
                  </a:cubicBezTo>
                  <a:close/>
                  <a:moveTo>
                    <a:pt x="660" y="290"/>
                  </a:moveTo>
                  <a:cubicBezTo>
                    <a:pt x="659" y="290"/>
                    <a:pt x="658" y="287"/>
                    <a:pt x="658" y="285"/>
                  </a:cubicBezTo>
                  <a:cubicBezTo>
                    <a:pt x="659" y="285"/>
                    <a:pt x="660" y="288"/>
                    <a:pt x="660" y="2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b="1">
                <a:latin typeface="+mj-ea"/>
                <a:ea typeface="+mj-ea"/>
              </a:endParaRPr>
            </a:p>
          </p:txBody>
        </p:sp>
      </p:grpSp>
      <p:sp>
        <p:nvSpPr>
          <p:cNvPr id="17" name="缺角矩形 16"/>
          <p:cNvSpPr/>
          <p:nvPr>
            <p:custDataLst>
              <p:tags r:id="rId7"/>
            </p:custDataLst>
          </p:nvPr>
        </p:nvSpPr>
        <p:spPr>
          <a:xfrm>
            <a:off x="766617" y="4462220"/>
            <a:ext cx="5216612" cy="1630613"/>
          </a:xfrm>
          <a:prstGeom prst="plaque">
            <a:avLst>
              <a:gd name="adj" fmla="val 4832"/>
            </a:avLst>
          </a:prstGeom>
          <a:gradFill>
            <a:gsLst>
              <a:gs pos="37000">
                <a:srgbClr val="FFFFFF"/>
              </a:gs>
              <a:gs pos="97000">
                <a:schemeClr val="bg1">
                  <a:alpha val="50000"/>
                </a:schemeClr>
              </a:gs>
            </a:gsLst>
            <a:lin ang="2700000" scaled="1"/>
          </a:gradFill>
          <a:ln w="190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46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889598" y="5291339"/>
            <a:ext cx="5012438" cy="73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dirty="0">
                <a:latin typeface="+mn-ea"/>
              </a:rPr>
              <a:t>示例内容、公开模、板示例内容、公开模板示</a:t>
            </a:r>
            <a:r>
              <a:rPr lang="zh-CN" altLang="en-US" sz="1600" dirty="0">
                <a:latin typeface="+mn-ea"/>
              </a:rPr>
              <a:t>示，例内容公开。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1554674" y="4671599"/>
            <a:ext cx="16595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grpSp>
        <p:nvGrpSpPr>
          <p:cNvPr id="21" name="组合 20"/>
          <p:cNvGrpSpPr/>
          <p:nvPr>
            <p:custDataLst>
              <p:tags r:id="rId10"/>
            </p:custDataLst>
          </p:nvPr>
        </p:nvGrpSpPr>
        <p:grpSpPr>
          <a:xfrm>
            <a:off x="961383" y="4597059"/>
            <a:ext cx="593291" cy="594409"/>
            <a:chOff x="3838979" y="1830483"/>
            <a:chExt cx="725784" cy="727152"/>
          </a:xfrm>
        </p:grpSpPr>
        <p:sp>
          <p:nvSpPr>
            <p:cNvPr id="22" name="Index-1"/>
            <p:cNvSpPr txBox="1"/>
            <p:nvPr>
              <p:custDataLst>
                <p:tags r:id="rId11"/>
              </p:custDataLst>
            </p:nvPr>
          </p:nvSpPr>
          <p:spPr>
            <a:xfrm>
              <a:off x="3950989" y="1916832"/>
              <a:ext cx="531052" cy="523220"/>
            </a:xfrm>
            <a:prstGeom prst="rect">
              <a:avLst/>
            </a:prstGeom>
            <a:noFill/>
          </p:spPr>
          <p:txBody>
            <a:bodyPr wrap="none" lIns="0" rIns="0" rtlCol="0" anchor="ctr" anchorCtr="0">
              <a:noAutofit/>
            </a:bodyPr>
            <a:lstStyle/>
            <a:p>
              <a:pPr algn="ctr"/>
              <a:r>
                <a:rPr lang="zh-CN" altLang="en-US" sz="2800" dirty="0">
                  <a:solidFill>
                    <a:schemeClr val="accent1"/>
                  </a:solidFill>
                  <a:latin typeface="OPPOSans M" panose="00020600040101010101" pitchFamily="18" charset="-122"/>
                  <a:ea typeface="阿里妈妈东方大楷" pitchFamily="2" charset="-122"/>
                </a:rPr>
                <a:t>示</a:t>
              </a:r>
              <a:endParaRPr lang="zh-CN" altLang="en-US" sz="2800" dirty="0">
                <a:solidFill>
                  <a:schemeClr val="accent1"/>
                </a:solidFill>
                <a:effectLst/>
                <a:latin typeface="OPPOSans M" panose="00020600040101010101" pitchFamily="18" charset="-122"/>
                <a:ea typeface="阿里妈妈东方大楷" pitchFamily="2" charset="-122"/>
              </a:endParaRPr>
            </a:p>
          </p:txBody>
        </p:sp>
        <p:sp>
          <p:nvSpPr>
            <p:cNvPr id="23" name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3838979" y="1830483"/>
              <a:ext cx="725784" cy="727152"/>
            </a:xfrm>
            <a:custGeom>
              <a:avLst/>
              <a:gdLst>
                <a:gd name="T0" fmla="*/ 579 w 669"/>
                <a:gd name="T1" fmla="*/ 485 h 670"/>
                <a:gd name="T2" fmla="*/ 324 w 669"/>
                <a:gd name="T3" fmla="*/ 608 h 670"/>
                <a:gd name="T4" fmla="*/ 198 w 669"/>
                <a:gd name="T5" fmla="*/ 568 h 670"/>
                <a:gd name="T6" fmla="*/ 426 w 669"/>
                <a:gd name="T7" fmla="*/ 593 h 670"/>
                <a:gd name="T8" fmla="*/ 567 w 669"/>
                <a:gd name="T9" fmla="*/ 485 h 670"/>
                <a:gd name="T10" fmla="*/ 522 w 669"/>
                <a:gd name="T11" fmla="*/ 529 h 670"/>
                <a:gd name="T12" fmla="*/ 211 w 669"/>
                <a:gd name="T13" fmla="*/ 566 h 670"/>
                <a:gd name="T14" fmla="*/ 279 w 669"/>
                <a:gd name="T15" fmla="*/ 67 h 670"/>
                <a:gd name="T16" fmla="*/ 521 w 669"/>
                <a:gd name="T17" fmla="*/ 120 h 670"/>
                <a:gd name="T18" fmla="*/ 598 w 669"/>
                <a:gd name="T19" fmla="*/ 182 h 670"/>
                <a:gd name="T20" fmla="*/ 661 w 669"/>
                <a:gd name="T21" fmla="*/ 313 h 670"/>
                <a:gd name="T22" fmla="*/ 640 w 669"/>
                <a:gd name="T23" fmla="*/ 192 h 670"/>
                <a:gd name="T24" fmla="*/ 553 w 669"/>
                <a:gd name="T25" fmla="*/ 76 h 670"/>
                <a:gd name="T26" fmla="*/ 407 w 669"/>
                <a:gd name="T27" fmla="*/ 8 h 670"/>
                <a:gd name="T28" fmla="*/ 243 w 669"/>
                <a:gd name="T29" fmla="*/ 13 h 670"/>
                <a:gd name="T30" fmla="*/ 107 w 669"/>
                <a:gd name="T31" fmla="*/ 91 h 670"/>
                <a:gd name="T32" fmla="*/ 23 w 669"/>
                <a:gd name="T33" fmla="*/ 217 h 670"/>
                <a:gd name="T34" fmla="*/ 2 w 669"/>
                <a:gd name="T35" fmla="*/ 354 h 670"/>
                <a:gd name="T36" fmla="*/ 15 w 669"/>
                <a:gd name="T37" fmla="*/ 438 h 670"/>
                <a:gd name="T38" fmla="*/ 48 w 669"/>
                <a:gd name="T39" fmla="*/ 506 h 670"/>
                <a:gd name="T40" fmla="*/ 157 w 669"/>
                <a:gd name="T41" fmla="*/ 618 h 670"/>
                <a:gd name="T42" fmla="*/ 251 w 669"/>
                <a:gd name="T43" fmla="*/ 659 h 670"/>
                <a:gd name="T44" fmla="*/ 457 w 669"/>
                <a:gd name="T45" fmla="*/ 650 h 670"/>
                <a:gd name="T46" fmla="*/ 567 w 669"/>
                <a:gd name="T47" fmla="*/ 584 h 670"/>
                <a:gd name="T48" fmla="*/ 450 w 669"/>
                <a:gd name="T49" fmla="*/ 646 h 670"/>
                <a:gd name="T50" fmla="*/ 308 w 669"/>
                <a:gd name="T51" fmla="*/ 658 h 670"/>
                <a:gd name="T52" fmla="*/ 403 w 669"/>
                <a:gd name="T53" fmla="*/ 652 h 670"/>
                <a:gd name="T54" fmla="*/ 566 w 669"/>
                <a:gd name="T55" fmla="*/ 569 h 670"/>
                <a:gd name="T56" fmla="*/ 637 w 669"/>
                <a:gd name="T57" fmla="*/ 474 h 670"/>
                <a:gd name="T58" fmla="*/ 599 w 669"/>
                <a:gd name="T59" fmla="*/ 521 h 670"/>
                <a:gd name="T60" fmla="*/ 623 w 669"/>
                <a:gd name="T61" fmla="*/ 472 h 670"/>
                <a:gd name="T62" fmla="*/ 471 w 669"/>
                <a:gd name="T63" fmla="*/ 613 h 670"/>
                <a:gd name="T64" fmla="*/ 301 w 669"/>
                <a:gd name="T65" fmla="*/ 638 h 670"/>
                <a:gd name="T66" fmla="*/ 267 w 669"/>
                <a:gd name="T67" fmla="*/ 628 h 670"/>
                <a:gd name="T68" fmla="*/ 425 w 669"/>
                <a:gd name="T69" fmla="*/ 625 h 670"/>
                <a:gd name="T70" fmla="*/ 549 w 669"/>
                <a:gd name="T71" fmla="*/ 550 h 670"/>
                <a:gd name="T72" fmla="*/ 578 w 669"/>
                <a:gd name="T73" fmla="*/ 508 h 670"/>
                <a:gd name="T74" fmla="*/ 613 w 669"/>
                <a:gd name="T75" fmla="*/ 435 h 670"/>
                <a:gd name="T76" fmla="*/ 634 w 669"/>
                <a:gd name="T77" fmla="*/ 185 h 670"/>
                <a:gd name="T78" fmla="*/ 523 w 669"/>
                <a:gd name="T79" fmla="*/ 544 h 670"/>
                <a:gd name="T80" fmla="*/ 544 w 669"/>
                <a:gd name="T81" fmla="*/ 549 h 670"/>
                <a:gd name="T82" fmla="*/ 583 w 669"/>
                <a:gd name="T83" fmla="*/ 532 h 670"/>
                <a:gd name="T84" fmla="*/ 585 w 669"/>
                <a:gd name="T85" fmla="*/ 541 h 670"/>
                <a:gd name="T86" fmla="*/ 498 w 669"/>
                <a:gd name="T87" fmla="*/ 585 h 670"/>
                <a:gd name="T88" fmla="*/ 528 w 669"/>
                <a:gd name="T89" fmla="*/ 585 h 670"/>
                <a:gd name="T90" fmla="*/ 564 w 669"/>
                <a:gd name="T91" fmla="*/ 575 h 670"/>
                <a:gd name="T92" fmla="*/ 445 w 669"/>
                <a:gd name="T93" fmla="*/ 624 h 670"/>
                <a:gd name="T94" fmla="*/ 468 w 669"/>
                <a:gd name="T95" fmla="*/ 641 h 670"/>
                <a:gd name="T96" fmla="*/ 354 w 669"/>
                <a:gd name="T97" fmla="*/ 641 h 670"/>
                <a:gd name="T98" fmla="*/ 409 w 669"/>
                <a:gd name="T99" fmla="*/ 661 h 670"/>
                <a:gd name="T100" fmla="*/ 240 w 669"/>
                <a:gd name="T101" fmla="*/ 622 h 670"/>
                <a:gd name="T102" fmla="*/ 276 w 669"/>
                <a:gd name="T103" fmla="*/ 650 h 670"/>
                <a:gd name="T104" fmla="*/ 291 w 669"/>
                <a:gd name="T105" fmla="*/ 661 h 670"/>
                <a:gd name="T106" fmla="*/ 204 w 669"/>
                <a:gd name="T107" fmla="*/ 627 h 670"/>
                <a:gd name="T108" fmla="*/ 103 w 669"/>
                <a:gd name="T109" fmla="*/ 475 h 670"/>
                <a:gd name="T110" fmla="*/ 147 w 669"/>
                <a:gd name="T111" fmla="*/ 593 h 670"/>
                <a:gd name="T112" fmla="*/ 113 w 669"/>
                <a:gd name="T113" fmla="*/ 579 h 670"/>
                <a:gd name="T114" fmla="*/ 41 w 669"/>
                <a:gd name="T115" fmla="*/ 486 h 670"/>
                <a:gd name="T116" fmla="*/ 71 w 669"/>
                <a:gd name="T117" fmla="*/ 258 h 670"/>
                <a:gd name="T118" fmla="*/ 84 w 669"/>
                <a:gd name="T119" fmla="*/ 216 h 670"/>
                <a:gd name="T120" fmla="*/ 157 w 669"/>
                <a:gd name="T121" fmla="*/ 54 h 670"/>
                <a:gd name="T122" fmla="*/ 434 w 669"/>
                <a:gd name="T123" fmla="*/ 15 h 670"/>
                <a:gd name="T124" fmla="*/ 635 w 669"/>
                <a:gd name="T125" fmla="*/ 18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9" h="670">
                  <a:moveTo>
                    <a:pt x="620" y="396"/>
                  </a:moveTo>
                  <a:cubicBezTo>
                    <a:pt x="620" y="397"/>
                    <a:pt x="620" y="398"/>
                    <a:pt x="621" y="397"/>
                  </a:cubicBezTo>
                  <a:cubicBezTo>
                    <a:pt x="621" y="397"/>
                    <a:pt x="620" y="398"/>
                    <a:pt x="620" y="399"/>
                  </a:cubicBezTo>
                  <a:cubicBezTo>
                    <a:pt x="620" y="401"/>
                    <a:pt x="620" y="400"/>
                    <a:pt x="620" y="402"/>
                  </a:cubicBezTo>
                  <a:cubicBezTo>
                    <a:pt x="620" y="405"/>
                    <a:pt x="618" y="408"/>
                    <a:pt x="618" y="412"/>
                  </a:cubicBezTo>
                  <a:cubicBezTo>
                    <a:pt x="615" y="415"/>
                    <a:pt x="616" y="419"/>
                    <a:pt x="614" y="423"/>
                  </a:cubicBezTo>
                  <a:cubicBezTo>
                    <a:pt x="613" y="422"/>
                    <a:pt x="615" y="417"/>
                    <a:pt x="614" y="416"/>
                  </a:cubicBezTo>
                  <a:cubicBezTo>
                    <a:pt x="613" y="422"/>
                    <a:pt x="610" y="425"/>
                    <a:pt x="609" y="432"/>
                  </a:cubicBezTo>
                  <a:cubicBezTo>
                    <a:pt x="608" y="433"/>
                    <a:pt x="607" y="434"/>
                    <a:pt x="607" y="437"/>
                  </a:cubicBezTo>
                  <a:cubicBezTo>
                    <a:pt x="606" y="438"/>
                    <a:pt x="605" y="437"/>
                    <a:pt x="606" y="435"/>
                  </a:cubicBezTo>
                  <a:cubicBezTo>
                    <a:pt x="605" y="435"/>
                    <a:pt x="605" y="436"/>
                    <a:pt x="605" y="437"/>
                  </a:cubicBezTo>
                  <a:cubicBezTo>
                    <a:pt x="606" y="436"/>
                    <a:pt x="605" y="440"/>
                    <a:pt x="606" y="438"/>
                  </a:cubicBezTo>
                  <a:cubicBezTo>
                    <a:pt x="604" y="441"/>
                    <a:pt x="604" y="445"/>
                    <a:pt x="602" y="449"/>
                  </a:cubicBezTo>
                  <a:cubicBezTo>
                    <a:pt x="603" y="444"/>
                    <a:pt x="604" y="440"/>
                    <a:pt x="604" y="439"/>
                  </a:cubicBezTo>
                  <a:cubicBezTo>
                    <a:pt x="603" y="440"/>
                    <a:pt x="602" y="447"/>
                    <a:pt x="600" y="450"/>
                  </a:cubicBezTo>
                  <a:cubicBezTo>
                    <a:pt x="599" y="450"/>
                    <a:pt x="598" y="454"/>
                    <a:pt x="597" y="456"/>
                  </a:cubicBezTo>
                  <a:cubicBezTo>
                    <a:pt x="597" y="456"/>
                    <a:pt x="598" y="455"/>
                    <a:pt x="598" y="456"/>
                  </a:cubicBezTo>
                  <a:cubicBezTo>
                    <a:pt x="598" y="457"/>
                    <a:pt x="597" y="457"/>
                    <a:pt x="597" y="458"/>
                  </a:cubicBezTo>
                  <a:cubicBezTo>
                    <a:pt x="597" y="458"/>
                    <a:pt x="597" y="457"/>
                    <a:pt x="596" y="458"/>
                  </a:cubicBezTo>
                  <a:cubicBezTo>
                    <a:pt x="594" y="462"/>
                    <a:pt x="593" y="466"/>
                    <a:pt x="591" y="470"/>
                  </a:cubicBezTo>
                  <a:cubicBezTo>
                    <a:pt x="590" y="470"/>
                    <a:pt x="590" y="470"/>
                    <a:pt x="590" y="470"/>
                  </a:cubicBezTo>
                  <a:cubicBezTo>
                    <a:pt x="592" y="466"/>
                    <a:pt x="592" y="464"/>
                    <a:pt x="594" y="460"/>
                  </a:cubicBezTo>
                  <a:cubicBezTo>
                    <a:pt x="592" y="463"/>
                    <a:pt x="590" y="467"/>
                    <a:pt x="588" y="470"/>
                  </a:cubicBezTo>
                  <a:cubicBezTo>
                    <a:pt x="588" y="471"/>
                    <a:pt x="589" y="468"/>
                    <a:pt x="590" y="468"/>
                  </a:cubicBezTo>
                  <a:cubicBezTo>
                    <a:pt x="590" y="469"/>
                    <a:pt x="589" y="470"/>
                    <a:pt x="589" y="471"/>
                  </a:cubicBezTo>
                  <a:cubicBezTo>
                    <a:pt x="587" y="473"/>
                    <a:pt x="587" y="471"/>
                    <a:pt x="586" y="473"/>
                  </a:cubicBezTo>
                  <a:cubicBezTo>
                    <a:pt x="586" y="474"/>
                    <a:pt x="586" y="474"/>
                    <a:pt x="586" y="475"/>
                  </a:cubicBezTo>
                  <a:cubicBezTo>
                    <a:pt x="586" y="475"/>
                    <a:pt x="586" y="474"/>
                    <a:pt x="587" y="473"/>
                  </a:cubicBezTo>
                  <a:cubicBezTo>
                    <a:pt x="588" y="473"/>
                    <a:pt x="588" y="474"/>
                    <a:pt x="588" y="472"/>
                  </a:cubicBezTo>
                  <a:cubicBezTo>
                    <a:pt x="591" y="470"/>
                    <a:pt x="589" y="473"/>
                    <a:pt x="588" y="475"/>
                  </a:cubicBezTo>
                  <a:cubicBezTo>
                    <a:pt x="589" y="472"/>
                    <a:pt x="586" y="477"/>
                    <a:pt x="586" y="475"/>
                  </a:cubicBezTo>
                  <a:cubicBezTo>
                    <a:pt x="585" y="476"/>
                    <a:pt x="585" y="478"/>
                    <a:pt x="584" y="479"/>
                  </a:cubicBezTo>
                  <a:cubicBezTo>
                    <a:pt x="583" y="480"/>
                    <a:pt x="585" y="477"/>
                    <a:pt x="585" y="475"/>
                  </a:cubicBezTo>
                  <a:cubicBezTo>
                    <a:pt x="586" y="474"/>
                    <a:pt x="584" y="476"/>
                    <a:pt x="584" y="474"/>
                  </a:cubicBezTo>
                  <a:cubicBezTo>
                    <a:pt x="583" y="476"/>
                    <a:pt x="583" y="478"/>
                    <a:pt x="581" y="480"/>
                  </a:cubicBezTo>
                  <a:cubicBezTo>
                    <a:pt x="581" y="479"/>
                    <a:pt x="582" y="477"/>
                    <a:pt x="582" y="476"/>
                  </a:cubicBezTo>
                  <a:cubicBezTo>
                    <a:pt x="580" y="477"/>
                    <a:pt x="580" y="480"/>
                    <a:pt x="578" y="481"/>
                  </a:cubicBezTo>
                  <a:cubicBezTo>
                    <a:pt x="578" y="482"/>
                    <a:pt x="580" y="479"/>
                    <a:pt x="581" y="479"/>
                  </a:cubicBezTo>
                  <a:cubicBezTo>
                    <a:pt x="580" y="480"/>
                    <a:pt x="579" y="481"/>
                    <a:pt x="578" y="483"/>
                  </a:cubicBezTo>
                  <a:cubicBezTo>
                    <a:pt x="580" y="481"/>
                    <a:pt x="580" y="482"/>
                    <a:pt x="580" y="483"/>
                  </a:cubicBezTo>
                  <a:cubicBezTo>
                    <a:pt x="580" y="484"/>
                    <a:pt x="579" y="484"/>
                    <a:pt x="579" y="485"/>
                  </a:cubicBezTo>
                  <a:cubicBezTo>
                    <a:pt x="577" y="487"/>
                    <a:pt x="579" y="483"/>
                    <a:pt x="578" y="485"/>
                  </a:cubicBezTo>
                  <a:cubicBezTo>
                    <a:pt x="577" y="486"/>
                    <a:pt x="575" y="490"/>
                    <a:pt x="573" y="492"/>
                  </a:cubicBezTo>
                  <a:cubicBezTo>
                    <a:pt x="571" y="495"/>
                    <a:pt x="569" y="497"/>
                    <a:pt x="569" y="496"/>
                  </a:cubicBezTo>
                  <a:cubicBezTo>
                    <a:pt x="568" y="498"/>
                    <a:pt x="567" y="499"/>
                    <a:pt x="568" y="499"/>
                  </a:cubicBezTo>
                  <a:cubicBezTo>
                    <a:pt x="566" y="501"/>
                    <a:pt x="566" y="500"/>
                    <a:pt x="565" y="501"/>
                  </a:cubicBezTo>
                  <a:cubicBezTo>
                    <a:pt x="567" y="498"/>
                    <a:pt x="568" y="496"/>
                    <a:pt x="570" y="494"/>
                  </a:cubicBezTo>
                  <a:cubicBezTo>
                    <a:pt x="568" y="495"/>
                    <a:pt x="564" y="500"/>
                    <a:pt x="563" y="503"/>
                  </a:cubicBezTo>
                  <a:cubicBezTo>
                    <a:pt x="562" y="503"/>
                    <a:pt x="563" y="502"/>
                    <a:pt x="561" y="503"/>
                  </a:cubicBezTo>
                  <a:cubicBezTo>
                    <a:pt x="560" y="505"/>
                    <a:pt x="559" y="507"/>
                    <a:pt x="556" y="509"/>
                  </a:cubicBezTo>
                  <a:cubicBezTo>
                    <a:pt x="557" y="510"/>
                    <a:pt x="555" y="512"/>
                    <a:pt x="557" y="511"/>
                  </a:cubicBezTo>
                  <a:cubicBezTo>
                    <a:pt x="555" y="512"/>
                    <a:pt x="555" y="514"/>
                    <a:pt x="552" y="516"/>
                  </a:cubicBezTo>
                  <a:cubicBezTo>
                    <a:pt x="554" y="516"/>
                    <a:pt x="550" y="520"/>
                    <a:pt x="550" y="520"/>
                  </a:cubicBezTo>
                  <a:cubicBezTo>
                    <a:pt x="547" y="523"/>
                    <a:pt x="551" y="518"/>
                    <a:pt x="549" y="520"/>
                  </a:cubicBezTo>
                  <a:cubicBezTo>
                    <a:pt x="548" y="521"/>
                    <a:pt x="547" y="523"/>
                    <a:pt x="546" y="524"/>
                  </a:cubicBezTo>
                  <a:cubicBezTo>
                    <a:pt x="546" y="523"/>
                    <a:pt x="546" y="523"/>
                    <a:pt x="546" y="522"/>
                  </a:cubicBezTo>
                  <a:cubicBezTo>
                    <a:pt x="549" y="518"/>
                    <a:pt x="553" y="514"/>
                    <a:pt x="555" y="510"/>
                  </a:cubicBezTo>
                  <a:cubicBezTo>
                    <a:pt x="554" y="511"/>
                    <a:pt x="554" y="513"/>
                    <a:pt x="552" y="513"/>
                  </a:cubicBezTo>
                  <a:cubicBezTo>
                    <a:pt x="549" y="520"/>
                    <a:pt x="542" y="523"/>
                    <a:pt x="538" y="529"/>
                  </a:cubicBezTo>
                  <a:cubicBezTo>
                    <a:pt x="537" y="530"/>
                    <a:pt x="535" y="531"/>
                    <a:pt x="534" y="532"/>
                  </a:cubicBezTo>
                  <a:cubicBezTo>
                    <a:pt x="532" y="534"/>
                    <a:pt x="530" y="535"/>
                    <a:pt x="529" y="537"/>
                  </a:cubicBezTo>
                  <a:cubicBezTo>
                    <a:pt x="526" y="540"/>
                    <a:pt x="523" y="543"/>
                    <a:pt x="521" y="543"/>
                  </a:cubicBezTo>
                  <a:cubicBezTo>
                    <a:pt x="519" y="544"/>
                    <a:pt x="518" y="545"/>
                    <a:pt x="516" y="547"/>
                  </a:cubicBezTo>
                  <a:cubicBezTo>
                    <a:pt x="516" y="548"/>
                    <a:pt x="512" y="550"/>
                    <a:pt x="510" y="552"/>
                  </a:cubicBezTo>
                  <a:cubicBezTo>
                    <a:pt x="510" y="552"/>
                    <a:pt x="511" y="551"/>
                    <a:pt x="509" y="551"/>
                  </a:cubicBezTo>
                  <a:cubicBezTo>
                    <a:pt x="510" y="552"/>
                    <a:pt x="507" y="555"/>
                    <a:pt x="507" y="554"/>
                  </a:cubicBezTo>
                  <a:cubicBezTo>
                    <a:pt x="502" y="558"/>
                    <a:pt x="497" y="560"/>
                    <a:pt x="492" y="564"/>
                  </a:cubicBezTo>
                  <a:cubicBezTo>
                    <a:pt x="494" y="564"/>
                    <a:pt x="492" y="566"/>
                    <a:pt x="491" y="566"/>
                  </a:cubicBezTo>
                  <a:cubicBezTo>
                    <a:pt x="490" y="567"/>
                    <a:pt x="492" y="564"/>
                    <a:pt x="492" y="564"/>
                  </a:cubicBezTo>
                  <a:cubicBezTo>
                    <a:pt x="487" y="566"/>
                    <a:pt x="483" y="570"/>
                    <a:pt x="479" y="573"/>
                  </a:cubicBezTo>
                  <a:cubicBezTo>
                    <a:pt x="479" y="571"/>
                    <a:pt x="474" y="574"/>
                    <a:pt x="473" y="576"/>
                  </a:cubicBezTo>
                  <a:cubicBezTo>
                    <a:pt x="472" y="576"/>
                    <a:pt x="471" y="576"/>
                    <a:pt x="470" y="577"/>
                  </a:cubicBezTo>
                  <a:cubicBezTo>
                    <a:pt x="468" y="580"/>
                    <a:pt x="458" y="582"/>
                    <a:pt x="453" y="586"/>
                  </a:cubicBezTo>
                  <a:cubicBezTo>
                    <a:pt x="448" y="586"/>
                    <a:pt x="441" y="593"/>
                    <a:pt x="437" y="592"/>
                  </a:cubicBezTo>
                  <a:cubicBezTo>
                    <a:pt x="438" y="592"/>
                    <a:pt x="440" y="591"/>
                    <a:pt x="441" y="590"/>
                  </a:cubicBezTo>
                  <a:cubicBezTo>
                    <a:pt x="440" y="590"/>
                    <a:pt x="435" y="593"/>
                    <a:pt x="431" y="594"/>
                  </a:cubicBezTo>
                  <a:cubicBezTo>
                    <a:pt x="430" y="594"/>
                    <a:pt x="424" y="595"/>
                    <a:pt x="424" y="596"/>
                  </a:cubicBezTo>
                  <a:cubicBezTo>
                    <a:pt x="423" y="597"/>
                    <a:pt x="422" y="596"/>
                    <a:pt x="421" y="596"/>
                  </a:cubicBezTo>
                  <a:cubicBezTo>
                    <a:pt x="417" y="598"/>
                    <a:pt x="414" y="599"/>
                    <a:pt x="410" y="600"/>
                  </a:cubicBezTo>
                  <a:cubicBezTo>
                    <a:pt x="408" y="601"/>
                    <a:pt x="405" y="602"/>
                    <a:pt x="401" y="602"/>
                  </a:cubicBezTo>
                  <a:cubicBezTo>
                    <a:pt x="397" y="603"/>
                    <a:pt x="393" y="604"/>
                    <a:pt x="390" y="605"/>
                  </a:cubicBezTo>
                  <a:cubicBezTo>
                    <a:pt x="368" y="608"/>
                    <a:pt x="346" y="609"/>
                    <a:pt x="324" y="608"/>
                  </a:cubicBezTo>
                  <a:cubicBezTo>
                    <a:pt x="313" y="608"/>
                    <a:pt x="302" y="606"/>
                    <a:pt x="291" y="604"/>
                  </a:cubicBezTo>
                  <a:cubicBezTo>
                    <a:pt x="280" y="602"/>
                    <a:pt x="269" y="600"/>
                    <a:pt x="259" y="597"/>
                  </a:cubicBezTo>
                  <a:cubicBezTo>
                    <a:pt x="217" y="584"/>
                    <a:pt x="178" y="562"/>
                    <a:pt x="146" y="532"/>
                  </a:cubicBezTo>
                  <a:cubicBezTo>
                    <a:pt x="114" y="502"/>
                    <a:pt x="89" y="464"/>
                    <a:pt x="75" y="423"/>
                  </a:cubicBezTo>
                  <a:cubicBezTo>
                    <a:pt x="67" y="402"/>
                    <a:pt x="62" y="381"/>
                    <a:pt x="60" y="359"/>
                  </a:cubicBezTo>
                  <a:cubicBezTo>
                    <a:pt x="58" y="337"/>
                    <a:pt x="58" y="315"/>
                    <a:pt x="61" y="293"/>
                  </a:cubicBezTo>
                  <a:cubicBezTo>
                    <a:pt x="62" y="292"/>
                    <a:pt x="62" y="293"/>
                    <a:pt x="62" y="294"/>
                  </a:cubicBezTo>
                  <a:cubicBezTo>
                    <a:pt x="59" y="307"/>
                    <a:pt x="60" y="321"/>
                    <a:pt x="59" y="333"/>
                  </a:cubicBezTo>
                  <a:cubicBezTo>
                    <a:pt x="60" y="334"/>
                    <a:pt x="60" y="335"/>
                    <a:pt x="60" y="337"/>
                  </a:cubicBezTo>
                  <a:cubicBezTo>
                    <a:pt x="60" y="338"/>
                    <a:pt x="60" y="336"/>
                    <a:pt x="60" y="336"/>
                  </a:cubicBezTo>
                  <a:cubicBezTo>
                    <a:pt x="59" y="338"/>
                    <a:pt x="61" y="340"/>
                    <a:pt x="60" y="342"/>
                  </a:cubicBezTo>
                  <a:cubicBezTo>
                    <a:pt x="60" y="343"/>
                    <a:pt x="61" y="342"/>
                    <a:pt x="61" y="343"/>
                  </a:cubicBezTo>
                  <a:cubicBezTo>
                    <a:pt x="60" y="346"/>
                    <a:pt x="60" y="349"/>
                    <a:pt x="61" y="353"/>
                  </a:cubicBezTo>
                  <a:cubicBezTo>
                    <a:pt x="61" y="357"/>
                    <a:pt x="62" y="361"/>
                    <a:pt x="62" y="365"/>
                  </a:cubicBezTo>
                  <a:cubicBezTo>
                    <a:pt x="63" y="367"/>
                    <a:pt x="63" y="370"/>
                    <a:pt x="63" y="373"/>
                  </a:cubicBezTo>
                  <a:cubicBezTo>
                    <a:pt x="64" y="376"/>
                    <a:pt x="64" y="379"/>
                    <a:pt x="65" y="382"/>
                  </a:cubicBezTo>
                  <a:cubicBezTo>
                    <a:pt x="65" y="383"/>
                    <a:pt x="65" y="383"/>
                    <a:pt x="65" y="382"/>
                  </a:cubicBezTo>
                  <a:cubicBezTo>
                    <a:pt x="67" y="391"/>
                    <a:pt x="69" y="404"/>
                    <a:pt x="72" y="409"/>
                  </a:cubicBezTo>
                  <a:cubicBezTo>
                    <a:pt x="72" y="411"/>
                    <a:pt x="72" y="410"/>
                    <a:pt x="72" y="412"/>
                  </a:cubicBezTo>
                  <a:cubicBezTo>
                    <a:pt x="72" y="412"/>
                    <a:pt x="72" y="411"/>
                    <a:pt x="73" y="410"/>
                  </a:cubicBezTo>
                  <a:cubicBezTo>
                    <a:pt x="74" y="416"/>
                    <a:pt x="76" y="421"/>
                    <a:pt x="78" y="426"/>
                  </a:cubicBezTo>
                  <a:cubicBezTo>
                    <a:pt x="80" y="431"/>
                    <a:pt x="82" y="436"/>
                    <a:pt x="83" y="441"/>
                  </a:cubicBezTo>
                  <a:cubicBezTo>
                    <a:pt x="85" y="442"/>
                    <a:pt x="86" y="448"/>
                    <a:pt x="88" y="450"/>
                  </a:cubicBezTo>
                  <a:cubicBezTo>
                    <a:pt x="90" y="455"/>
                    <a:pt x="92" y="457"/>
                    <a:pt x="92" y="459"/>
                  </a:cubicBezTo>
                  <a:cubicBezTo>
                    <a:pt x="95" y="463"/>
                    <a:pt x="97" y="466"/>
                    <a:pt x="98" y="470"/>
                  </a:cubicBezTo>
                  <a:cubicBezTo>
                    <a:pt x="100" y="472"/>
                    <a:pt x="98" y="469"/>
                    <a:pt x="100" y="471"/>
                  </a:cubicBezTo>
                  <a:cubicBezTo>
                    <a:pt x="100" y="471"/>
                    <a:pt x="101" y="474"/>
                    <a:pt x="100" y="473"/>
                  </a:cubicBezTo>
                  <a:cubicBezTo>
                    <a:pt x="102" y="475"/>
                    <a:pt x="103" y="478"/>
                    <a:pt x="105" y="480"/>
                  </a:cubicBezTo>
                  <a:cubicBezTo>
                    <a:pt x="105" y="481"/>
                    <a:pt x="105" y="480"/>
                    <a:pt x="105" y="480"/>
                  </a:cubicBezTo>
                  <a:cubicBezTo>
                    <a:pt x="107" y="483"/>
                    <a:pt x="109" y="486"/>
                    <a:pt x="111" y="489"/>
                  </a:cubicBezTo>
                  <a:cubicBezTo>
                    <a:pt x="110" y="490"/>
                    <a:pt x="111" y="489"/>
                    <a:pt x="112" y="491"/>
                  </a:cubicBezTo>
                  <a:cubicBezTo>
                    <a:pt x="113" y="491"/>
                    <a:pt x="114" y="492"/>
                    <a:pt x="115" y="493"/>
                  </a:cubicBezTo>
                  <a:cubicBezTo>
                    <a:pt x="114" y="493"/>
                    <a:pt x="114" y="494"/>
                    <a:pt x="115" y="495"/>
                  </a:cubicBezTo>
                  <a:cubicBezTo>
                    <a:pt x="117" y="496"/>
                    <a:pt x="119" y="501"/>
                    <a:pt x="123" y="504"/>
                  </a:cubicBezTo>
                  <a:cubicBezTo>
                    <a:pt x="123" y="505"/>
                    <a:pt x="123" y="505"/>
                    <a:pt x="123" y="505"/>
                  </a:cubicBezTo>
                  <a:cubicBezTo>
                    <a:pt x="125" y="507"/>
                    <a:pt x="128" y="511"/>
                    <a:pt x="131" y="514"/>
                  </a:cubicBezTo>
                  <a:cubicBezTo>
                    <a:pt x="134" y="518"/>
                    <a:pt x="137" y="520"/>
                    <a:pt x="138" y="521"/>
                  </a:cubicBezTo>
                  <a:cubicBezTo>
                    <a:pt x="140" y="523"/>
                    <a:pt x="141" y="526"/>
                    <a:pt x="144" y="527"/>
                  </a:cubicBezTo>
                  <a:cubicBezTo>
                    <a:pt x="146" y="530"/>
                    <a:pt x="149" y="534"/>
                    <a:pt x="151" y="534"/>
                  </a:cubicBezTo>
                  <a:cubicBezTo>
                    <a:pt x="165" y="547"/>
                    <a:pt x="180" y="557"/>
                    <a:pt x="197" y="568"/>
                  </a:cubicBezTo>
                  <a:cubicBezTo>
                    <a:pt x="198" y="568"/>
                    <a:pt x="197" y="568"/>
                    <a:pt x="198" y="568"/>
                  </a:cubicBezTo>
                  <a:cubicBezTo>
                    <a:pt x="199" y="569"/>
                    <a:pt x="200" y="569"/>
                    <a:pt x="201" y="571"/>
                  </a:cubicBezTo>
                  <a:cubicBezTo>
                    <a:pt x="211" y="575"/>
                    <a:pt x="224" y="584"/>
                    <a:pt x="236" y="587"/>
                  </a:cubicBezTo>
                  <a:cubicBezTo>
                    <a:pt x="237" y="587"/>
                    <a:pt x="237" y="587"/>
                    <a:pt x="237" y="588"/>
                  </a:cubicBezTo>
                  <a:cubicBezTo>
                    <a:pt x="242" y="590"/>
                    <a:pt x="247" y="591"/>
                    <a:pt x="251" y="593"/>
                  </a:cubicBezTo>
                  <a:cubicBezTo>
                    <a:pt x="251" y="592"/>
                    <a:pt x="251" y="590"/>
                    <a:pt x="255" y="591"/>
                  </a:cubicBezTo>
                  <a:cubicBezTo>
                    <a:pt x="256" y="592"/>
                    <a:pt x="255" y="592"/>
                    <a:pt x="258" y="593"/>
                  </a:cubicBezTo>
                  <a:cubicBezTo>
                    <a:pt x="258" y="594"/>
                    <a:pt x="254" y="594"/>
                    <a:pt x="254" y="593"/>
                  </a:cubicBezTo>
                  <a:cubicBezTo>
                    <a:pt x="252" y="593"/>
                    <a:pt x="257" y="595"/>
                    <a:pt x="257" y="594"/>
                  </a:cubicBezTo>
                  <a:cubicBezTo>
                    <a:pt x="260" y="596"/>
                    <a:pt x="263" y="596"/>
                    <a:pt x="266" y="597"/>
                  </a:cubicBezTo>
                  <a:cubicBezTo>
                    <a:pt x="269" y="598"/>
                    <a:pt x="273" y="598"/>
                    <a:pt x="275" y="600"/>
                  </a:cubicBezTo>
                  <a:cubicBezTo>
                    <a:pt x="277" y="599"/>
                    <a:pt x="281" y="600"/>
                    <a:pt x="284" y="602"/>
                  </a:cubicBezTo>
                  <a:cubicBezTo>
                    <a:pt x="285" y="602"/>
                    <a:pt x="285" y="601"/>
                    <a:pt x="284" y="601"/>
                  </a:cubicBezTo>
                  <a:cubicBezTo>
                    <a:pt x="290" y="603"/>
                    <a:pt x="296" y="603"/>
                    <a:pt x="301" y="605"/>
                  </a:cubicBezTo>
                  <a:cubicBezTo>
                    <a:pt x="302" y="604"/>
                    <a:pt x="302" y="604"/>
                    <a:pt x="302" y="604"/>
                  </a:cubicBezTo>
                  <a:cubicBezTo>
                    <a:pt x="306" y="605"/>
                    <a:pt x="311" y="605"/>
                    <a:pt x="316" y="605"/>
                  </a:cubicBezTo>
                  <a:cubicBezTo>
                    <a:pt x="321" y="606"/>
                    <a:pt x="325" y="606"/>
                    <a:pt x="328" y="607"/>
                  </a:cubicBezTo>
                  <a:cubicBezTo>
                    <a:pt x="329" y="607"/>
                    <a:pt x="328" y="606"/>
                    <a:pt x="328" y="606"/>
                  </a:cubicBezTo>
                  <a:cubicBezTo>
                    <a:pt x="333" y="607"/>
                    <a:pt x="337" y="606"/>
                    <a:pt x="342" y="606"/>
                  </a:cubicBezTo>
                  <a:cubicBezTo>
                    <a:pt x="347" y="606"/>
                    <a:pt x="351" y="606"/>
                    <a:pt x="356" y="606"/>
                  </a:cubicBezTo>
                  <a:cubicBezTo>
                    <a:pt x="359" y="606"/>
                    <a:pt x="364" y="605"/>
                    <a:pt x="368" y="605"/>
                  </a:cubicBezTo>
                  <a:cubicBezTo>
                    <a:pt x="371" y="605"/>
                    <a:pt x="373" y="605"/>
                    <a:pt x="375" y="604"/>
                  </a:cubicBezTo>
                  <a:cubicBezTo>
                    <a:pt x="378" y="604"/>
                    <a:pt x="380" y="604"/>
                    <a:pt x="382" y="603"/>
                  </a:cubicBezTo>
                  <a:cubicBezTo>
                    <a:pt x="384" y="603"/>
                    <a:pt x="382" y="603"/>
                    <a:pt x="384" y="602"/>
                  </a:cubicBezTo>
                  <a:cubicBezTo>
                    <a:pt x="384" y="602"/>
                    <a:pt x="385" y="602"/>
                    <a:pt x="386" y="602"/>
                  </a:cubicBezTo>
                  <a:cubicBezTo>
                    <a:pt x="385" y="603"/>
                    <a:pt x="386" y="603"/>
                    <a:pt x="389" y="602"/>
                  </a:cubicBezTo>
                  <a:cubicBezTo>
                    <a:pt x="391" y="602"/>
                    <a:pt x="393" y="601"/>
                    <a:pt x="395" y="601"/>
                  </a:cubicBezTo>
                  <a:cubicBezTo>
                    <a:pt x="396" y="600"/>
                    <a:pt x="393" y="601"/>
                    <a:pt x="392" y="601"/>
                  </a:cubicBezTo>
                  <a:cubicBezTo>
                    <a:pt x="391" y="601"/>
                    <a:pt x="394" y="600"/>
                    <a:pt x="395" y="600"/>
                  </a:cubicBezTo>
                  <a:cubicBezTo>
                    <a:pt x="397" y="600"/>
                    <a:pt x="399" y="600"/>
                    <a:pt x="402" y="600"/>
                  </a:cubicBezTo>
                  <a:cubicBezTo>
                    <a:pt x="405" y="599"/>
                    <a:pt x="408" y="598"/>
                    <a:pt x="410" y="598"/>
                  </a:cubicBezTo>
                  <a:cubicBezTo>
                    <a:pt x="412" y="597"/>
                    <a:pt x="410" y="597"/>
                    <a:pt x="412" y="596"/>
                  </a:cubicBezTo>
                  <a:cubicBezTo>
                    <a:pt x="412" y="596"/>
                    <a:pt x="413" y="596"/>
                    <a:pt x="414" y="596"/>
                  </a:cubicBezTo>
                  <a:cubicBezTo>
                    <a:pt x="414" y="596"/>
                    <a:pt x="413" y="596"/>
                    <a:pt x="412" y="597"/>
                  </a:cubicBezTo>
                  <a:cubicBezTo>
                    <a:pt x="414" y="597"/>
                    <a:pt x="415" y="597"/>
                    <a:pt x="417" y="595"/>
                  </a:cubicBezTo>
                  <a:cubicBezTo>
                    <a:pt x="417" y="595"/>
                    <a:pt x="415" y="595"/>
                    <a:pt x="417" y="594"/>
                  </a:cubicBezTo>
                  <a:cubicBezTo>
                    <a:pt x="415" y="594"/>
                    <a:pt x="415" y="595"/>
                    <a:pt x="413" y="595"/>
                  </a:cubicBezTo>
                  <a:cubicBezTo>
                    <a:pt x="415" y="594"/>
                    <a:pt x="417" y="594"/>
                    <a:pt x="418" y="593"/>
                  </a:cubicBezTo>
                  <a:cubicBezTo>
                    <a:pt x="420" y="593"/>
                    <a:pt x="422" y="592"/>
                    <a:pt x="423" y="592"/>
                  </a:cubicBezTo>
                  <a:cubicBezTo>
                    <a:pt x="424" y="593"/>
                    <a:pt x="420" y="593"/>
                    <a:pt x="419" y="594"/>
                  </a:cubicBezTo>
                  <a:cubicBezTo>
                    <a:pt x="422" y="594"/>
                    <a:pt x="418" y="595"/>
                    <a:pt x="417" y="595"/>
                  </a:cubicBezTo>
                  <a:cubicBezTo>
                    <a:pt x="422" y="595"/>
                    <a:pt x="421" y="594"/>
                    <a:pt x="426" y="593"/>
                  </a:cubicBezTo>
                  <a:cubicBezTo>
                    <a:pt x="427" y="593"/>
                    <a:pt x="424" y="593"/>
                    <a:pt x="425" y="593"/>
                  </a:cubicBezTo>
                  <a:cubicBezTo>
                    <a:pt x="425" y="592"/>
                    <a:pt x="426" y="592"/>
                    <a:pt x="426" y="592"/>
                  </a:cubicBezTo>
                  <a:cubicBezTo>
                    <a:pt x="427" y="592"/>
                    <a:pt x="426" y="592"/>
                    <a:pt x="425" y="592"/>
                  </a:cubicBezTo>
                  <a:cubicBezTo>
                    <a:pt x="427" y="590"/>
                    <a:pt x="430" y="590"/>
                    <a:pt x="432" y="588"/>
                  </a:cubicBezTo>
                  <a:cubicBezTo>
                    <a:pt x="434" y="587"/>
                    <a:pt x="434" y="587"/>
                    <a:pt x="434" y="588"/>
                  </a:cubicBezTo>
                  <a:cubicBezTo>
                    <a:pt x="436" y="587"/>
                    <a:pt x="438" y="585"/>
                    <a:pt x="440" y="585"/>
                  </a:cubicBezTo>
                  <a:cubicBezTo>
                    <a:pt x="442" y="585"/>
                    <a:pt x="439" y="586"/>
                    <a:pt x="439" y="587"/>
                  </a:cubicBezTo>
                  <a:cubicBezTo>
                    <a:pt x="440" y="586"/>
                    <a:pt x="441" y="585"/>
                    <a:pt x="441" y="585"/>
                  </a:cubicBezTo>
                  <a:cubicBezTo>
                    <a:pt x="442" y="584"/>
                    <a:pt x="444" y="584"/>
                    <a:pt x="445" y="583"/>
                  </a:cubicBezTo>
                  <a:cubicBezTo>
                    <a:pt x="446" y="583"/>
                    <a:pt x="444" y="584"/>
                    <a:pt x="446" y="584"/>
                  </a:cubicBezTo>
                  <a:cubicBezTo>
                    <a:pt x="447" y="582"/>
                    <a:pt x="450" y="581"/>
                    <a:pt x="452" y="580"/>
                  </a:cubicBezTo>
                  <a:cubicBezTo>
                    <a:pt x="454" y="579"/>
                    <a:pt x="456" y="578"/>
                    <a:pt x="456" y="579"/>
                  </a:cubicBezTo>
                  <a:cubicBezTo>
                    <a:pt x="458" y="578"/>
                    <a:pt x="460" y="577"/>
                    <a:pt x="462" y="575"/>
                  </a:cubicBezTo>
                  <a:cubicBezTo>
                    <a:pt x="465" y="576"/>
                    <a:pt x="468" y="572"/>
                    <a:pt x="470" y="572"/>
                  </a:cubicBezTo>
                  <a:cubicBezTo>
                    <a:pt x="471" y="569"/>
                    <a:pt x="478" y="569"/>
                    <a:pt x="482" y="565"/>
                  </a:cubicBezTo>
                  <a:cubicBezTo>
                    <a:pt x="484" y="564"/>
                    <a:pt x="485" y="563"/>
                    <a:pt x="487" y="562"/>
                  </a:cubicBezTo>
                  <a:cubicBezTo>
                    <a:pt x="489" y="560"/>
                    <a:pt x="491" y="559"/>
                    <a:pt x="493" y="558"/>
                  </a:cubicBezTo>
                  <a:cubicBezTo>
                    <a:pt x="494" y="558"/>
                    <a:pt x="491" y="560"/>
                    <a:pt x="493" y="559"/>
                  </a:cubicBezTo>
                  <a:cubicBezTo>
                    <a:pt x="498" y="554"/>
                    <a:pt x="505" y="551"/>
                    <a:pt x="510" y="546"/>
                  </a:cubicBezTo>
                  <a:cubicBezTo>
                    <a:pt x="509" y="546"/>
                    <a:pt x="508" y="547"/>
                    <a:pt x="508" y="547"/>
                  </a:cubicBezTo>
                  <a:cubicBezTo>
                    <a:pt x="507" y="547"/>
                    <a:pt x="508" y="546"/>
                    <a:pt x="507" y="547"/>
                  </a:cubicBezTo>
                  <a:cubicBezTo>
                    <a:pt x="510" y="545"/>
                    <a:pt x="513" y="543"/>
                    <a:pt x="515" y="541"/>
                  </a:cubicBezTo>
                  <a:cubicBezTo>
                    <a:pt x="515" y="541"/>
                    <a:pt x="514" y="542"/>
                    <a:pt x="514" y="542"/>
                  </a:cubicBezTo>
                  <a:cubicBezTo>
                    <a:pt x="512" y="542"/>
                    <a:pt x="515" y="541"/>
                    <a:pt x="516" y="539"/>
                  </a:cubicBezTo>
                  <a:cubicBezTo>
                    <a:pt x="516" y="540"/>
                    <a:pt x="516" y="540"/>
                    <a:pt x="518" y="539"/>
                  </a:cubicBezTo>
                  <a:cubicBezTo>
                    <a:pt x="519" y="535"/>
                    <a:pt x="524" y="534"/>
                    <a:pt x="527" y="530"/>
                  </a:cubicBezTo>
                  <a:cubicBezTo>
                    <a:pt x="528" y="529"/>
                    <a:pt x="528" y="529"/>
                    <a:pt x="527" y="531"/>
                  </a:cubicBezTo>
                  <a:cubicBezTo>
                    <a:pt x="529" y="530"/>
                    <a:pt x="529" y="529"/>
                    <a:pt x="531" y="528"/>
                  </a:cubicBezTo>
                  <a:cubicBezTo>
                    <a:pt x="531" y="527"/>
                    <a:pt x="530" y="528"/>
                    <a:pt x="529" y="529"/>
                  </a:cubicBezTo>
                  <a:cubicBezTo>
                    <a:pt x="530" y="527"/>
                    <a:pt x="531" y="526"/>
                    <a:pt x="532" y="525"/>
                  </a:cubicBezTo>
                  <a:cubicBezTo>
                    <a:pt x="532" y="525"/>
                    <a:pt x="532" y="525"/>
                    <a:pt x="531" y="527"/>
                  </a:cubicBezTo>
                  <a:cubicBezTo>
                    <a:pt x="534" y="523"/>
                    <a:pt x="537" y="521"/>
                    <a:pt x="539" y="519"/>
                  </a:cubicBezTo>
                  <a:cubicBezTo>
                    <a:pt x="540" y="518"/>
                    <a:pt x="539" y="520"/>
                    <a:pt x="540" y="519"/>
                  </a:cubicBezTo>
                  <a:cubicBezTo>
                    <a:pt x="541" y="516"/>
                    <a:pt x="549" y="508"/>
                    <a:pt x="551" y="505"/>
                  </a:cubicBezTo>
                  <a:cubicBezTo>
                    <a:pt x="552" y="504"/>
                    <a:pt x="554" y="501"/>
                    <a:pt x="553" y="504"/>
                  </a:cubicBezTo>
                  <a:cubicBezTo>
                    <a:pt x="554" y="502"/>
                    <a:pt x="554" y="502"/>
                    <a:pt x="554" y="501"/>
                  </a:cubicBezTo>
                  <a:cubicBezTo>
                    <a:pt x="555" y="500"/>
                    <a:pt x="557" y="500"/>
                    <a:pt x="558" y="497"/>
                  </a:cubicBezTo>
                  <a:cubicBezTo>
                    <a:pt x="557" y="498"/>
                    <a:pt x="557" y="499"/>
                    <a:pt x="556" y="500"/>
                  </a:cubicBezTo>
                  <a:cubicBezTo>
                    <a:pt x="556" y="499"/>
                    <a:pt x="556" y="499"/>
                    <a:pt x="556" y="499"/>
                  </a:cubicBezTo>
                  <a:cubicBezTo>
                    <a:pt x="559" y="495"/>
                    <a:pt x="563" y="491"/>
                    <a:pt x="565" y="486"/>
                  </a:cubicBezTo>
                  <a:cubicBezTo>
                    <a:pt x="566" y="487"/>
                    <a:pt x="566" y="486"/>
                    <a:pt x="567" y="485"/>
                  </a:cubicBezTo>
                  <a:cubicBezTo>
                    <a:pt x="568" y="484"/>
                    <a:pt x="566" y="485"/>
                    <a:pt x="565" y="486"/>
                  </a:cubicBezTo>
                  <a:cubicBezTo>
                    <a:pt x="566" y="482"/>
                    <a:pt x="569" y="481"/>
                    <a:pt x="570" y="478"/>
                  </a:cubicBezTo>
                  <a:cubicBezTo>
                    <a:pt x="572" y="476"/>
                    <a:pt x="570" y="480"/>
                    <a:pt x="572" y="479"/>
                  </a:cubicBezTo>
                  <a:cubicBezTo>
                    <a:pt x="572" y="477"/>
                    <a:pt x="571" y="478"/>
                    <a:pt x="571" y="477"/>
                  </a:cubicBezTo>
                  <a:cubicBezTo>
                    <a:pt x="572" y="474"/>
                    <a:pt x="573" y="475"/>
                    <a:pt x="573" y="474"/>
                  </a:cubicBezTo>
                  <a:cubicBezTo>
                    <a:pt x="573" y="474"/>
                    <a:pt x="573" y="475"/>
                    <a:pt x="573" y="476"/>
                  </a:cubicBezTo>
                  <a:cubicBezTo>
                    <a:pt x="574" y="475"/>
                    <a:pt x="575" y="472"/>
                    <a:pt x="574" y="472"/>
                  </a:cubicBezTo>
                  <a:cubicBezTo>
                    <a:pt x="577" y="470"/>
                    <a:pt x="576" y="469"/>
                    <a:pt x="578" y="468"/>
                  </a:cubicBezTo>
                  <a:cubicBezTo>
                    <a:pt x="580" y="464"/>
                    <a:pt x="580" y="464"/>
                    <a:pt x="582" y="461"/>
                  </a:cubicBezTo>
                  <a:cubicBezTo>
                    <a:pt x="582" y="460"/>
                    <a:pt x="581" y="462"/>
                    <a:pt x="581" y="459"/>
                  </a:cubicBezTo>
                  <a:cubicBezTo>
                    <a:pt x="579" y="461"/>
                    <a:pt x="579" y="461"/>
                    <a:pt x="579" y="461"/>
                  </a:cubicBezTo>
                  <a:cubicBezTo>
                    <a:pt x="578" y="463"/>
                    <a:pt x="580" y="463"/>
                    <a:pt x="578" y="464"/>
                  </a:cubicBezTo>
                  <a:cubicBezTo>
                    <a:pt x="578" y="465"/>
                    <a:pt x="578" y="465"/>
                    <a:pt x="578" y="464"/>
                  </a:cubicBezTo>
                  <a:cubicBezTo>
                    <a:pt x="577" y="467"/>
                    <a:pt x="572" y="476"/>
                    <a:pt x="571" y="474"/>
                  </a:cubicBezTo>
                  <a:cubicBezTo>
                    <a:pt x="571" y="474"/>
                    <a:pt x="571" y="476"/>
                    <a:pt x="570" y="477"/>
                  </a:cubicBezTo>
                  <a:cubicBezTo>
                    <a:pt x="569" y="478"/>
                    <a:pt x="569" y="476"/>
                    <a:pt x="570" y="474"/>
                  </a:cubicBezTo>
                  <a:cubicBezTo>
                    <a:pt x="569" y="475"/>
                    <a:pt x="566" y="480"/>
                    <a:pt x="568" y="478"/>
                  </a:cubicBezTo>
                  <a:cubicBezTo>
                    <a:pt x="567" y="480"/>
                    <a:pt x="565" y="482"/>
                    <a:pt x="565" y="484"/>
                  </a:cubicBezTo>
                  <a:cubicBezTo>
                    <a:pt x="564" y="485"/>
                    <a:pt x="565" y="482"/>
                    <a:pt x="565" y="482"/>
                  </a:cubicBezTo>
                  <a:cubicBezTo>
                    <a:pt x="563" y="483"/>
                    <a:pt x="561" y="489"/>
                    <a:pt x="561" y="486"/>
                  </a:cubicBezTo>
                  <a:cubicBezTo>
                    <a:pt x="560" y="487"/>
                    <a:pt x="560" y="488"/>
                    <a:pt x="561" y="488"/>
                  </a:cubicBezTo>
                  <a:cubicBezTo>
                    <a:pt x="560" y="489"/>
                    <a:pt x="559" y="491"/>
                    <a:pt x="557" y="492"/>
                  </a:cubicBezTo>
                  <a:cubicBezTo>
                    <a:pt x="557" y="493"/>
                    <a:pt x="558" y="492"/>
                    <a:pt x="557" y="493"/>
                  </a:cubicBezTo>
                  <a:cubicBezTo>
                    <a:pt x="557" y="494"/>
                    <a:pt x="556" y="495"/>
                    <a:pt x="555" y="496"/>
                  </a:cubicBezTo>
                  <a:cubicBezTo>
                    <a:pt x="555" y="496"/>
                    <a:pt x="555" y="496"/>
                    <a:pt x="555" y="495"/>
                  </a:cubicBezTo>
                  <a:cubicBezTo>
                    <a:pt x="553" y="499"/>
                    <a:pt x="550" y="503"/>
                    <a:pt x="547" y="506"/>
                  </a:cubicBezTo>
                  <a:cubicBezTo>
                    <a:pt x="546" y="507"/>
                    <a:pt x="548" y="505"/>
                    <a:pt x="548" y="504"/>
                  </a:cubicBezTo>
                  <a:cubicBezTo>
                    <a:pt x="546" y="505"/>
                    <a:pt x="546" y="507"/>
                    <a:pt x="544" y="507"/>
                  </a:cubicBezTo>
                  <a:cubicBezTo>
                    <a:pt x="545" y="505"/>
                    <a:pt x="547" y="504"/>
                    <a:pt x="548" y="503"/>
                  </a:cubicBezTo>
                  <a:cubicBezTo>
                    <a:pt x="548" y="500"/>
                    <a:pt x="553" y="497"/>
                    <a:pt x="554" y="494"/>
                  </a:cubicBezTo>
                  <a:cubicBezTo>
                    <a:pt x="552" y="497"/>
                    <a:pt x="550" y="499"/>
                    <a:pt x="548" y="501"/>
                  </a:cubicBezTo>
                  <a:cubicBezTo>
                    <a:pt x="546" y="504"/>
                    <a:pt x="544" y="506"/>
                    <a:pt x="542" y="508"/>
                  </a:cubicBezTo>
                  <a:cubicBezTo>
                    <a:pt x="542" y="509"/>
                    <a:pt x="544" y="507"/>
                    <a:pt x="544" y="507"/>
                  </a:cubicBezTo>
                  <a:cubicBezTo>
                    <a:pt x="543" y="510"/>
                    <a:pt x="541" y="509"/>
                    <a:pt x="539" y="512"/>
                  </a:cubicBezTo>
                  <a:cubicBezTo>
                    <a:pt x="540" y="511"/>
                    <a:pt x="541" y="510"/>
                    <a:pt x="542" y="510"/>
                  </a:cubicBezTo>
                  <a:cubicBezTo>
                    <a:pt x="541" y="511"/>
                    <a:pt x="540" y="512"/>
                    <a:pt x="539" y="513"/>
                  </a:cubicBezTo>
                  <a:cubicBezTo>
                    <a:pt x="538" y="514"/>
                    <a:pt x="539" y="513"/>
                    <a:pt x="539" y="512"/>
                  </a:cubicBezTo>
                  <a:cubicBezTo>
                    <a:pt x="539" y="513"/>
                    <a:pt x="538" y="514"/>
                    <a:pt x="537" y="514"/>
                  </a:cubicBezTo>
                  <a:cubicBezTo>
                    <a:pt x="538" y="516"/>
                    <a:pt x="531" y="522"/>
                    <a:pt x="528" y="524"/>
                  </a:cubicBezTo>
                  <a:cubicBezTo>
                    <a:pt x="527" y="524"/>
                    <a:pt x="530" y="523"/>
                    <a:pt x="530" y="522"/>
                  </a:cubicBezTo>
                  <a:cubicBezTo>
                    <a:pt x="527" y="524"/>
                    <a:pt x="525" y="527"/>
                    <a:pt x="522" y="529"/>
                  </a:cubicBezTo>
                  <a:cubicBezTo>
                    <a:pt x="520" y="532"/>
                    <a:pt x="517" y="534"/>
                    <a:pt x="514" y="536"/>
                  </a:cubicBezTo>
                  <a:cubicBezTo>
                    <a:pt x="513" y="536"/>
                    <a:pt x="514" y="535"/>
                    <a:pt x="515" y="534"/>
                  </a:cubicBezTo>
                  <a:cubicBezTo>
                    <a:pt x="513" y="535"/>
                    <a:pt x="512" y="537"/>
                    <a:pt x="512" y="537"/>
                  </a:cubicBezTo>
                  <a:cubicBezTo>
                    <a:pt x="510" y="540"/>
                    <a:pt x="512" y="537"/>
                    <a:pt x="509" y="538"/>
                  </a:cubicBezTo>
                  <a:cubicBezTo>
                    <a:pt x="507" y="540"/>
                    <a:pt x="511" y="538"/>
                    <a:pt x="510" y="539"/>
                  </a:cubicBezTo>
                  <a:cubicBezTo>
                    <a:pt x="507" y="542"/>
                    <a:pt x="504" y="545"/>
                    <a:pt x="500" y="547"/>
                  </a:cubicBezTo>
                  <a:cubicBezTo>
                    <a:pt x="500" y="549"/>
                    <a:pt x="498" y="550"/>
                    <a:pt x="496" y="551"/>
                  </a:cubicBezTo>
                  <a:cubicBezTo>
                    <a:pt x="494" y="552"/>
                    <a:pt x="495" y="551"/>
                    <a:pt x="494" y="552"/>
                  </a:cubicBezTo>
                  <a:cubicBezTo>
                    <a:pt x="491" y="554"/>
                    <a:pt x="488" y="556"/>
                    <a:pt x="486" y="558"/>
                  </a:cubicBezTo>
                  <a:cubicBezTo>
                    <a:pt x="485" y="558"/>
                    <a:pt x="488" y="556"/>
                    <a:pt x="488" y="555"/>
                  </a:cubicBezTo>
                  <a:cubicBezTo>
                    <a:pt x="487" y="556"/>
                    <a:pt x="486" y="556"/>
                    <a:pt x="485" y="557"/>
                  </a:cubicBezTo>
                  <a:cubicBezTo>
                    <a:pt x="484" y="558"/>
                    <a:pt x="482" y="559"/>
                    <a:pt x="481" y="560"/>
                  </a:cubicBezTo>
                  <a:cubicBezTo>
                    <a:pt x="479" y="561"/>
                    <a:pt x="481" y="560"/>
                    <a:pt x="479" y="560"/>
                  </a:cubicBezTo>
                  <a:cubicBezTo>
                    <a:pt x="480" y="559"/>
                    <a:pt x="482" y="558"/>
                    <a:pt x="482" y="558"/>
                  </a:cubicBezTo>
                  <a:cubicBezTo>
                    <a:pt x="477" y="561"/>
                    <a:pt x="473" y="564"/>
                    <a:pt x="469" y="567"/>
                  </a:cubicBezTo>
                  <a:cubicBezTo>
                    <a:pt x="466" y="568"/>
                    <a:pt x="470" y="565"/>
                    <a:pt x="468" y="566"/>
                  </a:cubicBezTo>
                  <a:cubicBezTo>
                    <a:pt x="463" y="569"/>
                    <a:pt x="458" y="571"/>
                    <a:pt x="453" y="573"/>
                  </a:cubicBezTo>
                  <a:cubicBezTo>
                    <a:pt x="451" y="575"/>
                    <a:pt x="449" y="575"/>
                    <a:pt x="447" y="575"/>
                  </a:cubicBezTo>
                  <a:cubicBezTo>
                    <a:pt x="446" y="576"/>
                    <a:pt x="448" y="576"/>
                    <a:pt x="447" y="577"/>
                  </a:cubicBezTo>
                  <a:cubicBezTo>
                    <a:pt x="445" y="577"/>
                    <a:pt x="442" y="579"/>
                    <a:pt x="439" y="580"/>
                  </a:cubicBezTo>
                  <a:cubicBezTo>
                    <a:pt x="436" y="581"/>
                    <a:pt x="434" y="582"/>
                    <a:pt x="434" y="581"/>
                  </a:cubicBezTo>
                  <a:cubicBezTo>
                    <a:pt x="431" y="582"/>
                    <a:pt x="427" y="584"/>
                    <a:pt x="424" y="585"/>
                  </a:cubicBezTo>
                  <a:cubicBezTo>
                    <a:pt x="420" y="586"/>
                    <a:pt x="417" y="587"/>
                    <a:pt x="415" y="588"/>
                  </a:cubicBezTo>
                  <a:cubicBezTo>
                    <a:pt x="412" y="588"/>
                    <a:pt x="409" y="590"/>
                    <a:pt x="405" y="589"/>
                  </a:cubicBezTo>
                  <a:cubicBezTo>
                    <a:pt x="403" y="591"/>
                    <a:pt x="401" y="591"/>
                    <a:pt x="399" y="592"/>
                  </a:cubicBezTo>
                  <a:cubicBezTo>
                    <a:pt x="397" y="592"/>
                    <a:pt x="399" y="592"/>
                    <a:pt x="397" y="592"/>
                  </a:cubicBezTo>
                  <a:cubicBezTo>
                    <a:pt x="391" y="593"/>
                    <a:pt x="386" y="594"/>
                    <a:pt x="380" y="595"/>
                  </a:cubicBezTo>
                  <a:cubicBezTo>
                    <a:pt x="374" y="596"/>
                    <a:pt x="368" y="596"/>
                    <a:pt x="362" y="597"/>
                  </a:cubicBezTo>
                  <a:cubicBezTo>
                    <a:pt x="362" y="597"/>
                    <a:pt x="361" y="598"/>
                    <a:pt x="363" y="597"/>
                  </a:cubicBezTo>
                  <a:cubicBezTo>
                    <a:pt x="358" y="598"/>
                    <a:pt x="353" y="597"/>
                    <a:pt x="348" y="598"/>
                  </a:cubicBezTo>
                  <a:cubicBezTo>
                    <a:pt x="343" y="598"/>
                    <a:pt x="338" y="598"/>
                    <a:pt x="333" y="598"/>
                  </a:cubicBezTo>
                  <a:cubicBezTo>
                    <a:pt x="331" y="599"/>
                    <a:pt x="329" y="597"/>
                    <a:pt x="326" y="597"/>
                  </a:cubicBezTo>
                  <a:cubicBezTo>
                    <a:pt x="326" y="598"/>
                    <a:pt x="327" y="598"/>
                    <a:pt x="326" y="598"/>
                  </a:cubicBezTo>
                  <a:cubicBezTo>
                    <a:pt x="323" y="597"/>
                    <a:pt x="320" y="597"/>
                    <a:pt x="315" y="597"/>
                  </a:cubicBezTo>
                  <a:cubicBezTo>
                    <a:pt x="312" y="596"/>
                    <a:pt x="312" y="596"/>
                    <a:pt x="312" y="596"/>
                  </a:cubicBezTo>
                  <a:cubicBezTo>
                    <a:pt x="310" y="596"/>
                    <a:pt x="307" y="596"/>
                    <a:pt x="305" y="596"/>
                  </a:cubicBezTo>
                  <a:cubicBezTo>
                    <a:pt x="302" y="595"/>
                    <a:pt x="300" y="595"/>
                    <a:pt x="297" y="595"/>
                  </a:cubicBezTo>
                  <a:cubicBezTo>
                    <a:pt x="292" y="594"/>
                    <a:pt x="287" y="593"/>
                    <a:pt x="282" y="591"/>
                  </a:cubicBezTo>
                  <a:cubicBezTo>
                    <a:pt x="282" y="591"/>
                    <a:pt x="282" y="592"/>
                    <a:pt x="282" y="592"/>
                  </a:cubicBezTo>
                  <a:cubicBezTo>
                    <a:pt x="265" y="587"/>
                    <a:pt x="247" y="583"/>
                    <a:pt x="231" y="575"/>
                  </a:cubicBezTo>
                  <a:cubicBezTo>
                    <a:pt x="228" y="575"/>
                    <a:pt x="218" y="569"/>
                    <a:pt x="211" y="566"/>
                  </a:cubicBezTo>
                  <a:cubicBezTo>
                    <a:pt x="207" y="564"/>
                    <a:pt x="204" y="563"/>
                    <a:pt x="202" y="560"/>
                  </a:cubicBezTo>
                  <a:cubicBezTo>
                    <a:pt x="200" y="560"/>
                    <a:pt x="200" y="560"/>
                    <a:pt x="200" y="560"/>
                  </a:cubicBezTo>
                  <a:cubicBezTo>
                    <a:pt x="199" y="559"/>
                    <a:pt x="198" y="558"/>
                    <a:pt x="196" y="557"/>
                  </a:cubicBezTo>
                  <a:cubicBezTo>
                    <a:pt x="195" y="556"/>
                    <a:pt x="193" y="555"/>
                    <a:pt x="192" y="554"/>
                  </a:cubicBezTo>
                  <a:cubicBezTo>
                    <a:pt x="190" y="553"/>
                    <a:pt x="188" y="552"/>
                    <a:pt x="186" y="551"/>
                  </a:cubicBezTo>
                  <a:cubicBezTo>
                    <a:pt x="184" y="549"/>
                    <a:pt x="182" y="548"/>
                    <a:pt x="180" y="546"/>
                  </a:cubicBezTo>
                  <a:cubicBezTo>
                    <a:pt x="175" y="543"/>
                    <a:pt x="171" y="539"/>
                    <a:pt x="167" y="536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55" y="527"/>
                    <a:pt x="147" y="517"/>
                    <a:pt x="138" y="509"/>
                  </a:cubicBezTo>
                  <a:cubicBezTo>
                    <a:pt x="135" y="504"/>
                    <a:pt x="130" y="500"/>
                    <a:pt x="127" y="495"/>
                  </a:cubicBezTo>
                  <a:cubicBezTo>
                    <a:pt x="124" y="493"/>
                    <a:pt x="123" y="490"/>
                    <a:pt x="121" y="488"/>
                  </a:cubicBezTo>
                  <a:cubicBezTo>
                    <a:pt x="116" y="480"/>
                    <a:pt x="110" y="472"/>
                    <a:pt x="105" y="464"/>
                  </a:cubicBezTo>
                  <a:cubicBezTo>
                    <a:pt x="96" y="446"/>
                    <a:pt x="86" y="428"/>
                    <a:pt x="81" y="408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79" y="405"/>
                    <a:pt x="80" y="405"/>
                    <a:pt x="80" y="405"/>
                  </a:cubicBezTo>
                  <a:cubicBezTo>
                    <a:pt x="79" y="403"/>
                    <a:pt x="78" y="400"/>
                    <a:pt x="78" y="398"/>
                  </a:cubicBezTo>
                  <a:cubicBezTo>
                    <a:pt x="77" y="395"/>
                    <a:pt x="76" y="393"/>
                    <a:pt x="76" y="391"/>
                  </a:cubicBezTo>
                  <a:cubicBezTo>
                    <a:pt x="75" y="389"/>
                    <a:pt x="75" y="386"/>
                    <a:pt x="74" y="384"/>
                  </a:cubicBezTo>
                  <a:cubicBezTo>
                    <a:pt x="74" y="381"/>
                    <a:pt x="73" y="379"/>
                    <a:pt x="72" y="376"/>
                  </a:cubicBezTo>
                  <a:cubicBezTo>
                    <a:pt x="73" y="374"/>
                    <a:pt x="73" y="374"/>
                    <a:pt x="73" y="374"/>
                  </a:cubicBezTo>
                  <a:cubicBezTo>
                    <a:pt x="72" y="372"/>
                    <a:pt x="71" y="373"/>
                    <a:pt x="71" y="370"/>
                  </a:cubicBezTo>
                  <a:cubicBezTo>
                    <a:pt x="72" y="370"/>
                    <a:pt x="72" y="371"/>
                    <a:pt x="72" y="372"/>
                  </a:cubicBezTo>
                  <a:cubicBezTo>
                    <a:pt x="72" y="370"/>
                    <a:pt x="72" y="368"/>
                    <a:pt x="71" y="368"/>
                  </a:cubicBezTo>
                  <a:cubicBezTo>
                    <a:pt x="66" y="328"/>
                    <a:pt x="69" y="287"/>
                    <a:pt x="81" y="248"/>
                  </a:cubicBezTo>
                  <a:cubicBezTo>
                    <a:pt x="87" y="229"/>
                    <a:pt x="95" y="211"/>
                    <a:pt x="105" y="193"/>
                  </a:cubicBezTo>
                  <a:cubicBezTo>
                    <a:pt x="115" y="176"/>
                    <a:pt x="127" y="159"/>
                    <a:pt x="142" y="144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51" y="135"/>
                    <a:pt x="158" y="126"/>
                    <a:pt x="167" y="120"/>
                  </a:cubicBezTo>
                  <a:cubicBezTo>
                    <a:pt x="169" y="119"/>
                    <a:pt x="169" y="117"/>
                    <a:pt x="170" y="118"/>
                  </a:cubicBezTo>
                  <a:cubicBezTo>
                    <a:pt x="171" y="116"/>
                    <a:pt x="175" y="113"/>
                    <a:pt x="178" y="112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2" y="108"/>
                    <a:pt x="186" y="106"/>
                    <a:pt x="189" y="103"/>
                  </a:cubicBezTo>
                  <a:cubicBezTo>
                    <a:pt x="205" y="94"/>
                    <a:pt x="221" y="84"/>
                    <a:pt x="240" y="79"/>
                  </a:cubicBezTo>
                  <a:cubicBezTo>
                    <a:pt x="240" y="78"/>
                    <a:pt x="241" y="78"/>
                    <a:pt x="241" y="77"/>
                  </a:cubicBezTo>
                  <a:cubicBezTo>
                    <a:pt x="245" y="77"/>
                    <a:pt x="250" y="75"/>
                    <a:pt x="251" y="74"/>
                  </a:cubicBezTo>
                  <a:cubicBezTo>
                    <a:pt x="252" y="74"/>
                    <a:pt x="252" y="74"/>
                    <a:pt x="253" y="74"/>
                  </a:cubicBezTo>
                  <a:cubicBezTo>
                    <a:pt x="254" y="73"/>
                    <a:pt x="256" y="73"/>
                    <a:pt x="257" y="73"/>
                  </a:cubicBezTo>
                  <a:cubicBezTo>
                    <a:pt x="259" y="72"/>
                    <a:pt x="262" y="71"/>
                    <a:pt x="265" y="70"/>
                  </a:cubicBezTo>
                  <a:cubicBezTo>
                    <a:pt x="268" y="69"/>
                    <a:pt x="271" y="69"/>
                    <a:pt x="274" y="68"/>
                  </a:cubicBezTo>
                  <a:cubicBezTo>
                    <a:pt x="275" y="68"/>
                    <a:pt x="275" y="68"/>
                    <a:pt x="274" y="69"/>
                  </a:cubicBezTo>
                  <a:cubicBezTo>
                    <a:pt x="276" y="69"/>
                    <a:pt x="276" y="67"/>
                    <a:pt x="279" y="67"/>
                  </a:cubicBezTo>
                  <a:cubicBezTo>
                    <a:pt x="279" y="67"/>
                    <a:pt x="279" y="67"/>
                    <a:pt x="278" y="67"/>
                  </a:cubicBezTo>
                  <a:cubicBezTo>
                    <a:pt x="280" y="66"/>
                    <a:pt x="281" y="67"/>
                    <a:pt x="283" y="66"/>
                  </a:cubicBezTo>
                  <a:cubicBezTo>
                    <a:pt x="284" y="66"/>
                    <a:pt x="283" y="66"/>
                    <a:pt x="283" y="66"/>
                  </a:cubicBezTo>
                  <a:cubicBezTo>
                    <a:pt x="285" y="66"/>
                    <a:pt x="288" y="64"/>
                    <a:pt x="291" y="64"/>
                  </a:cubicBezTo>
                  <a:cubicBezTo>
                    <a:pt x="292" y="65"/>
                    <a:pt x="289" y="65"/>
                    <a:pt x="288" y="65"/>
                  </a:cubicBezTo>
                  <a:cubicBezTo>
                    <a:pt x="291" y="64"/>
                    <a:pt x="294" y="64"/>
                    <a:pt x="297" y="63"/>
                  </a:cubicBezTo>
                  <a:cubicBezTo>
                    <a:pt x="300" y="63"/>
                    <a:pt x="303" y="62"/>
                    <a:pt x="306" y="61"/>
                  </a:cubicBezTo>
                  <a:cubicBezTo>
                    <a:pt x="309" y="62"/>
                    <a:pt x="309" y="62"/>
                    <a:pt x="309" y="62"/>
                  </a:cubicBezTo>
                  <a:cubicBezTo>
                    <a:pt x="308" y="63"/>
                    <a:pt x="310" y="61"/>
                    <a:pt x="308" y="61"/>
                  </a:cubicBezTo>
                  <a:cubicBezTo>
                    <a:pt x="311" y="60"/>
                    <a:pt x="313" y="60"/>
                    <a:pt x="317" y="59"/>
                  </a:cubicBezTo>
                  <a:cubicBezTo>
                    <a:pt x="318" y="60"/>
                    <a:pt x="322" y="60"/>
                    <a:pt x="319" y="60"/>
                  </a:cubicBezTo>
                  <a:cubicBezTo>
                    <a:pt x="321" y="61"/>
                    <a:pt x="321" y="59"/>
                    <a:pt x="324" y="60"/>
                  </a:cubicBezTo>
                  <a:cubicBezTo>
                    <a:pt x="327" y="60"/>
                    <a:pt x="323" y="60"/>
                    <a:pt x="322" y="60"/>
                  </a:cubicBezTo>
                  <a:cubicBezTo>
                    <a:pt x="326" y="59"/>
                    <a:pt x="330" y="59"/>
                    <a:pt x="333" y="58"/>
                  </a:cubicBezTo>
                  <a:cubicBezTo>
                    <a:pt x="334" y="59"/>
                    <a:pt x="333" y="59"/>
                    <a:pt x="332" y="59"/>
                  </a:cubicBezTo>
                  <a:cubicBezTo>
                    <a:pt x="333" y="59"/>
                    <a:pt x="334" y="59"/>
                    <a:pt x="335" y="59"/>
                  </a:cubicBezTo>
                  <a:cubicBezTo>
                    <a:pt x="334" y="58"/>
                    <a:pt x="337" y="59"/>
                    <a:pt x="339" y="58"/>
                  </a:cubicBezTo>
                  <a:cubicBezTo>
                    <a:pt x="341" y="59"/>
                    <a:pt x="344" y="59"/>
                    <a:pt x="346" y="59"/>
                  </a:cubicBezTo>
                  <a:cubicBezTo>
                    <a:pt x="348" y="59"/>
                    <a:pt x="351" y="59"/>
                    <a:pt x="353" y="59"/>
                  </a:cubicBezTo>
                  <a:cubicBezTo>
                    <a:pt x="358" y="59"/>
                    <a:pt x="362" y="59"/>
                    <a:pt x="366" y="60"/>
                  </a:cubicBezTo>
                  <a:cubicBezTo>
                    <a:pt x="368" y="59"/>
                    <a:pt x="373" y="60"/>
                    <a:pt x="377" y="60"/>
                  </a:cubicBezTo>
                  <a:cubicBezTo>
                    <a:pt x="376" y="61"/>
                    <a:pt x="372" y="60"/>
                    <a:pt x="370" y="60"/>
                  </a:cubicBezTo>
                  <a:cubicBezTo>
                    <a:pt x="371" y="60"/>
                    <a:pt x="372" y="60"/>
                    <a:pt x="373" y="61"/>
                  </a:cubicBezTo>
                  <a:cubicBezTo>
                    <a:pt x="370" y="61"/>
                    <a:pt x="366" y="62"/>
                    <a:pt x="364" y="61"/>
                  </a:cubicBezTo>
                  <a:cubicBezTo>
                    <a:pt x="364" y="61"/>
                    <a:pt x="362" y="60"/>
                    <a:pt x="360" y="60"/>
                  </a:cubicBezTo>
                  <a:cubicBezTo>
                    <a:pt x="357" y="60"/>
                    <a:pt x="355" y="61"/>
                    <a:pt x="354" y="61"/>
                  </a:cubicBezTo>
                  <a:cubicBezTo>
                    <a:pt x="360" y="62"/>
                    <a:pt x="370" y="63"/>
                    <a:pt x="376" y="62"/>
                  </a:cubicBezTo>
                  <a:cubicBezTo>
                    <a:pt x="376" y="62"/>
                    <a:pt x="375" y="62"/>
                    <a:pt x="374" y="63"/>
                  </a:cubicBezTo>
                  <a:cubicBezTo>
                    <a:pt x="377" y="63"/>
                    <a:pt x="383" y="64"/>
                    <a:pt x="384" y="63"/>
                  </a:cubicBezTo>
                  <a:cubicBezTo>
                    <a:pt x="386" y="63"/>
                    <a:pt x="385" y="64"/>
                    <a:pt x="386" y="64"/>
                  </a:cubicBezTo>
                  <a:cubicBezTo>
                    <a:pt x="392" y="64"/>
                    <a:pt x="396" y="65"/>
                    <a:pt x="403" y="65"/>
                  </a:cubicBezTo>
                  <a:cubicBezTo>
                    <a:pt x="407" y="67"/>
                    <a:pt x="410" y="68"/>
                    <a:pt x="414" y="69"/>
                  </a:cubicBezTo>
                  <a:cubicBezTo>
                    <a:pt x="418" y="70"/>
                    <a:pt x="422" y="71"/>
                    <a:pt x="426" y="71"/>
                  </a:cubicBezTo>
                  <a:cubicBezTo>
                    <a:pt x="431" y="73"/>
                    <a:pt x="438" y="75"/>
                    <a:pt x="442" y="75"/>
                  </a:cubicBezTo>
                  <a:cubicBezTo>
                    <a:pt x="446" y="78"/>
                    <a:pt x="453" y="80"/>
                    <a:pt x="460" y="82"/>
                  </a:cubicBezTo>
                  <a:cubicBezTo>
                    <a:pt x="467" y="85"/>
                    <a:pt x="474" y="89"/>
                    <a:pt x="479" y="93"/>
                  </a:cubicBezTo>
                  <a:cubicBezTo>
                    <a:pt x="477" y="90"/>
                    <a:pt x="486" y="97"/>
                    <a:pt x="487" y="95"/>
                  </a:cubicBezTo>
                  <a:cubicBezTo>
                    <a:pt x="489" y="96"/>
                    <a:pt x="493" y="96"/>
                    <a:pt x="494" y="99"/>
                  </a:cubicBezTo>
                  <a:cubicBezTo>
                    <a:pt x="497" y="100"/>
                    <a:pt x="499" y="102"/>
                    <a:pt x="502" y="103"/>
                  </a:cubicBezTo>
                  <a:cubicBezTo>
                    <a:pt x="504" y="105"/>
                    <a:pt x="507" y="106"/>
                    <a:pt x="509" y="108"/>
                  </a:cubicBezTo>
                  <a:cubicBezTo>
                    <a:pt x="513" y="111"/>
                    <a:pt x="517" y="116"/>
                    <a:pt x="521" y="120"/>
                  </a:cubicBezTo>
                  <a:cubicBezTo>
                    <a:pt x="522" y="120"/>
                    <a:pt x="524" y="121"/>
                    <a:pt x="524" y="120"/>
                  </a:cubicBezTo>
                  <a:cubicBezTo>
                    <a:pt x="525" y="121"/>
                    <a:pt x="526" y="123"/>
                    <a:pt x="527" y="124"/>
                  </a:cubicBezTo>
                  <a:cubicBezTo>
                    <a:pt x="529" y="125"/>
                    <a:pt x="530" y="126"/>
                    <a:pt x="531" y="127"/>
                  </a:cubicBezTo>
                  <a:cubicBezTo>
                    <a:pt x="532" y="127"/>
                    <a:pt x="533" y="128"/>
                    <a:pt x="535" y="129"/>
                  </a:cubicBezTo>
                  <a:cubicBezTo>
                    <a:pt x="534" y="128"/>
                    <a:pt x="533" y="127"/>
                    <a:pt x="533" y="126"/>
                  </a:cubicBezTo>
                  <a:cubicBezTo>
                    <a:pt x="539" y="130"/>
                    <a:pt x="547" y="139"/>
                    <a:pt x="551" y="147"/>
                  </a:cubicBezTo>
                  <a:cubicBezTo>
                    <a:pt x="553" y="147"/>
                    <a:pt x="555" y="149"/>
                    <a:pt x="557" y="152"/>
                  </a:cubicBezTo>
                  <a:cubicBezTo>
                    <a:pt x="560" y="154"/>
                    <a:pt x="563" y="157"/>
                    <a:pt x="566" y="160"/>
                  </a:cubicBezTo>
                  <a:cubicBezTo>
                    <a:pt x="569" y="163"/>
                    <a:pt x="573" y="166"/>
                    <a:pt x="575" y="169"/>
                  </a:cubicBezTo>
                  <a:cubicBezTo>
                    <a:pt x="576" y="173"/>
                    <a:pt x="576" y="173"/>
                    <a:pt x="576" y="173"/>
                  </a:cubicBezTo>
                  <a:cubicBezTo>
                    <a:pt x="577" y="171"/>
                    <a:pt x="580" y="176"/>
                    <a:pt x="581" y="178"/>
                  </a:cubicBezTo>
                  <a:cubicBezTo>
                    <a:pt x="581" y="178"/>
                    <a:pt x="581" y="179"/>
                    <a:pt x="581" y="178"/>
                  </a:cubicBezTo>
                  <a:cubicBezTo>
                    <a:pt x="583" y="182"/>
                    <a:pt x="585" y="185"/>
                    <a:pt x="587" y="188"/>
                  </a:cubicBezTo>
                  <a:cubicBezTo>
                    <a:pt x="589" y="191"/>
                    <a:pt x="591" y="194"/>
                    <a:pt x="594" y="196"/>
                  </a:cubicBezTo>
                  <a:cubicBezTo>
                    <a:pt x="598" y="204"/>
                    <a:pt x="603" y="214"/>
                    <a:pt x="607" y="219"/>
                  </a:cubicBezTo>
                  <a:cubicBezTo>
                    <a:pt x="608" y="222"/>
                    <a:pt x="610" y="226"/>
                    <a:pt x="612" y="229"/>
                  </a:cubicBezTo>
                  <a:cubicBezTo>
                    <a:pt x="614" y="233"/>
                    <a:pt x="616" y="236"/>
                    <a:pt x="617" y="239"/>
                  </a:cubicBezTo>
                  <a:cubicBezTo>
                    <a:pt x="619" y="242"/>
                    <a:pt x="621" y="246"/>
                    <a:pt x="622" y="249"/>
                  </a:cubicBezTo>
                  <a:cubicBezTo>
                    <a:pt x="624" y="252"/>
                    <a:pt x="625" y="255"/>
                    <a:pt x="627" y="258"/>
                  </a:cubicBezTo>
                  <a:cubicBezTo>
                    <a:pt x="626" y="256"/>
                    <a:pt x="627" y="256"/>
                    <a:pt x="627" y="254"/>
                  </a:cubicBezTo>
                  <a:cubicBezTo>
                    <a:pt x="628" y="256"/>
                    <a:pt x="628" y="257"/>
                    <a:pt x="629" y="259"/>
                  </a:cubicBezTo>
                  <a:cubicBezTo>
                    <a:pt x="629" y="256"/>
                    <a:pt x="628" y="255"/>
                    <a:pt x="628" y="253"/>
                  </a:cubicBezTo>
                  <a:cubicBezTo>
                    <a:pt x="626" y="251"/>
                    <a:pt x="626" y="246"/>
                    <a:pt x="625" y="245"/>
                  </a:cubicBezTo>
                  <a:cubicBezTo>
                    <a:pt x="624" y="244"/>
                    <a:pt x="625" y="242"/>
                    <a:pt x="625" y="241"/>
                  </a:cubicBezTo>
                  <a:cubicBezTo>
                    <a:pt x="623" y="237"/>
                    <a:pt x="622" y="234"/>
                    <a:pt x="621" y="231"/>
                  </a:cubicBezTo>
                  <a:cubicBezTo>
                    <a:pt x="623" y="234"/>
                    <a:pt x="623" y="235"/>
                    <a:pt x="626" y="239"/>
                  </a:cubicBezTo>
                  <a:cubicBezTo>
                    <a:pt x="621" y="226"/>
                    <a:pt x="614" y="208"/>
                    <a:pt x="605" y="195"/>
                  </a:cubicBezTo>
                  <a:cubicBezTo>
                    <a:pt x="604" y="194"/>
                    <a:pt x="604" y="192"/>
                    <a:pt x="603" y="191"/>
                  </a:cubicBezTo>
                  <a:cubicBezTo>
                    <a:pt x="603" y="191"/>
                    <a:pt x="603" y="191"/>
                    <a:pt x="603" y="192"/>
                  </a:cubicBezTo>
                  <a:cubicBezTo>
                    <a:pt x="602" y="190"/>
                    <a:pt x="601" y="189"/>
                    <a:pt x="600" y="187"/>
                  </a:cubicBezTo>
                  <a:cubicBezTo>
                    <a:pt x="600" y="184"/>
                    <a:pt x="595" y="180"/>
                    <a:pt x="592" y="177"/>
                  </a:cubicBezTo>
                  <a:cubicBezTo>
                    <a:pt x="592" y="176"/>
                    <a:pt x="593" y="178"/>
                    <a:pt x="595" y="179"/>
                  </a:cubicBezTo>
                  <a:cubicBezTo>
                    <a:pt x="594" y="177"/>
                    <a:pt x="593" y="175"/>
                    <a:pt x="594" y="175"/>
                  </a:cubicBezTo>
                  <a:cubicBezTo>
                    <a:pt x="596" y="177"/>
                    <a:pt x="595" y="178"/>
                    <a:pt x="597" y="179"/>
                  </a:cubicBezTo>
                  <a:cubicBezTo>
                    <a:pt x="597" y="178"/>
                    <a:pt x="595" y="177"/>
                    <a:pt x="595" y="176"/>
                  </a:cubicBezTo>
                  <a:cubicBezTo>
                    <a:pt x="594" y="174"/>
                    <a:pt x="594" y="175"/>
                    <a:pt x="593" y="174"/>
                  </a:cubicBezTo>
                  <a:cubicBezTo>
                    <a:pt x="593" y="173"/>
                    <a:pt x="592" y="173"/>
                    <a:pt x="592" y="172"/>
                  </a:cubicBezTo>
                  <a:cubicBezTo>
                    <a:pt x="592" y="172"/>
                    <a:pt x="594" y="174"/>
                    <a:pt x="595" y="173"/>
                  </a:cubicBezTo>
                  <a:cubicBezTo>
                    <a:pt x="595" y="174"/>
                    <a:pt x="595" y="174"/>
                    <a:pt x="596" y="175"/>
                  </a:cubicBezTo>
                  <a:cubicBezTo>
                    <a:pt x="594" y="174"/>
                    <a:pt x="597" y="178"/>
                    <a:pt x="598" y="180"/>
                  </a:cubicBezTo>
                  <a:cubicBezTo>
                    <a:pt x="599" y="181"/>
                    <a:pt x="598" y="180"/>
                    <a:pt x="598" y="182"/>
                  </a:cubicBezTo>
                  <a:cubicBezTo>
                    <a:pt x="601" y="186"/>
                    <a:pt x="603" y="186"/>
                    <a:pt x="606" y="190"/>
                  </a:cubicBezTo>
                  <a:cubicBezTo>
                    <a:pt x="606" y="191"/>
                    <a:pt x="603" y="187"/>
                    <a:pt x="602" y="186"/>
                  </a:cubicBezTo>
                  <a:cubicBezTo>
                    <a:pt x="603" y="188"/>
                    <a:pt x="605" y="192"/>
                    <a:pt x="605" y="190"/>
                  </a:cubicBezTo>
                  <a:cubicBezTo>
                    <a:pt x="606" y="193"/>
                    <a:pt x="608" y="195"/>
                    <a:pt x="609" y="198"/>
                  </a:cubicBezTo>
                  <a:cubicBezTo>
                    <a:pt x="611" y="200"/>
                    <a:pt x="613" y="203"/>
                    <a:pt x="614" y="205"/>
                  </a:cubicBezTo>
                  <a:cubicBezTo>
                    <a:pt x="613" y="202"/>
                    <a:pt x="611" y="199"/>
                    <a:pt x="609" y="196"/>
                  </a:cubicBezTo>
                  <a:cubicBezTo>
                    <a:pt x="611" y="197"/>
                    <a:pt x="614" y="203"/>
                    <a:pt x="615" y="207"/>
                  </a:cubicBezTo>
                  <a:cubicBezTo>
                    <a:pt x="618" y="211"/>
                    <a:pt x="620" y="215"/>
                    <a:pt x="621" y="219"/>
                  </a:cubicBezTo>
                  <a:cubicBezTo>
                    <a:pt x="625" y="226"/>
                    <a:pt x="627" y="232"/>
                    <a:pt x="630" y="239"/>
                  </a:cubicBezTo>
                  <a:cubicBezTo>
                    <a:pt x="632" y="245"/>
                    <a:pt x="635" y="252"/>
                    <a:pt x="637" y="259"/>
                  </a:cubicBezTo>
                  <a:cubicBezTo>
                    <a:pt x="637" y="256"/>
                    <a:pt x="636" y="253"/>
                    <a:pt x="636" y="250"/>
                  </a:cubicBezTo>
                  <a:cubicBezTo>
                    <a:pt x="635" y="246"/>
                    <a:pt x="634" y="243"/>
                    <a:pt x="634" y="240"/>
                  </a:cubicBezTo>
                  <a:cubicBezTo>
                    <a:pt x="634" y="239"/>
                    <a:pt x="634" y="239"/>
                    <a:pt x="633" y="239"/>
                  </a:cubicBezTo>
                  <a:cubicBezTo>
                    <a:pt x="634" y="236"/>
                    <a:pt x="632" y="234"/>
                    <a:pt x="631" y="231"/>
                  </a:cubicBezTo>
                  <a:cubicBezTo>
                    <a:pt x="631" y="230"/>
                    <a:pt x="632" y="231"/>
                    <a:pt x="633" y="233"/>
                  </a:cubicBezTo>
                  <a:cubicBezTo>
                    <a:pt x="633" y="230"/>
                    <a:pt x="631" y="227"/>
                    <a:pt x="630" y="224"/>
                  </a:cubicBezTo>
                  <a:cubicBezTo>
                    <a:pt x="630" y="221"/>
                    <a:pt x="631" y="225"/>
                    <a:pt x="631" y="223"/>
                  </a:cubicBezTo>
                  <a:cubicBezTo>
                    <a:pt x="630" y="218"/>
                    <a:pt x="628" y="216"/>
                    <a:pt x="625" y="211"/>
                  </a:cubicBezTo>
                  <a:cubicBezTo>
                    <a:pt x="626" y="210"/>
                    <a:pt x="629" y="215"/>
                    <a:pt x="630" y="217"/>
                  </a:cubicBezTo>
                  <a:cubicBezTo>
                    <a:pt x="630" y="216"/>
                    <a:pt x="629" y="215"/>
                    <a:pt x="629" y="214"/>
                  </a:cubicBezTo>
                  <a:cubicBezTo>
                    <a:pt x="629" y="214"/>
                    <a:pt x="629" y="214"/>
                    <a:pt x="629" y="215"/>
                  </a:cubicBezTo>
                  <a:cubicBezTo>
                    <a:pt x="628" y="213"/>
                    <a:pt x="628" y="211"/>
                    <a:pt x="627" y="210"/>
                  </a:cubicBezTo>
                  <a:cubicBezTo>
                    <a:pt x="627" y="209"/>
                    <a:pt x="627" y="210"/>
                    <a:pt x="627" y="208"/>
                  </a:cubicBezTo>
                  <a:cubicBezTo>
                    <a:pt x="625" y="205"/>
                    <a:pt x="623" y="201"/>
                    <a:pt x="622" y="197"/>
                  </a:cubicBezTo>
                  <a:cubicBezTo>
                    <a:pt x="621" y="196"/>
                    <a:pt x="620" y="196"/>
                    <a:pt x="621" y="198"/>
                  </a:cubicBezTo>
                  <a:cubicBezTo>
                    <a:pt x="620" y="197"/>
                    <a:pt x="619" y="196"/>
                    <a:pt x="618" y="195"/>
                  </a:cubicBezTo>
                  <a:cubicBezTo>
                    <a:pt x="619" y="193"/>
                    <a:pt x="619" y="193"/>
                    <a:pt x="619" y="192"/>
                  </a:cubicBezTo>
                  <a:cubicBezTo>
                    <a:pt x="622" y="196"/>
                    <a:pt x="626" y="203"/>
                    <a:pt x="628" y="203"/>
                  </a:cubicBezTo>
                  <a:cubicBezTo>
                    <a:pt x="630" y="207"/>
                    <a:pt x="631" y="210"/>
                    <a:pt x="633" y="214"/>
                  </a:cubicBezTo>
                  <a:cubicBezTo>
                    <a:pt x="634" y="217"/>
                    <a:pt x="635" y="221"/>
                    <a:pt x="636" y="224"/>
                  </a:cubicBezTo>
                  <a:cubicBezTo>
                    <a:pt x="637" y="222"/>
                    <a:pt x="638" y="228"/>
                    <a:pt x="639" y="231"/>
                  </a:cubicBezTo>
                  <a:cubicBezTo>
                    <a:pt x="639" y="232"/>
                    <a:pt x="638" y="228"/>
                    <a:pt x="637" y="227"/>
                  </a:cubicBezTo>
                  <a:cubicBezTo>
                    <a:pt x="638" y="230"/>
                    <a:pt x="640" y="233"/>
                    <a:pt x="641" y="236"/>
                  </a:cubicBezTo>
                  <a:cubicBezTo>
                    <a:pt x="642" y="238"/>
                    <a:pt x="640" y="235"/>
                    <a:pt x="641" y="238"/>
                  </a:cubicBezTo>
                  <a:cubicBezTo>
                    <a:pt x="642" y="238"/>
                    <a:pt x="645" y="246"/>
                    <a:pt x="645" y="251"/>
                  </a:cubicBezTo>
                  <a:cubicBezTo>
                    <a:pt x="647" y="254"/>
                    <a:pt x="648" y="258"/>
                    <a:pt x="649" y="263"/>
                  </a:cubicBezTo>
                  <a:cubicBezTo>
                    <a:pt x="651" y="263"/>
                    <a:pt x="649" y="259"/>
                    <a:pt x="648" y="257"/>
                  </a:cubicBezTo>
                  <a:cubicBezTo>
                    <a:pt x="649" y="259"/>
                    <a:pt x="651" y="262"/>
                    <a:pt x="652" y="266"/>
                  </a:cubicBezTo>
                  <a:cubicBezTo>
                    <a:pt x="653" y="270"/>
                    <a:pt x="654" y="275"/>
                    <a:pt x="654" y="279"/>
                  </a:cubicBezTo>
                  <a:cubicBezTo>
                    <a:pt x="656" y="284"/>
                    <a:pt x="657" y="301"/>
                    <a:pt x="659" y="303"/>
                  </a:cubicBezTo>
                  <a:cubicBezTo>
                    <a:pt x="659" y="307"/>
                    <a:pt x="661" y="309"/>
                    <a:pt x="661" y="313"/>
                  </a:cubicBezTo>
                  <a:cubicBezTo>
                    <a:pt x="660" y="313"/>
                    <a:pt x="660" y="310"/>
                    <a:pt x="659" y="311"/>
                  </a:cubicBezTo>
                  <a:cubicBezTo>
                    <a:pt x="661" y="321"/>
                    <a:pt x="663" y="331"/>
                    <a:pt x="665" y="332"/>
                  </a:cubicBezTo>
                  <a:cubicBezTo>
                    <a:pt x="666" y="329"/>
                    <a:pt x="666" y="325"/>
                    <a:pt x="667" y="326"/>
                  </a:cubicBezTo>
                  <a:cubicBezTo>
                    <a:pt x="668" y="321"/>
                    <a:pt x="667" y="312"/>
                    <a:pt x="669" y="311"/>
                  </a:cubicBezTo>
                  <a:cubicBezTo>
                    <a:pt x="668" y="308"/>
                    <a:pt x="668" y="303"/>
                    <a:pt x="667" y="303"/>
                  </a:cubicBezTo>
                  <a:cubicBezTo>
                    <a:pt x="667" y="304"/>
                    <a:pt x="667" y="305"/>
                    <a:pt x="668" y="305"/>
                  </a:cubicBezTo>
                  <a:cubicBezTo>
                    <a:pt x="667" y="307"/>
                    <a:pt x="667" y="305"/>
                    <a:pt x="667" y="304"/>
                  </a:cubicBezTo>
                  <a:cubicBezTo>
                    <a:pt x="667" y="302"/>
                    <a:pt x="667" y="300"/>
                    <a:pt x="667" y="299"/>
                  </a:cubicBezTo>
                  <a:cubicBezTo>
                    <a:pt x="667" y="297"/>
                    <a:pt x="668" y="297"/>
                    <a:pt x="668" y="299"/>
                  </a:cubicBezTo>
                  <a:cubicBezTo>
                    <a:pt x="668" y="298"/>
                    <a:pt x="668" y="296"/>
                    <a:pt x="668" y="296"/>
                  </a:cubicBezTo>
                  <a:cubicBezTo>
                    <a:pt x="668" y="292"/>
                    <a:pt x="666" y="283"/>
                    <a:pt x="664" y="277"/>
                  </a:cubicBezTo>
                  <a:cubicBezTo>
                    <a:pt x="665" y="270"/>
                    <a:pt x="661" y="263"/>
                    <a:pt x="658" y="256"/>
                  </a:cubicBezTo>
                  <a:cubicBezTo>
                    <a:pt x="659" y="255"/>
                    <a:pt x="659" y="255"/>
                    <a:pt x="659" y="255"/>
                  </a:cubicBezTo>
                  <a:cubicBezTo>
                    <a:pt x="661" y="257"/>
                    <a:pt x="663" y="264"/>
                    <a:pt x="664" y="268"/>
                  </a:cubicBezTo>
                  <a:cubicBezTo>
                    <a:pt x="665" y="266"/>
                    <a:pt x="664" y="265"/>
                    <a:pt x="665" y="264"/>
                  </a:cubicBezTo>
                  <a:cubicBezTo>
                    <a:pt x="660" y="253"/>
                    <a:pt x="660" y="247"/>
                    <a:pt x="655" y="237"/>
                  </a:cubicBezTo>
                  <a:cubicBezTo>
                    <a:pt x="655" y="236"/>
                    <a:pt x="656" y="237"/>
                    <a:pt x="656" y="236"/>
                  </a:cubicBezTo>
                  <a:cubicBezTo>
                    <a:pt x="657" y="240"/>
                    <a:pt x="659" y="245"/>
                    <a:pt x="661" y="247"/>
                  </a:cubicBezTo>
                  <a:cubicBezTo>
                    <a:pt x="661" y="245"/>
                    <a:pt x="660" y="244"/>
                    <a:pt x="660" y="242"/>
                  </a:cubicBezTo>
                  <a:cubicBezTo>
                    <a:pt x="659" y="243"/>
                    <a:pt x="659" y="241"/>
                    <a:pt x="658" y="239"/>
                  </a:cubicBezTo>
                  <a:cubicBezTo>
                    <a:pt x="658" y="239"/>
                    <a:pt x="658" y="239"/>
                    <a:pt x="657" y="239"/>
                  </a:cubicBezTo>
                  <a:cubicBezTo>
                    <a:pt x="657" y="237"/>
                    <a:pt x="656" y="234"/>
                    <a:pt x="655" y="232"/>
                  </a:cubicBezTo>
                  <a:cubicBezTo>
                    <a:pt x="654" y="230"/>
                    <a:pt x="653" y="228"/>
                    <a:pt x="653" y="229"/>
                  </a:cubicBezTo>
                  <a:cubicBezTo>
                    <a:pt x="651" y="228"/>
                    <a:pt x="653" y="228"/>
                    <a:pt x="652" y="226"/>
                  </a:cubicBezTo>
                  <a:cubicBezTo>
                    <a:pt x="652" y="226"/>
                    <a:pt x="653" y="229"/>
                    <a:pt x="653" y="227"/>
                  </a:cubicBezTo>
                  <a:cubicBezTo>
                    <a:pt x="653" y="225"/>
                    <a:pt x="651" y="223"/>
                    <a:pt x="651" y="224"/>
                  </a:cubicBezTo>
                  <a:cubicBezTo>
                    <a:pt x="650" y="222"/>
                    <a:pt x="651" y="222"/>
                    <a:pt x="651" y="221"/>
                  </a:cubicBezTo>
                  <a:cubicBezTo>
                    <a:pt x="649" y="218"/>
                    <a:pt x="649" y="220"/>
                    <a:pt x="648" y="218"/>
                  </a:cubicBezTo>
                  <a:cubicBezTo>
                    <a:pt x="647" y="216"/>
                    <a:pt x="648" y="216"/>
                    <a:pt x="649" y="217"/>
                  </a:cubicBezTo>
                  <a:cubicBezTo>
                    <a:pt x="648" y="214"/>
                    <a:pt x="647" y="215"/>
                    <a:pt x="647" y="214"/>
                  </a:cubicBezTo>
                  <a:cubicBezTo>
                    <a:pt x="646" y="214"/>
                    <a:pt x="646" y="211"/>
                    <a:pt x="646" y="211"/>
                  </a:cubicBezTo>
                  <a:cubicBezTo>
                    <a:pt x="647" y="212"/>
                    <a:pt x="648" y="213"/>
                    <a:pt x="649" y="215"/>
                  </a:cubicBezTo>
                  <a:cubicBezTo>
                    <a:pt x="648" y="211"/>
                    <a:pt x="646" y="210"/>
                    <a:pt x="646" y="210"/>
                  </a:cubicBezTo>
                  <a:cubicBezTo>
                    <a:pt x="644" y="206"/>
                    <a:pt x="642" y="202"/>
                    <a:pt x="640" y="200"/>
                  </a:cubicBezTo>
                  <a:cubicBezTo>
                    <a:pt x="639" y="197"/>
                    <a:pt x="641" y="200"/>
                    <a:pt x="641" y="198"/>
                  </a:cubicBezTo>
                  <a:cubicBezTo>
                    <a:pt x="642" y="201"/>
                    <a:pt x="643" y="203"/>
                    <a:pt x="644" y="205"/>
                  </a:cubicBezTo>
                  <a:cubicBezTo>
                    <a:pt x="644" y="203"/>
                    <a:pt x="645" y="203"/>
                    <a:pt x="646" y="205"/>
                  </a:cubicBezTo>
                  <a:cubicBezTo>
                    <a:pt x="646" y="203"/>
                    <a:pt x="645" y="202"/>
                    <a:pt x="645" y="202"/>
                  </a:cubicBezTo>
                  <a:cubicBezTo>
                    <a:pt x="645" y="201"/>
                    <a:pt x="643" y="199"/>
                    <a:pt x="644" y="198"/>
                  </a:cubicBezTo>
                  <a:cubicBezTo>
                    <a:pt x="642" y="195"/>
                    <a:pt x="640" y="192"/>
                    <a:pt x="638" y="188"/>
                  </a:cubicBezTo>
                  <a:cubicBezTo>
                    <a:pt x="639" y="187"/>
                    <a:pt x="641" y="191"/>
                    <a:pt x="640" y="192"/>
                  </a:cubicBezTo>
                  <a:cubicBezTo>
                    <a:pt x="641" y="193"/>
                    <a:pt x="641" y="192"/>
                    <a:pt x="641" y="192"/>
                  </a:cubicBezTo>
                  <a:cubicBezTo>
                    <a:pt x="642" y="193"/>
                    <a:pt x="642" y="193"/>
                    <a:pt x="642" y="193"/>
                  </a:cubicBezTo>
                  <a:cubicBezTo>
                    <a:pt x="641" y="190"/>
                    <a:pt x="640" y="188"/>
                    <a:pt x="638" y="186"/>
                  </a:cubicBezTo>
                  <a:cubicBezTo>
                    <a:pt x="638" y="185"/>
                    <a:pt x="640" y="186"/>
                    <a:pt x="640" y="184"/>
                  </a:cubicBezTo>
                  <a:cubicBezTo>
                    <a:pt x="638" y="183"/>
                    <a:pt x="639" y="183"/>
                    <a:pt x="637" y="181"/>
                  </a:cubicBezTo>
                  <a:cubicBezTo>
                    <a:pt x="636" y="179"/>
                    <a:pt x="637" y="179"/>
                    <a:pt x="637" y="178"/>
                  </a:cubicBezTo>
                  <a:cubicBezTo>
                    <a:pt x="636" y="177"/>
                    <a:pt x="636" y="177"/>
                    <a:pt x="635" y="176"/>
                  </a:cubicBezTo>
                  <a:cubicBezTo>
                    <a:pt x="635" y="175"/>
                    <a:pt x="636" y="176"/>
                    <a:pt x="635" y="174"/>
                  </a:cubicBezTo>
                  <a:cubicBezTo>
                    <a:pt x="633" y="170"/>
                    <a:pt x="631" y="167"/>
                    <a:pt x="629" y="164"/>
                  </a:cubicBezTo>
                  <a:cubicBezTo>
                    <a:pt x="629" y="162"/>
                    <a:pt x="630" y="165"/>
                    <a:pt x="632" y="166"/>
                  </a:cubicBezTo>
                  <a:cubicBezTo>
                    <a:pt x="631" y="164"/>
                    <a:pt x="629" y="163"/>
                    <a:pt x="629" y="161"/>
                  </a:cubicBezTo>
                  <a:cubicBezTo>
                    <a:pt x="629" y="161"/>
                    <a:pt x="628" y="160"/>
                    <a:pt x="628" y="161"/>
                  </a:cubicBezTo>
                  <a:cubicBezTo>
                    <a:pt x="627" y="159"/>
                    <a:pt x="626" y="156"/>
                    <a:pt x="625" y="154"/>
                  </a:cubicBezTo>
                  <a:cubicBezTo>
                    <a:pt x="623" y="152"/>
                    <a:pt x="622" y="151"/>
                    <a:pt x="621" y="149"/>
                  </a:cubicBezTo>
                  <a:cubicBezTo>
                    <a:pt x="618" y="145"/>
                    <a:pt x="615" y="141"/>
                    <a:pt x="612" y="137"/>
                  </a:cubicBezTo>
                  <a:cubicBezTo>
                    <a:pt x="612" y="136"/>
                    <a:pt x="612" y="138"/>
                    <a:pt x="613" y="138"/>
                  </a:cubicBezTo>
                  <a:cubicBezTo>
                    <a:pt x="611" y="137"/>
                    <a:pt x="610" y="136"/>
                    <a:pt x="609" y="135"/>
                  </a:cubicBezTo>
                  <a:cubicBezTo>
                    <a:pt x="610" y="133"/>
                    <a:pt x="608" y="131"/>
                    <a:pt x="605" y="128"/>
                  </a:cubicBezTo>
                  <a:cubicBezTo>
                    <a:pt x="603" y="125"/>
                    <a:pt x="600" y="123"/>
                    <a:pt x="598" y="120"/>
                  </a:cubicBezTo>
                  <a:cubicBezTo>
                    <a:pt x="601" y="120"/>
                    <a:pt x="605" y="126"/>
                    <a:pt x="609" y="130"/>
                  </a:cubicBezTo>
                  <a:cubicBezTo>
                    <a:pt x="608" y="127"/>
                    <a:pt x="605" y="125"/>
                    <a:pt x="605" y="124"/>
                  </a:cubicBezTo>
                  <a:cubicBezTo>
                    <a:pt x="602" y="121"/>
                    <a:pt x="602" y="121"/>
                    <a:pt x="602" y="121"/>
                  </a:cubicBezTo>
                  <a:cubicBezTo>
                    <a:pt x="601" y="120"/>
                    <a:pt x="602" y="120"/>
                    <a:pt x="602" y="119"/>
                  </a:cubicBezTo>
                  <a:cubicBezTo>
                    <a:pt x="603" y="121"/>
                    <a:pt x="604" y="122"/>
                    <a:pt x="605" y="123"/>
                  </a:cubicBezTo>
                  <a:cubicBezTo>
                    <a:pt x="605" y="122"/>
                    <a:pt x="606" y="124"/>
                    <a:pt x="607" y="124"/>
                  </a:cubicBezTo>
                  <a:cubicBezTo>
                    <a:pt x="607" y="121"/>
                    <a:pt x="602" y="120"/>
                    <a:pt x="601" y="117"/>
                  </a:cubicBezTo>
                  <a:cubicBezTo>
                    <a:pt x="599" y="116"/>
                    <a:pt x="596" y="114"/>
                    <a:pt x="594" y="112"/>
                  </a:cubicBezTo>
                  <a:cubicBezTo>
                    <a:pt x="592" y="110"/>
                    <a:pt x="594" y="111"/>
                    <a:pt x="595" y="111"/>
                  </a:cubicBezTo>
                  <a:cubicBezTo>
                    <a:pt x="594" y="109"/>
                    <a:pt x="592" y="108"/>
                    <a:pt x="591" y="106"/>
                  </a:cubicBezTo>
                  <a:cubicBezTo>
                    <a:pt x="591" y="107"/>
                    <a:pt x="590" y="107"/>
                    <a:pt x="588" y="105"/>
                  </a:cubicBezTo>
                  <a:cubicBezTo>
                    <a:pt x="589" y="106"/>
                    <a:pt x="590" y="107"/>
                    <a:pt x="590" y="108"/>
                  </a:cubicBezTo>
                  <a:cubicBezTo>
                    <a:pt x="589" y="107"/>
                    <a:pt x="587" y="105"/>
                    <a:pt x="586" y="103"/>
                  </a:cubicBezTo>
                  <a:cubicBezTo>
                    <a:pt x="584" y="102"/>
                    <a:pt x="583" y="101"/>
                    <a:pt x="581" y="100"/>
                  </a:cubicBezTo>
                  <a:cubicBezTo>
                    <a:pt x="581" y="98"/>
                    <a:pt x="582" y="100"/>
                    <a:pt x="579" y="97"/>
                  </a:cubicBezTo>
                  <a:cubicBezTo>
                    <a:pt x="578" y="94"/>
                    <a:pt x="581" y="98"/>
                    <a:pt x="580" y="95"/>
                  </a:cubicBezTo>
                  <a:cubicBezTo>
                    <a:pt x="578" y="96"/>
                    <a:pt x="576" y="93"/>
                    <a:pt x="572" y="91"/>
                  </a:cubicBezTo>
                  <a:cubicBezTo>
                    <a:pt x="569" y="88"/>
                    <a:pt x="567" y="85"/>
                    <a:pt x="564" y="82"/>
                  </a:cubicBezTo>
                  <a:cubicBezTo>
                    <a:pt x="561" y="81"/>
                    <a:pt x="558" y="79"/>
                    <a:pt x="554" y="77"/>
                  </a:cubicBezTo>
                  <a:cubicBezTo>
                    <a:pt x="552" y="74"/>
                    <a:pt x="556" y="77"/>
                    <a:pt x="556" y="77"/>
                  </a:cubicBezTo>
                  <a:cubicBezTo>
                    <a:pt x="551" y="73"/>
                    <a:pt x="545" y="71"/>
                    <a:pt x="542" y="70"/>
                  </a:cubicBezTo>
                  <a:cubicBezTo>
                    <a:pt x="547" y="74"/>
                    <a:pt x="550" y="73"/>
                    <a:pt x="553" y="76"/>
                  </a:cubicBezTo>
                  <a:cubicBezTo>
                    <a:pt x="553" y="77"/>
                    <a:pt x="553" y="77"/>
                    <a:pt x="553" y="77"/>
                  </a:cubicBezTo>
                  <a:cubicBezTo>
                    <a:pt x="554" y="78"/>
                    <a:pt x="556" y="79"/>
                    <a:pt x="555" y="78"/>
                  </a:cubicBezTo>
                  <a:cubicBezTo>
                    <a:pt x="558" y="82"/>
                    <a:pt x="569" y="87"/>
                    <a:pt x="573" y="93"/>
                  </a:cubicBezTo>
                  <a:cubicBezTo>
                    <a:pt x="568" y="91"/>
                    <a:pt x="561" y="84"/>
                    <a:pt x="556" y="80"/>
                  </a:cubicBezTo>
                  <a:cubicBezTo>
                    <a:pt x="552" y="79"/>
                    <a:pt x="545" y="73"/>
                    <a:pt x="539" y="68"/>
                  </a:cubicBezTo>
                  <a:cubicBezTo>
                    <a:pt x="541" y="69"/>
                    <a:pt x="543" y="69"/>
                    <a:pt x="544" y="68"/>
                  </a:cubicBezTo>
                  <a:cubicBezTo>
                    <a:pt x="542" y="68"/>
                    <a:pt x="541" y="67"/>
                    <a:pt x="539" y="66"/>
                  </a:cubicBezTo>
                  <a:cubicBezTo>
                    <a:pt x="536" y="61"/>
                    <a:pt x="532" y="62"/>
                    <a:pt x="529" y="57"/>
                  </a:cubicBezTo>
                  <a:cubicBezTo>
                    <a:pt x="523" y="55"/>
                    <a:pt x="525" y="56"/>
                    <a:pt x="520" y="53"/>
                  </a:cubicBezTo>
                  <a:cubicBezTo>
                    <a:pt x="522" y="54"/>
                    <a:pt x="520" y="53"/>
                    <a:pt x="520" y="54"/>
                  </a:cubicBezTo>
                  <a:cubicBezTo>
                    <a:pt x="519" y="53"/>
                    <a:pt x="517" y="52"/>
                    <a:pt x="515" y="51"/>
                  </a:cubicBezTo>
                  <a:cubicBezTo>
                    <a:pt x="513" y="49"/>
                    <a:pt x="517" y="51"/>
                    <a:pt x="518" y="52"/>
                  </a:cubicBezTo>
                  <a:cubicBezTo>
                    <a:pt x="518" y="51"/>
                    <a:pt x="512" y="48"/>
                    <a:pt x="511" y="49"/>
                  </a:cubicBezTo>
                  <a:cubicBezTo>
                    <a:pt x="509" y="47"/>
                    <a:pt x="507" y="46"/>
                    <a:pt x="505" y="44"/>
                  </a:cubicBezTo>
                  <a:cubicBezTo>
                    <a:pt x="502" y="42"/>
                    <a:pt x="498" y="42"/>
                    <a:pt x="495" y="40"/>
                  </a:cubicBezTo>
                  <a:cubicBezTo>
                    <a:pt x="494" y="38"/>
                    <a:pt x="497" y="39"/>
                    <a:pt x="500" y="39"/>
                  </a:cubicBezTo>
                  <a:cubicBezTo>
                    <a:pt x="496" y="37"/>
                    <a:pt x="493" y="37"/>
                    <a:pt x="488" y="34"/>
                  </a:cubicBezTo>
                  <a:cubicBezTo>
                    <a:pt x="486" y="32"/>
                    <a:pt x="487" y="33"/>
                    <a:pt x="485" y="31"/>
                  </a:cubicBezTo>
                  <a:cubicBezTo>
                    <a:pt x="483" y="31"/>
                    <a:pt x="488" y="34"/>
                    <a:pt x="486" y="33"/>
                  </a:cubicBezTo>
                  <a:cubicBezTo>
                    <a:pt x="488" y="34"/>
                    <a:pt x="489" y="35"/>
                    <a:pt x="491" y="36"/>
                  </a:cubicBezTo>
                  <a:cubicBezTo>
                    <a:pt x="491" y="37"/>
                    <a:pt x="491" y="36"/>
                    <a:pt x="494" y="38"/>
                  </a:cubicBezTo>
                  <a:cubicBezTo>
                    <a:pt x="494" y="39"/>
                    <a:pt x="493" y="38"/>
                    <a:pt x="492" y="38"/>
                  </a:cubicBezTo>
                  <a:cubicBezTo>
                    <a:pt x="491" y="37"/>
                    <a:pt x="490" y="36"/>
                    <a:pt x="488" y="35"/>
                  </a:cubicBezTo>
                  <a:cubicBezTo>
                    <a:pt x="488" y="35"/>
                    <a:pt x="487" y="35"/>
                    <a:pt x="487" y="35"/>
                  </a:cubicBezTo>
                  <a:cubicBezTo>
                    <a:pt x="485" y="35"/>
                    <a:pt x="484" y="33"/>
                    <a:pt x="482" y="32"/>
                  </a:cubicBezTo>
                  <a:cubicBezTo>
                    <a:pt x="481" y="32"/>
                    <a:pt x="482" y="32"/>
                    <a:pt x="483" y="32"/>
                  </a:cubicBezTo>
                  <a:cubicBezTo>
                    <a:pt x="484" y="33"/>
                    <a:pt x="484" y="33"/>
                    <a:pt x="485" y="34"/>
                  </a:cubicBezTo>
                  <a:cubicBezTo>
                    <a:pt x="485" y="33"/>
                    <a:pt x="486" y="33"/>
                    <a:pt x="485" y="32"/>
                  </a:cubicBezTo>
                  <a:cubicBezTo>
                    <a:pt x="480" y="31"/>
                    <a:pt x="476" y="30"/>
                    <a:pt x="472" y="29"/>
                  </a:cubicBezTo>
                  <a:cubicBezTo>
                    <a:pt x="468" y="27"/>
                    <a:pt x="464" y="26"/>
                    <a:pt x="460" y="25"/>
                  </a:cubicBezTo>
                  <a:cubicBezTo>
                    <a:pt x="459" y="24"/>
                    <a:pt x="458" y="24"/>
                    <a:pt x="459" y="24"/>
                  </a:cubicBezTo>
                  <a:cubicBezTo>
                    <a:pt x="458" y="24"/>
                    <a:pt x="452" y="22"/>
                    <a:pt x="448" y="21"/>
                  </a:cubicBezTo>
                  <a:cubicBezTo>
                    <a:pt x="448" y="20"/>
                    <a:pt x="454" y="22"/>
                    <a:pt x="454" y="21"/>
                  </a:cubicBezTo>
                  <a:cubicBezTo>
                    <a:pt x="455" y="23"/>
                    <a:pt x="457" y="23"/>
                    <a:pt x="455" y="21"/>
                  </a:cubicBezTo>
                  <a:cubicBezTo>
                    <a:pt x="448" y="19"/>
                    <a:pt x="441" y="18"/>
                    <a:pt x="436" y="16"/>
                  </a:cubicBezTo>
                  <a:cubicBezTo>
                    <a:pt x="435" y="14"/>
                    <a:pt x="443" y="17"/>
                    <a:pt x="443" y="16"/>
                  </a:cubicBezTo>
                  <a:cubicBezTo>
                    <a:pt x="441" y="15"/>
                    <a:pt x="440" y="15"/>
                    <a:pt x="439" y="15"/>
                  </a:cubicBezTo>
                  <a:cubicBezTo>
                    <a:pt x="437" y="14"/>
                    <a:pt x="434" y="13"/>
                    <a:pt x="432" y="13"/>
                  </a:cubicBezTo>
                  <a:cubicBezTo>
                    <a:pt x="429" y="12"/>
                    <a:pt x="426" y="12"/>
                    <a:pt x="423" y="11"/>
                  </a:cubicBezTo>
                  <a:cubicBezTo>
                    <a:pt x="420" y="10"/>
                    <a:pt x="418" y="10"/>
                    <a:pt x="415" y="10"/>
                  </a:cubicBezTo>
                  <a:cubicBezTo>
                    <a:pt x="412" y="9"/>
                    <a:pt x="410" y="9"/>
                    <a:pt x="407" y="8"/>
                  </a:cubicBezTo>
                  <a:cubicBezTo>
                    <a:pt x="406" y="8"/>
                    <a:pt x="413" y="9"/>
                    <a:pt x="409" y="7"/>
                  </a:cubicBezTo>
                  <a:cubicBezTo>
                    <a:pt x="408" y="8"/>
                    <a:pt x="405" y="8"/>
                    <a:pt x="402" y="7"/>
                  </a:cubicBezTo>
                  <a:cubicBezTo>
                    <a:pt x="404" y="8"/>
                    <a:pt x="405" y="9"/>
                    <a:pt x="407" y="9"/>
                  </a:cubicBezTo>
                  <a:cubicBezTo>
                    <a:pt x="408" y="9"/>
                    <a:pt x="407" y="9"/>
                    <a:pt x="408" y="9"/>
                  </a:cubicBezTo>
                  <a:cubicBezTo>
                    <a:pt x="404" y="9"/>
                    <a:pt x="401" y="7"/>
                    <a:pt x="396" y="7"/>
                  </a:cubicBezTo>
                  <a:cubicBezTo>
                    <a:pt x="395" y="7"/>
                    <a:pt x="396" y="7"/>
                    <a:pt x="395" y="6"/>
                  </a:cubicBezTo>
                  <a:cubicBezTo>
                    <a:pt x="392" y="7"/>
                    <a:pt x="389" y="5"/>
                    <a:pt x="386" y="5"/>
                  </a:cubicBezTo>
                  <a:cubicBezTo>
                    <a:pt x="385" y="5"/>
                    <a:pt x="385" y="5"/>
                    <a:pt x="386" y="4"/>
                  </a:cubicBezTo>
                  <a:cubicBezTo>
                    <a:pt x="384" y="4"/>
                    <a:pt x="383" y="4"/>
                    <a:pt x="381" y="3"/>
                  </a:cubicBezTo>
                  <a:cubicBezTo>
                    <a:pt x="380" y="3"/>
                    <a:pt x="381" y="4"/>
                    <a:pt x="381" y="4"/>
                  </a:cubicBezTo>
                  <a:cubicBezTo>
                    <a:pt x="376" y="3"/>
                    <a:pt x="371" y="3"/>
                    <a:pt x="366" y="2"/>
                  </a:cubicBezTo>
                  <a:cubicBezTo>
                    <a:pt x="361" y="2"/>
                    <a:pt x="356" y="2"/>
                    <a:pt x="351" y="1"/>
                  </a:cubicBezTo>
                  <a:cubicBezTo>
                    <a:pt x="350" y="1"/>
                    <a:pt x="350" y="1"/>
                    <a:pt x="352" y="1"/>
                  </a:cubicBezTo>
                  <a:cubicBezTo>
                    <a:pt x="350" y="0"/>
                    <a:pt x="348" y="1"/>
                    <a:pt x="346" y="0"/>
                  </a:cubicBezTo>
                  <a:cubicBezTo>
                    <a:pt x="343" y="1"/>
                    <a:pt x="348" y="1"/>
                    <a:pt x="345" y="2"/>
                  </a:cubicBezTo>
                  <a:cubicBezTo>
                    <a:pt x="342" y="1"/>
                    <a:pt x="339" y="1"/>
                    <a:pt x="336" y="2"/>
                  </a:cubicBezTo>
                  <a:cubicBezTo>
                    <a:pt x="334" y="1"/>
                    <a:pt x="336" y="1"/>
                    <a:pt x="334" y="1"/>
                  </a:cubicBezTo>
                  <a:cubicBezTo>
                    <a:pt x="333" y="1"/>
                    <a:pt x="334" y="1"/>
                    <a:pt x="333" y="2"/>
                  </a:cubicBezTo>
                  <a:cubicBezTo>
                    <a:pt x="330" y="1"/>
                    <a:pt x="330" y="2"/>
                    <a:pt x="325" y="2"/>
                  </a:cubicBezTo>
                  <a:cubicBezTo>
                    <a:pt x="324" y="2"/>
                    <a:pt x="325" y="2"/>
                    <a:pt x="323" y="1"/>
                  </a:cubicBezTo>
                  <a:cubicBezTo>
                    <a:pt x="322" y="1"/>
                    <a:pt x="322" y="2"/>
                    <a:pt x="324" y="2"/>
                  </a:cubicBezTo>
                  <a:cubicBezTo>
                    <a:pt x="322" y="2"/>
                    <a:pt x="318" y="2"/>
                    <a:pt x="316" y="2"/>
                  </a:cubicBezTo>
                  <a:cubicBezTo>
                    <a:pt x="313" y="2"/>
                    <a:pt x="311" y="1"/>
                    <a:pt x="311" y="1"/>
                  </a:cubicBezTo>
                  <a:cubicBezTo>
                    <a:pt x="305" y="2"/>
                    <a:pt x="316" y="1"/>
                    <a:pt x="312" y="3"/>
                  </a:cubicBezTo>
                  <a:cubicBezTo>
                    <a:pt x="310" y="3"/>
                    <a:pt x="311" y="2"/>
                    <a:pt x="308" y="2"/>
                  </a:cubicBezTo>
                  <a:cubicBezTo>
                    <a:pt x="305" y="3"/>
                    <a:pt x="302" y="3"/>
                    <a:pt x="300" y="4"/>
                  </a:cubicBezTo>
                  <a:cubicBezTo>
                    <a:pt x="298" y="4"/>
                    <a:pt x="295" y="5"/>
                    <a:pt x="294" y="4"/>
                  </a:cubicBezTo>
                  <a:cubicBezTo>
                    <a:pt x="291" y="5"/>
                    <a:pt x="291" y="5"/>
                    <a:pt x="291" y="5"/>
                  </a:cubicBezTo>
                  <a:cubicBezTo>
                    <a:pt x="293" y="6"/>
                    <a:pt x="291" y="4"/>
                    <a:pt x="294" y="5"/>
                  </a:cubicBezTo>
                  <a:cubicBezTo>
                    <a:pt x="292" y="6"/>
                    <a:pt x="283" y="6"/>
                    <a:pt x="278" y="8"/>
                  </a:cubicBezTo>
                  <a:cubicBezTo>
                    <a:pt x="278" y="7"/>
                    <a:pt x="278" y="7"/>
                    <a:pt x="281" y="6"/>
                  </a:cubicBezTo>
                  <a:cubicBezTo>
                    <a:pt x="276" y="6"/>
                    <a:pt x="276" y="8"/>
                    <a:pt x="271" y="9"/>
                  </a:cubicBezTo>
                  <a:cubicBezTo>
                    <a:pt x="268" y="9"/>
                    <a:pt x="266" y="10"/>
                    <a:pt x="263" y="11"/>
                  </a:cubicBezTo>
                  <a:cubicBezTo>
                    <a:pt x="259" y="11"/>
                    <a:pt x="256" y="12"/>
                    <a:pt x="253" y="13"/>
                  </a:cubicBezTo>
                  <a:cubicBezTo>
                    <a:pt x="252" y="13"/>
                    <a:pt x="256" y="12"/>
                    <a:pt x="257" y="12"/>
                  </a:cubicBezTo>
                  <a:cubicBezTo>
                    <a:pt x="255" y="11"/>
                    <a:pt x="258" y="10"/>
                    <a:pt x="257" y="10"/>
                  </a:cubicBezTo>
                  <a:cubicBezTo>
                    <a:pt x="254" y="12"/>
                    <a:pt x="249" y="13"/>
                    <a:pt x="247" y="15"/>
                  </a:cubicBezTo>
                  <a:cubicBezTo>
                    <a:pt x="245" y="15"/>
                    <a:pt x="244" y="15"/>
                    <a:pt x="242" y="16"/>
                  </a:cubicBezTo>
                  <a:cubicBezTo>
                    <a:pt x="240" y="15"/>
                    <a:pt x="249" y="14"/>
                    <a:pt x="244" y="14"/>
                  </a:cubicBezTo>
                  <a:cubicBezTo>
                    <a:pt x="246" y="13"/>
                    <a:pt x="248" y="13"/>
                    <a:pt x="249" y="12"/>
                  </a:cubicBezTo>
                  <a:cubicBezTo>
                    <a:pt x="247" y="11"/>
                    <a:pt x="243" y="14"/>
                    <a:pt x="243" y="13"/>
                  </a:cubicBezTo>
                  <a:cubicBezTo>
                    <a:pt x="241" y="14"/>
                    <a:pt x="239" y="15"/>
                    <a:pt x="235" y="16"/>
                  </a:cubicBezTo>
                  <a:cubicBezTo>
                    <a:pt x="235" y="15"/>
                    <a:pt x="232" y="17"/>
                    <a:pt x="229" y="17"/>
                  </a:cubicBezTo>
                  <a:cubicBezTo>
                    <a:pt x="225" y="19"/>
                    <a:pt x="222" y="20"/>
                    <a:pt x="218" y="22"/>
                  </a:cubicBezTo>
                  <a:cubicBezTo>
                    <a:pt x="218" y="23"/>
                    <a:pt x="222" y="22"/>
                    <a:pt x="223" y="21"/>
                  </a:cubicBezTo>
                  <a:cubicBezTo>
                    <a:pt x="223" y="22"/>
                    <a:pt x="218" y="24"/>
                    <a:pt x="216" y="24"/>
                  </a:cubicBezTo>
                  <a:cubicBezTo>
                    <a:pt x="215" y="24"/>
                    <a:pt x="216" y="23"/>
                    <a:pt x="217" y="23"/>
                  </a:cubicBezTo>
                  <a:cubicBezTo>
                    <a:pt x="217" y="22"/>
                    <a:pt x="215" y="23"/>
                    <a:pt x="215" y="22"/>
                  </a:cubicBezTo>
                  <a:cubicBezTo>
                    <a:pt x="215" y="24"/>
                    <a:pt x="211" y="24"/>
                    <a:pt x="208" y="26"/>
                  </a:cubicBezTo>
                  <a:cubicBezTo>
                    <a:pt x="210" y="26"/>
                    <a:pt x="211" y="25"/>
                    <a:pt x="213" y="25"/>
                  </a:cubicBezTo>
                  <a:cubicBezTo>
                    <a:pt x="211" y="26"/>
                    <a:pt x="209" y="27"/>
                    <a:pt x="207" y="27"/>
                  </a:cubicBezTo>
                  <a:cubicBezTo>
                    <a:pt x="206" y="27"/>
                    <a:pt x="208" y="27"/>
                    <a:pt x="208" y="26"/>
                  </a:cubicBezTo>
                  <a:cubicBezTo>
                    <a:pt x="207" y="26"/>
                    <a:pt x="206" y="27"/>
                    <a:pt x="207" y="26"/>
                  </a:cubicBezTo>
                  <a:cubicBezTo>
                    <a:pt x="204" y="27"/>
                    <a:pt x="206" y="28"/>
                    <a:pt x="204" y="28"/>
                  </a:cubicBezTo>
                  <a:cubicBezTo>
                    <a:pt x="204" y="28"/>
                    <a:pt x="206" y="28"/>
                    <a:pt x="204" y="29"/>
                  </a:cubicBezTo>
                  <a:cubicBezTo>
                    <a:pt x="201" y="30"/>
                    <a:pt x="204" y="29"/>
                    <a:pt x="202" y="29"/>
                  </a:cubicBezTo>
                  <a:cubicBezTo>
                    <a:pt x="200" y="30"/>
                    <a:pt x="201" y="30"/>
                    <a:pt x="201" y="31"/>
                  </a:cubicBezTo>
                  <a:cubicBezTo>
                    <a:pt x="200" y="31"/>
                    <a:pt x="199" y="31"/>
                    <a:pt x="198" y="32"/>
                  </a:cubicBezTo>
                  <a:cubicBezTo>
                    <a:pt x="195" y="33"/>
                    <a:pt x="200" y="30"/>
                    <a:pt x="197" y="30"/>
                  </a:cubicBezTo>
                  <a:cubicBezTo>
                    <a:pt x="197" y="31"/>
                    <a:pt x="196" y="32"/>
                    <a:pt x="197" y="32"/>
                  </a:cubicBezTo>
                  <a:cubicBezTo>
                    <a:pt x="195" y="34"/>
                    <a:pt x="193" y="33"/>
                    <a:pt x="191" y="35"/>
                  </a:cubicBezTo>
                  <a:cubicBezTo>
                    <a:pt x="189" y="35"/>
                    <a:pt x="189" y="35"/>
                    <a:pt x="188" y="35"/>
                  </a:cubicBezTo>
                  <a:cubicBezTo>
                    <a:pt x="186" y="37"/>
                    <a:pt x="183" y="38"/>
                    <a:pt x="181" y="39"/>
                  </a:cubicBezTo>
                  <a:cubicBezTo>
                    <a:pt x="180" y="41"/>
                    <a:pt x="175" y="42"/>
                    <a:pt x="173" y="44"/>
                  </a:cubicBezTo>
                  <a:cubicBezTo>
                    <a:pt x="171" y="44"/>
                    <a:pt x="175" y="42"/>
                    <a:pt x="172" y="43"/>
                  </a:cubicBezTo>
                  <a:cubicBezTo>
                    <a:pt x="170" y="45"/>
                    <a:pt x="167" y="46"/>
                    <a:pt x="164" y="48"/>
                  </a:cubicBezTo>
                  <a:cubicBezTo>
                    <a:pt x="162" y="50"/>
                    <a:pt x="165" y="49"/>
                    <a:pt x="164" y="50"/>
                  </a:cubicBezTo>
                  <a:cubicBezTo>
                    <a:pt x="161" y="52"/>
                    <a:pt x="163" y="49"/>
                    <a:pt x="160" y="50"/>
                  </a:cubicBezTo>
                  <a:cubicBezTo>
                    <a:pt x="158" y="51"/>
                    <a:pt x="158" y="52"/>
                    <a:pt x="158" y="52"/>
                  </a:cubicBezTo>
                  <a:cubicBezTo>
                    <a:pt x="152" y="54"/>
                    <a:pt x="148" y="60"/>
                    <a:pt x="142" y="63"/>
                  </a:cubicBezTo>
                  <a:cubicBezTo>
                    <a:pt x="141" y="65"/>
                    <a:pt x="140" y="65"/>
                    <a:pt x="137" y="68"/>
                  </a:cubicBezTo>
                  <a:cubicBezTo>
                    <a:pt x="136" y="69"/>
                    <a:pt x="135" y="69"/>
                    <a:pt x="133" y="71"/>
                  </a:cubicBezTo>
                  <a:cubicBezTo>
                    <a:pt x="132" y="70"/>
                    <a:pt x="136" y="68"/>
                    <a:pt x="137" y="67"/>
                  </a:cubicBezTo>
                  <a:cubicBezTo>
                    <a:pt x="133" y="68"/>
                    <a:pt x="131" y="71"/>
                    <a:pt x="130" y="73"/>
                  </a:cubicBezTo>
                  <a:cubicBezTo>
                    <a:pt x="127" y="75"/>
                    <a:pt x="128" y="73"/>
                    <a:pt x="126" y="74"/>
                  </a:cubicBezTo>
                  <a:cubicBezTo>
                    <a:pt x="124" y="76"/>
                    <a:pt x="123" y="76"/>
                    <a:pt x="122" y="78"/>
                  </a:cubicBezTo>
                  <a:cubicBezTo>
                    <a:pt x="122" y="78"/>
                    <a:pt x="121" y="78"/>
                    <a:pt x="120" y="79"/>
                  </a:cubicBezTo>
                  <a:cubicBezTo>
                    <a:pt x="122" y="79"/>
                    <a:pt x="117" y="83"/>
                    <a:pt x="114" y="84"/>
                  </a:cubicBezTo>
                  <a:cubicBezTo>
                    <a:pt x="113" y="86"/>
                    <a:pt x="112" y="87"/>
                    <a:pt x="109" y="89"/>
                  </a:cubicBezTo>
                  <a:cubicBezTo>
                    <a:pt x="108" y="91"/>
                    <a:pt x="109" y="89"/>
                    <a:pt x="110" y="89"/>
                  </a:cubicBezTo>
                  <a:cubicBezTo>
                    <a:pt x="110" y="90"/>
                    <a:pt x="108" y="91"/>
                    <a:pt x="107" y="92"/>
                  </a:cubicBezTo>
                  <a:cubicBezTo>
                    <a:pt x="105" y="93"/>
                    <a:pt x="106" y="92"/>
                    <a:pt x="107" y="91"/>
                  </a:cubicBezTo>
                  <a:cubicBezTo>
                    <a:pt x="105" y="93"/>
                    <a:pt x="103" y="94"/>
                    <a:pt x="100" y="95"/>
                  </a:cubicBezTo>
                  <a:cubicBezTo>
                    <a:pt x="100" y="95"/>
                    <a:pt x="101" y="94"/>
                    <a:pt x="101" y="94"/>
                  </a:cubicBezTo>
                  <a:cubicBezTo>
                    <a:pt x="101" y="94"/>
                    <a:pt x="97" y="98"/>
                    <a:pt x="95" y="100"/>
                  </a:cubicBezTo>
                  <a:cubicBezTo>
                    <a:pt x="100" y="95"/>
                    <a:pt x="100" y="97"/>
                    <a:pt x="104" y="93"/>
                  </a:cubicBezTo>
                  <a:cubicBezTo>
                    <a:pt x="101" y="98"/>
                    <a:pt x="99" y="97"/>
                    <a:pt x="96" y="100"/>
                  </a:cubicBezTo>
                  <a:cubicBezTo>
                    <a:pt x="96" y="101"/>
                    <a:pt x="100" y="98"/>
                    <a:pt x="100" y="99"/>
                  </a:cubicBezTo>
                  <a:cubicBezTo>
                    <a:pt x="99" y="100"/>
                    <a:pt x="96" y="103"/>
                    <a:pt x="94" y="103"/>
                  </a:cubicBezTo>
                  <a:cubicBezTo>
                    <a:pt x="93" y="105"/>
                    <a:pt x="94" y="106"/>
                    <a:pt x="93" y="107"/>
                  </a:cubicBezTo>
                  <a:cubicBezTo>
                    <a:pt x="93" y="106"/>
                    <a:pt x="91" y="108"/>
                    <a:pt x="89" y="109"/>
                  </a:cubicBezTo>
                  <a:cubicBezTo>
                    <a:pt x="88" y="110"/>
                    <a:pt x="90" y="107"/>
                    <a:pt x="88" y="108"/>
                  </a:cubicBezTo>
                  <a:cubicBezTo>
                    <a:pt x="88" y="110"/>
                    <a:pt x="87" y="110"/>
                    <a:pt x="88" y="110"/>
                  </a:cubicBezTo>
                  <a:cubicBezTo>
                    <a:pt x="87" y="112"/>
                    <a:pt x="85" y="113"/>
                    <a:pt x="87" y="113"/>
                  </a:cubicBezTo>
                  <a:cubicBezTo>
                    <a:pt x="85" y="114"/>
                    <a:pt x="84" y="115"/>
                    <a:pt x="82" y="116"/>
                  </a:cubicBezTo>
                  <a:cubicBezTo>
                    <a:pt x="82" y="116"/>
                    <a:pt x="86" y="112"/>
                    <a:pt x="84" y="112"/>
                  </a:cubicBezTo>
                  <a:cubicBezTo>
                    <a:pt x="84" y="113"/>
                    <a:pt x="81" y="117"/>
                    <a:pt x="78" y="120"/>
                  </a:cubicBezTo>
                  <a:cubicBezTo>
                    <a:pt x="76" y="123"/>
                    <a:pt x="74" y="126"/>
                    <a:pt x="74" y="124"/>
                  </a:cubicBezTo>
                  <a:cubicBezTo>
                    <a:pt x="73" y="125"/>
                    <a:pt x="72" y="127"/>
                    <a:pt x="71" y="128"/>
                  </a:cubicBezTo>
                  <a:cubicBezTo>
                    <a:pt x="71" y="130"/>
                    <a:pt x="69" y="132"/>
                    <a:pt x="68" y="134"/>
                  </a:cubicBezTo>
                  <a:cubicBezTo>
                    <a:pt x="66" y="136"/>
                    <a:pt x="65" y="138"/>
                    <a:pt x="64" y="141"/>
                  </a:cubicBezTo>
                  <a:cubicBezTo>
                    <a:pt x="62" y="141"/>
                    <a:pt x="61" y="145"/>
                    <a:pt x="61" y="143"/>
                  </a:cubicBezTo>
                  <a:cubicBezTo>
                    <a:pt x="59" y="144"/>
                    <a:pt x="60" y="145"/>
                    <a:pt x="59" y="147"/>
                  </a:cubicBezTo>
                  <a:cubicBezTo>
                    <a:pt x="56" y="151"/>
                    <a:pt x="53" y="155"/>
                    <a:pt x="51" y="160"/>
                  </a:cubicBezTo>
                  <a:cubicBezTo>
                    <a:pt x="50" y="159"/>
                    <a:pt x="49" y="163"/>
                    <a:pt x="49" y="164"/>
                  </a:cubicBezTo>
                  <a:cubicBezTo>
                    <a:pt x="47" y="165"/>
                    <a:pt x="47" y="167"/>
                    <a:pt x="45" y="168"/>
                  </a:cubicBezTo>
                  <a:cubicBezTo>
                    <a:pt x="46" y="168"/>
                    <a:pt x="47" y="167"/>
                    <a:pt x="48" y="167"/>
                  </a:cubicBezTo>
                  <a:cubicBezTo>
                    <a:pt x="47" y="169"/>
                    <a:pt x="45" y="171"/>
                    <a:pt x="44" y="172"/>
                  </a:cubicBezTo>
                  <a:cubicBezTo>
                    <a:pt x="42" y="174"/>
                    <a:pt x="44" y="174"/>
                    <a:pt x="41" y="177"/>
                  </a:cubicBezTo>
                  <a:cubicBezTo>
                    <a:pt x="41" y="177"/>
                    <a:pt x="41" y="177"/>
                    <a:pt x="41" y="178"/>
                  </a:cubicBezTo>
                  <a:cubicBezTo>
                    <a:pt x="42" y="175"/>
                    <a:pt x="44" y="173"/>
                    <a:pt x="45" y="171"/>
                  </a:cubicBezTo>
                  <a:cubicBezTo>
                    <a:pt x="43" y="175"/>
                    <a:pt x="41" y="179"/>
                    <a:pt x="39" y="183"/>
                  </a:cubicBezTo>
                  <a:cubicBezTo>
                    <a:pt x="39" y="184"/>
                    <a:pt x="39" y="183"/>
                    <a:pt x="38" y="184"/>
                  </a:cubicBezTo>
                  <a:cubicBezTo>
                    <a:pt x="39" y="182"/>
                    <a:pt x="41" y="178"/>
                    <a:pt x="40" y="178"/>
                  </a:cubicBezTo>
                  <a:cubicBezTo>
                    <a:pt x="39" y="180"/>
                    <a:pt x="38" y="184"/>
                    <a:pt x="35" y="187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5" y="190"/>
                    <a:pt x="35" y="190"/>
                    <a:pt x="36" y="189"/>
                  </a:cubicBezTo>
                  <a:cubicBezTo>
                    <a:pt x="35" y="192"/>
                    <a:pt x="33" y="194"/>
                    <a:pt x="32" y="197"/>
                  </a:cubicBezTo>
                  <a:cubicBezTo>
                    <a:pt x="31" y="199"/>
                    <a:pt x="32" y="197"/>
                    <a:pt x="31" y="199"/>
                  </a:cubicBezTo>
                  <a:cubicBezTo>
                    <a:pt x="30" y="201"/>
                    <a:pt x="32" y="198"/>
                    <a:pt x="30" y="201"/>
                  </a:cubicBezTo>
                  <a:cubicBezTo>
                    <a:pt x="29" y="203"/>
                    <a:pt x="30" y="199"/>
                    <a:pt x="29" y="202"/>
                  </a:cubicBezTo>
                  <a:cubicBezTo>
                    <a:pt x="28" y="204"/>
                    <a:pt x="30" y="202"/>
                    <a:pt x="29" y="203"/>
                  </a:cubicBezTo>
                  <a:cubicBezTo>
                    <a:pt x="27" y="207"/>
                    <a:pt x="25" y="212"/>
                    <a:pt x="23" y="217"/>
                  </a:cubicBezTo>
                  <a:cubicBezTo>
                    <a:pt x="21" y="222"/>
                    <a:pt x="20" y="226"/>
                    <a:pt x="18" y="230"/>
                  </a:cubicBezTo>
                  <a:cubicBezTo>
                    <a:pt x="17" y="231"/>
                    <a:pt x="18" y="228"/>
                    <a:pt x="18" y="228"/>
                  </a:cubicBezTo>
                  <a:cubicBezTo>
                    <a:pt x="16" y="232"/>
                    <a:pt x="16" y="236"/>
                    <a:pt x="14" y="238"/>
                  </a:cubicBezTo>
                  <a:cubicBezTo>
                    <a:pt x="14" y="239"/>
                    <a:pt x="15" y="239"/>
                    <a:pt x="15" y="238"/>
                  </a:cubicBezTo>
                  <a:cubicBezTo>
                    <a:pt x="15" y="240"/>
                    <a:pt x="15" y="241"/>
                    <a:pt x="15" y="242"/>
                  </a:cubicBezTo>
                  <a:cubicBezTo>
                    <a:pt x="14" y="244"/>
                    <a:pt x="14" y="242"/>
                    <a:pt x="14" y="241"/>
                  </a:cubicBezTo>
                  <a:cubicBezTo>
                    <a:pt x="13" y="243"/>
                    <a:pt x="13" y="245"/>
                    <a:pt x="12" y="246"/>
                  </a:cubicBezTo>
                  <a:cubicBezTo>
                    <a:pt x="12" y="247"/>
                    <a:pt x="13" y="246"/>
                    <a:pt x="13" y="246"/>
                  </a:cubicBezTo>
                  <a:cubicBezTo>
                    <a:pt x="14" y="247"/>
                    <a:pt x="13" y="248"/>
                    <a:pt x="13" y="249"/>
                  </a:cubicBezTo>
                  <a:cubicBezTo>
                    <a:pt x="12" y="249"/>
                    <a:pt x="12" y="248"/>
                    <a:pt x="12" y="250"/>
                  </a:cubicBezTo>
                  <a:cubicBezTo>
                    <a:pt x="12" y="250"/>
                    <a:pt x="12" y="251"/>
                    <a:pt x="12" y="252"/>
                  </a:cubicBezTo>
                  <a:cubicBezTo>
                    <a:pt x="11" y="254"/>
                    <a:pt x="11" y="252"/>
                    <a:pt x="10" y="254"/>
                  </a:cubicBezTo>
                  <a:cubicBezTo>
                    <a:pt x="9" y="260"/>
                    <a:pt x="8" y="266"/>
                    <a:pt x="7" y="272"/>
                  </a:cubicBezTo>
                  <a:cubicBezTo>
                    <a:pt x="7" y="271"/>
                    <a:pt x="7" y="271"/>
                    <a:pt x="7" y="271"/>
                  </a:cubicBezTo>
                  <a:cubicBezTo>
                    <a:pt x="7" y="272"/>
                    <a:pt x="8" y="274"/>
                    <a:pt x="7" y="276"/>
                  </a:cubicBezTo>
                  <a:cubicBezTo>
                    <a:pt x="6" y="277"/>
                    <a:pt x="6" y="276"/>
                    <a:pt x="6" y="275"/>
                  </a:cubicBezTo>
                  <a:cubicBezTo>
                    <a:pt x="6" y="276"/>
                    <a:pt x="5" y="279"/>
                    <a:pt x="5" y="281"/>
                  </a:cubicBezTo>
                  <a:cubicBezTo>
                    <a:pt x="5" y="284"/>
                    <a:pt x="5" y="286"/>
                    <a:pt x="5" y="287"/>
                  </a:cubicBezTo>
                  <a:cubicBezTo>
                    <a:pt x="4" y="288"/>
                    <a:pt x="4" y="289"/>
                    <a:pt x="4" y="292"/>
                  </a:cubicBezTo>
                  <a:cubicBezTo>
                    <a:pt x="5" y="289"/>
                    <a:pt x="5" y="291"/>
                    <a:pt x="5" y="293"/>
                  </a:cubicBezTo>
                  <a:cubicBezTo>
                    <a:pt x="5" y="287"/>
                    <a:pt x="6" y="285"/>
                    <a:pt x="7" y="279"/>
                  </a:cubicBezTo>
                  <a:cubicBezTo>
                    <a:pt x="7" y="278"/>
                    <a:pt x="7" y="280"/>
                    <a:pt x="7" y="280"/>
                  </a:cubicBezTo>
                  <a:cubicBezTo>
                    <a:pt x="6" y="279"/>
                    <a:pt x="7" y="278"/>
                    <a:pt x="7" y="276"/>
                  </a:cubicBezTo>
                  <a:cubicBezTo>
                    <a:pt x="8" y="275"/>
                    <a:pt x="8" y="274"/>
                    <a:pt x="9" y="272"/>
                  </a:cubicBezTo>
                  <a:cubicBezTo>
                    <a:pt x="8" y="275"/>
                    <a:pt x="7" y="280"/>
                    <a:pt x="7" y="284"/>
                  </a:cubicBezTo>
                  <a:cubicBezTo>
                    <a:pt x="7" y="288"/>
                    <a:pt x="6" y="291"/>
                    <a:pt x="5" y="294"/>
                  </a:cubicBezTo>
                  <a:cubicBezTo>
                    <a:pt x="5" y="294"/>
                    <a:pt x="6" y="294"/>
                    <a:pt x="6" y="295"/>
                  </a:cubicBezTo>
                  <a:cubicBezTo>
                    <a:pt x="6" y="297"/>
                    <a:pt x="5" y="294"/>
                    <a:pt x="5" y="296"/>
                  </a:cubicBezTo>
                  <a:cubicBezTo>
                    <a:pt x="5" y="300"/>
                    <a:pt x="4" y="304"/>
                    <a:pt x="4" y="308"/>
                  </a:cubicBezTo>
                  <a:cubicBezTo>
                    <a:pt x="5" y="309"/>
                    <a:pt x="4" y="311"/>
                    <a:pt x="4" y="314"/>
                  </a:cubicBezTo>
                  <a:cubicBezTo>
                    <a:pt x="3" y="313"/>
                    <a:pt x="3" y="311"/>
                    <a:pt x="2" y="312"/>
                  </a:cubicBezTo>
                  <a:cubicBezTo>
                    <a:pt x="2" y="310"/>
                    <a:pt x="2" y="307"/>
                    <a:pt x="2" y="307"/>
                  </a:cubicBezTo>
                  <a:cubicBezTo>
                    <a:pt x="2" y="309"/>
                    <a:pt x="2" y="309"/>
                    <a:pt x="1" y="311"/>
                  </a:cubicBezTo>
                  <a:cubicBezTo>
                    <a:pt x="1" y="312"/>
                    <a:pt x="1" y="313"/>
                    <a:pt x="2" y="314"/>
                  </a:cubicBezTo>
                  <a:cubicBezTo>
                    <a:pt x="2" y="316"/>
                    <a:pt x="1" y="318"/>
                    <a:pt x="2" y="320"/>
                  </a:cubicBezTo>
                  <a:cubicBezTo>
                    <a:pt x="0" y="323"/>
                    <a:pt x="1" y="328"/>
                    <a:pt x="1" y="333"/>
                  </a:cubicBezTo>
                  <a:cubicBezTo>
                    <a:pt x="0" y="333"/>
                    <a:pt x="0" y="335"/>
                    <a:pt x="1" y="338"/>
                  </a:cubicBezTo>
                  <a:cubicBezTo>
                    <a:pt x="1" y="339"/>
                    <a:pt x="1" y="339"/>
                    <a:pt x="0" y="338"/>
                  </a:cubicBezTo>
                  <a:cubicBezTo>
                    <a:pt x="0" y="342"/>
                    <a:pt x="1" y="346"/>
                    <a:pt x="1" y="350"/>
                  </a:cubicBezTo>
                  <a:cubicBezTo>
                    <a:pt x="1" y="351"/>
                    <a:pt x="2" y="349"/>
                    <a:pt x="2" y="350"/>
                  </a:cubicBezTo>
                  <a:cubicBezTo>
                    <a:pt x="3" y="352"/>
                    <a:pt x="1" y="353"/>
                    <a:pt x="2" y="354"/>
                  </a:cubicBezTo>
                  <a:cubicBezTo>
                    <a:pt x="2" y="355"/>
                    <a:pt x="2" y="355"/>
                    <a:pt x="1" y="355"/>
                  </a:cubicBezTo>
                  <a:cubicBezTo>
                    <a:pt x="1" y="357"/>
                    <a:pt x="2" y="355"/>
                    <a:pt x="2" y="358"/>
                  </a:cubicBezTo>
                  <a:cubicBezTo>
                    <a:pt x="2" y="359"/>
                    <a:pt x="2" y="360"/>
                    <a:pt x="1" y="359"/>
                  </a:cubicBezTo>
                  <a:cubicBezTo>
                    <a:pt x="2" y="362"/>
                    <a:pt x="1" y="368"/>
                    <a:pt x="3" y="369"/>
                  </a:cubicBezTo>
                  <a:cubicBezTo>
                    <a:pt x="3" y="371"/>
                    <a:pt x="2" y="369"/>
                    <a:pt x="2" y="372"/>
                  </a:cubicBezTo>
                  <a:cubicBezTo>
                    <a:pt x="3" y="372"/>
                    <a:pt x="2" y="375"/>
                    <a:pt x="2" y="375"/>
                  </a:cubicBezTo>
                  <a:cubicBezTo>
                    <a:pt x="3" y="379"/>
                    <a:pt x="4" y="381"/>
                    <a:pt x="4" y="385"/>
                  </a:cubicBezTo>
                  <a:cubicBezTo>
                    <a:pt x="5" y="386"/>
                    <a:pt x="6" y="391"/>
                    <a:pt x="6" y="394"/>
                  </a:cubicBezTo>
                  <a:cubicBezTo>
                    <a:pt x="6" y="394"/>
                    <a:pt x="6" y="393"/>
                    <a:pt x="6" y="395"/>
                  </a:cubicBezTo>
                  <a:cubicBezTo>
                    <a:pt x="7" y="397"/>
                    <a:pt x="7" y="400"/>
                    <a:pt x="8" y="403"/>
                  </a:cubicBezTo>
                  <a:cubicBezTo>
                    <a:pt x="9" y="404"/>
                    <a:pt x="9" y="399"/>
                    <a:pt x="8" y="398"/>
                  </a:cubicBezTo>
                  <a:cubicBezTo>
                    <a:pt x="8" y="397"/>
                    <a:pt x="9" y="401"/>
                    <a:pt x="10" y="402"/>
                  </a:cubicBezTo>
                  <a:cubicBezTo>
                    <a:pt x="11" y="403"/>
                    <a:pt x="9" y="399"/>
                    <a:pt x="9" y="398"/>
                  </a:cubicBezTo>
                  <a:cubicBezTo>
                    <a:pt x="9" y="398"/>
                    <a:pt x="10" y="399"/>
                    <a:pt x="10" y="400"/>
                  </a:cubicBezTo>
                  <a:cubicBezTo>
                    <a:pt x="11" y="401"/>
                    <a:pt x="10" y="404"/>
                    <a:pt x="12" y="406"/>
                  </a:cubicBezTo>
                  <a:cubicBezTo>
                    <a:pt x="12" y="408"/>
                    <a:pt x="12" y="409"/>
                    <a:pt x="11" y="408"/>
                  </a:cubicBezTo>
                  <a:cubicBezTo>
                    <a:pt x="11" y="410"/>
                    <a:pt x="12" y="413"/>
                    <a:pt x="12" y="415"/>
                  </a:cubicBezTo>
                  <a:cubicBezTo>
                    <a:pt x="12" y="415"/>
                    <a:pt x="13" y="415"/>
                    <a:pt x="14" y="417"/>
                  </a:cubicBezTo>
                  <a:cubicBezTo>
                    <a:pt x="12" y="416"/>
                    <a:pt x="10" y="412"/>
                    <a:pt x="8" y="407"/>
                  </a:cubicBezTo>
                  <a:cubicBezTo>
                    <a:pt x="8" y="409"/>
                    <a:pt x="9" y="411"/>
                    <a:pt x="9" y="413"/>
                  </a:cubicBezTo>
                  <a:cubicBezTo>
                    <a:pt x="9" y="414"/>
                    <a:pt x="10" y="414"/>
                    <a:pt x="10" y="416"/>
                  </a:cubicBezTo>
                  <a:cubicBezTo>
                    <a:pt x="11" y="417"/>
                    <a:pt x="11" y="416"/>
                    <a:pt x="11" y="417"/>
                  </a:cubicBezTo>
                  <a:cubicBezTo>
                    <a:pt x="12" y="420"/>
                    <a:pt x="11" y="418"/>
                    <a:pt x="11" y="421"/>
                  </a:cubicBezTo>
                  <a:cubicBezTo>
                    <a:pt x="13" y="420"/>
                    <a:pt x="16" y="431"/>
                    <a:pt x="15" y="433"/>
                  </a:cubicBezTo>
                  <a:cubicBezTo>
                    <a:pt x="16" y="433"/>
                    <a:pt x="16" y="435"/>
                    <a:pt x="17" y="437"/>
                  </a:cubicBezTo>
                  <a:cubicBezTo>
                    <a:pt x="17" y="435"/>
                    <a:pt x="15" y="433"/>
                    <a:pt x="15" y="431"/>
                  </a:cubicBezTo>
                  <a:cubicBezTo>
                    <a:pt x="16" y="431"/>
                    <a:pt x="17" y="436"/>
                    <a:pt x="18" y="438"/>
                  </a:cubicBezTo>
                  <a:cubicBezTo>
                    <a:pt x="18" y="438"/>
                    <a:pt x="19" y="439"/>
                    <a:pt x="20" y="440"/>
                  </a:cubicBezTo>
                  <a:cubicBezTo>
                    <a:pt x="20" y="442"/>
                    <a:pt x="19" y="442"/>
                    <a:pt x="19" y="440"/>
                  </a:cubicBezTo>
                  <a:cubicBezTo>
                    <a:pt x="19" y="442"/>
                    <a:pt x="20" y="442"/>
                    <a:pt x="20" y="441"/>
                  </a:cubicBezTo>
                  <a:cubicBezTo>
                    <a:pt x="20" y="439"/>
                    <a:pt x="20" y="438"/>
                    <a:pt x="18" y="437"/>
                  </a:cubicBezTo>
                  <a:cubicBezTo>
                    <a:pt x="19" y="436"/>
                    <a:pt x="19" y="436"/>
                    <a:pt x="19" y="435"/>
                  </a:cubicBezTo>
                  <a:cubicBezTo>
                    <a:pt x="20" y="438"/>
                    <a:pt x="20" y="441"/>
                    <a:pt x="22" y="444"/>
                  </a:cubicBezTo>
                  <a:cubicBezTo>
                    <a:pt x="21" y="444"/>
                    <a:pt x="18" y="440"/>
                    <a:pt x="20" y="444"/>
                  </a:cubicBezTo>
                  <a:cubicBezTo>
                    <a:pt x="20" y="443"/>
                    <a:pt x="20" y="445"/>
                    <a:pt x="22" y="447"/>
                  </a:cubicBezTo>
                  <a:cubicBezTo>
                    <a:pt x="21" y="447"/>
                    <a:pt x="20" y="445"/>
                    <a:pt x="21" y="449"/>
                  </a:cubicBezTo>
                  <a:cubicBezTo>
                    <a:pt x="22" y="449"/>
                    <a:pt x="22" y="450"/>
                    <a:pt x="24" y="452"/>
                  </a:cubicBezTo>
                  <a:cubicBezTo>
                    <a:pt x="23" y="453"/>
                    <a:pt x="26" y="456"/>
                    <a:pt x="26" y="459"/>
                  </a:cubicBezTo>
                  <a:cubicBezTo>
                    <a:pt x="23" y="452"/>
                    <a:pt x="20" y="447"/>
                    <a:pt x="18" y="439"/>
                  </a:cubicBezTo>
                  <a:cubicBezTo>
                    <a:pt x="18" y="442"/>
                    <a:pt x="15" y="433"/>
                    <a:pt x="15" y="435"/>
                  </a:cubicBezTo>
                  <a:cubicBezTo>
                    <a:pt x="15" y="436"/>
                    <a:pt x="15" y="437"/>
                    <a:pt x="15" y="438"/>
                  </a:cubicBezTo>
                  <a:cubicBezTo>
                    <a:pt x="16" y="439"/>
                    <a:pt x="17" y="444"/>
                    <a:pt x="17" y="445"/>
                  </a:cubicBezTo>
                  <a:cubicBezTo>
                    <a:pt x="17" y="443"/>
                    <a:pt x="19" y="448"/>
                    <a:pt x="19" y="445"/>
                  </a:cubicBezTo>
                  <a:cubicBezTo>
                    <a:pt x="20" y="447"/>
                    <a:pt x="21" y="448"/>
                    <a:pt x="21" y="450"/>
                  </a:cubicBezTo>
                  <a:cubicBezTo>
                    <a:pt x="21" y="451"/>
                    <a:pt x="19" y="445"/>
                    <a:pt x="20" y="450"/>
                  </a:cubicBezTo>
                  <a:cubicBezTo>
                    <a:pt x="19" y="449"/>
                    <a:pt x="19" y="447"/>
                    <a:pt x="18" y="446"/>
                  </a:cubicBezTo>
                  <a:cubicBezTo>
                    <a:pt x="18" y="447"/>
                    <a:pt x="18" y="447"/>
                    <a:pt x="18" y="448"/>
                  </a:cubicBezTo>
                  <a:cubicBezTo>
                    <a:pt x="20" y="451"/>
                    <a:pt x="20" y="452"/>
                    <a:pt x="19" y="454"/>
                  </a:cubicBezTo>
                  <a:cubicBezTo>
                    <a:pt x="21" y="453"/>
                    <a:pt x="23" y="461"/>
                    <a:pt x="25" y="465"/>
                  </a:cubicBezTo>
                  <a:cubicBezTo>
                    <a:pt x="26" y="466"/>
                    <a:pt x="25" y="464"/>
                    <a:pt x="25" y="463"/>
                  </a:cubicBezTo>
                  <a:cubicBezTo>
                    <a:pt x="28" y="466"/>
                    <a:pt x="29" y="473"/>
                    <a:pt x="31" y="475"/>
                  </a:cubicBezTo>
                  <a:cubicBezTo>
                    <a:pt x="32" y="477"/>
                    <a:pt x="30" y="474"/>
                    <a:pt x="30" y="475"/>
                  </a:cubicBezTo>
                  <a:cubicBezTo>
                    <a:pt x="29" y="472"/>
                    <a:pt x="27" y="469"/>
                    <a:pt x="26" y="466"/>
                  </a:cubicBezTo>
                  <a:cubicBezTo>
                    <a:pt x="25" y="465"/>
                    <a:pt x="25" y="465"/>
                    <a:pt x="25" y="466"/>
                  </a:cubicBezTo>
                  <a:cubicBezTo>
                    <a:pt x="26" y="467"/>
                    <a:pt x="26" y="468"/>
                    <a:pt x="26" y="469"/>
                  </a:cubicBezTo>
                  <a:cubicBezTo>
                    <a:pt x="26" y="469"/>
                    <a:pt x="27" y="469"/>
                    <a:pt x="27" y="469"/>
                  </a:cubicBezTo>
                  <a:cubicBezTo>
                    <a:pt x="27" y="470"/>
                    <a:pt x="28" y="473"/>
                    <a:pt x="30" y="476"/>
                  </a:cubicBezTo>
                  <a:cubicBezTo>
                    <a:pt x="31" y="479"/>
                    <a:pt x="33" y="481"/>
                    <a:pt x="34" y="482"/>
                  </a:cubicBezTo>
                  <a:cubicBezTo>
                    <a:pt x="32" y="481"/>
                    <a:pt x="35" y="487"/>
                    <a:pt x="35" y="488"/>
                  </a:cubicBezTo>
                  <a:cubicBezTo>
                    <a:pt x="36" y="489"/>
                    <a:pt x="36" y="490"/>
                    <a:pt x="36" y="491"/>
                  </a:cubicBezTo>
                  <a:cubicBezTo>
                    <a:pt x="38" y="492"/>
                    <a:pt x="35" y="489"/>
                    <a:pt x="35" y="488"/>
                  </a:cubicBezTo>
                  <a:cubicBezTo>
                    <a:pt x="36" y="486"/>
                    <a:pt x="38" y="490"/>
                    <a:pt x="40" y="492"/>
                  </a:cubicBezTo>
                  <a:cubicBezTo>
                    <a:pt x="41" y="495"/>
                    <a:pt x="38" y="490"/>
                    <a:pt x="37" y="490"/>
                  </a:cubicBezTo>
                  <a:cubicBezTo>
                    <a:pt x="38" y="493"/>
                    <a:pt x="38" y="493"/>
                    <a:pt x="40" y="495"/>
                  </a:cubicBezTo>
                  <a:cubicBezTo>
                    <a:pt x="40" y="494"/>
                    <a:pt x="41" y="495"/>
                    <a:pt x="41" y="494"/>
                  </a:cubicBezTo>
                  <a:cubicBezTo>
                    <a:pt x="42" y="495"/>
                    <a:pt x="42" y="497"/>
                    <a:pt x="44" y="498"/>
                  </a:cubicBezTo>
                  <a:cubicBezTo>
                    <a:pt x="43" y="495"/>
                    <a:pt x="40" y="494"/>
                    <a:pt x="40" y="491"/>
                  </a:cubicBezTo>
                  <a:cubicBezTo>
                    <a:pt x="38" y="488"/>
                    <a:pt x="36" y="485"/>
                    <a:pt x="35" y="483"/>
                  </a:cubicBezTo>
                  <a:cubicBezTo>
                    <a:pt x="35" y="481"/>
                    <a:pt x="36" y="485"/>
                    <a:pt x="37" y="486"/>
                  </a:cubicBezTo>
                  <a:cubicBezTo>
                    <a:pt x="38" y="487"/>
                    <a:pt x="36" y="483"/>
                    <a:pt x="36" y="484"/>
                  </a:cubicBezTo>
                  <a:cubicBezTo>
                    <a:pt x="37" y="483"/>
                    <a:pt x="39" y="487"/>
                    <a:pt x="42" y="492"/>
                  </a:cubicBezTo>
                  <a:cubicBezTo>
                    <a:pt x="44" y="497"/>
                    <a:pt x="47" y="504"/>
                    <a:pt x="51" y="507"/>
                  </a:cubicBezTo>
                  <a:cubicBezTo>
                    <a:pt x="50" y="506"/>
                    <a:pt x="50" y="506"/>
                    <a:pt x="51" y="506"/>
                  </a:cubicBezTo>
                  <a:cubicBezTo>
                    <a:pt x="50" y="505"/>
                    <a:pt x="48" y="504"/>
                    <a:pt x="48" y="502"/>
                  </a:cubicBezTo>
                  <a:cubicBezTo>
                    <a:pt x="49" y="502"/>
                    <a:pt x="52" y="506"/>
                    <a:pt x="52" y="507"/>
                  </a:cubicBezTo>
                  <a:cubicBezTo>
                    <a:pt x="52" y="506"/>
                    <a:pt x="56" y="510"/>
                    <a:pt x="56" y="512"/>
                  </a:cubicBezTo>
                  <a:cubicBezTo>
                    <a:pt x="57" y="513"/>
                    <a:pt x="54" y="510"/>
                    <a:pt x="53" y="508"/>
                  </a:cubicBezTo>
                  <a:cubicBezTo>
                    <a:pt x="53" y="509"/>
                    <a:pt x="52" y="508"/>
                    <a:pt x="51" y="507"/>
                  </a:cubicBezTo>
                  <a:cubicBezTo>
                    <a:pt x="52" y="510"/>
                    <a:pt x="51" y="509"/>
                    <a:pt x="52" y="512"/>
                  </a:cubicBezTo>
                  <a:cubicBezTo>
                    <a:pt x="50" y="508"/>
                    <a:pt x="49" y="506"/>
                    <a:pt x="45" y="502"/>
                  </a:cubicBezTo>
                  <a:cubicBezTo>
                    <a:pt x="45" y="504"/>
                    <a:pt x="44" y="502"/>
                    <a:pt x="45" y="505"/>
                  </a:cubicBezTo>
                  <a:cubicBezTo>
                    <a:pt x="46" y="505"/>
                    <a:pt x="45" y="503"/>
                    <a:pt x="48" y="506"/>
                  </a:cubicBezTo>
                  <a:cubicBezTo>
                    <a:pt x="50" y="509"/>
                    <a:pt x="52" y="513"/>
                    <a:pt x="54" y="517"/>
                  </a:cubicBezTo>
                  <a:cubicBezTo>
                    <a:pt x="54" y="515"/>
                    <a:pt x="54" y="514"/>
                    <a:pt x="55" y="515"/>
                  </a:cubicBezTo>
                  <a:cubicBezTo>
                    <a:pt x="54" y="513"/>
                    <a:pt x="53" y="512"/>
                    <a:pt x="52" y="510"/>
                  </a:cubicBezTo>
                  <a:cubicBezTo>
                    <a:pt x="52" y="510"/>
                    <a:pt x="54" y="512"/>
                    <a:pt x="55" y="513"/>
                  </a:cubicBezTo>
                  <a:cubicBezTo>
                    <a:pt x="55" y="514"/>
                    <a:pt x="55" y="514"/>
                    <a:pt x="54" y="513"/>
                  </a:cubicBezTo>
                  <a:cubicBezTo>
                    <a:pt x="56" y="517"/>
                    <a:pt x="55" y="514"/>
                    <a:pt x="57" y="517"/>
                  </a:cubicBezTo>
                  <a:cubicBezTo>
                    <a:pt x="57" y="518"/>
                    <a:pt x="56" y="517"/>
                    <a:pt x="56" y="517"/>
                  </a:cubicBezTo>
                  <a:cubicBezTo>
                    <a:pt x="59" y="520"/>
                    <a:pt x="63" y="528"/>
                    <a:pt x="67" y="531"/>
                  </a:cubicBezTo>
                  <a:cubicBezTo>
                    <a:pt x="67" y="532"/>
                    <a:pt x="66" y="531"/>
                    <a:pt x="67" y="533"/>
                  </a:cubicBezTo>
                  <a:cubicBezTo>
                    <a:pt x="69" y="535"/>
                    <a:pt x="70" y="537"/>
                    <a:pt x="72" y="538"/>
                  </a:cubicBezTo>
                  <a:cubicBezTo>
                    <a:pt x="71" y="537"/>
                    <a:pt x="71" y="536"/>
                    <a:pt x="71" y="536"/>
                  </a:cubicBezTo>
                  <a:cubicBezTo>
                    <a:pt x="73" y="538"/>
                    <a:pt x="75" y="541"/>
                    <a:pt x="77" y="543"/>
                  </a:cubicBezTo>
                  <a:cubicBezTo>
                    <a:pt x="78" y="544"/>
                    <a:pt x="74" y="542"/>
                    <a:pt x="73" y="539"/>
                  </a:cubicBezTo>
                  <a:cubicBezTo>
                    <a:pt x="74" y="541"/>
                    <a:pt x="72" y="539"/>
                    <a:pt x="72" y="540"/>
                  </a:cubicBezTo>
                  <a:cubicBezTo>
                    <a:pt x="75" y="542"/>
                    <a:pt x="76" y="544"/>
                    <a:pt x="80" y="548"/>
                  </a:cubicBezTo>
                  <a:cubicBezTo>
                    <a:pt x="80" y="546"/>
                    <a:pt x="78" y="546"/>
                    <a:pt x="78" y="544"/>
                  </a:cubicBezTo>
                  <a:cubicBezTo>
                    <a:pt x="79" y="544"/>
                    <a:pt x="80" y="547"/>
                    <a:pt x="82" y="548"/>
                  </a:cubicBezTo>
                  <a:cubicBezTo>
                    <a:pt x="83" y="549"/>
                    <a:pt x="82" y="549"/>
                    <a:pt x="83" y="550"/>
                  </a:cubicBezTo>
                  <a:cubicBezTo>
                    <a:pt x="85" y="550"/>
                    <a:pt x="87" y="556"/>
                    <a:pt x="90" y="558"/>
                  </a:cubicBezTo>
                  <a:cubicBezTo>
                    <a:pt x="91" y="560"/>
                    <a:pt x="86" y="555"/>
                    <a:pt x="86" y="555"/>
                  </a:cubicBezTo>
                  <a:cubicBezTo>
                    <a:pt x="86" y="556"/>
                    <a:pt x="86" y="556"/>
                    <a:pt x="87" y="556"/>
                  </a:cubicBezTo>
                  <a:cubicBezTo>
                    <a:pt x="89" y="559"/>
                    <a:pt x="85" y="556"/>
                    <a:pt x="87" y="558"/>
                  </a:cubicBezTo>
                  <a:cubicBezTo>
                    <a:pt x="89" y="559"/>
                    <a:pt x="91" y="562"/>
                    <a:pt x="91" y="561"/>
                  </a:cubicBezTo>
                  <a:cubicBezTo>
                    <a:pt x="93" y="562"/>
                    <a:pt x="93" y="564"/>
                    <a:pt x="95" y="565"/>
                  </a:cubicBezTo>
                  <a:cubicBezTo>
                    <a:pt x="95" y="566"/>
                    <a:pt x="94" y="565"/>
                    <a:pt x="93" y="564"/>
                  </a:cubicBezTo>
                  <a:cubicBezTo>
                    <a:pt x="92" y="565"/>
                    <a:pt x="99" y="569"/>
                    <a:pt x="98" y="571"/>
                  </a:cubicBezTo>
                  <a:cubicBezTo>
                    <a:pt x="102" y="573"/>
                    <a:pt x="102" y="573"/>
                    <a:pt x="102" y="573"/>
                  </a:cubicBezTo>
                  <a:cubicBezTo>
                    <a:pt x="101" y="571"/>
                    <a:pt x="101" y="571"/>
                    <a:pt x="101" y="571"/>
                  </a:cubicBezTo>
                  <a:cubicBezTo>
                    <a:pt x="103" y="572"/>
                    <a:pt x="103" y="573"/>
                    <a:pt x="103" y="574"/>
                  </a:cubicBezTo>
                  <a:cubicBezTo>
                    <a:pt x="107" y="576"/>
                    <a:pt x="109" y="579"/>
                    <a:pt x="113" y="584"/>
                  </a:cubicBezTo>
                  <a:cubicBezTo>
                    <a:pt x="115" y="585"/>
                    <a:pt x="117" y="587"/>
                    <a:pt x="120" y="589"/>
                  </a:cubicBezTo>
                  <a:cubicBezTo>
                    <a:pt x="122" y="591"/>
                    <a:pt x="125" y="594"/>
                    <a:pt x="127" y="595"/>
                  </a:cubicBezTo>
                  <a:cubicBezTo>
                    <a:pt x="128" y="595"/>
                    <a:pt x="125" y="593"/>
                    <a:pt x="124" y="592"/>
                  </a:cubicBezTo>
                  <a:cubicBezTo>
                    <a:pt x="126" y="592"/>
                    <a:pt x="130" y="596"/>
                    <a:pt x="133" y="598"/>
                  </a:cubicBezTo>
                  <a:cubicBezTo>
                    <a:pt x="133" y="599"/>
                    <a:pt x="129" y="596"/>
                    <a:pt x="129" y="597"/>
                  </a:cubicBezTo>
                  <a:cubicBezTo>
                    <a:pt x="131" y="598"/>
                    <a:pt x="132" y="599"/>
                    <a:pt x="132" y="600"/>
                  </a:cubicBezTo>
                  <a:cubicBezTo>
                    <a:pt x="133" y="600"/>
                    <a:pt x="136" y="601"/>
                    <a:pt x="138" y="602"/>
                  </a:cubicBezTo>
                  <a:cubicBezTo>
                    <a:pt x="141" y="604"/>
                    <a:pt x="139" y="604"/>
                    <a:pt x="141" y="605"/>
                  </a:cubicBezTo>
                  <a:cubicBezTo>
                    <a:pt x="142" y="606"/>
                    <a:pt x="147" y="608"/>
                    <a:pt x="145" y="609"/>
                  </a:cubicBezTo>
                  <a:cubicBezTo>
                    <a:pt x="150" y="611"/>
                    <a:pt x="154" y="614"/>
                    <a:pt x="158" y="617"/>
                  </a:cubicBezTo>
                  <a:cubicBezTo>
                    <a:pt x="160" y="619"/>
                    <a:pt x="155" y="616"/>
                    <a:pt x="157" y="618"/>
                  </a:cubicBezTo>
                  <a:cubicBezTo>
                    <a:pt x="161" y="620"/>
                    <a:pt x="157" y="617"/>
                    <a:pt x="160" y="618"/>
                  </a:cubicBezTo>
                  <a:cubicBezTo>
                    <a:pt x="163" y="619"/>
                    <a:pt x="162" y="620"/>
                    <a:pt x="164" y="622"/>
                  </a:cubicBezTo>
                  <a:cubicBezTo>
                    <a:pt x="165" y="622"/>
                    <a:pt x="166" y="623"/>
                    <a:pt x="168" y="624"/>
                  </a:cubicBezTo>
                  <a:cubicBezTo>
                    <a:pt x="167" y="624"/>
                    <a:pt x="167" y="625"/>
                    <a:pt x="169" y="627"/>
                  </a:cubicBezTo>
                  <a:cubicBezTo>
                    <a:pt x="169" y="626"/>
                    <a:pt x="170" y="626"/>
                    <a:pt x="171" y="627"/>
                  </a:cubicBezTo>
                  <a:cubicBezTo>
                    <a:pt x="173" y="627"/>
                    <a:pt x="170" y="626"/>
                    <a:pt x="169" y="625"/>
                  </a:cubicBezTo>
                  <a:cubicBezTo>
                    <a:pt x="171" y="626"/>
                    <a:pt x="172" y="627"/>
                    <a:pt x="174" y="628"/>
                  </a:cubicBezTo>
                  <a:cubicBezTo>
                    <a:pt x="175" y="628"/>
                    <a:pt x="172" y="626"/>
                    <a:pt x="171" y="626"/>
                  </a:cubicBezTo>
                  <a:cubicBezTo>
                    <a:pt x="171" y="625"/>
                    <a:pt x="172" y="625"/>
                    <a:pt x="173" y="625"/>
                  </a:cubicBezTo>
                  <a:cubicBezTo>
                    <a:pt x="175" y="626"/>
                    <a:pt x="175" y="627"/>
                    <a:pt x="176" y="627"/>
                  </a:cubicBezTo>
                  <a:cubicBezTo>
                    <a:pt x="178" y="629"/>
                    <a:pt x="175" y="627"/>
                    <a:pt x="175" y="627"/>
                  </a:cubicBezTo>
                  <a:cubicBezTo>
                    <a:pt x="177" y="629"/>
                    <a:pt x="177" y="628"/>
                    <a:pt x="178" y="628"/>
                  </a:cubicBezTo>
                  <a:cubicBezTo>
                    <a:pt x="181" y="629"/>
                    <a:pt x="183" y="631"/>
                    <a:pt x="186" y="632"/>
                  </a:cubicBezTo>
                  <a:cubicBezTo>
                    <a:pt x="186" y="633"/>
                    <a:pt x="184" y="632"/>
                    <a:pt x="184" y="633"/>
                  </a:cubicBezTo>
                  <a:cubicBezTo>
                    <a:pt x="186" y="634"/>
                    <a:pt x="188" y="637"/>
                    <a:pt x="191" y="637"/>
                  </a:cubicBezTo>
                  <a:cubicBezTo>
                    <a:pt x="193" y="639"/>
                    <a:pt x="193" y="640"/>
                    <a:pt x="198" y="643"/>
                  </a:cubicBezTo>
                  <a:cubicBezTo>
                    <a:pt x="197" y="642"/>
                    <a:pt x="195" y="641"/>
                    <a:pt x="195" y="640"/>
                  </a:cubicBezTo>
                  <a:cubicBezTo>
                    <a:pt x="197" y="641"/>
                    <a:pt x="199" y="642"/>
                    <a:pt x="200" y="643"/>
                  </a:cubicBezTo>
                  <a:cubicBezTo>
                    <a:pt x="202" y="643"/>
                    <a:pt x="200" y="642"/>
                    <a:pt x="202" y="642"/>
                  </a:cubicBezTo>
                  <a:cubicBezTo>
                    <a:pt x="200" y="641"/>
                    <a:pt x="196" y="638"/>
                    <a:pt x="195" y="639"/>
                  </a:cubicBezTo>
                  <a:cubicBezTo>
                    <a:pt x="195" y="638"/>
                    <a:pt x="195" y="638"/>
                    <a:pt x="197" y="638"/>
                  </a:cubicBezTo>
                  <a:cubicBezTo>
                    <a:pt x="199" y="639"/>
                    <a:pt x="197" y="640"/>
                    <a:pt x="201" y="640"/>
                  </a:cubicBezTo>
                  <a:cubicBezTo>
                    <a:pt x="203" y="641"/>
                    <a:pt x="199" y="640"/>
                    <a:pt x="201" y="641"/>
                  </a:cubicBezTo>
                  <a:cubicBezTo>
                    <a:pt x="201" y="640"/>
                    <a:pt x="204" y="642"/>
                    <a:pt x="207" y="643"/>
                  </a:cubicBezTo>
                  <a:cubicBezTo>
                    <a:pt x="209" y="643"/>
                    <a:pt x="206" y="642"/>
                    <a:pt x="205" y="642"/>
                  </a:cubicBezTo>
                  <a:cubicBezTo>
                    <a:pt x="206" y="642"/>
                    <a:pt x="207" y="642"/>
                    <a:pt x="208" y="642"/>
                  </a:cubicBezTo>
                  <a:cubicBezTo>
                    <a:pt x="209" y="643"/>
                    <a:pt x="212" y="645"/>
                    <a:pt x="210" y="645"/>
                  </a:cubicBezTo>
                  <a:cubicBezTo>
                    <a:pt x="211" y="645"/>
                    <a:pt x="216" y="646"/>
                    <a:pt x="214" y="646"/>
                  </a:cubicBezTo>
                  <a:cubicBezTo>
                    <a:pt x="216" y="648"/>
                    <a:pt x="218" y="646"/>
                    <a:pt x="221" y="648"/>
                  </a:cubicBezTo>
                  <a:cubicBezTo>
                    <a:pt x="221" y="648"/>
                    <a:pt x="220" y="648"/>
                    <a:pt x="219" y="648"/>
                  </a:cubicBezTo>
                  <a:cubicBezTo>
                    <a:pt x="222" y="649"/>
                    <a:pt x="227" y="652"/>
                    <a:pt x="228" y="651"/>
                  </a:cubicBezTo>
                  <a:cubicBezTo>
                    <a:pt x="229" y="651"/>
                    <a:pt x="233" y="653"/>
                    <a:pt x="230" y="653"/>
                  </a:cubicBezTo>
                  <a:cubicBezTo>
                    <a:pt x="236" y="654"/>
                    <a:pt x="243" y="655"/>
                    <a:pt x="246" y="654"/>
                  </a:cubicBezTo>
                  <a:cubicBezTo>
                    <a:pt x="247" y="654"/>
                    <a:pt x="249" y="655"/>
                    <a:pt x="250" y="655"/>
                  </a:cubicBezTo>
                  <a:cubicBezTo>
                    <a:pt x="252" y="656"/>
                    <a:pt x="247" y="656"/>
                    <a:pt x="251" y="657"/>
                  </a:cubicBezTo>
                  <a:cubicBezTo>
                    <a:pt x="247" y="657"/>
                    <a:pt x="248" y="656"/>
                    <a:pt x="246" y="656"/>
                  </a:cubicBezTo>
                  <a:cubicBezTo>
                    <a:pt x="243" y="655"/>
                    <a:pt x="242" y="656"/>
                    <a:pt x="244" y="657"/>
                  </a:cubicBezTo>
                  <a:cubicBezTo>
                    <a:pt x="244" y="657"/>
                    <a:pt x="244" y="656"/>
                    <a:pt x="243" y="656"/>
                  </a:cubicBezTo>
                  <a:cubicBezTo>
                    <a:pt x="245" y="656"/>
                    <a:pt x="247" y="657"/>
                    <a:pt x="249" y="658"/>
                  </a:cubicBezTo>
                  <a:cubicBezTo>
                    <a:pt x="250" y="658"/>
                    <a:pt x="247" y="657"/>
                    <a:pt x="246" y="658"/>
                  </a:cubicBezTo>
                  <a:cubicBezTo>
                    <a:pt x="248" y="659"/>
                    <a:pt x="250" y="658"/>
                    <a:pt x="251" y="659"/>
                  </a:cubicBezTo>
                  <a:cubicBezTo>
                    <a:pt x="253" y="658"/>
                    <a:pt x="259" y="661"/>
                    <a:pt x="263" y="663"/>
                  </a:cubicBezTo>
                  <a:cubicBezTo>
                    <a:pt x="266" y="662"/>
                    <a:pt x="268" y="662"/>
                    <a:pt x="263" y="661"/>
                  </a:cubicBezTo>
                  <a:cubicBezTo>
                    <a:pt x="264" y="662"/>
                    <a:pt x="262" y="661"/>
                    <a:pt x="260" y="660"/>
                  </a:cubicBezTo>
                  <a:cubicBezTo>
                    <a:pt x="259" y="660"/>
                    <a:pt x="261" y="660"/>
                    <a:pt x="261" y="660"/>
                  </a:cubicBezTo>
                  <a:cubicBezTo>
                    <a:pt x="261" y="659"/>
                    <a:pt x="254" y="658"/>
                    <a:pt x="251" y="657"/>
                  </a:cubicBezTo>
                  <a:cubicBezTo>
                    <a:pt x="261" y="659"/>
                    <a:pt x="276" y="663"/>
                    <a:pt x="289" y="664"/>
                  </a:cubicBezTo>
                  <a:cubicBezTo>
                    <a:pt x="289" y="664"/>
                    <a:pt x="288" y="664"/>
                    <a:pt x="287" y="664"/>
                  </a:cubicBezTo>
                  <a:cubicBezTo>
                    <a:pt x="289" y="665"/>
                    <a:pt x="291" y="665"/>
                    <a:pt x="293" y="665"/>
                  </a:cubicBezTo>
                  <a:cubicBezTo>
                    <a:pt x="293" y="666"/>
                    <a:pt x="295" y="665"/>
                    <a:pt x="297" y="666"/>
                  </a:cubicBezTo>
                  <a:cubicBezTo>
                    <a:pt x="299" y="667"/>
                    <a:pt x="293" y="666"/>
                    <a:pt x="296" y="667"/>
                  </a:cubicBezTo>
                  <a:cubicBezTo>
                    <a:pt x="299" y="666"/>
                    <a:pt x="300" y="667"/>
                    <a:pt x="305" y="668"/>
                  </a:cubicBezTo>
                  <a:cubicBezTo>
                    <a:pt x="307" y="667"/>
                    <a:pt x="309" y="667"/>
                    <a:pt x="312" y="668"/>
                  </a:cubicBezTo>
                  <a:cubicBezTo>
                    <a:pt x="315" y="668"/>
                    <a:pt x="317" y="668"/>
                    <a:pt x="319" y="668"/>
                  </a:cubicBezTo>
                  <a:cubicBezTo>
                    <a:pt x="322" y="669"/>
                    <a:pt x="327" y="669"/>
                    <a:pt x="332" y="669"/>
                  </a:cubicBezTo>
                  <a:cubicBezTo>
                    <a:pt x="338" y="669"/>
                    <a:pt x="344" y="669"/>
                    <a:pt x="349" y="670"/>
                  </a:cubicBezTo>
                  <a:cubicBezTo>
                    <a:pt x="349" y="669"/>
                    <a:pt x="352" y="668"/>
                    <a:pt x="353" y="669"/>
                  </a:cubicBezTo>
                  <a:cubicBezTo>
                    <a:pt x="356" y="668"/>
                    <a:pt x="355" y="668"/>
                    <a:pt x="355" y="668"/>
                  </a:cubicBezTo>
                  <a:cubicBezTo>
                    <a:pt x="356" y="668"/>
                    <a:pt x="357" y="667"/>
                    <a:pt x="358" y="668"/>
                  </a:cubicBezTo>
                  <a:cubicBezTo>
                    <a:pt x="357" y="668"/>
                    <a:pt x="358" y="669"/>
                    <a:pt x="356" y="669"/>
                  </a:cubicBezTo>
                  <a:cubicBezTo>
                    <a:pt x="359" y="670"/>
                    <a:pt x="357" y="668"/>
                    <a:pt x="361" y="669"/>
                  </a:cubicBezTo>
                  <a:cubicBezTo>
                    <a:pt x="362" y="667"/>
                    <a:pt x="363" y="668"/>
                    <a:pt x="367" y="667"/>
                  </a:cubicBezTo>
                  <a:cubicBezTo>
                    <a:pt x="368" y="668"/>
                    <a:pt x="366" y="668"/>
                    <a:pt x="365" y="669"/>
                  </a:cubicBezTo>
                  <a:cubicBezTo>
                    <a:pt x="371" y="667"/>
                    <a:pt x="380" y="667"/>
                    <a:pt x="384" y="664"/>
                  </a:cubicBezTo>
                  <a:cubicBezTo>
                    <a:pt x="387" y="663"/>
                    <a:pt x="387" y="664"/>
                    <a:pt x="389" y="664"/>
                  </a:cubicBezTo>
                  <a:cubicBezTo>
                    <a:pt x="391" y="664"/>
                    <a:pt x="388" y="665"/>
                    <a:pt x="390" y="665"/>
                  </a:cubicBezTo>
                  <a:cubicBezTo>
                    <a:pt x="392" y="664"/>
                    <a:pt x="392" y="664"/>
                    <a:pt x="391" y="664"/>
                  </a:cubicBezTo>
                  <a:cubicBezTo>
                    <a:pt x="394" y="663"/>
                    <a:pt x="394" y="663"/>
                    <a:pt x="396" y="662"/>
                  </a:cubicBezTo>
                  <a:cubicBezTo>
                    <a:pt x="398" y="663"/>
                    <a:pt x="394" y="665"/>
                    <a:pt x="391" y="665"/>
                  </a:cubicBezTo>
                  <a:cubicBezTo>
                    <a:pt x="393" y="665"/>
                    <a:pt x="392" y="665"/>
                    <a:pt x="391" y="665"/>
                  </a:cubicBezTo>
                  <a:cubicBezTo>
                    <a:pt x="396" y="666"/>
                    <a:pt x="402" y="666"/>
                    <a:pt x="408" y="662"/>
                  </a:cubicBezTo>
                  <a:cubicBezTo>
                    <a:pt x="411" y="662"/>
                    <a:pt x="406" y="664"/>
                    <a:pt x="408" y="664"/>
                  </a:cubicBezTo>
                  <a:cubicBezTo>
                    <a:pt x="411" y="662"/>
                    <a:pt x="417" y="662"/>
                    <a:pt x="421" y="661"/>
                  </a:cubicBezTo>
                  <a:cubicBezTo>
                    <a:pt x="422" y="660"/>
                    <a:pt x="422" y="660"/>
                    <a:pt x="423" y="659"/>
                  </a:cubicBezTo>
                  <a:cubicBezTo>
                    <a:pt x="423" y="660"/>
                    <a:pt x="422" y="660"/>
                    <a:pt x="423" y="660"/>
                  </a:cubicBezTo>
                  <a:cubicBezTo>
                    <a:pt x="426" y="659"/>
                    <a:pt x="424" y="660"/>
                    <a:pt x="426" y="659"/>
                  </a:cubicBezTo>
                  <a:cubicBezTo>
                    <a:pt x="426" y="659"/>
                    <a:pt x="425" y="659"/>
                    <a:pt x="426" y="659"/>
                  </a:cubicBezTo>
                  <a:cubicBezTo>
                    <a:pt x="429" y="659"/>
                    <a:pt x="431" y="658"/>
                    <a:pt x="431" y="657"/>
                  </a:cubicBezTo>
                  <a:cubicBezTo>
                    <a:pt x="432" y="658"/>
                    <a:pt x="432" y="657"/>
                    <a:pt x="433" y="657"/>
                  </a:cubicBezTo>
                  <a:cubicBezTo>
                    <a:pt x="433" y="657"/>
                    <a:pt x="432" y="658"/>
                    <a:pt x="432" y="658"/>
                  </a:cubicBezTo>
                  <a:cubicBezTo>
                    <a:pt x="437" y="657"/>
                    <a:pt x="447" y="655"/>
                    <a:pt x="450" y="652"/>
                  </a:cubicBezTo>
                  <a:cubicBezTo>
                    <a:pt x="456" y="651"/>
                    <a:pt x="454" y="650"/>
                    <a:pt x="457" y="650"/>
                  </a:cubicBezTo>
                  <a:cubicBezTo>
                    <a:pt x="460" y="647"/>
                    <a:pt x="462" y="647"/>
                    <a:pt x="466" y="645"/>
                  </a:cubicBezTo>
                  <a:cubicBezTo>
                    <a:pt x="465" y="645"/>
                    <a:pt x="463" y="645"/>
                    <a:pt x="462" y="646"/>
                  </a:cubicBezTo>
                  <a:cubicBezTo>
                    <a:pt x="463" y="644"/>
                    <a:pt x="465" y="645"/>
                    <a:pt x="467" y="643"/>
                  </a:cubicBezTo>
                  <a:cubicBezTo>
                    <a:pt x="468" y="643"/>
                    <a:pt x="467" y="644"/>
                    <a:pt x="466" y="645"/>
                  </a:cubicBezTo>
                  <a:cubicBezTo>
                    <a:pt x="470" y="643"/>
                    <a:pt x="474" y="642"/>
                    <a:pt x="478" y="640"/>
                  </a:cubicBezTo>
                  <a:cubicBezTo>
                    <a:pt x="478" y="640"/>
                    <a:pt x="477" y="641"/>
                    <a:pt x="477" y="642"/>
                  </a:cubicBezTo>
                  <a:cubicBezTo>
                    <a:pt x="478" y="641"/>
                    <a:pt x="480" y="640"/>
                    <a:pt x="482" y="639"/>
                  </a:cubicBezTo>
                  <a:cubicBezTo>
                    <a:pt x="483" y="636"/>
                    <a:pt x="496" y="633"/>
                    <a:pt x="501" y="629"/>
                  </a:cubicBezTo>
                  <a:cubicBezTo>
                    <a:pt x="494" y="632"/>
                    <a:pt x="487" y="635"/>
                    <a:pt x="480" y="638"/>
                  </a:cubicBezTo>
                  <a:cubicBezTo>
                    <a:pt x="482" y="637"/>
                    <a:pt x="485" y="636"/>
                    <a:pt x="487" y="635"/>
                  </a:cubicBezTo>
                  <a:cubicBezTo>
                    <a:pt x="488" y="634"/>
                    <a:pt x="484" y="636"/>
                    <a:pt x="483" y="636"/>
                  </a:cubicBezTo>
                  <a:cubicBezTo>
                    <a:pt x="486" y="634"/>
                    <a:pt x="486" y="634"/>
                    <a:pt x="486" y="634"/>
                  </a:cubicBezTo>
                  <a:cubicBezTo>
                    <a:pt x="487" y="633"/>
                    <a:pt x="487" y="634"/>
                    <a:pt x="488" y="634"/>
                  </a:cubicBezTo>
                  <a:cubicBezTo>
                    <a:pt x="493" y="631"/>
                    <a:pt x="492" y="630"/>
                    <a:pt x="498" y="627"/>
                  </a:cubicBezTo>
                  <a:cubicBezTo>
                    <a:pt x="499" y="627"/>
                    <a:pt x="495" y="630"/>
                    <a:pt x="493" y="631"/>
                  </a:cubicBezTo>
                  <a:cubicBezTo>
                    <a:pt x="494" y="631"/>
                    <a:pt x="495" y="631"/>
                    <a:pt x="494" y="632"/>
                  </a:cubicBezTo>
                  <a:cubicBezTo>
                    <a:pt x="495" y="631"/>
                    <a:pt x="497" y="627"/>
                    <a:pt x="502" y="626"/>
                  </a:cubicBezTo>
                  <a:cubicBezTo>
                    <a:pt x="503" y="626"/>
                    <a:pt x="503" y="626"/>
                    <a:pt x="501" y="627"/>
                  </a:cubicBezTo>
                  <a:cubicBezTo>
                    <a:pt x="504" y="627"/>
                    <a:pt x="505" y="623"/>
                    <a:pt x="509" y="622"/>
                  </a:cubicBezTo>
                  <a:cubicBezTo>
                    <a:pt x="511" y="621"/>
                    <a:pt x="508" y="624"/>
                    <a:pt x="510" y="623"/>
                  </a:cubicBezTo>
                  <a:cubicBezTo>
                    <a:pt x="511" y="622"/>
                    <a:pt x="511" y="622"/>
                    <a:pt x="510" y="622"/>
                  </a:cubicBezTo>
                  <a:cubicBezTo>
                    <a:pt x="510" y="622"/>
                    <a:pt x="513" y="620"/>
                    <a:pt x="512" y="620"/>
                  </a:cubicBezTo>
                  <a:cubicBezTo>
                    <a:pt x="513" y="619"/>
                    <a:pt x="517" y="617"/>
                    <a:pt x="516" y="617"/>
                  </a:cubicBezTo>
                  <a:cubicBezTo>
                    <a:pt x="517" y="616"/>
                    <a:pt x="518" y="615"/>
                    <a:pt x="520" y="615"/>
                  </a:cubicBezTo>
                  <a:cubicBezTo>
                    <a:pt x="520" y="615"/>
                    <a:pt x="517" y="618"/>
                    <a:pt x="518" y="618"/>
                  </a:cubicBezTo>
                  <a:cubicBezTo>
                    <a:pt x="519" y="617"/>
                    <a:pt x="521" y="616"/>
                    <a:pt x="522" y="614"/>
                  </a:cubicBezTo>
                  <a:cubicBezTo>
                    <a:pt x="524" y="614"/>
                    <a:pt x="523" y="615"/>
                    <a:pt x="525" y="614"/>
                  </a:cubicBezTo>
                  <a:cubicBezTo>
                    <a:pt x="528" y="611"/>
                    <a:pt x="531" y="609"/>
                    <a:pt x="534" y="607"/>
                  </a:cubicBezTo>
                  <a:cubicBezTo>
                    <a:pt x="536" y="607"/>
                    <a:pt x="532" y="609"/>
                    <a:pt x="532" y="610"/>
                  </a:cubicBezTo>
                  <a:cubicBezTo>
                    <a:pt x="536" y="608"/>
                    <a:pt x="536" y="605"/>
                    <a:pt x="541" y="603"/>
                  </a:cubicBezTo>
                  <a:cubicBezTo>
                    <a:pt x="542" y="602"/>
                    <a:pt x="542" y="600"/>
                    <a:pt x="544" y="600"/>
                  </a:cubicBezTo>
                  <a:cubicBezTo>
                    <a:pt x="545" y="599"/>
                    <a:pt x="542" y="601"/>
                    <a:pt x="541" y="601"/>
                  </a:cubicBezTo>
                  <a:cubicBezTo>
                    <a:pt x="543" y="599"/>
                    <a:pt x="543" y="599"/>
                    <a:pt x="543" y="599"/>
                  </a:cubicBezTo>
                  <a:cubicBezTo>
                    <a:pt x="546" y="598"/>
                    <a:pt x="549" y="595"/>
                    <a:pt x="552" y="593"/>
                  </a:cubicBezTo>
                  <a:cubicBezTo>
                    <a:pt x="553" y="593"/>
                    <a:pt x="548" y="597"/>
                    <a:pt x="546" y="597"/>
                  </a:cubicBezTo>
                  <a:cubicBezTo>
                    <a:pt x="545" y="599"/>
                    <a:pt x="544" y="600"/>
                    <a:pt x="543" y="601"/>
                  </a:cubicBezTo>
                  <a:cubicBezTo>
                    <a:pt x="544" y="600"/>
                    <a:pt x="549" y="598"/>
                    <a:pt x="551" y="595"/>
                  </a:cubicBezTo>
                  <a:cubicBezTo>
                    <a:pt x="553" y="594"/>
                    <a:pt x="551" y="596"/>
                    <a:pt x="553" y="595"/>
                  </a:cubicBezTo>
                  <a:cubicBezTo>
                    <a:pt x="554" y="592"/>
                    <a:pt x="560" y="587"/>
                    <a:pt x="565" y="583"/>
                  </a:cubicBezTo>
                  <a:cubicBezTo>
                    <a:pt x="566" y="583"/>
                    <a:pt x="563" y="585"/>
                    <a:pt x="563" y="586"/>
                  </a:cubicBezTo>
                  <a:cubicBezTo>
                    <a:pt x="565" y="584"/>
                    <a:pt x="565" y="585"/>
                    <a:pt x="567" y="584"/>
                  </a:cubicBezTo>
                  <a:cubicBezTo>
                    <a:pt x="569" y="581"/>
                    <a:pt x="572" y="579"/>
                    <a:pt x="574" y="576"/>
                  </a:cubicBezTo>
                  <a:cubicBezTo>
                    <a:pt x="578" y="574"/>
                    <a:pt x="577" y="573"/>
                    <a:pt x="581" y="567"/>
                  </a:cubicBezTo>
                  <a:cubicBezTo>
                    <a:pt x="579" y="569"/>
                    <a:pt x="578" y="571"/>
                    <a:pt x="576" y="573"/>
                  </a:cubicBezTo>
                  <a:cubicBezTo>
                    <a:pt x="575" y="574"/>
                    <a:pt x="575" y="574"/>
                    <a:pt x="576" y="574"/>
                  </a:cubicBezTo>
                  <a:cubicBezTo>
                    <a:pt x="575" y="575"/>
                    <a:pt x="574" y="576"/>
                    <a:pt x="572" y="577"/>
                  </a:cubicBezTo>
                  <a:cubicBezTo>
                    <a:pt x="571" y="578"/>
                    <a:pt x="573" y="575"/>
                    <a:pt x="574" y="575"/>
                  </a:cubicBezTo>
                  <a:cubicBezTo>
                    <a:pt x="573" y="575"/>
                    <a:pt x="567" y="578"/>
                    <a:pt x="566" y="581"/>
                  </a:cubicBezTo>
                  <a:cubicBezTo>
                    <a:pt x="564" y="582"/>
                    <a:pt x="558" y="587"/>
                    <a:pt x="555" y="590"/>
                  </a:cubicBezTo>
                  <a:cubicBezTo>
                    <a:pt x="554" y="590"/>
                    <a:pt x="554" y="589"/>
                    <a:pt x="553" y="592"/>
                  </a:cubicBezTo>
                  <a:cubicBezTo>
                    <a:pt x="547" y="595"/>
                    <a:pt x="542" y="599"/>
                    <a:pt x="537" y="603"/>
                  </a:cubicBezTo>
                  <a:cubicBezTo>
                    <a:pt x="536" y="602"/>
                    <a:pt x="531" y="607"/>
                    <a:pt x="532" y="605"/>
                  </a:cubicBezTo>
                  <a:cubicBezTo>
                    <a:pt x="531" y="606"/>
                    <a:pt x="529" y="607"/>
                    <a:pt x="527" y="609"/>
                  </a:cubicBezTo>
                  <a:cubicBezTo>
                    <a:pt x="528" y="608"/>
                    <a:pt x="529" y="608"/>
                    <a:pt x="530" y="607"/>
                  </a:cubicBezTo>
                  <a:cubicBezTo>
                    <a:pt x="529" y="608"/>
                    <a:pt x="528" y="609"/>
                    <a:pt x="527" y="610"/>
                  </a:cubicBezTo>
                  <a:cubicBezTo>
                    <a:pt x="527" y="610"/>
                    <a:pt x="527" y="610"/>
                    <a:pt x="527" y="609"/>
                  </a:cubicBezTo>
                  <a:cubicBezTo>
                    <a:pt x="526" y="609"/>
                    <a:pt x="524" y="610"/>
                    <a:pt x="523" y="611"/>
                  </a:cubicBezTo>
                  <a:cubicBezTo>
                    <a:pt x="522" y="612"/>
                    <a:pt x="523" y="612"/>
                    <a:pt x="522" y="612"/>
                  </a:cubicBezTo>
                  <a:cubicBezTo>
                    <a:pt x="521" y="613"/>
                    <a:pt x="519" y="613"/>
                    <a:pt x="518" y="615"/>
                  </a:cubicBezTo>
                  <a:cubicBezTo>
                    <a:pt x="517" y="615"/>
                    <a:pt x="516" y="615"/>
                    <a:pt x="515" y="616"/>
                  </a:cubicBezTo>
                  <a:cubicBezTo>
                    <a:pt x="514" y="616"/>
                    <a:pt x="518" y="613"/>
                    <a:pt x="515" y="615"/>
                  </a:cubicBezTo>
                  <a:cubicBezTo>
                    <a:pt x="514" y="616"/>
                    <a:pt x="511" y="618"/>
                    <a:pt x="508" y="620"/>
                  </a:cubicBezTo>
                  <a:cubicBezTo>
                    <a:pt x="505" y="621"/>
                    <a:pt x="502" y="623"/>
                    <a:pt x="501" y="623"/>
                  </a:cubicBezTo>
                  <a:cubicBezTo>
                    <a:pt x="499" y="623"/>
                    <a:pt x="501" y="624"/>
                    <a:pt x="499" y="625"/>
                  </a:cubicBezTo>
                  <a:cubicBezTo>
                    <a:pt x="499" y="625"/>
                    <a:pt x="498" y="625"/>
                    <a:pt x="498" y="626"/>
                  </a:cubicBezTo>
                  <a:cubicBezTo>
                    <a:pt x="495" y="627"/>
                    <a:pt x="497" y="625"/>
                    <a:pt x="494" y="626"/>
                  </a:cubicBezTo>
                  <a:cubicBezTo>
                    <a:pt x="491" y="629"/>
                    <a:pt x="483" y="632"/>
                    <a:pt x="478" y="634"/>
                  </a:cubicBezTo>
                  <a:cubicBezTo>
                    <a:pt x="477" y="635"/>
                    <a:pt x="475" y="636"/>
                    <a:pt x="474" y="637"/>
                  </a:cubicBezTo>
                  <a:cubicBezTo>
                    <a:pt x="477" y="636"/>
                    <a:pt x="476" y="635"/>
                    <a:pt x="479" y="634"/>
                  </a:cubicBezTo>
                  <a:cubicBezTo>
                    <a:pt x="478" y="636"/>
                    <a:pt x="478" y="635"/>
                    <a:pt x="480" y="635"/>
                  </a:cubicBezTo>
                  <a:cubicBezTo>
                    <a:pt x="477" y="638"/>
                    <a:pt x="473" y="639"/>
                    <a:pt x="472" y="639"/>
                  </a:cubicBezTo>
                  <a:cubicBezTo>
                    <a:pt x="473" y="637"/>
                    <a:pt x="475" y="638"/>
                    <a:pt x="476" y="636"/>
                  </a:cubicBezTo>
                  <a:cubicBezTo>
                    <a:pt x="474" y="638"/>
                    <a:pt x="472" y="637"/>
                    <a:pt x="474" y="636"/>
                  </a:cubicBezTo>
                  <a:cubicBezTo>
                    <a:pt x="471" y="637"/>
                    <a:pt x="467" y="638"/>
                    <a:pt x="463" y="640"/>
                  </a:cubicBezTo>
                  <a:cubicBezTo>
                    <a:pt x="464" y="639"/>
                    <a:pt x="464" y="639"/>
                    <a:pt x="461" y="640"/>
                  </a:cubicBezTo>
                  <a:cubicBezTo>
                    <a:pt x="462" y="639"/>
                    <a:pt x="464" y="638"/>
                    <a:pt x="467" y="638"/>
                  </a:cubicBezTo>
                  <a:cubicBezTo>
                    <a:pt x="468" y="637"/>
                    <a:pt x="465" y="638"/>
                    <a:pt x="466" y="637"/>
                  </a:cubicBezTo>
                  <a:cubicBezTo>
                    <a:pt x="464" y="638"/>
                    <a:pt x="462" y="639"/>
                    <a:pt x="460" y="640"/>
                  </a:cubicBezTo>
                  <a:cubicBezTo>
                    <a:pt x="459" y="641"/>
                    <a:pt x="461" y="640"/>
                    <a:pt x="463" y="640"/>
                  </a:cubicBezTo>
                  <a:cubicBezTo>
                    <a:pt x="459" y="642"/>
                    <a:pt x="456" y="642"/>
                    <a:pt x="453" y="644"/>
                  </a:cubicBezTo>
                  <a:cubicBezTo>
                    <a:pt x="452" y="645"/>
                    <a:pt x="453" y="645"/>
                    <a:pt x="453" y="646"/>
                  </a:cubicBezTo>
                  <a:cubicBezTo>
                    <a:pt x="449" y="647"/>
                    <a:pt x="453" y="645"/>
                    <a:pt x="450" y="646"/>
                  </a:cubicBezTo>
                  <a:cubicBezTo>
                    <a:pt x="449" y="646"/>
                    <a:pt x="451" y="645"/>
                    <a:pt x="451" y="645"/>
                  </a:cubicBezTo>
                  <a:cubicBezTo>
                    <a:pt x="448" y="645"/>
                    <a:pt x="440" y="648"/>
                    <a:pt x="435" y="648"/>
                  </a:cubicBezTo>
                  <a:cubicBezTo>
                    <a:pt x="431" y="651"/>
                    <a:pt x="426" y="651"/>
                    <a:pt x="421" y="653"/>
                  </a:cubicBezTo>
                  <a:cubicBezTo>
                    <a:pt x="419" y="652"/>
                    <a:pt x="424" y="651"/>
                    <a:pt x="424" y="650"/>
                  </a:cubicBezTo>
                  <a:cubicBezTo>
                    <a:pt x="421" y="650"/>
                    <a:pt x="420" y="652"/>
                    <a:pt x="419" y="651"/>
                  </a:cubicBezTo>
                  <a:cubicBezTo>
                    <a:pt x="418" y="652"/>
                    <a:pt x="418" y="652"/>
                    <a:pt x="419" y="653"/>
                  </a:cubicBezTo>
                  <a:cubicBezTo>
                    <a:pt x="415" y="654"/>
                    <a:pt x="410" y="655"/>
                    <a:pt x="406" y="655"/>
                  </a:cubicBezTo>
                  <a:cubicBezTo>
                    <a:pt x="405" y="657"/>
                    <a:pt x="401" y="657"/>
                    <a:pt x="398" y="658"/>
                  </a:cubicBezTo>
                  <a:cubicBezTo>
                    <a:pt x="397" y="658"/>
                    <a:pt x="398" y="657"/>
                    <a:pt x="399" y="657"/>
                  </a:cubicBezTo>
                  <a:cubicBezTo>
                    <a:pt x="400" y="657"/>
                    <a:pt x="401" y="657"/>
                    <a:pt x="402" y="657"/>
                  </a:cubicBezTo>
                  <a:cubicBezTo>
                    <a:pt x="403" y="656"/>
                    <a:pt x="403" y="656"/>
                    <a:pt x="403" y="656"/>
                  </a:cubicBezTo>
                  <a:cubicBezTo>
                    <a:pt x="404" y="656"/>
                    <a:pt x="404" y="656"/>
                    <a:pt x="404" y="656"/>
                  </a:cubicBezTo>
                  <a:cubicBezTo>
                    <a:pt x="401" y="656"/>
                    <a:pt x="399" y="657"/>
                    <a:pt x="397" y="656"/>
                  </a:cubicBezTo>
                  <a:cubicBezTo>
                    <a:pt x="398" y="656"/>
                    <a:pt x="400" y="656"/>
                    <a:pt x="401" y="655"/>
                  </a:cubicBezTo>
                  <a:cubicBezTo>
                    <a:pt x="402" y="654"/>
                    <a:pt x="398" y="656"/>
                    <a:pt x="396" y="656"/>
                  </a:cubicBezTo>
                  <a:cubicBezTo>
                    <a:pt x="400" y="653"/>
                    <a:pt x="392" y="656"/>
                    <a:pt x="388" y="656"/>
                  </a:cubicBezTo>
                  <a:cubicBezTo>
                    <a:pt x="389" y="657"/>
                    <a:pt x="388" y="658"/>
                    <a:pt x="385" y="658"/>
                  </a:cubicBezTo>
                  <a:cubicBezTo>
                    <a:pt x="387" y="657"/>
                    <a:pt x="384" y="658"/>
                    <a:pt x="383" y="657"/>
                  </a:cubicBezTo>
                  <a:cubicBezTo>
                    <a:pt x="383" y="657"/>
                    <a:pt x="382" y="657"/>
                    <a:pt x="382" y="657"/>
                  </a:cubicBezTo>
                  <a:cubicBezTo>
                    <a:pt x="383" y="658"/>
                    <a:pt x="379" y="658"/>
                    <a:pt x="378" y="659"/>
                  </a:cubicBezTo>
                  <a:cubicBezTo>
                    <a:pt x="376" y="659"/>
                    <a:pt x="371" y="659"/>
                    <a:pt x="367" y="660"/>
                  </a:cubicBezTo>
                  <a:cubicBezTo>
                    <a:pt x="365" y="660"/>
                    <a:pt x="367" y="659"/>
                    <a:pt x="367" y="659"/>
                  </a:cubicBezTo>
                  <a:cubicBezTo>
                    <a:pt x="364" y="659"/>
                    <a:pt x="361" y="659"/>
                    <a:pt x="359" y="658"/>
                  </a:cubicBezTo>
                  <a:cubicBezTo>
                    <a:pt x="358" y="659"/>
                    <a:pt x="357" y="659"/>
                    <a:pt x="356" y="659"/>
                  </a:cubicBezTo>
                  <a:cubicBezTo>
                    <a:pt x="359" y="660"/>
                    <a:pt x="359" y="660"/>
                    <a:pt x="359" y="660"/>
                  </a:cubicBezTo>
                  <a:cubicBezTo>
                    <a:pt x="361" y="659"/>
                    <a:pt x="363" y="660"/>
                    <a:pt x="365" y="659"/>
                  </a:cubicBezTo>
                  <a:cubicBezTo>
                    <a:pt x="362" y="660"/>
                    <a:pt x="360" y="659"/>
                    <a:pt x="357" y="660"/>
                  </a:cubicBezTo>
                  <a:cubicBezTo>
                    <a:pt x="357" y="658"/>
                    <a:pt x="350" y="660"/>
                    <a:pt x="345" y="659"/>
                  </a:cubicBezTo>
                  <a:cubicBezTo>
                    <a:pt x="347" y="659"/>
                    <a:pt x="349" y="659"/>
                    <a:pt x="351" y="659"/>
                  </a:cubicBezTo>
                  <a:cubicBezTo>
                    <a:pt x="351" y="658"/>
                    <a:pt x="346" y="659"/>
                    <a:pt x="344" y="659"/>
                  </a:cubicBezTo>
                  <a:cubicBezTo>
                    <a:pt x="343" y="659"/>
                    <a:pt x="343" y="660"/>
                    <a:pt x="342" y="660"/>
                  </a:cubicBezTo>
                  <a:cubicBezTo>
                    <a:pt x="339" y="660"/>
                    <a:pt x="341" y="659"/>
                    <a:pt x="340" y="659"/>
                  </a:cubicBezTo>
                  <a:cubicBezTo>
                    <a:pt x="339" y="659"/>
                    <a:pt x="338" y="659"/>
                    <a:pt x="337" y="659"/>
                  </a:cubicBezTo>
                  <a:cubicBezTo>
                    <a:pt x="337" y="660"/>
                    <a:pt x="334" y="660"/>
                    <a:pt x="331" y="659"/>
                  </a:cubicBezTo>
                  <a:cubicBezTo>
                    <a:pt x="333" y="660"/>
                    <a:pt x="330" y="659"/>
                    <a:pt x="327" y="660"/>
                  </a:cubicBezTo>
                  <a:cubicBezTo>
                    <a:pt x="324" y="659"/>
                    <a:pt x="331" y="659"/>
                    <a:pt x="327" y="658"/>
                  </a:cubicBezTo>
                  <a:cubicBezTo>
                    <a:pt x="326" y="660"/>
                    <a:pt x="324" y="659"/>
                    <a:pt x="322" y="660"/>
                  </a:cubicBezTo>
                  <a:cubicBezTo>
                    <a:pt x="319" y="659"/>
                    <a:pt x="326" y="659"/>
                    <a:pt x="325" y="659"/>
                  </a:cubicBezTo>
                  <a:cubicBezTo>
                    <a:pt x="322" y="658"/>
                    <a:pt x="321" y="658"/>
                    <a:pt x="319" y="659"/>
                  </a:cubicBezTo>
                  <a:cubicBezTo>
                    <a:pt x="316" y="658"/>
                    <a:pt x="321" y="659"/>
                    <a:pt x="320" y="658"/>
                  </a:cubicBezTo>
                  <a:cubicBezTo>
                    <a:pt x="315" y="657"/>
                    <a:pt x="313" y="658"/>
                    <a:pt x="308" y="658"/>
                  </a:cubicBezTo>
                  <a:cubicBezTo>
                    <a:pt x="307" y="658"/>
                    <a:pt x="307" y="657"/>
                    <a:pt x="305" y="657"/>
                  </a:cubicBezTo>
                  <a:cubicBezTo>
                    <a:pt x="302" y="657"/>
                    <a:pt x="300" y="656"/>
                    <a:pt x="297" y="656"/>
                  </a:cubicBezTo>
                  <a:cubicBezTo>
                    <a:pt x="296" y="656"/>
                    <a:pt x="298" y="655"/>
                    <a:pt x="297" y="655"/>
                  </a:cubicBezTo>
                  <a:cubicBezTo>
                    <a:pt x="298" y="655"/>
                    <a:pt x="299" y="655"/>
                    <a:pt x="300" y="655"/>
                  </a:cubicBezTo>
                  <a:cubicBezTo>
                    <a:pt x="302" y="655"/>
                    <a:pt x="300" y="656"/>
                    <a:pt x="300" y="656"/>
                  </a:cubicBezTo>
                  <a:cubicBezTo>
                    <a:pt x="303" y="656"/>
                    <a:pt x="305" y="656"/>
                    <a:pt x="309" y="656"/>
                  </a:cubicBezTo>
                  <a:cubicBezTo>
                    <a:pt x="306" y="656"/>
                    <a:pt x="304" y="655"/>
                    <a:pt x="301" y="655"/>
                  </a:cubicBezTo>
                  <a:cubicBezTo>
                    <a:pt x="299" y="654"/>
                    <a:pt x="304" y="655"/>
                    <a:pt x="303" y="655"/>
                  </a:cubicBezTo>
                  <a:cubicBezTo>
                    <a:pt x="305" y="655"/>
                    <a:pt x="308" y="655"/>
                    <a:pt x="311" y="656"/>
                  </a:cubicBezTo>
                  <a:cubicBezTo>
                    <a:pt x="312" y="655"/>
                    <a:pt x="310" y="655"/>
                    <a:pt x="311" y="655"/>
                  </a:cubicBezTo>
                  <a:cubicBezTo>
                    <a:pt x="314" y="655"/>
                    <a:pt x="312" y="656"/>
                    <a:pt x="314" y="656"/>
                  </a:cubicBezTo>
                  <a:cubicBezTo>
                    <a:pt x="315" y="656"/>
                    <a:pt x="316" y="656"/>
                    <a:pt x="317" y="656"/>
                  </a:cubicBezTo>
                  <a:cubicBezTo>
                    <a:pt x="318" y="654"/>
                    <a:pt x="323" y="657"/>
                    <a:pt x="327" y="656"/>
                  </a:cubicBezTo>
                  <a:cubicBezTo>
                    <a:pt x="329" y="656"/>
                    <a:pt x="326" y="657"/>
                    <a:pt x="329" y="657"/>
                  </a:cubicBezTo>
                  <a:cubicBezTo>
                    <a:pt x="331" y="656"/>
                    <a:pt x="328" y="655"/>
                    <a:pt x="330" y="655"/>
                  </a:cubicBezTo>
                  <a:cubicBezTo>
                    <a:pt x="329" y="654"/>
                    <a:pt x="327" y="655"/>
                    <a:pt x="326" y="654"/>
                  </a:cubicBezTo>
                  <a:cubicBezTo>
                    <a:pt x="325" y="654"/>
                    <a:pt x="326" y="655"/>
                    <a:pt x="327" y="655"/>
                  </a:cubicBezTo>
                  <a:cubicBezTo>
                    <a:pt x="325" y="655"/>
                    <a:pt x="323" y="655"/>
                    <a:pt x="321" y="655"/>
                  </a:cubicBezTo>
                  <a:cubicBezTo>
                    <a:pt x="320" y="654"/>
                    <a:pt x="323" y="654"/>
                    <a:pt x="323" y="654"/>
                  </a:cubicBezTo>
                  <a:cubicBezTo>
                    <a:pt x="326" y="654"/>
                    <a:pt x="328" y="654"/>
                    <a:pt x="331" y="654"/>
                  </a:cubicBezTo>
                  <a:cubicBezTo>
                    <a:pt x="333" y="654"/>
                    <a:pt x="330" y="655"/>
                    <a:pt x="333" y="655"/>
                  </a:cubicBezTo>
                  <a:cubicBezTo>
                    <a:pt x="337" y="652"/>
                    <a:pt x="350" y="654"/>
                    <a:pt x="358" y="653"/>
                  </a:cubicBezTo>
                  <a:cubicBezTo>
                    <a:pt x="358" y="654"/>
                    <a:pt x="355" y="654"/>
                    <a:pt x="357" y="655"/>
                  </a:cubicBezTo>
                  <a:cubicBezTo>
                    <a:pt x="349" y="655"/>
                    <a:pt x="342" y="654"/>
                    <a:pt x="335" y="655"/>
                  </a:cubicBezTo>
                  <a:cubicBezTo>
                    <a:pt x="333" y="655"/>
                    <a:pt x="337" y="655"/>
                    <a:pt x="338" y="655"/>
                  </a:cubicBezTo>
                  <a:cubicBezTo>
                    <a:pt x="340" y="655"/>
                    <a:pt x="343" y="655"/>
                    <a:pt x="340" y="656"/>
                  </a:cubicBezTo>
                  <a:cubicBezTo>
                    <a:pt x="342" y="656"/>
                    <a:pt x="344" y="655"/>
                    <a:pt x="346" y="655"/>
                  </a:cubicBezTo>
                  <a:cubicBezTo>
                    <a:pt x="347" y="656"/>
                    <a:pt x="344" y="656"/>
                    <a:pt x="347" y="657"/>
                  </a:cubicBezTo>
                  <a:cubicBezTo>
                    <a:pt x="349" y="656"/>
                    <a:pt x="350" y="656"/>
                    <a:pt x="353" y="656"/>
                  </a:cubicBezTo>
                  <a:cubicBezTo>
                    <a:pt x="355" y="656"/>
                    <a:pt x="352" y="657"/>
                    <a:pt x="355" y="657"/>
                  </a:cubicBezTo>
                  <a:cubicBezTo>
                    <a:pt x="359" y="657"/>
                    <a:pt x="364" y="656"/>
                    <a:pt x="367" y="655"/>
                  </a:cubicBezTo>
                  <a:cubicBezTo>
                    <a:pt x="367" y="655"/>
                    <a:pt x="368" y="656"/>
                    <a:pt x="367" y="656"/>
                  </a:cubicBezTo>
                  <a:cubicBezTo>
                    <a:pt x="366" y="657"/>
                    <a:pt x="367" y="655"/>
                    <a:pt x="365" y="656"/>
                  </a:cubicBezTo>
                  <a:cubicBezTo>
                    <a:pt x="369" y="657"/>
                    <a:pt x="372" y="655"/>
                    <a:pt x="376" y="656"/>
                  </a:cubicBezTo>
                  <a:cubicBezTo>
                    <a:pt x="380" y="654"/>
                    <a:pt x="380" y="654"/>
                    <a:pt x="380" y="654"/>
                  </a:cubicBezTo>
                  <a:cubicBezTo>
                    <a:pt x="382" y="654"/>
                    <a:pt x="382" y="655"/>
                    <a:pt x="384" y="655"/>
                  </a:cubicBezTo>
                  <a:cubicBezTo>
                    <a:pt x="387" y="653"/>
                    <a:pt x="382" y="654"/>
                    <a:pt x="382" y="654"/>
                  </a:cubicBezTo>
                  <a:cubicBezTo>
                    <a:pt x="384" y="653"/>
                    <a:pt x="386" y="654"/>
                    <a:pt x="388" y="653"/>
                  </a:cubicBezTo>
                  <a:cubicBezTo>
                    <a:pt x="391" y="653"/>
                    <a:pt x="386" y="654"/>
                    <a:pt x="390" y="654"/>
                  </a:cubicBezTo>
                  <a:cubicBezTo>
                    <a:pt x="390" y="654"/>
                    <a:pt x="389" y="654"/>
                    <a:pt x="389" y="654"/>
                  </a:cubicBezTo>
                  <a:cubicBezTo>
                    <a:pt x="394" y="653"/>
                    <a:pt x="398" y="653"/>
                    <a:pt x="403" y="652"/>
                  </a:cubicBezTo>
                  <a:cubicBezTo>
                    <a:pt x="405" y="650"/>
                    <a:pt x="401" y="651"/>
                    <a:pt x="399" y="651"/>
                  </a:cubicBezTo>
                  <a:cubicBezTo>
                    <a:pt x="401" y="650"/>
                    <a:pt x="404" y="648"/>
                    <a:pt x="406" y="648"/>
                  </a:cubicBezTo>
                  <a:cubicBezTo>
                    <a:pt x="407" y="649"/>
                    <a:pt x="403" y="649"/>
                    <a:pt x="404" y="650"/>
                  </a:cubicBezTo>
                  <a:cubicBezTo>
                    <a:pt x="405" y="650"/>
                    <a:pt x="406" y="649"/>
                    <a:pt x="408" y="649"/>
                  </a:cubicBezTo>
                  <a:cubicBezTo>
                    <a:pt x="409" y="648"/>
                    <a:pt x="407" y="648"/>
                    <a:pt x="411" y="647"/>
                  </a:cubicBezTo>
                  <a:cubicBezTo>
                    <a:pt x="412" y="647"/>
                    <a:pt x="412" y="648"/>
                    <a:pt x="411" y="648"/>
                  </a:cubicBezTo>
                  <a:cubicBezTo>
                    <a:pt x="414" y="648"/>
                    <a:pt x="414" y="646"/>
                    <a:pt x="417" y="646"/>
                  </a:cubicBezTo>
                  <a:cubicBezTo>
                    <a:pt x="418" y="647"/>
                    <a:pt x="414" y="648"/>
                    <a:pt x="416" y="648"/>
                  </a:cubicBezTo>
                  <a:cubicBezTo>
                    <a:pt x="418" y="647"/>
                    <a:pt x="418" y="647"/>
                    <a:pt x="419" y="646"/>
                  </a:cubicBezTo>
                  <a:cubicBezTo>
                    <a:pt x="420" y="646"/>
                    <a:pt x="421" y="645"/>
                    <a:pt x="421" y="645"/>
                  </a:cubicBezTo>
                  <a:cubicBezTo>
                    <a:pt x="422" y="646"/>
                    <a:pt x="418" y="647"/>
                    <a:pt x="419" y="647"/>
                  </a:cubicBezTo>
                  <a:cubicBezTo>
                    <a:pt x="422" y="647"/>
                    <a:pt x="422" y="647"/>
                    <a:pt x="425" y="647"/>
                  </a:cubicBezTo>
                  <a:cubicBezTo>
                    <a:pt x="431" y="646"/>
                    <a:pt x="436" y="643"/>
                    <a:pt x="440" y="642"/>
                  </a:cubicBezTo>
                  <a:cubicBezTo>
                    <a:pt x="439" y="643"/>
                    <a:pt x="441" y="643"/>
                    <a:pt x="444" y="642"/>
                  </a:cubicBezTo>
                  <a:cubicBezTo>
                    <a:pt x="448" y="641"/>
                    <a:pt x="452" y="639"/>
                    <a:pt x="454" y="638"/>
                  </a:cubicBezTo>
                  <a:cubicBezTo>
                    <a:pt x="454" y="639"/>
                    <a:pt x="448" y="640"/>
                    <a:pt x="446" y="642"/>
                  </a:cubicBezTo>
                  <a:cubicBezTo>
                    <a:pt x="451" y="641"/>
                    <a:pt x="455" y="638"/>
                    <a:pt x="459" y="638"/>
                  </a:cubicBezTo>
                  <a:cubicBezTo>
                    <a:pt x="459" y="637"/>
                    <a:pt x="458" y="637"/>
                    <a:pt x="457" y="637"/>
                  </a:cubicBezTo>
                  <a:cubicBezTo>
                    <a:pt x="459" y="636"/>
                    <a:pt x="461" y="636"/>
                    <a:pt x="462" y="635"/>
                  </a:cubicBezTo>
                  <a:cubicBezTo>
                    <a:pt x="467" y="635"/>
                    <a:pt x="472" y="631"/>
                    <a:pt x="475" y="631"/>
                  </a:cubicBezTo>
                  <a:cubicBezTo>
                    <a:pt x="480" y="628"/>
                    <a:pt x="483" y="627"/>
                    <a:pt x="487" y="624"/>
                  </a:cubicBezTo>
                  <a:cubicBezTo>
                    <a:pt x="485" y="625"/>
                    <a:pt x="486" y="624"/>
                    <a:pt x="485" y="624"/>
                  </a:cubicBezTo>
                  <a:cubicBezTo>
                    <a:pt x="490" y="620"/>
                    <a:pt x="493" y="621"/>
                    <a:pt x="494" y="622"/>
                  </a:cubicBezTo>
                  <a:cubicBezTo>
                    <a:pt x="495" y="621"/>
                    <a:pt x="493" y="621"/>
                    <a:pt x="494" y="619"/>
                  </a:cubicBezTo>
                  <a:cubicBezTo>
                    <a:pt x="496" y="618"/>
                    <a:pt x="499" y="617"/>
                    <a:pt x="501" y="616"/>
                  </a:cubicBezTo>
                  <a:cubicBezTo>
                    <a:pt x="502" y="616"/>
                    <a:pt x="499" y="618"/>
                    <a:pt x="498" y="619"/>
                  </a:cubicBezTo>
                  <a:cubicBezTo>
                    <a:pt x="497" y="619"/>
                    <a:pt x="506" y="615"/>
                    <a:pt x="508" y="614"/>
                  </a:cubicBezTo>
                  <a:cubicBezTo>
                    <a:pt x="509" y="613"/>
                    <a:pt x="509" y="614"/>
                    <a:pt x="508" y="614"/>
                  </a:cubicBezTo>
                  <a:cubicBezTo>
                    <a:pt x="508" y="615"/>
                    <a:pt x="510" y="613"/>
                    <a:pt x="511" y="612"/>
                  </a:cubicBezTo>
                  <a:cubicBezTo>
                    <a:pt x="512" y="612"/>
                    <a:pt x="510" y="612"/>
                    <a:pt x="510" y="612"/>
                  </a:cubicBezTo>
                  <a:cubicBezTo>
                    <a:pt x="512" y="611"/>
                    <a:pt x="515" y="610"/>
                    <a:pt x="518" y="608"/>
                  </a:cubicBezTo>
                  <a:cubicBezTo>
                    <a:pt x="521" y="607"/>
                    <a:pt x="524" y="605"/>
                    <a:pt x="527" y="602"/>
                  </a:cubicBezTo>
                  <a:cubicBezTo>
                    <a:pt x="530" y="601"/>
                    <a:pt x="530" y="601"/>
                    <a:pt x="530" y="601"/>
                  </a:cubicBezTo>
                  <a:cubicBezTo>
                    <a:pt x="531" y="600"/>
                    <a:pt x="532" y="600"/>
                    <a:pt x="533" y="599"/>
                  </a:cubicBezTo>
                  <a:cubicBezTo>
                    <a:pt x="538" y="597"/>
                    <a:pt x="542" y="592"/>
                    <a:pt x="547" y="590"/>
                  </a:cubicBezTo>
                  <a:cubicBezTo>
                    <a:pt x="551" y="586"/>
                    <a:pt x="556" y="583"/>
                    <a:pt x="560" y="580"/>
                  </a:cubicBezTo>
                  <a:cubicBezTo>
                    <a:pt x="558" y="583"/>
                    <a:pt x="558" y="583"/>
                    <a:pt x="556" y="585"/>
                  </a:cubicBezTo>
                  <a:cubicBezTo>
                    <a:pt x="561" y="581"/>
                    <a:pt x="565" y="575"/>
                    <a:pt x="568" y="574"/>
                  </a:cubicBezTo>
                  <a:cubicBezTo>
                    <a:pt x="567" y="573"/>
                    <a:pt x="570" y="570"/>
                    <a:pt x="568" y="569"/>
                  </a:cubicBezTo>
                  <a:cubicBezTo>
                    <a:pt x="570" y="567"/>
                    <a:pt x="573" y="565"/>
                    <a:pt x="575" y="563"/>
                  </a:cubicBezTo>
                  <a:cubicBezTo>
                    <a:pt x="574" y="562"/>
                    <a:pt x="567" y="571"/>
                    <a:pt x="566" y="569"/>
                  </a:cubicBezTo>
                  <a:cubicBezTo>
                    <a:pt x="566" y="568"/>
                    <a:pt x="568" y="568"/>
                    <a:pt x="569" y="567"/>
                  </a:cubicBezTo>
                  <a:cubicBezTo>
                    <a:pt x="568" y="566"/>
                    <a:pt x="572" y="564"/>
                    <a:pt x="573" y="561"/>
                  </a:cubicBezTo>
                  <a:cubicBezTo>
                    <a:pt x="573" y="562"/>
                    <a:pt x="574" y="563"/>
                    <a:pt x="576" y="561"/>
                  </a:cubicBezTo>
                  <a:cubicBezTo>
                    <a:pt x="575" y="560"/>
                    <a:pt x="577" y="559"/>
                    <a:pt x="578" y="556"/>
                  </a:cubicBezTo>
                  <a:cubicBezTo>
                    <a:pt x="580" y="555"/>
                    <a:pt x="583" y="553"/>
                    <a:pt x="582" y="553"/>
                  </a:cubicBezTo>
                  <a:cubicBezTo>
                    <a:pt x="584" y="551"/>
                    <a:pt x="584" y="553"/>
                    <a:pt x="586" y="551"/>
                  </a:cubicBezTo>
                  <a:cubicBezTo>
                    <a:pt x="587" y="550"/>
                    <a:pt x="586" y="551"/>
                    <a:pt x="585" y="553"/>
                  </a:cubicBezTo>
                  <a:cubicBezTo>
                    <a:pt x="587" y="551"/>
                    <a:pt x="589" y="549"/>
                    <a:pt x="590" y="546"/>
                  </a:cubicBezTo>
                  <a:cubicBezTo>
                    <a:pt x="592" y="545"/>
                    <a:pt x="589" y="549"/>
                    <a:pt x="591" y="548"/>
                  </a:cubicBezTo>
                  <a:cubicBezTo>
                    <a:pt x="592" y="547"/>
                    <a:pt x="592" y="545"/>
                    <a:pt x="594" y="544"/>
                  </a:cubicBezTo>
                  <a:cubicBezTo>
                    <a:pt x="594" y="543"/>
                    <a:pt x="594" y="541"/>
                    <a:pt x="593" y="543"/>
                  </a:cubicBezTo>
                  <a:cubicBezTo>
                    <a:pt x="594" y="540"/>
                    <a:pt x="594" y="541"/>
                    <a:pt x="594" y="539"/>
                  </a:cubicBezTo>
                  <a:cubicBezTo>
                    <a:pt x="595" y="537"/>
                    <a:pt x="597" y="538"/>
                    <a:pt x="597" y="536"/>
                  </a:cubicBezTo>
                  <a:cubicBezTo>
                    <a:pt x="598" y="533"/>
                    <a:pt x="596" y="537"/>
                    <a:pt x="595" y="537"/>
                  </a:cubicBezTo>
                  <a:cubicBezTo>
                    <a:pt x="596" y="536"/>
                    <a:pt x="597" y="535"/>
                    <a:pt x="598" y="533"/>
                  </a:cubicBezTo>
                  <a:cubicBezTo>
                    <a:pt x="599" y="533"/>
                    <a:pt x="597" y="536"/>
                    <a:pt x="599" y="534"/>
                  </a:cubicBezTo>
                  <a:cubicBezTo>
                    <a:pt x="599" y="533"/>
                    <a:pt x="602" y="531"/>
                    <a:pt x="601" y="532"/>
                  </a:cubicBezTo>
                  <a:cubicBezTo>
                    <a:pt x="602" y="528"/>
                    <a:pt x="607" y="523"/>
                    <a:pt x="611" y="520"/>
                  </a:cubicBezTo>
                  <a:cubicBezTo>
                    <a:pt x="611" y="519"/>
                    <a:pt x="611" y="518"/>
                    <a:pt x="611" y="517"/>
                  </a:cubicBezTo>
                  <a:cubicBezTo>
                    <a:pt x="609" y="519"/>
                    <a:pt x="610" y="518"/>
                    <a:pt x="608" y="520"/>
                  </a:cubicBezTo>
                  <a:cubicBezTo>
                    <a:pt x="607" y="521"/>
                    <a:pt x="608" y="520"/>
                    <a:pt x="609" y="520"/>
                  </a:cubicBezTo>
                  <a:cubicBezTo>
                    <a:pt x="606" y="524"/>
                    <a:pt x="602" y="528"/>
                    <a:pt x="599" y="532"/>
                  </a:cubicBezTo>
                  <a:cubicBezTo>
                    <a:pt x="601" y="528"/>
                    <a:pt x="605" y="525"/>
                    <a:pt x="607" y="521"/>
                  </a:cubicBezTo>
                  <a:cubicBezTo>
                    <a:pt x="605" y="523"/>
                    <a:pt x="604" y="524"/>
                    <a:pt x="602" y="526"/>
                  </a:cubicBezTo>
                  <a:cubicBezTo>
                    <a:pt x="603" y="524"/>
                    <a:pt x="605" y="522"/>
                    <a:pt x="606" y="519"/>
                  </a:cubicBezTo>
                  <a:cubicBezTo>
                    <a:pt x="607" y="519"/>
                    <a:pt x="606" y="521"/>
                    <a:pt x="608" y="519"/>
                  </a:cubicBezTo>
                  <a:cubicBezTo>
                    <a:pt x="608" y="518"/>
                    <a:pt x="609" y="518"/>
                    <a:pt x="609" y="516"/>
                  </a:cubicBezTo>
                  <a:cubicBezTo>
                    <a:pt x="610" y="515"/>
                    <a:pt x="610" y="517"/>
                    <a:pt x="610" y="518"/>
                  </a:cubicBezTo>
                  <a:cubicBezTo>
                    <a:pt x="610" y="517"/>
                    <a:pt x="611" y="515"/>
                    <a:pt x="612" y="515"/>
                  </a:cubicBezTo>
                  <a:cubicBezTo>
                    <a:pt x="611" y="513"/>
                    <a:pt x="614" y="510"/>
                    <a:pt x="614" y="509"/>
                  </a:cubicBezTo>
                  <a:cubicBezTo>
                    <a:pt x="616" y="507"/>
                    <a:pt x="614" y="510"/>
                    <a:pt x="616" y="509"/>
                  </a:cubicBezTo>
                  <a:cubicBezTo>
                    <a:pt x="617" y="506"/>
                    <a:pt x="621" y="501"/>
                    <a:pt x="621" y="501"/>
                  </a:cubicBezTo>
                  <a:cubicBezTo>
                    <a:pt x="623" y="498"/>
                    <a:pt x="624" y="498"/>
                    <a:pt x="625" y="495"/>
                  </a:cubicBezTo>
                  <a:cubicBezTo>
                    <a:pt x="627" y="494"/>
                    <a:pt x="625" y="497"/>
                    <a:pt x="625" y="498"/>
                  </a:cubicBezTo>
                  <a:cubicBezTo>
                    <a:pt x="627" y="495"/>
                    <a:pt x="628" y="491"/>
                    <a:pt x="630" y="488"/>
                  </a:cubicBezTo>
                  <a:cubicBezTo>
                    <a:pt x="631" y="487"/>
                    <a:pt x="631" y="487"/>
                    <a:pt x="630" y="486"/>
                  </a:cubicBezTo>
                  <a:cubicBezTo>
                    <a:pt x="631" y="484"/>
                    <a:pt x="633" y="480"/>
                    <a:pt x="632" y="480"/>
                  </a:cubicBezTo>
                  <a:cubicBezTo>
                    <a:pt x="634" y="477"/>
                    <a:pt x="632" y="481"/>
                    <a:pt x="634" y="479"/>
                  </a:cubicBezTo>
                  <a:cubicBezTo>
                    <a:pt x="635" y="478"/>
                    <a:pt x="635" y="475"/>
                    <a:pt x="636" y="474"/>
                  </a:cubicBezTo>
                  <a:cubicBezTo>
                    <a:pt x="637" y="472"/>
                    <a:pt x="636" y="473"/>
                    <a:pt x="637" y="471"/>
                  </a:cubicBezTo>
                  <a:cubicBezTo>
                    <a:pt x="638" y="469"/>
                    <a:pt x="637" y="474"/>
                    <a:pt x="637" y="474"/>
                  </a:cubicBezTo>
                  <a:cubicBezTo>
                    <a:pt x="637" y="476"/>
                    <a:pt x="635" y="476"/>
                    <a:pt x="635" y="478"/>
                  </a:cubicBezTo>
                  <a:cubicBezTo>
                    <a:pt x="636" y="478"/>
                    <a:pt x="638" y="473"/>
                    <a:pt x="639" y="471"/>
                  </a:cubicBezTo>
                  <a:cubicBezTo>
                    <a:pt x="640" y="469"/>
                    <a:pt x="640" y="470"/>
                    <a:pt x="641" y="469"/>
                  </a:cubicBezTo>
                  <a:cubicBezTo>
                    <a:pt x="641" y="467"/>
                    <a:pt x="642" y="465"/>
                    <a:pt x="643" y="463"/>
                  </a:cubicBezTo>
                  <a:cubicBezTo>
                    <a:pt x="643" y="461"/>
                    <a:pt x="644" y="459"/>
                    <a:pt x="645" y="459"/>
                  </a:cubicBezTo>
                  <a:cubicBezTo>
                    <a:pt x="645" y="458"/>
                    <a:pt x="645" y="457"/>
                    <a:pt x="645" y="458"/>
                  </a:cubicBezTo>
                  <a:cubicBezTo>
                    <a:pt x="645" y="456"/>
                    <a:pt x="646" y="453"/>
                    <a:pt x="648" y="452"/>
                  </a:cubicBezTo>
                  <a:cubicBezTo>
                    <a:pt x="648" y="450"/>
                    <a:pt x="649" y="449"/>
                    <a:pt x="649" y="447"/>
                  </a:cubicBezTo>
                  <a:cubicBezTo>
                    <a:pt x="648" y="450"/>
                    <a:pt x="645" y="451"/>
                    <a:pt x="645" y="455"/>
                  </a:cubicBezTo>
                  <a:cubicBezTo>
                    <a:pt x="644" y="456"/>
                    <a:pt x="645" y="453"/>
                    <a:pt x="642" y="457"/>
                  </a:cubicBezTo>
                  <a:cubicBezTo>
                    <a:pt x="643" y="453"/>
                    <a:pt x="644" y="453"/>
                    <a:pt x="645" y="452"/>
                  </a:cubicBezTo>
                  <a:cubicBezTo>
                    <a:pt x="645" y="449"/>
                    <a:pt x="643" y="454"/>
                    <a:pt x="643" y="454"/>
                  </a:cubicBezTo>
                  <a:cubicBezTo>
                    <a:pt x="643" y="455"/>
                    <a:pt x="642" y="456"/>
                    <a:pt x="641" y="457"/>
                  </a:cubicBezTo>
                  <a:cubicBezTo>
                    <a:pt x="641" y="459"/>
                    <a:pt x="640" y="460"/>
                    <a:pt x="641" y="460"/>
                  </a:cubicBezTo>
                  <a:cubicBezTo>
                    <a:pt x="642" y="459"/>
                    <a:pt x="642" y="457"/>
                    <a:pt x="643" y="458"/>
                  </a:cubicBezTo>
                  <a:cubicBezTo>
                    <a:pt x="642" y="460"/>
                    <a:pt x="641" y="460"/>
                    <a:pt x="641" y="462"/>
                  </a:cubicBezTo>
                  <a:cubicBezTo>
                    <a:pt x="640" y="463"/>
                    <a:pt x="641" y="460"/>
                    <a:pt x="639" y="463"/>
                  </a:cubicBezTo>
                  <a:cubicBezTo>
                    <a:pt x="640" y="463"/>
                    <a:pt x="638" y="466"/>
                    <a:pt x="637" y="468"/>
                  </a:cubicBezTo>
                  <a:cubicBezTo>
                    <a:pt x="636" y="468"/>
                    <a:pt x="636" y="467"/>
                    <a:pt x="637" y="465"/>
                  </a:cubicBezTo>
                  <a:cubicBezTo>
                    <a:pt x="636" y="467"/>
                    <a:pt x="634" y="470"/>
                    <a:pt x="633" y="473"/>
                  </a:cubicBezTo>
                  <a:cubicBezTo>
                    <a:pt x="630" y="474"/>
                    <a:pt x="629" y="478"/>
                    <a:pt x="627" y="479"/>
                  </a:cubicBezTo>
                  <a:cubicBezTo>
                    <a:pt x="626" y="482"/>
                    <a:pt x="627" y="482"/>
                    <a:pt x="625" y="485"/>
                  </a:cubicBezTo>
                  <a:cubicBezTo>
                    <a:pt x="625" y="486"/>
                    <a:pt x="625" y="484"/>
                    <a:pt x="625" y="483"/>
                  </a:cubicBezTo>
                  <a:cubicBezTo>
                    <a:pt x="623" y="485"/>
                    <a:pt x="623" y="488"/>
                    <a:pt x="621" y="490"/>
                  </a:cubicBezTo>
                  <a:cubicBezTo>
                    <a:pt x="621" y="491"/>
                    <a:pt x="621" y="490"/>
                    <a:pt x="622" y="489"/>
                  </a:cubicBezTo>
                  <a:cubicBezTo>
                    <a:pt x="622" y="491"/>
                    <a:pt x="620" y="493"/>
                    <a:pt x="621" y="493"/>
                  </a:cubicBezTo>
                  <a:cubicBezTo>
                    <a:pt x="620" y="493"/>
                    <a:pt x="619" y="493"/>
                    <a:pt x="619" y="495"/>
                  </a:cubicBezTo>
                  <a:cubicBezTo>
                    <a:pt x="618" y="496"/>
                    <a:pt x="619" y="495"/>
                    <a:pt x="619" y="493"/>
                  </a:cubicBezTo>
                  <a:cubicBezTo>
                    <a:pt x="617" y="495"/>
                    <a:pt x="616" y="499"/>
                    <a:pt x="613" y="501"/>
                  </a:cubicBezTo>
                  <a:cubicBezTo>
                    <a:pt x="614" y="503"/>
                    <a:pt x="610" y="504"/>
                    <a:pt x="610" y="507"/>
                  </a:cubicBezTo>
                  <a:cubicBezTo>
                    <a:pt x="609" y="506"/>
                    <a:pt x="608" y="509"/>
                    <a:pt x="607" y="509"/>
                  </a:cubicBezTo>
                  <a:cubicBezTo>
                    <a:pt x="608" y="507"/>
                    <a:pt x="609" y="505"/>
                    <a:pt x="611" y="504"/>
                  </a:cubicBezTo>
                  <a:cubicBezTo>
                    <a:pt x="611" y="501"/>
                    <a:pt x="615" y="497"/>
                    <a:pt x="618" y="494"/>
                  </a:cubicBezTo>
                  <a:cubicBezTo>
                    <a:pt x="617" y="494"/>
                    <a:pt x="617" y="493"/>
                    <a:pt x="618" y="491"/>
                  </a:cubicBezTo>
                  <a:cubicBezTo>
                    <a:pt x="617" y="494"/>
                    <a:pt x="614" y="497"/>
                    <a:pt x="612" y="501"/>
                  </a:cubicBezTo>
                  <a:cubicBezTo>
                    <a:pt x="609" y="504"/>
                    <a:pt x="607" y="507"/>
                    <a:pt x="606" y="511"/>
                  </a:cubicBezTo>
                  <a:cubicBezTo>
                    <a:pt x="604" y="514"/>
                    <a:pt x="602" y="517"/>
                    <a:pt x="599" y="520"/>
                  </a:cubicBezTo>
                  <a:cubicBezTo>
                    <a:pt x="599" y="521"/>
                    <a:pt x="599" y="521"/>
                    <a:pt x="600" y="520"/>
                  </a:cubicBezTo>
                  <a:cubicBezTo>
                    <a:pt x="600" y="521"/>
                    <a:pt x="599" y="522"/>
                    <a:pt x="599" y="523"/>
                  </a:cubicBezTo>
                  <a:cubicBezTo>
                    <a:pt x="598" y="524"/>
                    <a:pt x="597" y="525"/>
                    <a:pt x="596" y="526"/>
                  </a:cubicBezTo>
                  <a:cubicBezTo>
                    <a:pt x="597" y="524"/>
                    <a:pt x="599" y="523"/>
                    <a:pt x="599" y="521"/>
                  </a:cubicBezTo>
                  <a:cubicBezTo>
                    <a:pt x="598" y="522"/>
                    <a:pt x="597" y="524"/>
                    <a:pt x="595" y="525"/>
                  </a:cubicBezTo>
                  <a:cubicBezTo>
                    <a:pt x="595" y="526"/>
                    <a:pt x="594" y="527"/>
                    <a:pt x="594" y="527"/>
                  </a:cubicBezTo>
                  <a:cubicBezTo>
                    <a:pt x="594" y="528"/>
                    <a:pt x="593" y="529"/>
                    <a:pt x="592" y="530"/>
                  </a:cubicBezTo>
                  <a:cubicBezTo>
                    <a:pt x="591" y="530"/>
                    <a:pt x="592" y="529"/>
                    <a:pt x="592" y="527"/>
                  </a:cubicBezTo>
                  <a:cubicBezTo>
                    <a:pt x="589" y="531"/>
                    <a:pt x="592" y="530"/>
                    <a:pt x="588" y="534"/>
                  </a:cubicBezTo>
                  <a:cubicBezTo>
                    <a:pt x="588" y="534"/>
                    <a:pt x="589" y="535"/>
                    <a:pt x="589" y="534"/>
                  </a:cubicBezTo>
                  <a:cubicBezTo>
                    <a:pt x="589" y="535"/>
                    <a:pt x="588" y="536"/>
                    <a:pt x="587" y="537"/>
                  </a:cubicBezTo>
                  <a:cubicBezTo>
                    <a:pt x="588" y="536"/>
                    <a:pt x="586" y="537"/>
                    <a:pt x="584" y="538"/>
                  </a:cubicBezTo>
                  <a:cubicBezTo>
                    <a:pt x="582" y="540"/>
                    <a:pt x="580" y="542"/>
                    <a:pt x="579" y="543"/>
                  </a:cubicBezTo>
                  <a:cubicBezTo>
                    <a:pt x="580" y="542"/>
                    <a:pt x="582" y="539"/>
                    <a:pt x="584" y="537"/>
                  </a:cubicBezTo>
                  <a:cubicBezTo>
                    <a:pt x="586" y="535"/>
                    <a:pt x="587" y="534"/>
                    <a:pt x="586" y="533"/>
                  </a:cubicBezTo>
                  <a:cubicBezTo>
                    <a:pt x="589" y="530"/>
                    <a:pt x="591" y="528"/>
                    <a:pt x="593" y="525"/>
                  </a:cubicBezTo>
                  <a:cubicBezTo>
                    <a:pt x="593" y="524"/>
                    <a:pt x="591" y="528"/>
                    <a:pt x="589" y="529"/>
                  </a:cubicBezTo>
                  <a:cubicBezTo>
                    <a:pt x="591" y="527"/>
                    <a:pt x="591" y="527"/>
                    <a:pt x="592" y="525"/>
                  </a:cubicBezTo>
                  <a:cubicBezTo>
                    <a:pt x="593" y="524"/>
                    <a:pt x="594" y="522"/>
                    <a:pt x="596" y="522"/>
                  </a:cubicBezTo>
                  <a:cubicBezTo>
                    <a:pt x="597" y="519"/>
                    <a:pt x="596" y="520"/>
                    <a:pt x="595" y="520"/>
                  </a:cubicBezTo>
                  <a:cubicBezTo>
                    <a:pt x="596" y="518"/>
                    <a:pt x="597" y="519"/>
                    <a:pt x="598" y="518"/>
                  </a:cubicBezTo>
                  <a:cubicBezTo>
                    <a:pt x="598" y="516"/>
                    <a:pt x="599" y="515"/>
                    <a:pt x="599" y="514"/>
                  </a:cubicBezTo>
                  <a:cubicBezTo>
                    <a:pt x="601" y="512"/>
                    <a:pt x="600" y="514"/>
                    <a:pt x="602" y="512"/>
                  </a:cubicBezTo>
                  <a:cubicBezTo>
                    <a:pt x="603" y="510"/>
                    <a:pt x="602" y="511"/>
                    <a:pt x="604" y="509"/>
                  </a:cubicBezTo>
                  <a:cubicBezTo>
                    <a:pt x="605" y="506"/>
                    <a:pt x="607" y="504"/>
                    <a:pt x="608" y="501"/>
                  </a:cubicBezTo>
                  <a:cubicBezTo>
                    <a:pt x="610" y="500"/>
                    <a:pt x="609" y="502"/>
                    <a:pt x="610" y="502"/>
                  </a:cubicBezTo>
                  <a:cubicBezTo>
                    <a:pt x="608" y="504"/>
                    <a:pt x="605" y="508"/>
                    <a:pt x="606" y="509"/>
                  </a:cubicBezTo>
                  <a:cubicBezTo>
                    <a:pt x="607" y="508"/>
                    <a:pt x="607" y="506"/>
                    <a:pt x="608" y="504"/>
                  </a:cubicBezTo>
                  <a:cubicBezTo>
                    <a:pt x="608" y="504"/>
                    <a:pt x="609" y="504"/>
                    <a:pt x="609" y="504"/>
                  </a:cubicBezTo>
                  <a:cubicBezTo>
                    <a:pt x="610" y="501"/>
                    <a:pt x="610" y="501"/>
                    <a:pt x="612" y="499"/>
                  </a:cubicBezTo>
                  <a:cubicBezTo>
                    <a:pt x="613" y="496"/>
                    <a:pt x="611" y="499"/>
                    <a:pt x="612" y="495"/>
                  </a:cubicBezTo>
                  <a:cubicBezTo>
                    <a:pt x="612" y="495"/>
                    <a:pt x="613" y="494"/>
                    <a:pt x="613" y="493"/>
                  </a:cubicBezTo>
                  <a:cubicBezTo>
                    <a:pt x="614" y="492"/>
                    <a:pt x="614" y="494"/>
                    <a:pt x="614" y="494"/>
                  </a:cubicBezTo>
                  <a:cubicBezTo>
                    <a:pt x="616" y="493"/>
                    <a:pt x="616" y="492"/>
                    <a:pt x="617" y="491"/>
                  </a:cubicBezTo>
                  <a:cubicBezTo>
                    <a:pt x="618" y="489"/>
                    <a:pt x="617" y="490"/>
                    <a:pt x="617" y="490"/>
                  </a:cubicBezTo>
                  <a:cubicBezTo>
                    <a:pt x="618" y="487"/>
                    <a:pt x="621" y="484"/>
                    <a:pt x="622" y="480"/>
                  </a:cubicBezTo>
                  <a:cubicBezTo>
                    <a:pt x="623" y="477"/>
                    <a:pt x="625" y="475"/>
                    <a:pt x="626" y="472"/>
                  </a:cubicBezTo>
                  <a:cubicBezTo>
                    <a:pt x="627" y="470"/>
                    <a:pt x="629" y="467"/>
                    <a:pt x="630" y="465"/>
                  </a:cubicBezTo>
                  <a:cubicBezTo>
                    <a:pt x="630" y="463"/>
                    <a:pt x="632" y="462"/>
                    <a:pt x="633" y="460"/>
                  </a:cubicBezTo>
                  <a:cubicBezTo>
                    <a:pt x="632" y="458"/>
                    <a:pt x="632" y="459"/>
                    <a:pt x="632" y="457"/>
                  </a:cubicBezTo>
                  <a:cubicBezTo>
                    <a:pt x="630" y="459"/>
                    <a:pt x="630" y="459"/>
                    <a:pt x="629" y="461"/>
                  </a:cubicBezTo>
                  <a:cubicBezTo>
                    <a:pt x="629" y="462"/>
                    <a:pt x="629" y="461"/>
                    <a:pt x="629" y="464"/>
                  </a:cubicBezTo>
                  <a:cubicBezTo>
                    <a:pt x="628" y="466"/>
                    <a:pt x="626" y="468"/>
                    <a:pt x="626" y="471"/>
                  </a:cubicBezTo>
                  <a:cubicBezTo>
                    <a:pt x="625" y="472"/>
                    <a:pt x="626" y="468"/>
                    <a:pt x="626" y="467"/>
                  </a:cubicBezTo>
                  <a:cubicBezTo>
                    <a:pt x="625" y="468"/>
                    <a:pt x="623" y="473"/>
                    <a:pt x="623" y="472"/>
                  </a:cubicBezTo>
                  <a:cubicBezTo>
                    <a:pt x="621" y="475"/>
                    <a:pt x="620" y="480"/>
                    <a:pt x="617" y="482"/>
                  </a:cubicBezTo>
                  <a:cubicBezTo>
                    <a:pt x="617" y="480"/>
                    <a:pt x="619" y="478"/>
                    <a:pt x="620" y="476"/>
                  </a:cubicBezTo>
                  <a:cubicBezTo>
                    <a:pt x="619" y="477"/>
                    <a:pt x="618" y="478"/>
                    <a:pt x="617" y="479"/>
                  </a:cubicBezTo>
                  <a:cubicBezTo>
                    <a:pt x="617" y="480"/>
                    <a:pt x="617" y="481"/>
                    <a:pt x="616" y="482"/>
                  </a:cubicBezTo>
                  <a:cubicBezTo>
                    <a:pt x="614" y="486"/>
                    <a:pt x="610" y="489"/>
                    <a:pt x="608" y="494"/>
                  </a:cubicBezTo>
                  <a:cubicBezTo>
                    <a:pt x="607" y="495"/>
                    <a:pt x="608" y="493"/>
                    <a:pt x="608" y="492"/>
                  </a:cubicBezTo>
                  <a:cubicBezTo>
                    <a:pt x="607" y="493"/>
                    <a:pt x="607" y="495"/>
                    <a:pt x="606" y="496"/>
                  </a:cubicBezTo>
                  <a:cubicBezTo>
                    <a:pt x="607" y="495"/>
                    <a:pt x="607" y="496"/>
                    <a:pt x="609" y="493"/>
                  </a:cubicBezTo>
                  <a:cubicBezTo>
                    <a:pt x="609" y="493"/>
                    <a:pt x="609" y="494"/>
                    <a:pt x="609" y="494"/>
                  </a:cubicBezTo>
                  <a:cubicBezTo>
                    <a:pt x="609" y="496"/>
                    <a:pt x="608" y="497"/>
                    <a:pt x="607" y="498"/>
                  </a:cubicBezTo>
                  <a:cubicBezTo>
                    <a:pt x="607" y="498"/>
                    <a:pt x="607" y="496"/>
                    <a:pt x="606" y="498"/>
                  </a:cubicBezTo>
                  <a:cubicBezTo>
                    <a:pt x="605" y="500"/>
                    <a:pt x="606" y="500"/>
                    <a:pt x="605" y="500"/>
                  </a:cubicBezTo>
                  <a:cubicBezTo>
                    <a:pt x="605" y="501"/>
                    <a:pt x="604" y="502"/>
                    <a:pt x="604" y="502"/>
                  </a:cubicBezTo>
                  <a:cubicBezTo>
                    <a:pt x="603" y="503"/>
                    <a:pt x="604" y="501"/>
                    <a:pt x="604" y="501"/>
                  </a:cubicBezTo>
                  <a:cubicBezTo>
                    <a:pt x="605" y="499"/>
                    <a:pt x="606" y="498"/>
                    <a:pt x="607" y="496"/>
                  </a:cubicBezTo>
                  <a:cubicBezTo>
                    <a:pt x="596" y="511"/>
                    <a:pt x="585" y="526"/>
                    <a:pt x="572" y="539"/>
                  </a:cubicBezTo>
                  <a:cubicBezTo>
                    <a:pt x="572" y="541"/>
                    <a:pt x="568" y="545"/>
                    <a:pt x="566" y="545"/>
                  </a:cubicBezTo>
                  <a:cubicBezTo>
                    <a:pt x="566" y="547"/>
                    <a:pt x="567" y="546"/>
                    <a:pt x="567" y="548"/>
                  </a:cubicBezTo>
                  <a:cubicBezTo>
                    <a:pt x="565" y="550"/>
                    <a:pt x="564" y="549"/>
                    <a:pt x="562" y="552"/>
                  </a:cubicBezTo>
                  <a:cubicBezTo>
                    <a:pt x="561" y="552"/>
                    <a:pt x="562" y="551"/>
                    <a:pt x="562" y="550"/>
                  </a:cubicBezTo>
                  <a:cubicBezTo>
                    <a:pt x="560" y="552"/>
                    <a:pt x="559" y="555"/>
                    <a:pt x="556" y="557"/>
                  </a:cubicBezTo>
                  <a:cubicBezTo>
                    <a:pt x="558" y="553"/>
                    <a:pt x="550" y="561"/>
                    <a:pt x="546" y="563"/>
                  </a:cubicBezTo>
                  <a:cubicBezTo>
                    <a:pt x="545" y="565"/>
                    <a:pt x="547" y="564"/>
                    <a:pt x="548" y="563"/>
                  </a:cubicBezTo>
                  <a:cubicBezTo>
                    <a:pt x="544" y="566"/>
                    <a:pt x="545" y="565"/>
                    <a:pt x="542" y="567"/>
                  </a:cubicBezTo>
                  <a:cubicBezTo>
                    <a:pt x="541" y="568"/>
                    <a:pt x="543" y="567"/>
                    <a:pt x="543" y="568"/>
                  </a:cubicBezTo>
                  <a:cubicBezTo>
                    <a:pt x="542" y="569"/>
                    <a:pt x="541" y="569"/>
                    <a:pt x="540" y="570"/>
                  </a:cubicBezTo>
                  <a:cubicBezTo>
                    <a:pt x="540" y="570"/>
                    <a:pt x="540" y="571"/>
                    <a:pt x="538" y="572"/>
                  </a:cubicBezTo>
                  <a:cubicBezTo>
                    <a:pt x="537" y="574"/>
                    <a:pt x="537" y="573"/>
                    <a:pt x="535" y="575"/>
                  </a:cubicBezTo>
                  <a:cubicBezTo>
                    <a:pt x="534" y="575"/>
                    <a:pt x="534" y="575"/>
                    <a:pt x="535" y="574"/>
                  </a:cubicBezTo>
                  <a:cubicBezTo>
                    <a:pt x="529" y="578"/>
                    <a:pt x="530" y="576"/>
                    <a:pt x="523" y="582"/>
                  </a:cubicBezTo>
                  <a:cubicBezTo>
                    <a:pt x="523" y="582"/>
                    <a:pt x="523" y="582"/>
                    <a:pt x="523" y="581"/>
                  </a:cubicBezTo>
                  <a:cubicBezTo>
                    <a:pt x="519" y="585"/>
                    <a:pt x="514" y="588"/>
                    <a:pt x="510" y="591"/>
                  </a:cubicBezTo>
                  <a:cubicBezTo>
                    <a:pt x="510" y="591"/>
                    <a:pt x="509" y="591"/>
                    <a:pt x="510" y="591"/>
                  </a:cubicBezTo>
                  <a:cubicBezTo>
                    <a:pt x="508" y="592"/>
                    <a:pt x="506" y="594"/>
                    <a:pt x="505" y="595"/>
                  </a:cubicBezTo>
                  <a:cubicBezTo>
                    <a:pt x="503" y="596"/>
                    <a:pt x="503" y="596"/>
                    <a:pt x="504" y="594"/>
                  </a:cubicBezTo>
                  <a:cubicBezTo>
                    <a:pt x="501" y="596"/>
                    <a:pt x="498" y="598"/>
                    <a:pt x="495" y="600"/>
                  </a:cubicBezTo>
                  <a:cubicBezTo>
                    <a:pt x="492" y="601"/>
                    <a:pt x="489" y="603"/>
                    <a:pt x="486" y="606"/>
                  </a:cubicBezTo>
                  <a:cubicBezTo>
                    <a:pt x="484" y="606"/>
                    <a:pt x="486" y="605"/>
                    <a:pt x="484" y="605"/>
                  </a:cubicBezTo>
                  <a:cubicBezTo>
                    <a:pt x="485" y="604"/>
                    <a:pt x="486" y="604"/>
                    <a:pt x="487" y="603"/>
                  </a:cubicBezTo>
                  <a:cubicBezTo>
                    <a:pt x="482" y="606"/>
                    <a:pt x="476" y="610"/>
                    <a:pt x="470" y="613"/>
                  </a:cubicBezTo>
                  <a:cubicBezTo>
                    <a:pt x="469" y="614"/>
                    <a:pt x="474" y="611"/>
                    <a:pt x="471" y="613"/>
                  </a:cubicBezTo>
                  <a:cubicBezTo>
                    <a:pt x="468" y="614"/>
                    <a:pt x="466" y="615"/>
                    <a:pt x="463" y="616"/>
                  </a:cubicBezTo>
                  <a:cubicBezTo>
                    <a:pt x="462" y="618"/>
                    <a:pt x="466" y="615"/>
                    <a:pt x="467" y="615"/>
                  </a:cubicBezTo>
                  <a:cubicBezTo>
                    <a:pt x="466" y="616"/>
                    <a:pt x="463" y="617"/>
                    <a:pt x="461" y="618"/>
                  </a:cubicBezTo>
                  <a:cubicBezTo>
                    <a:pt x="461" y="617"/>
                    <a:pt x="462" y="617"/>
                    <a:pt x="462" y="616"/>
                  </a:cubicBezTo>
                  <a:cubicBezTo>
                    <a:pt x="459" y="617"/>
                    <a:pt x="457" y="618"/>
                    <a:pt x="455" y="620"/>
                  </a:cubicBezTo>
                  <a:cubicBezTo>
                    <a:pt x="452" y="621"/>
                    <a:pt x="450" y="622"/>
                    <a:pt x="446" y="623"/>
                  </a:cubicBezTo>
                  <a:cubicBezTo>
                    <a:pt x="446" y="623"/>
                    <a:pt x="447" y="622"/>
                    <a:pt x="446" y="622"/>
                  </a:cubicBezTo>
                  <a:cubicBezTo>
                    <a:pt x="445" y="622"/>
                    <a:pt x="444" y="623"/>
                    <a:pt x="443" y="623"/>
                  </a:cubicBezTo>
                  <a:cubicBezTo>
                    <a:pt x="442" y="624"/>
                    <a:pt x="443" y="624"/>
                    <a:pt x="440" y="625"/>
                  </a:cubicBezTo>
                  <a:cubicBezTo>
                    <a:pt x="440" y="625"/>
                    <a:pt x="439" y="625"/>
                    <a:pt x="438" y="625"/>
                  </a:cubicBezTo>
                  <a:cubicBezTo>
                    <a:pt x="435" y="626"/>
                    <a:pt x="432" y="627"/>
                    <a:pt x="429" y="628"/>
                  </a:cubicBezTo>
                  <a:cubicBezTo>
                    <a:pt x="428" y="628"/>
                    <a:pt x="431" y="627"/>
                    <a:pt x="432" y="627"/>
                  </a:cubicBezTo>
                  <a:cubicBezTo>
                    <a:pt x="429" y="626"/>
                    <a:pt x="425" y="629"/>
                    <a:pt x="423" y="630"/>
                  </a:cubicBezTo>
                  <a:cubicBezTo>
                    <a:pt x="420" y="631"/>
                    <a:pt x="423" y="630"/>
                    <a:pt x="424" y="629"/>
                  </a:cubicBezTo>
                  <a:cubicBezTo>
                    <a:pt x="420" y="630"/>
                    <a:pt x="417" y="632"/>
                    <a:pt x="413" y="633"/>
                  </a:cubicBezTo>
                  <a:cubicBezTo>
                    <a:pt x="411" y="633"/>
                    <a:pt x="414" y="631"/>
                    <a:pt x="415" y="632"/>
                  </a:cubicBezTo>
                  <a:cubicBezTo>
                    <a:pt x="414" y="631"/>
                    <a:pt x="412" y="632"/>
                    <a:pt x="409" y="632"/>
                  </a:cubicBezTo>
                  <a:cubicBezTo>
                    <a:pt x="410" y="632"/>
                    <a:pt x="412" y="631"/>
                    <a:pt x="410" y="631"/>
                  </a:cubicBezTo>
                  <a:cubicBezTo>
                    <a:pt x="411" y="631"/>
                    <a:pt x="412" y="631"/>
                    <a:pt x="413" y="630"/>
                  </a:cubicBezTo>
                  <a:cubicBezTo>
                    <a:pt x="411" y="630"/>
                    <a:pt x="410" y="631"/>
                    <a:pt x="408" y="631"/>
                  </a:cubicBezTo>
                  <a:cubicBezTo>
                    <a:pt x="409" y="632"/>
                    <a:pt x="407" y="633"/>
                    <a:pt x="405" y="633"/>
                  </a:cubicBezTo>
                  <a:cubicBezTo>
                    <a:pt x="404" y="633"/>
                    <a:pt x="406" y="633"/>
                    <a:pt x="407" y="633"/>
                  </a:cubicBezTo>
                  <a:cubicBezTo>
                    <a:pt x="404" y="634"/>
                    <a:pt x="402" y="634"/>
                    <a:pt x="400" y="636"/>
                  </a:cubicBezTo>
                  <a:cubicBezTo>
                    <a:pt x="397" y="636"/>
                    <a:pt x="401" y="635"/>
                    <a:pt x="399" y="635"/>
                  </a:cubicBezTo>
                  <a:cubicBezTo>
                    <a:pt x="397" y="636"/>
                    <a:pt x="394" y="636"/>
                    <a:pt x="394" y="637"/>
                  </a:cubicBezTo>
                  <a:cubicBezTo>
                    <a:pt x="389" y="637"/>
                    <a:pt x="383" y="638"/>
                    <a:pt x="380" y="639"/>
                  </a:cubicBezTo>
                  <a:cubicBezTo>
                    <a:pt x="380" y="639"/>
                    <a:pt x="381" y="640"/>
                    <a:pt x="378" y="640"/>
                  </a:cubicBezTo>
                  <a:cubicBezTo>
                    <a:pt x="376" y="639"/>
                    <a:pt x="380" y="639"/>
                    <a:pt x="375" y="639"/>
                  </a:cubicBezTo>
                  <a:cubicBezTo>
                    <a:pt x="376" y="638"/>
                    <a:pt x="378" y="638"/>
                    <a:pt x="380" y="638"/>
                  </a:cubicBezTo>
                  <a:cubicBezTo>
                    <a:pt x="379" y="637"/>
                    <a:pt x="374" y="639"/>
                    <a:pt x="372" y="639"/>
                  </a:cubicBezTo>
                  <a:cubicBezTo>
                    <a:pt x="372" y="639"/>
                    <a:pt x="373" y="639"/>
                    <a:pt x="371" y="640"/>
                  </a:cubicBezTo>
                  <a:cubicBezTo>
                    <a:pt x="370" y="639"/>
                    <a:pt x="368" y="640"/>
                    <a:pt x="367" y="639"/>
                  </a:cubicBezTo>
                  <a:cubicBezTo>
                    <a:pt x="365" y="640"/>
                    <a:pt x="366" y="640"/>
                    <a:pt x="364" y="641"/>
                  </a:cubicBezTo>
                  <a:cubicBezTo>
                    <a:pt x="362" y="641"/>
                    <a:pt x="360" y="639"/>
                    <a:pt x="357" y="641"/>
                  </a:cubicBezTo>
                  <a:cubicBezTo>
                    <a:pt x="356" y="641"/>
                    <a:pt x="357" y="640"/>
                    <a:pt x="355" y="640"/>
                  </a:cubicBezTo>
                  <a:cubicBezTo>
                    <a:pt x="356" y="639"/>
                    <a:pt x="358" y="640"/>
                    <a:pt x="359" y="640"/>
                  </a:cubicBezTo>
                  <a:cubicBezTo>
                    <a:pt x="351" y="639"/>
                    <a:pt x="337" y="641"/>
                    <a:pt x="326" y="640"/>
                  </a:cubicBezTo>
                  <a:cubicBezTo>
                    <a:pt x="326" y="639"/>
                    <a:pt x="327" y="639"/>
                    <a:pt x="329" y="638"/>
                  </a:cubicBezTo>
                  <a:cubicBezTo>
                    <a:pt x="326" y="638"/>
                    <a:pt x="324" y="639"/>
                    <a:pt x="322" y="638"/>
                  </a:cubicBezTo>
                  <a:cubicBezTo>
                    <a:pt x="321" y="638"/>
                    <a:pt x="321" y="639"/>
                    <a:pt x="321" y="639"/>
                  </a:cubicBezTo>
                  <a:cubicBezTo>
                    <a:pt x="316" y="639"/>
                    <a:pt x="307" y="636"/>
                    <a:pt x="301" y="638"/>
                  </a:cubicBezTo>
                  <a:cubicBezTo>
                    <a:pt x="300" y="637"/>
                    <a:pt x="304" y="638"/>
                    <a:pt x="304" y="637"/>
                  </a:cubicBezTo>
                  <a:cubicBezTo>
                    <a:pt x="300" y="637"/>
                    <a:pt x="299" y="637"/>
                    <a:pt x="296" y="636"/>
                  </a:cubicBezTo>
                  <a:cubicBezTo>
                    <a:pt x="295" y="636"/>
                    <a:pt x="296" y="637"/>
                    <a:pt x="295" y="637"/>
                  </a:cubicBezTo>
                  <a:cubicBezTo>
                    <a:pt x="291" y="637"/>
                    <a:pt x="286" y="634"/>
                    <a:pt x="283" y="635"/>
                  </a:cubicBezTo>
                  <a:cubicBezTo>
                    <a:pt x="282" y="634"/>
                    <a:pt x="283" y="634"/>
                    <a:pt x="281" y="633"/>
                  </a:cubicBezTo>
                  <a:cubicBezTo>
                    <a:pt x="279" y="633"/>
                    <a:pt x="277" y="633"/>
                    <a:pt x="276" y="632"/>
                  </a:cubicBezTo>
                  <a:cubicBezTo>
                    <a:pt x="272" y="634"/>
                    <a:pt x="266" y="630"/>
                    <a:pt x="261" y="630"/>
                  </a:cubicBezTo>
                  <a:cubicBezTo>
                    <a:pt x="262" y="630"/>
                    <a:pt x="259" y="629"/>
                    <a:pt x="260" y="629"/>
                  </a:cubicBezTo>
                  <a:cubicBezTo>
                    <a:pt x="257" y="628"/>
                    <a:pt x="254" y="628"/>
                    <a:pt x="252" y="626"/>
                  </a:cubicBezTo>
                  <a:cubicBezTo>
                    <a:pt x="251" y="626"/>
                    <a:pt x="250" y="626"/>
                    <a:pt x="249" y="626"/>
                  </a:cubicBezTo>
                  <a:cubicBezTo>
                    <a:pt x="248" y="626"/>
                    <a:pt x="248" y="625"/>
                    <a:pt x="248" y="625"/>
                  </a:cubicBezTo>
                  <a:cubicBezTo>
                    <a:pt x="247" y="625"/>
                    <a:pt x="244" y="624"/>
                    <a:pt x="246" y="624"/>
                  </a:cubicBezTo>
                  <a:cubicBezTo>
                    <a:pt x="244" y="624"/>
                    <a:pt x="241" y="623"/>
                    <a:pt x="238" y="622"/>
                  </a:cubicBezTo>
                  <a:cubicBezTo>
                    <a:pt x="238" y="623"/>
                    <a:pt x="237" y="622"/>
                    <a:pt x="235" y="621"/>
                  </a:cubicBezTo>
                  <a:cubicBezTo>
                    <a:pt x="234" y="621"/>
                    <a:pt x="235" y="621"/>
                    <a:pt x="236" y="621"/>
                  </a:cubicBezTo>
                  <a:cubicBezTo>
                    <a:pt x="234" y="620"/>
                    <a:pt x="231" y="619"/>
                    <a:pt x="228" y="618"/>
                  </a:cubicBezTo>
                  <a:cubicBezTo>
                    <a:pt x="231" y="618"/>
                    <a:pt x="231" y="619"/>
                    <a:pt x="232" y="619"/>
                  </a:cubicBezTo>
                  <a:cubicBezTo>
                    <a:pt x="231" y="618"/>
                    <a:pt x="229" y="617"/>
                    <a:pt x="227" y="617"/>
                  </a:cubicBezTo>
                  <a:cubicBezTo>
                    <a:pt x="227" y="616"/>
                    <a:pt x="229" y="617"/>
                    <a:pt x="229" y="617"/>
                  </a:cubicBezTo>
                  <a:cubicBezTo>
                    <a:pt x="231" y="617"/>
                    <a:pt x="233" y="619"/>
                    <a:pt x="235" y="619"/>
                  </a:cubicBezTo>
                  <a:cubicBezTo>
                    <a:pt x="233" y="618"/>
                    <a:pt x="235" y="618"/>
                    <a:pt x="232" y="617"/>
                  </a:cubicBezTo>
                  <a:cubicBezTo>
                    <a:pt x="232" y="616"/>
                    <a:pt x="234" y="617"/>
                    <a:pt x="236" y="617"/>
                  </a:cubicBezTo>
                  <a:cubicBezTo>
                    <a:pt x="236" y="618"/>
                    <a:pt x="235" y="618"/>
                    <a:pt x="235" y="618"/>
                  </a:cubicBezTo>
                  <a:cubicBezTo>
                    <a:pt x="236" y="619"/>
                    <a:pt x="238" y="619"/>
                    <a:pt x="239" y="619"/>
                  </a:cubicBezTo>
                  <a:cubicBezTo>
                    <a:pt x="241" y="619"/>
                    <a:pt x="242" y="620"/>
                    <a:pt x="244" y="621"/>
                  </a:cubicBezTo>
                  <a:cubicBezTo>
                    <a:pt x="240" y="619"/>
                    <a:pt x="241" y="621"/>
                    <a:pt x="238" y="619"/>
                  </a:cubicBezTo>
                  <a:cubicBezTo>
                    <a:pt x="236" y="620"/>
                    <a:pt x="241" y="621"/>
                    <a:pt x="237" y="620"/>
                  </a:cubicBezTo>
                  <a:cubicBezTo>
                    <a:pt x="235" y="620"/>
                    <a:pt x="238" y="620"/>
                    <a:pt x="236" y="619"/>
                  </a:cubicBezTo>
                  <a:cubicBezTo>
                    <a:pt x="233" y="619"/>
                    <a:pt x="235" y="620"/>
                    <a:pt x="236" y="621"/>
                  </a:cubicBezTo>
                  <a:cubicBezTo>
                    <a:pt x="236" y="620"/>
                    <a:pt x="235" y="620"/>
                    <a:pt x="234" y="620"/>
                  </a:cubicBezTo>
                  <a:cubicBezTo>
                    <a:pt x="236" y="621"/>
                    <a:pt x="244" y="623"/>
                    <a:pt x="248" y="625"/>
                  </a:cubicBezTo>
                  <a:cubicBezTo>
                    <a:pt x="247" y="623"/>
                    <a:pt x="250" y="625"/>
                    <a:pt x="251" y="624"/>
                  </a:cubicBezTo>
                  <a:cubicBezTo>
                    <a:pt x="248" y="624"/>
                    <a:pt x="245" y="623"/>
                    <a:pt x="242" y="623"/>
                  </a:cubicBezTo>
                  <a:cubicBezTo>
                    <a:pt x="242" y="620"/>
                    <a:pt x="251" y="623"/>
                    <a:pt x="254" y="624"/>
                  </a:cubicBezTo>
                  <a:cubicBezTo>
                    <a:pt x="258" y="626"/>
                    <a:pt x="253" y="625"/>
                    <a:pt x="256" y="627"/>
                  </a:cubicBezTo>
                  <a:cubicBezTo>
                    <a:pt x="256" y="626"/>
                    <a:pt x="259" y="628"/>
                    <a:pt x="261" y="628"/>
                  </a:cubicBezTo>
                  <a:cubicBezTo>
                    <a:pt x="260" y="627"/>
                    <a:pt x="255" y="626"/>
                    <a:pt x="257" y="625"/>
                  </a:cubicBezTo>
                  <a:cubicBezTo>
                    <a:pt x="260" y="627"/>
                    <a:pt x="260" y="625"/>
                    <a:pt x="264" y="627"/>
                  </a:cubicBezTo>
                  <a:cubicBezTo>
                    <a:pt x="266" y="628"/>
                    <a:pt x="263" y="628"/>
                    <a:pt x="265" y="629"/>
                  </a:cubicBezTo>
                  <a:cubicBezTo>
                    <a:pt x="268" y="629"/>
                    <a:pt x="268" y="629"/>
                    <a:pt x="268" y="629"/>
                  </a:cubicBezTo>
                  <a:cubicBezTo>
                    <a:pt x="268" y="629"/>
                    <a:pt x="267" y="628"/>
                    <a:pt x="267" y="628"/>
                  </a:cubicBezTo>
                  <a:cubicBezTo>
                    <a:pt x="273" y="629"/>
                    <a:pt x="278" y="630"/>
                    <a:pt x="284" y="630"/>
                  </a:cubicBezTo>
                  <a:cubicBezTo>
                    <a:pt x="282" y="629"/>
                    <a:pt x="280" y="630"/>
                    <a:pt x="279" y="629"/>
                  </a:cubicBezTo>
                  <a:cubicBezTo>
                    <a:pt x="282" y="629"/>
                    <a:pt x="288" y="630"/>
                    <a:pt x="289" y="631"/>
                  </a:cubicBezTo>
                  <a:cubicBezTo>
                    <a:pt x="287" y="631"/>
                    <a:pt x="286" y="631"/>
                    <a:pt x="284" y="631"/>
                  </a:cubicBezTo>
                  <a:cubicBezTo>
                    <a:pt x="283" y="631"/>
                    <a:pt x="287" y="632"/>
                    <a:pt x="285" y="632"/>
                  </a:cubicBezTo>
                  <a:cubicBezTo>
                    <a:pt x="289" y="633"/>
                    <a:pt x="292" y="632"/>
                    <a:pt x="294" y="633"/>
                  </a:cubicBezTo>
                  <a:cubicBezTo>
                    <a:pt x="296" y="633"/>
                    <a:pt x="297" y="634"/>
                    <a:pt x="299" y="634"/>
                  </a:cubicBezTo>
                  <a:cubicBezTo>
                    <a:pt x="299" y="634"/>
                    <a:pt x="300" y="633"/>
                    <a:pt x="299" y="633"/>
                  </a:cubicBezTo>
                  <a:cubicBezTo>
                    <a:pt x="303" y="634"/>
                    <a:pt x="311" y="634"/>
                    <a:pt x="313" y="635"/>
                  </a:cubicBezTo>
                  <a:cubicBezTo>
                    <a:pt x="315" y="635"/>
                    <a:pt x="318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ubicBezTo>
                    <a:pt x="322" y="636"/>
                    <a:pt x="321" y="635"/>
                    <a:pt x="323" y="635"/>
                  </a:cubicBezTo>
                  <a:cubicBezTo>
                    <a:pt x="325" y="636"/>
                    <a:pt x="324" y="636"/>
                    <a:pt x="322" y="637"/>
                  </a:cubicBezTo>
                  <a:cubicBezTo>
                    <a:pt x="325" y="637"/>
                    <a:pt x="328" y="637"/>
                    <a:pt x="329" y="638"/>
                  </a:cubicBezTo>
                  <a:cubicBezTo>
                    <a:pt x="330" y="638"/>
                    <a:pt x="328" y="637"/>
                    <a:pt x="331" y="636"/>
                  </a:cubicBezTo>
                  <a:cubicBezTo>
                    <a:pt x="327" y="636"/>
                    <a:pt x="329" y="638"/>
                    <a:pt x="325" y="637"/>
                  </a:cubicBezTo>
                  <a:cubicBezTo>
                    <a:pt x="324" y="636"/>
                    <a:pt x="325" y="636"/>
                    <a:pt x="327" y="635"/>
                  </a:cubicBezTo>
                  <a:cubicBezTo>
                    <a:pt x="332" y="635"/>
                    <a:pt x="336" y="637"/>
                    <a:pt x="340" y="636"/>
                  </a:cubicBezTo>
                  <a:cubicBezTo>
                    <a:pt x="342" y="637"/>
                    <a:pt x="338" y="637"/>
                    <a:pt x="337" y="637"/>
                  </a:cubicBezTo>
                  <a:cubicBezTo>
                    <a:pt x="339" y="638"/>
                    <a:pt x="341" y="637"/>
                    <a:pt x="343" y="637"/>
                  </a:cubicBezTo>
                  <a:cubicBezTo>
                    <a:pt x="343" y="637"/>
                    <a:pt x="342" y="637"/>
                    <a:pt x="342" y="636"/>
                  </a:cubicBezTo>
                  <a:cubicBezTo>
                    <a:pt x="343" y="636"/>
                    <a:pt x="344" y="637"/>
                    <a:pt x="344" y="636"/>
                  </a:cubicBezTo>
                  <a:cubicBezTo>
                    <a:pt x="347" y="637"/>
                    <a:pt x="351" y="635"/>
                    <a:pt x="354" y="636"/>
                  </a:cubicBezTo>
                  <a:cubicBezTo>
                    <a:pt x="354" y="635"/>
                    <a:pt x="359" y="635"/>
                    <a:pt x="359" y="636"/>
                  </a:cubicBezTo>
                  <a:cubicBezTo>
                    <a:pt x="361" y="634"/>
                    <a:pt x="367" y="634"/>
                    <a:pt x="370" y="634"/>
                  </a:cubicBezTo>
                  <a:cubicBezTo>
                    <a:pt x="372" y="634"/>
                    <a:pt x="371" y="633"/>
                    <a:pt x="372" y="633"/>
                  </a:cubicBezTo>
                  <a:cubicBezTo>
                    <a:pt x="375" y="633"/>
                    <a:pt x="378" y="632"/>
                    <a:pt x="378" y="634"/>
                  </a:cubicBezTo>
                  <a:cubicBezTo>
                    <a:pt x="379" y="633"/>
                    <a:pt x="381" y="632"/>
                    <a:pt x="382" y="632"/>
                  </a:cubicBezTo>
                  <a:cubicBezTo>
                    <a:pt x="386" y="632"/>
                    <a:pt x="381" y="633"/>
                    <a:pt x="383" y="633"/>
                  </a:cubicBezTo>
                  <a:cubicBezTo>
                    <a:pt x="386" y="632"/>
                    <a:pt x="388" y="632"/>
                    <a:pt x="390" y="632"/>
                  </a:cubicBezTo>
                  <a:cubicBezTo>
                    <a:pt x="391" y="631"/>
                    <a:pt x="393" y="630"/>
                    <a:pt x="394" y="630"/>
                  </a:cubicBezTo>
                  <a:cubicBezTo>
                    <a:pt x="395" y="630"/>
                    <a:pt x="391" y="632"/>
                    <a:pt x="394" y="632"/>
                  </a:cubicBezTo>
                  <a:cubicBezTo>
                    <a:pt x="394" y="630"/>
                    <a:pt x="401" y="629"/>
                    <a:pt x="405" y="629"/>
                  </a:cubicBezTo>
                  <a:cubicBezTo>
                    <a:pt x="407" y="628"/>
                    <a:pt x="407" y="627"/>
                    <a:pt x="410" y="626"/>
                  </a:cubicBezTo>
                  <a:cubicBezTo>
                    <a:pt x="410" y="627"/>
                    <a:pt x="408" y="628"/>
                    <a:pt x="411" y="627"/>
                  </a:cubicBezTo>
                  <a:cubicBezTo>
                    <a:pt x="412" y="627"/>
                    <a:pt x="411" y="628"/>
                    <a:pt x="409" y="629"/>
                  </a:cubicBezTo>
                  <a:cubicBezTo>
                    <a:pt x="409" y="629"/>
                    <a:pt x="409" y="629"/>
                    <a:pt x="410" y="629"/>
                  </a:cubicBezTo>
                  <a:cubicBezTo>
                    <a:pt x="411" y="629"/>
                    <a:pt x="411" y="629"/>
                    <a:pt x="411" y="629"/>
                  </a:cubicBezTo>
                  <a:cubicBezTo>
                    <a:pt x="413" y="628"/>
                    <a:pt x="411" y="628"/>
                    <a:pt x="413" y="627"/>
                  </a:cubicBezTo>
                  <a:cubicBezTo>
                    <a:pt x="416" y="626"/>
                    <a:pt x="416" y="627"/>
                    <a:pt x="419" y="627"/>
                  </a:cubicBezTo>
                  <a:cubicBezTo>
                    <a:pt x="421" y="626"/>
                    <a:pt x="423" y="626"/>
                    <a:pt x="425" y="625"/>
                  </a:cubicBezTo>
                  <a:cubicBezTo>
                    <a:pt x="423" y="625"/>
                    <a:pt x="420" y="626"/>
                    <a:pt x="418" y="627"/>
                  </a:cubicBezTo>
                  <a:cubicBezTo>
                    <a:pt x="418" y="626"/>
                    <a:pt x="417" y="626"/>
                    <a:pt x="415" y="626"/>
                  </a:cubicBezTo>
                  <a:cubicBezTo>
                    <a:pt x="418" y="626"/>
                    <a:pt x="417" y="625"/>
                    <a:pt x="420" y="625"/>
                  </a:cubicBezTo>
                  <a:cubicBezTo>
                    <a:pt x="423" y="624"/>
                    <a:pt x="419" y="625"/>
                    <a:pt x="421" y="624"/>
                  </a:cubicBezTo>
                  <a:cubicBezTo>
                    <a:pt x="424" y="624"/>
                    <a:pt x="429" y="622"/>
                    <a:pt x="433" y="621"/>
                  </a:cubicBezTo>
                  <a:cubicBezTo>
                    <a:pt x="434" y="620"/>
                    <a:pt x="430" y="621"/>
                    <a:pt x="429" y="622"/>
                  </a:cubicBezTo>
                  <a:cubicBezTo>
                    <a:pt x="428" y="621"/>
                    <a:pt x="433" y="619"/>
                    <a:pt x="436" y="619"/>
                  </a:cubicBezTo>
                  <a:cubicBezTo>
                    <a:pt x="437" y="619"/>
                    <a:pt x="432" y="620"/>
                    <a:pt x="434" y="620"/>
                  </a:cubicBezTo>
                  <a:cubicBezTo>
                    <a:pt x="436" y="620"/>
                    <a:pt x="436" y="619"/>
                    <a:pt x="438" y="618"/>
                  </a:cubicBezTo>
                  <a:cubicBezTo>
                    <a:pt x="436" y="621"/>
                    <a:pt x="447" y="615"/>
                    <a:pt x="451" y="615"/>
                  </a:cubicBezTo>
                  <a:cubicBezTo>
                    <a:pt x="452" y="614"/>
                    <a:pt x="456" y="612"/>
                    <a:pt x="458" y="610"/>
                  </a:cubicBezTo>
                  <a:cubicBezTo>
                    <a:pt x="458" y="612"/>
                    <a:pt x="467" y="607"/>
                    <a:pt x="468" y="605"/>
                  </a:cubicBezTo>
                  <a:cubicBezTo>
                    <a:pt x="468" y="605"/>
                    <a:pt x="469" y="605"/>
                    <a:pt x="469" y="606"/>
                  </a:cubicBezTo>
                  <a:cubicBezTo>
                    <a:pt x="470" y="605"/>
                    <a:pt x="472" y="604"/>
                    <a:pt x="474" y="602"/>
                  </a:cubicBezTo>
                  <a:cubicBezTo>
                    <a:pt x="476" y="603"/>
                    <a:pt x="477" y="601"/>
                    <a:pt x="481" y="598"/>
                  </a:cubicBezTo>
                  <a:cubicBezTo>
                    <a:pt x="482" y="598"/>
                    <a:pt x="481" y="599"/>
                    <a:pt x="483" y="599"/>
                  </a:cubicBezTo>
                  <a:cubicBezTo>
                    <a:pt x="486" y="596"/>
                    <a:pt x="488" y="595"/>
                    <a:pt x="491" y="594"/>
                  </a:cubicBezTo>
                  <a:cubicBezTo>
                    <a:pt x="493" y="592"/>
                    <a:pt x="495" y="591"/>
                    <a:pt x="499" y="589"/>
                  </a:cubicBezTo>
                  <a:cubicBezTo>
                    <a:pt x="499" y="588"/>
                    <a:pt x="498" y="590"/>
                    <a:pt x="500" y="588"/>
                  </a:cubicBezTo>
                  <a:cubicBezTo>
                    <a:pt x="500" y="587"/>
                    <a:pt x="504" y="586"/>
                    <a:pt x="505" y="586"/>
                  </a:cubicBezTo>
                  <a:cubicBezTo>
                    <a:pt x="504" y="585"/>
                    <a:pt x="507" y="583"/>
                    <a:pt x="510" y="581"/>
                  </a:cubicBezTo>
                  <a:cubicBezTo>
                    <a:pt x="511" y="581"/>
                    <a:pt x="507" y="583"/>
                    <a:pt x="508" y="583"/>
                  </a:cubicBezTo>
                  <a:cubicBezTo>
                    <a:pt x="509" y="583"/>
                    <a:pt x="509" y="583"/>
                    <a:pt x="510" y="582"/>
                  </a:cubicBezTo>
                  <a:cubicBezTo>
                    <a:pt x="511" y="581"/>
                    <a:pt x="509" y="582"/>
                    <a:pt x="511" y="581"/>
                  </a:cubicBezTo>
                  <a:cubicBezTo>
                    <a:pt x="512" y="580"/>
                    <a:pt x="510" y="582"/>
                    <a:pt x="511" y="582"/>
                  </a:cubicBezTo>
                  <a:cubicBezTo>
                    <a:pt x="514" y="580"/>
                    <a:pt x="515" y="579"/>
                    <a:pt x="515" y="578"/>
                  </a:cubicBezTo>
                  <a:cubicBezTo>
                    <a:pt x="517" y="576"/>
                    <a:pt x="515" y="579"/>
                    <a:pt x="517" y="577"/>
                  </a:cubicBezTo>
                  <a:cubicBezTo>
                    <a:pt x="517" y="577"/>
                    <a:pt x="519" y="575"/>
                    <a:pt x="520" y="573"/>
                  </a:cubicBezTo>
                  <a:cubicBezTo>
                    <a:pt x="522" y="574"/>
                    <a:pt x="522" y="572"/>
                    <a:pt x="524" y="572"/>
                  </a:cubicBezTo>
                  <a:cubicBezTo>
                    <a:pt x="524" y="571"/>
                    <a:pt x="526" y="569"/>
                    <a:pt x="528" y="569"/>
                  </a:cubicBezTo>
                  <a:cubicBezTo>
                    <a:pt x="528" y="569"/>
                    <a:pt x="527" y="569"/>
                    <a:pt x="528" y="570"/>
                  </a:cubicBezTo>
                  <a:cubicBezTo>
                    <a:pt x="528" y="568"/>
                    <a:pt x="535" y="563"/>
                    <a:pt x="534" y="563"/>
                  </a:cubicBezTo>
                  <a:cubicBezTo>
                    <a:pt x="535" y="562"/>
                    <a:pt x="536" y="559"/>
                    <a:pt x="538" y="558"/>
                  </a:cubicBezTo>
                  <a:cubicBezTo>
                    <a:pt x="540" y="558"/>
                    <a:pt x="537" y="560"/>
                    <a:pt x="536" y="562"/>
                  </a:cubicBezTo>
                  <a:cubicBezTo>
                    <a:pt x="538" y="560"/>
                    <a:pt x="539" y="559"/>
                    <a:pt x="541" y="558"/>
                  </a:cubicBezTo>
                  <a:cubicBezTo>
                    <a:pt x="541" y="555"/>
                    <a:pt x="547" y="551"/>
                    <a:pt x="548" y="549"/>
                  </a:cubicBezTo>
                  <a:cubicBezTo>
                    <a:pt x="549" y="549"/>
                    <a:pt x="547" y="552"/>
                    <a:pt x="546" y="553"/>
                  </a:cubicBezTo>
                  <a:cubicBezTo>
                    <a:pt x="545" y="553"/>
                    <a:pt x="545" y="553"/>
                    <a:pt x="546" y="552"/>
                  </a:cubicBezTo>
                  <a:cubicBezTo>
                    <a:pt x="544" y="553"/>
                    <a:pt x="545" y="554"/>
                    <a:pt x="543" y="556"/>
                  </a:cubicBezTo>
                  <a:cubicBezTo>
                    <a:pt x="546" y="553"/>
                    <a:pt x="546" y="552"/>
                    <a:pt x="549" y="551"/>
                  </a:cubicBezTo>
                  <a:cubicBezTo>
                    <a:pt x="551" y="549"/>
                    <a:pt x="549" y="551"/>
                    <a:pt x="549" y="550"/>
                  </a:cubicBezTo>
                  <a:cubicBezTo>
                    <a:pt x="552" y="548"/>
                    <a:pt x="561" y="538"/>
                    <a:pt x="565" y="534"/>
                  </a:cubicBezTo>
                  <a:cubicBezTo>
                    <a:pt x="565" y="534"/>
                    <a:pt x="567" y="530"/>
                    <a:pt x="566" y="531"/>
                  </a:cubicBezTo>
                  <a:cubicBezTo>
                    <a:pt x="567" y="528"/>
                    <a:pt x="570" y="527"/>
                    <a:pt x="569" y="526"/>
                  </a:cubicBezTo>
                  <a:cubicBezTo>
                    <a:pt x="571" y="525"/>
                    <a:pt x="570" y="527"/>
                    <a:pt x="570" y="527"/>
                  </a:cubicBezTo>
                  <a:cubicBezTo>
                    <a:pt x="570" y="528"/>
                    <a:pt x="569" y="529"/>
                    <a:pt x="568" y="529"/>
                  </a:cubicBezTo>
                  <a:cubicBezTo>
                    <a:pt x="567" y="531"/>
                    <a:pt x="570" y="529"/>
                    <a:pt x="567" y="532"/>
                  </a:cubicBezTo>
                  <a:cubicBezTo>
                    <a:pt x="569" y="530"/>
                    <a:pt x="569" y="529"/>
                    <a:pt x="571" y="526"/>
                  </a:cubicBezTo>
                  <a:cubicBezTo>
                    <a:pt x="571" y="526"/>
                    <a:pt x="572" y="526"/>
                    <a:pt x="572" y="525"/>
                  </a:cubicBezTo>
                  <a:cubicBezTo>
                    <a:pt x="573" y="524"/>
                    <a:pt x="571" y="526"/>
                    <a:pt x="571" y="525"/>
                  </a:cubicBezTo>
                  <a:cubicBezTo>
                    <a:pt x="572" y="523"/>
                    <a:pt x="574" y="523"/>
                    <a:pt x="574" y="521"/>
                  </a:cubicBezTo>
                  <a:cubicBezTo>
                    <a:pt x="571" y="524"/>
                    <a:pt x="568" y="527"/>
                    <a:pt x="565" y="530"/>
                  </a:cubicBezTo>
                  <a:cubicBezTo>
                    <a:pt x="562" y="533"/>
                    <a:pt x="559" y="537"/>
                    <a:pt x="556" y="540"/>
                  </a:cubicBezTo>
                  <a:cubicBezTo>
                    <a:pt x="554" y="541"/>
                    <a:pt x="556" y="538"/>
                    <a:pt x="554" y="540"/>
                  </a:cubicBezTo>
                  <a:cubicBezTo>
                    <a:pt x="553" y="541"/>
                    <a:pt x="554" y="541"/>
                    <a:pt x="553" y="542"/>
                  </a:cubicBezTo>
                  <a:cubicBezTo>
                    <a:pt x="551" y="544"/>
                    <a:pt x="553" y="540"/>
                    <a:pt x="554" y="538"/>
                  </a:cubicBezTo>
                  <a:cubicBezTo>
                    <a:pt x="558" y="535"/>
                    <a:pt x="562" y="532"/>
                    <a:pt x="566" y="527"/>
                  </a:cubicBezTo>
                  <a:cubicBezTo>
                    <a:pt x="567" y="525"/>
                    <a:pt x="568" y="524"/>
                    <a:pt x="569" y="523"/>
                  </a:cubicBezTo>
                  <a:cubicBezTo>
                    <a:pt x="568" y="524"/>
                    <a:pt x="568" y="523"/>
                    <a:pt x="571" y="521"/>
                  </a:cubicBezTo>
                  <a:cubicBezTo>
                    <a:pt x="572" y="519"/>
                    <a:pt x="570" y="520"/>
                    <a:pt x="571" y="519"/>
                  </a:cubicBezTo>
                  <a:cubicBezTo>
                    <a:pt x="574" y="517"/>
                    <a:pt x="574" y="515"/>
                    <a:pt x="577" y="512"/>
                  </a:cubicBezTo>
                  <a:cubicBezTo>
                    <a:pt x="578" y="511"/>
                    <a:pt x="577" y="513"/>
                    <a:pt x="579" y="511"/>
                  </a:cubicBezTo>
                  <a:cubicBezTo>
                    <a:pt x="578" y="511"/>
                    <a:pt x="579" y="509"/>
                    <a:pt x="580" y="507"/>
                  </a:cubicBezTo>
                  <a:cubicBezTo>
                    <a:pt x="582" y="506"/>
                    <a:pt x="579" y="510"/>
                    <a:pt x="581" y="508"/>
                  </a:cubicBezTo>
                  <a:cubicBezTo>
                    <a:pt x="581" y="507"/>
                    <a:pt x="582" y="507"/>
                    <a:pt x="582" y="506"/>
                  </a:cubicBezTo>
                  <a:cubicBezTo>
                    <a:pt x="582" y="506"/>
                    <a:pt x="582" y="505"/>
                    <a:pt x="583" y="504"/>
                  </a:cubicBezTo>
                  <a:cubicBezTo>
                    <a:pt x="586" y="501"/>
                    <a:pt x="587" y="498"/>
                    <a:pt x="590" y="496"/>
                  </a:cubicBezTo>
                  <a:cubicBezTo>
                    <a:pt x="590" y="494"/>
                    <a:pt x="593" y="493"/>
                    <a:pt x="594" y="490"/>
                  </a:cubicBezTo>
                  <a:cubicBezTo>
                    <a:pt x="595" y="489"/>
                    <a:pt x="592" y="492"/>
                    <a:pt x="593" y="493"/>
                  </a:cubicBezTo>
                  <a:cubicBezTo>
                    <a:pt x="594" y="491"/>
                    <a:pt x="595" y="489"/>
                    <a:pt x="596" y="488"/>
                  </a:cubicBezTo>
                  <a:cubicBezTo>
                    <a:pt x="597" y="487"/>
                    <a:pt x="596" y="485"/>
                    <a:pt x="597" y="484"/>
                  </a:cubicBezTo>
                  <a:cubicBezTo>
                    <a:pt x="596" y="484"/>
                    <a:pt x="597" y="484"/>
                    <a:pt x="598" y="481"/>
                  </a:cubicBezTo>
                  <a:cubicBezTo>
                    <a:pt x="596" y="485"/>
                    <a:pt x="594" y="486"/>
                    <a:pt x="592" y="489"/>
                  </a:cubicBezTo>
                  <a:cubicBezTo>
                    <a:pt x="591" y="490"/>
                    <a:pt x="593" y="488"/>
                    <a:pt x="591" y="489"/>
                  </a:cubicBezTo>
                  <a:cubicBezTo>
                    <a:pt x="590" y="491"/>
                    <a:pt x="591" y="492"/>
                    <a:pt x="591" y="491"/>
                  </a:cubicBezTo>
                  <a:cubicBezTo>
                    <a:pt x="591" y="493"/>
                    <a:pt x="590" y="494"/>
                    <a:pt x="590" y="495"/>
                  </a:cubicBezTo>
                  <a:cubicBezTo>
                    <a:pt x="589" y="494"/>
                    <a:pt x="587" y="498"/>
                    <a:pt x="586" y="499"/>
                  </a:cubicBezTo>
                  <a:cubicBezTo>
                    <a:pt x="585" y="500"/>
                    <a:pt x="587" y="497"/>
                    <a:pt x="587" y="496"/>
                  </a:cubicBezTo>
                  <a:cubicBezTo>
                    <a:pt x="585" y="498"/>
                    <a:pt x="586" y="498"/>
                    <a:pt x="585" y="499"/>
                  </a:cubicBezTo>
                  <a:cubicBezTo>
                    <a:pt x="585" y="500"/>
                    <a:pt x="583" y="501"/>
                    <a:pt x="581" y="503"/>
                  </a:cubicBezTo>
                  <a:cubicBezTo>
                    <a:pt x="582" y="504"/>
                    <a:pt x="581" y="506"/>
                    <a:pt x="580" y="507"/>
                  </a:cubicBezTo>
                  <a:cubicBezTo>
                    <a:pt x="579" y="507"/>
                    <a:pt x="579" y="506"/>
                    <a:pt x="578" y="508"/>
                  </a:cubicBezTo>
                  <a:cubicBezTo>
                    <a:pt x="577" y="509"/>
                    <a:pt x="576" y="510"/>
                    <a:pt x="575" y="511"/>
                  </a:cubicBezTo>
                  <a:cubicBezTo>
                    <a:pt x="575" y="511"/>
                    <a:pt x="574" y="511"/>
                    <a:pt x="574" y="511"/>
                  </a:cubicBezTo>
                  <a:cubicBezTo>
                    <a:pt x="570" y="516"/>
                    <a:pt x="566" y="521"/>
                    <a:pt x="562" y="525"/>
                  </a:cubicBezTo>
                  <a:cubicBezTo>
                    <a:pt x="560" y="528"/>
                    <a:pt x="557" y="530"/>
                    <a:pt x="555" y="533"/>
                  </a:cubicBezTo>
                  <a:cubicBezTo>
                    <a:pt x="550" y="536"/>
                    <a:pt x="546" y="544"/>
                    <a:pt x="541" y="545"/>
                  </a:cubicBezTo>
                  <a:cubicBezTo>
                    <a:pt x="541" y="546"/>
                    <a:pt x="540" y="547"/>
                    <a:pt x="539" y="548"/>
                  </a:cubicBezTo>
                  <a:cubicBezTo>
                    <a:pt x="538" y="548"/>
                    <a:pt x="537" y="549"/>
                    <a:pt x="535" y="550"/>
                  </a:cubicBezTo>
                  <a:cubicBezTo>
                    <a:pt x="537" y="548"/>
                    <a:pt x="539" y="547"/>
                    <a:pt x="539" y="546"/>
                  </a:cubicBezTo>
                  <a:cubicBezTo>
                    <a:pt x="539" y="547"/>
                    <a:pt x="540" y="545"/>
                    <a:pt x="542" y="544"/>
                  </a:cubicBezTo>
                  <a:cubicBezTo>
                    <a:pt x="542" y="543"/>
                    <a:pt x="541" y="544"/>
                    <a:pt x="540" y="545"/>
                  </a:cubicBezTo>
                  <a:cubicBezTo>
                    <a:pt x="541" y="543"/>
                    <a:pt x="543" y="541"/>
                    <a:pt x="545" y="539"/>
                  </a:cubicBezTo>
                  <a:cubicBezTo>
                    <a:pt x="546" y="539"/>
                    <a:pt x="544" y="542"/>
                    <a:pt x="543" y="542"/>
                  </a:cubicBezTo>
                  <a:cubicBezTo>
                    <a:pt x="544" y="542"/>
                    <a:pt x="548" y="537"/>
                    <a:pt x="550" y="535"/>
                  </a:cubicBezTo>
                  <a:cubicBezTo>
                    <a:pt x="548" y="536"/>
                    <a:pt x="548" y="537"/>
                    <a:pt x="547" y="538"/>
                  </a:cubicBezTo>
                  <a:cubicBezTo>
                    <a:pt x="550" y="534"/>
                    <a:pt x="551" y="532"/>
                    <a:pt x="554" y="529"/>
                  </a:cubicBezTo>
                  <a:cubicBezTo>
                    <a:pt x="556" y="528"/>
                    <a:pt x="552" y="532"/>
                    <a:pt x="555" y="530"/>
                  </a:cubicBezTo>
                  <a:cubicBezTo>
                    <a:pt x="556" y="528"/>
                    <a:pt x="556" y="528"/>
                    <a:pt x="556" y="528"/>
                  </a:cubicBezTo>
                  <a:cubicBezTo>
                    <a:pt x="559" y="525"/>
                    <a:pt x="563" y="520"/>
                    <a:pt x="565" y="517"/>
                  </a:cubicBezTo>
                  <a:cubicBezTo>
                    <a:pt x="563" y="520"/>
                    <a:pt x="566" y="516"/>
                    <a:pt x="568" y="513"/>
                  </a:cubicBezTo>
                  <a:cubicBezTo>
                    <a:pt x="568" y="513"/>
                    <a:pt x="569" y="511"/>
                    <a:pt x="567" y="513"/>
                  </a:cubicBezTo>
                  <a:cubicBezTo>
                    <a:pt x="569" y="509"/>
                    <a:pt x="571" y="510"/>
                    <a:pt x="572" y="507"/>
                  </a:cubicBezTo>
                  <a:cubicBezTo>
                    <a:pt x="573" y="506"/>
                    <a:pt x="573" y="507"/>
                    <a:pt x="573" y="507"/>
                  </a:cubicBezTo>
                  <a:cubicBezTo>
                    <a:pt x="574" y="506"/>
                    <a:pt x="575" y="504"/>
                    <a:pt x="575" y="503"/>
                  </a:cubicBezTo>
                  <a:cubicBezTo>
                    <a:pt x="576" y="501"/>
                    <a:pt x="580" y="499"/>
                    <a:pt x="579" y="497"/>
                  </a:cubicBezTo>
                  <a:cubicBezTo>
                    <a:pt x="580" y="497"/>
                    <a:pt x="582" y="494"/>
                    <a:pt x="582" y="495"/>
                  </a:cubicBezTo>
                  <a:cubicBezTo>
                    <a:pt x="582" y="492"/>
                    <a:pt x="586" y="487"/>
                    <a:pt x="589" y="483"/>
                  </a:cubicBezTo>
                  <a:cubicBezTo>
                    <a:pt x="588" y="486"/>
                    <a:pt x="588" y="486"/>
                    <a:pt x="587" y="488"/>
                  </a:cubicBezTo>
                  <a:cubicBezTo>
                    <a:pt x="589" y="487"/>
                    <a:pt x="590" y="485"/>
                    <a:pt x="591" y="484"/>
                  </a:cubicBezTo>
                  <a:cubicBezTo>
                    <a:pt x="592" y="483"/>
                    <a:pt x="589" y="485"/>
                    <a:pt x="591" y="483"/>
                  </a:cubicBezTo>
                  <a:cubicBezTo>
                    <a:pt x="590" y="482"/>
                    <a:pt x="589" y="485"/>
                    <a:pt x="589" y="486"/>
                  </a:cubicBezTo>
                  <a:cubicBezTo>
                    <a:pt x="588" y="486"/>
                    <a:pt x="590" y="480"/>
                    <a:pt x="593" y="478"/>
                  </a:cubicBezTo>
                  <a:cubicBezTo>
                    <a:pt x="595" y="475"/>
                    <a:pt x="595" y="470"/>
                    <a:pt x="598" y="467"/>
                  </a:cubicBezTo>
                  <a:cubicBezTo>
                    <a:pt x="598" y="465"/>
                    <a:pt x="598" y="465"/>
                    <a:pt x="598" y="465"/>
                  </a:cubicBezTo>
                  <a:cubicBezTo>
                    <a:pt x="599" y="463"/>
                    <a:pt x="599" y="465"/>
                    <a:pt x="599" y="465"/>
                  </a:cubicBezTo>
                  <a:cubicBezTo>
                    <a:pt x="600" y="464"/>
                    <a:pt x="600" y="461"/>
                    <a:pt x="602" y="459"/>
                  </a:cubicBezTo>
                  <a:cubicBezTo>
                    <a:pt x="603" y="459"/>
                    <a:pt x="601" y="461"/>
                    <a:pt x="601" y="462"/>
                  </a:cubicBezTo>
                  <a:cubicBezTo>
                    <a:pt x="604" y="456"/>
                    <a:pt x="605" y="451"/>
                    <a:pt x="608" y="448"/>
                  </a:cubicBezTo>
                  <a:cubicBezTo>
                    <a:pt x="609" y="446"/>
                    <a:pt x="610" y="444"/>
                    <a:pt x="610" y="442"/>
                  </a:cubicBezTo>
                  <a:cubicBezTo>
                    <a:pt x="609" y="443"/>
                    <a:pt x="609" y="443"/>
                    <a:pt x="609" y="442"/>
                  </a:cubicBezTo>
                  <a:cubicBezTo>
                    <a:pt x="610" y="440"/>
                    <a:pt x="612" y="434"/>
                    <a:pt x="614" y="431"/>
                  </a:cubicBezTo>
                  <a:cubicBezTo>
                    <a:pt x="614" y="432"/>
                    <a:pt x="614" y="434"/>
                    <a:pt x="613" y="435"/>
                  </a:cubicBezTo>
                  <a:cubicBezTo>
                    <a:pt x="614" y="434"/>
                    <a:pt x="616" y="428"/>
                    <a:pt x="617" y="426"/>
                  </a:cubicBezTo>
                  <a:cubicBezTo>
                    <a:pt x="617" y="423"/>
                    <a:pt x="617" y="427"/>
                    <a:pt x="616" y="428"/>
                  </a:cubicBezTo>
                  <a:cubicBezTo>
                    <a:pt x="616" y="426"/>
                    <a:pt x="617" y="424"/>
                    <a:pt x="617" y="422"/>
                  </a:cubicBezTo>
                  <a:cubicBezTo>
                    <a:pt x="616" y="422"/>
                    <a:pt x="616" y="422"/>
                    <a:pt x="616" y="421"/>
                  </a:cubicBezTo>
                  <a:cubicBezTo>
                    <a:pt x="615" y="422"/>
                    <a:pt x="615" y="423"/>
                    <a:pt x="615" y="423"/>
                  </a:cubicBezTo>
                  <a:cubicBezTo>
                    <a:pt x="615" y="422"/>
                    <a:pt x="615" y="422"/>
                    <a:pt x="615" y="421"/>
                  </a:cubicBezTo>
                  <a:cubicBezTo>
                    <a:pt x="617" y="419"/>
                    <a:pt x="617" y="418"/>
                    <a:pt x="619" y="415"/>
                  </a:cubicBezTo>
                  <a:cubicBezTo>
                    <a:pt x="619" y="417"/>
                    <a:pt x="617" y="418"/>
                    <a:pt x="618" y="420"/>
                  </a:cubicBezTo>
                  <a:cubicBezTo>
                    <a:pt x="619" y="419"/>
                    <a:pt x="618" y="418"/>
                    <a:pt x="619" y="417"/>
                  </a:cubicBezTo>
                  <a:cubicBezTo>
                    <a:pt x="618" y="417"/>
                    <a:pt x="619" y="412"/>
                    <a:pt x="620" y="410"/>
                  </a:cubicBezTo>
                  <a:cubicBezTo>
                    <a:pt x="621" y="410"/>
                    <a:pt x="620" y="411"/>
                    <a:pt x="620" y="412"/>
                  </a:cubicBezTo>
                  <a:cubicBezTo>
                    <a:pt x="622" y="410"/>
                    <a:pt x="621" y="409"/>
                    <a:pt x="622" y="407"/>
                  </a:cubicBezTo>
                  <a:cubicBezTo>
                    <a:pt x="622" y="406"/>
                    <a:pt x="621" y="409"/>
                    <a:pt x="621" y="408"/>
                  </a:cubicBezTo>
                  <a:cubicBezTo>
                    <a:pt x="622" y="404"/>
                    <a:pt x="623" y="401"/>
                    <a:pt x="624" y="397"/>
                  </a:cubicBezTo>
                  <a:cubicBezTo>
                    <a:pt x="623" y="396"/>
                    <a:pt x="623" y="399"/>
                    <a:pt x="622" y="401"/>
                  </a:cubicBezTo>
                  <a:cubicBezTo>
                    <a:pt x="622" y="401"/>
                    <a:pt x="622" y="401"/>
                    <a:pt x="622" y="401"/>
                  </a:cubicBezTo>
                  <a:cubicBezTo>
                    <a:pt x="623" y="399"/>
                    <a:pt x="622" y="398"/>
                    <a:pt x="623" y="394"/>
                  </a:cubicBezTo>
                  <a:cubicBezTo>
                    <a:pt x="622" y="394"/>
                    <a:pt x="622" y="397"/>
                    <a:pt x="622" y="398"/>
                  </a:cubicBezTo>
                  <a:cubicBezTo>
                    <a:pt x="621" y="401"/>
                    <a:pt x="622" y="395"/>
                    <a:pt x="621" y="399"/>
                  </a:cubicBezTo>
                  <a:cubicBezTo>
                    <a:pt x="621" y="397"/>
                    <a:pt x="622" y="393"/>
                    <a:pt x="620" y="396"/>
                  </a:cubicBezTo>
                  <a:close/>
                  <a:moveTo>
                    <a:pt x="501" y="559"/>
                  </a:moveTo>
                  <a:cubicBezTo>
                    <a:pt x="499" y="561"/>
                    <a:pt x="497" y="562"/>
                    <a:pt x="496" y="563"/>
                  </a:cubicBezTo>
                  <a:cubicBezTo>
                    <a:pt x="497" y="561"/>
                    <a:pt x="499" y="560"/>
                    <a:pt x="501" y="559"/>
                  </a:cubicBezTo>
                  <a:close/>
                  <a:moveTo>
                    <a:pt x="349" y="605"/>
                  </a:moveTo>
                  <a:cubicBezTo>
                    <a:pt x="351" y="605"/>
                    <a:pt x="354" y="605"/>
                    <a:pt x="352" y="604"/>
                  </a:cubicBezTo>
                  <a:cubicBezTo>
                    <a:pt x="355" y="603"/>
                    <a:pt x="357" y="604"/>
                    <a:pt x="360" y="604"/>
                  </a:cubicBezTo>
                  <a:cubicBezTo>
                    <a:pt x="359" y="605"/>
                    <a:pt x="359" y="604"/>
                    <a:pt x="357" y="605"/>
                  </a:cubicBezTo>
                  <a:cubicBezTo>
                    <a:pt x="356" y="605"/>
                    <a:pt x="356" y="605"/>
                    <a:pt x="355" y="605"/>
                  </a:cubicBezTo>
                  <a:cubicBezTo>
                    <a:pt x="354" y="605"/>
                    <a:pt x="355" y="605"/>
                    <a:pt x="355" y="606"/>
                  </a:cubicBezTo>
                  <a:cubicBezTo>
                    <a:pt x="353" y="605"/>
                    <a:pt x="351" y="606"/>
                    <a:pt x="349" y="605"/>
                  </a:cubicBezTo>
                  <a:close/>
                  <a:moveTo>
                    <a:pt x="616" y="190"/>
                  </a:moveTo>
                  <a:cubicBezTo>
                    <a:pt x="617" y="192"/>
                    <a:pt x="618" y="191"/>
                    <a:pt x="618" y="194"/>
                  </a:cubicBezTo>
                  <a:cubicBezTo>
                    <a:pt x="618" y="194"/>
                    <a:pt x="616" y="192"/>
                    <a:pt x="616" y="190"/>
                  </a:cubicBezTo>
                  <a:close/>
                  <a:moveTo>
                    <a:pt x="632" y="180"/>
                  </a:moveTo>
                  <a:cubicBezTo>
                    <a:pt x="634" y="184"/>
                    <a:pt x="634" y="184"/>
                    <a:pt x="637" y="186"/>
                  </a:cubicBezTo>
                  <a:cubicBezTo>
                    <a:pt x="636" y="188"/>
                    <a:pt x="637" y="189"/>
                    <a:pt x="638" y="191"/>
                  </a:cubicBezTo>
                  <a:cubicBezTo>
                    <a:pt x="639" y="193"/>
                    <a:pt x="639" y="193"/>
                    <a:pt x="638" y="194"/>
                  </a:cubicBezTo>
                  <a:cubicBezTo>
                    <a:pt x="640" y="197"/>
                    <a:pt x="640" y="195"/>
                    <a:pt x="640" y="194"/>
                  </a:cubicBezTo>
                  <a:cubicBezTo>
                    <a:pt x="642" y="199"/>
                    <a:pt x="640" y="199"/>
                    <a:pt x="638" y="196"/>
                  </a:cubicBezTo>
                  <a:cubicBezTo>
                    <a:pt x="638" y="192"/>
                    <a:pt x="634" y="188"/>
                    <a:pt x="632" y="184"/>
                  </a:cubicBezTo>
                  <a:cubicBezTo>
                    <a:pt x="632" y="182"/>
                    <a:pt x="634" y="186"/>
                    <a:pt x="634" y="185"/>
                  </a:cubicBezTo>
                  <a:cubicBezTo>
                    <a:pt x="633" y="184"/>
                    <a:pt x="631" y="180"/>
                    <a:pt x="632" y="180"/>
                  </a:cubicBezTo>
                  <a:close/>
                  <a:moveTo>
                    <a:pt x="309" y="3"/>
                  </a:moveTo>
                  <a:cubicBezTo>
                    <a:pt x="306" y="4"/>
                    <a:pt x="304" y="3"/>
                    <a:pt x="302" y="4"/>
                  </a:cubicBezTo>
                  <a:cubicBezTo>
                    <a:pt x="304" y="3"/>
                    <a:pt x="306" y="3"/>
                    <a:pt x="309" y="3"/>
                  </a:cubicBezTo>
                  <a:close/>
                  <a:moveTo>
                    <a:pt x="129" y="74"/>
                  </a:moveTo>
                  <a:cubicBezTo>
                    <a:pt x="128" y="75"/>
                    <a:pt x="125" y="77"/>
                    <a:pt x="125" y="76"/>
                  </a:cubicBezTo>
                  <a:cubicBezTo>
                    <a:pt x="127" y="76"/>
                    <a:pt x="130" y="72"/>
                    <a:pt x="129" y="74"/>
                  </a:cubicBezTo>
                  <a:close/>
                  <a:moveTo>
                    <a:pt x="36" y="188"/>
                  </a:moveTo>
                  <a:cubicBezTo>
                    <a:pt x="37" y="187"/>
                    <a:pt x="37" y="185"/>
                    <a:pt x="38" y="184"/>
                  </a:cubicBezTo>
                  <a:cubicBezTo>
                    <a:pt x="38" y="185"/>
                    <a:pt x="36" y="189"/>
                    <a:pt x="36" y="188"/>
                  </a:cubicBezTo>
                  <a:close/>
                  <a:moveTo>
                    <a:pt x="531" y="609"/>
                  </a:moveTo>
                  <a:cubicBezTo>
                    <a:pt x="533" y="607"/>
                    <a:pt x="535" y="605"/>
                    <a:pt x="538" y="604"/>
                  </a:cubicBezTo>
                  <a:cubicBezTo>
                    <a:pt x="536" y="606"/>
                    <a:pt x="531" y="609"/>
                    <a:pt x="531" y="609"/>
                  </a:cubicBezTo>
                  <a:close/>
                  <a:moveTo>
                    <a:pt x="480" y="625"/>
                  </a:moveTo>
                  <a:cubicBezTo>
                    <a:pt x="480" y="625"/>
                    <a:pt x="490" y="620"/>
                    <a:pt x="489" y="622"/>
                  </a:cubicBezTo>
                  <a:cubicBezTo>
                    <a:pt x="486" y="622"/>
                    <a:pt x="483" y="625"/>
                    <a:pt x="480" y="625"/>
                  </a:cubicBezTo>
                  <a:close/>
                  <a:moveTo>
                    <a:pt x="635" y="474"/>
                  </a:moveTo>
                  <a:cubicBezTo>
                    <a:pt x="635" y="475"/>
                    <a:pt x="635" y="475"/>
                    <a:pt x="635" y="476"/>
                  </a:cubicBezTo>
                  <a:cubicBezTo>
                    <a:pt x="634" y="477"/>
                    <a:pt x="634" y="478"/>
                    <a:pt x="633" y="479"/>
                  </a:cubicBezTo>
                  <a:cubicBezTo>
                    <a:pt x="633" y="477"/>
                    <a:pt x="634" y="475"/>
                    <a:pt x="635" y="474"/>
                  </a:cubicBezTo>
                  <a:close/>
                  <a:moveTo>
                    <a:pt x="411" y="626"/>
                  </a:moveTo>
                  <a:cubicBezTo>
                    <a:pt x="416" y="624"/>
                    <a:pt x="419" y="624"/>
                    <a:pt x="423" y="623"/>
                  </a:cubicBezTo>
                  <a:cubicBezTo>
                    <a:pt x="419" y="624"/>
                    <a:pt x="415" y="625"/>
                    <a:pt x="411" y="626"/>
                  </a:cubicBezTo>
                  <a:close/>
                  <a:moveTo>
                    <a:pt x="512" y="579"/>
                  </a:moveTo>
                  <a:cubicBezTo>
                    <a:pt x="513" y="578"/>
                    <a:pt x="517" y="575"/>
                    <a:pt x="517" y="576"/>
                  </a:cubicBezTo>
                  <a:cubicBezTo>
                    <a:pt x="516" y="577"/>
                    <a:pt x="512" y="580"/>
                    <a:pt x="512" y="579"/>
                  </a:cubicBezTo>
                  <a:close/>
                  <a:moveTo>
                    <a:pt x="556" y="543"/>
                  </a:moveTo>
                  <a:cubicBezTo>
                    <a:pt x="556" y="543"/>
                    <a:pt x="557" y="540"/>
                    <a:pt x="558" y="540"/>
                  </a:cubicBezTo>
                  <a:cubicBezTo>
                    <a:pt x="559" y="540"/>
                    <a:pt x="557" y="543"/>
                    <a:pt x="556" y="543"/>
                  </a:cubicBezTo>
                  <a:close/>
                  <a:moveTo>
                    <a:pt x="618" y="415"/>
                  </a:moveTo>
                  <a:cubicBezTo>
                    <a:pt x="618" y="414"/>
                    <a:pt x="618" y="414"/>
                    <a:pt x="618" y="413"/>
                  </a:cubicBezTo>
                  <a:cubicBezTo>
                    <a:pt x="619" y="412"/>
                    <a:pt x="618" y="410"/>
                    <a:pt x="620" y="409"/>
                  </a:cubicBezTo>
                  <a:cubicBezTo>
                    <a:pt x="620" y="411"/>
                    <a:pt x="618" y="415"/>
                    <a:pt x="618" y="415"/>
                  </a:cubicBezTo>
                  <a:close/>
                  <a:moveTo>
                    <a:pt x="581" y="484"/>
                  </a:moveTo>
                  <a:cubicBezTo>
                    <a:pt x="582" y="483"/>
                    <a:pt x="582" y="481"/>
                    <a:pt x="584" y="480"/>
                  </a:cubicBezTo>
                  <a:cubicBezTo>
                    <a:pt x="583" y="483"/>
                    <a:pt x="582" y="484"/>
                    <a:pt x="581" y="484"/>
                  </a:cubicBezTo>
                  <a:close/>
                  <a:moveTo>
                    <a:pt x="530" y="538"/>
                  </a:moveTo>
                  <a:cubicBezTo>
                    <a:pt x="529" y="537"/>
                    <a:pt x="532" y="535"/>
                    <a:pt x="533" y="534"/>
                  </a:cubicBezTo>
                  <a:cubicBezTo>
                    <a:pt x="533" y="536"/>
                    <a:pt x="531" y="537"/>
                    <a:pt x="530" y="538"/>
                  </a:cubicBezTo>
                  <a:close/>
                  <a:moveTo>
                    <a:pt x="518" y="548"/>
                  </a:moveTo>
                  <a:cubicBezTo>
                    <a:pt x="519" y="546"/>
                    <a:pt x="523" y="543"/>
                    <a:pt x="523" y="544"/>
                  </a:cubicBezTo>
                  <a:cubicBezTo>
                    <a:pt x="521" y="545"/>
                    <a:pt x="520" y="547"/>
                    <a:pt x="518" y="548"/>
                  </a:cubicBezTo>
                  <a:close/>
                  <a:moveTo>
                    <a:pt x="616" y="483"/>
                  </a:moveTo>
                  <a:cubicBezTo>
                    <a:pt x="614" y="486"/>
                    <a:pt x="612" y="490"/>
                    <a:pt x="610" y="493"/>
                  </a:cubicBezTo>
                  <a:cubicBezTo>
                    <a:pt x="611" y="490"/>
                    <a:pt x="615" y="484"/>
                    <a:pt x="616" y="483"/>
                  </a:cubicBezTo>
                  <a:close/>
                  <a:moveTo>
                    <a:pt x="474" y="564"/>
                  </a:moveTo>
                  <a:cubicBezTo>
                    <a:pt x="474" y="563"/>
                    <a:pt x="477" y="561"/>
                    <a:pt x="479" y="561"/>
                  </a:cubicBezTo>
                  <a:cubicBezTo>
                    <a:pt x="478" y="563"/>
                    <a:pt x="476" y="564"/>
                    <a:pt x="474" y="564"/>
                  </a:cubicBezTo>
                  <a:close/>
                  <a:moveTo>
                    <a:pt x="543" y="540"/>
                  </a:moveTo>
                  <a:cubicBezTo>
                    <a:pt x="545" y="539"/>
                    <a:pt x="546" y="537"/>
                    <a:pt x="547" y="536"/>
                  </a:cubicBezTo>
                  <a:cubicBezTo>
                    <a:pt x="546" y="537"/>
                    <a:pt x="544" y="541"/>
                    <a:pt x="543" y="540"/>
                  </a:cubicBezTo>
                  <a:close/>
                  <a:moveTo>
                    <a:pt x="619" y="485"/>
                  </a:moveTo>
                  <a:cubicBezTo>
                    <a:pt x="619" y="484"/>
                    <a:pt x="621" y="480"/>
                    <a:pt x="621" y="482"/>
                  </a:cubicBezTo>
                  <a:cubicBezTo>
                    <a:pt x="620" y="483"/>
                    <a:pt x="619" y="487"/>
                    <a:pt x="619" y="485"/>
                  </a:cubicBezTo>
                  <a:close/>
                  <a:moveTo>
                    <a:pt x="617" y="489"/>
                  </a:moveTo>
                  <a:cubicBezTo>
                    <a:pt x="616" y="489"/>
                    <a:pt x="616" y="490"/>
                    <a:pt x="614" y="492"/>
                  </a:cubicBezTo>
                  <a:cubicBezTo>
                    <a:pt x="615" y="491"/>
                    <a:pt x="613" y="493"/>
                    <a:pt x="613" y="492"/>
                  </a:cubicBezTo>
                  <a:cubicBezTo>
                    <a:pt x="615" y="490"/>
                    <a:pt x="615" y="491"/>
                    <a:pt x="616" y="488"/>
                  </a:cubicBezTo>
                  <a:cubicBezTo>
                    <a:pt x="617" y="487"/>
                    <a:pt x="617" y="487"/>
                    <a:pt x="617" y="487"/>
                  </a:cubicBezTo>
                  <a:cubicBezTo>
                    <a:pt x="617" y="487"/>
                    <a:pt x="618" y="487"/>
                    <a:pt x="617" y="489"/>
                  </a:cubicBezTo>
                  <a:close/>
                  <a:moveTo>
                    <a:pt x="609" y="497"/>
                  </a:moveTo>
                  <a:cubicBezTo>
                    <a:pt x="610" y="496"/>
                    <a:pt x="611" y="493"/>
                    <a:pt x="612" y="492"/>
                  </a:cubicBezTo>
                  <a:cubicBezTo>
                    <a:pt x="612" y="494"/>
                    <a:pt x="611" y="496"/>
                    <a:pt x="609" y="497"/>
                  </a:cubicBezTo>
                  <a:close/>
                  <a:moveTo>
                    <a:pt x="551" y="544"/>
                  </a:moveTo>
                  <a:cubicBezTo>
                    <a:pt x="550" y="545"/>
                    <a:pt x="549" y="546"/>
                    <a:pt x="548" y="547"/>
                  </a:cubicBezTo>
                  <a:cubicBezTo>
                    <a:pt x="550" y="545"/>
                    <a:pt x="548" y="545"/>
                    <a:pt x="551" y="542"/>
                  </a:cubicBezTo>
                  <a:cubicBezTo>
                    <a:pt x="552" y="542"/>
                    <a:pt x="549" y="545"/>
                    <a:pt x="551" y="544"/>
                  </a:cubicBezTo>
                  <a:close/>
                  <a:moveTo>
                    <a:pt x="599" y="514"/>
                  </a:moveTo>
                  <a:cubicBezTo>
                    <a:pt x="600" y="513"/>
                    <a:pt x="600" y="512"/>
                    <a:pt x="600" y="511"/>
                  </a:cubicBezTo>
                  <a:cubicBezTo>
                    <a:pt x="602" y="510"/>
                    <a:pt x="602" y="510"/>
                    <a:pt x="602" y="510"/>
                  </a:cubicBezTo>
                  <a:cubicBezTo>
                    <a:pt x="601" y="512"/>
                    <a:pt x="600" y="512"/>
                    <a:pt x="599" y="514"/>
                  </a:cubicBezTo>
                  <a:close/>
                  <a:moveTo>
                    <a:pt x="627" y="488"/>
                  </a:moveTo>
                  <a:cubicBezTo>
                    <a:pt x="629" y="488"/>
                    <a:pt x="628" y="486"/>
                    <a:pt x="630" y="484"/>
                  </a:cubicBezTo>
                  <a:cubicBezTo>
                    <a:pt x="631" y="484"/>
                    <a:pt x="626" y="493"/>
                    <a:pt x="627" y="488"/>
                  </a:cubicBezTo>
                  <a:close/>
                  <a:moveTo>
                    <a:pt x="542" y="553"/>
                  </a:moveTo>
                  <a:cubicBezTo>
                    <a:pt x="540" y="554"/>
                    <a:pt x="539" y="556"/>
                    <a:pt x="537" y="557"/>
                  </a:cubicBezTo>
                  <a:cubicBezTo>
                    <a:pt x="536" y="558"/>
                    <a:pt x="535" y="559"/>
                    <a:pt x="533" y="559"/>
                  </a:cubicBezTo>
                  <a:cubicBezTo>
                    <a:pt x="534" y="561"/>
                    <a:pt x="531" y="563"/>
                    <a:pt x="529" y="564"/>
                  </a:cubicBezTo>
                  <a:cubicBezTo>
                    <a:pt x="533" y="560"/>
                    <a:pt x="532" y="560"/>
                    <a:pt x="535" y="556"/>
                  </a:cubicBezTo>
                  <a:cubicBezTo>
                    <a:pt x="538" y="556"/>
                    <a:pt x="537" y="554"/>
                    <a:pt x="538" y="554"/>
                  </a:cubicBezTo>
                  <a:cubicBezTo>
                    <a:pt x="540" y="552"/>
                    <a:pt x="544" y="548"/>
                    <a:pt x="545" y="548"/>
                  </a:cubicBezTo>
                  <a:cubicBezTo>
                    <a:pt x="545" y="548"/>
                    <a:pt x="543" y="550"/>
                    <a:pt x="544" y="549"/>
                  </a:cubicBezTo>
                  <a:cubicBezTo>
                    <a:pt x="545" y="548"/>
                    <a:pt x="547" y="547"/>
                    <a:pt x="548" y="546"/>
                  </a:cubicBezTo>
                  <a:cubicBezTo>
                    <a:pt x="548" y="547"/>
                    <a:pt x="546" y="548"/>
                    <a:pt x="545" y="549"/>
                  </a:cubicBezTo>
                  <a:cubicBezTo>
                    <a:pt x="544" y="550"/>
                    <a:pt x="541" y="552"/>
                    <a:pt x="542" y="553"/>
                  </a:cubicBezTo>
                  <a:close/>
                  <a:moveTo>
                    <a:pt x="483" y="572"/>
                  </a:moveTo>
                  <a:cubicBezTo>
                    <a:pt x="483" y="571"/>
                    <a:pt x="485" y="570"/>
                    <a:pt x="487" y="569"/>
                  </a:cubicBezTo>
                  <a:cubicBezTo>
                    <a:pt x="487" y="569"/>
                    <a:pt x="484" y="571"/>
                    <a:pt x="483" y="572"/>
                  </a:cubicBezTo>
                  <a:close/>
                  <a:moveTo>
                    <a:pt x="552" y="546"/>
                  </a:moveTo>
                  <a:cubicBezTo>
                    <a:pt x="550" y="547"/>
                    <a:pt x="550" y="547"/>
                    <a:pt x="550" y="547"/>
                  </a:cubicBezTo>
                  <a:cubicBezTo>
                    <a:pt x="551" y="546"/>
                    <a:pt x="551" y="545"/>
                    <a:pt x="552" y="545"/>
                  </a:cubicBezTo>
                  <a:cubicBezTo>
                    <a:pt x="551" y="547"/>
                    <a:pt x="554" y="544"/>
                    <a:pt x="552" y="546"/>
                  </a:cubicBezTo>
                  <a:close/>
                  <a:moveTo>
                    <a:pt x="615" y="506"/>
                  </a:moveTo>
                  <a:cubicBezTo>
                    <a:pt x="615" y="504"/>
                    <a:pt x="617" y="504"/>
                    <a:pt x="618" y="501"/>
                  </a:cubicBezTo>
                  <a:cubicBezTo>
                    <a:pt x="619" y="500"/>
                    <a:pt x="618" y="502"/>
                    <a:pt x="620" y="499"/>
                  </a:cubicBezTo>
                  <a:cubicBezTo>
                    <a:pt x="619" y="504"/>
                    <a:pt x="617" y="503"/>
                    <a:pt x="615" y="506"/>
                  </a:cubicBezTo>
                  <a:close/>
                  <a:moveTo>
                    <a:pt x="587" y="529"/>
                  </a:moveTo>
                  <a:cubicBezTo>
                    <a:pt x="587" y="527"/>
                    <a:pt x="588" y="525"/>
                    <a:pt x="590" y="524"/>
                  </a:cubicBezTo>
                  <a:cubicBezTo>
                    <a:pt x="589" y="526"/>
                    <a:pt x="588" y="528"/>
                    <a:pt x="587" y="529"/>
                  </a:cubicBezTo>
                  <a:close/>
                  <a:moveTo>
                    <a:pt x="606" y="514"/>
                  </a:moveTo>
                  <a:cubicBezTo>
                    <a:pt x="608" y="513"/>
                    <a:pt x="605" y="519"/>
                    <a:pt x="603" y="521"/>
                  </a:cubicBezTo>
                  <a:cubicBezTo>
                    <a:pt x="602" y="520"/>
                    <a:pt x="603" y="518"/>
                    <a:pt x="604" y="517"/>
                  </a:cubicBezTo>
                  <a:cubicBezTo>
                    <a:pt x="605" y="518"/>
                    <a:pt x="606" y="515"/>
                    <a:pt x="606" y="514"/>
                  </a:cubicBezTo>
                  <a:close/>
                  <a:moveTo>
                    <a:pt x="513" y="573"/>
                  </a:moveTo>
                  <a:cubicBezTo>
                    <a:pt x="513" y="574"/>
                    <a:pt x="515" y="572"/>
                    <a:pt x="515" y="571"/>
                  </a:cubicBezTo>
                  <a:cubicBezTo>
                    <a:pt x="517" y="570"/>
                    <a:pt x="517" y="570"/>
                    <a:pt x="517" y="570"/>
                  </a:cubicBezTo>
                  <a:cubicBezTo>
                    <a:pt x="520" y="567"/>
                    <a:pt x="524" y="566"/>
                    <a:pt x="527" y="562"/>
                  </a:cubicBezTo>
                  <a:cubicBezTo>
                    <a:pt x="528" y="562"/>
                    <a:pt x="527" y="564"/>
                    <a:pt x="529" y="561"/>
                  </a:cubicBezTo>
                  <a:cubicBezTo>
                    <a:pt x="531" y="560"/>
                    <a:pt x="532" y="561"/>
                    <a:pt x="529" y="563"/>
                  </a:cubicBezTo>
                  <a:cubicBezTo>
                    <a:pt x="529" y="562"/>
                    <a:pt x="530" y="562"/>
                    <a:pt x="529" y="562"/>
                  </a:cubicBezTo>
                  <a:cubicBezTo>
                    <a:pt x="529" y="563"/>
                    <a:pt x="528" y="565"/>
                    <a:pt x="526" y="566"/>
                  </a:cubicBezTo>
                  <a:cubicBezTo>
                    <a:pt x="524" y="568"/>
                    <a:pt x="522" y="569"/>
                    <a:pt x="521" y="571"/>
                  </a:cubicBezTo>
                  <a:cubicBezTo>
                    <a:pt x="518" y="572"/>
                    <a:pt x="518" y="572"/>
                    <a:pt x="518" y="572"/>
                  </a:cubicBezTo>
                  <a:cubicBezTo>
                    <a:pt x="516" y="573"/>
                    <a:pt x="515" y="576"/>
                    <a:pt x="513" y="576"/>
                  </a:cubicBezTo>
                  <a:cubicBezTo>
                    <a:pt x="513" y="575"/>
                    <a:pt x="517" y="571"/>
                    <a:pt x="520" y="570"/>
                  </a:cubicBezTo>
                  <a:cubicBezTo>
                    <a:pt x="519" y="570"/>
                    <a:pt x="520" y="569"/>
                    <a:pt x="520" y="569"/>
                  </a:cubicBezTo>
                  <a:cubicBezTo>
                    <a:pt x="519" y="570"/>
                    <a:pt x="517" y="570"/>
                    <a:pt x="516" y="572"/>
                  </a:cubicBezTo>
                  <a:cubicBezTo>
                    <a:pt x="514" y="574"/>
                    <a:pt x="512" y="576"/>
                    <a:pt x="509" y="577"/>
                  </a:cubicBezTo>
                  <a:cubicBezTo>
                    <a:pt x="513" y="575"/>
                    <a:pt x="511" y="575"/>
                    <a:pt x="513" y="573"/>
                  </a:cubicBezTo>
                  <a:close/>
                  <a:moveTo>
                    <a:pt x="584" y="533"/>
                  </a:moveTo>
                  <a:cubicBezTo>
                    <a:pt x="584" y="534"/>
                    <a:pt x="586" y="532"/>
                    <a:pt x="585" y="533"/>
                  </a:cubicBezTo>
                  <a:cubicBezTo>
                    <a:pt x="584" y="534"/>
                    <a:pt x="584" y="536"/>
                    <a:pt x="582" y="536"/>
                  </a:cubicBezTo>
                  <a:cubicBezTo>
                    <a:pt x="583" y="534"/>
                    <a:pt x="582" y="534"/>
                    <a:pt x="583" y="532"/>
                  </a:cubicBezTo>
                  <a:cubicBezTo>
                    <a:pt x="585" y="531"/>
                    <a:pt x="585" y="531"/>
                    <a:pt x="585" y="531"/>
                  </a:cubicBezTo>
                  <a:lnTo>
                    <a:pt x="584" y="533"/>
                  </a:lnTo>
                  <a:close/>
                  <a:moveTo>
                    <a:pt x="427" y="585"/>
                  </a:moveTo>
                  <a:cubicBezTo>
                    <a:pt x="426" y="585"/>
                    <a:pt x="429" y="583"/>
                    <a:pt x="430" y="583"/>
                  </a:cubicBezTo>
                  <a:cubicBezTo>
                    <a:pt x="429" y="584"/>
                    <a:pt x="428" y="585"/>
                    <a:pt x="427" y="585"/>
                  </a:cubicBezTo>
                  <a:close/>
                  <a:moveTo>
                    <a:pt x="453" y="586"/>
                  </a:moveTo>
                  <a:cubicBezTo>
                    <a:pt x="454" y="585"/>
                    <a:pt x="460" y="584"/>
                    <a:pt x="458" y="584"/>
                  </a:cubicBezTo>
                  <a:cubicBezTo>
                    <a:pt x="456" y="585"/>
                    <a:pt x="455" y="586"/>
                    <a:pt x="453" y="586"/>
                  </a:cubicBezTo>
                  <a:close/>
                  <a:moveTo>
                    <a:pt x="593" y="532"/>
                  </a:moveTo>
                  <a:cubicBezTo>
                    <a:pt x="594" y="530"/>
                    <a:pt x="594" y="530"/>
                    <a:pt x="594" y="530"/>
                  </a:cubicBezTo>
                  <a:cubicBezTo>
                    <a:pt x="594" y="529"/>
                    <a:pt x="595" y="529"/>
                    <a:pt x="595" y="529"/>
                  </a:cubicBezTo>
                  <a:cubicBezTo>
                    <a:pt x="594" y="530"/>
                    <a:pt x="595" y="531"/>
                    <a:pt x="593" y="532"/>
                  </a:cubicBezTo>
                  <a:close/>
                  <a:moveTo>
                    <a:pt x="575" y="547"/>
                  </a:moveTo>
                  <a:cubicBezTo>
                    <a:pt x="576" y="546"/>
                    <a:pt x="575" y="546"/>
                    <a:pt x="574" y="547"/>
                  </a:cubicBezTo>
                  <a:cubicBezTo>
                    <a:pt x="576" y="544"/>
                    <a:pt x="576" y="544"/>
                    <a:pt x="576" y="544"/>
                  </a:cubicBezTo>
                  <a:cubicBezTo>
                    <a:pt x="577" y="543"/>
                    <a:pt x="578" y="542"/>
                    <a:pt x="580" y="540"/>
                  </a:cubicBezTo>
                  <a:cubicBezTo>
                    <a:pt x="578" y="543"/>
                    <a:pt x="577" y="545"/>
                    <a:pt x="575" y="547"/>
                  </a:cubicBezTo>
                  <a:close/>
                  <a:moveTo>
                    <a:pt x="592" y="533"/>
                  </a:moveTo>
                  <a:cubicBezTo>
                    <a:pt x="592" y="535"/>
                    <a:pt x="592" y="535"/>
                    <a:pt x="593" y="535"/>
                  </a:cubicBezTo>
                  <a:cubicBezTo>
                    <a:pt x="592" y="536"/>
                    <a:pt x="591" y="537"/>
                    <a:pt x="590" y="538"/>
                  </a:cubicBezTo>
                  <a:cubicBezTo>
                    <a:pt x="593" y="533"/>
                    <a:pt x="587" y="541"/>
                    <a:pt x="587" y="539"/>
                  </a:cubicBezTo>
                  <a:cubicBezTo>
                    <a:pt x="589" y="537"/>
                    <a:pt x="592" y="532"/>
                    <a:pt x="593" y="533"/>
                  </a:cubicBezTo>
                  <a:lnTo>
                    <a:pt x="592" y="533"/>
                  </a:lnTo>
                  <a:close/>
                  <a:moveTo>
                    <a:pt x="566" y="553"/>
                  </a:moveTo>
                  <a:cubicBezTo>
                    <a:pt x="567" y="553"/>
                    <a:pt x="569" y="550"/>
                    <a:pt x="571" y="549"/>
                  </a:cubicBezTo>
                  <a:cubicBezTo>
                    <a:pt x="571" y="551"/>
                    <a:pt x="566" y="555"/>
                    <a:pt x="566" y="553"/>
                  </a:cubicBezTo>
                  <a:close/>
                  <a:moveTo>
                    <a:pt x="562" y="556"/>
                  </a:moveTo>
                  <a:cubicBezTo>
                    <a:pt x="561" y="558"/>
                    <a:pt x="561" y="556"/>
                    <a:pt x="560" y="558"/>
                  </a:cubicBezTo>
                  <a:cubicBezTo>
                    <a:pt x="560" y="559"/>
                    <a:pt x="561" y="558"/>
                    <a:pt x="561" y="559"/>
                  </a:cubicBezTo>
                  <a:cubicBezTo>
                    <a:pt x="560" y="559"/>
                    <a:pt x="559" y="560"/>
                    <a:pt x="558" y="560"/>
                  </a:cubicBezTo>
                  <a:cubicBezTo>
                    <a:pt x="559" y="559"/>
                    <a:pt x="560" y="558"/>
                    <a:pt x="558" y="559"/>
                  </a:cubicBezTo>
                  <a:cubicBezTo>
                    <a:pt x="559" y="558"/>
                    <a:pt x="560" y="556"/>
                    <a:pt x="561" y="556"/>
                  </a:cubicBezTo>
                  <a:cubicBezTo>
                    <a:pt x="561" y="556"/>
                    <a:pt x="560" y="557"/>
                    <a:pt x="561" y="556"/>
                  </a:cubicBezTo>
                  <a:cubicBezTo>
                    <a:pt x="563" y="554"/>
                    <a:pt x="562" y="555"/>
                    <a:pt x="563" y="554"/>
                  </a:cubicBezTo>
                  <a:cubicBezTo>
                    <a:pt x="565" y="552"/>
                    <a:pt x="562" y="555"/>
                    <a:pt x="562" y="556"/>
                  </a:cubicBezTo>
                  <a:close/>
                  <a:moveTo>
                    <a:pt x="548" y="564"/>
                  </a:moveTo>
                  <a:cubicBezTo>
                    <a:pt x="549" y="562"/>
                    <a:pt x="551" y="560"/>
                    <a:pt x="553" y="559"/>
                  </a:cubicBezTo>
                  <a:cubicBezTo>
                    <a:pt x="552" y="561"/>
                    <a:pt x="550" y="563"/>
                    <a:pt x="548" y="564"/>
                  </a:cubicBezTo>
                  <a:close/>
                  <a:moveTo>
                    <a:pt x="586" y="541"/>
                  </a:moveTo>
                  <a:cubicBezTo>
                    <a:pt x="585" y="543"/>
                    <a:pt x="582" y="545"/>
                    <a:pt x="580" y="548"/>
                  </a:cubicBezTo>
                  <a:cubicBezTo>
                    <a:pt x="581" y="545"/>
                    <a:pt x="583" y="544"/>
                    <a:pt x="585" y="541"/>
                  </a:cubicBezTo>
                  <a:cubicBezTo>
                    <a:pt x="585" y="542"/>
                    <a:pt x="586" y="541"/>
                    <a:pt x="586" y="541"/>
                  </a:cubicBezTo>
                  <a:close/>
                  <a:moveTo>
                    <a:pt x="502" y="583"/>
                  </a:moveTo>
                  <a:cubicBezTo>
                    <a:pt x="502" y="583"/>
                    <a:pt x="503" y="582"/>
                    <a:pt x="503" y="581"/>
                  </a:cubicBezTo>
                  <a:cubicBezTo>
                    <a:pt x="505" y="581"/>
                    <a:pt x="506" y="580"/>
                    <a:pt x="507" y="579"/>
                  </a:cubicBezTo>
                  <a:cubicBezTo>
                    <a:pt x="508" y="578"/>
                    <a:pt x="508" y="578"/>
                    <a:pt x="509" y="578"/>
                  </a:cubicBezTo>
                  <a:cubicBezTo>
                    <a:pt x="507" y="580"/>
                    <a:pt x="504" y="582"/>
                    <a:pt x="502" y="583"/>
                  </a:cubicBezTo>
                  <a:close/>
                  <a:moveTo>
                    <a:pt x="576" y="550"/>
                  </a:moveTo>
                  <a:cubicBezTo>
                    <a:pt x="578" y="549"/>
                    <a:pt x="579" y="547"/>
                    <a:pt x="580" y="546"/>
                  </a:cubicBezTo>
                  <a:cubicBezTo>
                    <a:pt x="580" y="548"/>
                    <a:pt x="577" y="551"/>
                    <a:pt x="576" y="550"/>
                  </a:cubicBezTo>
                  <a:close/>
                  <a:moveTo>
                    <a:pt x="428" y="595"/>
                  </a:moveTo>
                  <a:cubicBezTo>
                    <a:pt x="431" y="594"/>
                    <a:pt x="434" y="594"/>
                    <a:pt x="436" y="592"/>
                  </a:cubicBezTo>
                  <a:cubicBezTo>
                    <a:pt x="436" y="594"/>
                    <a:pt x="431" y="595"/>
                    <a:pt x="428" y="595"/>
                  </a:cubicBezTo>
                  <a:close/>
                  <a:moveTo>
                    <a:pt x="589" y="543"/>
                  </a:moveTo>
                  <a:cubicBezTo>
                    <a:pt x="589" y="543"/>
                    <a:pt x="588" y="545"/>
                    <a:pt x="588" y="546"/>
                  </a:cubicBezTo>
                  <a:cubicBezTo>
                    <a:pt x="587" y="547"/>
                    <a:pt x="586" y="548"/>
                    <a:pt x="585" y="549"/>
                  </a:cubicBezTo>
                  <a:cubicBezTo>
                    <a:pt x="584" y="550"/>
                    <a:pt x="584" y="548"/>
                    <a:pt x="584" y="548"/>
                  </a:cubicBezTo>
                  <a:cubicBezTo>
                    <a:pt x="583" y="551"/>
                    <a:pt x="581" y="553"/>
                    <a:pt x="579" y="555"/>
                  </a:cubicBezTo>
                  <a:cubicBezTo>
                    <a:pt x="576" y="556"/>
                    <a:pt x="575" y="558"/>
                    <a:pt x="571" y="561"/>
                  </a:cubicBezTo>
                  <a:cubicBezTo>
                    <a:pt x="572" y="559"/>
                    <a:pt x="577" y="554"/>
                    <a:pt x="580" y="552"/>
                  </a:cubicBezTo>
                  <a:cubicBezTo>
                    <a:pt x="579" y="552"/>
                    <a:pt x="579" y="552"/>
                    <a:pt x="579" y="551"/>
                  </a:cubicBezTo>
                  <a:cubicBezTo>
                    <a:pt x="582" y="549"/>
                    <a:pt x="583" y="548"/>
                    <a:pt x="582" y="550"/>
                  </a:cubicBezTo>
                  <a:cubicBezTo>
                    <a:pt x="584" y="547"/>
                    <a:pt x="589" y="540"/>
                    <a:pt x="592" y="539"/>
                  </a:cubicBezTo>
                  <a:cubicBezTo>
                    <a:pt x="590" y="542"/>
                    <a:pt x="590" y="541"/>
                    <a:pt x="589" y="543"/>
                  </a:cubicBezTo>
                  <a:close/>
                  <a:moveTo>
                    <a:pt x="561" y="561"/>
                  </a:moveTo>
                  <a:cubicBezTo>
                    <a:pt x="561" y="560"/>
                    <a:pt x="562" y="558"/>
                    <a:pt x="565" y="556"/>
                  </a:cubicBezTo>
                  <a:cubicBezTo>
                    <a:pt x="562" y="559"/>
                    <a:pt x="564" y="558"/>
                    <a:pt x="561" y="561"/>
                  </a:cubicBezTo>
                  <a:close/>
                  <a:moveTo>
                    <a:pt x="581" y="548"/>
                  </a:moveTo>
                  <a:cubicBezTo>
                    <a:pt x="580" y="549"/>
                    <a:pt x="579" y="550"/>
                    <a:pt x="578" y="551"/>
                  </a:cubicBezTo>
                  <a:cubicBezTo>
                    <a:pt x="579" y="549"/>
                    <a:pt x="582" y="546"/>
                    <a:pt x="581" y="548"/>
                  </a:cubicBezTo>
                  <a:close/>
                  <a:moveTo>
                    <a:pt x="495" y="587"/>
                  </a:moveTo>
                  <a:cubicBezTo>
                    <a:pt x="494" y="588"/>
                    <a:pt x="493" y="588"/>
                    <a:pt x="493" y="589"/>
                  </a:cubicBezTo>
                  <a:cubicBezTo>
                    <a:pt x="490" y="590"/>
                    <a:pt x="490" y="590"/>
                    <a:pt x="490" y="590"/>
                  </a:cubicBezTo>
                  <a:cubicBezTo>
                    <a:pt x="487" y="592"/>
                    <a:pt x="486" y="592"/>
                    <a:pt x="482" y="595"/>
                  </a:cubicBezTo>
                  <a:cubicBezTo>
                    <a:pt x="483" y="594"/>
                    <a:pt x="481" y="595"/>
                    <a:pt x="483" y="593"/>
                  </a:cubicBezTo>
                  <a:cubicBezTo>
                    <a:pt x="485" y="593"/>
                    <a:pt x="487" y="591"/>
                    <a:pt x="489" y="590"/>
                  </a:cubicBezTo>
                  <a:cubicBezTo>
                    <a:pt x="488" y="590"/>
                    <a:pt x="487" y="590"/>
                    <a:pt x="489" y="588"/>
                  </a:cubicBezTo>
                  <a:cubicBezTo>
                    <a:pt x="491" y="587"/>
                    <a:pt x="492" y="586"/>
                    <a:pt x="494" y="586"/>
                  </a:cubicBezTo>
                  <a:cubicBezTo>
                    <a:pt x="492" y="587"/>
                    <a:pt x="491" y="588"/>
                    <a:pt x="490" y="589"/>
                  </a:cubicBezTo>
                  <a:cubicBezTo>
                    <a:pt x="491" y="590"/>
                    <a:pt x="494" y="587"/>
                    <a:pt x="495" y="587"/>
                  </a:cubicBezTo>
                  <a:close/>
                  <a:moveTo>
                    <a:pt x="493" y="587"/>
                  </a:moveTo>
                  <a:cubicBezTo>
                    <a:pt x="495" y="586"/>
                    <a:pt x="496" y="585"/>
                    <a:pt x="498" y="585"/>
                  </a:cubicBezTo>
                  <a:cubicBezTo>
                    <a:pt x="497" y="586"/>
                    <a:pt x="495" y="587"/>
                    <a:pt x="493" y="587"/>
                  </a:cubicBezTo>
                  <a:close/>
                  <a:moveTo>
                    <a:pt x="570" y="559"/>
                  </a:moveTo>
                  <a:cubicBezTo>
                    <a:pt x="567" y="561"/>
                    <a:pt x="570" y="557"/>
                    <a:pt x="568" y="559"/>
                  </a:cubicBezTo>
                  <a:cubicBezTo>
                    <a:pt x="569" y="558"/>
                    <a:pt x="570" y="556"/>
                    <a:pt x="572" y="556"/>
                  </a:cubicBezTo>
                  <a:cubicBezTo>
                    <a:pt x="572" y="556"/>
                    <a:pt x="571" y="558"/>
                    <a:pt x="570" y="559"/>
                  </a:cubicBezTo>
                  <a:close/>
                  <a:moveTo>
                    <a:pt x="406" y="597"/>
                  </a:moveTo>
                  <a:cubicBezTo>
                    <a:pt x="407" y="596"/>
                    <a:pt x="409" y="596"/>
                    <a:pt x="410" y="596"/>
                  </a:cubicBezTo>
                  <a:cubicBezTo>
                    <a:pt x="409" y="597"/>
                    <a:pt x="407" y="597"/>
                    <a:pt x="406" y="597"/>
                  </a:cubicBezTo>
                  <a:close/>
                  <a:moveTo>
                    <a:pt x="573" y="557"/>
                  </a:moveTo>
                  <a:cubicBezTo>
                    <a:pt x="572" y="558"/>
                    <a:pt x="572" y="557"/>
                    <a:pt x="571" y="558"/>
                  </a:cubicBezTo>
                  <a:cubicBezTo>
                    <a:pt x="572" y="557"/>
                    <a:pt x="573" y="556"/>
                    <a:pt x="574" y="555"/>
                  </a:cubicBezTo>
                  <a:lnTo>
                    <a:pt x="573" y="557"/>
                  </a:lnTo>
                  <a:close/>
                  <a:moveTo>
                    <a:pt x="525" y="583"/>
                  </a:moveTo>
                  <a:cubicBezTo>
                    <a:pt x="524" y="583"/>
                    <a:pt x="524" y="583"/>
                    <a:pt x="524" y="583"/>
                  </a:cubicBezTo>
                  <a:cubicBezTo>
                    <a:pt x="525" y="581"/>
                    <a:pt x="527" y="579"/>
                    <a:pt x="530" y="578"/>
                  </a:cubicBezTo>
                  <a:cubicBezTo>
                    <a:pt x="529" y="580"/>
                    <a:pt x="527" y="581"/>
                    <a:pt x="525" y="583"/>
                  </a:cubicBezTo>
                  <a:close/>
                  <a:moveTo>
                    <a:pt x="565" y="564"/>
                  </a:moveTo>
                  <a:cubicBezTo>
                    <a:pt x="562" y="565"/>
                    <a:pt x="560" y="569"/>
                    <a:pt x="557" y="570"/>
                  </a:cubicBezTo>
                  <a:cubicBezTo>
                    <a:pt x="560" y="568"/>
                    <a:pt x="561" y="565"/>
                    <a:pt x="564" y="563"/>
                  </a:cubicBezTo>
                  <a:cubicBezTo>
                    <a:pt x="564" y="564"/>
                    <a:pt x="565" y="563"/>
                    <a:pt x="565" y="564"/>
                  </a:cubicBezTo>
                  <a:close/>
                  <a:moveTo>
                    <a:pt x="552" y="571"/>
                  </a:moveTo>
                  <a:cubicBezTo>
                    <a:pt x="551" y="571"/>
                    <a:pt x="551" y="572"/>
                    <a:pt x="550" y="573"/>
                  </a:cubicBezTo>
                  <a:cubicBezTo>
                    <a:pt x="549" y="573"/>
                    <a:pt x="548" y="574"/>
                    <a:pt x="548" y="573"/>
                  </a:cubicBezTo>
                  <a:cubicBezTo>
                    <a:pt x="550" y="573"/>
                    <a:pt x="550" y="571"/>
                    <a:pt x="552" y="571"/>
                  </a:cubicBezTo>
                  <a:close/>
                  <a:moveTo>
                    <a:pt x="568" y="563"/>
                  </a:moveTo>
                  <a:cubicBezTo>
                    <a:pt x="568" y="564"/>
                    <a:pt x="571" y="561"/>
                    <a:pt x="570" y="563"/>
                  </a:cubicBezTo>
                  <a:cubicBezTo>
                    <a:pt x="567" y="566"/>
                    <a:pt x="569" y="563"/>
                    <a:pt x="567" y="565"/>
                  </a:cubicBezTo>
                  <a:cubicBezTo>
                    <a:pt x="568" y="562"/>
                    <a:pt x="568" y="562"/>
                    <a:pt x="568" y="562"/>
                  </a:cubicBezTo>
                  <a:cubicBezTo>
                    <a:pt x="569" y="561"/>
                    <a:pt x="572" y="559"/>
                    <a:pt x="571" y="560"/>
                  </a:cubicBezTo>
                  <a:cubicBezTo>
                    <a:pt x="570" y="561"/>
                    <a:pt x="569" y="562"/>
                    <a:pt x="568" y="563"/>
                  </a:cubicBezTo>
                  <a:close/>
                  <a:moveTo>
                    <a:pt x="476" y="597"/>
                  </a:moveTo>
                  <a:cubicBezTo>
                    <a:pt x="479" y="596"/>
                    <a:pt x="478" y="595"/>
                    <a:pt x="481" y="594"/>
                  </a:cubicBezTo>
                  <a:cubicBezTo>
                    <a:pt x="480" y="596"/>
                    <a:pt x="476" y="598"/>
                    <a:pt x="476" y="597"/>
                  </a:cubicBezTo>
                  <a:close/>
                  <a:moveTo>
                    <a:pt x="539" y="581"/>
                  </a:moveTo>
                  <a:cubicBezTo>
                    <a:pt x="540" y="579"/>
                    <a:pt x="542" y="578"/>
                    <a:pt x="544" y="576"/>
                  </a:cubicBezTo>
                  <a:cubicBezTo>
                    <a:pt x="543" y="579"/>
                    <a:pt x="541" y="580"/>
                    <a:pt x="539" y="581"/>
                  </a:cubicBezTo>
                  <a:close/>
                  <a:moveTo>
                    <a:pt x="384" y="601"/>
                  </a:moveTo>
                  <a:cubicBezTo>
                    <a:pt x="385" y="601"/>
                    <a:pt x="386" y="600"/>
                    <a:pt x="388" y="600"/>
                  </a:cubicBezTo>
                  <a:cubicBezTo>
                    <a:pt x="388" y="601"/>
                    <a:pt x="385" y="602"/>
                    <a:pt x="384" y="601"/>
                  </a:cubicBezTo>
                  <a:close/>
                  <a:moveTo>
                    <a:pt x="523" y="589"/>
                  </a:moveTo>
                  <a:cubicBezTo>
                    <a:pt x="525" y="588"/>
                    <a:pt x="526" y="586"/>
                    <a:pt x="528" y="585"/>
                  </a:cubicBezTo>
                  <a:cubicBezTo>
                    <a:pt x="527" y="587"/>
                    <a:pt x="523" y="590"/>
                    <a:pt x="523" y="589"/>
                  </a:cubicBezTo>
                  <a:close/>
                  <a:moveTo>
                    <a:pt x="465" y="603"/>
                  </a:moveTo>
                  <a:cubicBezTo>
                    <a:pt x="463" y="604"/>
                    <a:pt x="460" y="605"/>
                    <a:pt x="458" y="606"/>
                  </a:cubicBezTo>
                  <a:cubicBezTo>
                    <a:pt x="460" y="604"/>
                    <a:pt x="466" y="601"/>
                    <a:pt x="465" y="603"/>
                  </a:cubicBezTo>
                  <a:close/>
                  <a:moveTo>
                    <a:pt x="552" y="583"/>
                  </a:moveTo>
                  <a:cubicBezTo>
                    <a:pt x="554" y="581"/>
                    <a:pt x="552" y="583"/>
                    <a:pt x="551" y="583"/>
                  </a:cubicBezTo>
                  <a:cubicBezTo>
                    <a:pt x="552" y="582"/>
                    <a:pt x="553" y="582"/>
                    <a:pt x="554" y="580"/>
                  </a:cubicBezTo>
                  <a:cubicBezTo>
                    <a:pt x="552" y="581"/>
                    <a:pt x="551" y="583"/>
                    <a:pt x="549" y="584"/>
                  </a:cubicBezTo>
                  <a:cubicBezTo>
                    <a:pt x="548" y="584"/>
                    <a:pt x="546" y="584"/>
                    <a:pt x="549" y="582"/>
                  </a:cubicBezTo>
                  <a:cubicBezTo>
                    <a:pt x="548" y="584"/>
                    <a:pt x="551" y="581"/>
                    <a:pt x="552" y="581"/>
                  </a:cubicBezTo>
                  <a:cubicBezTo>
                    <a:pt x="553" y="578"/>
                    <a:pt x="556" y="578"/>
                    <a:pt x="557" y="576"/>
                  </a:cubicBezTo>
                  <a:cubicBezTo>
                    <a:pt x="559" y="575"/>
                    <a:pt x="560" y="574"/>
                    <a:pt x="562" y="572"/>
                  </a:cubicBezTo>
                  <a:cubicBezTo>
                    <a:pt x="563" y="571"/>
                    <a:pt x="561" y="573"/>
                    <a:pt x="561" y="572"/>
                  </a:cubicBezTo>
                  <a:cubicBezTo>
                    <a:pt x="566" y="569"/>
                    <a:pt x="564" y="572"/>
                    <a:pt x="563" y="575"/>
                  </a:cubicBezTo>
                  <a:cubicBezTo>
                    <a:pt x="562" y="575"/>
                    <a:pt x="562" y="574"/>
                    <a:pt x="562" y="574"/>
                  </a:cubicBezTo>
                  <a:cubicBezTo>
                    <a:pt x="561" y="575"/>
                    <a:pt x="560" y="575"/>
                    <a:pt x="560" y="576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0" y="578"/>
                    <a:pt x="559" y="578"/>
                    <a:pt x="560" y="579"/>
                  </a:cubicBezTo>
                  <a:cubicBezTo>
                    <a:pt x="559" y="580"/>
                    <a:pt x="558" y="581"/>
                    <a:pt x="556" y="581"/>
                  </a:cubicBezTo>
                  <a:cubicBezTo>
                    <a:pt x="556" y="580"/>
                    <a:pt x="558" y="579"/>
                    <a:pt x="557" y="579"/>
                  </a:cubicBezTo>
                  <a:cubicBezTo>
                    <a:pt x="556" y="581"/>
                    <a:pt x="554" y="582"/>
                    <a:pt x="552" y="583"/>
                  </a:cubicBezTo>
                  <a:close/>
                  <a:moveTo>
                    <a:pt x="535" y="590"/>
                  </a:moveTo>
                  <a:cubicBezTo>
                    <a:pt x="535" y="590"/>
                    <a:pt x="533" y="592"/>
                    <a:pt x="532" y="593"/>
                  </a:cubicBezTo>
                  <a:cubicBezTo>
                    <a:pt x="531" y="593"/>
                    <a:pt x="528" y="595"/>
                    <a:pt x="526" y="597"/>
                  </a:cubicBezTo>
                  <a:cubicBezTo>
                    <a:pt x="528" y="594"/>
                    <a:pt x="524" y="598"/>
                    <a:pt x="522" y="598"/>
                  </a:cubicBezTo>
                  <a:cubicBezTo>
                    <a:pt x="524" y="596"/>
                    <a:pt x="527" y="595"/>
                    <a:pt x="529" y="593"/>
                  </a:cubicBezTo>
                  <a:cubicBezTo>
                    <a:pt x="532" y="589"/>
                    <a:pt x="530" y="589"/>
                    <a:pt x="535" y="586"/>
                  </a:cubicBezTo>
                  <a:cubicBezTo>
                    <a:pt x="532" y="589"/>
                    <a:pt x="530" y="593"/>
                    <a:pt x="535" y="590"/>
                  </a:cubicBezTo>
                  <a:close/>
                  <a:moveTo>
                    <a:pt x="367" y="604"/>
                  </a:moveTo>
                  <a:cubicBezTo>
                    <a:pt x="366" y="604"/>
                    <a:pt x="369" y="603"/>
                    <a:pt x="367" y="603"/>
                  </a:cubicBezTo>
                  <a:cubicBezTo>
                    <a:pt x="364" y="604"/>
                    <a:pt x="366" y="604"/>
                    <a:pt x="364" y="605"/>
                  </a:cubicBezTo>
                  <a:cubicBezTo>
                    <a:pt x="364" y="605"/>
                    <a:pt x="363" y="605"/>
                    <a:pt x="362" y="605"/>
                  </a:cubicBezTo>
                  <a:cubicBezTo>
                    <a:pt x="364" y="603"/>
                    <a:pt x="366" y="603"/>
                    <a:pt x="367" y="601"/>
                  </a:cubicBezTo>
                  <a:cubicBezTo>
                    <a:pt x="371" y="602"/>
                    <a:pt x="371" y="602"/>
                    <a:pt x="375" y="602"/>
                  </a:cubicBezTo>
                  <a:cubicBezTo>
                    <a:pt x="373" y="603"/>
                    <a:pt x="370" y="604"/>
                    <a:pt x="367" y="604"/>
                  </a:cubicBezTo>
                  <a:close/>
                  <a:moveTo>
                    <a:pt x="452" y="608"/>
                  </a:moveTo>
                  <a:cubicBezTo>
                    <a:pt x="453" y="607"/>
                    <a:pt x="455" y="606"/>
                    <a:pt x="457" y="606"/>
                  </a:cubicBezTo>
                  <a:cubicBezTo>
                    <a:pt x="456" y="607"/>
                    <a:pt x="454" y="607"/>
                    <a:pt x="452" y="608"/>
                  </a:cubicBezTo>
                  <a:close/>
                  <a:moveTo>
                    <a:pt x="564" y="575"/>
                  </a:moveTo>
                  <a:cubicBezTo>
                    <a:pt x="565" y="574"/>
                    <a:pt x="563" y="576"/>
                    <a:pt x="564" y="574"/>
                  </a:cubicBezTo>
                  <a:cubicBezTo>
                    <a:pt x="566" y="572"/>
                    <a:pt x="566" y="573"/>
                    <a:pt x="564" y="575"/>
                  </a:cubicBezTo>
                  <a:close/>
                  <a:moveTo>
                    <a:pt x="524" y="595"/>
                  </a:moveTo>
                  <a:cubicBezTo>
                    <a:pt x="525" y="594"/>
                    <a:pt x="527" y="592"/>
                    <a:pt x="528" y="591"/>
                  </a:cubicBezTo>
                  <a:cubicBezTo>
                    <a:pt x="528" y="591"/>
                    <a:pt x="529" y="590"/>
                    <a:pt x="530" y="590"/>
                  </a:cubicBezTo>
                  <a:cubicBezTo>
                    <a:pt x="531" y="590"/>
                    <a:pt x="527" y="594"/>
                    <a:pt x="524" y="595"/>
                  </a:cubicBezTo>
                  <a:close/>
                  <a:moveTo>
                    <a:pt x="448" y="610"/>
                  </a:moveTo>
                  <a:cubicBezTo>
                    <a:pt x="447" y="610"/>
                    <a:pt x="445" y="610"/>
                    <a:pt x="446" y="609"/>
                  </a:cubicBezTo>
                  <a:cubicBezTo>
                    <a:pt x="448" y="609"/>
                    <a:pt x="448" y="608"/>
                    <a:pt x="450" y="608"/>
                  </a:cubicBezTo>
                  <a:lnTo>
                    <a:pt x="448" y="610"/>
                  </a:lnTo>
                  <a:close/>
                  <a:moveTo>
                    <a:pt x="488" y="606"/>
                  </a:moveTo>
                  <a:cubicBezTo>
                    <a:pt x="485" y="606"/>
                    <a:pt x="490" y="603"/>
                    <a:pt x="492" y="603"/>
                  </a:cubicBezTo>
                  <a:cubicBezTo>
                    <a:pt x="491" y="604"/>
                    <a:pt x="489" y="604"/>
                    <a:pt x="488" y="606"/>
                  </a:cubicBezTo>
                  <a:close/>
                  <a:moveTo>
                    <a:pt x="548" y="585"/>
                  </a:moveTo>
                  <a:cubicBezTo>
                    <a:pt x="547" y="586"/>
                    <a:pt x="544" y="587"/>
                    <a:pt x="546" y="585"/>
                  </a:cubicBezTo>
                  <a:cubicBezTo>
                    <a:pt x="547" y="585"/>
                    <a:pt x="548" y="584"/>
                    <a:pt x="548" y="585"/>
                  </a:cubicBezTo>
                  <a:close/>
                  <a:moveTo>
                    <a:pt x="445" y="612"/>
                  </a:moveTo>
                  <a:cubicBezTo>
                    <a:pt x="445" y="612"/>
                    <a:pt x="446" y="611"/>
                    <a:pt x="445" y="611"/>
                  </a:cubicBezTo>
                  <a:cubicBezTo>
                    <a:pt x="444" y="612"/>
                    <a:pt x="443" y="612"/>
                    <a:pt x="443" y="613"/>
                  </a:cubicBezTo>
                  <a:cubicBezTo>
                    <a:pt x="444" y="611"/>
                    <a:pt x="446" y="611"/>
                    <a:pt x="448" y="610"/>
                  </a:cubicBezTo>
                  <a:cubicBezTo>
                    <a:pt x="447" y="611"/>
                    <a:pt x="446" y="612"/>
                    <a:pt x="445" y="612"/>
                  </a:cubicBezTo>
                  <a:close/>
                  <a:moveTo>
                    <a:pt x="448" y="614"/>
                  </a:moveTo>
                  <a:cubicBezTo>
                    <a:pt x="449" y="614"/>
                    <a:pt x="451" y="612"/>
                    <a:pt x="453" y="612"/>
                  </a:cubicBezTo>
                  <a:cubicBezTo>
                    <a:pt x="452" y="614"/>
                    <a:pt x="447" y="615"/>
                    <a:pt x="448" y="614"/>
                  </a:cubicBezTo>
                  <a:close/>
                  <a:moveTo>
                    <a:pt x="569" y="580"/>
                  </a:moveTo>
                  <a:cubicBezTo>
                    <a:pt x="569" y="579"/>
                    <a:pt x="567" y="582"/>
                    <a:pt x="568" y="582"/>
                  </a:cubicBezTo>
                  <a:cubicBezTo>
                    <a:pt x="566" y="583"/>
                    <a:pt x="566" y="582"/>
                    <a:pt x="567" y="581"/>
                  </a:cubicBezTo>
                  <a:cubicBezTo>
                    <a:pt x="569" y="579"/>
                    <a:pt x="568" y="579"/>
                    <a:pt x="571" y="577"/>
                  </a:cubicBezTo>
                  <a:cubicBezTo>
                    <a:pt x="571" y="578"/>
                    <a:pt x="570" y="579"/>
                    <a:pt x="569" y="580"/>
                  </a:cubicBezTo>
                  <a:close/>
                  <a:moveTo>
                    <a:pt x="331" y="605"/>
                  </a:moveTo>
                  <a:cubicBezTo>
                    <a:pt x="333" y="604"/>
                    <a:pt x="334" y="605"/>
                    <a:pt x="336" y="605"/>
                  </a:cubicBezTo>
                  <a:cubicBezTo>
                    <a:pt x="334" y="606"/>
                    <a:pt x="333" y="606"/>
                    <a:pt x="331" y="605"/>
                  </a:cubicBezTo>
                  <a:close/>
                  <a:moveTo>
                    <a:pt x="455" y="621"/>
                  </a:moveTo>
                  <a:cubicBezTo>
                    <a:pt x="456" y="620"/>
                    <a:pt x="458" y="620"/>
                    <a:pt x="459" y="620"/>
                  </a:cubicBezTo>
                  <a:cubicBezTo>
                    <a:pt x="458" y="621"/>
                    <a:pt x="456" y="621"/>
                    <a:pt x="455" y="621"/>
                  </a:cubicBezTo>
                  <a:close/>
                  <a:moveTo>
                    <a:pt x="404" y="622"/>
                  </a:moveTo>
                  <a:cubicBezTo>
                    <a:pt x="401" y="622"/>
                    <a:pt x="404" y="620"/>
                    <a:pt x="406" y="621"/>
                  </a:cubicBezTo>
                  <a:cubicBezTo>
                    <a:pt x="404" y="622"/>
                    <a:pt x="406" y="622"/>
                    <a:pt x="404" y="622"/>
                  </a:cubicBezTo>
                  <a:close/>
                  <a:moveTo>
                    <a:pt x="445" y="624"/>
                  </a:moveTo>
                  <a:cubicBezTo>
                    <a:pt x="444" y="625"/>
                    <a:pt x="442" y="626"/>
                    <a:pt x="441" y="626"/>
                  </a:cubicBezTo>
                  <a:cubicBezTo>
                    <a:pt x="439" y="627"/>
                    <a:pt x="437" y="627"/>
                    <a:pt x="437" y="627"/>
                  </a:cubicBezTo>
                  <a:cubicBezTo>
                    <a:pt x="440" y="627"/>
                    <a:pt x="442" y="625"/>
                    <a:pt x="444" y="624"/>
                  </a:cubicBezTo>
                  <a:cubicBezTo>
                    <a:pt x="443" y="625"/>
                    <a:pt x="446" y="623"/>
                    <a:pt x="445" y="624"/>
                  </a:cubicBezTo>
                  <a:close/>
                  <a:moveTo>
                    <a:pt x="305" y="602"/>
                  </a:moveTo>
                  <a:cubicBezTo>
                    <a:pt x="308" y="602"/>
                    <a:pt x="310" y="602"/>
                    <a:pt x="312" y="603"/>
                  </a:cubicBezTo>
                  <a:cubicBezTo>
                    <a:pt x="310" y="603"/>
                    <a:pt x="306" y="603"/>
                    <a:pt x="305" y="602"/>
                  </a:cubicBezTo>
                  <a:close/>
                  <a:moveTo>
                    <a:pt x="522" y="613"/>
                  </a:moveTo>
                  <a:cubicBezTo>
                    <a:pt x="524" y="613"/>
                    <a:pt x="527" y="610"/>
                    <a:pt x="527" y="611"/>
                  </a:cubicBezTo>
                  <a:cubicBezTo>
                    <a:pt x="526" y="612"/>
                    <a:pt x="522" y="614"/>
                    <a:pt x="522" y="613"/>
                  </a:cubicBezTo>
                  <a:close/>
                  <a:moveTo>
                    <a:pt x="473" y="630"/>
                  </a:moveTo>
                  <a:cubicBezTo>
                    <a:pt x="471" y="630"/>
                    <a:pt x="469" y="631"/>
                    <a:pt x="467" y="631"/>
                  </a:cubicBezTo>
                  <a:cubicBezTo>
                    <a:pt x="469" y="630"/>
                    <a:pt x="471" y="630"/>
                    <a:pt x="473" y="628"/>
                  </a:cubicBezTo>
                  <a:cubicBezTo>
                    <a:pt x="474" y="628"/>
                    <a:pt x="475" y="627"/>
                    <a:pt x="476" y="627"/>
                  </a:cubicBezTo>
                  <a:cubicBezTo>
                    <a:pt x="474" y="629"/>
                    <a:pt x="474" y="628"/>
                    <a:pt x="473" y="630"/>
                  </a:cubicBezTo>
                  <a:close/>
                  <a:moveTo>
                    <a:pt x="386" y="631"/>
                  </a:moveTo>
                  <a:cubicBezTo>
                    <a:pt x="384" y="631"/>
                    <a:pt x="383" y="631"/>
                    <a:pt x="386" y="630"/>
                  </a:cubicBezTo>
                  <a:cubicBezTo>
                    <a:pt x="388" y="630"/>
                    <a:pt x="388" y="631"/>
                    <a:pt x="391" y="630"/>
                  </a:cubicBezTo>
                  <a:cubicBezTo>
                    <a:pt x="390" y="631"/>
                    <a:pt x="388" y="631"/>
                    <a:pt x="386" y="631"/>
                  </a:cubicBezTo>
                  <a:close/>
                  <a:moveTo>
                    <a:pt x="482" y="635"/>
                  </a:moveTo>
                  <a:cubicBezTo>
                    <a:pt x="484" y="633"/>
                    <a:pt x="486" y="631"/>
                    <a:pt x="488" y="631"/>
                  </a:cubicBezTo>
                  <a:cubicBezTo>
                    <a:pt x="486" y="632"/>
                    <a:pt x="484" y="634"/>
                    <a:pt x="482" y="635"/>
                  </a:cubicBezTo>
                  <a:close/>
                  <a:moveTo>
                    <a:pt x="429" y="638"/>
                  </a:moveTo>
                  <a:cubicBezTo>
                    <a:pt x="430" y="637"/>
                    <a:pt x="431" y="637"/>
                    <a:pt x="433" y="637"/>
                  </a:cubicBezTo>
                  <a:cubicBezTo>
                    <a:pt x="431" y="638"/>
                    <a:pt x="430" y="638"/>
                    <a:pt x="429" y="638"/>
                  </a:cubicBezTo>
                  <a:close/>
                  <a:moveTo>
                    <a:pt x="447" y="639"/>
                  </a:moveTo>
                  <a:cubicBezTo>
                    <a:pt x="449" y="638"/>
                    <a:pt x="451" y="637"/>
                    <a:pt x="454" y="636"/>
                  </a:cubicBezTo>
                  <a:cubicBezTo>
                    <a:pt x="451" y="638"/>
                    <a:pt x="449" y="638"/>
                    <a:pt x="447" y="639"/>
                  </a:cubicBezTo>
                  <a:close/>
                  <a:moveTo>
                    <a:pt x="431" y="641"/>
                  </a:moveTo>
                  <a:cubicBezTo>
                    <a:pt x="428" y="641"/>
                    <a:pt x="425" y="643"/>
                    <a:pt x="422" y="644"/>
                  </a:cubicBezTo>
                  <a:cubicBezTo>
                    <a:pt x="424" y="642"/>
                    <a:pt x="428" y="642"/>
                    <a:pt x="432" y="640"/>
                  </a:cubicBezTo>
                  <a:cubicBezTo>
                    <a:pt x="432" y="640"/>
                    <a:pt x="432" y="639"/>
                    <a:pt x="434" y="639"/>
                  </a:cubicBezTo>
                  <a:cubicBezTo>
                    <a:pt x="433" y="640"/>
                    <a:pt x="433" y="640"/>
                    <a:pt x="431" y="641"/>
                  </a:cubicBezTo>
                  <a:close/>
                  <a:moveTo>
                    <a:pt x="380" y="640"/>
                  </a:moveTo>
                  <a:cubicBezTo>
                    <a:pt x="383" y="639"/>
                    <a:pt x="386" y="638"/>
                    <a:pt x="389" y="638"/>
                  </a:cubicBezTo>
                  <a:cubicBezTo>
                    <a:pt x="386" y="639"/>
                    <a:pt x="383" y="639"/>
                    <a:pt x="380" y="640"/>
                  </a:cubicBezTo>
                  <a:close/>
                  <a:moveTo>
                    <a:pt x="469" y="642"/>
                  </a:moveTo>
                  <a:cubicBezTo>
                    <a:pt x="470" y="641"/>
                    <a:pt x="472" y="640"/>
                    <a:pt x="473" y="640"/>
                  </a:cubicBezTo>
                  <a:cubicBezTo>
                    <a:pt x="472" y="641"/>
                    <a:pt x="474" y="641"/>
                    <a:pt x="473" y="642"/>
                  </a:cubicBezTo>
                  <a:cubicBezTo>
                    <a:pt x="470" y="643"/>
                    <a:pt x="471" y="642"/>
                    <a:pt x="469" y="642"/>
                  </a:cubicBezTo>
                  <a:close/>
                  <a:moveTo>
                    <a:pt x="478" y="637"/>
                  </a:moveTo>
                  <a:cubicBezTo>
                    <a:pt x="479" y="638"/>
                    <a:pt x="480" y="637"/>
                    <a:pt x="483" y="636"/>
                  </a:cubicBezTo>
                  <a:cubicBezTo>
                    <a:pt x="479" y="638"/>
                    <a:pt x="476" y="641"/>
                    <a:pt x="474" y="641"/>
                  </a:cubicBezTo>
                  <a:cubicBezTo>
                    <a:pt x="477" y="639"/>
                    <a:pt x="477" y="639"/>
                    <a:pt x="478" y="637"/>
                  </a:cubicBezTo>
                  <a:close/>
                  <a:moveTo>
                    <a:pt x="468" y="641"/>
                  </a:moveTo>
                  <a:cubicBezTo>
                    <a:pt x="469" y="641"/>
                    <a:pt x="473" y="638"/>
                    <a:pt x="473" y="639"/>
                  </a:cubicBezTo>
                  <a:cubicBezTo>
                    <a:pt x="471" y="640"/>
                    <a:pt x="468" y="642"/>
                    <a:pt x="466" y="642"/>
                  </a:cubicBezTo>
                  <a:cubicBezTo>
                    <a:pt x="467" y="641"/>
                    <a:pt x="467" y="641"/>
                    <a:pt x="465" y="641"/>
                  </a:cubicBezTo>
                  <a:cubicBezTo>
                    <a:pt x="467" y="640"/>
                    <a:pt x="469" y="639"/>
                    <a:pt x="471" y="638"/>
                  </a:cubicBezTo>
                  <a:cubicBezTo>
                    <a:pt x="470" y="639"/>
                    <a:pt x="467" y="641"/>
                    <a:pt x="468" y="641"/>
                  </a:cubicBezTo>
                  <a:close/>
                  <a:moveTo>
                    <a:pt x="425" y="645"/>
                  </a:moveTo>
                  <a:cubicBezTo>
                    <a:pt x="426" y="645"/>
                    <a:pt x="428" y="644"/>
                    <a:pt x="429" y="644"/>
                  </a:cubicBezTo>
                  <a:cubicBezTo>
                    <a:pt x="428" y="645"/>
                    <a:pt x="424" y="646"/>
                    <a:pt x="425" y="645"/>
                  </a:cubicBezTo>
                  <a:close/>
                  <a:moveTo>
                    <a:pt x="432" y="643"/>
                  </a:moveTo>
                  <a:cubicBezTo>
                    <a:pt x="430" y="644"/>
                    <a:pt x="434" y="644"/>
                    <a:pt x="431" y="645"/>
                  </a:cubicBezTo>
                  <a:cubicBezTo>
                    <a:pt x="429" y="645"/>
                    <a:pt x="429" y="644"/>
                    <a:pt x="432" y="643"/>
                  </a:cubicBezTo>
                  <a:close/>
                  <a:moveTo>
                    <a:pt x="418" y="644"/>
                  </a:moveTo>
                  <a:cubicBezTo>
                    <a:pt x="416" y="645"/>
                    <a:pt x="415" y="645"/>
                    <a:pt x="413" y="646"/>
                  </a:cubicBezTo>
                  <a:cubicBezTo>
                    <a:pt x="411" y="645"/>
                    <a:pt x="410" y="646"/>
                    <a:pt x="408" y="646"/>
                  </a:cubicBezTo>
                  <a:cubicBezTo>
                    <a:pt x="411" y="645"/>
                    <a:pt x="410" y="646"/>
                    <a:pt x="412" y="644"/>
                  </a:cubicBezTo>
                  <a:cubicBezTo>
                    <a:pt x="413" y="645"/>
                    <a:pt x="414" y="645"/>
                    <a:pt x="416" y="644"/>
                  </a:cubicBezTo>
                  <a:cubicBezTo>
                    <a:pt x="417" y="644"/>
                    <a:pt x="418" y="644"/>
                    <a:pt x="418" y="644"/>
                  </a:cubicBezTo>
                  <a:close/>
                  <a:moveTo>
                    <a:pt x="326" y="629"/>
                  </a:moveTo>
                  <a:cubicBezTo>
                    <a:pt x="327" y="628"/>
                    <a:pt x="330" y="629"/>
                    <a:pt x="330" y="628"/>
                  </a:cubicBezTo>
                  <a:cubicBezTo>
                    <a:pt x="331" y="628"/>
                    <a:pt x="331" y="628"/>
                    <a:pt x="331" y="628"/>
                  </a:cubicBezTo>
                  <a:cubicBezTo>
                    <a:pt x="331" y="628"/>
                    <a:pt x="332" y="628"/>
                    <a:pt x="332" y="628"/>
                  </a:cubicBezTo>
                  <a:cubicBezTo>
                    <a:pt x="331" y="629"/>
                    <a:pt x="328" y="630"/>
                    <a:pt x="326" y="629"/>
                  </a:cubicBezTo>
                  <a:close/>
                  <a:moveTo>
                    <a:pt x="263" y="595"/>
                  </a:moveTo>
                  <a:cubicBezTo>
                    <a:pt x="262" y="595"/>
                    <a:pt x="261" y="595"/>
                    <a:pt x="261" y="594"/>
                  </a:cubicBezTo>
                  <a:cubicBezTo>
                    <a:pt x="263" y="594"/>
                    <a:pt x="265" y="595"/>
                    <a:pt x="263" y="595"/>
                  </a:cubicBezTo>
                  <a:close/>
                  <a:moveTo>
                    <a:pt x="463" y="644"/>
                  </a:moveTo>
                  <a:cubicBezTo>
                    <a:pt x="464" y="643"/>
                    <a:pt x="466" y="642"/>
                    <a:pt x="468" y="642"/>
                  </a:cubicBezTo>
                  <a:cubicBezTo>
                    <a:pt x="467" y="644"/>
                    <a:pt x="462" y="644"/>
                    <a:pt x="463" y="644"/>
                  </a:cubicBezTo>
                  <a:close/>
                  <a:moveTo>
                    <a:pt x="337" y="635"/>
                  </a:moveTo>
                  <a:cubicBezTo>
                    <a:pt x="340" y="635"/>
                    <a:pt x="342" y="635"/>
                    <a:pt x="344" y="635"/>
                  </a:cubicBezTo>
                  <a:cubicBezTo>
                    <a:pt x="342" y="635"/>
                    <a:pt x="339" y="635"/>
                    <a:pt x="337" y="635"/>
                  </a:cubicBezTo>
                  <a:close/>
                  <a:moveTo>
                    <a:pt x="439" y="651"/>
                  </a:moveTo>
                  <a:cubicBezTo>
                    <a:pt x="440" y="651"/>
                    <a:pt x="440" y="651"/>
                    <a:pt x="441" y="650"/>
                  </a:cubicBezTo>
                  <a:cubicBezTo>
                    <a:pt x="443" y="649"/>
                    <a:pt x="444" y="650"/>
                    <a:pt x="447" y="648"/>
                  </a:cubicBezTo>
                  <a:cubicBezTo>
                    <a:pt x="447" y="648"/>
                    <a:pt x="443" y="649"/>
                    <a:pt x="445" y="648"/>
                  </a:cubicBezTo>
                  <a:cubicBezTo>
                    <a:pt x="447" y="647"/>
                    <a:pt x="449" y="647"/>
                    <a:pt x="450" y="647"/>
                  </a:cubicBezTo>
                  <a:cubicBezTo>
                    <a:pt x="447" y="649"/>
                    <a:pt x="440" y="652"/>
                    <a:pt x="439" y="651"/>
                  </a:cubicBezTo>
                  <a:close/>
                  <a:moveTo>
                    <a:pt x="354" y="641"/>
                  </a:moveTo>
                  <a:cubicBezTo>
                    <a:pt x="351" y="641"/>
                    <a:pt x="349" y="642"/>
                    <a:pt x="346" y="641"/>
                  </a:cubicBezTo>
                  <a:cubicBezTo>
                    <a:pt x="348" y="640"/>
                    <a:pt x="351" y="640"/>
                    <a:pt x="353" y="640"/>
                  </a:cubicBezTo>
                  <a:cubicBezTo>
                    <a:pt x="354" y="640"/>
                    <a:pt x="355" y="640"/>
                    <a:pt x="354" y="641"/>
                  </a:cubicBezTo>
                  <a:close/>
                  <a:moveTo>
                    <a:pt x="400" y="650"/>
                  </a:moveTo>
                  <a:cubicBezTo>
                    <a:pt x="399" y="650"/>
                    <a:pt x="398" y="650"/>
                    <a:pt x="397" y="650"/>
                  </a:cubicBezTo>
                  <a:cubicBezTo>
                    <a:pt x="398" y="649"/>
                    <a:pt x="402" y="649"/>
                    <a:pt x="400" y="650"/>
                  </a:cubicBezTo>
                  <a:close/>
                  <a:moveTo>
                    <a:pt x="430" y="654"/>
                  </a:moveTo>
                  <a:cubicBezTo>
                    <a:pt x="431" y="653"/>
                    <a:pt x="431" y="653"/>
                    <a:pt x="431" y="653"/>
                  </a:cubicBezTo>
                  <a:cubicBezTo>
                    <a:pt x="432" y="652"/>
                    <a:pt x="433" y="652"/>
                    <a:pt x="435" y="652"/>
                  </a:cubicBezTo>
                  <a:cubicBezTo>
                    <a:pt x="433" y="653"/>
                    <a:pt x="432" y="654"/>
                    <a:pt x="430" y="654"/>
                  </a:cubicBezTo>
                  <a:close/>
                  <a:moveTo>
                    <a:pt x="388" y="652"/>
                  </a:moveTo>
                  <a:cubicBezTo>
                    <a:pt x="390" y="652"/>
                    <a:pt x="392" y="650"/>
                    <a:pt x="394" y="651"/>
                  </a:cubicBezTo>
                  <a:cubicBezTo>
                    <a:pt x="392" y="651"/>
                    <a:pt x="390" y="652"/>
                    <a:pt x="388" y="652"/>
                  </a:cubicBezTo>
                  <a:close/>
                  <a:moveTo>
                    <a:pt x="371" y="651"/>
                  </a:moveTo>
                  <a:cubicBezTo>
                    <a:pt x="373" y="650"/>
                    <a:pt x="374" y="651"/>
                    <a:pt x="375" y="650"/>
                  </a:cubicBezTo>
                  <a:cubicBezTo>
                    <a:pt x="376" y="650"/>
                    <a:pt x="377" y="650"/>
                    <a:pt x="377" y="651"/>
                  </a:cubicBezTo>
                  <a:cubicBezTo>
                    <a:pt x="375" y="652"/>
                    <a:pt x="373" y="652"/>
                    <a:pt x="371" y="651"/>
                  </a:cubicBezTo>
                  <a:close/>
                  <a:moveTo>
                    <a:pt x="384" y="650"/>
                  </a:moveTo>
                  <a:cubicBezTo>
                    <a:pt x="382" y="650"/>
                    <a:pt x="379" y="651"/>
                    <a:pt x="377" y="651"/>
                  </a:cubicBezTo>
                  <a:cubicBezTo>
                    <a:pt x="379" y="649"/>
                    <a:pt x="384" y="649"/>
                    <a:pt x="384" y="650"/>
                  </a:cubicBezTo>
                  <a:close/>
                  <a:moveTo>
                    <a:pt x="421" y="654"/>
                  </a:moveTo>
                  <a:cubicBezTo>
                    <a:pt x="423" y="653"/>
                    <a:pt x="424" y="653"/>
                    <a:pt x="426" y="653"/>
                  </a:cubicBezTo>
                  <a:cubicBezTo>
                    <a:pt x="424" y="654"/>
                    <a:pt x="423" y="654"/>
                    <a:pt x="421" y="654"/>
                  </a:cubicBezTo>
                  <a:close/>
                  <a:moveTo>
                    <a:pt x="380" y="653"/>
                  </a:moveTo>
                  <a:cubicBezTo>
                    <a:pt x="381" y="652"/>
                    <a:pt x="383" y="652"/>
                    <a:pt x="385" y="652"/>
                  </a:cubicBezTo>
                  <a:cubicBezTo>
                    <a:pt x="385" y="652"/>
                    <a:pt x="382" y="653"/>
                    <a:pt x="380" y="653"/>
                  </a:cubicBezTo>
                  <a:close/>
                  <a:moveTo>
                    <a:pt x="372" y="655"/>
                  </a:moveTo>
                  <a:cubicBezTo>
                    <a:pt x="376" y="654"/>
                    <a:pt x="377" y="653"/>
                    <a:pt x="377" y="652"/>
                  </a:cubicBezTo>
                  <a:cubicBezTo>
                    <a:pt x="380" y="652"/>
                    <a:pt x="379" y="653"/>
                    <a:pt x="380" y="653"/>
                  </a:cubicBezTo>
                  <a:cubicBezTo>
                    <a:pt x="378" y="654"/>
                    <a:pt x="377" y="654"/>
                    <a:pt x="375" y="654"/>
                  </a:cubicBezTo>
                  <a:cubicBezTo>
                    <a:pt x="376" y="655"/>
                    <a:pt x="377" y="654"/>
                    <a:pt x="377" y="655"/>
                  </a:cubicBezTo>
                  <a:cubicBezTo>
                    <a:pt x="373" y="656"/>
                    <a:pt x="371" y="655"/>
                    <a:pt x="369" y="655"/>
                  </a:cubicBezTo>
                  <a:cubicBezTo>
                    <a:pt x="369" y="654"/>
                    <a:pt x="369" y="654"/>
                    <a:pt x="371" y="654"/>
                  </a:cubicBezTo>
                  <a:cubicBezTo>
                    <a:pt x="373" y="654"/>
                    <a:pt x="372" y="654"/>
                    <a:pt x="372" y="655"/>
                  </a:cubicBezTo>
                  <a:close/>
                  <a:moveTo>
                    <a:pt x="363" y="654"/>
                  </a:moveTo>
                  <a:cubicBezTo>
                    <a:pt x="368" y="653"/>
                    <a:pt x="372" y="652"/>
                    <a:pt x="376" y="652"/>
                  </a:cubicBezTo>
                  <a:cubicBezTo>
                    <a:pt x="375" y="654"/>
                    <a:pt x="368" y="654"/>
                    <a:pt x="363" y="654"/>
                  </a:cubicBezTo>
                  <a:close/>
                  <a:moveTo>
                    <a:pt x="423" y="659"/>
                  </a:moveTo>
                  <a:cubicBezTo>
                    <a:pt x="426" y="658"/>
                    <a:pt x="430" y="657"/>
                    <a:pt x="433" y="656"/>
                  </a:cubicBezTo>
                  <a:cubicBezTo>
                    <a:pt x="430" y="658"/>
                    <a:pt x="427" y="659"/>
                    <a:pt x="423" y="659"/>
                  </a:cubicBezTo>
                  <a:close/>
                  <a:moveTo>
                    <a:pt x="404" y="658"/>
                  </a:moveTo>
                  <a:cubicBezTo>
                    <a:pt x="405" y="657"/>
                    <a:pt x="405" y="657"/>
                    <a:pt x="407" y="656"/>
                  </a:cubicBezTo>
                  <a:cubicBezTo>
                    <a:pt x="407" y="657"/>
                    <a:pt x="406" y="658"/>
                    <a:pt x="404" y="658"/>
                  </a:cubicBezTo>
                  <a:close/>
                  <a:moveTo>
                    <a:pt x="409" y="661"/>
                  </a:moveTo>
                  <a:cubicBezTo>
                    <a:pt x="405" y="661"/>
                    <a:pt x="411" y="660"/>
                    <a:pt x="410" y="660"/>
                  </a:cubicBezTo>
                  <a:cubicBezTo>
                    <a:pt x="408" y="660"/>
                    <a:pt x="406" y="661"/>
                    <a:pt x="405" y="661"/>
                  </a:cubicBezTo>
                  <a:cubicBezTo>
                    <a:pt x="408" y="659"/>
                    <a:pt x="411" y="659"/>
                    <a:pt x="414" y="658"/>
                  </a:cubicBezTo>
                  <a:cubicBezTo>
                    <a:pt x="414" y="659"/>
                    <a:pt x="410" y="660"/>
                    <a:pt x="409" y="661"/>
                  </a:cubicBezTo>
                  <a:close/>
                  <a:moveTo>
                    <a:pt x="359" y="652"/>
                  </a:moveTo>
                  <a:cubicBezTo>
                    <a:pt x="355" y="653"/>
                    <a:pt x="351" y="652"/>
                    <a:pt x="352" y="651"/>
                  </a:cubicBezTo>
                  <a:cubicBezTo>
                    <a:pt x="354" y="651"/>
                    <a:pt x="354" y="652"/>
                    <a:pt x="359" y="652"/>
                  </a:cubicBezTo>
                  <a:close/>
                  <a:moveTo>
                    <a:pt x="358" y="654"/>
                  </a:moveTo>
                  <a:cubicBezTo>
                    <a:pt x="361" y="653"/>
                    <a:pt x="361" y="653"/>
                    <a:pt x="361" y="653"/>
                  </a:cubicBezTo>
                  <a:cubicBezTo>
                    <a:pt x="362" y="653"/>
                    <a:pt x="363" y="654"/>
                    <a:pt x="362" y="654"/>
                  </a:cubicBezTo>
                  <a:cubicBezTo>
                    <a:pt x="361" y="653"/>
                    <a:pt x="359" y="655"/>
                    <a:pt x="358" y="654"/>
                  </a:cubicBezTo>
                  <a:close/>
                  <a:moveTo>
                    <a:pt x="382" y="660"/>
                  </a:moveTo>
                  <a:cubicBezTo>
                    <a:pt x="380" y="660"/>
                    <a:pt x="382" y="659"/>
                    <a:pt x="383" y="659"/>
                  </a:cubicBezTo>
                  <a:cubicBezTo>
                    <a:pt x="384" y="659"/>
                    <a:pt x="384" y="659"/>
                    <a:pt x="385" y="659"/>
                  </a:cubicBezTo>
                  <a:cubicBezTo>
                    <a:pt x="384" y="659"/>
                    <a:pt x="383" y="660"/>
                    <a:pt x="382" y="660"/>
                  </a:cubicBezTo>
                  <a:close/>
                  <a:moveTo>
                    <a:pt x="393" y="662"/>
                  </a:moveTo>
                  <a:cubicBezTo>
                    <a:pt x="391" y="662"/>
                    <a:pt x="391" y="661"/>
                    <a:pt x="393" y="660"/>
                  </a:cubicBezTo>
                  <a:cubicBezTo>
                    <a:pt x="396" y="661"/>
                    <a:pt x="395" y="662"/>
                    <a:pt x="393" y="662"/>
                  </a:cubicBezTo>
                  <a:close/>
                  <a:moveTo>
                    <a:pt x="361" y="656"/>
                  </a:moveTo>
                  <a:cubicBezTo>
                    <a:pt x="359" y="657"/>
                    <a:pt x="356" y="656"/>
                    <a:pt x="356" y="656"/>
                  </a:cubicBezTo>
                  <a:cubicBezTo>
                    <a:pt x="359" y="655"/>
                    <a:pt x="358" y="656"/>
                    <a:pt x="361" y="656"/>
                  </a:cubicBezTo>
                  <a:close/>
                  <a:moveTo>
                    <a:pt x="382" y="664"/>
                  </a:moveTo>
                  <a:cubicBezTo>
                    <a:pt x="381" y="664"/>
                    <a:pt x="380" y="664"/>
                    <a:pt x="379" y="664"/>
                  </a:cubicBezTo>
                  <a:cubicBezTo>
                    <a:pt x="382" y="663"/>
                    <a:pt x="383" y="664"/>
                    <a:pt x="384" y="663"/>
                  </a:cubicBezTo>
                  <a:cubicBezTo>
                    <a:pt x="385" y="663"/>
                    <a:pt x="388" y="662"/>
                    <a:pt x="390" y="662"/>
                  </a:cubicBezTo>
                  <a:cubicBezTo>
                    <a:pt x="387" y="664"/>
                    <a:pt x="385" y="663"/>
                    <a:pt x="382" y="664"/>
                  </a:cubicBezTo>
                  <a:close/>
                  <a:moveTo>
                    <a:pt x="364" y="664"/>
                  </a:moveTo>
                  <a:cubicBezTo>
                    <a:pt x="368" y="665"/>
                    <a:pt x="376" y="663"/>
                    <a:pt x="378" y="664"/>
                  </a:cubicBezTo>
                  <a:cubicBezTo>
                    <a:pt x="374" y="664"/>
                    <a:pt x="364" y="666"/>
                    <a:pt x="364" y="664"/>
                  </a:cubicBezTo>
                  <a:close/>
                  <a:moveTo>
                    <a:pt x="368" y="664"/>
                  </a:moveTo>
                  <a:cubicBezTo>
                    <a:pt x="369" y="664"/>
                    <a:pt x="367" y="664"/>
                    <a:pt x="369" y="663"/>
                  </a:cubicBezTo>
                  <a:cubicBezTo>
                    <a:pt x="371" y="663"/>
                    <a:pt x="372" y="663"/>
                    <a:pt x="373" y="663"/>
                  </a:cubicBezTo>
                  <a:cubicBezTo>
                    <a:pt x="370" y="664"/>
                    <a:pt x="371" y="664"/>
                    <a:pt x="368" y="664"/>
                  </a:cubicBezTo>
                  <a:close/>
                  <a:moveTo>
                    <a:pt x="346" y="666"/>
                  </a:moveTo>
                  <a:cubicBezTo>
                    <a:pt x="345" y="665"/>
                    <a:pt x="343" y="666"/>
                    <a:pt x="342" y="665"/>
                  </a:cubicBezTo>
                  <a:cubicBezTo>
                    <a:pt x="343" y="665"/>
                    <a:pt x="345" y="665"/>
                    <a:pt x="347" y="665"/>
                  </a:cubicBezTo>
                  <a:cubicBezTo>
                    <a:pt x="346" y="665"/>
                    <a:pt x="347" y="666"/>
                    <a:pt x="346" y="666"/>
                  </a:cubicBezTo>
                  <a:close/>
                  <a:moveTo>
                    <a:pt x="293" y="652"/>
                  </a:moveTo>
                  <a:cubicBezTo>
                    <a:pt x="295" y="652"/>
                    <a:pt x="301" y="652"/>
                    <a:pt x="299" y="653"/>
                  </a:cubicBezTo>
                  <a:cubicBezTo>
                    <a:pt x="298" y="652"/>
                    <a:pt x="292" y="652"/>
                    <a:pt x="293" y="652"/>
                  </a:cubicBezTo>
                  <a:close/>
                  <a:moveTo>
                    <a:pt x="240" y="622"/>
                  </a:moveTo>
                  <a:cubicBezTo>
                    <a:pt x="238" y="620"/>
                    <a:pt x="242" y="620"/>
                    <a:pt x="243" y="621"/>
                  </a:cubicBezTo>
                  <a:cubicBezTo>
                    <a:pt x="241" y="621"/>
                    <a:pt x="243" y="622"/>
                    <a:pt x="240" y="622"/>
                  </a:cubicBezTo>
                  <a:close/>
                  <a:moveTo>
                    <a:pt x="294" y="653"/>
                  </a:moveTo>
                  <a:cubicBezTo>
                    <a:pt x="296" y="653"/>
                    <a:pt x="297" y="653"/>
                    <a:pt x="298" y="654"/>
                  </a:cubicBezTo>
                  <a:cubicBezTo>
                    <a:pt x="297" y="654"/>
                    <a:pt x="297" y="655"/>
                    <a:pt x="295" y="654"/>
                  </a:cubicBezTo>
                  <a:cubicBezTo>
                    <a:pt x="296" y="654"/>
                    <a:pt x="294" y="653"/>
                    <a:pt x="294" y="653"/>
                  </a:cubicBezTo>
                  <a:close/>
                  <a:moveTo>
                    <a:pt x="292" y="654"/>
                  </a:moveTo>
                  <a:cubicBezTo>
                    <a:pt x="289" y="653"/>
                    <a:pt x="292" y="652"/>
                    <a:pt x="294" y="653"/>
                  </a:cubicBezTo>
                  <a:cubicBezTo>
                    <a:pt x="294" y="654"/>
                    <a:pt x="295" y="654"/>
                    <a:pt x="292" y="654"/>
                  </a:cubicBezTo>
                  <a:close/>
                  <a:moveTo>
                    <a:pt x="315" y="665"/>
                  </a:moveTo>
                  <a:cubicBezTo>
                    <a:pt x="314" y="663"/>
                    <a:pt x="311" y="664"/>
                    <a:pt x="310" y="664"/>
                  </a:cubicBezTo>
                  <a:cubicBezTo>
                    <a:pt x="313" y="663"/>
                    <a:pt x="316" y="664"/>
                    <a:pt x="319" y="664"/>
                  </a:cubicBezTo>
                  <a:lnTo>
                    <a:pt x="315" y="665"/>
                  </a:lnTo>
                  <a:close/>
                  <a:moveTo>
                    <a:pt x="292" y="655"/>
                  </a:moveTo>
                  <a:cubicBezTo>
                    <a:pt x="294" y="655"/>
                    <a:pt x="294" y="655"/>
                    <a:pt x="294" y="655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4" y="656"/>
                    <a:pt x="293" y="656"/>
                    <a:pt x="292" y="655"/>
                  </a:cubicBezTo>
                  <a:close/>
                  <a:moveTo>
                    <a:pt x="282" y="650"/>
                  </a:moveTo>
                  <a:cubicBezTo>
                    <a:pt x="278" y="651"/>
                    <a:pt x="279" y="649"/>
                    <a:pt x="276" y="649"/>
                  </a:cubicBezTo>
                  <a:cubicBezTo>
                    <a:pt x="278" y="649"/>
                    <a:pt x="282" y="650"/>
                    <a:pt x="282" y="650"/>
                  </a:cubicBezTo>
                  <a:close/>
                  <a:moveTo>
                    <a:pt x="274" y="648"/>
                  </a:moveTo>
                  <a:cubicBezTo>
                    <a:pt x="272" y="647"/>
                    <a:pt x="272" y="647"/>
                    <a:pt x="272" y="647"/>
                  </a:cubicBezTo>
                  <a:cubicBezTo>
                    <a:pt x="273" y="647"/>
                    <a:pt x="278" y="647"/>
                    <a:pt x="277" y="648"/>
                  </a:cubicBezTo>
                  <a:cubicBezTo>
                    <a:pt x="275" y="647"/>
                    <a:pt x="274" y="648"/>
                    <a:pt x="274" y="648"/>
                  </a:cubicBezTo>
                  <a:close/>
                  <a:moveTo>
                    <a:pt x="223" y="615"/>
                  </a:moveTo>
                  <a:cubicBezTo>
                    <a:pt x="224" y="616"/>
                    <a:pt x="225" y="617"/>
                    <a:pt x="227" y="617"/>
                  </a:cubicBezTo>
                  <a:cubicBezTo>
                    <a:pt x="223" y="616"/>
                    <a:pt x="219" y="615"/>
                    <a:pt x="215" y="613"/>
                  </a:cubicBezTo>
                  <a:cubicBezTo>
                    <a:pt x="212" y="611"/>
                    <a:pt x="208" y="609"/>
                    <a:pt x="205" y="607"/>
                  </a:cubicBezTo>
                  <a:cubicBezTo>
                    <a:pt x="207" y="607"/>
                    <a:pt x="208" y="610"/>
                    <a:pt x="211" y="610"/>
                  </a:cubicBezTo>
                  <a:cubicBezTo>
                    <a:pt x="210" y="609"/>
                    <a:pt x="208" y="609"/>
                    <a:pt x="210" y="609"/>
                  </a:cubicBezTo>
                  <a:cubicBezTo>
                    <a:pt x="212" y="610"/>
                    <a:pt x="211" y="610"/>
                    <a:pt x="213" y="611"/>
                  </a:cubicBezTo>
                  <a:cubicBezTo>
                    <a:pt x="216" y="612"/>
                    <a:pt x="217" y="614"/>
                    <a:pt x="220" y="614"/>
                  </a:cubicBezTo>
                  <a:cubicBezTo>
                    <a:pt x="219" y="613"/>
                    <a:pt x="217" y="613"/>
                    <a:pt x="216" y="612"/>
                  </a:cubicBezTo>
                  <a:cubicBezTo>
                    <a:pt x="217" y="612"/>
                    <a:pt x="218" y="612"/>
                    <a:pt x="220" y="612"/>
                  </a:cubicBezTo>
                  <a:cubicBezTo>
                    <a:pt x="221" y="613"/>
                    <a:pt x="219" y="613"/>
                    <a:pt x="221" y="614"/>
                  </a:cubicBezTo>
                  <a:cubicBezTo>
                    <a:pt x="223" y="614"/>
                    <a:pt x="220" y="613"/>
                    <a:pt x="222" y="613"/>
                  </a:cubicBezTo>
                  <a:cubicBezTo>
                    <a:pt x="224" y="614"/>
                    <a:pt x="224" y="614"/>
                    <a:pt x="225" y="615"/>
                  </a:cubicBezTo>
                  <a:cubicBezTo>
                    <a:pt x="225" y="615"/>
                    <a:pt x="223" y="615"/>
                    <a:pt x="223" y="615"/>
                  </a:cubicBezTo>
                  <a:close/>
                  <a:moveTo>
                    <a:pt x="281" y="653"/>
                  </a:moveTo>
                  <a:cubicBezTo>
                    <a:pt x="278" y="651"/>
                    <a:pt x="275" y="651"/>
                    <a:pt x="273" y="650"/>
                  </a:cubicBezTo>
                  <a:cubicBezTo>
                    <a:pt x="274" y="650"/>
                    <a:pt x="273" y="649"/>
                    <a:pt x="276" y="650"/>
                  </a:cubicBezTo>
                  <a:cubicBezTo>
                    <a:pt x="279" y="651"/>
                    <a:pt x="277" y="651"/>
                    <a:pt x="277" y="651"/>
                  </a:cubicBezTo>
                  <a:cubicBezTo>
                    <a:pt x="279" y="651"/>
                    <a:pt x="281" y="652"/>
                    <a:pt x="283" y="652"/>
                  </a:cubicBezTo>
                  <a:cubicBezTo>
                    <a:pt x="285" y="652"/>
                    <a:pt x="283" y="653"/>
                    <a:pt x="281" y="653"/>
                  </a:cubicBezTo>
                  <a:close/>
                  <a:moveTo>
                    <a:pt x="301" y="663"/>
                  </a:moveTo>
                  <a:cubicBezTo>
                    <a:pt x="303" y="662"/>
                    <a:pt x="305" y="662"/>
                    <a:pt x="307" y="663"/>
                  </a:cubicBezTo>
                  <a:cubicBezTo>
                    <a:pt x="305" y="663"/>
                    <a:pt x="303" y="663"/>
                    <a:pt x="301" y="663"/>
                  </a:cubicBezTo>
                  <a:close/>
                  <a:moveTo>
                    <a:pt x="260" y="642"/>
                  </a:moveTo>
                  <a:cubicBezTo>
                    <a:pt x="263" y="641"/>
                    <a:pt x="263" y="641"/>
                    <a:pt x="263" y="641"/>
                  </a:cubicBezTo>
                  <a:cubicBezTo>
                    <a:pt x="264" y="642"/>
                    <a:pt x="264" y="642"/>
                    <a:pt x="264" y="642"/>
                  </a:cubicBezTo>
                  <a:cubicBezTo>
                    <a:pt x="263" y="642"/>
                    <a:pt x="261" y="642"/>
                    <a:pt x="260" y="642"/>
                  </a:cubicBezTo>
                  <a:close/>
                  <a:moveTo>
                    <a:pt x="241" y="640"/>
                  </a:moveTo>
                  <a:cubicBezTo>
                    <a:pt x="240" y="640"/>
                    <a:pt x="239" y="640"/>
                    <a:pt x="238" y="639"/>
                  </a:cubicBezTo>
                  <a:cubicBezTo>
                    <a:pt x="243" y="640"/>
                    <a:pt x="244" y="642"/>
                    <a:pt x="246" y="643"/>
                  </a:cubicBezTo>
                  <a:cubicBezTo>
                    <a:pt x="247" y="643"/>
                    <a:pt x="248" y="643"/>
                    <a:pt x="249" y="643"/>
                  </a:cubicBezTo>
                  <a:cubicBezTo>
                    <a:pt x="253" y="646"/>
                    <a:pt x="258" y="647"/>
                    <a:pt x="263" y="647"/>
                  </a:cubicBezTo>
                  <a:cubicBezTo>
                    <a:pt x="264" y="647"/>
                    <a:pt x="266" y="647"/>
                    <a:pt x="267" y="647"/>
                  </a:cubicBezTo>
                  <a:cubicBezTo>
                    <a:pt x="267" y="648"/>
                    <a:pt x="269" y="647"/>
                    <a:pt x="272" y="648"/>
                  </a:cubicBezTo>
                  <a:cubicBezTo>
                    <a:pt x="268" y="648"/>
                    <a:pt x="264" y="648"/>
                    <a:pt x="262" y="648"/>
                  </a:cubicBezTo>
                  <a:cubicBezTo>
                    <a:pt x="258" y="646"/>
                    <a:pt x="251" y="646"/>
                    <a:pt x="246" y="645"/>
                  </a:cubicBezTo>
                  <a:cubicBezTo>
                    <a:pt x="247" y="644"/>
                    <a:pt x="250" y="645"/>
                    <a:pt x="249" y="644"/>
                  </a:cubicBezTo>
                  <a:cubicBezTo>
                    <a:pt x="247" y="644"/>
                    <a:pt x="245" y="643"/>
                    <a:pt x="242" y="643"/>
                  </a:cubicBezTo>
                  <a:cubicBezTo>
                    <a:pt x="243" y="644"/>
                    <a:pt x="244" y="644"/>
                    <a:pt x="244" y="644"/>
                  </a:cubicBezTo>
                  <a:cubicBezTo>
                    <a:pt x="242" y="643"/>
                    <a:pt x="236" y="643"/>
                    <a:pt x="236" y="641"/>
                  </a:cubicBezTo>
                  <a:cubicBezTo>
                    <a:pt x="239" y="643"/>
                    <a:pt x="244" y="643"/>
                    <a:pt x="242" y="641"/>
                  </a:cubicBezTo>
                  <a:cubicBezTo>
                    <a:pt x="241" y="642"/>
                    <a:pt x="233" y="639"/>
                    <a:pt x="234" y="639"/>
                  </a:cubicBezTo>
                  <a:cubicBezTo>
                    <a:pt x="236" y="640"/>
                    <a:pt x="242" y="642"/>
                    <a:pt x="241" y="640"/>
                  </a:cubicBezTo>
                  <a:close/>
                  <a:moveTo>
                    <a:pt x="238" y="641"/>
                  </a:moveTo>
                  <a:cubicBezTo>
                    <a:pt x="238" y="642"/>
                    <a:pt x="235" y="641"/>
                    <a:pt x="233" y="641"/>
                  </a:cubicBezTo>
                  <a:cubicBezTo>
                    <a:pt x="235" y="641"/>
                    <a:pt x="231" y="640"/>
                    <a:pt x="230" y="639"/>
                  </a:cubicBezTo>
                  <a:cubicBezTo>
                    <a:pt x="233" y="639"/>
                    <a:pt x="235" y="640"/>
                    <a:pt x="238" y="641"/>
                  </a:cubicBezTo>
                  <a:close/>
                  <a:moveTo>
                    <a:pt x="301" y="662"/>
                  </a:moveTo>
                  <a:cubicBezTo>
                    <a:pt x="298" y="662"/>
                    <a:pt x="295" y="662"/>
                    <a:pt x="292" y="661"/>
                  </a:cubicBezTo>
                  <a:cubicBezTo>
                    <a:pt x="295" y="661"/>
                    <a:pt x="300" y="661"/>
                    <a:pt x="301" y="662"/>
                  </a:cubicBezTo>
                  <a:close/>
                  <a:moveTo>
                    <a:pt x="278" y="653"/>
                  </a:moveTo>
                  <a:cubicBezTo>
                    <a:pt x="279" y="653"/>
                    <a:pt x="280" y="653"/>
                    <a:pt x="281" y="654"/>
                  </a:cubicBezTo>
                  <a:cubicBezTo>
                    <a:pt x="280" y="655"/>
                    <a:pt x="276" y="653"/>
                    <a:pt x="278" y="653"/>
                  </a:cubicBezTo>
                  <a:close/>
                  <a:moveTo>
                    <a:pt x="266" y="650"/>
                  </a:moveTo>
                  <a:cubicBezTo>
                    <a:pt x="268" y="650"/>
                    <a:pt x="273" y="651"/>
                    <a:pt x="272" y="651"/>
                  </a:cubicBezTo>
                  <a:cubicBezTo>
                    <a:pt x="270" y="651"/>
                    <a:pt x="268" y="651"/>
                    <a:pt x="266" y="650"/>
                  </a:cubicBezTo>
                  <a:close/>
                  <a:moveTo>
                    <a:pt x="286" y="660"/>
                  </a:moveTo>
                  <a:cubicBezTo>
                    <a:pt x="286" y="660"/>
                    <a:pt x="289" y="660"/>
                    <a:pt x="291" y="661"/>
                  </a:cubicBezTo>
                  <a:cubicBezTo>
                    <a:pt x="289" y="661"/>
                    <a:pt x="288" y="661"/>
                    <a:pt x="286" y="660"/>
                  </a:cubicBezTo>
                  <a:close/>
                  <a:moveTo>
                    <a:pt x="199" y="604"/>
                  </a:moveTo>
                  <a:cubicBezTo>
                    <a:pt x="200" y="604"/>
                    <a:pt x="202" y="606"/>
                    <a:pt x="202" y="605"/>
                  </a:cubicBezTo>
                  <a:cubicBezTo>
                    <a:pt x="205" y="606"/>
                    <a:pt x="200" y="606"/>
                    <a:pt x="199" y="604"/>
                  </a:cubicBezTo>
                  <a:close/>
                  <a:moveTo>
                    <a:pt x="193" y="601"/>
                  </a:moveTo>
                  <a:cubicBezTo>
                    <a:pt x="194" y="601"/>
                    <a:pt x="196" y="602"/>
                    <a:pt x="198" y="602"/>
                  </a:cubicBezTo>
                  <a:cubicBezTo>
                    <a:pt x="200" y="604"/>
                    <a:pt x="200" y="604"/>
                    <a:pt x="200" y="604"/>
                  </a:cubicBezTo>
                  <a:cubicBezTo>
                    <a:pt x="197" y="603"/>
                    <a:pt x="195" y="603"/>
                    <a:pt x="193" y="601"/>
                  </a:cubicBezTo>
                  <a:close/>
                  <a:moveTo>
                    <a:pt x="250" y="646"/>
                  </a:moveTo>
                  <a:cubicBezTo>
                    <a:pt x="252" y="646"/>
                    <a:pt x="256" y="647"/>
                    <a:pt x="256" y="648"/>
                  </a:cubicBezTo>
                  <a:cubicBezTo>
                    <a:pt x="254" y="647"/>
                    <a:pt x="252" y="647"/>
                    <a:pt x="250" y="646"/>
                  </a:cubicBezTo>
                  <a:close/>
                  <a:moveTo>
                    <a:pt x="259" y="654"/>
                  </a:moveTo>
                  <a:cubicBezTo>
                    <a:pt x="261" y="654"/>
                    <a:pt x="263" y="654"/>
                    <a:pt x="264" y="655"/>
                  </a:cubicBezTo>
                  <a:cubicBezTo>
                    <a:pt x="262" y="655"/>
                    <a:pt x="261" y="655"/>
                    <a:pt x="259" y="654"/>
                  </a:cubicBezTo>
                  <a:close/>
                  <a:moveTo>
                    <a:pt x="227" y="637"/>
                  </a:moveTo>
                  <a:cubicBezTo>
                    <a:pt x="226" y="636"/>
                    <a:pt x="224" y="636"/>
                    <a:pt x="223" y="635"/>
                  </a:cubicBezTo>
                  <a:cubicBezTo>
                    <a:pt x="225" y="635"/>
                    <a:pt x="225" y="635"/>
                    <a:pt x="228" y="636"/>
                  </a:cubicBezTo>
                  <a:cubicBezTo>
                    <a:pt x="226" y="636"/>
                    <a:pt x="229" y="637"/>
                    <a:pt x="227" y="637"/>
                  </a:cubicBezTo>
                  <a:close/>
                  <a:moveTo>
                    <a:pt x="216" y="631"/>
                  </a:moveTo>
                  <a:cubicBezTo>
                    <a:pt x="215" y="630"/>
                    <a:pt x="214" y="630"/>
                    <a:pt x="213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8" y="631"/>
                    <a:pt x="216" y="629"/>
                    <a:pt x="218" y="629"/>
                  </a:cubicBezTo>
                  <a:cubicBezTo>
                    <a:pt x="219" y="630"/>
                    <a:pt x="220" y="630"/>
                    <a:pt x="221" y="631"/>
                  </a:cubicBezTo>
                  <a:cubicBezTo>
                    <a:pt x="218" y="631"/>
                    <a:pt x="218" y="631"/>
                    <a:pt x="216" y="631"/>
                  </a:cubicBezTo>
                  <a:close/>
                  <a:moveTo>
                    <a:pt x="221" y="636"/>
                  </a:moveTo>
                  <a:cubicBezTo>
                    <a:pt x="221" y="636"/>
                    <a:pt x="219" y="635"/>
                    <a:pt x="220" y="635"/>
                  </a:cubicBezTo>
                  <a:cubicBezTo>
                    <a:pt x="222" y="636"/>
                    <a:pt x="226" y="636"/>
                    <a:pt x="228" y="638"/>
                  </a:cubicBezTo>
                  <a:cubicBezTo>
                    <a:pt x="225" y="637"/>
                    <a:pt x="223" y="636"/>
                    <a:pt x="221" y="636"/>
                  </a:cubicBezTo>
                  <a:close/>
                  <a:moveTo>
                    <a:pt x="122" y="502"/>
                  </a:moveTo>
                  <a:cubicBezTo>
                    <a:pt x="121" y="501"/>
                    <a:pt x="123" y="501"/>
                    <a:pt x="124" y="502"/>
                  </a:cubicBezTo>
                  <a:cubicBezTo>
                    <a:pt x="124" y="503"/>
                    <a:pt x="124" y="504"/>
                    <a:pt x="125" y="504"/>
                  </a:cubicBezTo>
                  <a:cubicBezTo>
                    <a:pt x="125" y="505"/>
                    <a:pt x="123" y="503"/>
                    <a:pt x="122" y="502"/>
                  </a:cubicBezTo>
                  <a:close/>
                  <a:moveTo>
                    <a:pt x="171" y="589"/>
                  </a:moveTo>
                  <a:cubicBezTo>
                    <a:pt x="169" y="588"/>
                    <a:pt x="168" y="587"/>
                    <a:pt x="166" y="585"/>
                  </a:cubicBezTo>
                  <a:cubicBezTo>
                    <a:pt x="168" y="586"/>
                    <a:pt x="169" y="585"/>
                    <a:pt x="171" y="587"/>
                  </a:cubicBezTo>
                  <a:cubicBezTo>
                    <a:pt x="170" y="587"/>
                    <a:pt x="168" y="587"/>
                    <a:pt x="171" y="589"/>
                  </a:cubicBezTo>
                  <a:close/>
                  <a:moveTo>
                    <a:pt x="203" y="625"/>
                  </a:moveTo>
                  <a:cubicBezTo>
                    <a:pt x="206" y="626"/>
                    <a:pt x="206" y="626"/>
                    <a:pt x="205" y="627"/>
                  </a:cubicBezTo>
                  <a:cubicBezTo>
                    <a:pt x="209" y="628"/>
                    <a:pt x="216" y="631"/>
                    <a:pt x="217" y="633"/>
                  </a:cubicBezTo>
                  <a:cubicBezTo>
                    <a:pt x="213" y="630"/>
                    <a:pt x="207" y="628"/>
                    <a:pt x="204" y="627"/>
                  </a:cubicBezTo>
                  <a:cubicBezTo>
                    <a:pt x="205" y="627"/>
                    <a:pt x="204" y="627"/>
                    <a:pt x="203" y="626"/>
                  </a:cubicBezTo>
                  <a:cubicBezTo>
                    <a:pt x="203" y="626"/>
                    <a:pt x="203" y="626"/>
                    <a:pt x="200" y="625"/>
                  </a:cubicBezTo>
                  <a:cubicBezTo>
                    <a:pt x="199" y="624"/>
                    <a:pt x="200" y="625"/>
                    <a:pt x="200" y="624"/>
                  </a:cubicBezTo>
                  <a:cubicBezTo>
                    <a:pt x="199" y="624"/>
                    <a:pt x="199" y="624"/>
                    <a:pt x="197" y="623"/>
                  </a:cubicBezTo>
                  <a:cubicBezTo>
                    <a:pt x="198" y="624"/>
                    <a:pt x="194" y="623"/>
                    <a:pt x="193" y="622"/>
                  </a:cubicBezTo>
                  <a:cubicBezTo>
                    <a:pt x="193" y="621"/>
                    <a:pt x="196" y="622"/>
                    <a:pt x="198" y="622"/>
                  </a:cubicBezTo>
                  <a:cubicBezTo>
                    <a:pt x="201" y="624"/>
                    <a:pt x="201" y="625"/>
                    <a:pt x="203" y="625"/>
                  </a:cubicBezTo>
                  <a:close/>
                  <a:moveTo>
                    <a:pt x="240" y="654"/>
                  </a:moveTo>
                  <a:cubicBezTo>
                    <a:pt x="237" y="653"/>
                    <a:pt x="234" y="653"/>
                    <a:pt x="232" y="653"/>
                  </a:cubicBezTo>
                  <a:cubicBezTo>
                    <a:pt x="230" y="651"/>
                    <a:pt x="234" y="653"/>
                    <a:pt x="236" y="652"/>
                  </a:cubicBezTo>
                  <a:cubicBezTo>
                    <a:pt x="236" y="653"/>
                    <a:pt x="238" y="653"/>
                    <a:pt x="239" y="653"/>
                  </a:cubicBezTo>
                  <a:cubicBezTo>
                    <a:pt x="241" y="654"/>
                    <a:pt x="241" y="654"/>
                    <a:pt x="240" y="654"/>
                  </a:cubicBezTo>
                  <a:close/>
                  <a:moveTo>
                    <a:pt x="203" y="628"/>
                  </a:moveTo>
                  <a:cubicBezTo>
                    <a:pt x="201" y="626"/>
                    <a:pt x="198" y="625"/>
                    <a:pt x="196" y="624"/>
                  </a:cubicBezTo>
                  <a:cubicBezTo>
                    <a:pt x="198" y="625"/>
                    <a:pt x="200" y="625"/>
                    <a:pt x="201" y="626"/>
                  </a:cubicBezTo>
                  <a:cubicBezTo>
                    <a:pt x="200" y="626"/>
                    <a:pt x="206" y="628"/>
                    <a:pt x="203" y="628"/>
                  </a:cubicBezTo>
                  <a:close/>
                  <a:moveTo>
                    <a:pt x="220" y="645"/>
                  </a:moveTo>
                  <a:cubicBezTo>
                    <a:pt x="220" y="644"/>
                    <a:pt x="223" y="644"/>
                    <a:pt x="224" y="645"/>
                  </a:cubicBezTo>
                  <a:cubicBezTo>
                    <a:pt x="223" y="645"/>
                    <a:pt x="221" y="645"/>
                    <a:pt x="220" y="645"/>
                  </a:cubicBezTo>
                  <a:close/>
                  <a:moveTo>
                    <a:pt x="222" y="649"/>
                  </a:moveTo>
                  <a:cubicBezTo>
                    <a:pt x="223" y="649"/>
                    <a:pt x="225" y="650"/>
                    <a:pt x="226" y="650"/>
                  </a:cubicBezTo>
                  <a:cubicBezTo>
                    <a:pt x="225" y="649"/>
                    <a:pt x="223" y="648"/>
                    <a:pt x="225" y="648"/>
                  </a:cubicBezTo>
                  <a:cubicBezTo>
                    <a:pt x="227" y="649"/>
                    <a:pt x="232" y="650"/>
                    <a:pt x="231" y="651"/>
                  </a:cubicBezTo>
                  <a:cubicBezTo>
                    <a:pt x="228" y="651"/>
                    <a:pt x="225" y="651"/>
                    <a:pt x="222" y="649"/>
                  </a:cubicBezTo>
                  <a:close/>
                  <a:moveTo>
                    <a:pt x="191" y="620"/>
                  </a:moveTo>
                  <a:cubicBezTo>
                    <a:pt x="190" y="619"/>
                    <a:pt x="186" y="618"/>
                    <a:pt x="187" y="618"/>
                  </a:cubicBezTo>
                  <a:cubicBezTo>
                    <a:pt x="189" y="618"/>
                    <a:pt x="193" y="620"/>
                    <a:pt x="191" y="620"/>
                  </a:cubicBezTo>
                  <a:close/>
                  <a:moveTo>
                    <a:pt x="199" y="631"/>
                  </a:moveTo>
                  <a:cubicBezTo>
                    <a:pt x="201" y="632"/>
                    <a:pt x="203" y="633"/>
                    <a:pt x="205" y="634"/>
                  </a:cubicBezTo>
                  <a:cubicBezTo>
                    <a:pt x="205" y="634"/>
                    <a:pt x="198" y="632"/>
                    <a:pt x="199" y="631"/>
                  </a:cubicBezTo>
                  <a:close/>
                  <a:moveTo>
                    <a:pt x="216" y="645"/>
                  </a:moveTo>
                  <a:cubicBezTo>
                    <a:pt x="217" y="646"/>
                    <a:pt x="218" y="645"/>
                    <a:pt x="218" y="645"/>
                  </a:cubicBezTo>
                  <a:cubicBezTo>
                    <a:pt x="219" y="646"/>
                    <a:pt x="224" y="648"/>
                    <a:pt x="223" y="648"/>
                  </a:cubicBezTo>
                  <a:cubicBezTo>
                    <a:pt x="221" y="647"/>
                    <a:pt x="218" y="647"/>
                    <a:pt x="216" y="645"/>
                  </a:cubicBezTo>
                  <a:close/>
                  <a:moveTo>
                    <a:pt x="168" y="608"/>
                  </a:moveTo>
                  <a:cubicBezTo>
                    <a:pt x="172" y="609"/>
                    <a:pt x="177" y="613"/>
                    <a:pt x="181" y="615"/>
                  </a:cubicBezTo>
                  <a:cubicBezTo>
                    <a:pt x="181" y="614"/>
                    <a:pt x="179" y="613"/>
                    <a:pt x="181" y="613"/>
                  </a:cubicBezTo>
                  <a:cubicBezTo>
                    <a:pt x="181" y="615"/>
                    <a:pt x="183" y="615"/>
                    <a:pt x="186" y="617"/>
                  </a:cubicBezTo>
                  <a:cubicBezTo>
                    <a:pt x="184" y="617"/>
                    <a:pt x="182" y="616"/>
                    <a:pt x="182" y="617"/>
                  </a:cubicBezTo>
                  <a:cubicBezTo>
                    <a:pt x="180" y="614"/>
                    <a:pt x="173" y="611"/>
                    <a:pt x="168" y="608"/>
                  </a:cubicBezTo>
                  <a:close/>
                  <a:moveTo>
                    <a:pt x="103" y="475"/>
                  </a:moveTo>
                  <a:cubicBezTo>
                    <a:pt x="104" y="477"/>
                    <a:pt x="106" y="478"/>
                    <a:pt x="106" y="479"/>
                  </a:cubicBezTo>
                  <a:cubicBezTo>
                    <a:pt x="105" y="478"/>
                    <a:pt x="102" y="475"/>
                    <a:pt x="103" y="475"/>
                  </a:cubicBezTo>
                  <a:close/>
                  <a:moveTo>
                    <a:pt x="138" y="564"/>
                  </a:moveTo>
                  <a:cubicBezTo>
                    <a:pt x="138" y="563"/>
                    <a:pt x="137" y="562"/>
                    <a:pt x="136" y="562"/>
                  </a:cubicBezTo>
                  <a:cubicBezTo>
                    <a:pt x="135" y="560"/>
                    <a:pt x="140" y="563"/>
                    <a:pt x="142" y="565"/>
                  </a:cubicBezTo>
                  <a:cubicBezTo>
                    <a:pt x="139" y="564"/>
                    <a:pt x="139" y="564"/>
                    <a:pt x="138" y="564"/>
                  </a:cubicBezTo>
                  <a:close/>
                  <a:moveTo>
                    <a:pt x="205" y="640"/>
                  </a:moveTo>
                  <a:cubicBezTo>
                    <a:pt x="209" y="641"/>
                    <a:pt x="212" y="643"/>
                    <a:pt x="215" y="645"/>
                  </a:cubicBezTo>
                  <a:cubicBezTo>
                    <a:pt x="213" y="644"/>
                    <a:pt x="213" y="644"/>
                    <a:pt x="213" y="644"/>
                  </a:cubicBezTo>
                  <a:cubicBezTo>
                    <a:pt x="211" y="643"/>
                    <a:pt x="208" y="642"/>
                    <a:pt x="205" y="640"/>
                  </a:cubicBezTo>
                  <a:close/>
                  <a:moveTo>
                    <a:pt x="163" y="598"/>
                  </a:moveTo>
                  <a:cubicBezTo>
                    <a:pt x="165" y="599"/>
                    <a:pt x="170" y="602"/>
                    <a:pt x="170" y="603"/>
                  </a:cubicBezTo>
                  <a:cubicBezTo>
                    <a:pt x="168" y="602"/>
                    <a:pt x="163" y="599"/>
                    <a:pt x="163" y="598"/>
                  </a:cubicBezTo>
                  <a:close/>
                  <a:moveTo>
                    <a:pt x="166" y="604"/>
                  </a:moveTo>
                  <a:cubicBezTo>
                    <a:pt x="164" y="602"/>
                    <a:pt x="161" y="600"/>
                    <a:pt x="158" y="598"/>
                  </a:cubicBezTo>
                  <a:cubicBezTo>
                    <a:pt x="162" y="599"/>
                    <a:pt x="167" y="603"/>
                    <a:pt x="168" y="605"/>
                  </a:cubicBezTo>
                  <a:cubicBezTo>
                    <a:pt x="167" y="604"/>
                    <a:pt x="166" y="604"/>
                    <a:pt x="166" y="604"/>
                  </a:cubicBezTo>
                  <a:close/>
                  <a:moveTo>
                    <a:pt x="200" y="639"/>
                  </a:moveTo>
                  <a:cubicBezTo>
                    <a:pt x="201" y="639"/>
                    <a:pt x="199" y="638"/>
                    <a:pt x="200" y="638"/>
                  </a:cubicBezTo>
                  <a:cubicBezTo>
                    <a:pt x="201" y="639"/>
                    <a:pt x="203" y="639"/>
                    <a:pt x="204" y="640"/>
                  </a:cubicBezTo>
                  <a:cubicBezTo>
                    <a:pt x="203" y="640"/>
                    <a:pt x="201" y="640"/>
                    <a:pt x="200" y="639"/>
                  </a:cubicBezTo>
                  <a:close/>
                  <a:moveTo>
                    <a:pt x="189" y="633"/>
                  </a:moveTo>
                  <a:cubicBezTo>
                    <a:pt x="192" y="633"/>
                    <a:pt x="194" y="634"/>
                    <a:pt x="195" y="635"/>
                  </a:cubicBezTo>
                  <a:cubicBezTo>
                    <a:pt x="193" y="635"/>
                    <a:pt x="191" y="634"/>
                    <a:pt x="189" y="633"/>
                  </a:cubicBezTo>
                  <a:close/>
                  <a:moveTo>
                    <a:pt x="164" y="605"/>
                  </a:moveTo>
                  <a:cubicBezTo>
                    <a:pt x="161" y="604"/>
                    <a:pt x="161" y="603"/>
                    <a:pt x="159" y="601"/>
                  </a:cubicBezTo>
                  <a:cubicBezTo>
                    <a:pt x="160" y="601"/>
                    <a:pt x="161" y="601"/>
                    <a:pt x="161" y="601"/>
                  </a:cubicBezTo>
                  <a:cubicBezTo>
                    <a:pt x="161" y="602"/>
                    <a:pt x="162" y="602"/>
                    <a:pt x="162" y="602"/>
                  </a:cubicBezTo>
                  <a:cubicBezTo>
                    <a:pt x="160" y="602"/>
                    <a:pt x="162" y="603"/>
                    <a:pt x="164" y="605"/>
                  </a:cubicBezTo>
                  <a:close/>
                  <a:moveTo>
                    <a:pt x="194" y="638"/>
                  </a:moveTo>
                  <a:cubicBezTo>
                    <a:pt x="191" y="636"/>
                    <a:pt x="187" y="635"/>
                    <a:pt x="185" y="633"/>
                  </a:cubicBezTo>
                  <a:cubicBezTo>
                    <a:pt x="188" y="634"/>
                    <a:pt x="188" y="633"/>
                    <a:pt x="190" y="634"/>
                  </a:cubicBezTo>
                  <a:cubicBezTo>
                    <a:pt x="193" y="636"/>
                    <a:pt x="189" y="635"/>
                    <a:pt x="192" y="636"/>
                  </a:cubicBezTo>
                  <a:cubicBezTo>
                    <a:pt x="193" y="636"/>
                    <a:pt x="192" y="635"/>
                    <a:pt x="194" y="636"/>
                  </a:cubicBezTo>
                  <a:cubicBezTo>
                    <a:pt x="195" y="637"/>
                    <a:pt x="194" y="637"/>
                    <a:pt x="194" y="638"/>
                  </a:cubicBezTo>
                  <a:close/>
                  <a:moveTo>
                    <a:pt x="182" y="629"/>
                  </a:moveTo>
                  <a:cubicBezTo>
                    <a:pt x="182" y="629"/>
                    <a:pt x="183" y="629"/>
                    <a:pt x="184" y="629"/>
                  </a:cubicBezTo>
                  <a:cubicBezTo>
                    <a:pt x="185" y="631"/>
                    <a:pt x="187" y="631"/>
                    <a:pt x="189" y="632"/>
                  </a:cubicBezTo>
                  <a:cubicBezTo>
                    <a:pt x="188" y="632"/>
                    <a:pt x="188" y="632"/>
                    <a:pt x="187" y="632"/>
                  </a:cubicBezTo>
                  <a:cubicBezTo>
                    <a:pt x="186" y="631"/>
                    <a:pt x="184" y="631"/>
                    <a:pt x="182" y="629"/>
                  </a:cubicBezTo>
                  <a:close/>
                  <a:moveTo>
                    <a:pt x="147" y="593"/>
                  </a:moveTo>
                  <a:cubicBezTo>
                    <a:pt x="149" y="595"/>
                    <a:pt x="157" y="598"/>
                    <a:pt x="155" y="599"/>
                  </a:cubicBezTo>
                  <a:cubicBezTo>
                    <a:pt x="153" y="597"/>
                    <a:pt x="149" y="596"/>
                    <a:pt x="147" y="593"/>
                  </a:cubicBezTo>
                  <a:close/>
                  <a:moveTo>
                    <a:pt x="135" y="580"/>
                  </a:moveTo>
                  <a:cubicBezTo>
                    <a:pt x="136" y="581"/>
                    <a:pt x="138" y="582"/>
                    <a:pt x="139" y="583"/>
                  </a:cubicBezTo>
                  <a:cubicBezTo>
                    <a:pt x="138" y="584"/>
                    <a:pt x="136" y="582"/>
                    <a:pt x="135" y="580"/>
                  </a:cubicBezTo>
                  <a:close/>
                  <a:moveTo>
                    <a:pt x="133" y="581"/>
                  </a:moveTo>
                  <a:cubicBezTo>
                    <a:pt x="136" y="584"/>
                    <a:pt x="144" y="589"/>
                    <a:pt x="142" y="590"/>
                  </a:cubicBezTo>
                  <a:cubicBezTo>
                    <a:pt x="140" y="587"/>
                    <a:pt x="134" y="583"/>
                    <a:pt x="133" y="581"/>
                  </a:cubicBezTo>
                  <a:close/>
                  <a:moveTo>
                    <a:pt x="120" y="565"/>
                  </a:moveTo>
                  <a:cubicBezTo>
                    <a:pt x="122" y="565"/>
                    <a:pt x="123" y="566"/>
                    <a:pt x="124" y="568"/>
                  </a:cubicBezTo>
                  <a:cubicBezTo>
                    <a:pt x="124" y="568"/>
                    <a:pt x="121" y="566"/>
                    <a:pt x="120" y="565"/>
                  </a:cubicBezTo>
                  <a:close/>
                  <a:moveTo>
                    <a:pt x="121" y="569"/>
                  </a:moveTo>
                  <a:cubicBezTo>
                    <a:pt x="120" y="566"/>
                    <a:pt x="117" y="564"/>
                    <a:pt x="115" y="562"/>
                  </a:cubicBezTo>
                  <a:cubicBezTo>
                    <a:pt x="117" y="562"/>
                    <a:pt x="121" y="567"/>
                    <a:pt x="124" y="570"/>
                  </a:cubicBezTo>
                  <a:cubicBezTo>
                    <a:pt x="123" y="569"/>
                    <a:pt x="123" y="570"/>
                    <a:pt x="121" y="569"/>
                  </a:cubicBezTo>
                  <a:close/>
                  <a:moveTo>
                    <a:pt x="120" y="569"/>
                  </a:moveTo>
                  <a:cubicBezTo>
                    <a:pt x="118" y="566"/>
                    <a:pt x="116" y="567"/>
                    <a:pt x="114" y="564"/>
                  </a:cubicBezTo>
                  <a:cubicBezTo>
                    <a:pt x="117" y="566"/>
                    <a:pt x="115" y="565"/>
                    <a:pt x="117" y="565"/>
                  </a:cubicBezTo>
                  <a:cubicBezTo>
                    <a:pt x="118" y="566"/>
                    <a:pt x="122" y="569"/>
                    <a:pt x="120" y="569"/>
                  </a:cubicBezTo>
                  <a:close/>
                  <a:moveTo>
                    <a:pt x="106" y="554"/>
                  </a:moveTo>
                  <a:cubicBezTo>
                    <a:pt x="108" y="555"/>
                    <a:pt x="109" y="556"/>
                    <a:pt x="110" y="558"/>
                  </a:cubicBezTo>
                  <a:cubicBezTo>
                    <a:pt x="109" y="558"/>
                    <a:pt x="106" y="556"/>
                    <a:pt x="106" y="554"/>
                  </a:cubicBezTo>
                  <a:close/>
                  <a:moveTo>
                    <a:pt x="126" y="590"/>
                  </a:moveTo>
                  <a:cubicBezTo>
                    <a:pt x="128" y="591"/>
                    <a:pt x="129" y="592"/>
                    <a:pt x="131" y="594"/>
                  </a:cubicBezTo>
                  <a:cubicBezTo>
                    <a:pt x="129" y="593"/>
                    <a:pt x="127" y="592"/>
                    <a:pt x="126" y="590"/>
                  </a:cubicBezTo>
                  <a:close/>
                  <a:moveTo>
                    <a:pt x="126" y="591"/>
                  </a:moveTo>
                  <a:cubicBezTo>
                    <a:pt x="128" y="592"/>
                    <a:pt x="131" y="595"/>
                    <a:pt x="130" y="595"/>
                  </a:cubicBezTo>
                  <a:cubicBezTo>
                    <a:pt x="129" y="593"/>
                    <a:pt x="127" y="593"/>
                    <a:pt x="126" y="591"/>
                  </a:cubicBezTo>
                  <a:close/>
                  <a:moveTo>
                    <a:pt x="120" y="584"/>
                  </a:moveTo>
                  <a:cubicBezTo>
                    <a:pt x="121" y="584"/>
                    <a:pt x="120" y="582"/>
                    <a:pt x="120" y="583"/>
                  </a:cubicBezTo>
                  <a:cubicBezTo>
                    <a:pt x="122" y="583"/>
                    <a:pt x="123" y="584"/>
                    <a:pt x="124" y="585"/>
                  </a:cubicBezTo>
                  <a:cubicBezTo>
                    <a:pt x="122" y="584"/>
                    <a:pt x="123" y="586"/>
                    <a:pt x="120" y="584"/>
                  </a:cubicBezTo>
                  <a:close/>
                  <a:moveTo>
                    <a:pt x="118" y="587"/>
                  </a:moveTo>
                  <a:cubicBezTo>
                    <a:pt x="118" y="587"/>
                    <a:pt x="121" y="588"/>
                    <a:pt x="121" y="587"/>
                  </a:cubicBezTo>
                  <a:cubicBezTo>
                    <a:pt x="119" y="586"/>
                    <a:pt x="119" y="585"/>
                    <a:pt x="118" y="584"/>
                  </a:cubicBezTo>
                  <a:cubicBezTo>
                    <a:pt x="120" y="586"/>
                    <a:pt x="124" y="587"/>
                    <a:pt x="126" y="589"/>
                  </a:cubicBezTo>
                  <a:cubicBezTo>
                    <a:pt x="121" y="587"/>
                    <a:pt x="122" y="591"/>
                    <a:pt x="118" y="587"/>
                  </a:cubicBezTo>
                  <a:close/>
                  <a:moveTo>
                    <a:pt x="93" y="536"/>
                  </a:moveTo>
                  <a:cubicBezTo>
                    <a:pt x="95" y="536"/>
                    <a:pt x="97" y="540"/>
                    <a:pt x="96" y="539"/>
                  </a:cubicBezTo>
                  <a:cubicBezTo>
                    <a:pt x="95" y="538"/>
                    <a:pt x="94" y="537"/>
                    <a:pt x="93" y="536"/>
                  </a:cubicBezTo>
                  <a:close/>
                  <a:moveTo>
                    <a:pt x="113" y="579"/>
                  </a:moveTo>
                  <a:cubicBezTo>
                    <a:pt x="115" y="580"/>
                    <a:pt x="116" y="580"/>
                    <a:pt x="116" y="582"/>
                  </a:cubicBezTo>
                  <a:cubicBezTo>
                    <a:pt x="115" y="581"/>
                    <a:pt x="114" y="580"/>
                    <a:pt x="113" y="579"/>
                  </a:cubicBezTo>
                  <a:close/>
                  <a:moveTo>
                    <a:pt x="95" y="543"/>
                  </a:moveTo>
                  <a:cubicBezTo>
                    <a:pt x="93" y="541"/>
                    <a:pt x="89" y="537"/>
                    <a:pt x="90" y="536"/>
                  </a:cubicBezTo>
                  <a:cubicBezTo>
                    <a:pt x="88" y="535"/>
                    <a:pt x="86" y="531"/>
                    <a:pt x="85" y="532"/>
                  </a:cubicBezTo>
                  <a:cubicBezTo>
                    <a:pt x="84" y="529"/>
                    <a:pt x="84" y="529"/>
                    <a:pt x="84" y="529"/>
                  </a:cubicBezTo>
                  <a:cubicBezTo>
                    <a:pt x="85" y="530"/>
                    <a:pt x="86" y="532"/>
                    <a:pt x="86" y="531"/>
                  </a:cubicBezTo>
                  <a:cubicBezTo>
                    <a:pt x="88" y="534"/>
                    <a:pt x="89" y="536"/>
                    <a:pt x="91" y="536"/>
                  </a:cubicBezTo>
                  <a:cubicBezTo>
                    <a:pt x="92" y="538"/>
                    <a:pt x="90" y="536"/>
                    <a:pt x="91" y="537"/>
                  </a:cubicBezTo>
                  <a:cubicBezTo>
                    <a:pt x="93" y="539"/>
                    <a:pt x="93" y="539"/>
                    <a:pt x="93" y="539"/>
                  </a:cubicBezTo>
                  <a:cubicBezTo>
                    <a:pt x="94" y="542"/>
                    <a:pt x="92" y="540"/>
                    <a:pt x="95" y="543"/>
                  </a:cubicBezTo>
                  <a:close/>
                  <a:moveTo>
                    <a:pt x="82" y="526"/>
                  </a:moveTo>
                  <a:cubicBezTo>
                    <a:pt x="81" y="523"/>
                    <a:pt x="86" y="528"/>
                    <a:pt x="87" y="530"/>
                  </a:cubicBezTo>
                  <a:cubicBezTo>
                    <a:pt x="86" y="530"/>
                    <a:pt x="86" y="531"/>
                    <a:pt x="86" y="530"/>
                  </a:cubicBezTo>
                  <a:cubicBezTo>
                    <a:pt x="83" y="527"/>
                    <a:pt x="85" y="528"/>
                    <a:pt x="82" y="526"/>
                  </a:cubicBezTo>
                  <a:close/>
                  <a:moveTo>
                    <a:pt x="77" y="521"/>
                  </a:moveTo>
                  <a:cubicBezTo>
                    <a:pt x="76" y="519"/>
                    <a:pt x="78" y="521"/>
                    <a:pt x="80" y="522"/>
                  </a:cubicBezTo>
                  <a:cubicBezTo>
                    <a:pt x="80" y="523"/>
                    <a:pt x="81" y="523"/>
                    <a:pt x="82" y="524"/>
                  </a:cubicBezTo>
                  <a:cubicBezTo>
                    <a:pt x="79" y="523"/>
                    <a:pt x="79" y="522"/>
                    <a:pt x="77" y="521"/>
                  </a:cubicBezTo>
                  <a:close/>
                  <a:moveTo>
                    <a:pt x="72" y="507"/>
                  </a:moveTo>
                  <a:cubicBezTo>
                    <a:pt x="73" y="509"/>
                    <a:pt x="75" y="510"/>
                    <a:pt x="75" y="512"/>
                  </a:cubicBezTo>
                  <a:cubicBezTo>
                    <a:pt x="74" y="510"/>
                    <a:pt x="73" y="509"/>
                    <a:pt x="72" y="507"/>
                  </a:cubicBezTo>
                  <a:close/>
                  <a:moveTo>
                    <a:pt x="62" y="350"/>
                  </a:moveTo>
                  <a:cubicBezTo>
                    <a:pt x="61" y="349"/>
                    <a:pt x="61" y="345"/>
                    <a:pt x="62" y="346"/>
                  </a:cubicBezTo>
                  <a:cubicBezTo>
                    <a:pt x="61" y="347"/>
                    <a:pt x="62" y="349"/>
                    <a:pt x="62" y="349"/>
                  </a:cubicBezTo>
                  <a:cubicBezTo>
                    <a:pt x="62" y="350"/>
                    <a:pt x="62" y="350"/>
                    <a:pt x="62" y="350"/>
                  </a:cubicBezTo>
                  <a:close/>
                  <a:moveTo>
                    <a:pt x="53" y="481"/>
                  </a:moveTo>
                  <a:cubicBezTo>
                    <a:pt x="53" y="479"/>
                    <a:pt x="54" y="480"/>
                    <a:pt x="55" y="481"/>
                  </a:cubicBezTo>
                  <a:cubicBezTo>
                    <a:pt x="56" y="483"/>
                    <a:pt x="58" y="485"/>
                    <a:pt x="57" y="485"/>
                  </a:cubicBezTo>
                  <a:cubicBezTo>
                    <a:pt x="56" y="483"/>
                    <a:pt x="55" y="483"/>
                    <a:pt x="53" y="481"/>
                  </a:cubicBezTo>
                  <a:close/>
                  <a:moveTo>
                    <a:pt x="61" y="342"/>
                  </a:moveTo>
                  <a:cubicBezTo>
                    <a:pt x="61" y="339"/>
                    <a:pt x="60" y="334"/>
                    <a:pt x="61" y="333"/>
                  </a:cubicBezTo>
                  <a:cubicBezTo>
                    <a:pt x="61" y="336"/>
                    <a:pt x="62" y="334"/>
                    <a:pt x="63" y="336"/>
                  </a:cubicBezTo>
                  <a:cubicBezTo>
                    <a:pt x="62" y="338"/>
                    <a:pt x="61" y="337"/>
                    <a:pt x="61" y="337"/>
                  </a:cubicBezTo>
                  <a:cubicBezTo>
                    <a:pt x="62" y="339"/>
                    <a:pt x="62" y="342"/>
                    <a:pt x="61" y="342"/>
                  </a:cubicBezTo>
                  <a:close/>
                  <a:moveTo>
                    <a:pt x="61" y="326"/>
                  </a:moveTo>
                  <a:cubicBezTo>
                    <a:pt x="61" y="327"/>
                    <a:pt x="61" y="329"/>
                    <a:pt x="61" y="330"/>
                  </a:cubicBezTo>
                  <a:cubicBezTo>
                    <a:pt x="60" y="330"/>
                    <a:pt x="60" y="324"/>
                    <a:pt x="61" y="326"/>
                  </a:cubicBezTo>
                  <a:close/>
                  <a:moveTo>
                    <a:pt x="41" y="486"/>
                  </a:moveTo>
                  <a:cubicBezTo>
                    <a:pt x="42" y="488"/>
                    <a:pt x="43" y="490"/>
                    <a:pt x="44" y="492"/>
                  </a:cubicBezTo>
                  <a:cubicBezTo>
                    <a:pt x="42" y="490"/>
                    <a:pt x="42" y="489"/>
                    <a:pt x="41" y="486"/>
                  </a:cubicBezTo>
                  <a:close/>
                  <a:moveTo>
                    <a:pt x="35" y="477"/>
                  </a:moveTo>
                  <a:cubicBezTo>
                    <a:pt x="33" y="476"/>
                    <a:pt x="34" y="474"/>
                    <a:pt x="33" y="472"/>
                  </a:cubicBezTo>
                  <a:cubicBezTo>
                    <a:pt x="33" y="474"/>
                    <a:pt x="31" y="471"/>
                    <a:pt x="30" y="470"/>
                  </a:cubicBezTo>
                  <a:cubicBezTo>
                    <a:pt x="29" y="467"/>
                    <a:pt x="33" y="473"/>
                    <a:pt x="32" y="470"/>
                  </a:cubicBezTo>
                  <a:cubicBezTo>
                    <a:pt x="32" y="470"/>
                    <a:pt x="32" y="470"/>
                    <a:pt x="31" y="469"/>
                  </a:cubicBezTo>
                  <a:cubicBezTo>
                    <a:pt x="30" y="468"/>
                    <a:pt x="29" y="464"/>
                    <a:pt x="30" y="465"/>
                  </a:cubicBezTo>
                  <a:cubicBezTo>
                    <a:pt x="31" y="467"/>
                    <a:pt x="33" y="471"/>
                    <a:pt x="35" y="474"/>
                  </a:cubicBezTo>
                  <a:cubicBezTo>
                    <a:pt x="36" y="476"/>
                    <a:pt x="38" y="479"/>
                    <a:pt x="36" y="478"/>
                  </a:cubicBezTo>
                  <a:cubicBezTo>
                    <a:pt x="37" y="480"/>
                    <a:pt x="40" y="485"/>
                    <a:pt x="39" y="486"/>
                  </a:cubicBezTo>
                  <a:cubicBezTo>
                    <a:pt x="38" y="485"/>
                    <a:pt x="35" y="478"/>
                    <a:pt x="35" y="477"/>
                  </a:cubicBezTo>
                  <a:close/>
                  <a:moveTo>
                    <a:pt x="32" y="474"/>
                  </a:moveTo>
                  <a:cubicBezTo>
                    <a:pt x="34" y="476"/>
                    <a:pt x="35" y="479"/>
                    <a:pt x="36" y="482"/>
                  </a:cubicBezTo>
                  <a:cubicBezTo>
                    <a:pt x="35" y="479"/>
                    <a:pt x="32" y="477"/>
                    <a:pt x="32" y="474"/>
                  </a:cubicBezTo>
                  <a:close/>
                  <a:moveTo>
                    <a:pt x="62" y="291"/>
                  </a:moveTo>
                  <a:cubicBezTo>
                    <a:pt x="62" y="289"/>
                    <a:pt x="62" y="284"/>
                    <a:pt x="63" y="284"/>
                  </a:cubicBezTo>
                  <a:cubicBezTo>
                    <a:pt x="63" y="286"/>
                    <a:pt x="63" y="291"/>
                    <a:pt x="62" y="291"/>
                  </a:cubicBezTo>
                  <a:close/>
                  <a:moveTo>
                    <a:pt x="27" y="464"/>
                  </a:moveTo>
                  <a:cubicBezTo>
                    <a:pt x="27" y="463"/>
                    <a:pt x="26" y="461"/>
                    <a:pt x="27" y="462"/>
                  </a:cubicBezTo>
                  <a:cubicBezTo>
                    <a:pt x="27" y="465"/>
                    <a:pt x="28" y="466"/>
                    <a:pt x="29" y="467"/>
                  </a:cubicBezTo>
                  <a:cubicBezTo>
                    <a:pt x="29" y="469"/>
                    <a:pt x="28" y="466"/>
                    <a:pt x="27" y="464"/>
                  </a:cubicBezTo>
                  <a:close/>
                  <a:moveTo>
                    <a:pt x="24" y="452"/>
                  </a:moveTo>
                  <a:cubicBezTo>
                    <a:pt x="24" y="450"/>
                    <a:pt x="23" y="449"/>
                    <a:pt x="23" y="448"/>
                  </a:cubicBezTo>
                  <a:cubicBezTo>
                    <a:pt x="24" y="449"/>
                    <a:pt x="25" y="454"/>
                    <a:pt x="24" y="452"/>
                  </a:cubicBezTo>
                  <a:close/>
                  <a:moveTo>
                    <a:pt x="22" y="457"/>
                  </a:moveTo>
                  <a:cubicBezTo>
                    <a:pt x="22" y="456"/>
                    <a:pt x="22" y="455"/>
                    <a:pt x="23" y="456"/>
                  </a:cubicBezTo>
                  <a:cubicBezTo>
                    <a:pt x="23" y="457"/>
                    <a:pt x="23" y="458"/>
                    <a:pt x="23" y="458"/>
                  </a:cubicBezTo>
                  <a:cubicBezTo>
                    <a:pt x="24" y="459"/>
                    <a:pt x="24" y="460"/>
                    <a:pt x="24" y="460"/>
                  </a:cubicBezTo>
                  <a:lnTo>
                    <a:pt x="22" y="457"/>
                  </a:lnTo>
                  <a:close/>
                  <a:moveTo>
                    <a:pt x="67" y="266"/>
                  </a:moveTo>
                  <a:cubicBezTo>
                    <a:pt x="67" y="267"/>
                    <a:pt x="67" y="266"/>
                    <a:pt x="67" y="268"/>
                  </a:cubicBezTo>
                  <a:cubicBezTo>
                    <a:pt x="66" y="269"/>
                    <a:pt x="66" y="270"/>
                    <a:pt x="66" y="271"/>
                  </a:cubicBezTo>
                  <a:cubicBezTo>
                    <a:pt x="66" y="269"/>
                    <a:pt x="66" y="267"/>
                    <a:pt x="67" y="266"/>
                  </a:cubicBezTo>
                  <a:close/>
                  <a:moveTo>
                    <a:pt x="16" y="431"/>
                  </a:moveTo>
                  <a:cubicBezTo>
                    <a:pt x="17" y="431"/>
                    <a:pt x="16" y="428"/>
                    <a:pt x="16" y="428"/>
                  </a:cubicBezTo>
                  <a:cubicBezTo>
                    <a:pt x="16" y="427"/>
                    <a:pt x="16" y="428"/>
                    <a:pt x="15" y="427"/>
                  </a:cubicBezTo>
                  <a:cubicBezTo>
                    <a:pt x="14" y="424"/>
                    <a:pt x="15" y="423"/>
                    <a:pt x="16" y="425"/>
                  </a:cubicBezTo>
                  <a:cubicBezTo>
                    <a:pt x="17" y="428"/>
                    <a:pt x="18" y="431"/>
                    <a:pt x="19" y="435"/>
                  </a:cubicBezTo>
                  <a:cubicBezTo>
                    <a:pt x="18" y="432"/>
                    <a:pt x="17" y="432"/>
                    <a:pt x="16" y="431"/>
                  </a:cubicBezTo>
                  <a:close/>
                  <a:moveTo>
                    <a:pt x="71" y="258"/>
                  </a:moveTo>
                  <a:cubicBezTo>
                    <a:pt x="69" y="259"/>
                    <a:pt x="69" y="259"/>
                    <a:pt x="69" y="259"/>
                  </a:cubicBezTo>
                  <a:cubicBezTo>
                    <a:pt x="69" y="257"/>
                    <a:pt x="71" y="255"/>
                    <a:pt x="71" y="258"/>
                  </a:cubicBezTo>
                  <a:close/>
                  <a:moveTo>
                    <a:pt x="13" y="415"/>
                  </a:moveTo>
                  <a:cubicBezTo>
                    <a:pt x="12" y="413"/>
                    <a:pt x="12" y="411"/>
                    <a:pt x="12" y="409"/>
                  </a:cubicBezTo>
                  <a:cubicBezTo>
                    <a:pt x="13" y="411"/>
                    <a:pt x="13" y="413"/>
                    <a:pt x="13" y="415"/>
                  </a:cubicBezTo>
                  <a:cubicBezTo>
                    <a:pt x="13" y="415"/>
                    <a:pt x="13" y="414"/>
                    <a:pt x="13" y="415"/>
                  </a:cubicBezTo>
                  <a:close/>
                  <a:moveTo>
                    <a:pt x="76" y="235"/>
                  </a:moveTo>
                  <a:cubicBezTo>
                    <a:pt x="76" y="234"/>
                    <a:pt x="76" y="233"/>
                    <a:pt x="77" y="232"/>
                  </a:cubicBezTo>
                  <a:cubicBezTo>
                    <a:pt x="77" y="233"/>
                    <a:pt x="79" y="232"/>
                    <a:pt x="77" y="234"/>
                  </a:cubicBezTo>
                  <a:cubicBezTo>
                    <a:pt x="78" y="232"/>
                    <a:pt x="77" y="233"/>
                    <a:pt x="76" y="235"/>
                  </a:cubicBezTo>
                  <a:cubicBezTo>
                    <a:pt x="77" y="234"/>
                    <a:pt x="77" y="235"/>
                    <a:pt x="77" y="235"/>
                  </a:cubicBezTo>
                  <a:cubicBezTo>
                    <a:pt x="77" y="236"/>
                    <a:pt x="77" y="237"/>
                    <a:pt x="76" y="238"/>
                  </a:cubicBezTo>
                  <a:cubicBezTo>
                    <a:pt x="76" y="235"/>
                    <a:pt x="75" y="237"/>
                    <a:pt x="76" y="235"/>
                  </a:cubicBezTo>
                  <a:close/>
                  <a:moveTo>
                    <a:pt x="7" y="397"/>
                  </a:moveTo>
                  <a:cubicBezTo>
                    <a:pt x="7" y="394"/>
                    <a:pt x="5" y="388"/>
                    <a:pt x="6" y="387"/>
                  </a:cubicBezTo>
                  <a:cubicBezTo>
                    <a:pt x="6" y="389"/>
                    <a:pt x="7" y="391"/>
                    <a:pt x="7" y="393"/>
                  </a:cubicBezTo>
                  <a:cubicBezTo>
                    <a:pt x="7" y="392"/>
                    <a:pt x="7" y="391"/>
                    <a:pt x="7" y="390"/>
                  </a:cubicBezTo>
                  <a:cubicBezTo>
                    <a:pt x="8" y="391"/>
                    <a:pt x="9" y="394"/>
                    <a:pt x="9" y="394"/>
                  </a:cubicBezTo>
                  <a:cubicBezTo>
                    <a:pt x="9" y="395"/>
                    <a:pt x="8" y="396"/>
                    <a:pt x="7" y="397"/>
                  </a:cubicBezTo>
                  <a:close/>
                  <a:moveTo>
                    <a:pt x="79" y="225"/>
                  </a:moveTo>
                  <a:cubicBezTo>
                    <a:pt x="80" y="226"/>
                    <a:pt x="80" y="226"/>
                    <a:pt x="80" y="227"/>
                  </a:cubicBezTo>
                  <a:cubicBezTo>
                    <a:pt x="79" y="228"/>
                    <a:pt x="78" y="227"/>
                    <a:pt x="79" y="225"/>
                  </a:cubicBezTo>
                  <a:close/>
                  <a:moveTo>
                    <a:pt x="6" y="384"/>
                  </a:moveTo>
                  <a:cubicBezTo>
                    <a:pt x="6" y="381"/>
                    <a:pt x="7" y="381"/>
                    <a:pt x="8" y="382"/>
                  </a:cubicBezTo>
                  <a:cubicBezTo>
                    <a:pt x="8" y="383"/>
                    <a:pt x="8" y="383"/>
                    <a:pt x="8" y="384"/>
                  </a:cubicBezTo>
                  <a:cubicBezTo>
                    <a:pt x="7" y="383"/>
                    <a:pt x="7" y="387"/>
                    <a:pt x="6" y="384"/>
                  </a:cubicBezTo>
                  <a:close/>
                  <a:moveTo>
                    <a:pt x="82" y="221"/>
                  </a:moveTo>
                  <a:cubicBezTo>
                    <a:pt x="82" y="223"/>
                    <a:pt x="82" y="224"/>
                    <a:pt x="81" y="225"/>
                  </a:cubicBezTo>
                  <a:cubicBezTo>
                    <a:pt x="81" y="223"/>
                    <a:pt x="81" y="222"/>
                    <a:pt x="82" y="221"/>
                  </a:cubicBezTo>
                  <a:close/>
                  <a:moveTo>
                    <a:pt x="4" y="375"/>
                  </a:moveTo>
                  <a:cubicBezTo>
                    <a:pt x="5" y="379"/>
                    <a:pt x="6" y="382"/>
                    <a:pt x="6" y="385"/>
                  </a:cubicBezTo>
                  <a:cubicBezTo>
                    <a:pt x="5" y="382"/>
                    <a:pt x="5" y="381"/>
                    <a:pt x="4" y="379"/>
                  </a:cubicBezTo>
                  <a:cubicBezTo>
                    <a:pt x="4" y="379"/>
                    <a:pt x="5" y="379"/>
                    <a:pt x="5" y="378"/>
                  </a:cubicBezTo>
                  <a:cubicBezTo>
                    <a:pt x="4" y="377"/>
                    <a:pt x="4" y="376"/>
                    <a:pt x="4" y="375"/>
                  </a:cubicBezTo>
                  <a:close/>
                  <a:moveTo>
                    <a:pt x="5" y="371"/>
                  </a:moveTo>
                  <a:cubicBezTo>
                    <a:pt x="5" y="371"/>
                    <a:pt x="5" y="370"/>
                    <a:pt x="5" y="370"/>
                  </a:cubicBezTo>
                  <a:cubicBezTo>
                    <a:pt x="6" y="373"/>
                    <a:pt x="7" y="377"/>
                    <a:pt x="7" y="380"/>
                  </a:cubicBezTo>
                  <a:cubicBezTo>
                    <a:pt x="6" y="379"/>
                    <a:pt x="6" y="380"/>
                    <a:pt x="5" y="378"/>
                  </a:cubicBezTo>
                  <a:cubicBezTo>
                    <a:pt x="5" y="375"/>
                    <a:pt x="4" y="373"/>
                    <a:pt x="5" y="371"/>
                  </a:cubicBezTo>
                  <a:close/>
                  <a:moveTo>
                    <a:pt x="87" y="209"/>
                  </a:moveTo>
                  <a:cubicBezTo>
                    <a:pt x="86" y="211"/>
                    <a:pt x="86" y="213"/>
                    <a:pt x="87" y="212"/>
                  </a:cubicBezTo>
                  <a:cubicBezTo>
                    <a:pt x="86" y="213"/>
                    <a:pt x="86" y="215"/>
                    <a:pt x="85" y="216"/>
                  </a:cubicBezTo>
                  <a:cubicBezTo>
                    <a:pt x="85" y="213"/>
                    <a:pt x="84" y="217"/>
                    <a:pt x="84" y="216"/>
                  </a:cubicBezTo>
                  <a:cubicBezTo>
                    <a:pt x="85" y="214"/>
                    <a:pt x="85" y="211"/>
                    <a:pt x="87" y="209"/>
                  </a:cubicBezTo>
                  <a:close/>
                  <a:moveTo>
                    <a:pt x="2" y="366"/>
                  </a:moveTo>
                  <a:cubicBezTo>
                    <a:pt x="2" y="365"/>
                    <a:pt x="3" y="365"/>
                    <a:pt x="3" y="364"/>
                  </a:cubicBezTo>
                  <a:cubicBezTo>
                    <a:pt x="3" y="364"/>
                    <a:pt x="2" y="364"/>
                    <a:pt x="2" y="364"/>
                  </a:cubicBezTo>
                  <a:cubicBezTo>
                    <a:pt x="3" y="361"/>
                    <a:pt x="3" y="362"/>
                    <a:pt x="4" y="364"/>
                  </a:cubicBezTo>
                  <a:cubicBezTo>
                    <a:pt x="3" y="365"/>
                    <a:pt x="3" y="366"/>
                    <a:pt x="3" y="367"/>
                  </a:cubicBezTo>
                  <a:cubicBezTo>
                    <a:pt x="4" y="366"/>
                    <a:pt x="4" y="367"/>
                    <a:pt x="4" y="368"/>
                  </a:cubicBezTo>
                  <a:cubicBezTo>
                    <a:pt x="4" y="369"/>
                    <a:pt x="4" y="369"/>
                    <a:pt x="4" y="370"/>
                  </a:cubicBezTo>
                  <a:cubicBezTo>
                    <a:pt x="3" y="366"/>
                    <a:pt x="3" y="367"/>
                    <a:pt x="2" y="366"/>
                  </a:cubicBezTo>
                  <a:close/>
                  <a:moveTo>
                    <a:pt x="4" y="357"/>
                  </a:moveTo>
                  <a:cubicBezTo>
                    <a:pt x="3" y="355"/>
                    <a:pt x="4" y="353"/>
                    <a:pt x="4" y="351"/>
                  </a:cubicBezTo>
                  <a:cubicBezTo>
                    <a:pt x="5" y="353"/>
                    <a:pt x="5" y="357"/>
                    <a:pt x="4" y="357"/>
                  </a:cubicBezTo>
                  <a:close/>
                  <a:moveTo>
                    <a:pt x="2" y="344"/>
                  </a:moveTo>
                  <a:cubicBezTo>
                    <a:pt x="2" y="342"/>
                    <a:pt x="1" y="340"/>
                    <a:pt x="2" y="338"/>
                  </a:cubicBezTo>
                  <a:cubicBezTo>
                    <a:pt x="3" y="340"/>
                    <a:pt x="2" y="341"/>
                    <a:pt x="2" y="343"/>
                  </a:cubicBezTo>
                  <a:cubicBezTo>
                    <a:pt x="2" y="343"/>
                    <a:pt x="2" y="342"/>
                    <a:pt x="3" y="342"/>
                  </a:cubicBezTo>
                  <a:cubicBezTo>
                    <a:pt x="2" y="343"/>
                    <a:pt x="2" y="343"/>
                    <a:pt x="2" y="344"/>
                  </a:cubicBezTo>
                  <a:close/>
                  <a:moveTo>
                    <a:pt x="3" y="329"/>
                  </a:moveTo>
                  <a:cubicBezTo>
                    <a:pt x="3" y="331"/>
                    <a:pt x="3" y="334"/>
                    <a:pt x="3" y="336"/>
                  </a:cubicBezTo>
                  <a:cubicBezTo>
                    <a:pt x="2" y="334"/>
                    <a:pt x="2" y="329"/>
                    <a:pt x="3" y="329"/>
                  </a:cubicBezTo>
                  <a:close/>
                  <a:moveTo>
                    <a:pt x="3" y="331"/>
                  </a:moveTo>
                  <a:cubicBezTo>
                    <a:pt x="4" y="330"/>
                    <a:pt x="3" y="329"/>
                    <a:pt x="3" y="329"/>
                  </a:cubicBezTo>
                  <a:cubicBezTo>
                    <a:pt x="4" y="327"/>
                    <a:pt x="4" y="327"/>
                    <a:pt x="4" y="328"/>
                  </a:cubicBezTo>
                  <a:cubicBezTo>
                    <a:pt x="4" y="329"/>
                    <a:pt x="4" y="330"/>
                    <a:pt x="4" y="331"/>
                  </a:cubicBezTo>
                  <a:cubicBezTo>
                    <a:pt x="4" y="330"/>
                    <a:pt x="4" y="331"/>
                    <a:pt x="3" y="331"/>
                  </a:cubicBezTo>
                  <a:close/>
                  <a:moveTo>
                    <a:pt x="4" y="316"/>
                  </a:moveTo>
                  <a:cubicBezTo>
                    <a:pt x="5" y="320"/>
                    <a:pt x="5" y="323"/>
                    <a:pt x="4" y="326"/>
                  </a:cubicBezTo>
                  <a:cubicBezTo>
                    <a:pt x="3" y="323"/>
                    <a:pt x="4" y="320"/>
                    <a:pt x="4" y="316"/>
                  </a:cubicBezTo>
                  <a:close/>
                  <a:moveTo>
                    <a:pt x="2" y="314"/>
                  </a:moveTo>
                  <a:cubicBezTo>
                    <a:pt x="3" y="316"/>
                    <a:pt x="3" y="320"/>
                    <a:pt x="3" y="322"/>
                  </a:cubicBezTo>
                  <a:cubicBezTo>
                    <a:pt x="2" y="320"/>
                    <a:pt x="2" y="317"/>
                    <a:pt x="2" y="314"/>
                  </a:cubicBezTo>
                  <a:close/>
                  <a:moveTo>
                    <a:pt x="6" y="299"/>
                  </a:moveTo>
                  <a:cubicBezTo>
                    <a:pt x="6" y="299"/>
                    <a:pt x="6" y="299"/>
                    <a:pt x="7" y="298"/>
                  </a:cubicBezTo>
                  <a:cubicBezTo>
                    <a:pt x="7" y="300"/>
                    <a:pt x="7" y="303"/>
                    <a:pt x="6" y="306"/>
                  </a:cubicBezTo>
                  <a:cubicBezTo>
                    <a:pt x="7" y="302"/>
                    <a:pt x="6" y="299"/>
                    <a:pt x="6" y="299"/>
                  </a:cubicBezTo>
                  <a:close/>
                  <a:moveTo>
                    <a:pt x="10" y="262"/>
                  </a:moveTo>
                  <a:cubicBezTo>
                    <a:pt x="10" y="264"/>
                    <a:pt x="10" y="260"/>
                    <a:pt x="11" y="260"/>
                  </a:cubicBezTo>
                  <a:cubicBezTo>
                    <a:pt x="11" y="261"/>
                    <a:pt x="10" y="265"/>
                    <a:pt x="9" y="264"/>
                  </a:cubicBezTo>
                  <a:cubicBezTo>
                    <a:pt x="10" y="263"/>
                    <a:pt x="9" y="263"/>
                    <a:pt x="10" y="262"/>
                  </a:cubicBezTo>
                  <a:close/>
                  <a:moveTo>
                    <a:pt x="153" y="56"/>
                  </a:moveTo>
                  <a:cubicBezTo>
                    <a:pt x="154" y="55"/>
                    <a:pt x="156" y="54"/>
                    <a:pt x="157" y="54"/>
                  </a:cubicBezTo>
                  <a:cubicBezTo>
                    <a:pt x="155" y="56"/>
                    <a:pt x="153" y="57"/>
                    <a:pt x="151" y="59"/>
                  </a:cubicBezTo>
                  <a:cubicBezTo>
                    <a:pt x="149" y="59"/>
                    <a:pt x="149" y="59"/>
                    <a:pt x="149" y="59"/>
                  </a:cubicBezTo>
                  <a:cubicBezTo>
                    <a:pt x="152" y="57"/>
                    <a:pt x="152" y="57"/>
                    <a:pt x="153" y="56"/>
                  </a:cubicBezTo>
                  <a:close/>
                  <a:moveTo>
                    <a:pt x="171" y="46"/>
                  </a:moveTo>
                  <a:cubicBezTo>
                    <a:pt x="168" y="47"/>
                    <a:pt x="165" y="50"/>
                    <a:pt x="165" y="48"/>
                  </a:cubicBezTo>
                  <a:cubicBezTo>
                    <a:pt x="167" y="48"/>
                    <a:pt x="171" y="45"/>
                    <a:pt x="171" y="46"/>
                  </a:cubicBezTo>
                  <a:close/>
                  <a:moveTo>
                    <a:pt x="389" y="61"/>
                  </a:moveTo>
                  <a:cubicBezTo>
                    <a:pt x="384" y="61"/>
                    <a:pt x="394" y="62"/>
                    <a:pt x="388" y="63"/>
                  </a:cubicBezTo>
                  <a:cubicBezTo>
                    <a:pt x="387" y="62"/>
                    <a:pt x="387" y="62"/>
                    <a:pt x="385" y="61"/>
                  </a:cubicBezTo>
                  <a:cubicBezTo>
                    <a:pt x="386" y="61"/>
                    <a:pt x="387" y="60"/>
                    <a:pt x="389" y="61"/>
                  </a:cubicBezTo>
                  <a:close/>
                  <a:moveTo>
                    <a:pt x="383" y="62"/>
                  </a:moveTo>
                  <a:cubicBezTo>
                    <a:pt x="383" y="62"/>
                    <a:pt x="382" y="61"/>
                    <a:pt x="381" y="61"/>
                  </a:cubicBezTo>
                  <a:cubicBezTo>
                    <a:pt x="380" y="61"/>
                    <a:pt x="381" y="63"/>
                    <a:pt x="379" y="62"/>
                  </a:cubicBezTo>
                  <a:cubicBezTo>
                    <a:pt x="379" y="62"/>
                    <a:pt x="380" y="61"/>
                    <a:pt x="379" y="61"/>
                  </a:cubicBezTo>
                  <a:cubicBezTo>
                    <a:pt x="381" y="61"/>
                    <a:pt x="382" y="60"/>
                    <a:pt x="384" y="60"/>
                  </a:cubicBezTo>
                  <a:cubicBezTo>
                    <a:pt x="385" y="61"/>
                    <a:pt x="386" y="62"/>
                    <a:pt x="383" y="62"/>
                  </a:cubicBezTo>
                  <a:close/>
                  <a:moveTo>
                    <a:pt x="226" y="20"/>
                  </a:moveTo>
                  <a:cubicBezTo>
                    <a:pt x="228" y="19"/>
                    <a:pt x="230" y="19"/>
                    <a:pt x="231" y="18"/>
                  </a:cubicBezTo>
                  <a:cubicBezTo>
                    <a:pt x="232" y="19"/>
                    <a:pt x="229" y="19"/>
                    <a:pt x="227" y="21"/>
                  </a:cubicBezTo>
                  <a:cubicBezTo>
                    <a:pt x="225" y="21"/>
                    <a:pt x="227" y="20"/>
                    <a:pt x="226" y="20"/>
                  </a:cubicBezTo>
                  <a:close/>
                  <a:moveTo>
                    <a:pt x="397" y="63"/>
                  </a:moveTo>
                  <a:cubicBezTo>
                    <a:pt x="398" y="64"/>
                    <a:pt x="397" y="64"/>
                    <a:pt x="397" y="64"/>
                  </a:cubicBezTo>
                  <a:cubicBezTo>
                    <a:pt x="396" y="64"/>
                    <a:pt x="394" y="64"/>
                    <a:pt x="393" y="63"/>
                  </a:cubicBezTo>
                  <a:cubicBezTo>
                    <a:pt x="395" y="63"/>
                    <a:pt x="395" y="63"/>
                    <a:pt x="397" y="63"/>
                  </a:cubicBezTo>
                  <a:close/>
                  <a:moveTo>
                    <a:pt x="239" y="17"/>
                  </a:moveTo>
                  <a:cubicBezTo>
                    <a:pt x="236" y="17"/>
                    <a:pt x="237" y="18"/>
                    <a:pt x="234" y="18"/>
                  </a:cubicBezTo>
                  <a:cubicBezTo>
                    <a:pt x="233" y="18"/>
                    <a:pt x="239" y="15"/>
                    <a:pt x="239" y="17"/>
                  </a:cubicBezTo>
                  <a:close/>
                  <a:moveTo>
                    <a:pt x="398" y="63"/>
                  </a:moveTo>
                  <a:cubicBezTo>
                    <a:pt x="399" y="63"/>
                    <a:pt x="400" y="63"/>
                    <a:pt x="401" y="64"/>
                  </a:cubicBezTo>
                  <a:cubicBezTo>
                    <a:pt x="400" y="64"/>
                    <a:pt x="400" y="64"/>
                    <a:pt x="399" y="64"/>
                  </a:cubicBezTo>
                  <a:cubicBezTo>
                    <a:pt x="399" y="64"/>
                    <a:pt x="399" y="64"/>
                    <a:pt x="398" y="63"/>
                  </a:cubicBezTo>
                  <a:close/>
                  <a:moveTo>
                    <a:pt x="420" y="12"/>
                  </a:moveTo>
                  <a:cubicBezTo>
                    <a:pt x="418" y="11"/>
                    <a:pt x="415" y="11"/>
                    <a:pt x="413" y="10"/>
                  </a:cubicBezTo>
                  <a:cubicBezTo>
                    <a:pt x="416" y="10"/>
                    <a:pt x="421" y="11"/>
                    <a:pt x="420" y="12"/>
                  </a:cubicBezTo>
                  <a:close/>
                  <a:moveTo>
                    <a:pt x="430" y="15"/>
                  </a:moveTo>
                  <a:cubicBezTo>
                    <a:pt x="427" y="14"/>
                    <a:pt x="424" y="13"/>
                    <a:pt x="421" y="12"/>
                  </a:cubicBezTo>
                  <a:cubicBezTo>
                    <a:pt x="424" y="12"/>
                    <a:pt x="427" y="13"/>
                    <a:pt x="430" y="15"/>
                  </a:cubicBezTo>
                  <a:close/>
                  <a:moveTo>
                    <a:pt x="434" y="15"/>
                  </a:moveTo>
                  <a:cubicBezTo>
                    <a:pt x="432" y="15"/>
                    <a:pt x="432" y="15"/>
                    <a:pt x="432" y="15"/>
                  </a:cubicBezTo>
                  <a:cubicBezTo>
                    <a:pt x="431" y="15"/>
                    <a:pt x="431" y="14"/>
                    <a:pt x="430" y="14"/>
                  </a:cubicBezTo>
                  <a:cubicBezTo>
                    <a:pt x="432" y="14"/>
                    <a:pt x="433" y="15"/>
                    <a:pt x="434" y="15"/>
                  </a:cubicBezTo>
                  <a:close/>
                  <a:moveTo>
                    <a:pt x="572" y="145"/>
                  </a:moveTo>
                  <a:cubicBezTo>
                    <a:pt x="573" y="147"/>
                    <a:pt x="572" y="146"/>
                    <a:pt x="570" y="145"/>
                  </a:cubicBezTo>
                  <a:cubicBezTo>
                    <a:pt x="568" y="143"/>
                    <a:pt x="566" y="140"/>
                    <a:pt x="562" y="137"/>
                  </a:cubicBezTo>
                  <a:cubicBezTo>
                    <a:pt x="562" y="137"/>
                    <a:pt x="562" y="136"/>
                    <a:pt x="562" y="136"/>
                  </a:cubicBezTo>
                  <a:cubicBezTo>
                    <a:pt x="565" y="138"/>
                    <a:pt x="569" y="142"/>
                    <a:pt x="572" y="145"/>
                  </a:cubicBezTo>
                  <a:close/>
                  <a:moveTo>
                    <a:pt x="582" y="158"/>
                  </a:moveTo>
                  <a:cubicBezTo>
                    <a:pt x="582" y="159"/>
                    <a:pt x="582" y="159"/>
                    <a:pt x="581" y="159"/>
                  </a:cubicBezTo>
                  <a:cubicBezTo>
                    <a:pt x="579" y="156"/>
                    <a:pt x="576" y="153"/>
                    <a:pt x="574" y="150"/>
                  </a:cubicBezTo>
                  <a:cubicBezTo>
                    <a:pt x="577" y="153"/>
                    <a:pt x="579" y="155"/>
                    <a:pt x="582" y="158"/>
                  </a:cubicBezTo>
                  <a:close/>
                  <a:moveTo>
                    <a:pt x="537" y="67"/>
                  </a:moveTo>
                  <a:cubicBezTo>
                    <a:pt x="536" y="67"/>
                    <a:pt x="532" y="64"/>
                    <a:pt x="530" y="63"/>
                  </a:cubicBezTo>
                  <a:cubicBezTo>
                    <a:pt x="533" y="64"/>
                    <a:pt x="535" y="65"/>
                    <a:pt x="537" y="67"/>
                  </a:cubicBezTo>
                  <a:close/>
                  <a:moveTo>
                    <a:pt x="592" y="172"/>
                  </a:moveTo>
                  <a:cubicBezTo>
                    <a:pt x="589" y="168"/>
                    <a:pt x="586" y="164"/>
                    <a:pt x="584" y="163"/>
                  </a:cubicBezTo>
                  <a:cubicBezTo>
                    <a:pt x="584" y="162"/>
                    <a:pt x="583" y="162"/>
                    <a:pt x="583" y="161"/>
                  </a:cubicBezTo>
                  <a:cubicBezTo>
                    <a:pt x="585" y="163"/>
                    <a:pt x="590" y="166"/>
                    <a:pt x="592" y="172"/>
                  </a:cubicBezTo>
                  <a:close/>
                  <a:moveTo>
                    <a:pt x="575" y="93"/>
                  </a:moveTo>
                  <a:cubicBezTo>
                    <a:pt x="575" y="94"/>
                    <a:pt x="576" y="95"/>
                    <a:pt x="577" y="95"/>
                  </a:cubicBezTo>
                  <a:cubicBezTo>
                    <a:pt x="579" y="98"/>
                    <a:pt x="574" y="95"/>
                    <a:pt x="577" y="99"/>
                  </a:cubicBezTo>
                  <a:cubicBezTo>
                    <a:pt x="575" y="97"/>
                    <a:pt x="573" y="96"/>
                    <a:pt x="572" y="94"/>
                  </a:cubicBezTo>
                  <a:cubicBezTo>
                    <a:pt x="575" y="97"/>
                    <a:pt x="577" y="97"/>
                    <a:pt x="575" y="93"/>
                  </a:cubicBezTo>
                  <a:close/>
                  <a:moveTo>
                    <a:pt x="611" y="210"/>
                  </a:moveTo>
                  <a:cubicBezTo>
                    <a:pt x="612" y="212"/>
                    <a:pt x="610" y="210"/>
                    <a:pt x="610" y="210"/>
                  </a:cubicBezTo>
                  <a:cubicBezTo>
                    <a:pt x="610" y="209"/>
                    <a:pt x="609" y="208"/>
                    <a:pt x="609" y="206"/>
                  </a:cubicBezTo>
                  <a:cubicBezTo>
                    <a:pt x="610" y="207"/>
                    <a:pt x="610" y="209"/>
                    <a:pt x="611" y="210"/>
                  </a:cubicBezTo>
                  <a:close/>
                  <a:moveTo>
                    <a:pt x="615" y="184"/>
                  </a:moveTo>
                  <a:cubicBezTo>
                    <a:pt x="615" y="186"/>
                    <a:pt x="617" y="186"/>
                    <a:pt x="617" y="187"/>
                  </a:cubicBezTo>
                  <a:cubicBezTo>
                    <a:pt x="618" y="189"/>
                    <a:pt x="617" y="188"/>
                    <a:pt x="617" y="188"/>
                  </a:cubicBezTo>
                  <a:cubicBezTo>
                    <a:pt x="617" y="189"/>
                    <a:pt x="618" y="189"/>
                    <a:pt x="618" y="190"/>
                  </a:cubicBezTo>
                  <a:cubicBezTo>
                    <a:pt x="616" y="187"/>
                    <a:pt x="615" y="185"/>
                    <a:pt x="615" y="187"/>
                  </a:cubicBezTo>
                  <a:cubicBezTo>
                    <a:pt x="614" y="185"/>
                    <a:pt x="614" y="184"/>
                    <a:pt x="615" y="184"/>
                  </a:cubicBezTo>
                  <a:close/>
                  <a:moveTo>
                    <a:pt x="618" y="156"/>
                  </a:moveTo>
                  <a:cubicBezTo>
                    <a:pt x="617" y="155"/>
                    <a:pt x="616" y="154"/>
                    <a:pt x="616" y="153"/>
                  </a:cubicBezTo>
                  <a:cubicBezTo>
                    <a:pt x="617" y="153"/>
                    <a:pt x="619" y="157"/>
                    <a:pt x="618" y="156"/>
                  </a:cubicBezTo>
                  <a:close/>
                  <a:moveTo>
                    <a:pt x="626" y="172"/>
                  </a:moveTo>
                  <a:cubicBezTo>
                    <a:pt x="624" y="169"/>
                    <a:pt x="622" y="167"/>
                    <a:pt x="621" y="164"/>
                  </a:cubicBezTo>
                  <a:cubicBezTo>
                    <a:pt x="623" y="166"/>
                    <a:pt x="625" y="169"/>
                    <a:pt x="626" y="172"/>
                  </a:cubicBezTo>
                  <a:close/>
                  <a:moveTo>
                    <a:pt x="632" y="183"/>
                  </a:moveTo>
                  <a:cubicBezTo>
                    <a:pt x="631" y="182"/>
                    <a:pt x="630" y="180"/>
                    <a:pt x="630" y="179"/>
                  </a:cubicBezTo>
                  <a:cubicBezTo>
                    <a:pt x="631" y="180"/>
                    <a:pt x="631" y="182"/>
                    <a:pt x="632" y="183"/>
                  </a:cubicBezTo>
                  <a:close/>
                  <a:moveTo>
                    <a:pt x="635" y="181"/>
                  </a:moveTo>
                  <a:cubicBezTo>
                    <a:pt x="635" y="183"/>
                    <a:pt x="635" y="183"/>
                    <a:pt x="636" y="183"/>
                  </a:cubicBezTo>
                  <a:cubicBezTo>
                    <a:pt x="636" y="186"/>
                    <a:pt x="633" y="181"/>
                    <a:pt x="633" y="180"/>
                  </a:cubicBezTo>
                  <a:cubicBezTo>
                    <a:pt x="634" y="181"/>
                    <a:pt x="634" y="181"/>
                    <a:pt x="635" y="181"/>
                  </a:cubicBezTo>
                  <a:close/>
                  <a:moveTo>
                    <a:pt x="660" y="290"/>
                  </a:moveTo>
                  <a:cubicBezTo>
                    <a:pt x="659" y="290"/>
                    <a:pt x="658" y="287"/>
                    <a:pt x="658" y="285"/>
                  </a:cubicBezTo>
                  <a:cubicBezTo>
                    <a:pt x="659" y="285"/>
                    <a:pt x="660" y="288"/>
                    <a:pt x="660" y="2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b="1">
                <a:latin typeface="+mj-ea"/>
                <a:ea typeface="+mj-ea"/>
              </a:endParaRPr>
            </a:p>
          </p:txBody>
        </p:sp>
      </p:grpSp>
      <p:pic>
        <p:nvPicPr>
          <p:cNvPr id="30" name="图片 2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hqprint"/>
          <a:srcRect b="7886"/>
          <a:stretch>
            <a:fillRect/>
          </a:stretch>
        </p:blipFill>
        <p:spPr>
          <a:xfrm>
            <a:off x="6208773" y="2673532"/>
            <a:ext cx="2693086" cy="1630611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 cstate="hqprint"/>
          <a:stretch>
            <a:fillRect/>
          </a:stretch>
        </p:blipFill>
        <p:spPr>
          <a:xfrm>
            <a:off x="6208773" y="4462220"/>
            <a:ext cx="2693086" cy="1610708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4" cstate="hqprint"/>
          <a:stretch>
            <a:fillRect/>
          </a:stretch>
        </p:blipFill>
        <p:spPr>
          <a:xfrm>
            <a:off x="9024633" y="2673531"/>
            <a:ext cx="2400750" cy="1630613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4" cstate="hqprint"/>
          <a:stretch>
            <a:fillRect/>
          </a:stretch>
        </p:blipFill>
        <p:spPr>
          <a:xfrm>
            <a:off x="9024633" y="4462220"/>
            <a:ext cx="2400750" cy="16107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9945" y="2067560"/>
            <a:ext cx="929386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+mn-ea"/>
              </a:rPr>
              <a:t>示例内容公开模板，示例内容公开、模板示例。内容公开模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示例内容、公开模板</a:t>
            </a:r>
            <a:r>
              <a:rPr lang="zh-CN" altLang="en-US" dirty="0">
                <a:latin typeface="+mn-ea"/>
              </a:rPr>
              <a:t>示例。</a:t>
            </a:r>
            <a:endParaRPr lang="en-US" altLang="zh-CN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示例内容，公开模板</a:t>
            </a:r>
            <a:endParaRPr lang="zh-CN" altLang="en-US" sz="2400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2" name="缺角矩形 21"/>
          <p:cNvSpPr/>
          <p:nvPr>
            <p:custDataLst>
              <p:tags r:id="rId1"/>
            </p:custDataLst>
          </p:nvPr>
        </p:nvSpPr>
        <p:spPr>
          <a:xfrm>
            <a:off x="766617" y="2673531"/>
            <a:ext cx="5093630" cy="3597959"/>
          </a:xfrm>
          <a:prstGeom prst="plaque">
            <a:avLst>
              <a:gd name="adj" fmla="val 4832"/>
            </a:avLst>
          </a:prstGeom>
          <a:gradFill>
            <a:gsLst>
              <a:gs pos="37000">
                <a:srgbClr val="FFFFFF"/>
              </a:gs>
              <a:gs pos="97000">
                <a:schemeClr val="bg1">
                  <a:alpha val="50000"/>
                </a:schemeClr>
              </a:gs>
            </a:gsLst>
            <a:lin ang="2700000" scaled="1"/>
          </a:gradFill>
          <a:ln w="190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46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052945" y="3502651"/>
            <a:ext cx="4599710" cy="71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dirty="0">
                <a:latin typeface="+mn-ea"/>
              </a:rPr>
              <a:t>示例内容公开模板示例内容公开模，板示例、内容、公开、模板、示例、内容、公开模板。</a:t>
            </a:r>
            <a:endParaRPr lang="en-US" altLang="zh-CN" sz="1600" dirty="0">
              <a:latin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1554674" y="2882911"/>
            <a:ext cx="1659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grpSp>
        <p:nvGrpSpPr>
          <p:cNvPr id="25" name="组合 24"/>
          <p:cNvGrpSpPr/>
          <p:nvPr>
            <p:custDataLst>
              <p:tags r:id="rId4"/>
            </p:custDataLst>
          </p:nvPr>
        </p:nvGrpSpPr>
        <p:grpSpPr>
          <a:xfrm>
            <a:off x="961383" y="2808371"/>
            <a:ext cx="593291" cy="594409"/>
            <a:chOff x="3838979" y="1830483"/>
            <a:chExt cx="725784" cy="727152"/>
          </a:xfrm>
        </p:grpSpPr>
        <p:sp>
          <p:nvSpPr>
            <p:cNvPr id="26" name="Index-1"/>
            <p:cNvSpPr txBox="1"/>
            <p:nvPr>
              <p:custDataLst>
                <p:tags r:id="rId5"/>
              </p:custDataLst>
            </p:nvPr>
          </p:nvSpPr>
          <p:spPr>
            <a:xfrm>
              <a:off x="3950989" y="1916832"/>
              <a:ext cx="531052" cy="523220"/>
            </a:xfrm>
            <a:prstGeom prst="rect">
              <a:avLst/>
            </a:prstGeom>
            <a:noFill/>
          </p:spPr>
          <p:txBody>
            <a:bodyPr wrap="none" lIns="0" rIns="0" rtlCol="0" anchor="ctr" anchorCtr="0">
              <a:noAutofit/>
            </a:bodyPr>
            <a:lstStyle/>
            <a:p>
              <a:pPr algn="ctr"/>
              <a:r>
                <a:rPr lang="zh-CN" altLang="en-US" sz="2800" dirty="0">
                  <a:solidFill>
                    <a:schemeClr val="accent1"/>
                  </a:solidFill>
                  <a:latin typeface="OPPOSans M" panose="00020600040101010101" pitchFamily="18" charset="-122"/>
                  <a:ea typeface="阿里妈妈东方大楷" pitchFamily="2" charset="-122"/>
                </a:rPr>
                <a:t>示</a:t>
              </a:r>
              <a:endParaRPr lang="zh-CN" altLang="en-US" sz="2800" dirty="0">
                <a:solidFill>
                  <a:schemeClr val="accent1"/>
                </a:solidFill>
                <a:effectLst/>
                <a:latin typeface="OPPOSans M" panose="00020600040101010101" pitchFamily="18" charset="-122"/>
                <a:ea typeface="阿里妈妈东方大楷" pitchFamily="2" charset="-122"/>
              </a:endParaRPr>
            </a:p>
          </p:txBody>
        </p:sp>
        <p:sp>
          <p:nvSpPr>
            <p:cNvPr id="27" name="1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838979" y="1830483"/>
              <a:ext cx="725784" cy="727152"/>
            </a:xfrm>
            <a:custGeom>
              <a:avLst/>
              <a:gdLst>
                <a:gd name="T0" fmla="*/ 579 w 669"/>
                <a:gd name="T1" fmla="*/ 485 h 670"/>
                <a:gd name="T2" fmla="*/ 324 w 669"/>
                <a:gd name="T3" fmla="*/ 608 h 670"/>
                <a:gd name="T4" fmla="*/ 198 w 669"/>
                <a:gd name="T5" fmla="*/ 568 h 670"/>
                <a:gd name="T6" fmla="*/ 426 w 669"/>
                <a:gd name="T7" fmla="*/ 593 h 670"/>
                <a:gd name="T8" fmla="*/ 567 w 669"/>
                <a:gd name="T9" fmla="*/ 485 h 670"/>
                <a:gd name="T10" fmla="*/ 522 w 669"/>
                <a:gd name="T11" fmla="*/ 529 h 670"/>
                <a:gd name="T12" fmla="*/ 211 w 669"/>
                <a:gd name="T13" fmla="*/ 566 h 670"/>
                <a:gd name="T14" fmla="*/ 279 w 669"/>
                <a:gd name="T15" fmla="*/ 67 h 670"/>
                <a:gd name="T16" fmla="*/ 521 w 669"/>
                <a:gd name="T17" fmla="*/ 120 h 670"/>
                <a:gd name="T18" fmla="*/ 598 w 669"/>
                <a:gd name="T19" fmla="*/ 182 h 670"/>
                <a:gd name="T20" fmla="*/ 661 w 669"/>
                <a:gd name="T21" fmla="*/ 313 h 670"/>
                <a:gd name="T22" fmla="*/ 640 w 669"/>
                <a:gd name="T23" fmla="*/ 192 h 670"/>
                <a:gd name="T24" fmla="*/ 553 w 669"/>
                <a:gd name="T25" fmla="*/ 76 h 670"/>
                <a:gd name="T26" fmla="*/ 407 w 669"/>
                <a:gd name="T27" fmla="*/ 8 h 670"/>
                <a:gd name="T28" fmla="*/ 243 w 669"/>
                <a:gd name="T29" fmla="*/ 13 h 670"/>
                <a:gd name="T30" fmla="*/ 107 w 669"/>
                <a:gd name="T31" fmla="*/ 91 h 670"/>
                <a:gd name="T32" fmla="*/ 23 w 669"/>
                <a:gd name="T33" fmla="*/ 217 h 670"/>
                <a:gd name="T34" fmla="*/ 2 w 669"/>
                <a:gd name="T35" fmla="*/ 354 h 670"/>
                <a:gd name="T36" fmla="*/ 15 w 669"/>
                <a:gd name="T37" fmla="*/ 438 h 670"/>
                <a:gd name="T38" fmla="*/ 48 w 669"/>
                <a:gd name="T39" fmla="*/ 506 h 670"/>
                <a:gd name="T40" fmla="*/ 157 w 669"/>
                <a:gd name="T41" fmla="*/ 618 h 670"/>
                <a:gd name="T42" fmla="*/ 251 w 669"/>
                <a:gd name="T43" fmla="*/ 659 h 670"/>
                <a:gd name="T44" fmla="*/ 457 w 669"/>
                <a:gd name="T45" fmla="*/ 650 h 670"/>
                <a:gd name="T46" fmla="*/ 567 w 669"/>
                <a:gd name="T47" fmla="*/ 584 h 670"/>
                <a:gd name="T48" fmla="*/ 450 w 669"/>
                <a:gd name="T49" fmla="*/ 646 h 670"/>
                <a:gd name="T50" fmla="*/ 308 w 669"/>
                <a:gd name="T51" fmla="*/ 658 h 670"/>
                <a:gd name="T52" fmla="*/ 403 w 669"/>
                <a:gd name="T53" fmla="*/ 652 h 670"/>
                <a:gd name="T54" fmla="*/ 566 w 669"/>
                <a:gd name="T55" fmla="*/ 569 h 670"/>
                <a:gd name="T56" fmla="*/ 637 w 669"/>
                <a:gd name="T57" fmla="*/ 474 h 670"/>
                <a:gd name="T58" fmla="*/ 599 w 669"/>
                <a:gd name="T59" fmla="*/ 521 h 670"/>
                <a:gd name="T60" fmla="*/ 623 w 669"/>
                <a:gd name="T61" fmla="*/ 472 h 670"/>
                <a:gd name="T62" fmla="*/ 471 w 669"/>
                <a:gd name="T63" fmla="*/ 613 h 670"/>
                <a:gd name="T64" fmla="*/ 301 w 669"/>
                <a:gd name="T65" fmla="*/ 638 h 670"/>
                <a:gd name="T66" fmla="*/ 267 w 669"/>
                <a:gd name="T67" fmla="*/ 628 h 670"/>
                <a:gd name="T68" fmla="*/ 425 w 669"/>
                <a:gd name="T69" fmla="*/ 625 h 670"/>
                <a:gd name="T70" fmla="*/ 549 w 669"/>
                <a:gd name="T71" fmla="*/ 550 h 670"/>
                <a:gd name="T72" fmla="*/ 578 w 669"/>
                <a:gd name="T73" fmla="*/ 508 h 670"/>
                <a:gd name="T74" fmla="*/ 613 w 669"/>
                <a:gd name="T75" fmla="*/ 435 h 670"/>
                <a:gd name="T76" fmla="*/ 634 w 669"/>
                <a:gd name="T77" fmla="*/ 185 h 670"/>
                <a:gd name="T78" fmla="*/ 523 w 669"/>
                <a:gd name="T79" fmla="*/ 544 h 670"/>
                <a:gd name="T80" fmla="*/ 544 w 669"/>
                <a:gd name="T81" fmla="*/ 549 h 670"/>
                <a:gd name="T82" fmla="*/ 583 w 669"/>
                <a:gd name="T83" fmla="*/ 532 h 670"/>
                <a:gd name="T84" fmla="*/ 585 w 669"/>
                <a:gd name="T85" fmla="*/ 541 h 670"/>
                <a:gd name="T86" fmla="*/ 498 w 669"/>
                <a:gd name="T87" fmla="*/ 585 h 670"/>
                <a:gd name="T88" fmla="*/ 528 w 669"/>
                <a:gd name="T89" fmla="*/ 585 h 670"/>
                <a:gd name="T90" fmla="*/ 564 w 669"/>
                <a:gd name="T91" fmla="*/ 575 h 670"/>
                <a:gd name="T92" fmla="*/ 445 w 669"/>
                <a:gd name="T93" fmla="*/ 624 h 670"/>
                <a:gd name="T94" fmla="*/ 468 w 669"/>
                <a:gd name="T95" fmla="*/ 641 h 670"/>
                <a:gd name="T96" fmla="*/ 354 w 669"/>
                <a:gd name="T97" fmla="*/ 641 h 670"/>
                <a:gd name="T98" fmla="*/ 409 w 669"/>
                <a:gd name="T99" fmla="*/ 661 h 670"/>
                <a:gd name="T100" fmla="*/ 240 w 669"/>
                <a:gd name="T101" fmla="*/ 622 h 670"/>
                <a:gd name="T102" fmla="*/ 276 w 669"/>
                <a:gd name="T103" fmla="*/ 650 h 670"/>
                <a:gd name="T104" fmla="*/ 291 w 669"/>
                <a:gd name="T105" fmla="*/ 661 h 670"/>
                <a:gd name="T106" fmla="*/ 204 w 669"/>
                <a:gd name="T107" fmla="*/ 627 h 670"/>
                <a:gd name="T108" fmla="*/ 103 w 669"/>
                <a:gd name="T109" fmla="*/ 475 h 670"/>
                <a:gd name="T110" fmla="*/ 147 w 669"/>
                <a:gd name="T111" fmla="*/ 593 h 670"/>
                <a:gd name="T112" fmla="*/ 113 w 669"/>
                <a:gd name="T113" fmla="*/ 579 h 670"/>
                <a:gd name="T114" fmla="*/ 41 w 669"/>
                <a:gd name="T115" fmla="*/ 486 h 670"/>
                <a:gd name="T116" fmla="*/ 71 w 669"/>
                <a:gd name="T117" fmla="*/ 258 h 670"/>
                <a:gd name="T118" fmla="*/ 84 w 669"/>
                <a:gd name="T119" fmla="*/ 216 h 670"/>
                <a:gd name="T120" fmla="*/ 157 w 669"/>
                <a:gd name="T121" fmla="*/ 54 h 670"/>
                <a:gd name="T122" fmla="*/ 434 w 669"/>
                <a:gd name="T123" fmla="*/ 15 h 670"/>
                <a:gd name="T124" fmla="*/ 635 w 669"/>
                <a:gd name="T125" fmla="*/ 18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9" h="670">
                  <a:moveTo>
                    <a:pt x="620" y="396"/>
                  </a:moveTo>
                  <a:cubicBezTo>
                    <a:pt x="620" y="397"/>
                    <a:pt x="620" y="398"/>
                    <a:pt x="621" y="397"/>
                  </a:cubicBezTo>
                  <a:cubicBezTo>
                    <a:pt x="621" y="397"/>
                    <a:pt x="620" y="398"/>
                    <a:pt x="620" y="399"/>
                  </a:cubicBezTo>
                  <a:cubicBezTo>
                    <a:pt x="620" y="401"/>
                    <a:pt x="620" y="400"/>
                    <a:pt x="620" y="402"/>
                  </a:cubicBezTo>
                  <a:cubicBezTo>
                    <a:pt x="620" y="405"/>
                    <a:pt x="618" y="408"/>
                    <a:pt x="618" y="412"/>
                  </a:cubicBezTo>
                  <a:cubicBezTo>
                    <a:pt x="615" y="415"/>
                    <a:pt x="616" y="419"/>
                    <a:pt x="614" y="423"/>
                  </a:cubicBezTo>
                  <a:cubicBezTo>
                    <a:pt x="613" y="422"/>
                    <a:pt x="615" y="417"/>
                    <a:pt x="614" y="416"/>
                  </a:cubicBezTo>
                  <a:cubicBezTo>
                    <a:pt x="613" y="422"/>
                    <a:pt x="610" y="425"/>
                    <a:pt x="609" y="432"/>
                  </a:cubicBezTo>
                  <a:cubicBezTo>
                    <a:pt x="608" y="433"/>
                    <a:pt x="607" y="434"/>
                    <a:pt x="607" y="437"/>
                  </a:cubicBezTo>
                  <a:cubicBezTo>
                    <a:pt x="606" y="438"/>
                    <a:pt x="605" y="437"/>
                    <a:pt x="606" y="435"/>
                  </a:cubicBezTo>
                  <a:cubicBezTo>
                    <a:pt x="605" y="435"/>
                    <a:pt x="605" y="436"/>
                    <a:pt x="605" y="437"/>
                  </a:cubicBezTo>
                  <a:cubicBezTo>
                    <a:pt x="606" y="436"/>
                    <a:pt x="605" y="440"/>
                    <a:pt x="606" y="438"/>
                  </a:cubicBezTo>
                  <a:cubicBezTo>
                    <a:pt x="604" y="441"/>
                    <a:pt x="604" y="445"/>
                    <a:pt x="602" y="449"/>
                  </a:cubicBezTo>
                  <a:cubicBezTo>
                    <a:pt x="603" y="444"/>
                    <a:pt x="604" y="440"/>
                    <a:pt x="604" y="439"/>
                  </a:cubicBezTo>
                  <a:cubicBezTo>
                    <a:pt x="603" y="440"/>
                    <a:pt x="602" y="447"/>
                    <a:pt x="600" y="450"/>
                  </a:cubicBezTo>
                  <a:cubicBezTo>
                    <a:pt x="599" y="450"/>
                    <a:pt x="598" y="454"/>
                    <a:pt x="597" y="456"/>
                  </a:cubicBezTo>
                  <a:cubicBezTo>
                    <a:pt x="597" y="456"/>
                    <a:pt x="598" y="455"/>
                    <a:pt x="598" y="456"/>
                  </a:cubicBezTo>
                  <a:cubicBezTo>
                    <a:pt x="598" y="457"/>
                    <a:pt x="597" y="457"/>
                    <a:pt x="597" y="458"/>
                  </a:cubicBezTo>
                  <a:cubicBezTo>
                    <a:pt x="597" y="458"/>
                    <a:pt x="597" y="457"/>
                    <a:pt x="596" y="458"/>
                  </a:cubicBezTo>
                  <a:cubicBezTo>
                    <a:pt x="594" y="462"/>
                    <a:pt x="593" y="466"/>
                    <a:pt x="591" y="470"/>
                  </a:cubicBezTo>
                  <a:cubicBezTo>
                    <a:pt x="590" y="470"/>
                    <a:pt x="590" y="470"/>
                    <a:pt x="590" y="470"/>
                  </a:cubicBezTo>
                  <a:cubicBezTo>
                    <a:pt x="592" y="466"/>
                    <a:pt x="592" y="464"/>
                    <a:pt x="594" y="460"/>
                  </a:cubicBezTo>
                  <a:cubicBezTo>
                    <a:pt x="592" y="463"/>
                    <a:pt x="590" y="467"/>
                    <a:pt x="588" y="470"/>
                  </a:cubicBezTo>
                  <a:cubicBezTo>
                    <a:pt x="588" y="471"/>
                    <a:pt x="589" y="468"/>
                    <a:pt x="590" y="468"/>
                  </a:cubicBezTo>
                  <a:cubicBezTo>
                    <a:pt x="590" y="469"/>
                    <a:pt x="589" y="470"/>
                    <a:pt x="589" y="471"/>
                  </a:cubicBezTo>
                  <a:cubicBezTo>
                    <a:pt x="587" y="473"/>
                    <a:pt x="587" y="471"/>
                    <a:pt x="586" y="473"/>
                  </a:cubicBezTo>
                  <a:cubicBezTo>
                    <a:pt x="586" y="474"/>
                    <a:pt x="586" y="474"/>
                    <a:pt x="586" y="475"/>
                  </a:cubicBezTo>
                  <a:cubicBezTo>
                    <a:pt x="586" y="475"/>
                    <a:pt x="586" y="474"/>
                    <a:pt x="587" y="473"/>
                  </a:cubicBezTo>
                  <a:cubicBezTo>
                    <a:pt x="588" y="473"/>
                    <a:pt x="588" y="474"/>
                    <a:pt x="588" y="472"/>
                  </a:cubicBezTo>
                  <a:cubicBezTo>
                    <a:pt x="591" y="470"/>
                    <a:pt x="589" y="473"/>
                    <a:pt x="588" y="475"/>
                  </a:cubicBezTo>
                  <a:cubicBezTo>
                    <a:pt x="589" y="472"/>
                    <a:pt x="586" y="477"/>
                    <a:pt x="586" y="475"/>
                  </a:cubicBezTo>
                  <a:cubicBezTo>
                    <a:pt x="585" y="476"/>
                    <a:pt x="585" y="478"/>
                    <a:pt x="584" y="479"/>
                  </a:cubicBezTo>
                  <a:cubicBezTo>
                    <a:pt x="583" y="480"/>
                    <a:pt x="585" y="477"/>
                    <a:pt x="585" y="475"/>
                  </a:cubicBezTo>
                  <a:cubicBezTo>
                    <a:pt x="586" y="474"/>
                    <a:pt x="584" y="476"/>
                    <a:pt x="584" y="474"/>
                  </a:cubicBezTo>
                  <a:cubicBezTo>
                    <a:pt x="583" y="476"/>
                    <a:pt x="583" y="478"/>
                    <a:pt x="581" y="480"/>
                  </a:cubicBezTo>
                  <a:cubicBezTo>
                    <a:pt x="581" y="479"/>
                    <a:pt x="582" y="477"/>
                    <a:pt x="582" y="476"/>
                  </a:cubicBezTo>
                  <a:cubicBezTo>
                    <a:pt x="580" y="477"/>
                    <a:pt x="580" y="480"/>
                    <a:pt x="578" y="481"/>
                  </a:cubicBezTo>
                  <a:cubicBezTo>
                    <a:pt x="578" y="482"/>
                    <a:pt x="580" y="479"/>
                    <a:pt x="581" y="479"/>
                  </a:cubicBezTo>
                  <a:cubicBezTo>
                    <a:pt x="580" y="480"/>
                    <a:pt x="579" y="481"/>
                    <a:pt x="578" y="483"/>
                  </a:cubicBezTo>
                  <a:cubicBezTo>
                    <a:pt x="580" y="481"/>
                    <a:pt x="580" y="482"/>
                    <a:pt x="580" y="483"/>
                  </a:cubicBezTo>
                  <a:cubicBezTo>
                    <a:pt x="580" y="484"/>
                    <a:pt x="579" y="484"/>
                    <a:pt x="579" y="485"/>
                  </a:cubicBezTo>
                  <a:cubicBezTo>
                    <a:pt x="577" y="487"/>
                    <a:pt x="579" y="483"/>
                    <a:pt x="578" y="485"/>
                  </a:cubicBezTo>
                  <a:cubicBezTo>
                    <a:pt x="577" y="486"/>
                    <a:pt x="575" y="490"/>
                    <a:pt x="573" y="492"/>
                  </a:cubicBezTo>
                  <a:cubicBezTo>
                    <a:pt x="571" y="495"/>
                    <a:pt x="569" y="497"/>
                    <a:pt x="569" y="496"/>
                  </a:cubicBezTo>
                  <a:cubicBezTo>
                    <a:pt x="568" y="498"/>
                    <a:pt x="567" y="499"/>
                    <a:pt x="568" y="499"/>
                  </a:cubicBezTo>
                  <a:cubicBezTo>
                    <a:pt x="566" y="501"/>
                    <a:pt x="566" y="500"/>
                    <a:pt x="565" y="501"/>
                  </a:cubicBezTo>
                  <a:cubicBezTo>
                    <a:pt x="567" y="498"/>
                    <a:pt x="568" y="496"/>
                    <a:pt x="570" y="494"/>
                  </a:cubicBezTo>
                  <a:cubicBezTo>
                    <a:pt x="568" y="495"/>
                    <a:pt x="564" y="500"/>
                    <a:pt x="563" y="503"/>
                  </a:cubicBezTo>
                  <a:cubicBezTo>
                    <a:pt x="562" y="503"/>
                    <a:pt x="563" y="502"/>
                    <a:pt x="561" y="503"/>
                  </a:cubicBezTo>
                  <a:cubicBezTo>
                    <a:pt x="560" y="505"/>
                    <a:pt x="559" y="507"/>
                    <a:pt x="556" y="509"/>
                  </a:cubicBezTo>
                  <a:cubicBezTo>
                    <a:pt x="557" y="510"/>
                    <a:pt x="555" y="512"/>
                    <a:pt x="557" y="511"/>
                  </a:cubicBezTo>
                  <a:cubicBezTo>
                    <a:pt x="555" y="512"/>
                    <a:pt x="555" y="514"/>
                    <a:pt x="552" y="516"/>
                  </a:cubicBezTo>
                  <a:cubicBezTo>
                    <a:pt x="554" y="516"/>
                    <a:pt x="550" y="520"/>
                    <a:pt x="550" y="520"/>
                  </a:cubicBezTo>
                  <a:cubicBezTo>
                    <a:pt x="547" y="523"/>
                    <a:pt x="551" y="518"/>
                    <a:pt x="549" y="520"/>
                  </a:cubicBezTo>
                  <a:cubicBezTo>
                    <a:pt x="548" y="521"/>
                    <a:pt x="547" y="523"/>
                    <a:pt x="546" y="524"/>
                  </a:cubicBezTo>
                  <a:cubicBezTo>
                    <a:pt x="546" y="523"/>
                    <a:pt x="546" y="523"/>
                    <a:pt x="546" y="522"/>
                  </a:cubicBezTo>
                  <a:cubicBezTo>
                    <a:pt x="549" y="518"/>
                    <a:pt x="553" y="514"/>
                    <a:pt x="555" y="510"/>
                  </a:cubicBezTo>
                  <a:cubicBezTo>
                    <a:pt x="554" y="511"/>
                    <a:pt x="554" y="513"/>
                    <a:pt x="552" y="513"/>
                  </a:cubicBezTo>
                  <a:cubicBezTo>
                    <a:pt x="549" y="520"/>
                    <a:pt x="542" y="523"/>
                    <a:pt x="538" y="529"/>
                  </a:cubicBezTo>
                  <a:cubicBezTo>
                    <a:pt x="537" y="530"/>
                    <a:pt x="535" y="531"/>
                    <a:pt x="534" y="532"/>
                  </a:cubicBezTo>
                  <a:cubicBezTo>
                    <a:pt x="532" y="534"/>
                    <a:pt x="530" y="535"/>
                    <a:pt x="529" y="537"/>
                  </a:cubicBezTo>
                  <a:cubicBezTo>
                    <a:pt x="526" y="540"/>
                    <a:pt x="523" y="543"/>
                    <a:pt x="521" y="543"/>
                  </a:cubicBezTo>
                  <a:cubicBezTo>
                    <a:pt x="519" y="544"/>
                    <a:pt x="518" y="545"/>
                    <a:pt x="516" y="547"/>
                  </a:cubicBezTo>
                  <a:cubicBezTo>
                    <a:pt x="516" y="548"/>
                    <a:pt x="512" y="550"/>
                    <a:pt x="510" y="552"/>
                  </a:cubicBezTo>
                  <a:cubicBezTo>
                    <a:pt x="510" y="552"/>
                    <a:pt x="511" y="551"/>
                    <a:pt x="509" y="551"/>
                  </a:cubicBezTo>
                  <a:cubicBezTo>
                    <a:pt x="510" y="552"/>
                    <a:pt x="507" y="555"/>
                    <a:pt x="507" y="554"/>
                  </a:cubicBezTo>
                  <a:cubicBezTo>
                    <a:pt x="502" y="558"/>
                    <a:pt x="497" y="560"/>
                    <a:pt x="492" y="564"/>
                  </a:cubicBezTo>
                  <a:cubicBezTo>
                    <a:pt x="494" y="564"/>
                    <a:pt x="492" y="566"/>
                    <a:pt x="491" y="566"/>
                  </a:cubicBezTo>
                  <a:cubicBezTo>
                    <a:pt x="490" y="567"/>
                    <a:pt x="492" y="564"/>
                    <a:pt x="492" y="564"/>
                  </a:cubicBezTo>
                  <a:cubicBezTo>
                    <a:pt x="487" y="566"/>
                    <a:pt x="483" y="570"/>
                    <a:pt x="479" y="573"/>
                  </a:cubicBezTo>
                  <a:cubicBezTo>
                    <a:pt x="479" y="571"/>
                    <a:pt x="474" y="574"/>
                    <a:pt x="473" y="576"/>
                  </a:cubicBezTo>
                  <a:cubicBezTo>
                    <a:pt x="472" y="576"/>
                    <a:pt x="471" y="576"/>
                    <a:pt x="470" y="577"/>
                  </a:cubicBezTo>
                  <a:cubicBezTo>
                    <a:pt x="468" y="580"/>
                    <a:pt x="458" y="582"/>
                    <a:pt x="453" y="586"/>
                  </a:cubicBezTo>
                  <a:cubicBezTo>
                    <a:pt x="448" y="586"/>
                    <a:pt x="441" y="593"/>
                    <a:pt x="437" y="592"/>
                  </a:cubicBezTo>
                  <a:cubicBezTo>
                    <a:pt x="438" y="592"/>
                    <a:pt x="440" y="591"/>
                    <a:pt x="441" y="590"/>
                  </a:cubicBezTo>
                  <a:cubicBezTo>
                    <a:pt x="440" y="590"/>
                    <a:pt x="435" y="593"/>
                    <a:pt x="431" y="594"/>
                  </a:cubicBezTo>
                  <a:cubicBezTo>
                    <a:pt x="430" y="594"/>
                    <a:pt x="424" y="595"/>
                    <a:pt x="424" y="596"/>
                  </a:cubicBezTo>
                  <a:cubicBezTo>
                    <a:pt x="423" y="597"/>
                    <a:pt x="422" y="596"/>
                    <a:pt x="421" y="596"/>
                  </a:cubicBezTo>
                  <a:cubicBezTo>
                    <a:pt x="417" y="598"/>
                    <a:pt x="414" y="599"/>
                    <a:pt x="410" y="600"/>
                  </a:cubicBezTo>
                  <a:cubicBezTo>
                    <a:pt x="408" y="601"/>
                    <a:pt x="405" y="602"/>
                    <a:pt x="401" y="602"/>
                  </a:cubicBezTo>
                  <a:cubicBezTo>
                    <a:pt x="397" y="603"/>
                    <a:pt x="393" y="604"/>
                    <a:pt x="390" y="605"/>
                  </a:cubicBezTo>
                  <a:cubicBezTo>
                    <a:pt x="368" y="608"/>
                    <a:pt x="346" y="609"/>
                    <a:pt x="324" y="608"/>
                  </a:cubicBezTo>
                  <a:cubicBezTo>
                    <a:pt x="313" y="608"/>
                    <a:pt x="302" y="606"/>
                    <a:pt x="291" y="604"/>
                  </a:cubicBezTo>
                  <a:cubicBezTo>
                    <a:pt x="280" y="602"/>
                    <a:pt x="269" y="600"/>
                    <a:pt x="259" y="597"/>
                  </a:cubicBezTo>
                  <a:cubicBezTo>
                    <a:pt x="217" y="584"/>
                    <a:pt x="178" y="562"/>
                    <a:pt x="146" y="532"/>
                  </a:cubicBezTo>
                  <a:cubicBezTo>
                    <a:pt x="114" y="502"/>
                    <a:pt x="89" y="464"/>
                    <a:pt x="75" y="423"/>
                  </a:cubicBezTo>
                  <a:cubicBezTo>
                    <a:pt x="67" y="402"/>
                    <a:pt x="62" y="381"/>
                    <a:pt x="60" y="359"/>
                  </a:cubicBezTo>
                  <a:cubicBezTo>
                    <a:pt x="58" y="337"/>
                    <a:pt x="58" y="315"/>
                    <a:pt x="61" y="293"/>
                  </a:cubicBezTo>
                  <a:cubicBezTo>
                    <a:pt x="62" y="292"/>
                    <a:pt x="62" y="293"/>
                    <a:pt x="62" y="294"/>
                  </a:cubicBezTo>
                  <a:cubicBezTo>
                    <a:pt x="59" y="307"/>
                    <a:pt x="60" y="321"/>
                    <a:pt x="59" y="333"/>
                  </a:cubicBezTo>
                  <a:cubicBezTo>
                    <a:pt x="60" y="334"/>
                    <a:pt x="60" y="335"/>
                    <a:pt x="60" y="337"/>
                  </a:cubicBezTo>
                  <a:cubicBezTo>
                    <a:pt x="60" y="338"/>
                    <a:pt x="60" y="336"/>
                    <a:pt x="60" y="336"/>
                  </a:cubicBezTo>
                  <a:cubicBezTo>
                    <a:pt x="59" y="338"/>
                    <a:pt x="61" y="340"/>
                    <a:pt x="60" y="342"/>
                  </a:cubicBezTo>
                  <a:cubicBezTo>
                    <a:pt x="60" y="343"/>
                    <a:pt x="61" y="342"/>
                    <a:pt x="61" y="343"/>
                  </a:cubicBezTo>
                  <a:cubicBezTo>
                    <a:pt x="60" y="346"/>
                    <a:pt x="60" y="349"/>
                    <a:pt x="61" y="353"/>
                  </a:cubicBezTo>
                  <a:cubicBezTo>
                    <a:pt x="61" y="357"/>
                    <a:pt x="62" y="361"/>
                    <a:pt x="62" y="365"/>
                  </a:cubicBezTo>
                  <a:cubicBezTo>
                    <a:pt x="63" y="367"/>
                    <a:pt x="63" y="370"/>
                    <a:pt x="63" y="373"/>
                  </a:cubicBezTo>
                  <a:cubicBezTo>
                    <a:pt x="64" y="376"/>
                    <a:pt x="64" y="379"/>
                    <a:pt x="65" y="382"/>
                  </a:cubicBezTo>
                  <a:cubicBezTo>
                    <a:pt x="65" y="383"/>
                    <a:pt x="65" y="383"/>
                    <a:pt x="65" y="382"/>
                  </a:cubicBezTo>
                  <a:cubicBezTo>
                    <a:pt x="67" y="391"/>
                    <a:pt x="69" y="404"/>
                    <a:pt x="72" y="409"/>
                  </a:cubicBezTo>
                  <a:cubicBezTo>
                    <a:pt x="72" y="411"/>
                    <a:pt x="72" y="410"/>
                    <a:pt x="72" y="412"/>
                  </a:cubicBezTo>
                  <a:cubicBezTo>
                    <a:pt x="72" y="412"/>
                    <a:pt x="72" y="411"/>
                    <a:pt x="73" y="410"/>
                  </a:cubicBezTo>
                  <a:cubicBezTo>
                    <a:pt x="74" y="416"/>
                    <a:pt x="76" y="421"/>
                    <a:pt x="78" y="426"/>
                  </a:cubicBezTo>
                  <a:cubicBezTo>
                    <a:pt x="80" y="431"/>
                    <a:pt x="82" y="436"/>
                    <a:pt x="83" y="441"/>
                  </a:cubicBezTo>
                  <a:cubicBezTo>
                    <a:pt x="85" y="442"/>
                    <a:pt x="86" y="448"/>
                    <a:pt x="88" y="450"/>
                  </a:cubicBezTo>
                  <a:cubicBezTo>
                    <a:pt x="90" y="455"/>
                    <a:pt x="92" y="457"/>
                    <a:pt x="92" y="459"/>
                  </a:cubicBezTo>
                  <a:cubicBezTo>
                    <a:pt x="95" y="463"/>
                    <a:pt x="97" y="466"/>
                    <a:pt x="98" y="470"/>
                  </a:cubicBezTo>
                  <a:cubicBezTo>
                    <a:pt x="100" y="472"/>
                    <a:pt x="98" y="469"/>
                    <a:pt x="100" y="471"/>
                  </a:cubicBezTo>
                  <a:cubicBezTo>
                    <a:pt x="100" y="471"/>
                    <a:pt x="101" y="474"/>
                    <a:pt x="100" y="473"/>
                  </a:cubicBezTo>
                  <a:cubicBezTo>
                    <a:pt x="102" y="475"/>
                    <a:pt x="103" y="478"/>
                    <a:pt x="105" y="480"/>
                  </a:cubicBezTo>
                  <a:cubicBezTo>
                    <a:pt x="105" y="481"/>
                    <a:pt x="105" y="480"/>
                    <a:pt x="105" y="480"/>
                  </a:cubicBezTo>
                  <a:cubicBezTo>
                    <a:pt x="107" y="483"/>
                    <a:pt x="109" y="486"/>
                    <a:pt x="111" y="489"/>
                  </a:cubicBezTo>
                  <a:cubicBezTo>
                    <a:pt x="110" y="490"/>
                    <a:pt x="111" y="489"/>
                    <a:pt x="112" y="491"/>
                  </a:cubicBezTo>
                  <a:cubicBezTo>
                    <a:pt x="113" y="491"/>
                    <a:pt x="114" y="492"/>
                    <a:pt x="115" y="493"/>
                  </a:cubicBezTo>
                  <a:cubicBezTo>
                    <a:pt x="114" y="493"/>
                    <a:pt x="114" y="494"/>
                    <a:pt x="115" y="495"/>
                  </a:cubicBezTo>
                  <a:cubicBezTo>
                    <a:pt x="117" y="496"/>
                    <a:pt x="119" y="501"/>
                    <a:pt x="123" y="504"/>
                  </a:cubicBezTo>
                  <a:cubicBezTo>
                    <a:pt x="123" y="505"/>
                    <a:pt x="123" y="505"/>
                    <a:pt x="123" y="505"/>
                  </a:cubicBezTo>
                  <a:cubicBezTo>
                    <a:pt x="125" y="507"/>
                    <a:pt x="128" y="511"/>
                    <a:pt x="131" y="514"/>
                  </a:cubicBezTo>
                  <a:cubicBezTo>
                    <a:pt x="134" y="518"/>
                    <a:pt x="137" y="520"/>
                    <a:pt x="138" y="521"/>
                  </a:cubicBezTo>
                  <a:cubicBezTo>
                    <a:pt x="140" y="523"/>
                    <a:pt x="141" y="526"/>
                    <a:pt x="144" y="527"/>
                  </a:cubicBezTo>
                  <a:cubicBezTo>
                    <a:pt x="146" y="530"/>
                    <a:pt x="149" y="534"/>
                    <a:pt x="151" y="534"/>
                  </a:cubicBezTo>
                  <a:cubicBezTo>
                    <a:pt x="165" y="547"/>
                    <a:pt x="180" y="557"/>
                    <a:pt x="197" y="568"/>
                  </a:cubicBezTo>
                  <a:cubicBezTo>
                    <a:pt x="198" y="568"/>
                    <a:pt x="197" y="568"/>
                    <a:pt x="198" y="568"/>
                  </a:cubicBezTo>
                  <a:cubicBezTo>
                    <a:pt x="199" y="569"/>
                    <a:pt x="200" y="569"/>
                    <a:pt x="201" y="571"/>
                  </a:cubicBezTo>
                  <a:cubicBezTo>
                    <a:pt x="211" y="575"/>
                    <a:pt x="224" y="584"/>
                    <a:pt x="236" y="587"/>
                  </a:cubicBezTo>
                  <a:cubicBezTo>
                    <a:pt x="237" y="587"/>
                    <a:pt x="237" y="587"/>
                    <a:pt x="237" y="588"/>
                  </a:cubicBezTo>
                  <a:cubicBezTo>
                    <a:pt x="242" y="590"/>
                    <a:pt x="247" y="591"/>
                    <a:pt x="251" y="593"/>
                  </a:cubicBezTo>
                  <a:cubicBezTo>
                    <a:pt x="251" y="592"/>
                    <a:pt x="251" y="590"/>
                    <a:pt x="255" y="591"/>
                  </a:cubicBezTo>
                  <a:cubicBezTo>
                    <a:pt x="256" y="592"/>
                    <a:pt x="255" y="592"/>
                    <a:pt x="258" y="593"/>
                  </a:cubicBezTo>
                  <a:cubicBezTo>
                    <a:pt x="258" y="594"/>
                    <a:pt x="254" y="594"/>
                    <a:pt x="254" y="593"/>
                  </a:cubicBezTo>
                  <a:cubicBezTo>
                    <a:pt x="252" y="593"/>
                    <a:pt x="257" y="595"/>
                    <a:pt x="257" y="594"/>
                  </a:cubicBezTo>
                  <a:cubicBezTo>
                    <a:pt x="260" y="596"/>
                    <a:pt x="263" y="596"/>
                    <a:pt x="266" y="597"/>
                  </a:cubicBezTo>
                  <a:cubicBezTo>
                    <a:pt x="269" y="598"/>
                    <a:pt x="273" y="598"/>
                    <a:pt x="275" y="600"/>
                  </a:cubicBezTo>
                  <a:cubicBezTo>
                    <a:pt x="277" y="599"/>
                    <a:pt x="281" y="600"/>
                    <a:pt x="284" y="602"/>
                  </a:cubicBezTo>
                  <a:cubicBezTo>
                    <a:pt x="285" y="602"/>
                    <a:pt x="285" y="601"/>
                    <a:pt x="284" y="601"/>
                  </a:cubicBezTo>
                  <a:cubicBezTo>
                    <a:pt x="290" y="603"/>
                    <a:pt x="296" y="603"/>
                    <a:pt x="301" y="605"/>
                  </a:cubicBezTo>
                  <a:cubicBezTo>
                    <a:pt x="302" y="604"/>
                    <a:pt x="302" y="604"/>
                    <a:pt x="302" y="604"/>
                  </a:cubicBezTo>
                  <a:cubicBezTo>
                    <a:pt x="306" y="605"/>
                    <a:pt x="311" y="605"/>
                    <a:pt x="316" y="605"/>
                  </a:cubicBezTo>
                  <a:cubicBezTo>
                    <a:pt x="321" y="606"/>
                    <a:pt x="325" y="606"/>
                    <a:pt x="328" y="607"/>
                  </a:cubicBezTo>
                  <a:cubicBezTo>
                    <a:pt x="329" y="607"/>
                    <a:pt x="328" y="606"/>
                    <a:pt x="328" y="606"/>
                  </a:cubicBezTo>
                  <a:cubicBezTo>
                    <a:pt x="333" y="607"/>
                    <a:pt x="337" y="606"/>
                    <a:pt x="342" y="606"/>
                  </a:cubicBezTo>
                  <a:cubicBezTo>
                    <a:pt x="347" y="606"/>
                    <a:pt x="351" y="606"/>
                    <a:pt x="356" y="606"/>
                  </a:cubicBezTo>
                  <a:cubicBezTo>
                    <a:pt x="359" y="606"/>
                    <a:pt x="364" y="605"/>
                    <a:pt x="368" y="605"/>
                  </a:cubicBezTo>
                  <a:cubicBezTo>
                    <a:pt x="371" y="605"/>
                    <a:pt x="373" y="605"/>
                    <a:pt x="375" y="604"/>
                  </a:cubicBezTo>
                  <a:cubicBezTo>
                    <a:pt x="378" y="604"/>
                    <a:pt x="380" y="604"/>
                    <a:pt x="382" y="603"/>
                  </a:cubicBezTo>
                  <a:cubicBezTo>
                    <a:pt x="384" y="603"/>
                    <a:pt x="382" y="603"/>
                    <a:pt x="384" y="602"/>
                  </a:cubicBezTo>
                  <a:cubicBezTo>
                    <a:pt x="384" y="602"/>
                    <a:pt x="385" y="602"/>
                    <a:pt x="386" y="602"/>
                  </a:cubicBezTo>
                  <a:cubicBezTo>
                    <a:pt x="385" y="603"/>
                    <a:pt x="386" y="603"/>
                    <a:pt x="389" y="602"/>
                  </a:cubicBezTo>
                  <a:cubicBezTo>
                    <a:pt x="391" y="602"/>
                    <a:pt x="393" y="601"/>
                    <a:pt x="395" y="601"/>
                  </a:cubicBezTo>
                  <a:cubicBezTo>
                    <a:pt x="396" y="600"/>
                    <a:pt x="393" y="601"/>
                    <a:pt x="392" y="601"/>
                  </a:cubicBezTo>
                  <a:cubicBezTo>
                    <a:pt x="391" y="601"/>
                    <a:pt x="394" y="600"/>
                    <a:pt x="395" y="600"/>
                  </a:cubicBezTo>
                  <a:cubicBezTo>
                    <a:pt x="397" y="600"/>
                    <a:pt x="399" y="600"/>
                    <a:pt x="402" y="600"/>
                  </a:cubicBezTo>
                  <a:cubicBezTo>
                    <a:pt x="405" y="599"/>
                    <a:pt x="408" y="598"/>
                    <a:pt x="410" y="598"/>
                  </a:cubicBezTo>
                  <a:cubicBezTo>
                    <a:pt x="412" y="597"/>
                    <a:pt x="410" y="597"/>
                    <a:pt x="412" y="596"/>
                  </a:cubicBezTo>
                  <a:cubicBezTo>
                    <a:pt x="412" y="596"/>
                    <a:pt x="413" y="596"/>
                    <a:pt x="414" y="596"/>
                  </a:cubicBezTo>
                  <a:cubicBezTo>
                    <a:pt x="414" y="596"/>
                    <a:pt x="413" y="596"/>
                    <a:pt x="412" y="597"/>
                  </a:cubicBezTo>
                  <a:cubicBezTo>
                    <a:pt x="414" y="597"/>
                    <a:pt x="415" y="597"/>
                    <a:pt x="417" y="595"/>
                  </a:cubicBezTo>
                  <a:cubicBezTo>
                    <a:pt x="417" y="595"/>
                    <a:pt x="415" y="595"/>
                    <a:pt x="417" y="594"/>
                  </a:cubicBezTo>
                  <a:cubicBezTo>
                    <a:pt x="415" y="594"/>
                    <a:pt x="415" y="595"/>
                    <a:pt x="413" y="595"/>
                  </a:cubicBezTo>
                  <a:cubicBezTo>
                    <a:pt x="415" y="594"/>
                    <a:pt x="417" y="594"/>
                    <a:pt x="418" y="593"/>
                  </a:cubicBezTo>
                  <a:cubicBezTo>
                    <a:pt x="420" y="593"/>
                    <a:pt x="422" y="592"/>
                    <a:pt x="423" y="592"/>
                  </a:cubicBezTo>
                  <a:cubicBezTo>
                    <a:pt x="424" y="593"/>
                    <a:pt x="420" y="593"/>
                    <a:pt x="419" y="594"/>
                  </a:cubicBezTo>
                  <a:cubicBezTo>
                    <a:pt x="422" y="594"/>
                    <a:pt x="418" y="595"/>
                    <a:pt x="417" y="595"/>
                  </a:cubicBezTo>
                  <a:cubicBezTo>
                    <a:pt x="422" y="595"/>
                    <a:pt x="421" y="594"/>
                    <a:pt x="426" y="593"/>
                  </a:cubicBezTo>
                  <a:cubicBezTo>
                    <a:pt x="427" y="593"/>
                    <a:pt x="424" y="593"/>
                    <a:pt x="425" y="593"/>
                  </a:cubicBezTo>
                  <a:cubicBezTo>
                    <a:pt x="425" y="592"/>
                    <a:pt x="426" y="592"/>
                    <a:pt x="426" y="592"/>
                  </a:cubicBezTo>
                  <a:cubicBezTo>
                    <a:pt x="427" y="592"/>
                    <a:pt x="426" y="592"/>
                    <a:pt x="425" y="592"/>
                  </a:cubicBezTo>
                  <a:cubicBezTo>
                    <a:pt x="427" y="590"/>
                    <a:pt x="430" y="590"/>
                    <a:pt x="432" y="588"/>
                  </a:cubicBezTo>
                  <a:cubicBezTo>
                    <a:pt x="434" y="587"/>
                    <a:pt x="434" y="587"/>
                    <a:pt x="434" y="588"/>
                  </a:cubicBezTo>
                  <a:cubicBezTo>
                    <a:pt x="436" y="587"/>
                    <a:pt x="438" y="585"/>
                    <a:pt x="440" y="585"/>
                  </a:cubicBezTo>
                  <a:cubicBezTo>
                    <a:pt x="442" y="585"/>
                    <a:pt x="439" y="586"/>
                    <a:pt x="439" y="587"/>
                  </a:cubicBezTo>
                  <a:cubicBezTo>
                    <a:pt x="440" y="586"/>
                    <a:pt x="441" y="585"/>
                    <a:pt x="441" y="585"/>
                  </a:cubicBezTo>
                  <a:cubicBezTo>
                    <a:pt x="442" y="584"/>
                    <a:pt x="444" y="584"/>
                    <a:pt x="445" y="583"/>
                  </a:cubicBezTo>
                  <a:cubicBezTo>
                    <a:pt x="446" y="583"/>
                    <a:pt x="444" y="584"/>
                    <a:pt x="446" y="584"/>
                  </a:cubicBezTo>
                  <a:cubicBezTo>
                    <a:pt x="447" y="582"/>
                    <a:pt x="450" y="581"/>
                    <a:pt x="452" y="580"/>
                  </a:cubicBezTo>
                  <a:cubicBezTo>
                    <a:pt x="454" y="579"/>
                    <a:pt x="456" y="578"/>
                    <a:pt x="456" y="579"/>
                  </a:cubicBezTo>
                  <a:cubicBezTo>
                    <a:pt x="458" y="578"/>
                    <a:pt x="460" y="577"/>
                    <a:pt x="462" y="575"/>
                  </a:cubicBezTo>
                  <a:cubicBezTo>
                    <a:pt x="465" y="576"/>
                    <a:pt x="468" y="572"/>
                    <a:pt x="470" y="572"/>
                  </a:cubicBezTo>
                  <a:cubicBezTo>
                    <a:pt x="471" y="569"/>
                    <a:pt x="478" y="569"/>
                    <a:pt x="482" y="565"/>
                  </a:cubicBezTo>
                  <a:cubicBezTo>
                    <a:pt x="484" y="564"/>
                    <a:pt x="485" y="563"/>
                    <a:pt x="487" y="562"/>
                  </a:cubicBezTo>
                  <a:cubicBezTo>
                    <a:pt x="489" y="560"/>
                    <a:pt x="491" y="559"/>
                    <a:pt x="493" y="558"/>
                  </a:cubicBezTo>
                  <a:cubicBezTo>
                    <a:pt x="494" y="558"/>
                    <a:pt x="491" y="560"/>
                    <a:pt x="493" y="559"/>
                  </a:cubicBezTo>
                  <a:cubicBezTo>
                    <a:pt x="498" y="554"/>
                    <a:pt x="505" y="551"/>
                    <a:pt x="510" y="546"/>
                  </a:cubicBezTo>
                  <a:cubicBezTo>
                    <a:pt x="509" y="546"/>
                    <a:pt x="508" y="547"/>
                    <a:pt x="508" y="547"/>
                  </a:cubicBezTo>
                  <a:cubicBezTo>
                    <a:pt x="507" y="547"/>
                    <a:pt x="508" y="546"/>
                    <a:pt x="507" y="547"/>
                  </a:cubicBezTo>
                  <a:cubicBezTo>
                    <a:pt x="510" y="545"/>
                    <a:pt x="513" y="543"/>
                    <a:pt x="515" y="541"/>
                  </a:cubicBezTo>
                  <a:cubicBezTo>
                    <a:pt x="515" y="541"/>
                    <a:pt x="514" y="542"/>
                    <a:pt x="514" y="542"/>
                  </a:cubicBezTo>
                  <a:cubicBezTo>
                    <a:pt x="512" y="542"/>
                    <a:pt x="515" y="541"/>
                    <a:pt x="516" y="539"/>
                  </a:cubicBezTo>
                  <a:cubicBezTo>
                    <a:pt x="516" y="540"/>
                    <a:pt x="516" y="540"/>
                    <a:pt x="518" y="539"/>
                  </a:cubicBezTo>
                  <a:cubicBezTo>
                    <a:pt x="519" y="535"/>
                    <a:pt x="524" y="534"/>
                    <a:pt x="527" y="530"/>
                  </a:cubicBezTo>
                  <a:cubicBezTo>
                    <a:pt x="528" y="529"/>
                    <a:pt x="528" y="529"/>
                    <a:pt x="527" y="531"/>
                  </a:cubicBezTo>
                  <a:cubicBezTo>
                    <a:pt x="529" y="530"/>
                    <a:pt x="529" y="529"/>
                    <a:pt x="531" y="528"/>
                  </a:cubicBezTo>
                  <a:cubicBezTo>
                    <a:pt x="531" y="527"/>
                    <a:pt x="530" y="528"/>
                    <a:pt x="529" y="529"/>
                  </a:cubicBezTo>
                  <a:cubicBezTo>
                    <a:pt x="530" y="527"/>
                    <a:pt x="531" y="526"/>
                    <a:pt x="532" y="525"/>
                  </a:cubicBezTo>
                  <a:cubicBezTo>
                    <a:pt x="532" y="525"/>
                    <a:pt x="532" y="525"/>
                    <a:pt x="531" y="527"/>
                  </a:cubicBezTo>
                  <a:cubicBezTo>
                    <a:pt x="534" y="523"/>
                    <a:pt x="537" y="521"/>
                    <a:pt x="539" y="519"/>
                  </a:cubicBezTo>
                  <a:cubicBezTo>
                    <a:pt x="540" y="518"/>
                    <a:pt x="539" y="520"/>
                    <a:pt x="540" y="519"/>
                  </a:cubicBezTo>
                  <a:cubicBezTo>
                    <a:pt x="541" y="516"/>
                    <a:pt x="549" y="508"/>
                    <a:pt x="551" y="505"/>
                  </a:cubicBezTo>
                  <a:cubicBezTo>
                    <a:pt x="552" y="504"/>
                    <a:pt x="554" y="501"/>
                    <a:pt x="553" y="504"/>
                  </a:cubicBezTo>
                  <a:cubicBezTo>
                    <a:pt x="554" y="502"/>
                    <a:pt x="554" y="502"/>
                    <a:pt x="554" y="501"/>
                  </a:cubicBezTo>
                  <a:cubicBezTo>
                    <a:pt x="555" y="500"/>
                    <a:pt x="557" y="500"/>
                    <a:pt x="558" y="497"/>
                  </a:cubicBezTo>
                  <a:cubicBezTo>
                    <a:pt x="557" y="498"/>
                    <a:pt x="557" y="499"/>
                    <a:pt x="556" y="500"/>
                  </a:cubicBezTo>
                  <a:cubicBezTo>
                    <a:pt x="556" y="499"/>
                    <a:pt x="556" y="499"/>
                    <a:pt x="556" y="499"/>
                  </a:cubicBezTo>
                  <a:cubicBezTo>
                    <a:pt x="559" y="495"/>
                    <a:pt x="563" y="491"/>
                    <a:pt x="565" y="486"/>
                  </a:cubicBezTo>
                  <a:cubicBezTo>
                    <a:pt x="566" y="487"/>
                    <a:pt x="566" y="486"/>
                    <a:pt x="567" y="485"/>
                  </a:cubicBezTo>
                  <a:cubicBezTo>
                    <a:pt x="568" y="484"/>
                    <a:pt x="566" y="485"/>
                    <a:pt x="565" y="486"/>
                  </a:cubicBezTo>
                  <a:cubicBezTo>
                    <a:pt x="566" y="482"/>
                    <a:pt x="569" y="481"/>
                    <a:pt x="570" y="478"/>
                  </a:cubicBezTo>
                  <a:cubicBezTo>
                    <a:pt x="572" y="476"/>
                    <a:pt x="570" y="480"/>
                    <a:pt x="572" y="479"/>
                  </a:cubicBezTo>
                  <a:cubicBezTo>
                    <a:pt x="572" y="477"/>
                    <a:pt x="571" y="478"/>
                    <a:pt x="571" y="477"/>
                  </a:cubicBezTo>
                  <a:cubicBezTo>
                    <a:pt x="572" y="474"/>
                    <a:pt x="573" y="475"/>
                    <a:pt x="573" y="474"/>
                  </a:cubicBezTo>
                  <a:cubicBezTo>
                    <a:pt x="573" y="474"/>
                    <a:pt x="573" y="475"/>
                    <a:pt x="573" y="476"/>
                  </a:cubicBezTo>
                  <a:cubicBezTo>
                    <a:pt x="574" y="475"/>
                    <a:pt x="575" y="472"/>
                    <a:pt x="574" y="472"/>
                  </a:cubicBezTo>
                  <a:cubicBezTo>
                    <a:pt x="577" y="470"/>
                    <a:pt x="576" y="469"/>
                    <a:pt x="578" y="468"/>
                  </a:cubicBezTo>
                  <a:cubicBezTo>
                    <a:pt x="580" y="464"/>
                    <a:pt x="580" y="464"/>
                    <a:pt x="582" y="461"/>
                  </a:cubicBezTo>
                  <a:cubicBezTo>
                    <a:pt x="582" y="460"/>
                    <a:pt x="581" y="462"/>
                    <a:pt x="581" y="459"/>
                  </a:cubicBezTo>
                  <a:cubicBezTo>
                    <a:pt x="579" y="461"/>
                    <a:pt x="579" y="461"/>
                    <a:pt x="579" y="461"/>
                  </a:cubicBezTo>
                  <a:cubicBezTo>
                    <a:pt x="578" y="463"/>
                    <a:pt x="580" y="463"/>
                    <a:pt x="578" y="464"/>
                  </a:cubicBezTo>
                  <a:cubicBezTo>
                    <a:pt x="578" y="465"/>
                    <a:pt x="578" y="465"/>
                    <a:pt x="578" y="464"/>
                  </a:cubicBezTo>
                  <a:cubicBezTo>
                    <a:pt x="577" y="467"/>
                    <a:pt x="572" y="476"/>
                    <a:pt x="571" y="474"/>
                  </a:cubicBezTo>
                  <a:cubicBezTo>
                    <a:pt x="571" y="474"/>
                    <a:pt x="571" y="476"/>
                    <a:pt x="570" y="477"/>
                  </a:cubicBezTo>
                  <a:cubicBezTo>
                    <a:pt x="569" y="478"/>
                    <a:pt x="569" y="476"/>
                    <a:pt x="570" y="474"/>
                  </a:cubicBezTo>
                  <a:cubicBezTo>
                    <a:pt x="569" y="475"/>
                    <a:pt x="566" y="480"/>
                    <a:pt x="568" y="478"/>
                  </a:cubicBezTo>
                  <a:cubicBezTo>
                    <a:pt x="567" y="480"/>
                    <a:pt x="565" y="482"/>
                    <a:pt x="565" y="484"/>
                  </a:cubicBezTo>
                  <a:cubicBezTo>
                    <a:pt x="564" y="485"/>
                    <a:pt x="565" y="482"/>
                    <a:pt x="565" y="482"/>
                  </a:cubicBezTo>
                  <a:cubicBezTo>
                    <a:pt x="563" y="483"/>
                    <a:pt x="561" y="489"/>
                    <a:pt x="561" y="486"/>
                  </a:cubicBezTo>
                  <a:cubicBezTo>
                    <a:pt x="560" y="487"/>
                    <a:pt x="560" y="488"/>
                    <a:pt x="561" y="488"/>
                  </a:cubicBezTo>
                  <a:cubicBezTo>
                    <a:pt x="560" y="489"/>
                    <a:pt x="559" y="491"/>
                    <a:pt x="557" y="492"/>
                  </a:cubicBezTo>
                  <a:cubicBezTo>
                    <a:pt x="557" y="493"/>
                    <a:pt x="558" y="492"/>
                    <a:pt x="557" y="493"/>
                  </a:cubicBezTo>
                  <a:cubicBezTo>
                    <a:pt x="557" y="494"/>
                    <a:pt x="556" y="495"/>
                    <a:pt x="555" y="496"/>
                  </a:cubicBezTo>
                  <a:cubicBezTo>
                    <a:pt x="555" y="496"/>
                    <a:pt x="555" y="496"/>
                    <a:pt x="555" y="495"/>
                  </a:cubicBezTo>
                  <a:cubicBezTo>
                    <a:pt x="553" y="499"/>
                    <a:pt x="550" y="503"/>
                    <a:pt x="547" y="506"/>
                  </a:cubicBezTo>
                  <a:cubicBezTo>
                    <a:pt x="546" y="507"/>
                    <a:pt x="548" y="505"/>
                    <a:pt x="548" y="504"/>
                  </a:cubicBezTo>
                  <a:cubicBezTo>
                    <a:pt x="546" y="505"/>
                    <a:pt x="546" y="507"/>
                    <a:pt x="544" y="507"/>
                  </a:cubicBezTo>
                  <a:cubicBezTo>
                    <a:pt x="545" y="505"/>
                    <a:pt x="547" y="504"/>
                    <a:pt x="548" y="503"/>
                  </a:cubicBezTo>
                  <a:cubicBezTo>
                    <a:pt x="548" y="500"/>
                    <a:pt x="553" y="497"/>
                    <a:pt x="554" y="494"/>
                  </a:cubicBezTo>
                  <a:cubicBezTo>
                    <a:pt x="552" y="497"/>
                    <a:pt x="550" y="499"/>
                    <a:pt x="548" y="501"/>
                  </a:cubicBezTo>
                  <a:cubicBezTo>
                    <a:pt x="546" y="504"/>
                    <a:pt x="544" y="506"/>
                    <a:pt x="542" y="508"/>
                  </a:cubicBezTo>
                  <a:cubicBezTo>
                    <a:pt x="542" y="509"/>
                    <a:pt x="544" y="507"/>
                    <a:pt x="544" y="507"/>
                  </a:cubicBezTo>
                  <a:cubicBezTo>
                    <a:pt x="543" y="510"/>
                    <a:pt x="541" y="509"/>
                    <a:pt x="539" y="512"/>
                  </a:cubicBezTo>
                  <a:cubicBezTo>
                    <a:pt x="540" y="511"/>
                    <a:pt x="541" y="510"/>
                    <a:pt x="542" y="510"/>
                  </a:cubicBezTo>
                  <a:cubicBezTo>
                    <a:pt x="541" y="511"/>
                    <a:pt x="540" y="512"/>
                    <a:pt x="539" y="513"/>
                  </a:cubicBezTo>
                  <a:cubicBezTo>
                    <a:pt x="538" y="514"/>
                    <a:pt x="539" y="513"/>
                    <a:pt x="539" y="512"/>
                  </a:cubicBezTo>
                  <a:cubicBezTo>
                    <a:pt x="539" y="513"/>
                    <a:pt x="538" y="514"/>
                    <a:pt x="537" y="514"/>
                  </a:cubicBezTo>
                  <a:cubicBezTo>
                    <a:pt x="538" y="516"/>
                    <a:pt x="531" y="522"/>
                    <a:pt x="528" y="524"/>
                  </a:cubicBezTo>
                  <a:cubicBezTo>
                    <a:pt x="527" y="524"/>
                    <a:pt x="530" y="523"/>
                    <a:pt x="530" y="522"/>
                  </a:cubicBezTo>
                  <a:cubicBezTo>
                    <a:pt x="527" y="524"/>
                    <a:pt x="525" y="527"/>
                    <a:pt x="522" y="529"/>
                  </a:cubicBezTo>
                  <a:cubicBezTo>
                    <a:pt x="520" y="532"/>
                    <a:pt x="517" y="534"/>
                    <a:pt x="514" y="536"/>
                  </a:cubicBezTo>
                  <a:cubicBezTo>
                    <a:pt x="513" y="536"/>
                    <a:pt x="514" y="535"/>
                    <a:pt x="515" y="534"/>
                  </a:cubicBezTo>
                  <a:cubicBezTo>
                    <a:pt x="513" y="535"/>
                    <a:pt x="512" y="537"/>
                    <a:pt x="512" y="537"/>
                  </a:cubicBezTo>
                  <a:cubicBezTo>
                    <a:pt x="510" y="540"/>
                    <a:pt x="512" y="537"/>
                    <a:pt x="509" y="538"/>
                  </a:cubicBezTo>
                  <a:cubicBezTo>
                    <a:pt x="507" y="540"/>
                    <a:pt x="511" y="538"/>
                    <a:pt x="510" y="539"/>
                  </a:cubicBezTo>
                  <a:cubicBezTo>
                    <a:pt x="507" y="542"/>
                    <a:pt x="504" y="545"/>
                    <a:pt x="500" y="547"/>
                  </a:cubicBezTo>
                  <a:cubicBezTo>
                    <a:pt x="500" y="549"/>
                    <a:pt x="498" y="550"/>
                    <a:pt x="496" y="551"/>
                  </a:cubicBezTo>
                  <a:cubicBezTo>
                    <a:pt x="494" y="552"/>
                    <a:pt x="495" y="551"/>
                    <a:pt x="494" y="552"/>
                  </a:cubicBezTo>
                  <a:cubicBezTo>
                    <a:pt x="491" y="554"/>
                    <a:pt x="488" y="556"/>
                    <a:pt x="486" y="558"/>
                  </a:cubicBezTo>
                  <a:cubicBezTo>
                    <a:pt x="485" y="558"/>
                    <a:pt x="488" y="556"/>
                    <a:pt x="488" y="555"/>
                  </a:cubicBezTo>
                  <a:cubicBezTo>
                    <a:pt x="487" y="556"/>
                    <a:pt x="486" y="556"/>
                    <a:pt x="485" y="557"/>
                  </a:cubicBezTo>
                  <a:cubicBezTo>
                    <a:pt x="484" y="558"/>
                    <a:pt x="482" y="559"/>
                    <a:pt x="481" y="560"/>
                  </a:cubicBezTo>
                  <a:cubicBezTo>
                    <a:pt x="479" y="561"/>
                    <a:pt x="481" y="560"/>
                    <a:pt x="479" y="560"/>
                  </a:cubicBezTo>
                  <a:cubicBezTo>
                    <a:pt x="480" y="559"/>
                    <a:pt x="482" y="558"/>
                    <a:pt x="482" y="558"/>
                  </a:cubicBezTo>
                  <a:cubicBezTo>
                    <a:pt x="477" y="561"/>
                    <a:pt x="473" y="564"/>
                    <a:pt x="469" y="567"/>
                  </a:cubicBezTo>
                  <a:cubicBezTo>
                    <a:pt x="466" y="568"/>
                    <a:pt x="470" y="565"/>
                    <a:pt x="468" y="566"/>
                  </a:cubicBezTo>
                  <a:cubicBezTo>
                    <a:pt x="463" y="569"/>
                    <a:pt x="458" y="571"/>
                    <a:pt x="453" y="573"/>
                  </a:cubicBezTo>
                  <a:cubicBezTo>
                    <a:pt x="451" y="575"/>
                    <a:pt x="449" y="575"/>
                    <a:pt x="447" y="575"/>
                  </a:cubicBezTo>
                  <a:cubicBezTo>
                    <a:pt x="446" y="576"/>
                    <a:pt x="448" y="576"/>
                    <a:pt x="447" y="577"/>
                  </a:cubicBezTo>
                  <a:cubicBezTo>
                    <a:pt x="445" y="577"/>
                    <a:pt x="442" y="579"/>
                    <a:pt x="439" y="580"/>
                  </a:cubicBezTo>
                  <a:cubicBezTo>
                    <a:pt x="436" y="581"/>
                    <a:pt x="434" y="582"/>
                    <a:pt x="434" y="581"/>
                  </a:cubicBezTo>
                  <a:cubicBezTo>
                    <a:pt x="431" y="582"/>
                    <a:pt x="427" y="584"/>
                    <a:pt x="424" y="585"/>
                  </a:cubicBezTo>
                  <a:cubicBezTo>
                    <a:pt x="420" y="586"/>
                    <a:pt x="417" y="587"/>
                    <a:pt x="415" y="588"/>
                  </a:cubicBezTo>
                  <a:cubicBezTo>
                    <a:pt x="412" y="588"/>
                    <a:pt x="409" y="590"/>
                    <a:pt x="405" y="589"/>
                  </a:cubicBezTo>
                  <a:cubicBezTo>
                    <a:pt x="403" y="591"/>
                    <a:pt x="401" y="591"/>
                    <a:pt x="399" y="592"/>
                  </a:cubicBezTo>
                  <a:cubicBezTo>
                    <a:pt x="397" y="592"/>
                    <a:pt x="399" y="592"/>
                    <a:pt x="397" y="592"/>
                  </a:cubicBezTo>
                  <a:cubicBezTo>
                    <a:pt x="391" y="593"/>
                    <a:pt x="386" y="594"/>
                    <a:pt x="380" y="595"/>
                  </a:cubicBezTo>
                  <a:cubicBezTo>
                    <a:pt x="374" y="596"/>
                    <a:pt x="368" y="596"/>
                    <a:pt x="362" y="597"/>
                  </a:cubicBezTo>
                  <a:cubicBezTo>
                    <a:pt x="362" y="597"/>
                    <a:pt x="361" y="598"/>
                    <a:pt x="363" y="597"/>
                  </a:cubicBezTo>
                  <a:cubicBezTo>
                    <a:pt x="358" y="598"/>
                    <a:pt x="353" y="597"/>
                    <a:pt x="348" y="598"/>
                  </a:cubicBezTo>
                  <a:cubicBezTo>
                    <a:pt x="343" y="598"/>
                    <a:pt x="338" y="598"/>
                    <a:pt x="333" y="598"/>
                  </a:cubicBezTo>
                  <a:cubicBezTo>
                    <a:pt x="331" y="599"/>
                    <a:pt x="329" y="597"/>
                    <a:pt x="326" y="597"/>
                  </a:cubicBezTo>
                  <a:cubicBezTo>
                    <a:pt x="326" y="598"/>
                    <a:pt x="327" y="598"/>
                    <a:pt x="326" y="598"/>
                  </a:cubicBezTo>
                  <a:cubicBezTo>
                    <a:pt x="323" y="597"/>
                    <a:pt x="320" y="597"/>
                    <a:pt x="315" y="597"/>
                  </a:cubicBezTo>
                  <a:cubicBezTo>
                    <a:pt x="312" y="596"/>
                    <a:pt x="312" y="596"/>
                    <a:pt x="312" y="596"/>
                  </a:cubicBezTo>
                  <a:cubicBezTo>
                    <a:pt x="310" y="596"/>
                    <a:pt x="307" y="596"/>
                    <a:pt x="305" y="596"/>
                  </a:cubicBezTo>
                  <a:cubicBezTo>
                    <a:pt x="302" y="595"/>
                    <a:pt x="300" y="595"/>
                    <a:pt x="297" y="595"/>
                  </a:cubicBezTo>
                  <a:cubicBezTo>
                    <a:pt x="292" y="594"/>
                    <a:pt x="287" y="593"/>
                    <a:pt x="282" y="591"/>
                  </a:cubicBezTo>
                  <a:cubicBezTo>
                    <a:pt x="282" y="591"/>
                    <a:pt x="282" y="592"/>
                    <a:pt x="282" y="592"/>
                  </a:cubicBezTo>
                  <a:cubicBezTo>
                    <a:pt x="265" y="587"/>
                    <a:pt x="247" y="583"/>
                    <a:pt x="231" y="575"/>
                  </a:cubicBezTo>
                  <a:cubicBezTo>
                    <a:pt x="228" y="575"/>
                    <a:pt x="218" y="569"/>
                    <a:pt x="211" y="566"/>
                  </a:cubicBezTo>
                  <a:cubicBezTo>
                    <a:pt x="207" y="564"/>
                    <a:pt x="204" y="563"/>
                    <a:pt x="202" y="560"/>
                  </a:cubicBezTo>
                  <a:cubicBezTo>
                    <a:pt x="200" y="560"/>
                    <a:pt x="200" y="560"/>
                    <a:pt x="200" y="560"/>
                  </a:cubicBezTo>
                  <a:cubicBezTo>
                    <a:pt x="199" y="559"/>
                    <a:pt x="198" y="558"/>
                    <a:pt x="196" y="557"/>
                  </a:cubicBezTo>
                  <a:cubicBezTo>
                    <a:pt x="195" y="556"/>
                    <a:pt x="193" y="555"/>
                    <a:pt x="192" y="554"/>
                  </a:cubicBezTo>
                  <a:cubicBezTo>
                    <a:pt x="190" y="553"/>
                    <a:pt x="188" y="552"/>
                    <a:pt x="186" y="551"/>
                  </a:cubicBezTo>
                  <a:cubicBezTo>
                    <a:pt x="184" y="549"/>
                    <a:pt x="182" y="548"/>
                    <a:pt x="180" y="546"/>
                  </a:cubicBezTo>
                  <a:cubicBezTo>
                    <a:pt x="175" y="543"/>
                    <a:pt x="171" y="539"/>
                    <a:pt x="167" y="536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55" y="527"/>
                    <a:pt x="147" y="517"/>
                    <a:pt x="138" y="509"/>
                  </a:cubicBezTo>
                  <a:cubicBezTo>
                    <a:pt x="135" y="504"/>
                    <a:pt x="130" y="500"/>
                    <a:pt x="127" y="495"/>
                  </a:cubicBezTo>
                  <a:cubicBezTo>
                    <a:pt x="124" y="493"/>
                    <a:pt x="123" y="490"/>
                    <a:pt x="121" y="488"/>
                  </a:cubicBezTo>
                  <a:cubicBezTo>
                    <a:pt x="116" y="480"/>
                    <a:pt x="110" y="472"/>
                    <a:pt x="105" y="464"/>
                  </a:cubicBezTo>
                  <a:cubicBezTo>
                    <a:pt x="96" y="446"/>
                    <a:pt x="86" y="428"/>
                    <a:pt x="81" y="408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79" y="405"/>
                    <a:pt x="80" y="405"/>
                    <a:pt x="80" y="405"/>
                  </a:cubicBezTo>
                  <a:cubicBezTo>
                    <a:pt x="79" y="403"/>
                    <a:pt x="78" y="400"/>
                    <a:pt x="78" y="398"/>
                  </a:cubicBezTo>
                  <a:cubicBezTo>
                    <a:pt x="77" y="395"/>
                    <a:pt x="76" y="393"/>
                    <a:pt x="76" y="391"/>
                  </a:cubicBezTo>
                  <a:cubicBezTo>
                    <a:pt x="75" y="389"/>
                    <a:pt x="75" y="386"/>
                    <a:pt x="74" y="384"/>
                  </a:cubicBezTo>
                  <a:cubicBezTo>
                    <a:pt x="74" y="381"/>
                    <a:pt x="73" y="379"/>
                    <a:pt x="72" y="376"/>
                  </a:cubicBezTo>
                  <a:cubicBezTo>
                    <a:pt x="73" y="374"/>
                    <a:pt x="73" y="374"/>
                    <a:pt x="73" y="374"/>
                  </a:cubicBezTo>
                  <a:cubicBezTo>
                    <a:pt x="72" y="372"/>
                    <a:pt x="71" y="373"/>
                    <a:pt x="71" y="370"/>
                  </a:cubicBezTo>
                  <a:cubicBezTo>
                    <a:pt x="72" y="370"/>
                    <a:pt x="72" y="371"/>
                    <a:pt x="72" y="372"/>
                  </a:cubicBezTo>
                  <a:cubicBezTo>
                    <a:pt x="72" y="370"/>
                    <a:pt x="72" y="368"/>
                    <a:pt x="71" y="368"/>
                  </a:cubicBezTo>
                  <a:cubicBezTo>
                    <a:pt x="66" y="328"/>
                    <a:pt x="69" y="287"/>
                    <a:pt x="81" y="248"/>
                  </a:cubicBezTo>
                  <a:cubicBezTo>
                    <a:pt x="87" y="229"/>
                    <a:pt x="95" y="211"/>
                    <a:pt x="105" y="193"/>
                  </a:cubicBezTo>
                  <a:cubicBezTo>
                    <a:pt x="115" y="176"/>
                    <a:pt x="127" y="159"/>
                    <a:pt x="142" y="144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51" y="135"/>
                    <a:pt x="158" y="126"/>
                    <a:pt x="167" y="120"/>
                  </a:cubicBezTo>
                  <a:cubicBezTo>
                    <a:pt x="169" y="119"/>
                    <a:pt x="169" y="117"/>
                    <a:pt x="170" y="118"/>
                  </a:cubicBezTo>
                  <a:cubicBezTo>
                    <a:pt x="171" y="116"/>
                    <a:pt x="175" y="113"/>
                    <a:pt x="178" y="112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2" y="108"/>
                    <a:pt x="186" y="106"/>
                    <a:pt x="189" y="103"/>
                  </a:cubicBezTo>
                  <a:cubicBezTo>
                    <a:pt x="205" y="94"/>
                    <a:pt x="221" y="84"/>
                    <a:pt x="240" y="79"/>
                  </a:cubicBezTo>
                  <a:cubicBezTo>
                    <a:pt x="240" y="78"/>
                    <a:pt x="241" y="78"/>
                    <a:pt x="241" y="77"/>
                  </a:cubicBezTo>
                  <a:cubicBezTo>
                    <a:pt x="245" y="77"/>
                    <a:pt x="250" y="75"/>
                    <a:pt x="251" y="74"/>
                  </a:cubicBezTo>
                  <a:cubicBezTo>
                    <a:pt x="252" y="74"/>
                    <a:pt x="252" y="74"/>
                    <a:pt x="253" y="74"/>
                  </a:cubicBezTo>
                  <a:cubicBezTo>
                    <a:pt x="254" y="73"/>
                    <a:pt x="256" y="73"/>
                    <a:pt x="257" y="73"/>
                  </a:cubicBezTo>
                  <a:cubicBezTo>
                    <a:pt x="259" y="72"/>
                    <a:pt x="262" y="71"/>
                    <a:pt x="265" y="70"/>
                  </a:cubicBezTo>
                  <a:cubicBezTo>
                    <a:pt x="268" y="69"/>
                    <a:pt x="271" y="69"/>
                    <a:pt x="274" y="68"/>
                  </a:cubicBezTo>
                  <a:cubicBezTo>
                    <a:pt x="275" y="68"/>
                    <a:pt x="275" y="68"/>
                    <a:pt x="274" y="69"/>
                  </a:cubicBezTo>
                  <a:cubicBezTo>
                    <a:pt x="276" y="69"/>
                    <a:pt x="276" y="67"/>
                    <a:pt x="279" y="67"/>
                  </a:cubicBezTo>
                  <a:cubicBezTo>
                    <a:pt x="279" y="67"/>
                    <a:pt x="279" y="67"/>
                    <a:pt x="278" y="67"/>
                  </a:cubicBezTo>
                  <a:cubicBezTo>
                    <a:pt x="280" y="66"/>
                    <a:pt x="281" y="67"/>
                    <a:pt x="283" y="66"/>
                  </a:cubicBezTo>
                  <a:cubicBezTo>
                    <a:pt x="284" y="66"/>
                    <a:pt x="283" y="66"/>
                    <a:pt x="283" y="66"/>
                  </a:cubicBezTo>
                  <a:cubicBezTo>
                    <a:pt x="285" y="66"/>
                    <a:pt x="288" y="64"/>
                    <a:pt x="291" y="64"/>
                  </a:cubicBezTo>
                  <a:cubicBezTo>
                    <a:pt x="292" y="65"/>
                    <a:pt x="289" y="65"/>
                    <a:pt x="288" y="65"/>
                  </a:cubicBezTo>
                  <a:cubicBezTo>
                    <a:pt x="291" y="64"/>
                    <a:pt x="294" y="64"/>
                    <a:pt x="297" y="63"/>
                  </a:cubicBezTo>
                  <a:cubicBezTo>
                    <a:pt x="300" y="63"/>
                    <a:pt x="303" y="62"/>
                    <a:pt x="306" y="61"/>
                  </a:cubicBezTo>
                  <a:cubicBezTo>
                    <a:pt x="309" y="62"/>
                    <a:pt x="309" y="62"/>
                    <a:pt x="309" y="62"/>
                  </a:cubicBezTo>
                  <a:cubicBezTo>
                    <a:pt x="308" y="63"/>
                    <a:pt x="310" y="61"/>
                    <a:pt x="308" y="61"/>
                  </a:cubicBezTo>
                  <a:cubicBezTo>
                    <a:pt x="311" y="60"/>
                    <a:pt x="313" y="60"/>
                    <a:pt x="317" y="59"/>
                  </a:cubicBezTo>
                  <a:cubicBezTo>
                    <a:pt x="318" y="60"/>
                    <a:pt x="322" y="60"/>
                    <a:pt x="319" y="60"/>
                  </a:cubicBezTo>
                  <a:cubicBezTo>
                    <a:pt x="321" y="61"/>
                    <a:pt x="321" y="59"/>
                    <a:pt x="324" y="60"/>
                  </a:cubicBezTo>
                  <a:cubicBezTo>
                    <a:pt x="327" y="60"/>
                    <a:pt x="323" y="60"/>
                    <a:pt x="322" y="60"/>
                  </a:cubicBezTo>
                  <a:cubicBezTo>
                    <a:pt x="326" y="59"/>
                    <a:pt x="330" y="59"/>
                    <a:pt x="333" y="58"/>
                  </a:cubicBezTo>
                  <a:cubicBezTo>
                    <a:pt x="334" y="59"/>
                    <a:pt x="333" y="59"/>
                    <a:pt x="332" y="59"/>
                  </a:cubicBezTo>
                  <a:cubicBezTo>
                    <a:pt x="333" y="59"/>
                    <a:pt x="334" y="59"/>
                    <a:pt x="335" y="59"/>
                  </a:cubicBezTo>
                  <a:cubicBezTo>
                    <a:pt x="334" y="58"/>
                    <a:pt x="337" y="59"/>
                    <a:pt x="339" y="58"/>
                  </a:cubicBezTo>
                  <a:cubicBezTo>
                    <a:pt x="341" y="59"/>
                    <a:pt x="344" y="59"/>
                    <a:pt x="346" y="59"/>
                  </a:cubicBezTo>
                  <a:cubicBezTo>
                    <a:pt x="348" y="59"/>
                    <a:pt x="351" y="59"/>
                    <a:pt x="353" y="59"/>
                  </a:cubicBezTo>
                  <a:cubicBezTo>
                    <a:pt x="358" y="59"/>
                    <a:pt x="362" y="59"/>
                    <a:pt x="366" y="60"/>
                  </a:cubicBezTo>
                  <a:cubicBezTo>
                    <a:pt x="368" y="59"/>
                    <a:pt x="373" y="60"/>
                    <a:pt x="377" y="60"/>
                  </a:cubicBezTo>
                  <a:cubicBezTo>
                    <a:pt x="376" y="61"/>
                    <a:pt x="372" y="60"/>
                    <a:pt x="370" y="60"/>
                  </a:cubicBezTo>
                  <a:cubicBezTo>
                    <a:pt x="371" y="60"/>
                    <a:pt x="372" y="60"/>
                    <a:pt x="373" y="61"/>
                  </a:cubicBezTo>
                  <a:cubicBezTo>
                    <a:pt x="370" y="61"/>
                    <a:pt x="366" y="62"/>
                    <a:pt x="364" y="61"/>
                  </a:cubicBezTo>
                  <a:cubicBezTo>
                    <a:pt x="364" y="61"/>
                    <a:pt x="362" y="60"/>
                    <a:pt x="360" y="60"/>
                  </a:cubicBezTo>
                  <a:cubicBezTo>
                    <a:pt x="357" y="60"/>
                    <a:pt x="355" y="61"/>
                    <a:pt x="354" y="61"/>
                  </a:cubicBezTo>
                  <a:cubicBezTo>
                    <a:pt x="360" y="62"/>
                    <a:pt x="370" y="63"/>
                    <a:pt x="376" y="62"/>
                  </a:cubicBezTo>
                  <a:cubicBezTo>
                    <a:pt x="376" y="62"/>
                    <a:pt x="375" y="62"/>
                    <a:pt x="374" y="63"/>
                  </a:cubicBezTo>
                  <a:cubicBezTo>
                    <a:pt x="377" y="63"/>
                    <a:pt x="383" y="64"/>
                    <a:pt x="384" y="63"/>
                  </a:cubicBezTo>
                  <a:cubicBezTo>
                    <a:pt x="386" y="63"/>
                    <a:pt x="385" y="64"/>
                    <a:pt x="386" y="64"/>
                  </a:cubicBezTo>
                  <a:cubicBezTo>
                    <a:pt x="392" y="64"/>
                    <a:pt x="396" y="65"/>
                    <a:pt x="403" y="65"/>
                  </a:cubicBezTo>
                  <a:cubicBezTo>
                    <a:pt x="407" y="67"/>
                    <a:pt x="410" y="68"/>
                    <a:pt x="414" y="69"/>
                  </a:cubicBezTo>
                  <a:cubicBezTo>
                    <a:pt x="418" y="70"/>
                    <a:pt x="422" y="71"/>
                    <a:pt x="426" y="71"/>
                  </a:cubicBezTo>
                  <a:cubicBezTo>
                    <a:pt x="431" y="73"/>
                    <a:pt x="438" y="75"/>
                    <a:pt x="442" y="75"/>
                  </a:cubicBezTo>
                  <a:cubicBezTo>
                    <a:pt x="446" y="78"/>
                    <a:pt x="453" y="80"/>
                    <a:pt x="460" y="82"/>
                  </a:cubicBezTo>
                  <a:cubicBezTo>
                    <a:pt x="467" y="85"/>
                    <a:pt x="474" y="89"/>
                    <a:pt x="479" y="93"/>
                  </a:cubicBezTo>
                  <a:cubicBezTo>
                    <a:pt x="477" y="90"/>
                    <a:pt x="486" y="97"/>
                    <a:pt x="487" y="95"/>
                  </a:cubicBezTo>
                  <a:cubicBezTo>
                    <a:pt x="489" y="96"/>
                    <a:pt x="493" y="96"/>
                    <a:pt x="494" y="99"/>
                  </a:cubicBezTo>
                  <a:cubicBezTo>
                    <a:pt x="497" y="100"/>
                    <a:pt x="499" y="102"/>
                    <a:pt x="502" y="103"/>
                  </a:cubicBezTo>
                  <a:cubicBezTo>
                    <a:pt x="504" y="105"/>
                    <a:pt x="507" y="106"/>
                    <a:pt x="509" y="108"/>
                  </a:cubicBezTo>
                  <a:cubicBezTo>
                    <a:pt x="513" y="111"/>
                    <a:pt x="517" y="116"/>
                    <a:pt x="521" y="120"/>
                  </a:cubicBezTo>
                  <a:cubicBezTo>
                    <a:pt x="522" y="120"/>
                    <a:pt x="524" y="121"/>
                    <a:pt x="524" y="120"/>
                  </a:cubicBezTo>
                  <a:cubicBezTo>
                    <a:pt x="525" y="121"/>
                    <a:pt x="526" y="123"/>
                    <a:pt x="527" y="124"/>
                  </a:cubicBezTo>
                  <a:cubicBezTo>
                    <a:pt x="529" y="125"/>
                    <a:pt x="530" y="126"/>
                    <a:pt x="531" y="127"/>
                  </a:cubicBezTo>
                  <a:cubicBezTo>
                    <a:pt x="532" y="127"/>
                    <a:pt x="533" y="128"/>
                    <a:pt x="535" y="129"/>
                  </a:cubicBezTo>
                  <a:cubicBezTo>
                    <a:pt x="534" y="128"/>
                    <a:pt x="533" y="127"/>
                    <a:pt x="533" y="126"/>
                  </a:cubicBezTo>
                  <a:cubicBezTo>
                    <a:pt x="539" y="130"/>
                    <a:pt x="547" y="139"/>
                    <a:pt x="551" y="147"/>
                  </a:cubicBezTo>
                  <a:cubicBezTo>
                    <a:pt x="553" y="147"/>
                    <a:pt x="555" y="149"/>
                    <a:pt x="557" y="152"/>
                  </a:cubicBezTo>
                  <a:cubicBezTo>
                    <a:pt x="560" y="154"/>
                    <a:pt x="563" y="157"/>
                    <a:pt x="566" y="160"/>
                  </a:cubicBezTo>
                  <a:cubicBezTo>
                    <a:pt x="569" y="163"/>
                    <a:pt x="573" y="166"/>
                    <a:pt x="575" y="169"/>
                  </a:cubicBezTo>
                  <a:cubicBezTo>
                    <a:pt x="576" y="173"/>
                    <a:pt x="576" y="173"/>
                    <a:pt x="576" y="173"/>
                  </a:cubicBezTo>
                  <a:cubicBezTo>
                    <a:pt x="577" y="171"/>
                    <a:pt x="580" y="176"/>
                    <a:pt x="581" y="178"/>
                  </a:cubicBezTo>
                  <a:cubicBezTo>
                    <a:pt x="581" y="178"/>
                    <a:pt x="581" y="179"/>
                    <a:pt x="581" y="178"/>
                  </a:cubicBezTo>
                  <a:cubicBezTo>
                    <a:pt x="583" y="182"/>
                    <a:pt x="585" y="185"/>
                    <a:pt x="587" y="188"/>
                  </a:cubicBezTo>
                  <a:cubicBezTo>
                    <a:pt x="589" y="191"/>
                    <a:pt x="591" y="194"/>
                    <a:pt x="594" y="196"/>
                  </a:cubicBezTo>
                  <a:cubicBezTo>
                    <a:pt x="598" y="204"/>
                    <a:pt x="603" y="214"/>
                    <a:pt x="607" y="219"/>
                  </a:cubicBezTo>
                  <a:cubicBezTo>
                    <a:pt x="608" y="222"/>
                    <a:pt x="610" y="226"/>
                    <a:pt x="612" y="229"/>
                  </a:cubicBezTo>
                  <a:cubicBezTo>
                    <a:pt x="614" y="233"/>
                    <a:pt x="616" y="236"/>
                    <a:pt x="617" y="239"/>
                  </a:cubicBezTo>
                  <a:cubicBezTo>
                    <a:pt x="619" y="242"/>
                    <a:pt x="621" y="246"/>
                    <a:pt x="622" y="249"/>
                  </a:cubicBezTo>
                  <a:cubicBezTo>
                    <a:pt x="624" y="252"/>
                    <a:pt x="625" y="255"/>
                    <a:pt x="627" y="258"/>
                  </a:cubicBezTo>
                  <a:cubicBezTo>
                    <a:pt x="626" y="256"/>
                    <a:pt x="627" y="256"/>
                    <a:pt x="627" y="254"/>
                  </a:cubicBezTo>
                  <a:cubicBezTo>
                    <a:pt x="628" y="256"/>
                    <a:pt x="628" y="257"/>
                    <a:pt x="629" y="259"/>
                  </a:cubicBezTo>
                  <a:cubicBezTo>
                    <a:pt x="629" y="256"/>
                    <a:pt x="628" y="255"/>
                    <a:pt x="628" y="253"/>
                  </a:cubicBezTo>
                  <a:cubicBezTo>
                    <a:pt x="626" y="251"/>
                    <a:pt x="626" y="246"/>
                    <a:pt x="625" y="245"/>
                  </a:cubicBezTo>
                  <a:cubicBezTo>
                    <a:pt x="624" y="244"/>
                    <a:pt x="625" y="242"/>
                    <a:pt x="625" y="241"/>
                  </a:cubicBezTo>
                  <a:cubicBezTo>
                    <a:pt x="623" y="237"/>
                    <a:pt x="622" y="234"/>
                    <a:pt x="621" y="231"/>
                  </a:cubicBezTo>
                  <a:cubicBezTo>
                    <a:pt x="623" y="234"/>
                    <a:pt x="623" y="235"/>
                    <a:pt x="626" y="239"/>
                  </a:cubicBezTo>
                  <a:cubicBezTo>
                    <a:pt x="621" y="226"/>
                    <a:pt x="614" y="208"/>
                    <a:pt x="605" y="195"/>
                  </a:cubicBezTo>
                  <a:cubicBezTo>
                    <a:pt x="604" y="194"/>
                    <a:pt x="604" y="192"/>
                    <a:pt x="603" y="191"/>
                  </a:cubicBezTo>
                  <a:cubicBezTo>
                    <a:pt x="603" y="191"/>
                    <a:pt x="603" y="191"/>
                    <a:pt x="603" y="192"/>
                  </a:cubicBezTo>
                  <a:cubicBezTo>
                    <a:pt x="602" y="190"/>
                    <a:pt x="601" y="189"/>
                    <a:pt x="600" y="187"/>
                  </a:cubicBezTo>
                  <a:cubicBezTo>
                    <a:pt x="600" y="184"/>
                    <a:pt x="595" y="180"/>
                    <a:pt x="592" y="177"/>
                  </a:cubicBezTo>
                  <a:cubicBezTo>
                    <a:pt x="592" y="176"/>
                    <a:pt x="593" y="178"/>
                    <a:pt x="595" y="179"/>
                  </a:cubicBezTo>
                  <a:cubicBezTo>
                    <a:pt x="594" y="177"/>
                    <a:pt x="593" y="175"/>
                    <a:pt x="594" y="175"/>
                  </a:cubicBezTo>
                  <a:cubicBezTo>
                    <a:pt x="596" y="177"/>
                    <a:pt x="595" y="178"/>
                    <a:pt x="597" y="179"/>
                  </a:cubicBezTo>
                  <a:cubicBezTo>
                    <a:pt x="597" y="178"/>
                    <a:pt x="595" y="177"/>
                    <a:pt x="595" y="176"/>
                  </a:cubicBezTo>
                  <a:cubicBezTo>
                    <a:pt x="594" y="174"/>
                    <a:pt x="594" y="175"/>
                    <a:pt x="593" y="174"/>
                  </a:cubicBezTo>
                  <a:cubicBezTo>
                    <a:pt x="593" y="173"/>
                    <a:pt x="592" y="173"/>
                    <a:pt x="592" y="172"/>
                  </a:cubicBezTo>
                  <a:cubicBezTo>
                    <a:pt x="592" y="172"/>
                    <a:pt x="594" y="174"/>
                    <a:pt x="595" y="173"/>
                  </a:cubicBezTo>
                  <a:cubicBezTo>
                    <a:pt x="595" y="174"/>
                    <a:pt x="595" y="174"/>
                    <a:pt x="596" y="175"/>
                  </a:cubicBezTo>
                  <a:cubicBezTo>
                    <a:pt x="594" y="174"/>
                    <a:pt x="597" y="178"/>
                    <a:pt x="598" y="180"/>
                  </a:cubicBezTo>
                  <a:cubicBezTo>
                    <a:pt x="599" y="181"/>
                    <a:pt x="598" y="180"/>
                    <a:pt x="598" y="182"/>
                  </a:cubicBezTo>
                  <a:cubicBezTo>
                    <a:pt x="601" y="186"/>
                    <a:pt x="603" y="186"/>
                    <a:pt x="606" y="190"/>
                  </a:cubicBezTo>
                  <a:cubicBezTo>
                    <a:pt x="606" y="191"/>
                    <a:pt x="603" y="187"/>
                    <a:pt x="602" y="186"/>
                  </a:cubicBezTo>
                  <a:cubicBezTo>
                    <a:pt x="603" y="188"/>
                    <a:pt x="605" y="192"/>
                    <a:pt x="605" y="190"/>
                  </a:cubicBezTo>
                  <a:cubicBezTo>
                    <a:pt x="606" y="193"/>
                    <a:pt x="608" y="195"/>
                    <a:pt x="609" y="198"/>
                  </a:cubicBezTo>
                  <a:cubicBezTo>
                    <a:pt x="611" y="200"/>
                    <a:pt x="613" y="203"/>
                    <a:pt x="614" y="205"/>
                  </a:cubicBezTo>
                  <a:cubicBezTo>
                    <a:pt x="613" y="202"/>
                    <a:pt x="611" y="199"/>
                    <a:pt x="609" y="196"/>
                  </a:cubicBezTo>
                  <a:cubicBezTo>
                    <a:pt x="611" y="197"/>
                    <a:pt x="614" y="203"/>
                    <a:pt x="615" y="207"/>
                  </a:cubicBezTo>
                  <a:cubicBezTo>
                    <a:pt x="618" y="211"/>
                    <a:pt x="620" y="215"/>
                    <a:pt x="621" y="219"/>
                  </a:cubicBezTo>
                  <a:cubicBezTo>
                    <a:pt x="625" y="226"/>
                    <a:pt x="627" y="232"/>
                    <a:pt x="630" y="239"/>
                  </a:cubicBezTo>
                  <a:cubicBezTo>
                    <a:pt x="632" y="245"/>
                    <a:pt x="635" y="252"/>
                    <a:pt x="637" y="259"/>
                  </a:cubicBezTo>
                  <a:cubicBezTo>
                    <a:pt x="637" y="256"/>
                    <a:pt x="636" y="253"/>
                    <a:pt x="636" y="250"/>
                  </a:cubicBezTo>
                  <a:cubicBezTo>
                    <a:pt x="635" y="246"/>
                    <a:pt x="634" y="243"/>
                    <a:pt x="634" y="240"/>
                  </a:cubicBezTo>
                  <a:cubicBezTo>
                    <a:pt x="634" y="239"/>
                    <a:pt x="634" y="239"/>
                    <a:pt x="633" y="239"/>
                  </a:cubicBezTo>
                  <a:cubicBezTo>
                    <a:pt x="634" y="236"/>
                    <a:pt x="632" y="234"/>
                    <a:pt x="631" y="231"/>
                  </a:cubicBezTo>
                  <a:cubicBezTo>
                    <a:pt x="631" y="230"/>
                    <a:pt x="632" y="231"/>
                    <a:pt x="633" y="233"/>
                  </a:cubicBezTo>
                  <a:cubicBezTo>
                    <a:pt x="633" y="230"/>
                    <a:pt x="631" y="227"/>
                    <a:pt x="630" y="224"/>
                  </a:cubicBezTo>
                  <a:cubicBezTo>
                    <a:pt x="630" y="221"/>
                    <a:pt x="631" y="225"/>
                    <a:pt x="631" y="223"/>
                  </a:cubicBezTo>
                  <a:cubicBezTo>
                    <a:pt x="630" y="218"/>
                    <a:pt x="628" y="216"/>
                    <a:pt x="625" y="211"/>
                  </a:cubicBezTo>
                  <a:cubicBezTo>
                    <a:pt x="626" y="210"/>
                    <a:pt x="629" y="215"/>
                    <a:pt x="630" y="217"/>
                  </a:cubicBezTo>
                  <a:cubicBezTo>
                    <a:pt x="630" y="216"/>
                    <a:pt x="629" y="215"/>
                    <a:pt x="629" y="214"/>
                  </a:cubicBezTo>
                  <a:cubicBezTo>
                    <a:pt x="629" y="214"/>
                    <a:pt x="629" y="214"/>
                    <a:pt x="629" y="215"/>
                  </a:cubicBezTo>
                  <a:cubicBezTo>
                    <a:pt x="628" y="213"/>
                    <a:pt x="628" y="211"/>
                    <a:pt x="627" y="210"/>
                  </a:cubicBezTo>
                  <a:cubicBezTo>
                    <a:pt x="627" y="209"/>
                    <a:pt x="627" y="210"/>
                    <a:pt x="627" y="208"/>
                  </a:cubicBezTo>
                  <a:cubicBezTo>
                    <a:pt x="625" y="205"/>
                    <a:pt x="623" y="201"/>
                    <a:pt x="622" y="197"/>
                  </a:cubicBezTo>
                  <a:cubicBezTo>
                    <a:pt x="621" y="196"/>
                    <a:pt x="620" y="196"/>
                    <a:pt x="621" y="198"/>
                  </a:cubicBezTo>
                  <a:cubicBezTo>
                    <a:pt x="620" y="197"/>
                    <a:pt x="619" y="196"/>
                    <a:pt x="618" y="195"/>
                  </a:cubicBezTo>
                  <a:cubicBezTo>
                    <a:pt x="619" y="193"/>
                    <a:pt x="619" y="193"/>
                    <a:pt x="619" y="192"/>
                  </a:cubicBezTo>
                  <a:cubicBezTo>
                    <a:pt x="622" y="196"/>
                    <a:pt x="626" y="203"/>
                    <a:pt x="628" y="203"/>
                  </a:cubicBezTo>
                  <a:cubicBezTo>
                    <a:pt x="630" y="207"/>
                    <a:pt x="631" y="210"/>
                    <a:pt x="633" y="214"/>
                  </a:cubicBezTo>
                  <a:cubicBezTo>
                    <a:pt x="634" y="217"/>
                    <a:pt x="635" y="221"/>
                    <a:pt x="636" y="224"/>
                  </a:cubicBezTo>
                  <a:cubicBezTo>
                    <a:pt x="637" y="222"/>
                    <a:pt x="638" y="228"/>
                    <a:pt x="639" y="231"/>
                  </a:cubicBezTo>
                  <a:cubicBezTo>
                    <a:pt x="639" y="232"/>
                    <a:pt x="638" y="228"/>
                    <a:pt x="637" y="227"/>
                  </a:cubicBezTo>
                  <a:cubicBezTo>
                    <a:pt x="638" y="230"/>
                    <a:pt x="640" y="233"/>
                    <a:pt x="641" y="236"/>
                  </a:cubicBezTo>
                  <a:cubicBezTo>
                    <a:pt x="642" y="238"/>
                    <a:pt x="640" y="235"/>
                    <a:pt x="641" y="238"/>
                  </a:cubicBezTo>
                  <a:cubicBezTo>
                    <a:pt x="642" y="238"/>
                    <a:pt x="645" y="246"/>
                    <a:pt x="645" y="251"/>
                  </a:cubicBezTo>
                  <a:cubicBezTo>
                    <a:pt x="647" y="254"/>
                    <a:pt x="648" y="258"/>
                    <a:pt x="649" y="263"/>
                  </a:cubicBezTo>
                  <a:cubicBezTo>
                    <a:pt x="651" y="263"/>
                    <a:pt x="649" y="259"/>
                    <a:pt x="648" y="257"/>
                  </a:cubicBezTo>
                  <a:cubicBezTo>
                    <a:pt x="649" y="259"/>
                    <a:pt x="651" y="262"/>
                    <a:pt x="652" y="266"/>
                  </a:cubicBezTo>
                  <a:cubicBezTo>
                    <a:pt x="653" y="270"/>
                    <a:pt x="654" y="275"/>
                    <a:pt x="654" y="279"/>
                  </a:cubicBezTo>
                  <a:cubicBezTo>
                    <a:pt x="656" y="284"/>
                    <a:pt x="657" y="301"/>
                    <a:pt x="659" y="303"/>
                  </a:cubicBezTo>
                  <a:cubicBezTo>
                    <a:pt x="659" y="307"/>
                    <a:pt x="661" y="309"/>
                    <a:pt x="661" y="313"/>
                  </a:cubicBezTo>
                  <a:cubicBezTo>
                    <a:pt x="660" y="313"/>
                    <a:pt x="660" y="310"/>
                    <a:pt x="659" y="311"/>
                  </a:cubicBezTo>
                  <a:cubicBezTo>
                    <a:pt x="661" y="321"/>
                    <a:pt x="663" y="331"/>
                    <a:pt x="665" y="332"/>
                  </a:cubicBezTo>
                  <a:cubicBezTo>
                    <a:pt x="666" y="329"/>
                    <a:pt x="666" y="325"/>
                    <a:pt x="667" y="326"/>
                  </a:cubicBezTo>
                  <a:cubicBezTo>
                    <a:pt x="668" y="321"/>
                    <a:pt x="667" y="312"/>
                    <a:pt x="669" y="311"/>
                  </a:cubicBezTo>
                  <a:cubicBezTo>
                    <a:pt x="668" y="308"/>
                    <a:pt x="668" y="303"/>
                    <a:pt x="667" y="303"/>
                  </a:cubicBezTo>
                  <a:cubicBezTo>
                    <a:pt x="667" y="304"/>
                    <a:pt x="667" y="305"/>
                    <a:pt x="668" y="305"/>
                  </a:cubicBezTo>
                  <a:cubicBezTo>
                    <a:pt x="667" y="307"/>
                    <a:pt x="667" y="305"/>
                    <a:pt x="667" y="304"/>
                  </a:cubicBezTo>
                  <a:cubicBezTo>
                    <a:pt x="667" y="302"/>
                    <a:pt x="667" y="300"/>
                    <a:pt x="667" y="299"/>
                  </a:cubicBezTo>
                  <a:cubicBezTo>
                    <a:pt x="667" y="297"/>
                    <a:pt x="668" y="297"/>
                    <a:pt x="668" y="299"/>
                  </a:cubicBezTo>
                  <a:cubicBezTo>
                    <a:pt x="668" y="298"/>
                    <a:pt x="668" y="296"/>
                    <a:pt x="668" y="296"/>
                  </a:cubicBezTo>
                  <a:cubicBezTo>
                    <a:pt x="668" y="292"/>
                    <a:pt x="666" y="283"/>
                    <a:pt x="664" y="277"/>
                  </a:cubicBezTo>
                  <a:cubicBezTo>
                    <a:pt x="665" y="270"/>
                    <a:pt x="661" y="263"/>
                    <a:pt x="658" y="256"/>
                  </a:cubicBezTo>
                  <a:cubicBezTo>
                    <a:pt x="659" y="255"/>
                    <a:pt x="659" y="255"/>
                    <a:pt x="659" y="255"/>
                  </a:cubicBezTo>
                  <a:cubicBezTo>
                    <a:pt x="661" y="257"/>
                    <a:pt x="663" y="264"/>
                    <a:pt x="664" y="268"/>
                  </a:cubicBezTo>
                  <a:cubicBezTo>
                    <a:pt x="665" y="266"/>
                    <a:pt x="664" y="265"/>
                    <a:pt x="665" y="264"/>
                  </a:cubicBezTo>
                  <a:cubicBezTo>
                    <a:pt x="660" y="253"/>
                    <a:pt x="660" y="247"/>
                    <a:pt x="655" y="237"/>
                  </a:cubicBezTo>
                  <a:cubicBezTo>
                    <a:pt x="655" y="236"/>
                    <a:pt x="656" y="237"/>
                    <a:pt x="656" y="236"/>
                  </a:cubicBezTo>
                  <a:cubicBezTo>
                    <a:pt x="657" y="240"/>
                    <a:pt x="659" y="245"/>
                    <a:pt x="661" y="247"/>
                  </a:cubicBezTo>
                  <a:cubicBezTo>
                    <a:pt x="661" y="245"/>
                    <a:pt x="660" y="244"/>
                    <a:pt x="660" y="242"/>
                  </a:cubicBezTo>
                  <a:cubicBezTo>
                    <a:pt x="659" y="243"/>
                    <a:pt x="659" y="241"/>
                    <a:pt x="658" y="239"/>
                  </a:cubicBezTo>
                  <a:cubicBezTo>
                    <a:pt x="658" y="239"/>
                    <a:pt x="658" y="239"/>
                    <a:pt x="657" y="239"/>
                  </a:cubicBezTo>
                  <a:cubicBezTo>
                    <a:pt x="657" y="237"/>
                    <a:pt x="656" y="234"/>
                    <a:pt x="655" y="232"/>
                  </a:cubicBezTo>
                  <a:cubicBezTo>
                    <a:pt x="654" y="230"/>
                    <a:pt x="653" y="228"/>
                    <a:pt x="653" y="229"/>
                  </a:cubicBezTo>
                  <a:cubicBezTo>
                    <a:pt x="651" y="228"/>
                    <a:pt x="653" y="228"/>
                    <a:pt x="652" y="226"/>
                  </a:cubicBezTo>
                  <a:cubicBezTo>
                    <a:pt x="652" y="226"/>
                    <a:pt x="653" y="229"/>
                    <a:pt x="653" y="227"/>
                  </a:cubicBezTo>
                  <a:cubicBezTo>
                    <a:pt x="653" y="225"/>
                    <a:pt x="651" y="223"/>
                    <a:pt x="651" y="224"/>
                  </a:cubicBezTo>
                  <a:cubicBezTo>
                    <a:pt x="650" y="222"/>
                    <a:pt x="651" y="222"/>
                    <a:pt x="651" y="221"/>
                  </a:cubicBezTo>
                  <a:cubicBezTo>
                    <a:pt x="649" y="218"/>
                    <a:pt x="649" y="220"/>
                    <a:pt x="648" y="218"/>
                  </a:cubicBezTo>
                  <a:cubicBezTo>
                    <a:pt x="647" y="216"/>
                    <a:pt x="648" y="216"/>
                    <a:pt x="649" y="217"/>
                  </a:cubicBezTo>
                  <a:cubicBezTo>
                    <a:pt x="648" y="214"/>
                    <a:pt x="647" y="215"/>
                    <a:pt x="647" y="214"/>
                  </a:cubicBezTo>
                  <a:cubicBezTo>
                    <a:pt x="646" y="214"/>
                    <a:pt x="646" y="211"/>
                    <a:pt x="646" y="211"/>
                  </a:cubicBezTo>
                  <a:cubicBezTo>
                    <a:pt x="647" y="212"/>
                    <a:pt x="648" y="213"/>
                    <a:pt x="649" y="215"/>
                  </a:cubicBezTo>
                  <a:cubicBezTo>
                    <a:pt x="648" y="211"/>
                    <a:pt x="646" y="210"/>
                    <a:pt x="646" y="210"/>
                  </a:cubicBezTo>
                  <a:cubicBezTo>
                    <a:pt x="644" y="206"/>
                    <a:pt x="642" y="202"/>
                    <a:pt x="640" y="200"/>
                  </a:cubicBezTo>
                  <a:cubicBezTo>
                    <a:pt x="639" y="197"/>
                    <a:pt x="641" y="200"/>
                    <a:pt x="641" y="198"/>
                  </a:cubicBezTo>
                  <a:cubicBezTo>
                    <a:pt x="642" y="201"/>
                    <a:pt x="643" y="203"/>
                    <a:pt x="644" y="205"/>
                  </a:cubicBezTo>
                  <a:cubicBezTo>
                    <a:pt x="644" y="203"/>
                    <a:pt x="645" y="203"/>
                    <a:pt x="646" y="205"/>
                  </a:cubicBezTo>
                  <a:cubicBezTo>
                    <a:pt x="646" y="203"/>
                    <a:pt x="645" y="202"/>
                    <a:pt x="645" y="202"/>
                  </a:cubicBezTo>
                  <a:cubicBezTo>
                    <a:pt x="645" y="201"/>
                    <a:pt x="643" y="199"/>
                    <a:pt x="644" y="198"/>
                  </a:cubicBezTo>
                  <a:cubicBezTo>
                    <a:pt x="642" y="195"/>
                    <a:pt x="640" y="192"/>
                    <a:pt x="638" y="188"/>
                  </a:cubicBezTo>
                  <a:cubicBezTo>
                    <a:pt x="639" y="187"/>
                    <a:pt x="641" y="191"/>
                    <a:pt x="640" y="192"/>
                  </a:cubicBezTo>
                  <a:cubicBezTo>
                    <a:pt x="641" y="193"/>
                    <a:pt x="641" y="192"/>
                    <a:pt x="641" y="192"/>
                  </a:cubicBezTo>
                  <a:cubicBezTo>
                    <a:pt x="642" y="193"/>
                    <a:pt x="642" y="193"/>
                    <a:pt x="642" y="193"/>
                  </a:cubicBezTo>
                  <a:cubicBezTo>
                    <a:pt x="641" y="190"/>
                    <a:pt x="640" y="188"/>
                    <a:pt x="638" y="186"/>
                  </a:cubicBezTo>
                  <a:cubicBezTo>
                    <a:pt x="638" y="185"/>
                    <a:pt x="640" y="186"/>
                    <a:pt x="640" y="184"/>
                  </a:cubicBezTo>
                  <a:cubicBezTo>
                    <a:pt x="638" y="183"/>
                    <a:pt x="639" y="183"/>
                    <a:pt x="637" y="181"/>
                  </a:cubicBezTo>
                  <a:cubicBezTo>
                    <a:pt x="636" y="179"/>
                    <a:pt x="637" y="179"/>
                    <a:pt x="637" y="178"/>
                  </a:cubicBezTo>
                  <a:cubicBezTo>
                    <a:pt x="636" y="177"/>
                    <a:pt x="636" y="177"/>
                    <a:pt x="635" y="176"/>
                  </a:cubicBezTo>
                  <a:cubicBezTo>
                    <a:pt x="635" y="175"/>
                    <a:pt x="636" y="176"/>
                    <a:pt x="635" y="174"/>
                  </a:cubicBezTo>
                  <a:cubicBezTo>
                    <a:pt x="633" y="170"/>
                    <a:pt x="631" y="167"/>
                    <a:pt x="629" y="164"/>
                  </a:cubicBezTo>
                  <a:cubicBezTo>
                    <a:pt x="629" y="162"/>
                    <a:pt x="630" y="165"/>
                    <a:pt x="632" y="166"/>
                  </a:cubicBezTo>
                  <a:cubicBezTo>
                    <a:pt x="631" y="164"/>
                    <a:pt x="629" y="163"/>
                    <a:pt x="629" y="161"/>
                  </a:cubicBezTo>
                  <a:cubicBezTo>
                    <a:pt x="629" y="161"/>
                    <a:pt x="628" y="160"/>
                    <a:pt x="628" y="161"/>
                  </a:cubicBezTo>
                  <a:cubicBezTo>
                    <a:pt x="627" y="159"/>
                    <a:pt x="626" y="156"/>
                    <a:pt x="625" y="154"/>
                  </a:cubicBezTo>
                  <a:cubicBezTo>
                    <a:pt x="623" y="152"/>
                    <a:pt x="622" y="151"/>
                    <a:pt x="621" y="149"/>
                  </a:cubicBezTo>
                  <a:cubicBezTo>
                    <a:pt x="618" y="145"/>
                    <a:pt x="615" y="141"/>
                    <a:pt x="612" y="137"/>
                  </a:cubicBezTo>
                  <a:cubicBezTo>
                    <a:pt x="612" y="136"/>
                    <a:pt x="612" y="138"/>
                    <a:pt x="613" y="138"/>
                  </a:cubicBezTo>
                  <a:cubicBezTo>
                    <a:pt x="611" y="137"/>
                    <a:pt x="610" y="136"/>
                    <a:pt x="609" y="135"/>
                  </a:cubicBezTo>
                  <a:cubicBezTo>
                    <a:pt x="610" y="133"/>
                    <a:pt x="608" y="131"/>
                    <a:pt x="605" y="128"/>
                  </a:cubicBezTo>
                  <a:cubicBezTo>
                    <a:pt x="603" y="125"/>
                    <a:pt x="600" y="123"/>
                    <a:pt x="598" y="120"/>
                  </a:cubicBezTo>
                  <a:cubicBezTo>
                    <a:pt x="601" y="120"/>
                    <a:pt x="605" y="126"/>
                    <a:pt x="609" y="130"/>
                  </a:cubicBezTo>
                  <a:cubicBezTo>
                    <a:pt x="608" y="127"/>
                    <a:pt x="605" y="125"/>
                    <a:pt x="605" y="124"/>
                  </a:cubicBezTo>
                  <a:cubicBezTo>
                    <a:pt x="602" y="121"/>
                    <a:pt x="602" y="121"/>
                    <a:pt x="602" y="121"/>
                  </a:cubicBezTo>
                  <a:cubicBezTo>
                    <a:pt x="601" y="120"/>
                    <a:pt x="602" y="120"/>
                    <a:pt x="602" y="119"/>
                  </a:cubicBezTo>
                  <a:cubicBezTo>
                    <a:pt x="603" y="121"/>
                    <a:pt x="604" y="122"/>
                    <a:pt x="605" y="123"/>
                  </a:cubicBezTo>
                  <a:cubicBezTo>
                    <a:pt x="605" y="122"/>
                    <a:pt x="606" y="124"/>
                    <a:pt x="607" y="124"/>
                  </a:cubicBezTo>
                  <a:cubicBezTo>
                    <a:pt x="607" y="121"/>
                    <a:pt x="602" y="120"/>
                    <a:pt x="601" y="117"/>
                  </a:cubicBezTo>
                  <a:cubicBezTo>
                    <a:pt x="599" y="116"/>
                    <a:pt x="596" y="114"/>
                    <a:pt x="594" y="112"/>
                  </a:cubicBezTo>
                  <a:cubicBezTo>
                    <a:pt x="592" y="110"/>
                    <a:pt x="594" y="111"/>
                    <a:pt x="595" y="111"/>
                  </a:cubicBezTo>
                  <a:cubicBezTo>
                    <a:pt x="594" y="109"/>
                    <a:pt x="592" y="108"/>
                    <a:pt x="591" y="106"/>
                  </a:cubicBezTo>
                  <a:cubicBezTo>
                    <a:pt x="591" y="107"/>
                    <a:pt x="590" y="107"/>
                    <a:pt x="588" y="105"/>
                  </a:cubicBezTo>
                  <a:cubicBezTo>
                    <a:pt x="589" y="106"/>
                    <a:pt x="590" y="107"/>
                    <a:pt x="590" y="108"/>
                  </a:cubicBezTo>
                  <a:cubicBezTo>
                    <a:pt x="589" y="107"/>
                    <a:pt x="587" y="105"/>
                    <a:pt x="586" y="103"/>
                  </a:cubicBezTo>
                  <a:cubicBezTo>
                    <a:pt x="584" y="102"/>
                    <a:pt x="583" y="101"/>
                    <a:pt x="581" y="100"/>
                  </a:cubicBezTo>
                  <a:cubicBezTo>
                    <a:pt x="581" y="98"/>
                    <a:pt x="582" y="100"/>
                    <a:pt x="579" y="97"/>
                  </a:cubicBezTo>
                  <a:cubicBezTo>
                    <a:pt x="578" y="94"/>
                    <a:pt x="581" y="98"/>
                    <a:pt x="580" y="95"/>
                  </a:cubicBezTo>
                  <a:cubicBezTo>
                    <a:pt x="578" y="96"/>
                    <a:pt x="576" y="93"/>
                    <a:pt x="572" y="91"/>
                  </a:cubicBezTo>
                  <a:cubicBezTo>
                    <a:pt x="569" y="88"/>
                    <a:pt x="567" y="85"/>
                    <a:pt x="564" y="82"/>
                  </a:cubicBezTo>
                  <a:cubicBezTo>
                    <a:pt x="561" y="81"/>
                    <a:pt x="558" y="79"/>
                    <a:pt x="554" y="77"/>
                  </a:cubicBezTo>
                  <a:cubicBezTo>
                    <a:pt x="552" y="74"/>
                    <a:pt x="556" y="77"/>
                    <a:pt x="556" y="77"/>
                  </a:cubicBezTo>
                  <a:cubicBezTo>
                    <a:pt x="551" y="73"/>
                    <a:pt x="545" y="71"/>
                    <a:pt x="542" y="70"/>
                  </a:cubicBezTo>
                  <a:cubicBezTo>
                    <a:pt x="547" y="74"/>
                    <a:pt x="550" y="73"/>
                    <a:pt x="553" y="76"/>
                  </a:cubicBezTo>
                  <a:cubicBezTo>
                    <a:pt x="553" y="77"/>
                    <a:pt x="553" y="77"/>
                    <a:pt x="553" y="77"/>
                  </a:cubicBezTo>
                  <a:cubicBezTo>
                    <a:pt x="554" y="78"/>
                    <a:pt x="556" y="79"/>
                    <a:pt x="555" y="78"/>
                  </a:cubicBezTo>
                  <a:cubicBezTo>
                    <a:pt x="558" y="82"/>
                    <a:pt x="569" y="87"/>
                    <a:pt x="573" y="93"/>
                  </a:cubicBezTo>
                  <a:cubicBezTo>
                    <a:pt x="568" y="91"/>
                    <a:pt x="561" y="84"/>
                    <a:pt x="556" y="80"/>
                  </a:cubicBezTo>
                  <a:cubicBezTo>
                    <a:pt x="552" y="79"/>
                    <a:pt x="545" y="73"/>
                    <a:pt x="539" y="68"/>
                  </a:cubicBezTo>
                  <a:cubicBezTo>
                    <a:pt x="541" y="69"/>
                    <a:pt x="543" y="69"/>
                    <a:pt x="544" y="68"/>
                  </a:cubicBezTo>
                  <a:cubicBezTo>
                    <a:pt x="542" y="68"/>
                    <a:pt x="541" y="67"/>
                    <a:pt x="539" y="66"/>
                  </a:cubicBezTo>
                  <a:cubicBezTo>
                    <a:pt x="536" y="61"/>
                    <a:pt x="532" y="62"/>
                    <a:pt x="529" y="57"/>
                  </a:cubicBezTo>
                  <a:cubicBezTo>
                    <a:pt x="523" y="55"/>
                    <a:pt x="525" y="56"/>
                    <a:pt x="520" y="53"/>
                  </a:cubicBezTo>
                  <a:cubicBezTo>
                    <a:pt x="522" y="54"/>
                    <a:pt x="520" y="53"/>
                    <a:pt x="520" y="54"/>
                  </a:cubicBezTo>
                  <a:cubicBezTo>
                    <a:pt x="519" y="53"/>
                    <a:pt x="517" y="52"/>
                    <a:pt x="515" y="51"/>
                  </a:cubicBezTo>
                  <a:cubicBezTo>
                    <a:pt x="513" y="49"/>
                    <a:pt x="517" y="51"/>
                    <a:pt x="518" y="52"/>
                  </a:cubicBezTo>
                  <a:cubicBezTo>
                    <a:pt x="518" y="51"/>
                    <a:pt x="512" y="48"/>
                    <a:pt x="511" y="49"/>
                  </a:cubicBezTo>
                  <a:cubicBezTo>
                    <a:pt x="509" y="47"/>
                    <a:pt x="507" y="46"/>
                    <a:pt x="505" y="44"/>
                  </a:cubicBezTo>
                  <a:cubicBezTo>
                    <a:pt x="502" y="42"/>
                    <a:pt x="498" y="42"/>
                    <a:pt x="495" y="40"/>
                  </a:cubicBezTo>
                  <a:cubicBezTo>
                    <a:pt x="494" y="38"/>
                    <a:pt x="497" y="39"/>
                    <a:pt x="500" y="39"/>
                  </a:cubicBezTo>
                  <a:cubicBezTo>
                    <a:pt x="496" y="37"/>
                    <a:pt x="493" y="37"/>
                    <a:pt x="488" y="34"/>
                  </a:cubicBezTo>
                  <a:cubicBezTo>
                    <a:pt x="486" y="32"/>
                    <a:pt x="487" y="33"/>
                    <a:pt x="485" y="31"/>
                  </a:cubicBezTo>
                  <a:cubicBezTo>
                    <a:pt x="483" y="31"/>
                    <a:pt x="488" y="34"/>
                    <a:pt x="486" y="33"/>
                  </a:cubicBezTo>
                  <a:cubicBezTo>
                    <a:pt x="488" y="34"/>
                    <a:pt x="489" y="35"/>
                    <a:pt x="491" y="36"/>
                  </a:cubicBezTo>
                  <a:cubicBezTo>
                    <a:pt x="491" y="37"/>
                    <a:pt x="491" y="36"/>
                    <a:pt x="494" y="38"/>
                  </a:cubicBezTo>
                  <a:cubicBezTo>
                    <a:pt x="494" y="39"/>
                    <a:pt x="493" y="38"/>
                    <a:pt x="492" y="38"/>
                  </a:cubicBezTo>
                  <a:cubicBezTo>
                    <a:pt x="491" y="37"/>
                    <a:pt x="490" y="36"/>
                    <a:pt x="488" y="35"/>
                  </a:cubicBezTo>
                  <a:cubicBezTo>
                    <a:pt x="488" y="35"/>
                    <a:pt x="487" y="35"/>
                    <a:pt x="487" y="35"/>
                  </a:cubicBezTo>
                  <a:cubicBezTo>
                    <a:pt x="485" y="35"/>
                    <a:pt x="484" y="33"/>
                    <a:pt x="482" y="32"/>
                  </a:cubicBezTo>
                  <a:cubicBezTo>
                    <a:pt x="481" y="32"/>
                    <a:pt x="482" y="32"/>
                    <a:pt x="483" y="32"/>
                  </a:cubicBezTo>
                  <a:cubicBezTo>
                    <a:pt x="484" y="33"/>
                    <a:pt x="484" y="33"/>
                    <a:pt x="485" y="34"/>
                  </a:cubicBezTo>
                  <a:cubicBezTo>
                    <a:pt x="485" y="33"/>
                    <a:pt x="486" y="33"/>
                    <a:pt x="485" y="32"/>
                  </a:cubicBezTo>
                  <a:cubicBezTo>
                    <a:pt x="480" y="31"/>
                    <a:pt x="476" y="30"/>
                    <a:pt x="472" y="29"/>
                  </a:cubicBezTo>
                  <a:cubicBezTo>
                    <a:pt x="468" y="27"/>
                    <a:pt x="464" y="26"/>
                    <a:pt x="460" y="25"/>
                  </a:cubicBezTo>
                  <a:cubicBezTo>
                    <a:pt x="459" y="24"/>
                    <a:pt x="458" y="24"/>
                    <a:pt x="459" y="24"/>
                  </a:cubicBezTo>
                  <a:cubicBezTo>
                    <a:pt x="458" y="24"/>
                    <a:pt x="452" y="22"/>
                    <a:pt x="448" y="21"/>
                  </a:cubicBezTo>
                  <a:cubicBezTo>
                    <a:pt x="448" y="20"/>
                    <a:pt x="454" y="22"/>
                    <a:pt x="454" y="21"/>
                  </a:cubicBezTo>
                  <a:cubicBezTo>
                    <a:pt x="455" y="23"/>
                    <a:pt x="457" y="23"/>
                    <a:pt x="455" y="21"/>
                  </a:cubicBezTo>
                  <a:cubicBezTo>
                    <a:pt x="448" y="19"/>
                    <a:pt x="441" y="18"/>
                    <a:pt x="436" y="16"/>
                  </a:cubicBezTo>
                  <a:cubicBezTo>
                    <a:pt x="435" y="14"/>
                    <a:pt x="443" y="17"/>
                    <a:pt x="443" y="16"/>
                  </a:cubicBezTo>
                  <a:cubicBezTo>
                    <a:pt x="441" y="15"/>
                    <a:pt x="440" y="15"/>
                    <a:pt x="439" y="15"/>
                  </a:cubicBezTo>
                  <a:cubicBezTo>
                    <a:pt x="437" y="14"/>
                    <a:pt x="434" y="13"/>
                    <a:pt x="432" y="13"/>
                  </a:cubicBezTo>
                  <a:cubicBezTo>
                    <a:pt x="429" y="12"/>
                    <a:pt x="426" y="12"/>
                    <a:pt x="423" y="11"/>
                  </a:cubicBezTo>
                  <a:cubicBezTo>
                    <a:pt x="420" y="10"/>
                    <a:pt x="418" y="10"/>
                    <a:pt x="415" y="10"/>
                  </a:cubicBezTo>
                  <a:cubicBezTo>
                    <a:pt x="412" y="9"/>
                    <a:pt x="410" y="9"/>
                    <a:pt x="407" y="8"/>
                  </a:cubicBezTo>
                  <a:cubicBezTo>
                    <a:pt x="406" y="8"/>
                    <a:pt x="413" y="9"/>
                    <a:pt x="409" y="7"/>
                  </a:cubicBezTo>
                  <a:cubicBezTo>
                    <a:pt x="408" y="8"/>
                    <a:pt x="405" y="8"/>
                    <a:pt x="402" y="7"/>
                  </a:cubicBezTo>
                  <a:cubicBezTo>
                    <a:pt x="404" y="8"/>
                    <a:pt x="405" y="9"/>
                    <a:pt x="407" y="9"/>
                  </a:cubicBezTo>
                  <a:cubicBezTo>
                    <a:pt x="408" y="9"/>
                    <a:pt x="407" y="9"/>
                    <a:pt x="408" y="9"/>
                  </a:cubicBezTo>
                  <a:cubicBezTo>
                    <a:pt x="404" y="9"/>
                    <a:pt x="401" y="7"/>
                    <a:pt x="396" y="7"/>
                  </a:cubicBezTo>
                  <a:cubicBezTo>
                    <a:pt x="395" y="7"/>
                    <a:pt x="396" y="7"/>
                    <a:pt x="395" y="6"/>
                  </a:cubicBezTo>
                  <a:cubicBezTo>
                    <a:pt x="392" y="7"/>
                    <a:pt x="389" y="5"/>
                    <a:pt x="386" y="5"/>
                  </a:cubicBezTo>
                  <a:cubicBezTo>
                    <a:pt x="385" y="5"/>
                    <a:pt x="385" y="5"/>
                    <a:pt x="386" y="4"/>
                  </a:cubicBezTo>
                  <a:cubicBezTo>
                    <a:pt x="384" y="4"/>
                    <a:pt x="383" y="4"/>
                    <a:pt x="381" y="3"/>
                  </a:cubicBezTo>
                  <a:cubicBezTo>
                    <a:pt x="380" y="3"/>
                    <a:pt x="381" y="4"/>
                    <a:pt x="381" y="4"/>
                  </a:cubicBezTo>
                  <a:cubicBezTo>
                    <a:pt x="376" y="3"/>
                    <a:pt x="371" y="3"/>
                    <a:pt x="366" y="2"/>
                  </a:cubicBezTo>
                  <a:cubicBezTo>
                    <a:pt x="361" y="2"/>
                    <a:pt x="356" y="2"/>
                    <a:pt x="351" y="1"/>
                  </a:cubicBezTo>
                  <a:cubicBezTo>
                    <a:pt x="350" y="1"/>
                    <a:pt x="350" y="1"/>
                    <a:pt x="352" y="1"/>
                  </a:cubicBezTo>
                  <a:cubicBezTo>
                    <a:pt x="350" y="0"/>
                    <a:pt x="348" y="1"/>
                    <a:pt x="346" y="0"/>
                  </a:cubicBezTo>
                  <a:cubicBezTo>
                    <a:pt x="343" y="1"/>
                    <a:pt x="348" y="1"/>
                    <a:pt x="345" y="2"/>
                  </a:cubicBezTo>
                  <a:cubicBezTo>
                    <a:pt x="342" y="1"/>
                    <a:pt x="339" y="1"/>
                    <a:pt x="336" y="2"/>
                  </a:cubicBezTo>
                  <a:cubicBezTo>
                    <a:pt x="334" y="1"/>
                    <a:pt x="336" y="1"/>
                    <a:pt x="334" y="1"/>
                  </a:cubicBezTo>
                  <a:cubicBezTo>
                    <a:pt x="333" y="1"/>
                    <a:pt x="334" y="1"/>
                    <a:pt x="333" y="2"/>
                  </a:cubicBezTo>
                  <a:cubicBezTo>
                    <a:pt x="330" y="1"/>
                    <a:pt x="330" y="2"/>
                    <a:pt x="325" y="2"/>
                  </a:cubicBezTo>
                  <a:cubicBezTo>
                    <a:pt x="324" y="2"/>
                    <a:pt x="325" y="2"/>
                    <a:pt x="323" y="1"/>
                  </a:cubicBezTo>
                  <a:cubicBezTo>
                    <a:pt x="322" y="1"/>
                    <a:pt x="322" y="2"/>
                    <a:pt x="324" y="2"/>
                  </a:cubicBezTo>
                  <a:cubicBezTo>
                    <a:pt x="322" y="2"/>
                    <a:pt x="318" y="2"/>
                    <a:pt x="316" y="2"/>
                  </a:cubicBezTo>
                  <a:cubicBezTo>
                    <a:pt x="313" y="2"/>
                    <a:pt x="311" y="1"/>
                    <a:pt x="311" y="1"/>
                  </a:cubicBezTo>
                  <a:cubicBezTo>
                    <a:pt x="305" y="2"/>
                    <a:pt x="316" y="1"/>
                    <a:pt x="312" y="3"/>
                  </a:cubicBezTo>
                  <a:cubicBezTo>
                    <a:pt x="310" y="3"/>
                    <a:pt x="311" y="2"/>
                    <a:pt x="308" y="2"/>
                  </a:cubicBezTo>
                  <a:cubicBezTo>
                    <a:pt x="305" y="3"/>
                    <a:pt x="302" y="3"/>
                    <a:pt x="300" y="4"/>
                  </a:cubicBezTo>
                  <a:cubicBezTo>
                    <a:pt x="298" y="4"/>
                    <a:pt x="295" y="5"/>
                    <a:pt x="294" y="4"/>
                  </a:cubicBezTo>
                  <a:cubicBezTo>
                    <a:pt x="291" y="5"/>
                    <a:pt x="291" y="5"/>
                    <a:pt x="291" y="5"/>
                  </a:cubicBezTo>
                  <a:cubicBezTo>
                    <a:pt x="293" y="6"/>
                    <a:pt x="291" y="4"/>
                    <a:pt x="294" y="5"/>
                  </a:cubicBezTo>
                  <a:cubicBezTo>
                    <a:pt x="292" y="6"/>
                    <a:pt x="283" y="6"/>
                    <a:pt x="278" y="8"/>
                  </a:cubicBezTo>
                  <a:cubicBezTo>
                    <a:pt x="278" y="7"/>
                    <a:pt x="278" y="7"/>
                    <a:pt x="281" y="6"/>
                  </a:cubicBezTo>
                  <a:cubicBezTo>
                    <a:pt x="276" y="6"/>
                    <a:pt x="276" y="8"/>
                    <a:pt x="271" y="9"/>
                  </a:cubicBezTo>
                  <a:cubicBezTo>
                    <a:pt x="268" y="9"/>
                    <a:pt x="266" y="10"/>
                    <a:pt x="263" y="11"/>
                  </a:cubicBezTo>
                  <a:cubicBezTo>
                    <a:pt x="259" y="11"/>
                    <a:pt x="256" y="12"/>
                    <a:pt x="253" y="13"/>
                  </a:cubicBezTo>
                  <a:cubicBezTo>
                    <a:pt x="252" y="13"/>
                    <a:pt x="256" y="12"/>
                    <a:pt x="257" y="12"/>
                  </a:cubicBezTo>
                  <a:cubicBezTo>
                    <a:pt x="255" y="11"/>
                    <a:pt x="258" y="10"/>
                    <a:pt x="257" y="10"/>
                  </a:cubicBezTo>
                  <a:cubicBezTo>
                    <a:pt x="254" y="12"/>
                    <a:pt x="249" y="13"/>
                    <a:pt x="247" y="15"/>
                  </a:cubicBezTo>
                  <a:cubicBezTo>
                    <a:pt x="245" y="15"/>
                    <a:pt x="244" y="15"/>
                    <a:pt x="242" y="16"/>
                  </a:cubicBezTo>
                  <a:cubicBezTo>
                    <a:pt x="240" y="15"/>
                    <a:pt x="249" y="14"/>
                    <a:pt x="244" y="14"/>
                  </a:cubicBezTo>
                  <a:cubicBezTo>
                    <a:pt x="246" y="13"/>
                    <a:pt x="248" y="13"/>
                    <a:pt x="249" y="12"/>
                  </a:cubicBezTo>
                  <a:cubicBezTo>
                    <a:pt x="247" y="11"/>
                    <a:pt x="243" y="14"/>
                    <a:pt x="243" y="13"/>
                  </a:cubicBezTo>
                  <a:cubicBezTo>
                    <a:pt x="241" y="14"/>
                    <a:pt x="239" y="15"/>
                    <a:pt x="235" y="16"/>
                  </a:cubicBezTo>
                  <a:cubicBezTo>
                    <a:pt x="235" y="15"/>
                    <a:pt x="232" y="17"/>
                    <a:pt x="229" y="17"/>
                  </a:cubicBezTo>
                  <a:cubicBezTo>
                    <a:pt x="225" y="19"/>
                    <a:pt x="222" y="20"/>
                    <a:pt x="218" y="22"/>
                  </a:cubicBezTo>
                  <a:cubicBezTo>
                    <a:pt x="218" y="23"/>
                    <a:pt x="222" y="22"/>
                    <a:pt x="223" y="21"/>
                  </a:cubicBezTo>
                  <a:cubicBezTo>
                    <a:pt x="223" y="22"/>
                    <a:pt x="218" y="24"/>
                    <a:pt x="216" y="24"/>
                  </a:cubicBezTo>
                  <a:cubicBezTo>
                    <a:pt x="215" y="24"/>
                    <a:pt x="216" y="23"/>
                    <a:pt x="217" y="23"/>
                  </a:cubicBezTo>
                  <a:cubicBezTo>
                    <a:pt x="217" y="22"/>
                    <a:pt x="215" y="23"/>
                    <a:pt x="215" y="22"/>
                  </a:cubicBezTo>
                  <a:cubicBezTo>
                    <a:pt x="215" y="24"/>
                    <a:pt x="211" y="24"/>
                    <a:pt x="208" y="26"/>
                  </a:cubicBezTo>
                  <a:cubicBezTo>
                    <a:pt x="210" y="26"/>
                    <a:pt x="211" y="25"/>
                    <a:pt x="213" y="25"/>
                  </a:cubicBezTo>
                  <a:cubicBezTo>
                    <a:pt x="211" y="26"/>
                    <a:pt x="209" y="27"/>
                    <a:pt x="207" y="27"/>
                  </a:cubicBezTo>
                  <a:cubicBezTo>
                    <a:pt x="206" y="27"/>
                    <a:pt x="208" y="27"/>
                    <a:pt x="208" y="26"/>
                  </a:cubicBezTo>
                  <a:cubicBezTo>
                    <a:pt x="207" y="26"/>
                    <a:pt x="206" y="27"/>
                    <a:pt x="207" y="26"/>
                  </a:cubicBezTo>
                  <a:cubicBezTo>
                    <a:pt x="204" y="27"/>
                    <a:pt x="206" y="28"/>
                    <a:pt x="204" y="28"/>
                  </a:cubicBezTo>
                  <a:cubicBezTo>
                    <a:pt x="204" y="28"/>
                    <a:pt x="206" y="28"/>
                    <a:pt x="204" y="29"/>
                  </a:cubicBezTo>
                  <a:cubicBezTo>
                    <a:pt x="201" y="30"/>
                    <a:pt x="204" y="29"/>
                    <a:pt x="202" y="29"/>
                  </a:cubicBezTo>
                  <a:cubicBezTo>
                    <a:pt x="200" y="30"/>
                    <a:pt x="201" y="30"/>
                    <a:pt x="201" y="31"/>
                  </a:cubicBezTo>
                  <a:cubicBezTo>
                    <a:pt x="200" y="31"/>
                    <a:pt x="199" y="31"/>
                    <a:pt x="198" y="32"/>
                  </a:cubicBezTo>
                  <a:cubicBezTo>
                    <a:pt x="195" y="33"/>
                    <a:pt x="200" y="30"/>
                    <a:pt x="197" y="30"/>
                  </a:cubicBezTo>
                  <a:cubicBezTo>
                    <a:pt x="197" y="31"/>
                    <a:pt x="196" y="32"/>
                    <a:pt x="197" y="32"/>
                  </a:cubicBezTo>
                  <a:cubicBezTo>
                    <a:pt x="195" y="34"/>
                    <a:pt x="193" y="33"/>
                    <a:pt x="191" y="35"/>
                  </a:cubicBezTo>
                  <a:cubicBezTo>
                    <a:pt x="189" y="35"/>
                    <a:pt x="189" y="35"/>
                    <a:pt x="188" y="35"/>
                  </a:cubicBezTo>
                  <a:cubicBezTo>
                    <a:pt x="186" y="37"/>
                    <a:pt x="183" y="38"/>
                    <a:pt x="181" y="39"/>
                  </a:cubicBezTo>
                  <a:cubicBezTo>
                    <a:pt x="180" y="41"/>
                    <a:pt x="175" y="42"/>
                    <a:pt x="173" y="44"/>
                  </a:cubicBezTo>
                  <a:cubicBezTo>
                    <a:pt x="171" y="44"/>
                    <a:pt x="175" y="42"/>
                    <a:pt x="172" y="43"/>
                  </a:cubicBezTo>
                  <a:cubicBezTo>
                    <a:pt x="170" y="45"/>
                    <a:pt x="167" y="46"/>
                    <a:pt x="164" y="48"/>
                  </a:cubicBezTo>
                  <a:cubicBezTo>
                    <a:pt x="162" y="50"/>
                    <a:pt x="165" y="49"/>
                    <a:pt x="164" y="50"/>
                  </a:cubicBezTo>
                  <a:cubicBezTo>
                    <a:pt x="161" y="52"/>
                    <a:pt x="163" y="49"/>
                    <a:pt x="160" y="50"/>
                  </a:cubicBezTo>
                  <a:cubicBezTo>
                    <a:pt x="158" y="51"/>
                    <a:pt x="158" y="52"/>
                    <a:pt x="158" y="52"/>
                  </a:cubicBezTo>
                  <a:cubicBezTo>
                    <a:pt x="152" y="54"/>
                    <a:pt x="148" y="60"/>
                    <a:pt x="142" y="63"/>
                  </a:cubicBezTo>
                  <a:cubicBezTo>
                    <a:pt x="141" y="65"/>
                    <a:pt x="140" y="65"/>
                    <a:pt x="137" y="68"/>
                  </a:cubicBezTo>
                  <a:cubicBezTo>
                    <a:pt x="136" y="69"/>
                    <a:pt x="135" y="69"/>
                    <a:pt x="133" y="71"/>
                  </a:cubicBezTo>
                  <a:cubicBezTo>
                    <a:pt x="132" y="70"/>
                    <a:pt x="136" y="68"/>
                    <a:pt x="137" y="67"/>
                  </a:cubicBezTo>
                  <a:cubicBezTo>
                    <a:pt x="133" y="68"/>
                    <a:pt x="131" y="71"/>
                    <a:pt x="130" y="73"/>
                  </a:cubicBezTo>
                  <a:cubicBezTo>
                    <a:pt x="127" y="75"/>
                    <a:pt x="128" y="73"/>
                    <a:pt x="126" y="74"/>
                  </a:cubicBezTo>
                  <a:cubicBezTo>
                    <a:pt x="124" y="76"/>
                    <a:pt x="123" y="76"/>
                    <a:pt x="122" y="78"/>
                  </a:cubicBezTo>
                  <a:cubicBezTo>
                    <a:pt x="122" y="78"/>
                    <a:pt x="121" y="78"/>
                    <a:pt x="120" y="79"/>
                  </a:cubicBezTo>
                  <a:cubicBezTo>
                    <a:pt x="122" y="79"/>
                    <a:pt x="117" y="83"/>
                    <a:pt x="114" y="84"/>
                  </a:cubicBezTo>
                  <a:cubicBezTo>
                    <a:pt x="113" y="86"/>
                    <a:pt x="112" y="87"/>
                    <a:pt x="109" y="89"/>
                  </a:cubicBezTo>
                  <a:cubicBezTo>
                    <a:pt x="108" y="91"/>
                    <a:pt x="109" y="89"/>
                    <a:pt x="110" y="89"/>
                  </a:cubicBezTo>
                  <a:cubicBezTo>
                    <a:pt x="110" y="90"/>
                    <a:pt x="108" y="91"/>
                    <a:pt x="107" y="92"/>
                  </a:cubicBezTo>
                  <a:cubicBezTo>
                    <a:pt x="105" y="93"/>
                    <a:pt x="106" y="92"/>
                    <a:pt x="107" y="91"/>
                  </a:cubicBezTo>
                  <a:cubicBezTo>
                    <a:pt x="105" y="93"/>
                    <a:pt x="103" y="94"/>
                    <a:pt x="100" y="95"/>
                  </a:cubicBezTo>
                  <a:cubicBezTo>
                    <a:pt x="100" y="95"/>
                    <a:pt x="101" y="94"/>
                    <a:pt x="101" y="94"/>
                  </a:cubicBezTo>
                  <a:cubicBezTo>
                    <a:pt x="101" y="94"/>
                    <a:pt x="97" y="98"/>
                    <a:pt x="95" y="100"/>
                  </a:cubicBezTo>
                  <a:cubicBezTo>
                    <a:pt x="100" y="95"/>
                    <a:pt x="100" y="97"/>
                    <a:pt x="104" y="93"/>
                  </a:cubicBezTo>
                  <a:cubicBezTo>
                    <a:pt x="101" y="98"/>
                    <a:pt x="99" y="97"/>
                    <a:pt x="96" y="100"/>
                  </a:cubicBezTo>
                  <a:cubicBezTo>
                    <a:pt x="96" y="101"/>
                    <a:pt x="100" y="98"/>
                    <a:pt x="100" y="99"/>
                  </a:cubicBezTo>
                  <a:cubicBezTo>
                    <a:pt x="99" y="100"/>
                    <a:pt x="96" y="103"/>
                    <a:pt x="94" y="103"/>
                  </a:cubicBezTo>
                  <a:cubicBezTo>
                    <a:pt x="93" y="105"/>
                    <a:pt x="94" y="106"/>
                    <a:pt x="93" y="107"/>
                  </a:cubicBezTo>
                  <a:cubicBezTo>
                    <a:pt x="93" y="106"/>
                    <a:pt x="91" y="108"/>
                    <a:pt x="89" y="109"/>
                  </a:cubicBezTo>
                  <a:cubicBezTo>
                    <a:pt x="88" y="110"/>
                    <a:pt x="90" y="107"/>
                    <a:pt x="88" y="108"/>
                  </a:cubicBezTo>
                  <a:cubicBezTo>
                    <a:pt x="88" y="110"/>
                    <a:pt x="87" y="110"/>
                    <a:pt x="88" y="110"/>
                  </a:cubicBezTo>
                  <a:cubicBezTo>
                    <a:pt x="87" y="112"/>
                    <a:pt x="85" y="113"/>
                    <a:pt x="87" y="113"/>
                  </a:cubicBezTo>
                  <a:cubicBezTo>
                    <a:pt x="85" y="114"/>
                    <a:pt x="84" y="115"/>
                    <a:pt x="82" y="116"/>
                  </a:cubicBezTo>
                  <a:cubicBezTo>
                    <a:pt x="82" y="116"/>
                    <a:pt x="86" y="112"/>
                    <a:pt x="84" y="112"/>
                  </a:cubicBezTo>
                  <a:cubicBezTo>
                    <a:pt x="84" y="113"/>
                    <a:pt x="81" y="117"/>
                    <a:pt x="78" y="120"/>
                  </a:cubicBezTo>
                  <a:cubicBezTo>
                    <a:pt x="76" y="123"/>
                    <a:pt x="74" y="126"/>
                    <a:pt x="74" y="124"/>
                  </a:cubicBezTo>
                  <a:cubicBezTo>
                    <a:pt x="73" y="125"/>
                    <a:pt x="72" y="127"/>
                    <a:pt x="71" y="128"/>
                  </a:cubicBezTo>
                  <a:cubicBezTo>
                    <a:pt x="71" y="130"/>
                    <a:pt x="69" y="132"/>
                    <a:pt x="68" y="134"/>
                  </a:cubicBezTo>
                  <a:cubicBezTo>
                    <a:pt x="66" y="136"/>
                    <a:pt x="65" y="138"/>
                    <a:pt x="64" y="141"/>
                  </a:cubicBezTo>
                  <a:cubicBezTo>
                    <a:pt x="62" y="141"/>
                    <a:pt x="61" y="145"/>
                    <a:pt x="61" y="143"/>
                  </a:cubicBezTo>
                  <a:cubicBezTo>
                    <a:pt x="59" y="144"/>
                    <a:pt x="60" y="145"/>
                    <a:pt x="59" y="147"/>
                  </a:cubicBezTo>
                  <a:cubicBezTo>
                    <a:pt x="56" y="151"/>
                    <a:pt x="53" y="155"/>
                    <a:pt x="51" y="160"/>
                  </a:cubicBezTo>
                  <a:cubicBezTo>
                    <a:pt x="50" y="159"/>
                    <a:pt x="49" y="163"/>
                    <a:pt x="49" y="164"/>
                  </a:cubicBezTo>
                  <a:cubicBezTo>
                    <a:pt x="47" y="165"/>
                    <a:pt x="47" y="167"/>
                    <a:pt x="45" y="168"/>
                  </a:cubicBezTo>
                  <a:cubicBezTo>
                    <a:pt x="46" y="168"/>
                    <a:pt x="47" y="167"/>
                    <a:pt x="48" y="167"/>
                  </a:cubicBezTo>
                  <a:cubicBezTo>
                    <a:pt x="47" y="169"/>
                    <a:pt x="45" y="171"/>
                    <a:pt x="44" y="172"/>
                  </a:cubicBezTo>
                  <a:cubicBezTo>
                    <a:pt x="42" y="174"/>
                    <a:pt x="44" y="174"/>
                    <a:pt x="41" y="177"/>
                  </a:cubicBezTo>
                  <a:cubicBezTo>
                    <a:pt x="41" y="177"/>
                    <a:pt x="41" y="177"/>
                    <a:pt x="41" y="178"/>
                  </a:cubicBezTo>
                  <a:cubicBezTo>
                    <a:pt x="42" y="175"/>
                    <a:pt x="44" y="173"/>
                    <a:pt x="45" y="171"/>
                  </a:cubicBezTo>
                  <a:cubicBezTo>
                    <a:pt x="43" y="175"/>
                    <a:pt x="41" y="179"/>
                    <a:pt x="39" y="183"/>
                  </a:cubicBezTo>
                  <a:cubicBezTo>
                    <a:pt x="39" y="184"/>
                    <a:pt x="39" y="183"/>
                    <a:pt x="38" y="184"/>
                  </a:cubicBezTo>
                  <a:cubicBezTo>
                    <a:pt x="39" y="182"/>
                    <a:pt x="41" y="178"/>
                    <a:pt x="40" y="178"/>
                  </a:cubicBezTo>
                  <a:cubicBezTo>
                    <a:pt x="39" y="180"/>
                    <a:pt x="38" y="184"/>
                    <a:pt x="35" y="187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5" y="190"/>
                    <a:pt x="35" y="190"/>
                    <a:pt x="36" y="189"/>
                  </a:cubicBezTo>
                  <a:cubicBezTo>
                    <a:pt x="35" y="192"/>
                    <a:pt x="33" y="194"/>
                    <a:pt x="32" y="197"/>
                  </a:cubicBezTo>
                  <a:cubicBezTo>
                    <a:pt x="31" y="199"/>
                    <a:pt x="32" y="197"/>
                    <a:pt x="31" y="199"/>
                  </a:cubicBezTo>
                  <a:cubicBezTo>
                    <a:pt x="30" y="201"/>
                    <a:pt x="32" y="198"/>
                    <a:pt x="30" y="201"/>
                  </a:cubicBezTo>
                  <a:cubicBezTo>
                    <a:pt x="29" y="203"/>
                    <a:pt x="30" y="199"/>
                    <a:pt x="29" y="202"/>
                  </a:cubicBezTo>
                  <a:cubicBezTo>
                    <a:pt x="28" y="204"/>
                    <a:pt x="30" y="202"/>
                    <a:pt x="29" y="203"/>
                  </a:cubicBezTo>
                  <a:cubicBezTo>
                    <a:pt x="27" y="207"/>
                    <a:pt x="25" y="212"/>
                    <a:pt x="23" y="217"/>
                  </a:cubicBezTo>
                  <a:cubicBezTo>
                    <a:pt x="21" y="222"/>
                    <a:pt x="20" y="226"/>
                    <a:pt x="18" y="230"/>
                  </a:cubicBezTo>
                  <a:cubicBezTo>
                    <a:pt x="17" y="231"/>
                    <a:pt x="18" y="228"/>
                    <a:pt x="18" y="228"/>
                  </a:cubicBezTo>
                  <a:cubicBezTo>
                    <a:pt x="16" y="232"/>
                    <a:pt x="16" y="236"/>
                    <a:pt x="14" y="238"/>
                  </a:cubicBezTo>
                  <a:cubicBezTo>
                    <a:pt x="14" y="239"/>
                    <a:pt x="15" y="239"/>
                    <a:pt x="15" y="238"/>
                  </a:cubicBezTo>
                  <a:cubicBezTo>
                    <a:pt x="15" y="240"/>
                    <a:pt x="15" y="241"/>
                    <a:pt x="15" y="242"/>
                  </a:cubicBezTo>
                  <a:cubicBezTo>
                    <a:pt x="14" y="244"/>
                    <a:pt x="14" y="242"/>
                    <a:pt x="14" y="241"/>
                  </a:cubicBezTo>
                  <a:cubicBezTo>
                    <a:pt x="13" y="243"/>
                    <a:pt x="13" y="245"/>
                    <a:pt x="12" y="246"/>
                  </a:cubicBezTo>
                  <a:cubicBezTo>
                    <a:pt x="12" y="247"/>
                    <a:pt x="13" y="246"/>
                    <a:pt x="13" y="246"/>
                  </a:cubicBezTo>
                  <a:cubicBezTo>
                    <a:pt x="14" y="247"/>
                    <a:pt x="13" y="248"/>
                    <a:pt x="13" y="249"/>
                  </a:cubicBezTo>
                  <a:cubicBezTo>
                    <a:pt x="12" y="249"/>
                    <a:pt x="12" y="248"/>
                    <a:pt x="12" y="250"/>
                  </a:cubicBezTo>
                  <a:cubicBezTo>
                    <a:pt x="12" y="250"/>
                    <a:pt x="12" y="251"/>
                    <a:pt x="12" y="252"/>
                  </a:cubicBezTo>
                  <a:cubicBezTo>
                    <a:pt x="11" y="254"/>
                    <a:pt x="11" y="252"/>
                    <a:pt x="10" y="254"/>
                  </a:cubicBezTo>
                  <a:cubicBezTo>
                    <a:pt x="9" y="260"/>
                    <a:pt x="8" y="266"/>
                    <a:pt x="7" y="272"/>
                  </a:cubicBezTo>
                  <a:cubicBezTo>
                    <a:pt x="7" y="271"/>
                    <a:pt x="7" y="271"/>
                    <a:pt x="7" y="271"/>
                  </a:cubicBezTo>
                  <a:cubicBezTo>
                    <a:pt x="7" y="272"/>
                    <a:pt x="8" y="274"/>
                    <a:pt x="7" y="276"/>
                  </a:cubicBezTo>
                  <a:cubicBezTo>
                    <a:pt x="6" y="277"/>
                    <a:pt x="6" y="276"/>
                    <a:pt x="6" y="275"/>
                  </a:cubicBezTo>
                  <a:cubicBezTo>
                    <a:pt x="6" y="276"/>
                    <a:pt x="5" y="279"/>
                    <a:pt x="5" y="281"/>
                  </a:cubicBezTo>
                  <a:cubicBezTo>
                    <a:pt x="5" y="284"/>
                    <a:pt x="5" y="286"/>
                    <a:pt x="5" y="287"/>
                  </a:cubicBezTo>
                  <a:cubicBezTo>
                    <a:pt x="4" y="288"/>
                    <a:pt x="4" y="289"/>
                    <a:pt x="4" y="292"/>
                  </a:cubicBezTo>
                  <a:cubicBezTo>
                    <a:pt x="5" y="289"/>
                    <a:pt x="5" y="291"/>
                    <a:pt x="5" y="293"/>
                  </a:cubicBezTo>
                  <a:cubicBezTo>
                    <a:pt x="5" y="287"/>
                    <a:pt x="6" y="285"/>
                    <a:pt x="7" y="279"/>
                  </a:cubicBezTo>
                  <a:cubicBezTo>
                    <a:pt x="7" y="278"/>
                    <a:pt x="7" y="280"/>
                    <a:pt x="7" y="280"/>
                  </a:cubicBezTo>
                  <a:cubicBezTo>
                    <a:pt x="6" y="279"/>
                    <a:pt x="7" y="278"/>
                    <a:pt x="7" y="276"/>
                  </a:cubicBezTo>
                  <a:cubicBezTo>
                    <a:pt x="8" y="275"/>
                    <a:pt x="8" y="274"/>
                    <a:pt x="9" y="272"/>
                  </a:cubicBezTo>
                  <a:cubicBezTo>
                    <a:pt x="8" y="275"/>
                    <a:pt x="7" y="280"/>
                    <a:pt x="7" y="284"/>
                  </a:cubicBezTo>
                  <a:cubicBezTo>
                    <a:pt x="7" y="288"/>
                    <a:pt x="6" y="291"/>
                    <a:pt x="5" y="294"/>
                  </a:cubicBezTo>
                  <a:cubicBezTo>
                    <a:pt x="5" y="294"/>
                    <a:pt x="6" y="294"/>
                    <a:pt x="6" y="295"/>
                  </a:cubicBezTo>
                  <a:cubicBezTo>
                    <a:pt x="6" y="297"/>
                    <a:pt x="5" y="294"/>
                    <a:pt x="5" y="296"/>
                  </a:cubicBezTo>
                  <a:cubicBezTo>
                    <a:pt x="5" y="300"/>
                    <a:pt x="4" y="304"/>
                    <a:pt x="4" y="308"/>
                  </a:cubicBezTo>
                  <a:cubicBezTo>
                    <a:pt x="5" y="309"/>
                    <a:pt x="4" y="311"/>
                    <a:pt x="4" y="314"/>
                  </a:cubicBezTo>
                  <a:cubicBezTo>
                    <a:pt x="3" y="313"/>
                    <a:pt x="3" y="311"/>
                    <a:pt x="2" y="312"/>
                  </a:cubicBezTo>
                  <a:cubicBezTo>
                    <a:pt x="2" y="310"/>
                    <a:pt x="2" y="307"/>
                    <a:pt x="2" y="307"/>
                  </a:cubicBezTo>
                  <a:cubicBezTo>
                    <a:pt x="2" y="309"/>
                    <a:pt x="2" y="309"/>
                    <a:pt x="1" y="311"/>
                  </a:cubicBezTo>
                  <a:cubicBezTo>
                    <a:pt x="1" y="312"/>
                    <a:pt x="1" y="313"/>
                    <a:pt x="2" y="314"/>
                  </a:cubicBezTo>
                  <a:cubicBezTo>
                    <a:pt x="2" y="316"/>
                    <a:pt x="1" y="318"/>
                    <a:pt x="2" y="320"/>
                  </a:cubicBezTo>
                  <a:cubicBezTo>
                    <a:pt x="0" y="323"/>
                    <a:pt x="1" y="328"/>
                    <a:pt x="1" y="333"/>
                  </a:cubicBezTo>
                  <a:cubicBezTo>
                    <a:pt x="0" y="333"/>
                    <a:pt x="0" y="335"/>
                    <a:pt x="1" y="338"/>
                  </a:cubicBezTo>
                  <a:cubicBezTo>
                    <a:pt x="1" y="339"/>
                    <a:pt x="1" y="339"/>
                    <a:pt x="0" y="338"/>
                  </a:cubicBezTo>
                  <a:cubicBezTo>
                    <a:pt x="0" y="342"/>
                    <a:pt x="1" y="346"/>
                    <a:pt x="1" y="350"/>
                  </a:cubicBezTo>
                  <a:cubicBezTo>
                    <a:pt x="1" y="351"/>
                    <a:pt x="2" y="349"/>
                    <a:pt x="2" y="350"/>
                  </a:cubicBezTo>
                  <a:cubicBezTo>
                    <a:pt x="3" y="352"/>
                    <a:pt x="1" y="353"/>
                    <a:pt x="2" y="354"/>
                  </a:cubicBezTo>
                  <a:cubicBezTo>
                    <a:pt x="2" y="355"/>
                    <a:pt x="2" y="355"/>
                    <a:pt x="1" y="355"/>
                  </a:cubicBezTo>
                  <a:cubicBezTo>
                    <a:pt x="1" y="357"/>
                    <a:pt x="2" y="355"/>
                    <a:pt x="2" y="358"/>
                  </a:cubicBezTo>
                  <a:cubicBezTo>
                    <a:pt x="2" y="359"/>
                    <a:pt x="2" y="360"/>
                    <a:pt x="1" y="359"/>
                  </a:cubicBezTo>
                  <a:cubicBezTo>
                    <a:pt x="2" y="362"/>
                    <a:pt x="1" y="368"/>
                    <a:pt x="3" y="369"/>
                  </a:cubicBezTo>
                  <a:cubicBezTo>
                    <a:pt x="3" y="371"/>
                    <a:pt x="2" y="369"/>
                    <a:pt x="2" y="372"/>
                  </a:cubicBezTo>
                  <a:cubicBezTo>
                    <a:pt x="3" y="372"/>
                    <a:pt x="2" y="375"/>
                    <a:pt x="2" y="375"/>
                  </a:cubicBezTo>
                  <a:cubicBezTo>
                    <a:pt x="3" y="379"/>
                    <a:pt x="4" y="381"/>
                    <a:pt x="4" y="385"/>
                  </a:cubicBezTo>
                  <a:cubicBezTo>
                    <a:pt x="5" y="386"/>
                    <a:pt x="6" y="391"/>
                    <a:pt x="6" y="394"/>
                  </a:cubicBezTo>
                  <a:cubicBezTo>
                    <a:pt x="6" y="394"/>
                    <a:pt x="6" y="393"/>
                    <a:pt x="6" y="395"/>
                  </a:cubicBezTo>
                  <a:cubicBezTo>
                    <a:pt x="7" y="397"/>
                    <a:pt x="7" y="400"/>
                    <a:pt x="8" y="403"/>
                  </a:cubicBezTo>
                  <a:cubicBezTo>
                    <a:pt x="9" y="404"/>
                    <a:pt x="9" y="399"/>
                    <a:pt x="8" y="398"/>
                  </a:cubicBezTo>
                  <a:cubicBezTo>
                    <a:pt x="8" y="397"/>
                    <a:pt x="9" y="401"/>
                    <a:pt x="10" y="402"/>
                  </a:cubicBezTo>
                  <a:cubicBezTo>
                    <a:pt x="11" y="403"/>
                    <a:pt x="9" y="399"/>
                    <a:pt x="9" y="398"/>
                  </a:cubicBezTo>
                  <a:cubicBezTo>
                    <a:pt x="9" y="398"/>
                    <a:pt x="10" y="399"/>
                    <a:pt x="10" y="400"/>
                  </a:cubicBezTo>
                  <a:cubicBezTo>
                    <a:pt x="11" y="401"/>
                    <a:pt x="10" y="404"/>
                    <a:pt x="12" y="406"/>
                  </a:cubicBezTo>
                  <a:cubicBezTo>
                    <a:pt x="12" y="408"/>
                    <a:pt x="12" y="409"/>
                    <a:pt x="11" y="408"/>
                  </a:cubicBezTo>
                  <a:cubicBezTo>
                    <a:pt x="11" y="410"/>
                    <a:pt x="12" y="413"/>
                    <a:pt x="12" y="415"/>
                  </a:cubicBezTo>
                  <a:cubicBezTo>
                    <a:pt x="12" y="415"/>
                    <a:pt x="13" y="415"/>
                    <a:pt x="14" y="417"/>
                  </a:cubicBezTo>
                  <a:cubicBezTo>
                    <a:pt x="12" y="416"/>
                    <a:pt x="10" y="412"/>
                    <a:pt x="8" y="407"/>
                  </a:cubicBezTo>
                  <a:cubicBezTo>
                    <a:pt x="8" y="409"/>
                    <a:pt x="9" y="411"/>
                    <a:pt x="9" y="413"/>
                  </a:cubicBezTo>
                  <a:cubicBezTo>
                    <a:pt x="9" y="414"/>
                    <a:pt x="10" y="414"/>
                    <a:pt x="10" y="416"/>
                  </a:cubicBezTo>
                  <a:cubicBezTo>
                    <a:pt x="11" y="417"/>
                    <a:pt x="11" y="416"/>
                    <a:pt x="11" y="417"/>
                  </a:cubicBezTo>
                  <a:cubicBezTo>
                    <a:pt x="12" y="420"/>
                    <a:pt x="11" y="418"/>
                    <a:pt x="11" y="421"/>
                  </a:cubicBezTo>
                  <a:cubicBezTo>
                    <a:pt x="13" y="420"/>
                    <a:pt x="16" y="431"/>
                    <a:pt x="15" y="433"/>
                  </a:cubicBezTo>
                  <a:cubicBezTo>
                    <a:pt x="16" y="433"/>
                    <a:pt x="16" y="435"/>
                    <a:pt x="17" y="437"/>
                  </a:cubicBezTo>
                  <a:cubicBezTo>
                    <a:pt x="17" y="435"/>
                    <a:pt x="15" y="433"/>
                    <a:pt x="15" y="431"/>
                  </a:cubicBezTo>
                  <a:cubicBezTo>
                    <a:pt x="16" y="431"/>
                    <a:pt x="17" y="436"/>
                    <a:pt x="18" y="438"/>
                  </a:cubicBezTo>
                  <a:cubicBezTo>
                    <a:pt x="18" y="438"/>
                    <a:pt x="19" y="439"/>
                    <a:pt x="20" y="440"/>
                  </a:cubicBezTo>
                  <a:cubicBezTo>
                    <a:pt x="20" y="442"/>
                    <a:pt x="19" y="442"/>
                    <a:pt x="19" y="440"/>
                  </a:cubicBezTo>
                  <a:cubicBezTo>
                    <a:pt x="19" y="442"/>
                    <a:pt x="20" y="442"/>
                    <a:pt x="20" y="441"/>
                  </a:cubicBezTo>
                  <a:cubicBezTo>
                    <a:pt x="20" y="439"/>
                    <a:pt x="20" y="438"/>
                    <a:pt x="18" y="437"/>
                  </a:cubicBezTo>
                  <a:cubicBezTo>
                    <a:pt x="19" y="436"/>
                    <a:pt x="19" y="436"/>
                    <a:pt x="19" y="435"/>
                  </a:cubicBezTo>
                  <a:cubicBezTo>
                    <a:pt x="20" y="438"/>
                    <a:pt x="20" y="441"/>
                    <a:pt x="22" y="444"/>
                  </a:cubicBezTo>
                  <a:cubicBezTo>
                    <a:pt x="21" y="444"/>
                    <a:pt x="18" y="440"/>
                    <a:pt x="20" y="444"/>
                  </a:cubicBezTo>
                  <a:cubicBezTo>
                    <a:pt x="20" y="443"/>
                    <a:pt x="20" y="445"/>
                    <a:pt x="22" y="447"/>
                  </a:cubicBezTo>
                  <a:cubicBezTo>
                    <a:pt x="21" y="447"/>
                    <a:pt x="20" y="445"/>
                    <a:pt x="21" y="449"/>
                  </a:cubicBezTo>
                  <a:cubicBezTo>
                    <a:pt x="22" y="449"/>
                    <a:pt x="22" y="450"/>
                    <a:pt x="24" y="452"/>
                  </a:cubicBezTo>
                  <a:cubicBezTo>
                    <a:pt x="23" y="453"/>
                    <a:pt x="26" y="456"/>
                    <a:pt x="26" y="459"/>
                  </a:cubicBezTo>
                  <a:cubicBezTo>
                    <a:pt x="23" y="452"/>
                    <a:pt x="20" y="447"/>
                    <a:pt x="18" y="439"/>
                  </a:cubicBezTo>
                  <a:cubicBezTo>
                    <a:pt x="18" y="442"/>
                    <a:pt x="15" y="433"/>
                    <a:pt x="15" y="435"/>
                  </a:cubicBezTo>
                  <a:cubicBezTo>
                    <a:pt x="15" y="436"/>
                    <a:pt x="15" y="437"/>
                    <a:pt x="15" y="438"/>
                  </a:cubicBezTo>
                  <a:cubicBezTo>
                    <a:pt x="16" y="439"/>
                    <a:pt x="17" y="444"/>
                    <a:pt x="17" y="445"/>
                  </a:cubicBezTo>
                  <a:cubicBezTo>
                    <a:pt x="17" y="443"/>
                    <a:pt x="19" y="448"/>
                    <a:pt x="19" y="445"/>
                  </a:cubicBezTo>
                  <a:cubicBezTo>
                    <a:pt x="20" y="447"/>
                    <a:pt x="21" y="448"/>
                    <a:pt x="21" y="450"/>
                  </a:cubicBezTo>
                  <a:cubicBezTo>
                    <a:pt x="21" y="451"/>
                    <a:pt x="19" y="445"/>
                    <a:pt x="20" y="450"/>
                  </a:cubicBezTo>
                  <a:cubicBezTo>
                    <a:pt x="19" y="449"/>
                    <a:pt x="19" y="447"/>
                    <a:pt x="18" y="446"/>
                  </a:cubicBezTo>
                  <a:cubicBezTo>
                    <a:pt x="18" y="447"/>
                    <a:pt x="18" y="447"/>
                    <a:pt x="18" y="448"/>
                  </a:cubicBezTo>
                  <a:cubicBezTo>
                    <a:pt x="20" y="451"/>
                    <a:pt x="20" y="452"/>
                    <a:pt x="19" y="454"/>
                  </a:cubicBezTo>
                  <a:cubicBezTo>
                    <a:pt x="21" y="453"/>
                    <a:pt x="23" y="461"/>
                    <a:pt x="25" y="465"/>
                  </a:cubicBezTo>
                  <a:cubicBezTo>
                    <a:pt x="26" y="466"/>
                    <a:pt x="25" y="464"/>
                    <a:pt x="25" y="463"/>
                  </a:cubicBezTo>
                  <a:cubicBezTo>
                    <a:pt x="28" y="466"/>
                    <a:pt x="29" y="473"/>
                    <a:pt x="31" y="475"/>
                  </a:cubicBezTo>
                  <a:cubicBezTo>
                    <a:pt x="32" y="477"/>
                    <a:pt x="30" y="474"/>
                    <a:pt x="30" y="475"/>
                  </a:cubicBezTo>
                  <a:cubicBezTo>
                    <a:pt x="29" y="472"/>
                    <a:pt x="27" y="469"/>
                    <a:pt x="26" y="466"/>
                  </a:cubicBezTo>
                  <a:cubicBezTo>
                    <a:pt x="25" y="465"/>
                    <a:pt x="25" y="465"/>
                    <a:pt x="25" y="466"/>
                  </a:cubicBezTo>
                  <a:cubicBezTo>
                    <a:pt x="26" y="467"/>
                    <a:pt x="26" y="468"/>
                    <a:pt x="26" y="469"/>
                  </a:cubicBezTo>
                  <a:cubicBezTo>
                    <a:pt x="26" y="469"/>
                    <a:pt x="27" y="469"/>
                    <a:pt x="27" y="469"/>
                  </a:cubicBezTo>
                  <a:cubicBezTo>
                    <a:pt x="27" y="470"/>
                    <a:pt x="28" y="473"/>
                    <a:pt x="30" y="476"/>
                  </a:cubicBezTo>
                  <a:cubicBezTo>
                    <a:pt x="31" y="479"/>
                    <a:pt x="33" y="481"/>
                    <a:pt x="34" y="482"/>
                  </a:cubicBezTo>
                  <a:cubicBezTo>
                    <a:pt x="32" y="481"/>
                    <a:pt x="35" y="487"/>
                    <a:pt x="35" y="488"/>
                  </a:cubicBezTo>
                  <a:cubicBezTo>
                    <a:pt x="36" y="489"/>
                    <a:pt x="36" y="490"/>
                    <a:pt x="36" y="491"/>
                  </a:cubicBezTo>
                  <a:cubicBezTo>
                    <a:pt x="38" y="492"/>
                    <a:pt x="35" y="489"/>
                    <a:pt x="35" y="488"/>
                  </a:cubicBezTo>
                  <a:cubicBezTo>
                    <a:pt x="36" y="486"/>
                    <a:pt x="38" y="490"/>
                    <a:pt x="40" y="492"/>
                  </a:cubicBezTo>
                  <a:cubicBezTo>
                    <a:pt x="41" y="495"/>
                    <a:pt x="38" y="490"/>
                    <a:pt x="37" y="490"/>
                  </a:cubicBezTo>
                  <a:cubicBezTo>
                    <a:pt x="38" y="493"/>
                    <a:pt x="38" y="493"/>
                    <a:pt x="40" y="495"/>
                  </a:cubicBezTo>
                  <a:cubicBezTo>
                    <a:pt x="40" y="494"/>
                    <a:pt x="41" y="495"/>
                    <a:pt x="41" y="494"/>
                  </a:cubicBezTo>
                  <a:cubicBezTo>
                    <a:pt x="42" y="495"/>
                    <a:pt x="42" y="497"/>
                    <a:pt x="44" y="498"/>
                  </a:cubicBezTo>
                  <a:cubicBezTo>
                    <a:pt x="43" y="495"/>
                    <a:pt x="40" y="494"/>
                    <a:pt x="40" y="491"/>
                  </a:cubicBezTo>
                  <a:cubicBezTo>
                    <a:pt x="38" y="488"/>
                    <a:pt x="36" y="485"/>
                    <a:pt x="35" y="483"/>
                  </a:cubicBezTo>
                  <a:cubicBezTo>
                    <a:pt x="35" y="481"/>
                    <a:pt x="36" y="485"/>
                    <a:pt x="37" y="486"/>
                  </a:cubicBezTo>
                  <a:cubicBezTo>
                    <a:pt x="38" y="487"/>
                    <a:pt x="36" y="483"/>
                    <a:pt x="36" y="484"/>
                  </a:cubicBezTo>
                  <a:cubicBezTo>
                    <a:pt x="37" y="483"/>
                    <a:pt x="39" y="487"/>
                    <a:pt x="42" y="492"/>
                  </a:cubicBezTo>
                  <a:cubicBezTo>
                    <a:pt x="44" y="497"/>
                    <a:pt x="47" y="504"/>
                    <a:pt x="51" y="507"/>
                  </a:cubicBezTo>
                  <a:cubicBezTo>
                    <a:pt x="50" y="506"/>
                    <a:pt x="50" y="506"/>
                    <a:pt x="51" y="506"/>
                  </a:cubicBezTo>
                  <a:cubicBezTo>
                    <a:pt x="50" y="505"/>
                    <a:pt x="48" y="504"/>
                    <a:pt x="48" y="502"/>
                  </a:cubicBezTo>
                  <a:cubicBezTo>
                    <a:pt x="49" y="502"/>
                    <a:pt x="52" y="506"/>
                    <a:pt x="52" y="507"/>
                  </a:cubicBezTo>
                  <a:cubicBezTo>
                    <a:pt x="52" y="506"/>
                    <a:pt x="56" y="510"/>
                    <a:pt x="56" y="512"/>
                  </a:cubicBezTo>
                  <a:cubicBezTo>
                    <a:pt x="57" y="513"/>
                    <a:pt x="54" y="510"/>
                    <a:pt x="53" y="508"/>
                  </a:cubicBezTo>
                  <a:cubicBezTo>
                    <a:pt x="53" y="509"/>
                    <a:pt x="52" y="508"/>
                    <a:pt x="51" y="507"/>
                  </a:cubicBezTo>
                  <a:cubicBezTo>
                    <a:pt x="52" y="510"/>
                    <a:pt x="51" y="509"/>
                    <a:pt x="52" y="512"/>
                  </a:cubicBezTo>
                  <a:cubicBezTo>
                    <a:pt x="50" y="508"/>
                    <a:pt x="49" y="506"/>
                    <a:pt x="45" y="502"/>
                  </a:cubicBezTo>
                  <a:cubicBezTo>
                    <a:pt x="45" y="504"/>
                    <a:pt x="44" y="502"/>
                    <a:pt x="45" y="505"/>
                  </a:cubicBezTo>
                  <a:cubicBezTo>
                    <a:pt x="46" y="505"/>
                    <a:pt x="45" y="503"/>
                    <a:pt x="48" y="506"/>
                  </a:cubicBezTo>
                  <a:cubicBezTo>
                    <a:pt x="50" y="509"/>
                    <a:pt x="52" y="513"/>
                    <a:pt x="54" y="517"/>
                  </a:cubicBezTo>
                  <a:cubicBezTo>
                    <a:pt x="54" y="515"/>
                    <a:pt x="54" y="514"/>
                    <a:pt x="55" y="515"/>
                  </a:cubicBezTo>
                  <a:cubicBezTo>
                    <a:pt x="54" y="513"/>
                    <a:pt x="53" y="512"/>
                    <a:pt x="52" y="510"/>
                  </a:cubicBezTo>
                  <a:cubicBezTo>
                    <a:pt x="52" y="510"/>
                    <a:pt x="54" y="512"/>
                    <a:pt x="55" y="513"/>
                  </a:cubicBezTo>
                  <a:cubicBezTo>
                    <a:pt x="55" y="514"/>
                    <a:pt x="55" y="514"/>
                    <a:pt x="54" y="513"/>
                  </a:cubicBezTo>
                  <a:cubicBezTo>
                    <a:pt x="56" y="517"/>
                    <a:pt x="55" y="514"/>
                    <a:pt x="57" y="517"/>
                  </a:cubicBezTo>
                  <a:cubicBezTo>
                    <a:pt x="57" y="518"/>
                    <a:pt x="56" y="517"/>
                    <a:pt x="56" y="517"/>
                  </a:cubicBezTo>
                  <a:cubicBezTo>
                    <a:pt x="59" y="520"/>
                    <a:pt x="63" y="528"/>
                    <a:pt x="67" y="531"/>
                  </a:cubicBezTo>
                  <a:cubicBezTo>
                    <a:pt x="67" y="532"/>
                    <a:pt x="66" y="531"/>
                    <a:pt x="67" y="533"/>
                  </a:cubicBezTo>
                  <a:cubicBezTo>
                    <a:pt x="69" y="535"/>
                    <a:pt x="70" y="537"/>
                    <a:pt x="72" y="538"/>
                  </a:cubicBezTo>
                  <a:cubicBezTo>
                    <a:pt x="71" y="537"/>
                    <a:pt x="71" y="536"/>
                    <a:pt x="71" y="536"/>
                  </a:cubicBezTo>
                  <a:cubicBezTo>
                    <a:pt x="73" y="538"/>
                    <a:pt x="75" y="541"/>
                    <a:pt x="77" y="543"/>
                  </a:cubicBezTo>
                  <a:cubicBezTo>
                    <a:pt x="78" y="544"/>
                    <a:pt x="74" y="542"/>
                    <a:pt x="73" y="539"/>
                  </a:cubicBezTo>
                  <a:cubicBezTo>
                    <a:pt x="74" y="541"/>
                    <a:pt x="72" y="539"/>
                    <a:pt x="72" y="540"/>
                  </a:cubicBezTo>
                  <a:cubicBezTo>
                    <a:pt x="75" y="542"/>
                    <a:pt x="76" y="544"/>
                    <a:pt x="80" y="548"/>
                  </a:cubicBezTo>
                  <a:cubicBezTo>
                    <a:pt x="80" y="546"/>
                    <a:pt x="78" y="546"/>
                    <a:pt x="78" y="544"/>
                  </a:cubicBezTo>
                  <a:cubicBezTo>
                    <a:pt x="79" y="544"/>
                    <a:pt x="80" y="547"/>
                    <a:pt x="82" y="548"/>
                  </a:cubicBezTo>
                  <a:cubicBezTo>
                    <a:pt x="83" y="549"/>
                    <a:pt x="82" y="549"/>
                    <a:pt x="83" y="550"/>
                  </a:cubicBezTo>
                  <a:cubicBezTo>
                    <a:pt x="85" y="550"/>
                    <a:pt x="87" y="556"/>
                    <a:pt x="90" y="558"/>
                  </a:cubicBezTo>
                  <a:cubicBezTo>
                    <a:pt x="91" y="560"/>
                    <a:pt x="86" y="555"/>
                    <a:pt x="86" y="555"/>
                  </a:cubicBezTo>
                  <a:cubicBezTo>
                    <a:pt x="86" y="556"/>
                    <a:pt x="86" y="556"/>
                    <a:pt x="87" y="556"/>
                  </a:cubicBezTo>
                  <a:cubicBezTo>
                    <a:pt x="89" y="559"/>
                    <a:pt x="85" y="556"/>
                    <a:pt x="87" y="558"/>
                  </a:cubicBezTo>
                  <a:cubicBezTo>
                    <a:pt x="89" y="559"/>
                    <a:pt x="91" y="562"/>
                    <a:pt x="91" y="561"/>
                  </a:cubicBezTo>
                  <a:cubicBezTo>
                    <a:pt x="93" y="562"/>
                    <a:pt x="93" y="564"/>
                    <a:pt x="95" y="565"/>
                  </a:cubicBezTo>
                  <a:cubicBezTo>
                    <a:pt x="95" y="566"/>
                    <a:pt x="94" y="565"/>
                    <a:pt x="93" y="564"/>
                  </a:cubicBezTo>
                  <a:cubicBezTo>
                    <a:pt x="92" y="565"/>
                    <a:pt x="99" y="569"/>
                    <a:pt x="98" y="571"/>
                  </a:cubicBezTo>
                  <a:cubicBezTo>
                    <a:pt x="102" y="573"/>
                    <a:pt x="102" y="573"/>
                    <a:pt x="102" y="573"/>
                  </a:cubicBezTo>
                  <a:cubicBezTo>
                    <a:pt x="101" y="571"/>
                    <a:pt x="101" y="571"/>
                    <a:pt x="101" y="571"/>
                  </a:cubicBezTo>
                  <a:cubicBezTo>
                    <a:pt x="103" y="572"/>
                    <a:pt x="103" y="573"/>
                    <a:pt x="103" y="574"/>
                  </a:cubicBezTo>
                  <a:cubicBezTo>
                    <a:pt x="107" y="576"/>
                    <a:pt x="109" y="579"/>
                    <a:pt x="113" y="584"/>
                  </a:cubicBezTo>
                  <a:cubicBezTo>
                    <a:pt x="115" y="585"/>
                    <a:pt x="117" y="587"/>
                    <a:pt x="120" y="589"/>
                  </a:cubicBezTo>
                  <a:cubicBezTo>
                    <a:pt x="122" y="591"/>
                    <a:pt x="125" y="594"/>
                    <a:pt x="127" y="595"/>
                  </a:cubicBezTo>
                  <a:cubicBezTo>
                    <a:pt x="128" y="595"/>
                    <a:pt x="125" y="593"/>
                    <a:pt x="124" y="592"/>
                  </a:cubicBezTo>
                  <a:cubicBezTo>
                    <a:pt x="126" y="592"/>
                    <a:pt x="130" y="596"/>
                    <a:pt x="133" y="598"/>
                  </a:cubicBezTo>
                  <a:cubicBezTo>
                    <a:pt x="133" y="599"/>
                    <a:pt x="129" y="596"/>
                    <a:pt x="129" y="597"/>
                  </a:cubicBezTo>
                  <a:cubicBezTo>
                    <a:pt x="131" y="598"/>
                    <a:pt x="132" y="599"/>
                    <a:pt x="132" y="600"/>
                  </a:cubicBezTo>
                  <a:cubicBezTo>
                    <a:pt x="133" y="600"/>
                    <a:pt x="136" y="601"/>
                    <a:pt x="138" y="602"/>
                  </a:cubicBezTo>
                  <a:cubicBezTo>
                    <a:pt x="141" y="604"/>
                    <a:pt x="139" y="604"/>
                    <a:pt x="141" y="605"/>
                  </a:cubicBezTo>
                  <a:cubicBezTo>
                    <a:pt x="142" y="606"/>
                    <a:pt x="147" y="608"/>
                    <a:pt x="145" y="609"/>
                  </a:cubicBezTo>
                  <a:cubicBezTo>
                    <a:pt x="150" y="611"/>
                    <a:pt x="154" y="614"/>
                    <a:pt x="158" y="617"/>
                  </a:cubicBezTo>
                  <a:cubicBezTo>
                    <a:pt x="160" y="619"/>
                    <a:pt x="155" y="616"/>
                    <a:pt x="157" y="618"/>
                  </a:cubicBezTo>
                  <a:cubicBezTo>
                    <a:pt x="161" y="620"/>
                    <a:pt x="157" y="617"/>
                    <a:pt x="160" y="618"/>
                  </a:cubicBezTo>
                  <a:cubicBezTo>
                    <a:pt x="163" y="619"/>
                    <a:pt x="162" y="620"/>
                    <a:pt x="164" y="622"/>
                  </a:cubicBezTo>
                  <a:cubicBezTo>
                    <a:pt x="165" y="622"/>
                    <a:pt x="166" y="623"/>
                    <a:pt x="168" y="624"/>
                  </a:cubicBezTo>
                  <a:cubicBezTo>
                    <a:pt x="167" y="624"/>
                    <a:pt x="167" y="625"/>
                    <a:pt x="169" y="627"/>
                  </a:cubicBezTo>
                  <a:cubicBezTo>
                    <a:pt x="169" y="626"/>
                    <a:pt x="170" y="626"/>
                    <a:pt x="171" y="627"/>
                  </a:cubicBezTo>
                  <a:cubicBezTo>
                    <a:pt x="173" y="627"/>
                    <a:pt x="170" y="626"/>
                    <a:pt x="169" y="625"/>
                  </a:cubicBezTo>
                  <a:cubicBezTo>
                    <a:pt x="171" y="626"/>
                    <a:pt x="172" y="627"/>
                    <a:pt x="174" y="628"/>
                  </a:cubicBezTo>
                  <a:cubicBezTo>
                    <a:pt x="175" y="628"/>
                    <a:pt x="172" y="626"/>
                    <a:pt x="171" y="626"/>
                  </a:cubicBezTo>
                  <a:cubicBezTo>
                    <a:pt x="171" y="625"/>
                    <a:pt x="172" y="625"/>
                    <a:pt x="173" y="625"/>
                  </a:cubicBezTo>
                  <a:cubicBezTo>
                    <a:pt x="175" y="626"/>
                    <a:pt x="175" y="627"/>
                    <a:pt x="176" y="627"/>
                  </a:cubicBezTo>
                  <a:cubicBezTo>
                    <a:pt x="178" y="629"/>
                    <a:pt x="175" y="627"/>
                    <a:pt x="175" y="627"/>
                  </a:cubicBezTo>
                  <a:cubicBezTo>
                    <a:pt x="177" y="629"/>
                    <a:pt x="177" y="628"/>
                    <a:pt x="178" y="628"/>
                  </a:cubicBezTo>
                  <a:cubicBezTo>
                    <a:pt x="181" y="629"/>
                    <a:pt x="183" y="631"/>
                    <a:pt x="186" y="632"/>
                  </a:cubicBezTo>
                  <a:cubicBezTo>
                    <a:pt x="186" y="633"/>
                    <a:pt x="184" y="632"/>
                    <a:pt x="184" y="633"/>
                  </a:cubicBezTo>
                  <a:cubicBezTo>
                    <a:pt x="186" y="634"/>
                    <a:pt x="188" y="637"/>
                    <a:pt x="191" y="637"/>
                  </a:cubicBezTo>
                  <a:cubicBezTo>
                    <a:pt x="193" y="639"/>
                    <a:pt x="193" y="640"/>
                    <a:pt x="198" y="643"/>
                  </a:cubicBezTo>
                  <a:cubicBezTo>
                    <a:pt x="197" y="642"/>
                    <a:pt x="195" y="641"/>
                    <a:pt x="195" y="640"/>
                  </a:cubicBezTo>
                  <a:cubicBezTo>
                    <a:pt x="197" y="641"/>
                    <a:pt x="199" y="642"/>
                    <a:pt x="200" y="643"/>
                  </a:cubicBezTo>
                  <a:cubicBezTo>
                    <a:pt x="202" y="643"/>
                    <a:pt x="200" y="642"/>
                    <a:pt x="202" y="642"/>
                  </a:cubicBezTo>
                  <a:cubicBezTo>
                    <a:pt x="200" y="641"/>
                    <a:pt x="196" y="638"/>
                    <a:pt x="195" y="639"/>
                  </a:cubicBezTo>
                  <a:cubicBezTo>
                    <a:pt x="195" y="638"/>
                    <a:pt x="195" y="638"/>
                    <a:pt x="197" y="638"/>
                  </a:cubicBezTo>
                  <a:cubicBezTo>
                    <a:pt x="199" y="639"/>
                    <a:pt x="197" y="640"/>
                    <a:pt x="201" y="640"/>
                  </a:cubicBezTo>
                  <a:cubicBezTo>
                    <a:pt x="203" y="641"/>
                    <a:pt x="199" y="640"/>
                    <a:pt x="201" y="641"/>
                  </a:cubicBezTo>
                  <a:cubicBezTo>
                    <a:pt x="201" y="640"/>
                    <a:pt x="204" y="642"/>
                    <a:pt x="207" y="643"/>
                  </a:cubicBezTo>
                  <a:cubicBezTo>
                    <a:pt x="209" y="643"/>
                    <a:pt x="206" y="642"/>
                    <a:pt x="205" y="642"/>
                  </a:cubicBezTo>
                  <a:cubicBezTo>
                    <a:pt x="206" y="642"/>
                    <a:pt x="207" y="642"/>
                    <a:pt x="208" y="642"/>
                  </a:cubicBezTo>
                  <a:cubicBezTo>
                    <a:pt x="209" y="643"/>
                    <a:pt x="212" y="645"/>
                    <a:pt x="210" y="645"/>
                  </a:cubicBezTo>
                  <a:cubicBezTo>
                    <a:pt x="211" y="645"/>
                    <a:pt x="216" y="646"/>
                    <a:pt x="214" y="646"/>
                  </a:cubicBezTo>
                  <a:cubicBezTo>
                    <a:pt x="216" y="648"/>
                    <a:pt x="218" y="646"/>
                    <a:pt x="221" y="648"/>
                  </a:cubicBezTo>
                  <a:cubicBezTo>
                    <a:pt x="221" y="648"/>
                    <a:pt x="220" y="648"/>
                    <a:pt x="219" y="648"/>
                  </a:cubicBezTo>
                  <a:cubicBezTo>
                    <a:pt x="222" y="649"/>
                    <a:pt x="227" y="652"/>
                    <a:pt x="228" y="651"/>
                  </a:cubicBezTo>
                  <a:cubicBezTo>
                    <a:pt x="229" y="651"/>
                    <a:pt x="233" y="653"/>
                    <a:pt x="230" y="653"/>
                  </a:cubicBezTo>
                  <a:cubicBezTo>
                    <a:pt x="236" y="654"/>
                    <a:pt x="243" y="655"/>
                    <a:pt x="246" y="654"/>
                  </a:cubicBezTo>
                  <a:cubicBezTo>
                    <a:pt x="247" y="654"/>
                    <a:pt x="249" y="655"/>
                    <a:pt x="250" y="655"/>
                  </a:cubicBezTo>
                  <a:cubicBezTo>
                    <a:pt x="252" y="656"/>
                    <a:pt x="247" y="656"/>
                    <a:pt x="251" y="657"/>
                  </a:cubicBezTo>
                  <a:cubicBezTo>
                    <a:pt x="247" y="657"/>
                    <a:pt x="248" y="656"/>
                    <a:pt x="246" y="656"/>
                  </a:cubicBezTo>
                  <a:cubicBezTo>
                    <a:pt x="243" y="655"/>
                    <a:pt x="242" y="656"/>
                    <a:pt x="244" y="657"/>
                  </a:cubicBezTo>
                  <a:cubicBezTo>
                    <a:pt x="244" y="657"/>
                    <a:pt x="244" y="656"/>
                    <a:pt x="243" y="656"/>
                  </a:cubicBezTo>
                  <a:cubicBezTo>
                    <a:pt x="245" y="656"/>
                    <a:pt x="247" y="657"/>
                    <a:pt x="249" y="658"/>
                  </a:cubicBezTo>
                  <a:cubicBezTo>
                    <a:pt x="250" y="658"/>
                    <a:pt x="247" y="657"/>
                    <a:pt x="246" y="658"/>
                  </a:cubicBezTo>
                  <a:cubicBezTo>
                    <a:pt x="248" y="659"/>
                    <a:pt x="250" y="658"/>
                    <a:pt x="251" y="659"/>
                  </a:cubicBezTo>
                  <a:cubicBezTo>
                    <a:pt x="253" y="658"/>
                    <a:pt x="259" y="661"/>
                    <a:pt x="263" y="663"/>
                  </a:cubicBezTo>
                  <a:cubicBezTo>
                    <a:pt x="266" y="662"/>
                    <a:pt x="268" y="662"/>
                    <a:pt x="263" y="661"/>
                  </a:cubicBezTo>
                  <a:cubicBezTo>
                    <a:pt x="264" y="662"/>
                    <a:pt x="262" y="661"/>
                    <a:pt x="260" y="660"/>
                  </a:cubicBezTo>
                  <a:cubicBezTo>
                    <a:pt x="259" y="660"/>
                    <a:pt x="261" y="660"/>
                    <a:pt x="261" y="660"/>
                  </a:cubicBezTo>
                  <a:cubicBezTo>
                    <a:pt x="261" y="659"/>
                    <a:pt x="254" y="658"/>
                    <a:pt x="251" y="657"/>
                  </a:cubicBezTo>
                  <a:cubicBezTo>
                    <a:pt x="261" y="659"/>
                    <a:pt x="276" y="663"/>
                    <a:pt x="289" y="664"/>
                  </a:cubicBezTo>
                  <a:cubicBezTo>
                    <a:pt x="289" y="664"/>
                    <a:pt x="288" y="664"/>
                    <a:pt x="287" y="664"/>
                  </a:cubicBezTo>
                  <a:cubicBezTo>
                    <a:pt x="289" y="665"/>
                    <a:pt x="291" y="665"/>
                    <a:pt x="293" y="665"/>
                  </a:cubicBezTo>
                  <a:cubicBezTo>
                    <a:pt x="293" y="666"/>
                    <a:pt x="295" y="665"/>
                    <a:pt x="297" y="666"/>
                  </a:cubicBezTo>
                  <a:cubicBezTo>
                    <a:pt x="299" y="667"/>
                    <a:pt x="293" y="666"/>
                    <a:pt x="296" y="667"/>
                  </a:cubicBezTo>
                  <a:cubicBezTo>
                    <a:pt x="299" y="666"/>
                    <a:pt x="300" y="667"/>
                    <a:pt x="305" y="668"/>
                  </a:cubicBezTo>
                  <a:cubicBezTo>
                    <a:pt x="307" y="667"/>
                    <a:pt x="309" y="667"/>
                    <a:pt x="312" y="668"/>
                  </a:cubicBezTo>
                  <a:cubicBezTo>
                    <a:pt x="315" y="668"/>
                    <a:pt x="317" y="668"/>
                    <a:pt x="319" y="668"/>
                  </a:cubicBezTo>
                  <a:cubicBezTo>
                    <a:pt x="322" y="669"/>
                    <a:pt x="327" y="669"/>
                    <a:pt x="332" y="669"/>
                  </a:cubicBezTo>
                  <a:cubicBezTo>
                    <a:pt x="338" y="669"/>
                    <a:pt x="344" y="669"/>
                    <a:pt x="349" y="670"/>
                  </a:cubicBezTo>
                  <a:cubicBezTo>
                    <a:pt x="349" y="669"/>
                    <a:pt x="352" y="668"/>
                    <a:pt x="353" y="669"/>
                  </a:cubicBezTo>
                  <a:cubicBezTo>
                    <a:pt x="356" y="668"/>
                    <a:pt x="355" y="668"/>
                    <a:pt x="355" y="668"/>
                  </a:cubicBezTo>
                  <a:cubicBezTo>
                    <a:pt x="356" y="668"/>
                    <a:pt x="357" y="667"/>
                    <a:pt x="358" y="668"/>
                  </a:cubicBezTo>
                  <a:cubicBezTo>
                    <a:pt x="357" y="668"/>
                    <a:pt x="358" y="669"/>
                    <a:pt x="356" y="669"/>
                  </a:cubicBezTo>
                  <a:cubicBezTo>
                    <a:pt x="359" y="670"/>
                    <a:pt x="357" y="668"/>
                    <a:pt x="361" y="669"/>
                  </a:cubicBezTo>
                  <a:cubicBezTo>
                    <a:pt x="362" y="667"/>
                    <a:pt x="363" y="668"/>
                    <a:pt x="367" y="667"/>
                  </a:cubicBezTo>
                  <a:cubicBezTo>
                    <a:pt x="368" y="668"/>
                    <a:pt x="366" y="668"/>
                    <a:pt x="365" y="669"/>
                  </a:cubicBezTo>
                  <a:cubicBezTo>
                    <a:pt x="371" y="667"/>
                    <a:pt x="380" y="667"/>
                    <a:pt x="384" y="664"/>
                  </a:cubicBezTo>
                  <a:cubicBezTo>
                    <a:pt x="387" y="663"/>
                    <a:pt x="387" y="664"/>
                    <a:pt x="389" y="664"/>
                  </a:cubicBezTo>
                  <a:cubicBezTo>
                    <a:pt x="391" y="664"/>
                    <a:pt x="388" y="665"/>
                    <a:pt x="390" y="665"/>
                  </a:cubicBezTo>
                  <a:cubicBezTo>
                    <a:pt x="392" y="664"/>
                    <a:pt x="392" y="664"/>
                    <a:pt x="391" y="664"/>
                  </a:cubicBezTo>
                  <a:cubicBezTo>
                    <a:pt x="394" y="663"/>
                    <a:pt x="394" y="663"/>
                    <a:pt x="396" y="662"/>
                  </a:cubicBezTo>
                  <a:cubicBezTo>
                    <a:pt x="398" y="663"/>
                    <a:pt x="394" y="665"/>
                    <a:pt x="391" y="665"/>
                  </a:cubicBezTo>
                  <a:cubicBezTo>
                    <a:pt x="393" y="665"/>
                    <a:pt x="392" y="665"/>
                    <a:pt x="391" y="665"/>
                  </a:cubicBezTo>
                  <a:cubicBezTo>
                    <a:pt x="396" y="666"/>
                    <a:pt x="402" y="666"/>
                    <a:pt x="408" y="662"/>
                  </a:cubicBezTo>
                  <a:cubicBezTo>
                    <a:pt x="411" y="662"/>
                    <a:pt x="406" y="664"/>
                    <a:pt x="408" y="664"/>
                  </a:cubicBezTo>
                  <a:cubicBezTo>
                    <a:pt x="411" y="662"/>
                    <a:pt x="417" y="662"/>
                    <a:pt x="421" y="661"/>
                  </a:cubicBezTo>
                  <a:cubicBezTo>
                    <a:pt x="422" y="660"/>
                    <a:pt x="422" y="660"/>
                    <a:pt x="423" y="659"/>
                  </a:cubicBezTo>
                  <a:cubicBezTo>
                    <a:pt x="423" y="660"/>
                    <a:pt x="422" y="660"/>
                    <a:pt x="423" y="660"/>
                  </a:cubicBezTo>
                  <a:cubicBezTo>
                    <a:pt x="426" y="659"/>
                    <a:pt x="424" y="660"/>
                    <a:pt x="426" y="659"/>
                  </a:cubicBezTo>
                  <a:cubicBezTo>
                    <a:pt x="426" y="659"/>
                    <a:pt x="425" y="659"/>
                    <a:pt x="426" y="659"/>
                  </a:cubicBezTo>
                  <a:cubicBezTo>
                    <a:pt x="429" y="659"/>
                    <a:pt x="431" y="658"/>
                    <a:pt x="431" y="657"/>
                  </a:cubicBezTo>
                  <a:cubicBezTo>
                    <a:pt x="432" y="658"/>
                    <a:pt x="432" y="657"/>
                    <a:pt x="433" y="657"/>
                  </a:cubicBezTo>
                  <a:cubicBezTo>
                    <a:pt x="433" y="657"/>
                    <a:pt x="432" y="658"/>
                    <a:pt x="432" y="658"/>
                  </a:cubicBezTo>
                  <a:cubicBezTo>
                    <a:pt x="437" y="657"/>
                    <a:pt x="447" y="655"/>
                    <a:pt x="450" y="652"/>
                  </a:cubicBezTo>
                  <a:cubicBezTo>
                    <a:pt x="456" y="651"/>
                    <a:pt x="454" y="650"/>
                    <a:pt x="457" y="650"/>
                  </a:cubicBezTo>
                  <a:cubicBezTo>
                    <a:pt x="460" y="647"/>
                    <a:pt x="462" y="647"/>
                    <a:pt x="466" y="645"/>
                  </a:cubicBezTo>
                  <a:cubicBezTo>
                    <a:pt x="465" y="645"/>
                    <a:pt x="463" y="645"/>
                    <a:pt x="462" y="646"/>
                  </a:cubicBezTo>
                  <a:cubicBezTo>
                    <a:pt x="463" y="644"/>
                    <a:pt x="465" y="645"/>
                    <a:pt x="467" y="643"/>
                  </a:cubicBezTo>
                  <a:cubicBezTo>
                    <a:pt x="468" y="643"/>
                    <a:pt x="467" y="644"/>
                    <a:pt x="466" y="645"/>
                  </a:cubicBezTo>
                  <a:cubicBezTo>
                    <a:pt x="470" y="643"/>
                    <a:pt x="474" y="642"/>
                    <a:pt x="478" y="640"/>
                  </a:cubicBezTo>
                  <a:cubicBezTo>
                    <a:pt x="478" y="640"/>
                    <a:pt x="477" y="641"/>
                    <a:pt x="477" y="642"/>
                  </a:cubicBezTo>
                  <a:cubicBezTo>
                    <a:pt x="478" y="641"/>
                    <a:pt x="480" y="640"/>
                    <a:pt x="482" y="639"/>
                  </a:cubicBezTo>
                  <a:cubicBezTo>
                    <a:pt x="483" y="636"/>
                    <a:pt x="496" y="633"/>
                    <a:pt x="501" y="629"/>
                  </a:cubicBezTo>
                  <a:cubicBezTo>
                    <a:pt x="494" y="632"/>
                    <a:pt x="487" y="635"/>
                    <a:pt x="480" y="638"/>
                  </a:cubicBezTo>
                  <a:cubicBezTo>
                    <a:pt x="482" y="637"/>
                    <a:pt x="485" y="636"/>
                    <a:pt x="487" y="635"/>
                  </a:cubicBezTo>
                  <a:cubicBezTo>
                    <a:pt x="488" y="634"/>
                    <a:pt x="484" y="636"/>
                    <a:pt x="483" y="636"/>
                  </a:cubicBezTo>
                  <a:cubicBezTo>
                    <a:pt x="486" y="634"/>
                    <a:pt x="486" y="634"/>
                    <a:pt x="486" y="634"/>
                  </a:cubicBezTo>
                  <a:cubicBezTo>
                    <a:pt x="487" y="633"/>
                    <a:pt x="487" y="634"/>
                    <a:pt x="488" y="634"/>
                  </a:cubicBezTo>
                  <a:cubicBezTo>
                    <a:pt x="493" y="631"/>
                    <a:pt x="492" y="630"/>
                    <a:pt x="498" y="627"/>
                  </a:cubicBezTo>
                  <a:cubicBezTo>
                    <a:pt x="499" y="627"/>
                    <a:pt x="495" y="630"/>
                    <a:pt x="493" y="631"/>
                  </a:cubicBezTo>
                  <a:cubicBezTo>
                    <a:pt x="494" y="631"/>
                    <a:pt x="495" y="631"/>
                    <a:pt x="494" y="632"/>
                  </a:cubicBezTo>
                  <a:cubicBezTo>
                    <a:pt x="495" y="631"/>
                    <a:pt x="497" y="627"/>
                    <a:pt x="502" y="626"/>
                  </a:cubicBezTo>
                  <a:cubicBezTo>
                    <a:pt x="503" y="626"/>
                    <a:pt x="503" y="626"/>
                    <a:pt x="501" y="627"/>
                  </a:cubicBezTo>
                  <a:cubicBezTo>
                    <a:pt x="504" y="627"/>
                    <a:pt x="505" y="623"/>
                    <a:pt x="509" y="622"/>
                  </a:cubicBezTo>
                  <a:cubicBezTo>
                    <a:pt x="511" y="621"/>
                    <a:pt x="508" y="624"/>
                    <a:pt x="510" y="623"/>
                  </a:cubicBezTo>
                  <a:cubicBezTo>
                    <a:pt x="511" y="622"/>
                    <a:pt x="511" y="622"/>
                    <a:pt x="510" y="622"/>
                  </a:cubicBezTo>
                  <a:cubicBezTo>
                    <a:pt x="510" y="622"/>
                    <a:pt x="513" y="620"/>
                    <a:pt x="512" y="620"/>
                  </a:cubicBezTo>
                  <a:cubicBezTo>
                    <a:pt x="513" y="619"/>
                    <a:pt x="517" y="617"/>
                    <a:pt x="516" y="617"/>
                  </a:cubicBezTo>
                  <a:cubicBezTo>
                    <a:pt x="517" y="616"/>
                    <a:pt x="518" y="615"/>
                    <a:pt x="520" y="615"/>
                  </a:cubicBezTo>
                  <a:cubicBezTo>
                    <a:pt x="520" y="615"/>
                    <a:pt x="517" y="618"/>
                    <a:pt x="518" y="618"/>
                  </a:cubicBezTo>
                  <a:cubicBezTo>
                    <a:pt x="519" y="617"/>
                    <a:pt x="521" y="616"/>
                    <a:pt x="522" y="614"/>
                  </a:cubicBezTo>
                  <a:cubicBezTo>
                    <a:pt x="524" y="614"/>
                    <a:pt x="523" y="615"/>
                    <a:pt x="525" y="614"/>
                  </a:cubicBezTo>
                  <a:cubicBezTo>
                    <a:pt x="528" y="611"/>
                    <a:pt x="531" y="609"/>
                    <a:pt x="534" y="607"/>
                  </a:cubicBezTo>
                  <a:cubicBezTo>
                    <a:pt x="536" y="607"/>
                    <a:pt x="532" y="609"/>
                    <a:pt x="532" y="610"/>
                  </a:cubicBezTo>
                  <a:cubicBezTo>
                    <a:pt x="536" y="608"/>
                    <a:pt x="536" y="605"/>
                    <a:pt x="541" y="603"/>
                  </a:cubicBezTo>
                  <a:cubicBezTo>
                    <a:pt x="542" y="602"/>
                    <a:pt x="542" y="600"/>
                    <a:pt x="544" y="600"/>
                  </a:cubicBezTo>
                  <a:cubicBezTo>
                    <a:pt x="545" y="599"/>
                    <a:pt x="542" y="601"/>
                    <a:pt x="541" y="601"/>
                  </a:cubicBezTo>
                  <a:cubicBezTo>
                    <a:pt x="543" y="599"/>
                    <a:pt x="543" y="599"/>
                    <a:pt x="543" y="599"/>
                  </a:cubicBezTo>
                  <a:cubicBezTo>
                    <a:pt x="546" y="598"/>
                    <a:pt x="549" y="595"/>
                    <a:pt x="552" y="593"/>
                  </a:cubicBezTo>
                  <a:cubicBezTo>
                    <a:pt x="553" y="593"/>
                    <a:pt x="548" y="597"/>
                    <a:pt x="546" y="597"/>
                  </a:cubicBezTo>
                  <a:cubicBezTo>
                    <a:pt x="545" y="599"/>
                    <a:pt x="544" y="600"/>
                    <a:pt x="543" y="601"/>
                  </a:cubicBezTo>
                  <a:cubicBezTo>
                    <a:pt x="544" y="600"/>
                    <a:pt x="549" y="598"/>
                    <a:pt x="551" y="595"/>
                  </a:cubicBezTo>
                  <a:cubicBezTo>
                    <a:pt x="553" y="594"/>
                    <a:pt x="551" y="596"/>
                    <a:pt x="553" y="595"/>
                  </a:cubicBezTo>
                  <a:cubicBezTo>
                    <a:pt x="554" y="592"/>
                    <a:pt x="560" y="587"/>
                    <a:pt x="565" y="583"/>
                  </a:cubicBezTo>
                  <a:cubicBezTo>
                    <a:pt x="566" y="583"/>
                    <a:pt x="563" y="585"/>
                    <a:pt x="563" y="586"/>
                  </a:cubicBezTo>
                  <a:cubicBezTo>
                    <a:pt x="565" y="584"/>
                    <a:pt x="565" y="585"/>
                    <a:pt x="567" y="584"/>
                  </a:cubicBezTo>
                  <a:cubicBezTo>
                    <a:pt x="569" y="581"/>
                    <a:pt x="572" y="579"/>
                    <a:pt x="574" y="576"/>
                  </a:cubicBezTo>
                  <a:cubicBezTo>
                    <a:pt x="578" y="574"/>
                    <a:pt x="577" y="573"/>
                    <a:pt x="581" y="567"/>
                  </a:cubicBezTo>
                  <a:cubicBezTo>
                    <a:pt x="579" y="569"/>
                    <a:pt x="578" y="571"/>
                    <a:pt x="576" y="573"/>
                  </a:cubicBezTo>
                  <a:cubicBezTo>
                    <a:pt x="575" y="574"/>
                    <a:pt x="575" y="574"/>
                    <a:pt x="576" y="574"/>
                  </a:cubicBezTo>
                  <a:cubicBezTo>
                    <a:pt x="575" y="575"/>
                    <a:pt x="574" y="576"/>
                    <a:pt x="572" y="577"/>
                  </a:cubicBezTo>
                  <a:cubicBezTo>
                    <a:pt x="571" y="578"/>
                    <a:pt x="573" y="575"/>
                    <a:pt x="574" y="575"/>
                  </a:cubicBezTo>
                  <a:cubicBezTo>
                    <a:pt x="573" y="575"/>
                    <a:pt x="567" y="578"/>
                    <a:pt x="566" y="581"/>
                  </a:cubicBezTo>
                  <a:cubicBezTo>
                    <a:pt x="564" y="582"/>
                    <a:pt x="558" y="587"/>
                    <a:pt x="555" y="590"/>
                  </a:cubicBezTo>
                  <a:cubicBezTo>
                    <a:pt x="554" y="590"/>
                    <a:pt x="554" y="589"/>
                    <a:pt x="553" y="592"/>
                  </a:cubicBezTo>
                  <a:cubicBezTo>
                    <a:pt x="547" y="595"/>
                    <a:pt x="542" y="599"/>
                    <a:pt x="537" y="603"/>
                  </a:cubicBezTo>
                  <a:cubicBezTo>
                    <a:pt x="536" y="602"/>
                    <a:pt x="531" y="607"/>
                    <a:pt x="532" y="605"/>
                  </a:cubicBezTo>
                  <a:cubicBezTo>
                    <a:pt x="531" y="606"/>
                    <a:pt x="529" y="607"/>
                    <a:pt x="527" y="609"/>
                  </a:cubicBezTo>
                  <a:cubicBezTo>
                    <a:pt x="528" y="608"/>
                    <a:pt x="529" y="608"/>
                    <a:pt x="530" y="607"/>
                  </a:cubicBezTo>
                  <a:cubicBezTo>
                    <a:pt x="529" y="608"/>
                    <a:pt x="528" y="609"/>
                    <a:pt x="527" y="610"/>
                  </a:cubicBezTo>
                  <a:cubicBezTo>
                    <a:pt x="527" y="610"/>
                    <a:pt x="527" y="610"/>
                    <a:pt x="527" y="609"/>
                  </a:cubicBezTo>
                  <a:cubicBezTo>
                    <a:pt x="526" y="609"/>
                    <a:pt x="524" y="610"/>
                    <a:pt x="523" y="611"/>
                  </a:cubicBezTo>
                  <a:cubicBezTo>
                    <a:pt x="522" y="612"/>
                    <a:pt x="523" y="612"/>
                    <a:pt x="522" y="612"/>
                  </a:cubicBezTo>
                  <a:cubicBezTo>
                    <a:pt x="521" y="613"/>
                    <a:pt x="519" y="613"/>
                    <a:pt x="518" y="615"/>
                  </a:cubicBezTo>
                  <a:cubicBezTo>
                    <a:pt x="517" y="615"/>
                    <a:pt x="516" y="615"/>
                    <a:pt x="515" y="616"/>
                  </a:cubicBezTo>
                  <a:cubicBezTo>
                    <a:pt x="514" y="616"/>
                    <a:pt x="518" y="613"/>
                    <a:pt x="515" y="615"/>
                  </a:cubicBezTo>
                  <a:cubicBezTo>
                    <a:pt x="514" y="616"/>
                    <a:pt x="511" y="618"/>
                    <a:pt x="508" y="620"/>
                  </a:cubicBezTo>
                  <a:cubicBezTo>
                    <a:pt x="505" y="621"/>
                    <a:pt x="502" y="623"/>
                    <a:pt x="501" y="623"/>
                  </a:cubicBezTo>
                  <a:cubicBezTo>
                    <a:pt x="499" y="623"/>
                    <a:pt x="501" y="624"/>
                    <a:pt x="499" y="625"/>
                  </a:cubicBezTo>
                  <a:cubicBezTo>
                    <a:pt x="499" y="625"/>
                    <a:pt x="498" y="625"/>
                    <a:pt x="498" y="626"/>
                  </a:cubicBezTo>
                  <a:cubicBezTo>
                    <a:pt x="495" y="627"/>
                    <a:pt x="497" y="625"/>
                    <a:pt x="494" y="626"/>
                  </a:cubicBezTo>
                  <a:cubicBezTo>
                    <a:pt x="491" y="629"/>
                    <a:pt x="483" y="632"/>
                    <a:pt x="478" y="634"/>
                  </a:cubicBezTo>
                  <a:cubicBezTo>
                    <a:pt x="477" y="635"/>
                    <a:pt x="475" y="636"/>
                    <a:pt x="474" y="637"/>
                  </a:cubicBezTo>
                  <a:cubicBezTo>
                    <a:pt x="477" y="636"/>
                    <a:pt x="476" y="635"/>
                    <a:pt x="479" y="634"/>
                  </a:cubicBezTo>
                  <a:cubicBezTo>
                    <a:pt x="478" y="636"/>
                    <a:pt x="478" y="635"/>
                    <a:pt x="480" y="635"/>
                  </a:cubicBezTo>
                  <a:cubicBezTo>
                    <a:pt x="477" y="638"/>
                    <a:pt x="473" y="639"/>
                    <a:pt x="472" y="639"/>
                  </a:cubicBezTo>
                  <a:cubicBezTo>
                    <a:pt x="473" y="637"/>
                    <a:pt x="475" y="638"/>
                    <a:pt x="476" y="636"/>
                  </a:cubicBezTo>
                  <a:cubicBezTo>
                    <a:pt x="474" y="638"/>
                    <a:pt x="472" y="637"/>
                    <a:pt x="474" y="636"/>
                  </a:cubicBezTo>
                  <a:cubicBezTo>
                    <a:pt x="471" y="637"/>
                    <a:pt x="467" y="638"/>
                    <a:pt x="463" y="640"/>
                  </a:cubicBezTo>
                  <a:cubicBezTo>
                    <a:pt x="464" y="639"/>
                    <a:pt x="464" y="639"/>
                    <a:pt x="461" y="640"/>
                  </a:cubicBezTo>
                  <a:cubicBezTo>
                    <a:pt x="462" y="639"/>
                    <a:pt x="464" y="638"/>
                    <a:pt x="467" y="638"/>
                  </a:cubicBezTo>
                  <a:cubicBezTo>
                    <a:pt x="468" y="637"/>
                    <a:pt x="465" y="638"/>
                    <a:pt x="466" y="637"/>
                  </a:cubicBezTo>
                  <a:cubicBezTo>
                    <a:pt x="464" y="638"/>
                    <a:pt x="462" y="639"/>
                    <a:pt x="460" y="640"/>
                  </a:cubicBezTo>
                  <a:cubicBezTo>
                    <a:pt x="459" y="641"/>
                    <a:pt x="461" y="640"/>
                    <a:pt x="463" y="640"/>
                  </a:cubicBezTo>
                  <a:cubicBezTo>
                    <a:pt x="459" y="642"/>
                    <a:pt x="456" y="642"/>
                    <a:pt x="453" y="644"/>
                  </a:cubicBezTo>
                  <a:cubicBezTo>
                    <a:pt x="452" y="645"/>
                    <a:pt x="453" y="645"/>
                    <a:pt x="453" y="646"/>
                  </a:cubicBezTo>
                  <a:cubicBezTo>
                    <a:pt x="449" y="647"/>
                    <a:pt x="453" y="645"/>
                    <a:pt x="450" y="646"/>
                  </a:cubicBezTo>
                  <a:cubicBezTo>
                    <a:pt x="449" y="646"/>
                    <a:pt x="451" y="645"/>
                    <a:pt x="451" y="645"/>
                  </a:cubicBezTo>
                  <a:cubicBezTo>
                    <a:pt x="448" y="645"/>
                    <a:pt x="440" y="648"/>
                    <a:pt x="435" y="648"/>
                  </a:cubicBezTo>
                  <a:cubicBezTo>
                    <a:pt x="431" y="651"/>
                    <a:pt x="426" y="651"/>
                    <a:pt x="421" y="653"/>
                  </a:cubicBezTo>
                  <a:cubicBezTo>
                    <a:pt x="419" y="652"/>
                    <a:pt x="424" y="651"/>
                    <a:pt x="424" y="650"/>
                  </a:cubicBezTo>
                  <a:cubicBezTo>
                    <a:pt x="421" y="650"/>
                    <a:pt x="420" y="652"/>
                    <a:pt x="419" y="651"/>
                  </a:cubicBezTo>
                  <a:cubicBezTo>
                    <a:pt x="418" y="652"/>
                    <a:pt x="418" y="652"/>
                    <a:pt x="419" y="653"/>
                  </a:cubicBezTo>
                  <a:cubicBezTo>
                    <a:pt x="415" y="654"/>
                    <a:pt x="410" y="655"/>
                    <a:pt x="406" y="655"/>
                  </a:cubicBezTo>
                  <a:cubicBezTo>
                    <a:pt x="405" y="657"/>
                    <a:pt x="401" y="657"/>
                    <a:pt x="398" y="658"/>
                  </a:cubicBezTo>
                  <a:cubicBezTo>
                    <a:pt x="397" y="658"/>
                    <a:pt x="398" y="657"/>
                    <a:pt x="399" y="657"/>
                  </a:cubicBezTo>
                  <a:cubicBezTo>
                    <a:pt x="400" y="657"/>
                    <a:pt x="401" y="657"/>
                    <a:pt x="402" y="657"/>
                  </a:cubicBezTo>
                  <a:cubicBezTo>
                    <a:pt x="403" y="656"/>
                    <a:pt x="403" y="656"/>
                    <a:pt x="403" y="656"/>
                  </a:cubicBezTo>
                  <a:cubicBezTo>
                    <a:pt x="404" y="656"/>
                    <a:pt x="404" y="656"/>
                    <a:pt x="404" y="656"/>
                  </a:cubicBezTo>
                  <a:cubicBezTo>
                    <a:pt x="401" y="656"/>
                    <a:pt x="399" y="657"/>
                    <a:pt x="397" y="656"/>
                  </a:cubicBezTo>
                  <a:cubicBezTo>
                    <a:pt x="398" y="656"/>
                    <a:pt x="400" y="656"/>
                    <a:pt x="401" y="655"/>
                  </a:cubicBezTo>
                  <a:cubicBezTo>
                    <a:pt x="402" y="654"/>
                    <a:pt x="398" y="656"/>
                    <a:pt x="396" y="656"/>
                  </a:cubicBezTo>
                  <a:cubicBezTo>
                    <a:pt x="400" y="653"/>
                    <a:pt x="392" y="656"/>
                    <a:pt x="388" y="656"/>
                  </a:cubicBezTo>
                  <a:cubicBezTo>
                    <a:pt x="389" y="657"/>
                    <a:pt x="388" y="658"/>
                    <a:pt x="385" y="658"/>
                  </a:cubicBezTo>
                  <a:cubicBezTo>
                    <a:pt x="387" y="657"/>
                    <a:pt x="384" y="658"/>
                    <a:pt x="383" y="657"/>
                  </a:cubicBezTo>
                  <a:cubicBezTo>
                    <a:pt x="383" y="657"/>
                    <a:pt x="382" y="657"/>
                    <a:pt x="382" y="657"/>
                  </a:cubicBezTo>
                  <a:cubicBezTo>
                    <a:pt x="383" y="658"/>
                    <a:pt x="379" y="658"/>
                    <a:pt x="378" y="659"/>
                  </a:cubicBezTo>
                  <a:cubicBezTo>
                    <a:pt x="376" y="659"/>
                    <a:pt x="371" y="659"/>
                    <a:pt x="367" y="660"/>
                  </a:cubicBezTo>
                  <a:cubicBezTo>
                    <a:pt x="365" y="660"/>
                    <a:pt x="367" y="659"/>
                    <a:pt x="367" y="659"/>
                  </a:cubicBezTo>
                  <a:cubicBezTo>
                    <a:pt x="364" y="659"/>
                    <a:pt x="361" y="659"/>
                    <a:pt x="359" y="658"/>
                  </a:cubicBezTo>
                  <a:cubicBezTo>
                    <a:pt x="358" y="659"/>
                    <a:pt x="357" y="659"/>
                    <a:pt x="356" y="659"/>
                  </a:cubicBezTo>
                  <a:cubicBezTo>
                    <a:pt x="359" y="660"/>
                    <a:pt x="359" y="660"/>
                    <a:pt x="359" y="660"/>
                  </a:cubicBezTo>
                  <a:cubicBezTo>
                    <a:pt x="361" y="659"/>
                    <a:pt x="363" y="660"/>
                    <a:pt x="365" y="659"/>
                  </a:cubicBezTo>
                  <a:cubicBezTo>
                    <a:pt x="362" y="660"/>
                    <a:pt x="360" y="659"/>
                    <a:pt x="357" y="660"/>
                  </a:cubicBezTo>
                  <a:cubicBezTo>
                    <a:pt x="357" y="658"/>
                    <a:pt x="350" y="660"/>
                    <a:pt x="345" y="659"/>
                  </a:cubicBezTo>
                  <a:cubicBezTo>
                    <a:pt x="347" y="659"/>
                    <a:pt x="349" y="659"/>
                    <a:pt x="351" y="659"/>
                  </a:cubicBezTo>
                  <a:cubicBezTo>
                    <a:pt x="351" y="658"/>
                    <a:pt x="346" y="659"/>
                    <a:pt x="344" y="659"/>
                  </a:cubicBezTo>
                  <a:cubicBezTo>
                    <a:pt x="343" y="659"/>
                    <a:pt x="343" y="660"/>
                    <a:pt x="342" y="660"/>
                  </a:cubicBezTo>
                  <a:cubicBezTo>
                    <a:pt x="339" y="660"/>
                    <a:pt x="341" y="659"/>
                    <a:pt x="340" y="659"/>
                  </a:cubicBezTo>
                  <a:cubicBezTo>
                    <a:pt x="339" y="659"/>
                    <a:pt x="338" y="659"/>
                    <a:pt x="337" y="659"/>
                  </a:cubicBezTo>
                  <a:cubicBezTo>
                    <a:pt x="337" y="660"/>
                    <a:pt x="334" y="660"/>
                    <a:pt x="331" y="659"/>
                  </a:cubicBezTo>
                  <a:cubicBezTo>
                    <a:pt x="333" y="660"/>
                    <a:pt x="330" y="659"/>
                    <a:pt x="327" y="660"/>
                  </a:cubicBezTo>
                  <a:cubicBezTo>
                    <a:pt x="324" y="659"/>
                    <a:pt x="331" y="659"/>
                    <a:pt x="327" y="658"/>
                  </a:cubicBezTo>
                  <a:cubicBezTo>
                    <a:pt x="326" y="660"/>
                    <a:pt x="324" y="659"/>
                    <a:pt x="322" y="660"/>
                  </a:cubicBezTo>
                  <a:cubicBezTo>
                    <a:pt x="319" y="659"/>
                    <a:pt x="326" y="659"/>
                    <a:pt x="325" y="659"/>
                  </a:cubicBezTo>
                  <a:cubicBezTo>
                    <a:pt x="322" y="658"/>
                    <a:pt x="321" y="658"/>
                    <a:pt x="319" y="659"/>
                  </a:cubicBezTo>
                  <a:cubicBezTo>
                    <a:pt x="316" y="658"/>
                    <a:pt x="321" y="659"/>
                    <a:pt x="320" y="658"/>
                  </a:cubicBezTo>
                  <a:cubicBezTo>
                    <a:pt x="315" y="657"/>
                    <a:pt x="313" y="658"/>
                    <a:pt x="308" y="658"/>
                  </a:cubicBezTo>
                  <a:cubicBezTo>
                    <a:pt x="307" y="658"/>
                    <a:pt x="307" y="657"/>
                    <a:pt x="305" y="657"/>
                  </a:cubicBezTo>
                  <a:cubicBezTo>
                    <a:pt x="302" y="657"/>
                    <a:pt x="300" y="656"/>
                    <a:pt x="297" y="656"/>
                  </a:cubicBezTo>
                  <a:cubicBezTo>
                    <a:pt x="296" y="656"/>
                    <a:pt x="298" y="655"/>
                    <a:pt x="297" y="655"/>
                  </a:cubicBezTo>
                  <a:cubicBezTo>
                    <a:pt x="298" y="655"/>
                    <a:pt x="299" y="655"/>
                    <a:pt x="300" y="655"/>
                  </a:cubicBezTo>
                  <a:cubicBezTo>
                    <a:pt x="302" y="655"/>
                    <a:pt x="300" y="656"/>
                    <a:pt x="300" y="656"/>
                  </a:cubicBezTo>
                  <a:cubicBezTo>
                    <a:pt x="303" y="656"/>
                    <a:pt x="305" y="656"/>
                    <a:pt x="309" y="656"/>
                  </a:cubicBezTo>
                  <a:cubicBezTo>
                    <a:pt x="306" y="656"/>
                    <a:pt x="304" y="655"/>
                    <a:pt x="301" y="655"/>
                  </a:cubicBezTo>
                  <a:cubicBezTo>
                    <a:pt x="299" y="654"/>
                    <a:pt x="304" y="655"/>
                    <a:pt x="303" y="655"/>
                  </a:cubicBezTo>
                  <a:cubicBezTo>
                    <a:pt x="305" y="655"/>
                    <a:pt x="308" y="655"/>
                    <a:pt x="311" y="656"/>
                  </a:cubicBezTo>
                  <a:cubicBezTo>
                    <a:pt x="312" y="655"/>
                    <a:pt x="310" y="655"/>
                    <a:pt x="311" y="655"/>
                  </a:cubicBezTo>
                  <a:cubicBezTo>
                    <a:pt x="314" y="655"/>
                    <a:pt x="312" y="656"/>
                    <a:pt x="314" y="656"/>
                  </a:cubicBezTo>
                  <a:cubicBezTo>
                    <a:pt x="315" y="656"/>
                    <a:pt x="316" y="656"/>
                    <a:pt x="317" y="656"/>
                  </a:cubicBezTo>
                  <a:cubicBezTo>
                    <a:pt x="318" y="654"/>
                    <a:pt x="323" y="657"/>
                    <a:pt x="327" y="656"/>
                  </a:cubicBezTo>
                  <a:cubicBezTo>
                    <a:pt x="329" y="656"/>
                    <a:pt x="326" y="657"/>
                    <a:pt x="329" y="657"/>
                  </a:cubicBezTo>
                  <a:cubicBezTo>
                    <a:pt x="331" y="656"/>
                    <a:pt x="328" y="655"/>
                    <a:pt x="330" y="655"/>
                  </a:cubicBezTo>
                  <a:cubicBezTo>
                    <a:pt x="329" y="654"/>
                    <a:pt x="327" y="655"/>
                    <a:pt x="326" y="654"/>
                  </a:cubicBezTo>
                  <a:cubicBezTo>
                    <a:pt x="325" y="654"/>
                    <a:pt x="326" y="655"/>
                    <a:pt x="327" y="655"/>
                  </a:cubicBezTo>
                  <a:cubicBezTo>
                    <a:pt x="325" y="655"/>
                    <a:pt x="323" y="655"/>
                    <a:pt x="321" y="655"/>
                  </a:cubicBezTo>
                  <a:cubicBezTo>
                    <a:pt x="320" y="654"/>
                    <a:pt x="323" y="654"/>
                    <a:pt x="323" y="654"/>
                  </a:cubicBezTo>
                  <a:cubicBezTo>
                    <a:pt x="326" y="654"/>
                    <a:pt x="328" y="654"/>
                    <a:pt x="331" y="654"/>
                  </a:cubicBezTo>
                  <a:cubicBezTo>
                    <a:pt x="333" y="654"/>
                    <a:pt x="330" y="655"/>
                    <a:pt x="333" y="655"/>
                  </a:cubicBezTo>
                  <a:cubicBezTo>
                    <a:pt x="337" y="652"/>
                    <a:pt x="350" y="654"/>
                    <a:pt x="358" y="653"/>
                  </a:cubicBezTo>
                  <a:cubicBezTo>
                    <a:pt x="358" y="654"/>
                    <a:pt x="355" y="654"/>
                    <a:pt x="357" y="655"/>
                  </a:cubicBezTo>
                  <a:cubicBezTo>
                    <a:pt x="349" y="655"/>
                    <a:pt x="342" y="654"/>
                    <a:pt x="335" y="655"/>
                  </a:cubicBezTo>
                  <a:cubicBezTo>
                    <a:pt x="333" y="655"/>
                    <a:pt x="337" y="655"/>
                    <a:pt x="338" y="655"/>
                  </a:cubicBezTo>
                  <a:cubicBezTo>
                    <a:pt x="340" y="655"/>
                    <a:pt x="343" y="655"/>
                    <a:pt x="340" y="656"/>
                  </a:cubicBezTo>
                  <a:cubicBezTo>
                    <a:pt x="342" y="656"/>
                    <a:pt x="344" y="655"/>
                    <a:pt x="346" y="655"/>
                  </a:cubicBezTo>
                  <a:cubicBezTo>
                    <a:pt x="347" y="656"/>
                    <a:pt x="344" y="656"/>
                    <a:pt x="347" y="657"/>
                  </a:cubicBezTo>
                  <a:cubicBezTo>
                    <a:pt x="349" y="656"/>
                    <a:pt x="350" y="656"/>
                    <a:pt x="353" y="656"/>
                  </a:cubicBezTo>
                  <a:cubicBezTo>
                    <a:pt x="355" y="656"/>
                    <a:pt x="352" y="657"/>
                    <a:pt x="355" y="657"/>
                  </a:cubicBezTo>
                  <a:cubicBezTo>
                    <a:pt x="359" y="657"/>
                    <a:pt x="364" y="656"/>
                    <a:pt x="367" y="655"/>
                  </a:cubicBezTo>
                  <a:cubicBezTo>
                    <a:pt x="367" y="655"/>
                    <a:pt x="368" y="656"/>
                    <a:pt x="367" y="656"/>
                  </a:cubicBezTo>
                  <a:cubicBezTo>
                    <a:pt x="366" y="657"/>
                    <a:pt x="367" y="655"/>
                    <a:pt x="365" y="656"/>
                  </a:cubicBezTo>
                  <a:cubicBezTo>
                    <a:pt x="369" y="657"/>
                    <a:pt x="372" y="655"/>
                    <a:pt x="376" y="656"/>
                  </a:cubicBezTo>
                  <a:cubicBezTo>
                    <a:pt x="380" y="654"/>
                    <a:pt x="380" y="654"/>
                    <a:pt x="380" y="654"/>
                  </a:cubicBezTo>
                  <a:cubicBezTo>
                    <a:pt x="382" y="654"/>
                    <a:pt x="382" y="655"/>
                    <a:pt x="384" y="655"/>
                  </a:cubicBezTo>
                  <a:cubicBezTo>
                    <a:pt x="387" y="653"/>
                    <a:pt x="382" y="654"/>
                    <a:pt x="382" y="654"/>
                  </a:cubicBezTo>
                  <a:cubicBezTo>
                    <a:pt x="384" y="653"/>
                    <a:pt x="386" y="654"/>
                    <a:pt x="388" y="653"/>
                  </a:cubicBezTo>
                  <a:cubicBezTo>
                    <a:pt x="391" y="653"/>
                    <a:pt x="386" y="654"/>
                    <a:pt x="390" y="654"/>
                  </a:cubicBezTo>
                  <a:cubicBezTo>
                    <a:pt x="390" y="654"/>
                    <a:pt x="389" y="654"/>
                    <a:pt x="389" y="654"/>
                  </a:cubicBezTo>
                  <a:cubicBezTo>
                    <a:pt x="394" y="653"/>
                    <a:pt x="398" y="653"/>
                    <a:pt x="403" y="652"/>
                  </a:cubicBezTo>
                  <a:cubicBezTo>
                    <a:pt x="405" y="650"/>
                    <a:pt x="401" y="651"/>
                    <a:pt x="399" y="651"/>
                  </a:cubicBezTo>
                  <a:cubicBezTo>
                    <a:pt x="401" y="650"/>
                    <a:pt x="404" y="648"/>
                    <a:pt x="406" y="648"/>
                  </a:cubicBezTo>
                  <a:cubicBezTo>
                    <a:pt x="407" y="649"/>
                    <a:pt x="403" y="649"/>
                    <a:pt x="404" y="650"/>
                  </a:cubicBezTo>
                  <a:cubicBezTo>
                    <a:pt x="405" y="650"/>
                    <a:pt x="406" y="649"/>
                    <a:pt x="408" y="649"/>
                  </a:cubicBezTo>
                  <a:cubicBezTo>
                    <a:pt x="409" y="648"/>
                    <a:pt x="407" y="648"/>
                    <a:pt x="411" y="647"/>
                  </a:cubicBezTo>
                  <a:cubicBezTo>
                    <a:pt x="412" y="647"/>
                    <a:pt x="412" y="648"/>
                    <a:pt x="411" y="648"/>
                  </a:cubicBezTo>
                  <a:cubicBezTo>
                    <a:pt x="414" y="648"/>
                    <a:pt x="414" y="646"/>
                    <a:pt x="417" y="646"/>
                  </a:cubicBezTo>
                  <a:cubicBezTo>
                    <a:pt x="418" y="647"/>
                    <a:pt x="414" y="648"/>
                    <a:pt x="416" y="648"/>
                  </a:cubicBezTo>
                  <a:cubicBezTo>
                    <a:pt x="418" y="647"/>
                    <a:pt x="418" y="647"/>
                    <a:pt x="419" y="646"/>
                  </a:cubicBezTo>
                  <a:cubicBezTo>
                    <a:pt x="420" y="646"/>
                    <a:pt x="421" y="645"/>
                    <a:pt x="421" y="645"/>
                  </a:cubicBezTo>
                  <a:cubicBezTo>
                    <a:pt x="422" y="646"/>
                    <a:pt x="418" y="647"/>
                    <a:pt x="419" y="647"/>
                  </a:cubicBezTo>
                  <a:cubicBezTo>
                    <a:pt x="422" y="647"/>
                    <a:pt x="422" y="647"/>
                    <a:pt x="425" y="647"/>
                  </a:cubicBezTo>
                  <a:cubicBezTo>
                    <a:pt x="431" y="646"/>
                    <a:pt x="436" y="643"/>
                    <a:pt x="440" y="642"/>
                  </a:cubicBezTo>
                  <a:cubicBezTo>
                    <a:pt x="439" y="643"/>
                    <a:pt x="441" y="643"/>
                    <a:pt x="444" y="642"/>
                  </a:cubicBezTo>
                  <a:cubicBezTo>
                    <a:pt x="448" y="641"/>
                    <a:pt x="452" y="639"/>
                    <a:pt x="454" y="638"/>
                  </a:cubicBezTo>
                  <a:cubicBezTo>
                    <a:pt x="454" y="639"/>
                    <a:pt x="448" y="640"/>
                    <a:pt x="446" y="642"/>
                  </a:cubicBezTo>
                  <a:cubicBezTo>
                    <a:pt x="451" y="641"/>
                    <a:pt x="455" y="638"/>
                    <a:pt x="459" y="638"/>
                  </a:cubicBezTo>
                  <a:cubicBezTo>
                    <a:pt x="459" y="637"/>
                    <a:pt x="458" y="637"/>
                    <a:pt x="457" y="637"/>
                  </a:cubicBezTo>
                  <a:cubicBezTo>
                    <a:pt x="459" y="636"/>
                    <a:pt x="461" y="636"/>
                    <a:pt x="462" y="635"/>
                  </a:cubicBezTo>
                  <a:cubicBezTo>
                    <a:pt x="467" y="635"/>
                    <a:pt x="472" y="631"/>
                    <a:pt x="475" y="631"/>
                  </a:cubicBezTo>
                  <a:cubicBezTo>
                    <a:pt x="480" y="628"/>
                    <a:pt x="483" y="627"/>
                    <a:pt x="487" y="624"/>
                  </a:cubicBezTo>
                  <a:cubicBezTo>
                    <a:pt x="485" y="625"/>
                    <a:pt x="486" y="624"/>
                    <a:pt x="485" y="624"/>
                  </a:cubicBezTo>
                  <a:cubicBezTo>
                    <a:pt x="490" y="620"/>
                    <a:pt x="493" y="621"/>
                    <a:pt x="494" y="622"/>
                  </a:cubicBezTo>
                  <a:cubicBezTo>
                    <a:pt x="495" y="621"/>
                    <a:pt x="493" y="621"/>
                    <a:pt x="494" y="619"/>
                  </a:cubicBezTo>
                  <a:cubicBezTo>
                    <a:pt x="496" y="618"/>
                    <a:pt x="499" y="617"/>
                    <a:pt x="501" y="616"/>
                  </a:cubicBezTo>
                  <a:cubicBezTo>
                    <a:pt x="502" y="616"/>
                    <a:pt x="499" y="618"/>
                    <a:pt x="498" y="619"/>
                  </a:cubicBezTo>
                  <a:cubicBezTo>
                    <a:pt x="497" y="619"/>
                    <a:pt x="506" y="615"/>
                    <a:pt x="508" y="614"/>
                  </a:cubicBezTo>
                  <a:cubicBezTo>
                    <a:pt x="509" y="613"/>
                    <a:pt x="509" y="614"/>
                    <a:pt x="508" y="614"/>
                  </a:cubicBezTo>
                  <a:cubicBezTo>
                    <a:pt x="508" y="615"/>
                    <a:pt x="510" y="613"/>
                    <a:pt x="511" y="612"/>
                  </a:cubicBezTo>
                  <a:cubicBezTo>
                    <a:pt x="512" y="612"/>
                    <a:pt x="510" y="612"/>
                    <a:pt x="510" y="612"/>
                  </a:cubicBezTo>
                  <a:cubicBezTo>
                    <a:pt x="512" y="611"/>
                    <a:pt x="515" y="610"/>
                    <a:pt x="518" y="608"/>
                  </a:cubicBezTo>
                  <a:cubicBezTo>
                    <a:pt x="521" y="607"/>
                    <a:pt x="524" y="605"/>
                    <a:pt x="527" y="602"/>
                  </a:cubicBezTo>
                  <a:cubicBezTo>
                    <a:pt x="530" y="601"/>
                    <a:pt x="530" y="601"/>
                    <a:pt x="530" y="601"/>
                  </a:cubicBezTo>
                  <a:cubicBezTo>
                    <a:pt x="531" y="600"/>
                    <a:pt x="532" y="600"/>
                    <a:pt x="533" y="599"/>
                  </a:cubicBezTo>
                  <a:cubicBezTo>
                    <a:pt x="538" y="597"/>
                    <a:pt x="542" y="592"/>
                    <a:pt x="547" y="590"/>
                  </a:cubicBezTo>
                  <a:cubicBezTo>
                    <a:pt x="551" y="586"/>
                    <a:pt x="556" y="583"/>
                    <a:pt x="560" y="580"/>
                  </a:cubicBezTo>
                  <a:cubicBezTo>
                    <a:pt x="558" y="583"/>
                    <a:pt x="558" y="583"/>
                    <a:pt x="556" y="585"/>
                  </a:cubicBezTo>
                  <a:cubicBezTo>
                    <a:pt x="561" y="581"/>
                    <a:pt x="565" y="575"/>
                    <a:pt x="568" y="574"/>
                  </a:cubicBezTo>
                  <a:cubicBezTo>
                    <a:pt x="567" y="573"/>
                    <a:pt x="570" y="570"/>
                    <a:pt x="568" y="569"/>
                  </a:cubicBezTo>
                  <a:cubicBezTo>
                    <a:pt x="570" y="567"/>
                    <a:pt x="573" y="565"/>
                    <a:pt x="575" y="563"/>
                  </a:cubicBezTo>
                  <a:cubicBezTo>
                    <a:pt x="574" y="562"/>
                    <a:pt x="567" y="571"/>
                    <a:pt x="566" y="569"/>
                  </a:cubicBezTo>
                  <a:cubicBezTo>
                    <a:pt x="566" y="568"/>
                    <a:pt x="568" y="568"/>
                    <a:pt x="569" y="567"/>
                  </a:cubicBezTo>
                  <a:cubicBezTo>
                    <a:pt x="568" y="566"/>
                    <a:pt x="572" y="564"/>
                    <a:pt x="573" y="561"/>
                  </a:cubicBezTo>
                  <a:cubicBezTo>
                    <a:pt x="573" y="562"/>
                    <a:pt x="574" y="563"/>
                    <a:pt x="576" y="561"/>
                  </a:cubicBezTo>
                  <a:cubicBezTo>
                    <a:pt x="575" y="560"/>
                    <a:pt x="577" y="559"/>
                    <a:pt x="578" y="556"/>
                  </a:cubicBezTo>
                  <a:cubicBezTo>
                    <a:pt x="580" y="555"/>
                    <a:pt x="583" y="553"/>
                    <a:pt x="582" y="553"/>
                  </a:cubicBezTo>
                  <a:cubicBezTo>
                    <a:pt x="584" y="551"/>
                    <a:pt x="584" y="553"/>
                    <a:pt x="586" y="551"/>
                  </a:cubicBezTo>
                  <a:cubicBezTo>
                    <a:pt x="587" y="550"/>
                    <a:pt x="586" y="551"/>
                    <a:pt x="585" y="553"/>
                  </a:cubicBezTo>
                  <a:cubicBezTo>
                    <a:pt x="587" y="551"/>
                    <a:pt x="589" y="549"/>
                    <a:pt x="590" y="546"/>
                  </a:cubicBezTo>
                  <a:cubicBezTo>
                    <a:pt x="592" y="545"/>
                    <a:pt x="589" y="549"/>
                    <a:pt x="591" y="548"/>
                  </a:cubicBezTo>
                  <a:cubicBezTo>
                    <a:pt x="592" y="547"/>
                    <a:pt x="592" y="545"/>
                    <a:pt x="594" y="544"/>
                  </a:cubicBezTo>
                  <a:cubicBezTo>
                    <a:pt x="594" y="543"/>
                    <a:pt x="594" y="541"/>
                    <a:pt x="593" y="543"/>
                  </a:cubicBezTo>
                  <a:cubicBezTo>
                    <a:pt x="594" y="540"/>
                    <a:pt x="594" y="541"/>
                    <a:pt x="594" y="539"/>
                  </a:cubicBezTo>
                  <a:cubicBezTo>
                    <a:pt x="595" y="537"/>
                    <a:pt x="597" y="538"/>
                    <a:pt x="597" y="536"/>
                  </a:cubicBezTo>
                  <a:cubicBezTo>
                    <a:pt x="598" y="533"/>
                    <a:pt x="596" y="537"/>
                    <a:pt x="595" y="537"/>
                  </a:cubicBezTo>
                  <a:cubicBezTo>
                    <a:pt x="596" y="536"/>
                    <a:pt x="597" y="535"/>
                    <a:pt x="598" y="533"/>
                  </a:cubicBezTo>
                  <a:cubicBezTo>
                    <a:pt x="599" y="533"/>
                    <a:pt x="597" y="536"/>
                    <a:pt x="599" y="534"/>
                  </a:cubicBezTo>
                  <a:cubicBezTo>
                    <a:pt x="599" y="533"/>
                    <a:pt x="602" y="531"/>
                    <a:pt x="601" y="532"/>
                  </a:cubicBezTo>
                  <a:cubicBezTo>
                    <a:pt x="602" y="528"/>
                    <a:pt x="607" y="523"/>
                    <a:pt x="611" y="520"/>
                  </a:cubicBezTo>
                  <a:cubicBezTo>
                    <a:pt x="611" y="519"/>
                    <a:pt x="611" y="518"/>
                    <a:pt x="611" y="517"/>
                  </a:cubicBezTo>
                  <a:cubicBezTo>
                    <a:pt x="609" y="519"/>
                    <a:pt x="610" y="518"/>
                    <a:pt x="608" y="520"/>
                  </a:cubicBezTo>
                  <a:cubicBezTo>
                    <a:pt x="607" y="521"/>
                    <a:pt x="608" y="520"/>
                    <a:pt x="609" y="520"/>
                  </a:cubicBezTo>
                  <a:cubicBezTo>
                    <a:pt x="606" y="524"/>
                    <a:pt x="602" y="528"/>
                    <a:pt x="599" y="532"/>
                  </a:cubicBezTo>
                  <a:cubicBezTo>
                    <a:pt x="601" y="528"/>
                    <a:pt x="605" y="525"/>
                    <a:pt x="607" y="521"/>
                  </a:cubicBezTo>
                  <a:cubicBezTo>
                    <a:pt x="605" y="523"/>
                    <a:pt x="604" y="524"/>
                    <a:pt x="602" y="526"/>
                  </a:cubicBezTo>
                  <a:cubicBezTo>
                    <a:pt x="603" y="524"/>
                    <a:pt x="605" y="522"/>
                    <a:pt x="606" y="519"/>
                  </a:cubicBezTo>
                  <a:cubicBezTo>
                    <a:pt x="607" y="519"/>
                    <a:pt x="606" y="521"/>
                    <a:pt x="608" y="519"/>
                  </a:cubicBezTo>
                  <a:cubicBezTo>
                    <a:pt x="608" y="518"/>
                    <a:pt x="609" y="518"/>
                    <a:pt x="609" y="516"/>
                  </a:cubicBezTo>
                  <a:cubicBezTo>
                    <a:pt x="610" y="515"/>
                    <a:pt x="610" y="517"/>
                    <a:pt x="610" y="518"/>
                  </a:cubicBezTo>
                  <a:cubicBezTo>
                    <a:pt x="610" y="517"/>
                    <a:pt x="611" y="515"/>
                    <a:pt x="612" y="515"/>
                  </a:cubicBezTo>
                  <a:cubicBezTo>
                    <a:pt x="611" y="513"/>
                    <a:pt x="614" y="510"/>
                    <a:pt x="614" y="509"/>
                  </a:cubicBezTo>
                  <a:cubicBezTo>
                    <a:pt x="616" y="507"/>
                    <a:pt x="614" y="510"/>
                    <a:pt x="616" y="509"/>
                  </a:cubicBezTo>
                  <a:cubicBezTo>
                    <a:pt x="617" y="506"/>
                    <a:pt x="621" y="501"/>
                    <a:pt x="621" y="501"/>
                  </a:cubicBezTo>
                  <a:cubicBezTo>
                    <a:pt x="623" y="498"/>
                    <a:pt x="624" y="498"/>
                    <a:pt x="625" y="495"/>
                  </a:cubicBezTo>
                  <a:cubicBezTo>
                    <a:pt x="627" y="494"/>
                    <a:pt x="625" y="497"/>
                    <a:pt x="625" y="498"/>
                  </a:cubicBezTo>
                  <a:cubicBezTo>
                    <a:pt x="627" y="495"/>
                    <a:pt x="628" y="491"/>
                    <a:pt x="630" y="488"/>
                  </a:cubicBezTo>
                  <a:cubicBezTo>
                    <a:pt x="631" y="487"/>
                    <a:pt x="631" y="487"/>
                    <a:pt x="630" y="486"/>
                  </a:cubicBezTo>
                  <a:cubicBezTo>
                    <a:pt x="631" y="484"/>
                    <a:pt x="633" y="480"/>
                    <a:pt x="632" y="480"/>
                  </a:cubicBezTo>
                  <a:cubicBezTo>
                    <a:pt x="634" y="477"/>
                    <a:pt x="632" y="481"/>
                    <a:pt x="634" y="479"/>
                  </a:cubicBezTo>
                  <a:cubicBezTo>
                    <a:pt x="635" y="478"/>
                    <a:pt x="635" y="475"/>
                    <a:pt x="636" y="474"/>
                  </a:cubicBezTo>
                  <a:cubicBezTo>
                    <a:pt x="637" y="472"/>
                    <a:pt x="636" y="473"/>
                    <a:pt x="637" y="471"/>
                  </a:cubicBezTo>
                  <a:cubicBezTo>
                    <a:pt x="638" y="469"/>
                    <a:pt x="637" y="474"/>
                    <a:pt x="637" y="474"/>
                  </a:cubicBezTo>
                  <a:cubicBezTo>
                    <a:pt x="637" y="476"/>
                    <a:pt x="635" y="476"/>
                    <a:pt x="635" y="478"/>
                  </a:cubicBezTo>
                  <a:cubicBezTo>
                    <a:pt x="636" y="478"/>
                    <a:pt x="638" y="473"/>
                    <a:pt x="639" y="471"/>
                  </a:cubicBezTo>
                  <a:cubicBezTo>
                    <a:pt x="640" y="469"/>
                    <a:pt x="640" y="470"/>
                    <a:pt x="641" y="469"/>
                  </a:cubicBezTo>
                  <a:cubicBezTo>
                    <a:pt x="641" y="467"/>
                    <a:pt x="642" y="465"/>
                    <a:pt x="643" y="463"/>
                  </a:cubicBezTo>
                  <a:cubicBezTo>
                    <a:pt x="643" y="461"/>
                    <a:pt x="644" y="459"/>
                    <a:pt x="645" y="459"/>
                  </a:cubicBezTo>
                  <a:cubicBezTo>
                    <a:pt x="645" y="458"/>
                    <a:pt x="645" y="457"/>
                    <a:pt x="645" y="458"/>
                  </a:cubicBezTo>
                  <a:cubicBezTo>
                    <a:pt x="645" y="456"/>
                    <a:pt x="646" y="453"/>
                    <a:pt x="648" y="452"/>
                  </a:cubicBezTo>
                  <a:cubicBezTo>
                    <a:pt x="648" y="450"/>
                    <a:pt x="649" y="449"/>
                    <a:pt x="649" y="447"/>
                  </a:cubicBezTo>
                  <a:cubicBezTo>
                    <a:pt x="648" y="450"/>
                    <a:pt x="645" y="451"/>
                    <a:pt x="645" y="455"/>
                  </a:cubicBezTo>
                  <a:cubicBezTo>
                    <a:pt x="644" y="456"/>
                    <a:pt x="645" y="453"/>
                    <a:pt x="642" y="457"/>
                  </a:cubicBezTo>
                  <a:cubicBezTo>
                    <a:pt x="643" y="453"/>
                    <a:pt x="644" y="453"/>
                    <a:pt x="645" y="452"/>
                  </a:cubicBezTo>
                  <a:cubicBezTo>
                    <a:pt x="645" y="449"/>
                    <a:pt x="643" y="454"/>
                    <a:pt x="643" y="454"/>
                  </a:cubicBezTo>
                  <a:cubicBezTo>
                    <a:pt x="643" y="455"/>
                    <a:pt x="642" y="456"/>
                    <a:pt x="641" y="457"/>
                  </a:cubicBezTo>
                  <a:cubicBezTo>
                    <a:pt x="641" y="459"/>
                    <a:pt x="640" y="460"/>
                    <a:pt x="641" y="460"/>
                  </a:cubicBezTo>
                  <a:cubicBezTo>
                    <a:pt x="642" y="459"/>
                    <a:pt x="642" y="457"/>
                    <a:pt x="643" y="458"/>
                  </a:cubicBezTo>
                  <a:cubicBezTo>
                    <a:pt x="642" y="460"/>
                    <a:pt x="641" y="460"/>
                    <a:pt x="641" y="462"/>
                  </a:cubicBezTo>
                  <a:cubicBezTo>
                    <a:pt x="640" y="463"/>
                    <a:pt x="641" y="460"/>
                    <a:pt x="639" y="463"/>
                  </a:cubicBezTo>
                  <a:cubicBezTo>
                    <a:pt x="640" y="463"/>
                    <a:pt x="638" y="466"/>
                    <a:pt x="637" y="468"/>
                  </a:cubicBezTo>
                  <a:cubicBezTo>
                    <a:pt x="636" y="468"/>
                    <a:pt x="636" y="467"/>
                    <a:pt x="637" y="465"/>
                  </a:cubicBezTo>
                  <a:cubicBezTo>
                    <a:pt x="636" y="467"/>
                    <a:pt x="634" y="470"/>
                    <a:pt x="633" y="473"/>
                  </a:cubicBezTo>
                  <a:cubicBezTo>
                    <a:pt x="630" y="474"/>
                    <a:pt x="629" y="478"/>
                    <a:pt x="627" y="479"/>
                  </a:cubicBezTo>
                  <a:cubicBezTo>
                    <a:pt x="626" y="482"/>
                    <a:pt x="627" y="482"/>
                    <a:pt x="625" y="485"/>
                  </a:cubicBezTo>
                  <a:cubicBezTo>
                    <a:pt x="625" y="486"/>
                    <a:pt x="625" y="484"/>
                    <a:pt x="625" y="483"/>
                  </a:cubicBezTo>
                  <a:cubicBezTo>
                    <a:pt x="623" y="485"/>
                    <a:pt x="623" y="488"/>
                    <a:pt x="621" y="490"/>
                  </a:cubicBezTo>
                  <a:cubicBezTo>
                    <a:pt x="621" y="491"/>
                    <a:pt x="621" y="490"/>
                    <a:pt x="622" y="489"/>
                  </a:cubicBezTo>
                  <a:cubicBezTo>
                    <a:pt x="622" y="491"/>
                    <a:pt x="620" y="493"/>
                    <a:pt x="621" y="493"/>
                  </a:cubicBezTo>
                  <a:cubicBezTo>
                    <a:pt x="620" y="493"/>
                    <a:pt x="619" y="493"/>
                    <a:pt x="619" y="495"/>
                  </a:cubicBezTo>
                  <a:cubicBezTo>
                    <a:pt x="618" y="496"/>
                    <a:pt x="619" y="495"/>
                    <a:pt x="619" y="493"/>
                  </a:cubicBezTo>
                  <a:cubicBezTo>
                    <a:pt x="617" y="495"/>
                    <a:pt x="616" y="499"/>
                    <a:pt x="613" y="501"/>
                  </a:cubicBezTo>
                  <a:cubicBezTo>
                    <a:pt x="614" y="503"/>
                    <a:pt x="610" y="504"/>
                    <a:pt x="610" y="507"/>
                  </a:cubicBezTo>
                  <a:cubicBezTo>
                    <a:pt x="609" y="506"/>
                    <a:pt x="608" y="509"/>
                    <a:pt x="607" y="509"/>
                  </a:cubicBezTo>
                  <a:cubicBezTo>
                    <a:pt x="608" y="507"/>
                    <a:pt x="609" y="505"/>
                    <a:pt x="611" y="504"/>
                  </a:cubicBezTo>
                  <a:cubicBezTo>
                    <a:pt x="611" y="501"/>
                    <a:pt x="615" y="497"/>
                    <a:pt x="618" y="494"/>
                  </a:cubicBezTo>
                  <a:cubicBezTo>
                    <a:pt x="617" y="494"/>
                    <a:pt x="617" y="493"/>
                    <a:pt x="618" y="491"/>
                  </a:cubicBezTo>
                  <a:cubicBezTo>
                    <a:pt x="617" y="494"/>
                    <a:pt x="614" y="497"/>
                    <a:pt x="612" y="501"/>
                  </a:cubicBezTo>
                  <a:cubicBezTo>
                    <a:pt x="609" y="504"/>
                    <a:pt x="607" y="507"/>
                    <a:pt x="606" y="511"/>
                  </a:cubicBezTo>
                  <a:cubicBezTo>
                    <a:pt x="604" y="514"/>
                    <a:pt x="602" y="517"/>
                    <a:pt x="599" y="520"/>
                  </a:cubicBezTo>
                  <a:cubicBezTo>
                    <a:pt x="599" y="521"/>
                    <a:pt x="599" y="521"/>
                    <a:pt x="600" y="520"/>
                  </a:cubicBezTo>
                  <a:cubicBezTo>
                    <a:pt x="600" y="521"/>
                    <a:pt x="599" y="522"/>
                    <a:pt x="599" y="523"/>
                  </a:cubicBezTo>
                  <a:cubicBezTo>
                    <a:pt x="598" y="524"/>
                    <a:pt x="597" y="525"/>
                    <a:pt x="596" y="526"/>
                  </a:cubicBezTo>
                  <a:cubicBezTo>
                    <a:pt x="597" y="524"/>
                    <a:pt x="599" y="523"/>
                    <a:pt x="599" y="521"/>
                  </a:cubicBezTo>
                  <a:cubicBezTo>
                    <a:pt x="598" y="522"/>
                    <a:pt x="597" y="524"/>
                    <a:pt x="595" y="525"/>
                  </a:cubicBezTo>
                  <a:cubicBezTo>
                    <a:pt x="595" y="526"/>
                    <a:pt x="594" y="527"/>
                    <a:pt x="594" y="527"/>
                  </a:cubicBezTo>
                  <a:cubicBezTo>
                    <a:pt x="594" y="528"/>
                    <a:pt x="593" y="529"/>
                    <a:pt x="592" y="530"/>
                  </a:cubicBezTo>
                  <a:cubicBezTo>
                    <a:pt x="591" y="530"/>
                    <a:pt x="592" y="529"/>
                    <a:pt x="592" y="527"/>
                  </a:cubicBezTo>
                  <a:cubicBezTo>
                    <a:pt x="589" y="531"/>
                    <a:pt x="592" y="530"/>
                    <a:pt x="588" y="534"/>
                  </a:cubicBezTo>
                  <a:cubicBezTo>
                    <a:pt x="588" y="534"/>
                    <a:pt x="589" y="535"/>
                    <a:pt x="589" y="534"/>
                  </a:cubicBezTo>
                  <a:cubicBezTo>
                    <a:pt x="589" y="535"/>
                    <a:pt x="588" y="536"/>
                    <a:pt x="587" y="537"/>
                  </a:cubicBezTo>
                  <a:cubicBezTo>
                    <a:pt x="588" y="536"/>
                    <a:pt x="586" y="537"/>
                    <a:pt x="584" y="538"/>
                  </a:cubicBezTo>
                  <a:cubicBezTo>
                    <a:pt x="582" y="540"/>
                    <a:pt x="580" y="542"/>
                    <a:pt x="579" y="543"/>
                  </a:cubicBezTo>
                  <a:cubicBezTo>
                    <a:pt x="580" y="542"/>
                    <a:pt x="582" y="539"/>
                    <a:pt x="584" y="537"/>
                  </a:cubicBezTo>
                  <a:cubicBezTo>
                    <a:pt x="586" y="535"/>
                    <a:pt x="587" y="534"/>
                    <a:pt x="586" y="533"/>
                  </a:cubicBezTo>
                  <a:cubicBezTo>
                    <a:pt x="589" y="530"/>
                    <a:pt x="591" y="528"/>
                    <a:pt x="593" y="525"/>
                  </a:cubicBezTo>
                  <a:cubicBezTo>
                    <a:pt x="593" y="524"/>
                    <a:pt x="591" y="528"/>
                    <a:pt x="589" y="529"/>
                  </a:cubicBezTo>
                  <a:cubicBezTo>
                    <a:pt x="591" y="527"/>
                    <a:pt x="591" y="527"/>
                    <a:pt x="592" y="525"/>
                  </a:cubicBezTo>
                  <a:cubicBezTo>
                    <a:pt x="593" y="524"/>
                    <a:pt x="594" y="522"/>
                    <a:pt x="596" y="522"/>
                  </a:cubicBezTo>
                  <a:cubicBezTo>
                    <a:pt x="597" y="519"/>
                    <a:pt x="596" y="520"/>
                    <a:pt x="595" y="520"/>
                  </a:cubicBezTo>
                  <a:cubicBezTo>
                    <a:pt x="596" y="518"/>
                    <a:pt x="597" y="519"/>
                    <a:pt x="598" y="518"/>
                  </a:cubicBezTo>
                  <a:cubicBezTo>
                    <a:pt x="598" y="516"/>
                    <a:pt x="599" y="515"/>
                    <a:pt x="599" y="514"/>
                  </a:cubicBezTo>
                  <a:cubicBezTo>
                    <a:pt x="601" y="512"/>
                    <a:pt x="600" y="514"/>
                    <a:pt x="602" y="512"/>
                  </a:cubicBezTo>
                  <a:cubicBezTo>
                    <a:pt x="603" y="510"/>
                    <a:pt x="602" y="511"/>
                    <a:pt x="604" y="509"/>
                  </a:cubicBezTo>
                  <a:cubicBezTo>
                    <a:pt x="605" y="506"/>
                    <a:pt x="607" y="504"/>
                    <a:pt x="608" y="501"/>
                  </a:cubicBezTo>
                  <a:cubicBezTo>
                    <a:pt x="610" y="500"/>
                    <a:pt x="609" y="502"/>
                    <a:pt x="610" y="502"/>
                  </a:cubicBezTo>
                  <a:cubicBezTo>
                    <a:pt x="608" y="504"/>
                    <a:pt x="605" y="508"/>
                    <a:pt x="606" y="509"/>
                  </a:cubicBezTo>
                  <a:cubicBezTo>
                    <a:pt x="607" y="508"/>
                    <a:pt x="607" y="506"/>
                    <a:pt x="608" y="504"/>
                  </a:cubicBezTo>
                  <a:cubicBezTo>
                    <a:pt x="608" y="504"/>
                    <a:pt x="609" y="504"/>
                    <a:pt x="609" y="504"/>
                  </a:cubicBezTo>
                  <a:cubicBezTo>
                    <a:pt x="610" y="501"/>
                    <a:pt x="610" y="501"/>
                    <a:pt x="612" y="499"/>
                  </a:cubicBezTo>
                  <a:cubicBezTo>
                    <a:pt x="613" y="496"/>
                    <a:pt x="611" y="499"/>
                    <a:pt x="612" y="495"/>
                  </a:cubicBezTo>
                  <a:cubicBezTo>
                    <a:pt x="612" y="495"/>
                    <a:pt x="613" y="494"/>
                    <a:pt x="613" y="493"/>
                  </a:cubicBezTo>
                  <a:cubicBezTo>
                    <a:pt x="614" y="492"/>
                    <a:pt x="614" y="494"/>
                    <a:pt x="614" y="494"/>
                  </a:cubicBezTo>
                  <a:cubicBezTo>
                    <a:pt x="616" y="493"/>
                    <a:pt x="616" y="492"/>
                    <a:pt x="617" y="491"/>
                  </a:cubicBezTo>
                  <a:cubicBezTo>
                    <a:pt x="618" y="489"/>
                    <a:pt x="617" y="490"/>
                    <a:pt x="617" y="490"/>
                  </a:cubicBezTo>
                  <a:cubicBezTo>
                    <a:pt x="618" y="487"/>
                    <a:pt x="621" y="484"/>
                    <a:pt x="622" y="480"/>
                  </a:cubicBezTo>
                  <a:cubicBezTo>
                    <a:pt x="623" y="477"/>
                    <a:pt x="625" y="475"/>
                    <a:pt x="626" y="472"/>
                  </a:cubicBezTo>
                  <a:cubicBezTo>
                    <a:pt x="627" y="470"/>
                    <a:pt x="629" y="467"/>
                    <a:pt x="630" y="465"/>
                  </a:cubicBezTo>
                  <a:cubicBezTo>
                    <a:pt x="630" y="463"/>
                    <a:pt x="632" y="462"/>
                    <a:pt x="633" y="460"/>
                  </a:cubicBezTo>
                  <a:cubicBezTo>
                    <a:pt x="632" y="458"/>
                    <a:pt x="632" y="459"/>
                    <a:pt x="632" y="457"/>
                  </a:cubicBezTo>
                  <a:cubicBezTo>
                    <a:pt x="630" y="459"/>
                    <a:pt x="630" y="459"/>
                    <a:pt x="629" y="461"/>
                  </a:cubicBezTo>
                  <a:cubicBezTo>
                    <a:pt x="629" y="462"/>
                    <a:pt x="629" y="461"/>
                    <a:pt x="629" y="464"/>
                  </a:cubicBezTo>
                  <a:cubicBezTo>
                    <a:pt x="628" y="466"/>
                    <a:pt x="626" y="468"/>
                    <a:pt x="626" y="471"/>
                  </a:cubicBezTo>
                  <a:cubicBezTo>
                    <a:pt x="625" y="472"/>
                    <a:pt x="626" y="468"/>
                    <a:pt x="626" y="467"/>
                  </a:cubicBezTo>
                  <a:cubicBezTo>
                    <a:pt x="625" y="468"/>
                    <a:pt x="623" y="473"/>
                    <a:pt x="623" y="472"/>
                  </a:cubicBezTo>
                  <a:cubicBezTo>
                    <a:pt x="621" y="475"/>
                    <a:pt x="620" y="480"/>
                    <a:pt x="617" y="482"/>
                  </a:cubicBezTo>
                  <a:cubicBezTo>
                    <a:pt x="617" y="480"/>
                    <a:pt x="619" y="478"/>
                    <a:pt x="620" y="476"/>
                  </a:cubicBezTo>
                  <a:cubicBezTo>
                    <a:pt x="619" y="477"/>
                    <a:pt x="618" y="478"/>
                    <a:pt x="617" y="479"/>
                  </a:cubicBezTo>
                  <a:cubicBezTo>
                    <a:pt x="617" y="480"/>
                    <a:pt x="617" y="481"/>
                    <a:pt x="616" y="482"/>
                  </a:cubicBezTo>
                  <a:cubicBezTo>
                    <a:pt x="614" y="486"/>
                    <a:pt x="610" y="489"/>
                    <a:pt x="608" y="494"/>
                  </a:cubicBezTo>
                  <a:cubicBezTo>
                    <a:pt x="607" y="495"/>
                    <a:pt x="608" y="493"/>
                    <a:pt x="608" y="492"/>
                  </a:cubicBezTo>
                  <a:cubicBezTo>
                    <a:pt x="607" y="493"/>
                    <a:pt x="607" y="495"/>
                    <a:pt x="606" y="496"/>
                  </a:cubicBezTo>
                  <a:cubicBezTo>
                    <a:pt x="607" y="495"/>
                    <a:pt x="607" y="496"/>
                    <a:pt x="609" y="493"/>
                  </a:cubicBezTo>
                  <a:cubicBezTo>
                    <a:pt x="609" y="493"/>
                    <a:pt x="609" y="494"/>
                    <a:pt x="609" y="494"/>
                  </a:cubicBezTo>
                  <a:cubicBezTo>
                    <a:pt x="609" y="496"/>
                    <a:pt x="608" y="497"/>
                    <a:pt x="607" y="498"/>
                  </a:cubicBezTo>
                  <a:cubicBezTo>
                    <a:pt x="607" y="498"/>
                    <a:pt x="607" y="496"/>
                    <a:pt x="606" y="498"/>
                  </a:cubicBezTo>
                  <a:cubicBezTo>
                    <a:pt x="605" y="500"/>
                    <a:pt x="606" y="500"/>
                    <a:pt x="605" y="500"/>
                  </a:cubicBezTo>
                  <a:cubicBezTo>
                    <a:pt x="605" y="501"/>
                    <a:pt x="604" y="502"/>
                    <a:pt x="604" y="502"/>
                  </a:cubicBezTo>
                  <a:cubicBezTo>
                    <a:pt x="603" y="503"/>
                    <a:pt x="604" y="501"/>
                    <a:pt x="604" y="501"/>
                  </a:cubicBezTo>
                  <a:cubicBezTo>
                    <a:pt x="605" y="499"/>
                    <a:pt x="606" y="498"/>
                    <a:pt x="607" y="496"/>
                  </a:cubicBezTo>
                  <a:cubicBezTo>
                    <a:pt x="596" y="511"/>
                    <a:pt x="585" y="526"/>
                    <a:pt x="572" y="539"/>
                  </a:cubicBezTo>
                  <a:cubicBezTo>
                    <a:pt x="572" y="541"/>
                    <a:pt x="568" y="545"/>
                    <a:pt x="566" y="545"/>
                  </a:cubicBezTo>
                  <a:cubicBezTo>
                    <a:pt x="566" y="547"/>
                    <a:pt x="567" y="546"/>
                    <a:pt x="567" y="548"/>
                  </a:cubicBezTo>
                  <a:cubicBezTo>
                    <a:pt x="565" y="550"/>
                    <a:pt x="564" y="549"/>
                    <a:pt x="562" y="552"/>
                  </a:cubicBezTo>
                  <a:cubicBezTo>
                    <a:pt x="561" y="552"/>
                    <a:pt x="562" y="551"/>
                    <a:pt x="562" y="550"/>
                  </a:cubicBezTo>
                  <a:cubicBezTo>
                    <a:pt x="560" y="552"/>
                    <a:pt x="559" y="555"/>
                    <a:pt x="556" y="557"/>
                  </a:cubicBezTo>
                  <a:cubicBezTo>
                    <a:pt x="558" y="553"/>
                    <a:pt x="550" y="561"/>
                    <a:pt x="546" y="563"/>
                  </a:cubicBezTo>
                  <a:cubicBezTo>
                    <a:pt x="545" y="565"/>
                    <a:pt x="547" y="564"/>
                    <a:pt x="548" y="563"/>
                  </a:cubicBezTo>
                  <a:cubicBezTo>
                    <a:pt x="544" y="566"/>
                    <a:pt x="545" y="565"/>
                    <a:pt x="542" y="567"/>
                  </a:cubicBezTo>
                  <a:cubicBezTo>
                    <a:pt x="541" y="568"/>
                    <a:pt x="543" y="567"/>
                    <a:pt x="543" y="568"/>
                  </a:cubicBezTo>
                  <a:cubicBezTo>
                    <a:pt x="542" y="569"/>
                    <a:pt x="541" y="569"/>
                    <a:pt x="540" y="570"/>
                  </a:cubicBezTo>
                  <a:cubicBezTo>
                    <a:pt x="540" y="570"/>
                    <a:pt x="540" y="571"/>
                    <a:pt x="538" y="572"/>
                  </a:cubicBezTo>
                  <a:cubicBezTo>
                    <a:pt x="537" y="574"/>
                    <a:pt x="537" y="573"/>
                    <a:pt x="535" y="575"/>
                  </a:cubicBezTo>
                  <a:cubicBezTo>
                    <a:pt x="534" y="575"/>
                    <a:pt x="534" y="575"/>
                    <a:pt x="535" y="574"/>
                  </a:cubicBezTo>
                  <a:cubicBezTo>
                    <a:pt x="529" y="578"/>
                    <a:pt x="530" y="576"/>
                    <a:pt x="523" y="582"/>
                  </a:cubicBezTo>
                  <a:cubicBezTo>
                    <a:pt x="523" y="582"/>
                    <a:pt x="523" y="582"/>
                    <a:pt x="523" y="581"/>
                  </a:cubicBezTo>
                  <a:cubicBezTo>
                    <a:pt x="519" y="585"/>
                    <a:pt x="514" y="588"/>
                    <a:pt x="510" y="591"/>
                  </a:cubicBezTo>
                  <a:cubicBezTo>
                    <a:pt x="510" y="591"/>
                    <a:pt x="509" y="591"/>
                    <a:pt x="510" y="591"/>
                  </a:cubicBezTo>
                  <a:cubicBezTo>
                    <a:pt x="508" y="592"/>
                    <a:pt x="506" y="594"/>
                    <a:pt x="505" y="595"/>
                  </a:cubicBezTo>
                  <a:cubicBezTo>
                    <a:pt x="503" y="596"/>
                    <a:pt x="503" y="596"/>
                    <a:pt x="504" y="594"/>
                  </a:cubicBezTo>
                  <a:cubicBezTo>
                    <a:pt x="501" y="596"/>
                    <a:pt x="498" y="598"/>
                    <a:pt x="495" y="600"/>
                  </a:cubicBezTo>
                  <a:cubicBezTo>
                    <a:pt x="492" y="601"/>
                    <a:pt x="489" y="603"/>
                    <a:pt x="486" y="606"/>
                  </a:cubicBezTo>
                  <a:cubicBezTo>
                    <a:pt x="484" y="606"/>
                    <a:pt x="486" y="605"/>
                    <a:pt x="484" y="605"/>
                  </a:cubicBezTo>
                  <a:cubicBezTo>
                    <a:pt x="485" y="604"/>
                    <a:pt x="486" y="604"/>
                    <a:pt x="487" y="603"/>
                  </a:cubicBezTo>
                  <a:cubicBezTo>
                    <a:pt x="482" y="606"/>
                    <a:pt x="476" y="610"/>
                    <a:pt x="470" y="613"/>
                  </a:cubicBezTo>
                  <a:cubicBezTo>
                    <a:pt x="469" y="614"/>
                    <a:pt x="474" y="611"/>
                    <a:pt x="471" y="613"/>
                  </a:cubicBezTo>
                  <a:cubicBezTo>
                    <a:pt x="468" y="614"/>
                    <a:pt x="466" y="615"/>
                    <a:pt x="463" y="616"/>
                  </a:cubicBezTo>
                  <a:cubicBezTo>
                    <a:pt x="462" y="618"/>
                    <a:pt x="466" y="615"/>
                    <a:pt x="467" y="615"/>
                  </a:cubicBezTo>
                  <a:cubicBezTo>
                    <a:pt x="466" y="616"/>
                    <a:pt x="463" y="617"/>
                    <a:pt x="461" y="618"/>
                  </a:cubicBezTo>
                  <a:cubicBezTo>
                    <a:pt x="461" y="617"/>
                    <a:pt x="462" y="617"/>
                    <a:pt x="462" y="616"/>
                  </a:cubicBezTo>
                  <a:cubicBezTo>
                    <a:pt x="459" y="617"/>
                    <a:pt x="457" y="618"/>
                    <a:pt x="455" y="620"/>
                  </a:cubicBezTo>
                  <a:cubicBezTo>
                    <a:pt x="452" y="621"/>
                    <a:pt x="450" y="622"/>
                    <a:pt x="446" y="623"/>
                  </a:cubicBezTo>
                  <a:cubicBezTo>
                    <a:pt x="446" y="623"/>
                    <a:pt x="447" y="622"/>
                    <a:pt x="446" y="622"/>
                  </a:cubicBezTo>
                  <a:cubicBezTo>
                    <a:pt x="445" y="622"/>
                    <a:pt x="444" y="623"/>
                    <a:pt x="443" y="623"/>
                  </a:cubicBezTo>
                  <a:cubicBezTo>
                    <a:pt x="442" y="624"/>
                    <a:pt x="443" y="624"/>
                    <a:pt x="440" y="625"/>
                  </a:cubicBezTo>
                  <a:cubicBezTo>
                    <a:pt x="440" y="625"/>
                    <a:pt x="439" y="625"/>
                    <a:pt x="438" y="625"/>
                  </a:cubicBezTo>
                  <a:cubicBezTo>
                    <a:pt x="435" y="626"/>
                    <a:pt x="432" y="627"/>
                    <a:pt x="429" y="628"/>
                  </a:cubicBezTo>
                  <a:cubicBezTo>
                    <a:pt x="428" y="628"/>
                    <a:pt x="431" y="627"/>
                    <a:pt x="432" y="627"/>
                  </a:cubicBezTo>
                  <a:cubicBezTo>
                    <a:pt x="429" y="626"/>
                    <a:pt x="425" y="629"/>
                    <a:pt x="423" y="630"/>
                  </a:cubicBezTo>
                  <a:cubicBezTo>
                    <a:pt x="420" y="631"/>
                    <a:pt x="423" y="630"/>
                    <a:pt x="424" y="629"/>
                  </a:cubicBezTo>
                  <a:cubicBezTo>
                    <a:pt x="420" y="630"/>
                    <a:pt x="417" y="632"/>
                    <a:pt x="413" y="633"/>
                  </a:cubicBezTo>
                  <a:cubicBezTo>
                    <a:pt x="411" y="633"/>
                    <a:pt x="414" y="631"/>
                    <a:pt x="415" y="632"/>
                  </a:cubicBezTo>
                  <a:cubicBezTo>
                    <a:pt x="414" y="631"/>
                    <a:pt x="412" y="632"/>
                    <a:pt x="409" y="632"/>
                  </a:cubicBezTo>
                  <a:cubicBezTo>
                    <a:pt x="410" y="632"/>
                    <a:pt x="412" y="631"/>
                    <a:pt x="410" y="631"/>
                  </a:cubicBezTo>
                  <a:cubicBezTo>
                    <a:pt x="411" y="631"/>
                    <a:pt x="412" y="631"/>
                    <a:pt x="413" y="630"/>
                  </a:cubicBezTo>
                  <a:cubicBezTo>
                    <a:pt x="411" y="630"/>
                    <a:pt x="410" y="631"/>
                    <a:pt x="408" y="631"/>
                  </a:cubicBezTo>
                  <a:cubicBezTo>
                    <a:pt x="409" y="632"/>
                    <a:pt x="407" y="633"/>
                    <a:pt x="405" y="633"/>
                  </a:cubicBezTo>
                  <a:cubicBezTo>
                    <a:pt x="404" y="633"/>
                    <a:pt x="406" y="633"/>
                    <a:pt x="407" y="633"/>
                  </a:cubicBezTo>
                  <a:cubicBezTo>
                    <a:pt x="404" y="634"/>
                    <a:pt x="402" y="634"/>
                    <a:pt x="400" y="636"/>
                  </a:cubicBezTo>
                  <a:cubicBezTo>
                    <a:pt x="397" y="636"/>
                    <a:pt x="401" y="635"/>
                    <a:pt x="399" y="635"/>
                  </a:cubicBezTo>
                  <a:cubicBezTo>
                    <a:pt x="397" y="636"/>
                    <a:pt x="394" y="636"/>
                    <a:pt x="394" y="637"/>
                  </a:cubicBezTo>
                  <a:cubicBezTo>
                    <a:pt x="389" y="637"/>
                    <a:pt x="383" y="638"/>
                    <a:pt x="380" y="639"/>
                  </a:cubicBezTo>
                  <a:cubicBezTo>
                    <a:pt x="380" y="639"/>
                    <a:pt x="381" y="640"/>
                    <a:pt x="378" y="640"/>
                  </a:cubicBezTo>
                  <a:cubicBezTo>
                    <a:pt x="376" y="639"/>
                    <a:pt x="380" y="639"/>
                    <a:pt x="375" y="639"/>
                  </a:cubicBezTo>
                  <a:cubicBezTo>
                    <a:pt x="376" y="638"/>
                    <a:pt x="378" y="638"/>
                    <a:pt x="380" y="638"/>
                  </a:cubicBezTo>
                  <a:cubicBezTo>
                    <a:pt x="379" y="637"/>
                    <a:pt x="374" y="639"/>
                    <a:pt x="372" y="639"/>
                  </a:cubicBezTo>
                  <a:cubicBezTo>
                    <a:pt x="372" y="639"/>
                    <a:pt x="373" y="639"/>
                    <a:pt x="371" y="640"/>
                  </a:cubicBezTo>
                  <a:cubicBezTo>
                    <a:pt x="370" y="639"/>
                    <a:pt x="368" y="640"/>
                    <a:pt x="367" y="639"/>
                  </a:cubicBezTo>
                  <a:cubicBezTo>
                    <a:pt x="365" y="640"/>
                    <a:pt x="366" y="640"/>
                    <a:pt x="364" y="641"/>
                  </a:cubicBezTo>
                  <a:cubicBezTo>
                    <a:pt x="362" y="641"/>
                    <a:pt x="360" y="639"/>
                    <a:pt x="357" y="641"/>
                  </a:cubicBezTo>
                  <a:cubicBezTo>
                    <a:pt x="356" y="641"/>
                    <a:pt x="357" y="640"/>
                    <a:pt x="355" y="640"/>
                  </a:cubicBezTo>
                  <a:cubicBezTo>
                    <a:pt x="356" y="639"/>
                    <a:pt x="358" y="640"/>
                    <a:pt x="359" y="640"/>
                  </a:cubicBezTo>
                  <a:cubicBezTo>
                    <a:pt x="351" y="639"/>
                    <a:pt x="337" y="641"/>
                    <a:pt x="326" y="640"/>
                  </a:cubicBezTo>
                  <a:cubicBezTo>
                    <a:pt x="326" y="639"/>
                    <a:pt x="327" y="639"/>
                    <a:pt x="329" y="638"/>
                  </a:cubicBezTo>
                  <a:cubicBezTo>
                    <a:pt x="326" y="638"/>
                    <a:pt x="324" y="639"/>
                    <a:pt x="322" y="638"/>
                  </a:cubicBezTo>
                  <a:cubicBezTo>
                    <a:pt x="321" y="638"/>
                    <a:pt x="321" y="639"/>
                    <a:pt x="321" y="639"/>
                  </a:cubicBezTo>
                  <a:cubicBezTo>
                    <a:pt x="316" y="639"/>
                    <a:pt x="307" y="636"/>
                    <a:pt x="301" y="638"/>
                  </a:cubicBezTo>
                  <a:cubicBezTo>
                    <a:pt x="300" y="637"/>
                    <a:pt x="304" y="638"/>
                    <a:pt x="304" y="637"/>
                  </a:cubicBezTo>
                  <a:cubicBezTo>
                    <a:pt x="300" y="637"/>
                    <a:pt x="299" y="637"/>
                    <a:pt x="296" y="636"/>
                  </a:cubicBezTo>
                  <a:cubicBezTo>
                    <a:pt x="295" y="636"/>
                    <a:pt x="296" y="637"/>
                    <a:pt x="295" y="637"/>
                  </a:cubicBezTo>
                  <a:cubicBezTo>
                    <a:pt x="291" y="637"/>
                    <a:pt x="286" y="634"/>
                    <a:pt x="283" y="635"/>
                  </a:cubicBezTo>
                  <a:cubicBezTo>
                    <a:pt x="282" y="634"/>
                    <a:pt x="283" y="634"/>
                    <a:pt x="281" y="633"/>
                  </a:cubicBezTo>
                  <a:cubicBezTo>
                    <a:pt x="279" y="633"/>
                    <a:pt x="277" y="633"/>
                    <a:pt x="276" y="632"/>
                  </a:cubicBezTo>
                  <a:cubicBezTo>
                    <a:pt x="272" y="634"/>
                    <a:pt x="266" y="630"/>
                    <a:pt x="261" y="630"/>
                  </a:cubicBezTo>
                  <a:cubicBezTo>
                    <a:pt x="262" y="630"/>
                    <a:pt x="259" y="629"/>
                    <a:pt x="260" y="629"/>
                  </a:cubicBezTo>
                  <a:cubicBezTo>
                    <a:pt x="257" y="628"/>
                    <a:pt x="254" y="628"/>
                    <a:pt x="252" y="626"/>
                  </a:cubicBezTo>
                  <a:cubicBezTo>
                    <a:pt x="251" y="626"/>
                    <a:pt x="250" y="626"/>
                    <a:pt x="249" y="626"/>
                  </a:cubicBezTo>
                  <a:cubicBezTo>
                    <a:pt x="248" y="626"/>
                    <a:pt x="248" y="625"/>
                    <a:pt x="248" y="625"/>
                  </a:cubicBezTo>
                  <a:cubicBezTo>
                    <a:pt x="247" y="625"/>
                    <a:pt x="244" y="624"/>
                    <a:pt x="246" y="624"/>
                  </a:cubicBezTo>
                  <a:cubicBezTo>
                    <a:pt x="244" y="624"/>
                    <a:pt x="241" y="623"/>
                    <a:pt x="238" y="622"/>
                  </a:cubicBezTo>
                  <a:cubicBezTo>
                    <a:pt x="238" y="623"/>
                    <a:pt x="237" y="622"/>
                    <a:pt x="235" y="621"/>
                  </a:cubicBezTo>
                  <a:cubicBezTo>
                    <a:pt x="234" y="621"/>
                    <a:pt x="235" y="621"/>
                    <a:pt x="236" y="621"/>
                  </a:cubicBezTo>
                  <a:cubicBezTo>
                    <a:pt x="234" y="620"/>
                    <a:pt x="231" y="619"/>
                    <a:pt x="228" y="618"/>
                  </a:cubicBezTo>
                  <a:cubicBezTo>
                    <a:pt x="231" y="618"/>
                    <a:pt x="231" y="619"/>
                    <a:pt x="232" y="619"/>
                  </a:cubicBezTo>
                  <a:cubicBezTo>
                    <a:pt x="231" y="618"/>
                    <a:pt x="229" y="617"/>
                    <a:pt x="227" y="617"/>
                  </a:cubicBezTo>
                  <a:cubicBezTo>
                    <a:pt x="227" y="616"/>
                    <a:pt x="229" y="617"/>
                    <a:pt x="229" y="617"/>
                  </a:cubicBezTo>
                  <a:cubicBezTo>
                    <a:pt x="231" y="617"/>
                    <a:pt x="233" y="619"/>
                    <a:pt x="235" y="619"/>
                  </a:cubicBezTo>
                  <a:cubicBezTo>
                    <a:pt x="233" y="618"/>
                    <a:pt x="235" y="618"/>
                    <a:pt x="232" y="617"/>
                  </a:cubicBezTo>
                  <a:cubicBezTo>
                    <a:pt x="232" y="616"/>
                    <a:pt x="234" y="617"/>
                    <a:pt x="236" y="617"/>
                  </a:cubicBezTo>
                  <a:cubicBezTo>
                    <a:pt x="236" y="618"/>
                    <a:pt x="235" y="618"/>
                    <a:pt x="235" y="618"/>
                  </a:cubicBezTo>
                  <a:cubicBezTo>
                    <a:pt x="236" y="619"/>
                    <a:pt x="238" y="619"/>
                    <a:pt x="239" y="619"/>
                  </a:cubicBezTo>
                  <a:cubicBezTo>
                    <a:pt x="241" y="619"/>
                    <a:pt x="242" y="620"/>
                    <a:pt x="244" y="621"/>
                  </a:cubicBezTo>
                  <a:cubicBezTo>
                    <a:pt x="240" y="619"/>
                    <a:pt x="241" y="621"/>
                    <a:pt x="238" y="619"/>
                  </a:cubicBezTo>
                  <a:cubicBezTo>
                    <a:pt x="236" y="620"/>
                    <a:pt x="241" y="621"/>
                    <a:pt x="237" y="620"/>
                  </a:cubicBezTo>
                  <a:cubicBezTo>
                    <a:pt x="235" y="620"/>
                    <a:pt x="238" y="620"/>
                    <a:pt x="236" y="619"/>
                  </a:cubicBezTo>
                  <a:cubicBezTo>
                    <a:pt x="233" y="619"/>
                    <a:pt x="235" y="620"/>
                    <a:pt x="236" y="621"/>
                  </a:cubicBezTo>
                  <a:cubicBezTo>
                    <a:pt x="236" y="620"/>
                    <a:pt x="235" y="620"/>
                    <a:pt x="234" y="620"/>
                  </a:cubicBezTo>
                  <a:cubicBezTo>
                    <a:pt x="236" y="621"/>
                    <a:pt x="244" y="623"/>
                    <a:pt x="248" y="625"/>
                  </a:cubicBezTo>
                  <a:cubicBezTo>
                    <a:pt x="247" y="623"/>
                    <a:pt x="250" y="625"/>
                    <a:pt x="251" y="624"/>
                  </a:cubicBezTo>
                  <a:cubicBezTo>
                    <a:pt x="248" y="624"/>
                    <a:pt x="245" y="623"/>
                    <a:pt x="242" y="623"/>
                  </a:cubicBezTo>
                  <a:cubicBezTo>
                    <a:pt x="242" y="620"/>
                    <a:pt x="251" y="623"/>
                    <a:pt x="254" y="624"/>
                  </a:cubicBezTo>
                  <a:cubicBezTo>
                    <a:pt x="258" y="626"/>
                    <a:pt x="253" y="625"/>
                    <a:pt x="256" y="627"/>
                  </a:cubicBezTo>
                  <a:cubicBezTo>
                    <a:pt x="256" y="626"/>
                    <a:pt x="259" y="628"/>
                    <a:pt x="261" y="628"/>
                  </a:cubicBezTo>
                  <a:cubicBezTo>
                    <a:pt x="260" y="627"/>
                    <a:pt x="255" y="626"/>
                    <a:pt x="257" y="625"/>
                  </a:cubicBezTo>
                  <a:cubicBezTo>
                    <a:pt x="260" y="627"/>
                    <a:pt x="260" y="625"/>
                    <a:pt x="264" y="627"/>
                  </a:cubicBezTo>
                  <a:cubicBezTo>
                    <a:pt x="266" y="628"/>
                    <a:pt x="263" y="628"/>
                    <a:pt x="265" y="629"/>
                  </a:cubicBezTo>
                  <a:cubicBezTo>
                    <a:pt x="268" y="629"/>
                    <a:pt x="268" y="629"/>
                    <a:pt x="268" y="629"/>
                  </a:cubicBezTo>
                  <a:cubicBezTo>
                    <a:pt x="268" y="629"/>
                    <a:pt x="267" y="628"/>
                    <a:pt x="267" y="628"/>
                  </a:cubicBezTo>
                  <a:cubicBezTo>
                    <a:pt x="273" y="629"/>
                    <a:pt x="278" y="630"/>
                    <a:pt x="284" y="630"/>
                  </a:cubicBezTo>
                  <a:cubicBezTo>
                    <a:pt x="282" y="629"/>
                    <a:pt x="280" y="630"/>
                    <a:pt x="279" y="629"/>
                  </a:cubicBezTo>
                  <a:cubicBezTo>
                    <a:pt x="282" y="629"/>
                    <a:pt x="288" y="630"/>
                    <a:pt x="289" y="631"/>
                  </a:cubicBezTo>
                  <a:cubicBezTo>
                    <a:pt x="287" y="631"/>
                    <a:pt x="286" y="631"/>
                    <a:pt x="284" y="631"/>
                  </a:cubicBezTo>
                  <a:cubicBezTo>
                    <a:pt x="283" y="631"/>
                    <a:pt x="287" y="632"/>
                    <a:pt x="285" y="632"/>
                  </a:cubicBezTo>
                  <a:cubicBezTo>
                    <a:pt x="289" y="633"/>
                    <a:pt x="292" y="632"/>
                    <a:pt x="294" y="633"/>
                  </a:cubicBezTo>
                  <a:cubicBezTo>
                    <a:pt x="296" y="633"/>
                    <a:pt x="297" y="634"/>
                    <a:pt x="299" y="634"/>
                  </a:cubicBezTo>
                  <a:cubicBezTo>
                    <a:pt x="299" y="634"/>
                    <a:pt x="300" y="633"/>
                    <a:pt x="299" y="633"/>
                  </a:cubicBezTo>
                  <a:cubicBezTo>
                    <a:pt x="303" y="634"/>
                    <a:pt x="311" y="634"/>
                    <a:pt x="313" y="635"/>
                  </a:cubicBezTo>
                  <a:cubicBezTo>
                    <a:pt x="315" y="635"/>
                    <a:pt x="318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ubicBezTo>
                    <a:pt x="322" y="636"/>
                    <a:pt x="321" y="635"/>
                    <a:pt x="323" y="635"/>
                  </a:cubicBezTo>
                  <a:cubicBezTo>
                    <a:pt x="325" y="636"/>
                    <a:pt x="324" y="636"/>
                    <a:pt x="322" y="637"/>
                  </a:cubicBezTo>
                  <a:cubicBezTo>
                    <a:pt x="325" y="637"/>
                    <a:pt x="328" y="637"/>
                    <a:pt x="329" y="638"/>
                  </a:cubicBezTo>
                  <a:cubicBezTo>
                    <a:pt x="330" y="638"/>
                    <a:pt x="328" y="637"/>
                    <a:pt x="331" y="636"/>
                  </a:cubicBezTo>
                  <a:cubicBezTo>
                    <a:pt x="327" y="636"/>
                    <a:pt x="329" y="638"/>
                    <a:pt x="325" y="637"/>
                  </a:cubicBezTo>
                  <a:cubicBezTo>
                    <a:pt x="324" y="636"/>
                    <a:pt x="325" y="636"/>
                    <a:pt x="327" y="635"/>
                  </a:cubicBezTo>
                  <a:cubicBezTo>
                    <a:pt x="332" y="635"/>
                    <a:pt x="336" y="637"/>
                    <a:pt x="340" y="636"/>
                  </a:cubicBezTo>
                  <a:cubicBezTo>
                    <a:pt x="342" y="637"/>
                    <a:pt x="338" y="637"/>
                    <a:pt x="337" y="637"/>
                  </a:cubicBezTo>
                  <a:cubicBezTo>
                    <a:pt x="339" y="638"/>
                    <a:pt x="341" y="637"/>
                    <a:pt x="343" y="637"/>
                  </a:cubicBezTo>
                  <a:cubicBezTo>
                    <a:pt x="343" y="637"/>
                    <a:pt x="342" y="637"/>
                    <a:pt x="342" y="636"/>
                  </a:cubicBezTo>
                  <a:cubicBezTo>
                    <a:pt x="343" y="636"/>
                    <a:pt x="344" y="637"/>
                    <a:pt x="344" y="636"/>
                  </a:cubicBezTo>
                  <a:cubicBezTo>
                    <a:pt x="347" y="637"/>
                    <a:pt x="351" y="635"/>
                    <a:pt x="354" y="636"/>
                  </a:cubicBezTo>
                  <a:cubicBezTo>
                    <a:pt x="354" y="635"/>
                    <a:pt x="359" y="635"/>
                    <a:pt x="359" y="636"/>
                  </a:cubicBezTo>
                  <a:cubicBezTo>
                    <a:pt x="361" y="634"/>
                    <a:pt x="367" y="634"/>
                    <a:pt x="370" y="634"/>
                  </a:cubicBezTo>
                  <a:cubicBezTo>
                    <a:pt x="372" y="634"/>
                    <a:pt x="371" y="633"/>
                    <a:pt x="372" y="633"/>
                  </a:cubicBezTo>
                  <a:cubicBezTo>
                    <a:pt x="375" y="633"/>
                    <a:pt x="378" y="632"/>
                    <a:pt x="378" y="634"/>
                  </a:cubicBezTo>
                  <a:cubicBezTo>
                    <a:pt x="379" y="633"/>
                    <a:pt x="381" y="632"/>
                    <a:pt x="382" y="632"/>
                  </a:cubicBezTo>
                  <a:cubicBezTo>
                    <a:pt x="386" y="632"/>
                    <a:pt x="381" y="633"/>
                    <a:pt x="383" y="633"/>
                  </a:cubicBezTo>
                  <a:cubicBezTo>
                    <a:pt x="386" y="632"/>
                    <a:pt x="388" y="632"/>
                    <a:pt x="390" y="632"/>
                  </a:cubicBezTo>
                  <a:cubicBezTo>
                    <a:pt x="391" y="631"/>
                    <a:pt x="393" y="630"/>
                    <a:pt x="394" y="630"/>
                  </a:cubicBezTo>
                  <a:cubicBezTo>
                    <a:pt x="395" y="630"/>
                    <a:pt x="391" y="632"/>
                    <a:pt x="394" y="632"/>
                  </a:cubicBezTo>
                  <a:cubicBezTo>
                    <a:pt x="394" y="630"/>
                    <a:pt x="401" y="629"/>
                    <a:pt x="405" y="629"/>
                  </a:cubicBezTo>
                  <a:cubicBezTo>
                    <a:pt x="407" y="628"/>
                    <a:pt x="407" y="627"/>
                    <a:pt x="410" y="626"/>
                  </a:cubicBezTo>
                  <a:cubicBezTo>
                    <a:pt x="410" y="627"/>
                    <a:pt x="408" y="628"/>
                    <a:pt x="411" y="627"/>
                  </a:cubicBezTo>
                  <a:cubicBezTo>
                    <a:pt x="412" y="627"/>
                    <a:pt x="411" y="628"/>
                    <a:pt x="409" y="629"/>
                  </a:cubicBezTo>
                  <a:cubicBezTo>
                    <a:pt x="409" y="629"/>
                    <a:pt x="409" y="629"/>
                    <a:pt x="410" y="629"/>
                  </a:cubicBezTo>
                  <a:cubicBezTo>
                    <a:pt x="411" y="629"/>
                    <a:pt x="411" y="629"/>
                    <a:pt x="411" y="629"/>
                  </a:cubicBezTo>
                  <a:cubicBezTo>
                    <a:pt x="413" y="628"/>
                    <a:pt x="411" y="628"/>
                    <a:pt x="413" y="627"/>
                  </a:cubicBezTo>
                  <a:cubicBezTo>
                    <a:pt x="416" y="626"/>
                    <a:pt x="416" y="627"/>
                    <a:pt x="419" y="627"/>
                  </a:cubicBezTo>
                  <a:cubicBezTo>
                    <a:pt x="421" y="626"/>
                    <a:pt x="423" y="626"/>
                    <a:pt x="425" y="625"/>
                  </a:cubicBezTo>
                  <a:cubicBezTo>
                    <a:pt x="423" y="625"/>
                    <a:pt x="420" y="626"/>
                    <a:pt x="418" y="627"/>
                  </a:cubicBezTo>
                  <a:cubicBezTo>
                    <a:pt x="418" y="626"/>
                    <a:pt x="417" y="626"/>
                    <a:pt x="415" y="626"/>
                  </a:cubicBezTo>
                  <a:cubicBezTo>
                    <a:pt x="418" y="626"/>
                    <a:pt x="417" y="625"/>
                    <a:pt x="420" y="625"/>
                  </a:cubicBezTo>
                  <a:cubicBezTo>
                    <a:pt x="423" y="624"/>
                    <a:pt x="419" y="625"/>
                    <a:pt x="421" y="624"/>
                  </a:cubicBezTo>
                  <a:cubicBezTo>
                    <a:pt x="424" y="624"/>
                    <a:pt x="429" y="622"/>
                    <a:pt x="433" y="621"/>
                  </a:cubicBezTo>
                  <a:cubicBezTo>
                    <a:pt x="434" y="620"/>
                    <a:pt x="430" y="621"/>
                    <a:pt x="429" y="622"/>
                  </a:cubicBezTo>
                  <a:cubicBezTo>
                    <a:pt x="428" y="621"/>
                    <a:pt x="433" y="619"/>
                    <a:pt x="436" y="619"/>
                  </a:cubicBezTo>
                  <a:cubicBezTo>
                    <a:pt x="437" y="619"/>
                    <a:pt x="432" y="620"/>
                    <a:pt x="434" y="620"/>
                  </a:cubicBezTo>
                  <a:cubicBezTo>
                    <a:pt x="436" y="620"/>
                    <a:pt x="436" y="619"/>
                    <a:pt x="438" y="618"/>
                  </a:cubicBezTo>
                  <a:cubicBezTo>
                    <a:pt x="436" y="621"/>
                    <a:pt x="447" y="615"/>
                    <a:pt x="451" y="615"/>
                  </a:cubicBezTo>
                  <a:cubicBezTo>
                    <a:pt x="452" y="614"/>
                    <a:pt x="456" y="612"/>
                    <a:pt x="458" y="610"/>
                  </a:cubicBezTo>
                  <a:cubicBezTo>
                    <a:pt x="458" y="612"/>
                    <a:pt x="467" y="607"/>
                    <a:pt x="468" y="605"/>
                  </a:cubicBezTo>
                  <a:cubicBezTo>
                    <a:pt x="468" y="605"/>
                    <a:pt x="469" y="605"/>
                    <a:pt x="469" y="606"/>
                  </a:cubicBezTo>
                  <a:cubicBezTo>
                    <a:pt x="470" y="605"/>
                    <a:pt x="472" y="604"/>
                    <a:pt x="474" y="602"/>
                  </a:cubicBezTo>
                  <a:cubicBezTo>
                    <a:pt x="476" y="603"/>
                    <a:pt x="477" y="601"/>
                    <a:pt x="481" y="598"/>
                  </a:cubicBezTo>
                  <a:cubicBezTo>
                    <a:pt x="482" y="598"/>
                    <a:pt x="481" y="599"/>
                    <a:pt x="483" y="599"/>
                  </a:cubicBezTo>
                  <a:cubicBezTo>
                    <a:pt x="486" y="596"/>
                    <a:pt x="488" y="595"/>
                    <a:pt x="491" y="594"/>
                  </a:cubicBezTo>
                  <a:cubicBezTo>
                    <a:pt x="493" y="592"/>
                    <a:pt x="495" y="591"/>
                    <a:pt x="499" y="589"/>
                  </a:cubicBezTo>
                  <a:cubicBezTo>
                    <a:pt x="499" y="588"/>
                    <a:pt x="498" y="590"/>
                    <a:pt x="500" y="588"/>
                  </a:cubicBezTo>
                  <a:cubicBezTo>
                    <a:pt x="500" y="587"/>
                    <a:pt x="504" y="586"/>
                    <a:pt x="505" y="586"/>
                  </a:cubicBezTo>
                  <a:cubicBezTo>
                    <a:pt x="504" y="585"/>
                    <a:pt x="507" y="583"/>
                    <a:pt x="510" y="581"/>
                  </a:cubicBezTo>
                  <a:cubicBezTo>
                    <a:pt x="511" y="581"/>
                    <a:pt x="507" y="583"/>
                    <a:pt x="508" y="583"/>
                  </a:cubicBezTo>
                  <a:cubicBezTo>
                    <a:pt x="509" y="583"/>
                    <a:pt x="509" y="583"/>
                    <a:pt x="510" y="582"/>
                  </a:cubicBezTo>
                  <a:cubicBezTo>
                    <a:pt x="511" y="581"/>
                    <a:pt x="509" y="582"/>
                    <a:pt x="511" y="581"/>
                  </a:cubicBezTo>
                  <a:cubicBezTo>
                    <a:pt x="512" y="580"/>
                    <a:pt x="510" y="582"/>
                    <a:pt x="511" y="582"/>
                  </a:cubicBezTo>
                  <a:cubicBezTo>
                    <a:pt x="514" y="580"/>
                    <a:pt x="515" y="579"/>
                    <a:pt x="515" y="578"/>
                  </a:cubicBezTo>
                  <a:cubicBezTo>
                    <a:pt x="517" y="576"/>
                    <a:pt x="515" y="579"/>
                    <a:pt x="517" y="577"/>
                  </a:cubicBezTo>
                  <a:cubicBezTo>
                    <a:pt x="517" y="577"/>
                    <a:pt x="519" y="575"/>
                    <a:pt x="520" y="573"/>
                  </a:cubicBezTo>
                  <a:cubicBezTo>
                    <a:pt x="522" y="574"/>
                    <a:pt x="522" y="572"/>
                    <a:pt x="524" y="572"/>
                  </a:cubicBezTo>
                  <a:cubicBezTo>
                    <a:pt x="524" y="571"/>
                    <a:pt x="526" y="569"/>
                    <a:pt x="528" y="569"/>
                  </a:cubicBezTo>
                  <a:cubicBezTo>
                    <a:pt x="528" y="569"/>
                    <a:pt x="527" y="569"/>
                    <a:pt x="528" y="570"/>
                  </a:cubicBezTo>
                  <a:cubicBezTo>
                    <a:pt x="528" y="568"/>
                    <a:pt x="535" y="563"/>
                    <a:pt x="534" y="563"/>
                  </a:cubicBezTo>
                  <a:cubicBezTo>
                    <a:pt x="535" y="562"/>
                    <a:pt x="536" y="559"/>
                    <a:pt x="538" y="558"/>
                  </a:cubicBezTo>
                  <a:cubicBezTo>
                    <a:pt x="540" y="558"/>
                    <a:pt x="537" y="560"/>
                    <a:pt x="536" y="562"/>
                  </a:cubicBezTo>
                  <a:cubicBezTo>
                    <a:pt x="538" y="560"/>
                    <a:pt x="539" y="559"/>
                    <a:pt x="541" y="558"/>
                  </a:cubicBezTo>
                  <a:cubicBezTo>
                    <a:pt x="541" y="555"/>
                    <a:pt x="547" y="551"/>
                    <a:pt x="548" y="549"/>
                  </a:cubicBezTo>
                  <a:cubicBezTo>
                    <a:pt x="549" y="549"/>
                    <a:pt x="547" y="552"/>
                    <a:pt x="546" y="553"/>
                  </a:cubicBezTo>
                  <a:cubicBezTo>
                    <a:pt x="545" y="553"/>
                    <a:pt x="545" y="553"/>
                    <a:pt x="546" y="552"/>
                  </a:cubicBezTo>
                  <a:cubicBezTo>
                    <a:pt x="544" y="553"/>
                    <a:pt x="545" y="554"/>
                    <a:pt x="543" y="556"/>
                  </a:cubicBezTo>
                  <a:cubicBezTo>
                    <a:pt x="546" y="553"/>
                    <a:pt x="546" y="552"/>
                    <a:pt x="549" y="551"/>
                  </a:cubicBezTo>
                  <a:cubicBezTo>
                    <a:pt x="551" y="549"/>
                    <a:pt x="549" y="551"/>
                    <a:pt x="549" y="550"/>
                  </a:cubicBezTo>
                  <a:cubicBezTo>
                    <a:pt x="552" y="548"/>
                    <a:pt x="561" y="538"/>
                    <a:pt x="565" y="534"/>
                  </a:cubicBezTo>
                  <a:cubicBezTo>
                    <a:pt x="565" y="534"/>
                    <a:pt x="567" y="530"/>
                    <a:pt x="566" y="531"/>
                  </a:cubicBezTo>
                  <a:cubicBezTo>
                    <a:pt x="567" y="528"/>
                    <a:pt x="570" y="527"/>
                    <a:pt x="569" y="526"/>
                  </a:cubicBezTo>
                  <a:cubicBezTo>
                    <a:pt x="571" y="525"/>
                    <a:pt x="570" y="527"/>
                    <a:pt x="570" y="527"/>
                  </a:cubicBezTo>
                  <a:cubicBezTo>
                    <a:pt x="570" y="528"/>
                    <a:pt x="569" y="529"/>
                    <a:pt x="568" y="529"/>
                  </a:cubicBezTo>
                  <a:cubicBezTo>
                    <a:pt x="567" y="531"/>
                    <a:pt x="570" y="529"/>
                    <a:pt x="567" y="532"/>
                  </a:cubicBezTo>
                  <a:cubicBezTo>
                    <a:pt x="569" y="530"/>
                    <a:pt x="569" y="529"/>
                    <a:pt x="571" y="526"/>
                  </a:cubicBezTo>
                  <a:cubicBezTo>
                    <a:pt x="571" y="526"/>
                    <a:pt x="572" y="526"/>
                    <a:pt x="572" y="525"/>
                  </a:cubicBezTo>
                  <a:cubicBezTo>
                    <a:pt x="573" y="524"/>
                    <a:pt x="571" y="526"/>
                    <a:pt x="571" y="525"/>
                  </a:cubicBezTo>
                  <a:cubicBezTo>
                    <a:pt x="572" y="523"/>
                    <a:pt x="574" y="523"/>
                    <a:pt x="574" y="521"/>
                  </a:cubicBezTo>
                  <a:cubicBezTo>
                    <a:pt x="571" y="524"/>
                    <a:pt x="568" y="527"/>
                    <a:pt x="565" y="530"/>
                  </a:cubicBezTo>
                  <a:cubicBezTo>
                    <a:pt x="562" y="533"/>
                    <a:pt x="559" y="537"/>
                    <a:pt x="556" y="540"/>
                  </a:cubicBezTo>
                  <a:cubicBezTo>
                    <a:pt x="554" y="541"/>
                    <a:pt x="556" y="538"/>
                    <a:pt x="554" y="540"/>
                  </a:cubicBezTo>
                  <a:cubicBezTo>
                    <a:pt x="553" y="541"/>
                    <a:pt x="554" y="541"/>
                    <a:pt x="553" y="542"/>
                  </a:cubicBezTo>
                  <a:cubicBezTo>
                    <a:pt x="551" y="544"/>
                    <a:pt x="553" y="540"/>
                    <a:pt x="554" y="538"/>
                  </a:cubicBezTo>
                  <a:cubicBezTo>
                    <a:pt x="558" y="535"/>
                    <a:pt x="562" y="532"/>
                    <a:pt x="566" y="527"/>
                  </a:cubicBezTo>
                  <a:cubicBezTo>
                    <a:pt x="567" y="525"/>
                    <a:pt x="568" y="524"/>
                    <a:pt x="569" y="523"/>
                  </a:cubicBezTo>
                  <a:cubicBezTo>
                    <a:pt x="568" y="524"/>
                    <a:pt x="568" y="523"/>
                    <a:pt x="571" y="521"/>
                  </a:cubicBezTo>
                  <a:cubicBezTo>
                    <a:pt x="572" y="519"/>
                    <a:pt x="570" y="520"/>
                    <a:pt x="571" y="519"/>
                  </a:cubicBezTo>
                  <a:cubicBezTo>
                    <a:pt x="574" y="517"/>
                    <a:pt x="574" y="515"/>
                    <a:pt x="577" y="512"/>
                  </a:cubicBezTo>
                  <a:cubicBezTo>
                    <a:pt x="578" y="511"/>
                    <a:pt x="577" y="513"/>
                    <a:pt x="579" y="511"/>
                  </a:cubicBezTo>
                  <a:cubicBezTo>
                    <a:pt x="578" y="511"/>
                    <a:pt x="579" y="509"/>
                    <a:pt x="580" y="507"/>
                  </a:cubicBezTo>
                  <a:cubicBezTo>
                    <a:pt x="582" y="506"/>
                    <a:pt x="579" y="510"/>
                    <a:pt x="581" y="508"/>
                  </a:cubicBezTo>
                  <a:cubicBezTo>
                    <a:pt x="581" y="507"/>
                    <a:pt x="582" y="507"/>
                    <a:pt x="582" y="506"/>
                  </a:cubicBezTo>
                  <a:cubicBezTo>
                    <a:pt x="582" y="506"/>
                    <a:pt x="582" y="505"/>
                    <a:pt x="583" y="504"/>
                  </a:cubicBezTo>
                  <a:cubicBezTo>
                    <a:pt x="586" y="501"/>
                    <a:pt x="587" y="498"/>
                    <a:pt x="590" y="496"/>
                  </a:cubicBezTo>
                  <a:cubicBezTo>
                    <a:pt x="590" y="494"/>
                    <a:pt x="593" y="493"/>
                    <a:pt x="594" y="490"/>
                  </a:cubicBezTo>
                  <a:cubicBezTo>
                    <a:pt x="595" y="489"/>
                    <a:pt x="592" y="492"/>
                    <a:pt x="593" y="493"/>
                  </a:cubicBezTo>
                  <a:cubicBezTo>
                    <a:pt x="594" y="491"/>
                    <a:pt x="595" y="489"/>
                    <a:pt x="596" y="488"/>
                  </a:cubicBezTo>
                  <a:cubicBezTo>
                    <a:pt x="597" y="487"/>
                    <a:pt x="596" y="485"/>
                    <a:pt x="597" y="484"/>
                  </a:cubicBezTo>
                  <a:cubicBezTo>
                    <a:pt x="596" y="484"/>
                    <a:pt x="597" y="484"/>
                    <a:pt x="598" y="481"/>
                  </a:cubicBezTo>
                  <a:cubicBezTo>
                    <a:pt x="596" y="485"/>
                    <a:pt x="594" y="486"/>
                    <a:pt x="592" y="489"/>
                  </a:cubicBezTo>
                  <a:cubicBezTo>
                    <a:pt x="591" y="490"/>
                    <a:pt x="593" y="488"/>
                    <a:pt x="591" y="489"/>
                  </a:cubicBezTo>
                  <a:cubicBezTo>
                    <a:pt x="590" y="491"/>
                    <a:pt x="591" y="492"/>
                    <a:pt x="591" y="491"/>
                  </a:cubicBezTo>
                  <a:cubicBezTo>
                    <a:pt x="591" y="493"/>
                    <a:pt x="590" y="494"/>
                    <a:pt x="590" y="495"/>
                  </a:cubicBezTo>
                  <a:cubicBezTo>
                    <a:pt x="589" y="494"/>
                    <a:pt x="587" y="498"/>
                    <a:pt x="586" y="499"/>
                  </a:cubicBezTo>
                  <a:cubicBezTo>
                    <a:pt x="585" y="500"/>
                    <a:pt x="587" y="497"/>
                    <a:pt x="587" y="496"/>
                  </a:cubicBezTo>
                  <a:cubicBezTo>
                    <a:pt x="585" y="498"/>
                    <a:pt x="586" y="498"/>
                    <a:pt x="585" y="499"/>
                  </a:cubicBezTo>
                  <a:cubicBezTo>
                    <a:pt x="585" y="500"/>
                    <a:pt x="583" y="501"/>
                    <a:pt x="581" y="503"/>
                  </a:cubicBezTo>
                  <a:cubicBezTo>
                    <a:pt x="582" y="504"/>
                    <a:pt x="581" y="506"/>
                    <a:pt x="580" y="507"/>
                  </a:cubicBezTo>
                  <a:cubicBezTo>
                    <a:pt x="579" y="507"/>
                    <a:pt x="579" y="506"/>
                    <a:pt x="578" y="508"/>
                  </a:cubicBezTo>
                  <a:cubicBezTo>
                    <a:pt x="577" y="509"/>
                    <a:pt x="576" y="510"/>
                    <a:pt x="575" y="511"/>
                  </a:cubicBezTo>
                  <a:cubicBezTo>
                    <a:pt x="575" y="511"/>
                    <a:pt x="574" y="511"/>
                    <a:pt x="574" y="511"/>
                  </a:cubicBezTo>
                  <a:cubicBezTo>
                    <a:pt x="570" y="516"/>
                    <a:pt x="566" y="521"/>
                    <a:pt x="562" y="525"/>
                  </a:cubicBezTo>
                  <a:cubicBezTo>
                    <a:pt x="560" y="528"/>
                    <a:pt x="557" y="530"/>
                    <a:pt x="555" y="533"/>
                  </a:cubicBezTo>
                  <a:cubicBezTo>
                    <a:pt x="550" y="536"/>
                    <a:pt x="546" y="544"/>
                    <a:pt x="541" y="545"/>
                  </a:cubicBezTo>
                  <a:cubicBezTo>
                    <a:pt x="541" y="546"/>
                    <a:pt x="540" y="547"/>
                    <a:pt x="539" y="548"/>
                  </a:cubicBezTo>
                  <a:cubicBezTo>
                    <a:pt x="538" y="548"/>
                    <a:pt x="537" y="549"/>
                    <a:pt x="535" y="550"/>
                  </a:cubicBezTo>
                  <a:cubicBezTo>
                    <a:pt x="537" y="548"/>
                    <a:pt x="539" y="547"/>
                    <a:pt x="539" y="546"/>
                  </a:cubicBezTo>
                  <a:cubicBezTo>
                    <a:pt x="539" y="547"/>
                    <a:pt x="540" y="545"/>
                    <a:pt x="542" y="544"/>
                  </a:cubicBezTo>
                  <a:cubicBezTo>
                    <a:pt x="542" y="543"/>
                    <a:pt x="541" y="544"/>
                    <a:pt x="540" y="545"/>
                  </a:cubicBezTo>
                  <a:cubicBezTo>
                    <a:pt x="541" y="543"/>
                    <a:pt x="543" y="541"/>
                    <a:pt x="545" y="539"/>
                  </a:cubicBezTo>
                  <a:cubicBezTo>
                    <a:pt x="546" y="539"/>
                    <a:pt x="544" y="542"/>
                    <a:pt x="543" y="542"/>
                  </a:cubicBezTo>
                  <a:cubicBezTo>
                    <a:pt x="544" y="542"/>
                    <a:pt x="548" y="537"/>
                    <a:pt x="550" y="535"/>
                  </a:cubicBezTo>
                  <a:cubicBezTo>
                    <a:pt x="548" y="536"/>
                    <a:pt x="548" y="537"/>
                    <a:pt x="547" y="538"/>
                  </a:cubicBezTo>
                  <a:cubicBezTo>
                    <a:pt x="550" y="534"/>
                    <a:pt x="551" y="532"/>
                    <a:pt x="554" y="529"/>
                  </a:cubicBezTo>
                  <a:cubicBezTo>
                    <a:pt x="556" y="528"/>
                    <a:pt x="552" y="532"/>
                    <a:pt x="555" y="530"/>
                  </a:cubicBezTo>
                  <a:cubicBezTo>
                    <a:pt x="556" y="528"/>
                    <a:pt x="556" y="528"/>
                    <a:pt x="556" y="528"/>
                  </a:cubicBezTo>
                  <a:cubicBezTo>
                    <a:pt x="559" y="525"/>
                    <a:pt x="563" y="520"/>
                    <a:pt x="565" y="517"/>
                  </a:cubicBezTo>
                  <a:cubicBezTo>
                    <a:pt x="563" y="520"/>
                    <a:pt x="566" y="516"/>
                    <a:pt x="568" y="513"/>
                  </a:cubicBezTo>
                  <a:cubicBezTo>
                    <a:pt x="568" y="513"/>
                    <a:pt x="569" y="511"/>
                    <a:pt x="567" y="513"/>
                  </a:cubicBezTo>
                  <a:cubicBezTo>
                    <a:pt x="569" y="509"/>
                    <a:pt x="571" y="510"/>
                    <a:pt x="572" y="507"/>
                  </a:cubicBezTo>
                  <a:cubicBezTo>
                    <a:pt x="573" y="506"/>
                    <a:pt x="573" y="507"/>
                    <a:pt x="573" y="507"/>
                  </a:cubicBezTo>
                  <a:cubicBezTo>
                    <a:pt x="574" y="506"/>
                    <a:pt x="575" y="504"/>
                    <a:pt x="575" y="503"/>
                  </a:cubicBezTo>
                  <a:cubicBezTo>
                    <a:pt x="576" y="501"/>
                    <a:pt x="580" y="499"/>
                    <a:pt x="579" y="497"/>
                  </a:cubicBezTo>
                  <a:cubicBezTo>
                    <a:pt x="580" y="497"/>
                    <a:pt x="582" y="494"/>
                    <a:pt x="582" y="495"/>
                  </a:cubicBezTo>
                  <a:cubicBezTo>
                    <a:pt x="582" y="492"/>
                    <a:pt x="586" y="487"/>
                    <a:pt x="589" y="483"/>
                  </a:cubicBezTo>
                  <a:cubicBezTo>
                    <a:pt x="588" y="486"/>
                    <a:pt x="588" y="486"/>
                    <a:pt x="587" y="488"/>
                  </a:cubicBezTo>
                  <a:cubicBezTo>
                    <a:pt x="589" y="487"/>
                    <a:pt x="590" y="485"/>
                    <a:pt x="591" y="484"/>
                  </a:cubicBezTo>
                  <a:cubicBezTo>
                    <a:pt x="592" y="483"/>
                    <a:pt x="589" y="485"/>
                    <a:pt x="591" y="483"/>
                  </a:cubicBezTo>
                  <a:cubicBezTo>
                    <a:pt x="590" y="482"/>
                    <a:pt x="589" y="485"/>
                    <a:pt x="589" y="486"/>
                  </a:cubicBezTo>
                  <a:cubicBezTo>
                    <a:pt x="588" y="486"/>
                    <a:pt x="590" y="480"/>
                    <a:pt x="593" y="478"/>
                  </a:cubicBezTo>
                  <a:cubicBezTo>
                    <a:pt x="595" y="475"/>
                    <a:pt x="595" y="470"/>
                    <a:pt x="598" y="467"/>
                  </a:cubicBezTo>
                  <a:cubicBezTo>
                    <a:pt x="598" y="465"/>
                    <a:pt x="598" y="465"/>
                    <a:pt x="598" y="465"/>
                  </a:cubicBezTo>
                  <a:cubicBezTo>
                    <a:pt x="599" y="463"/>
                    <a:pt x="599" y="465"/>
                    <a:pt x="599" y="465"/>
                  </a:cubicBezTo>
                  <a:cubicBezTo>
                    <a:pt x="600" y="464"/>
                    <a:pt x="600" y="461"/>
                    <a:pt x="602" y="459"/>
                  </a:cubicBezTo>
                  <a:cubicBezTo>
                    <a:pt x="603" y="459"/>
                    <a:pt x="601" y="461"/>
                    <a:pt x="601" y="462"/>
                  </a:cubicBezTo>
                  <a:cubicBezTo>
                    <a:pt x="604" y="456"/>
                    <a:pt x="605" y="451"/>
                    <a:pt x="608" y="448"/>
                  </a:cubicBezTo>
                  <a:cubicBezTo>
                    <a:pt x="609" y="446"/>
                    <a:pt x="610" y="444"/>
                    <a:pt x="610" y="442"/>
                  </a:cubicBezTo>
                  <a:cubicBezTo>
                    <a:pt x="609" y="443"/>
                    <a:pt x="609" y="443"/>
                    <a:pt x="609" y="442"/>
                  </a:cubicBezTo>
                  <a:cubicBezTo>
                    <a:pt x="610" y="440"/>
                    <a:pt x="612" y="434"/>
                    <a:pt x="614" y="431"/>
                  </a:cubicBezTo>
                  <a:cubicBezTo>
                    <a:pt x="614" y="432"/>
                    <a:pt x="614" y="434"/>
                    <a:pt x="613" y="435"/>
                  </a:cubicBezTo>
                  <a:cubicBezTo>
                    <a:pt x="614" y="434"/>
                    <a:pt x="616" y="428"/>
                    <a:pt x="617" y="426"/>
                  </a:cubicBezTo>
                  <a:cubicBezTo>
                    <a:pt x="617" y="423"/>
                    <a:pt x="617" y="427"/>
                    <a:pt x="616" y="428"/>
                  </a:cubicBezTo>
                  <a:cubicBezTo>
                    <a:pt x="616" y="426"/>
                    <a:pt x="617" y="424"/>
                    <a:pt x="617" y="422"/>
                  </a:cubicBezTo>
                  <a:cubicBezTo>
                    <a:pt x="616" y="422"/>
                    <a:pt x="616" y="422"/>
                    <a:pt x="616" y="421"/>
                  </a:cubicBezTo>
                  <a:cubicBezTo>
                    <a:pt x="615" y="422"/>
                    <a:pt x="615" y="423"/>
                    <a:pt x="615" y="423"/>
                  </a:cubicBezTo>
                  <a:cubicBezTo>
                    <a:pt x="615" y="422"/>
                    <a:pt x="615" y="422"/>
                    <a:pt x="615" y="421"/>
                  </a:cubicBezTo>
                  <a:cubicBezTo>
                    <a:pt x="617" y="419"/>
                    <a:pt x="617" y="418"/>
                    <a:pt x="619" y="415"/>
                  </a:cubicBezTo>
                  <a:cubicBezTo>
                    <a:pt x="619" y="417"/>
                    <a:pt x="617" y="418"/>
                    <a:pt x="618" y="420"/>
                  </a:cubicBezTo>
                  <a:cubicBezTo>
                    <a:pt x="619" y="419"/>
                    <a:pt x="618" y="418"/>
                    <a:pt x="619" y="417"/>
                  </a:cubicBezTo>
                  <a:cubicBezTo>
                    <a:pt x="618" y="417"/>
                    <a:pt x="619" y="412"/>
                    <a:pt x="620" y="410"/>
                  </a:cubicBezTo>
                  <a:cubicBezTo>
                    <a:pt x="621" y="410"/>
                    <a:pt x="620" y="411"/>
                    <a:pt x="620" y="412"/>
                  </a:cubicBezTo>
                  <a:cubicBezTo>
                    <a:pt x="622" y="410"/>
                    <a:pt x="621" y="409"/>
                    <a:pt x="622" y="407"/>
                  </a:cubicBezTo>
                  <a:cubicBezTo>
                    <a:pt x="622" y="406"/>
                    <a:pt x="621" y="409"/>
                    <a:pt x="621" y="408"/>
                  </a:cubicBezTo>
                  <a:cubicBezTo>
                    <a:pt x="622" y="404"/>
                    <a:pt x="623" y="401"/>
                    <a:pt x="624" y="397"/>
                  </a:cubicBezTo>
                  <a:cubicBezTo>
                    <a:pt x="623" y="396"/>
                    <a:pt x="623" y="399"/>
                    <a:pt x="622" y="401"/>
                  </a:cubicBezTo>
                  <a:cubicBezTo>
                    <a:pt x="622" y="401"/>
                    <a:pt x="622" y="401"/>
                    <a:pt x="622" y="401"/>
                  </a:cubicBezTo>
                  <a:cubicBezTo>
                    <a:pt x="623" y="399"/>
                    <a:pt x="622" y="398"/>
                    <a:pt x="623" y="394"/>
                  </a:cubicBezTo>
                  <a:cubicBezTo>
                    <a:pt x="622" y="394"/>
                    <a:pt x="622" y="397"/>
                    <a:pt x="622" y="398"/>
                  </a:cubicBezTo>
                  <a:cubicBezTo>
                    <a:pt x="621" y="401"/>
                    <a:pt x="622" y="395"/>
                    <a:pt x="621" y="399"/>
                  </a:cubicBezTo>
                  <a:cubicBezTo>
                    <a:pt x="621" y="397"/>
                    <a:pt x="622" y="393"/>
                    <a:pt x="620" y="396"/>
                  </a:cubicBezTo>
                  <a:close/>
                  <a:moveTo>
                    <a:pt x="501" y="559"/>
                  </a:moveTo>
                  <a:cubicBezTo>
                    <a:pt x="499" y="561"/>
                    <a:pt x="497" y="562"/>
                    <a:pt x="496" y="563"/>
                  </a:cubicBezTo>
                  <a:cubicBezTo>
                    <a:pt x="497" y="561"/>
                    <a:pt x="499" y="560"/>
                    <a:pt x="501" y="559"/>
                  </a:cubicBezTo>
                  <a:close/>
                  <a:moveTo>
                    <a:pt x="349" y="605"/>
                  </a:moveTo>
                  <a:cubicBezTo>
                    <a:pt x="351" y="605"/>
                    <a:pt x="354" y="605"/>
                    <a:pt x="352" y="604"/>
                  </a:cubicBezTo>
                  <a:cubicBezTo>
                    <a:pt x="355" y="603"/>
                    <a:pt x="357" y="604"/>
                    <a:pt x="360" y="604"/>
                  </a:cubicBezTo>
                  <a:cubicBezTo>
                    <a:pt x="359" y="605"/>
                    <a:pt x="359" y="604"/>
                    <a:pt x="357" y="605"/>
                  </a:cubicBezTo>
                  <a:cubicBezTo>
                    <a:pt x="356" y="605"/>
                    <a:pt x="356" y="605"/>
                    <a:pt x="355" y="605"/>
                  </a:cubicBezTo>
                  <a:cubicBezTo>
                    <a:pt x="354" y="605"/>
                    <a:pt x="355" y="605"/>
                    <a:pt x="355" y="606"/>
                  </a:cubicBezTo>
                  <a:cubicBezTo>
                    <a:pt x="353" y="605"/>
                    <a:pt x="351" y="606"/>
                    <a:pt x="349" y="605"/>
                  </a:cubicBezTo>
                  <a:close/>
                  <a:moveTo>
                    <a:pt x="616" y="190"/>
                  </a:moveTo>
                  <a:cubicBezTo>
                    <a:pt x="617" y="192"/>
                    <a:pt x="618" y="191"/>
                    <a:pt x="618" y="194"/>
                  </a:cubicBezTo>
                  <a:cubicBezTo>
                    <a:pt x="618" y="194"/>
                    <a:pt x="616" y="192"/>
                    <a:pt x="616" y="190"/>
                  </a:cubicBezTo>
                  <a:close/>
                  <a:moveTo>
                    <a:pt x="632" y="180"/>
                  </a:moveTo>
                  <a:cubicBezTo>
                    <a:pt x="634" y="184"/>
                    <a:pt x="634" y="184"/>
                    <a:pt x="637" y="186"/>
                  </a:cubicBezTo>
                  <a:cubicBezTo>
                    <a:pt x="636" y="188"/>
                    <a:pt x="637" y="189"/>
                    <a:pt x="638" y="191"/>
                  </a:cubicBezTo>
                  <a:cubicBezTo>
                    <a:pt x="639" y="193"/>
                    <a:pt x="639" y="193"/>
                    <a:pt x="638" y="194"/>
                  </a:cubicBezTo>
                  <a:cubicBezTo>
                    <a:pt x="640" y="197"/>
                    <a:pt x="640" y="195"/>
                    <a:pt x="640" y="194"/>
                  </a:cubicBezTo>
                  <a:cubicBezTo>
                    <a:pt x="642" y="199"/>
                    <a:pt x="640" y="199"/>
                    <a:pt x="638" y="196"/>
                  </a:cubicBezTo>
                  <a:cubicBezTo>
                    <a:pt x="638" y="192"/>
                    <a:pt x="634" y="188"/>
                    <a:pt x="632" y="184"/>
                  </a:cubicBezTo>
                  <a:cubicBezTo>
                    <a:pt x="632" y="182"/>
                    <a:pt x="634" y="186"/>
                    <a:pt x="634" y="185"/>
                  </a:cubicBezTo>
                  <a:cubicBezTo>
                    <a:pt x="633" y="184"/>
                    <a:pt x="631" y="180"/>
                    <a:pt x="632" y="180"/>
                  </a:cubicBezTo>
                  <a:close/>
                  <a:moveTo>
                    <a:pt x="309" y="3"/>
                  </a:moveTo>
                  <a:cubicBezTo>
                    <a:pt x="306" y="4"/>
                    <a:pt x="304" y="3"/>
                    <a:pt x="302" y="4"/>
                  </a:cubicBezTo>
                  <a:cubicBezTo>
                    <a:pt x="304" y="3"/>
                    <a:pt x="306" y="3"/>
                    <a:pt x="309" y="3"/>
                  </a:cubicBezTo>
                  <a:close/>
                  <a:moveTo>
                    <a:pt x="129" y="74"/>
                  </a:moveTo>
                  <a:cubicBezTo>
                    <a:pt x="128" y="75"/>
                    <a:pt x="125" y="77"/>
                    <a:pt x="125" y="76"/>
                  </a:cubicBezTo>
                  <a:cubicBezTo>
                    <a:pt x="127" y="76"/>
                    <a:pt x="130" y="72"/>
                    <a:pt x="129" y="74"/>
                  </a:cubicBezTo>
                  <a:close/>
                  <a:moveTo>
                    <a:pt x="36" y="188"/>
                  </a:moveTo>
                  <a:cubicBezTo>
                    <a:pt x="37" y="187"/>
                    <a:pt x="37" y="185"/>
                    <a:pt x="38" y="184"/>
                  </a:cubicBezTo>
                  <a:cubicBezTo>
                    <a:pt x="38" y="185"/>
                    <a:pt x="36" y="189"/>
                    <a:pt x="36" y="188"/>
                  </a:cubicBezTo>
                  <a:close/>
                  <a:moveTo>
                    <a:pt x="531" y="609"/>
                  </a:moveTo>
                  <a:cubicBezTo>
                    <a:pt x="533" y="607"/>
                    <a:pt x="535" y="605"/>
                    <a:pt x="538" y="604"/>
                  </a:cubicBezTo>
                  <a:cubicBezTo>
                    <a:pt x="536" y="606"/>
                    <a:pt x="531" y="609"/>
                    <a:pt x="531" y="609"/>
                  </a:cubicBezTo>
                  <a:close/>
                  <a:moveTo>
                    <a:pt x="480" y="625"/>
                  </a:moveTo>
                  <a:cubicBezTo>
                    <a:pt x="480" y="625"/>
                    <a:pt x="490" y="620"/>
                    <a:pt x="489" y="622"/>
                  </a:cubicBezTo>
                  <a:cubicBezTo>
                    <a:pt x="486" y="622"/>
                    <a:pt x="483" y="625"/>
                    <a:pt x="480" y="625"/>
                  </a:cubicBezTo>
                  <a:close/>
                  <a:moveTo>
                    <a:pt x="635" y="474"/>
                  </a:moveTo>
                  <a:cubicBezTo>
                    <a:pt x="635" y="475"/>
                    <a:pt x="635" y="475"/>
                    <a:pt x="635" y="476"/>
                  </a:cubicBezTo>
                  <a:cubicBezTo>
                    <a:pt x="634" y="477"/>
                    <a:pt x="634" y="478"/>
                    <a:pt x="633" y="479"/>
                  </a:cubicBezTo>
                  <a:cubicBezTo>
                    <a:pt x="633" y="477"/>
                    <a:pt x="634" y="475"/>
                    <a:pt x="635" y="474"/>
                  </a:cubicBezTo>
                  <a:close/>
                  <a:moveTo>
                    <a:pt x="411" y="626"/>
                  </a:moveTo>
                  <a:cubicBezTo>
                    <a:pt x="416" y="624"/>
                    <a:pt x="419" y="624"/>
                    <a:pt x="423" y="623"/>
                  </a:cubicBezTo>
                  <a:cubicBezTo>
                    <a:pt x="419" y="624"/>
                    <a:pt x="415" y="625"/>
                    <a:pt x="411" y="626"/>
                  </a:cubicBezTo>
                  <a:close/>
                  <a:moveTo>
                    <a:pt x="512" y="579"/>
                  </a:moveTo>
                  <a:cubicBezTo>
                    <a:pt x="513" y="578"/>
                    <a:pt x="517" y="575"/>
                    <a:pt x="517" y="576"/>
                  </a:cubicBezTo>
                  <a:cubicBezTo>
                    <a:pt x="516" y="577"/>
                    <a:pt x="512" y="580"/>
                    <a:pt x="512" y="579"/>
                  </a:cubicBezTo>
                  <a:close/>
                  <a:moveTo>
                    <a:pt x="556" y="543"/>
                  </a:moveTo>
                  <a:cubicBezTo>
                    <a:pt x="556" y="543"/>
                    <a:pt x="557" y="540"/>
                    <a:pt x="558" y="540"/>
                  </a:cubicBezTo>
                  <a:cubicBezTo>
                    <a:pt x="559" y="540"/>
                    <a:pt x="557" y="543"/>
                    <a:pt x="556" y="543"/>
                  </a:cubicBezTo>
                  <a:close/>
                  <a:moveTo>
                    <a:pt x="618" y="415"/>
                  </a:moveTo>
                  <a:cubicBezTo>
                    <a:pt x="618" y="414"/>
                    <a:pt x="618" y="414"/>
                    <a:pt x="618" y="413"/>
                  </a:cubicBezTo>
                  <a:cubicBezTo>
                    <a:pt x="619" y="412"/>
                    <a:pt x="618" y="410"/>
                    <a:pt x="620" y="409"/>
                  </a:cubicBezTo>
                  <a:cubicBezTo>
                    <a:pt x="620" y="411"/>
                    <a:pt x="618" y="415"/>
                    <a:pt x="618" y="415"/>
                  </a:cubicBezTo>
                  <a:close/>
                  <a:moveTo>
                    <a:pt x="581" y="484"/>
                  </a:moveTo>
                  <a:cubicBezTo>
                    <a:pt x="582" y="483"/>
                    <a:pt x="582" y="481"/>
                    <a:pt x="584" y="480"/>
                  </a:cubicBezTo>
                  <a:cubicBezTo>
                    <a:pt x="583" y="483"/>
                    <a:pt x="582" y="484"/>
                    <a:pt x="581" y="484"/>
                  </a:cubicBezTo>
                  <a:close/>
                  <a:moveTo>
                    <a:pt x="530" y="538"/>
                  </a:moveTo>
                  <a:cubicBezTo>
                    <a:pt x="529" y="537"/>
                    <a:pt x="532" y="535"/>
                    <a:pt x="533" y="534"/>
                  </a:cubicBezTo>
                  <a:cubicBezTo>
                    <a:pt x="533" y="536"/>
                    <a:pt x="531" y="537"/>
                    <a:pt x="530" y="538"/>
                  </a:cubicBezTo>
                  <a:close/>
                  <a:moveTo>
                    <a:pt x="518" y="548"/>
                  </a:moveTo>
                  <a:cubicBezTo>
                    <a:pt x="519" y="546"/>
                    <a:pt x="523" y="543"/>
                    <a:pt x="523" y="544"/>
                  </a:cubicBezTo>
                  <a:cubicBezTo>
                    <a:pt x="521" y="545"/>
                    <a:pt x="520" y="547"/>
                    <a:pt x="518" y="548"/>
                  </a:cubicBezTo>
                  <a:close/>
                  <a:moveTo>
                    <a:pt x="616" y="483"/>
                  </a:moveTo>
                  <a:cubicBezTo>
                    <a:pt x="614" y="486"/>
                    <a:pt x="612" y="490"/>
                    <a:pt x="610" y="493"/>
                  </a:cubicBezTo>
                  <a:cubicBezTo>
                    <a:pt x="611" y="490"/>
                    <a:pt x="615" y="484"/>
                    <a:pt x="616" y="483"/>
                  </a:cubicBezTo>
                  <a:close/>
                  <a:moveTo>
                    <a:pt x="474" y="564"/>
                  </a:moveTo>
                  <a:cubicBezTo>
                    <a:pt x="474" y="563"/>
                    <a:pt x="477" y="561"/>
                    <a:pt x="479" y="561"/>
                  </a:cubicBezTo>
                  <a:cubicBezTo>
                    <a:pt x="478" y="563"/>
                    <a:pt x="476" y="564"/>
                    <a:pt x="474" y="564"/>
                  </a:cubicBezTo>
                  <a:close/>
                  <a:moveTo>
                    <a:pt x="543" y="540"/>
                  </a:moveTo>
                  <a:cubicBezTo>
                    <a:pt x="545" y="539"/>
                    <a:pt x="546" y="537"/>
                    <a:pt x="547" y="536"/>
                  </a:cubicBezTo>
                  <a:cubicBezTo>
                    <a:pt x="546" y="537"/>
                    <a:pt x="544" y="541"/>
                    <a:pt x="543" y="540"/>
                  </a:cubicBezTo>
                  <a:close/>
                  <a:moveTo>
                    <a:pt x="619" y="485"/>
                  </a:moveTo>
                  <a:cubicBezTo>
                    <a:pt x="619" y="484"/>
                    <a:pt x="621" y="480"/>
                    <a:pt x="621" y="482"/>
                  </a:cubicBezTo>
                  <a:cubicBezTo>
                    <a:pt x="620" y="483"/>
                    <a:pt x="619" y="487"/>
                    <a:pt x="619" y="485"/>
                  </a:cubicBezTo>
                  <a:close/>
                  <a:moveTo>
                    <a:pt x="617" y="489"/>
                  </a:moveTo>
                  <a:cubicBezTo>
                    <a:pt x="616" y="489"/>
                    <a:pt x="616" y="490"/>
                    <a:pt x="614" y="492"/>
                  </a:cubicBezTo>
                  <a:cubicBezTo>
                    <a:pt x="615" y="491"/>
                    <a:pt x="613" y="493"/>
                    <a:pt x="613" y="492"/>
                  </a:cubicBezTo>
                  <a:cubicBezTo>
                    <a:pt x="615" y="490"/>
                    <a:pt x="615" y="491"/>
                    <a:pt x="616" y="488"/>
                  </a:cubicBezTo>
                  <a:cubicBezTo>
                    <a:pt x="617" y="487"/>
                    <a:pt x="617" y="487"/>
                    <a:pt x="617" y="487"/>
                  </a:cubicBezTo>
                  <a:cubicBezTo>
                    <a:pt x="617" y="487"/>
                    <a:pt x="618" y="487"/>
                    <a:pt x="617" y="489"/>
                  </a:cubicBezTo>
                  <a:close/>
                  <a:moveTo>
                    <a:pt x="609" y="497"/>
                  </a:moveTo>
                  <a:cubicBezTo>
                    <a:pt x="610" y="496"/>
                    <a:pt x="611" y="493"/>
                    <a:pt x="612" y="492"/>
                  </a:cubicBezTo>
                  <a:cubicBezTo>
                    <a:pt x="612" y="494"/>
                    <a:pt x="611" y="496"/>
                    <a:pt x="609" y="497"/>
                  </a:cubicBezTo>
                  <a:close/>
                  <a:moveTo>
                    <a:pt x="551" y="544"/>
                  </a:moveTo>
                  <a:cubicBezTo>
                    <a:pt x="550" y="545"/>
                    <a:pt x="549" y="546"/>
                    <a:pt x="548" y="547"/>
                  </a:cubicBezTo>
                  <a:cubicBezTo>
                    <a:pt x="550" y="545"/>
                    <a:pt x="548" y="545"/>
                    <a:pt x="551" y="542"/>
                  </a:cubicBezTo>
                  <a:cubicBezTo>
                    <a:pt x="552" y="542"/>
                    <a:pt x="549" y="545"/>
                    <a:pt x="551" y="544"/>
                  </a:cubicBezTo>
                  <a:close/>
                  <a:moveTo>
                    <a:pt x="599" y="514"/>
                  </a:moveTo>
                  <a:cubicBezTo>
                    <a:pt x="600" y="513"/>
                    <a:pt x="600" y="512"/>
                    <a:pt x="600" y="511"/>
                  </a:cubicBezTo>
                  <a:cubicBezTo>
                    <a:pt x="602" y="510"/>
                    <a:pt x="602" y="510"/>
                    <a:pt x="602" y="510"/>
                  </a:cubicBezTo>
                  <a:cubicBezTo>
                    <a:pt x="601" y="512"/>
                    <a:pt x="600" y="512"/>
                    <a:pt x="599" y="514"/>
                  </a:cubicBezTo>
                  <a:close/>
                  <a:moveTo>
                    <a:pt x="627" y="488"/>
                  </a:moveTo>
                  <a:cubicBezTo>
                    <a:pt x="629" y="488"/>
                    <a:pt x="628" y="486"/>
                    <a:pt x="630" y="484"/>
                  </a:cubicBezTo>
                  <a:cubicBezTo>
                    <a:pt x="631" y="484"/>
                    <a:pt x="626" y="493"/>
                    <a:pt x="627" y="488"/>
                  </a:cubicBezTo>
                  <a:close/>
                  <a:moveTo>
                    <a:pt x="542" y="553"/>
                  </a:moveTo>
                  <a:cubicBezTo>
                    <a:pt x="540" y="554"/>
                    <a:pt x="539" y="556"/>
                    <a:pt x="537" y="557"/>
                  </a:cubicBezTo>
                  <a:cubicBezTo>
                    <a:pt x="536" y="558"/>
                    <a:pt x="535" y="559"/>
                    <a:pt x="533" y="559"/>
                  </a:cubicBezTo>
                  <a:cubicBezTo>
                    <a:pt x="534" y="561"/>
                    <a:pt x="531" y="563"/>
                    <a:pt x="529" y="564"/>
                  </a:cubicBezTo>
                  <a:cubicBezTo>
                    <a:pt x="533" y="560"/>
                    <a:pt x="532" y="560"/>
                    <a:pt x="535" y="556"/>
                  </a:cubicBezTo>
                  <a:cubicBezTo>
                    <a:pt x="538" y="556"/>
                    <a:pt x="537" y="554"/>
                    <a:pt x="538" y="554"/>
                  </a:cubicBezTo>
                  <a:cubicBezTo>
                    <a:pt x="540" y="552"/>
                    <a:pt x="544" y="548"/>
                    <a:pt x="545" y="548"/>
                  </a:cubicBezTo>
                  <a:cubicBezTo>
                    <a:pt x="545" y="548"/>
                    <a:pt x="543" y="550"/>
                    <a:pt x="544" y="549"/>
                  </a:cubicBezTo>
                  <a:cubicBezTo>
                    <a:pt x="545" y="548"/>
                    <a:pt x="547" y="547"/>
                    <a:pt x="548" y="546"/>
                  </a:cubicBezTo>
                  <a:cubicBezTo>
                    <a:pt x="548" y="547"/>
                    <a:pt x="546" y="548"/>
                    <a:pt x="545" y="549"/>
                  </a:cubicBezTo>
                  <a:cubicBezTo>
                    <a:pt x="544" y="550"/>
                    <a:pt x="541" y="552"/>
                    <a:pt x="542" y="553"/>
                  </a:cubicBezTo>
                  <a:close/>
                  <a:moveTo>
                    <a:pt x="483" y="572"/>
                  </a:moveTo>
                  <a:cubicBezTo>
                    <a:pt x="483" y="571"/>
                    <a:pt x="485" y="570"/>
                    <a:pt x="487" y="569"/>
                  </a:cubicBezTo>
                  <a:cubicBezTo>
                    <a:pt x="487" y="569"/>
                    <a:pt x="484" y="571"/>
                    <a:pt x="483" y="572"/>
                  </a:cubicBezTo>
                  <a:close/>
                  <a:moveTo>
                    <a:pt x="552" y="546"/>
                  </a:moveTo>
                  <a:cubicBezTo>
                    <a:pt x="550" y="547"/>
                    <a:pt x="550" y="547"/>
                    <a:pt x="550" y="547"/>
                  </a:cubicBezTo>
                  <a:cubicBezTo>
                    <a:pt x="551" y="546"/>
                    <a:pt x="551" y="545"/>
                    <a:pt x="552" y="545"/>
                  </a:cubicBezTo>
                  <a:cubicBezTo>
                    <a:pt x="551" y="547"/>
                    <a:pt x="554" y="544"/>
                    <a:pt x="552" y="546"/>
                  </a:cubicBezTo>
                  <a:close/>
                  <a:moveTo>
                    <a:pt x="615" y="506"/>
                  </a:moveTo>
                  <a:cubicBezTo>
                    <a:pt x="615" y="504"/>
                    <a:pt x="617" y="504"/>
                    <a:pt x="618" y="501"/>
                  </a:cubicBezTo>
                  <a:cubicBezTo>
                    <a:pt x="619" y="500"/>
                    <a:pt x="618" y="502"/>
                    <a:pt x="620" y="499"/>
                  </a:cubicBezTo>
                  <a:cubicBezTo>
                    <a:pt x="619" y="504"/>
                    <a:pt x="617" y="503"/>
                    <a:pt x="615" y="506"/>
                  </a:cubicBezTo>
                  <a:close/>
                  <a:moveTo>
                    <a:pt x="587" y="529"/>
                  </a:moveTo>
                  <a:cubicBezTo>
                    <a:pt x="587" y="527"/>
                    <a:pt x="588" y="525"/>
                    <a:pt x="590" y="524"/>
                  </a:cubicBezTo>
                  <a:cubicBezTo>
                    <a:pt x="589" y="526"/>
                    <a:pt x="588" y="528"/>
                    <a:pt x="587" y="529"/>
                  </a:cubicBezTo>
                  <a:close/>
                  <a:moveTo>
                    <a:pt x="606" y="514"/>
                  </a:moveTo>
                  <a:cubicBezTo>
                    <a:pt x="608" y="513"/>
                    <a:pt x="605" y="519"/>
                    <a:pt x="603" y="521"/>
                  </a:cubicBezTo>
                  <a:cubicBezTo>
                    <a:pt x="602" y="520"/>
                    <a:pt x="603" y="518"/>
                    <a:pt x="604" y="517"/>
                  </a:cubicBezTo>
                  <a:cubicBezTo>
                    <a:pt x="605" y="518"/>
                    <a:pt x="606" y="515"/>
                    <a:pt x="606" y="514"/>
                  </a:cubicBezTo>
                  <a:close/>
                  <a:moveTo>
                    <a:pt x="513" y="573"/>
                  </a:moveTo>
                  <a:cubicBezTo>
                    <a:pt x="513" y="574"/>
                    <a:pt x="515" y="572"/>
                    <a:pt x="515" y="571"/>
                  </a:cubicBezTo>
                  <a:cubicBezTo>
                    <a:pt x="517" y="570"/>
                    <a:pt x="517" y="570"/>
                    <a:pt x="517" y="570"/>
                  </a:cubicBezTo>
                  <a:cubicBezTo>
                    <a:pt x="520" y="567"/>
                    <a:pt x="524" y="566"/>
                    <a:pt x="527" y="562"/>
                  </a:cubicBezTo>
                  <a:cubicBezTo>
                    <a:pt x="528" y="562"/>
                    <a:pt x="527" y="564"/>
                    <a:pt x="529" y="561"/>
                  </a:cubicBezTo>
                  <a:cubicBezTo>
                    <a:pt x="531" y="560"/>
                    <a:pt x="532" y="561"/>
                    <a:pt x="529" y="563"/>
                  </a:cubicBezTo>
                  <a:cubicBezTo>
                    <a:pt x="529" y="562"/>
                    <a:pt x="530" y="562"/>
                    <a:pt x="529" y="562"/>
                  </a:cubicBezTo>
                  <a:cubicBezTo>
                    <a:pt x="529" y="563"/>
                    <a:pt x="528" y="565"/>
                    <a:pt x="526" y="566"/>
                  </a:cubicBezTo>
                  <a:cubicBezTo>
                    <a:pt x="524" y="568"/>
                    <a:pt x="522" y="569"/>
                    <a:pt x="521" y="571"/>
                  </a:cubicBezTo>
                  <a:cubicBezTo>
                    <a:pt x="518" y="572"/>
                    <a:pt x="518" y="572"/>
                    <a:pt x="518" y="572"/>
                  </a:cubicBezTo>
                  <a:cubicBezTo>
                    <a:pt x="516" y="573"/>
                    <a:pt x="515" y="576"/>
                    <a:pt x="513" y="576"/>
                  </a:cubicBezTo>
                  <a:cubicBezTo>
                    <a:pt x="513" y="575"/>
                    <a:pt x="517" y="571"/>
                    <a:pt x="520" y="570"/>
                  </a:cubicBezTo>
                  <a:cubicBezTo>
                    <a:pt x="519" y="570"/>
                    <a:pt x="520" y="569"/>
                    <a:pt x="520" y="569"/>
                  </a:cubicBezTo>
                  <a:cubicBezTo>
                    <a:pt x="519" y="570"/>
                    <a:pt x="517" y="570"/>
                    <a:pt x="516" y="572"/>
                  </a:cubicBezTo>
                  <a:cubicBezTo>
                    <a:pt x="514" y="574"/>
                    <a:pt x="512" y="576"/>
                    <a:pt x="509" y="577"/>
                  </a:cubicBezTo>
                  <a:cubicBezTo>
                    <a:pt x="513" y="575"/>
                    <a:pt x="511" y="575"/>
                    <a:pt x="513" y="573"/>
                  </a:cubicBezTo>
                  <a:close/>
                  <a:moveTo>
                    <a:pt x="584" y="533"/>
                  </a:moveTo>
                  <a:cubicBezTo>
                    <a:pt x="584" y="534"/>
                    <a:pt x="586" y="532"/>
                    <a:pt x="585" y="533"/>
                  </a:cubicBezTo>
                  <a:cubicBezTo>
                    <a:pt x="584" y="534"/>
                    <a:pt x="584" y="536"/>
                    <a:pt x="582" y="536"/>
                  </a:cubicBezTo>
                  <a:cubicBezTo>
                    <a:pt x="583" y="534"/>
                    <a:pt x="582" y="534"/>
                    <a:pt x="583" y="532"/>
                  </a:cubicBezTo>
                  <a:cubicBezTo>
                    <a:pt x="585" y="531"/>
                    <a:pt x="585" y="531"/>
                    <a:pt x="585" y="531"/>
                  </a:cubicBezTo>
                  <a:lnTo>
                    <a:pt x="584" y="533"/>
                  </a:lnTo>
                  <a:close/>
                  <a:moveTo>
                    <a:pt x="427" y="585"/>
                  </a:moveTo>
                  <a:cubicBezTo>
                    <a:pt x="426" y="585"/>
                    <a:pt x="429" y="583"/>
                    <a:pt x="430" y="583"/>
                  </a:cubicBezTo>
                  <a:cubicBezTo>
                    <a:pt x="429" y="584"/>
                    <a:pt x="428" y="585"/>
                    <a:pt x="427" y="585"/>
                  </a:cubicBezTo>
                  <a:close/>
                  <a:moveTo>
                    <a:pt x="453" y="586"/>
                  </a:moveTo>
                  <a:cubicBezTo>
                    <a:pt x="454" y="585"/>
                    <a:pt x="460" y="584"/>
                    <a:pt x="458" y="584"/>
                  </a:cubicBezTo>
                  <a:cubicBezTo>
                    <a:pt x="456" y="585"/>
                    <a:pt x="455" y="586"/>
                    <a:pt x="453" y="586"/>
                  </a:cubicBezTo>
                  <a:close/>
                  <a:moveTo>
                    <a:pt x="593" y="532"/>
                  </a:moveTo>
                  <a:cubicBezTo>
                    <a:pt x="594" y="530"/>
                    <a:pt x="594" y="530"/>
                    <a:pt x="594" y="530"/>
                  </a:cubicBezTo>
                  <a:cubicBezTo>
                    <a:pt x="594" y="529"/>
                    <a:pt x="595" y="529"/>
                    <a:pt x="595" y="529"/>
                  </a:cubicBezTo>
                  <a:cubicBezTo>
                    <a:pt x="594" y="530"/>
                    <a:pt x="595" y="531"/>
                    <a:pt x="593" y="532"/>
                  </a:cubicBezTo>
                  <a:close/>
                  <a:moveTo>
                    <a:pt x="575" y="547"/>
                  </a:moveTo>
                  <a:cubicBezTo>
                    <a:pt x="576" y="546"/>
                    <a:pt x="575" y="546"/>
                    <a:pt x="574" y="547"/>
                  </a:cubicBezTo>
                  <a:cubicBezTo>
                    <a:pt x="576" y="544"/>
                    <a:pt x="576" y="544"/>
                    <a:pt x="576" y="544"/>
                  </a:cubicBezTo>
                  <a:cubicBezTo>
                    <a:pt x="577" y="543"/>
                    <a:pt x="578" y="542"/>
                    <a:pt x="580" y="540"/>
                  </a:cubicBezTo>
                  <a:cubicBezTo>
                    <a:pt x="578" y="543"/>
                    <a:pt x="577" y="545"/>
                    <a:pt x="575" y="547"/>
                  </a:cubicBezTo>
                  <a:close/>
                  <a:moveTo>
                    <a:pt x="592" y="533"/>
                  </a:moveTo>
                  <a:cubicBezTo>
                    <a:pt x="592" y="535"/>
                    <a:pt x="592" y="535"/>
                    <a:pt x="593" y="535"/>
                  </a:cubicBezTo>
                  <a:cubicBezTo>
                    <a:pt x="592" y="536"/>
                    <a:pt x="591" y="537"/>
                    <a:pt x="590" y="538"/>
                  </a:cubicBezTo>
                  <a:cubicBezTo>
                    <a:pt x="593" y="533"/>
                    <a:pt x="587" y="541"/>
                    <a:pt x="587" y="539"/>
                  </a:cubicBezTo>
                  <a:cubicBezTo>
                    <a:pt x="589" y="537"/>
                    <a:pt x="592" y="532"/>
                    <a:pt x="593" y="533"/>
                  </a:cubicBezTo>
                  <a:lnTo>
                    <a:pt x="592" y="533"/>
                  </a:lnTo>
                  <a:close/>
                  <a:moveTo>
                    <a:pt x="566" y="553"/>
                  </a:moveTo>
                  <a:cubicBezTo>
                    <a:pt x="567" y="553"/>
                    <a:pt x="569" y="550"/>
                    <a:pt x="571" y="549"/>
                  </a:cubicBezTo>
                  <a:cubicBezTo>
                    <a:pt x="571" y="551"/>
                    <a:pt x="566" y="555"/>
                    <a:pt x="566" y="553"/>
                  </a:cubicBezTo>
                  <a:close/>
                  <a:moveTo>
                    <a:pt x="562" y="556"/>
                  </a:moveTo>
                  <a:cubicBezTo>
                    <a:pt x="561" y="558"/>
                    <a:pt x="561" y="556"/>
                    <a:pt x="560" y="558"/>
                  </a:cubicBezTo>
                  <a:cubicBezTo>
                    <a:pt x="560" y="559"/>
                    <a:pt x="561" y="558"/>
                    <a:pt x="561" y="559"/>
                  </a:cubicBezTo>
                  <a:cubicBezTo>
                    <a:pt x="560" y="559"/>
                    <a:pt x="559" y="560"/>
                    <a:pt x="558" y="560"/>
                  </a:cubicBezTo>
                  <a:cubicBezTo>
                    <a:pt x="559" y="559"/>
                    <a:pt x="560" y="558"/>
                    <a:pt x="558" y="559"/>
                  </a:cubicBezTo>
                  <a:cubicBezTo>
                    <a:pt x="559" y="558"/>
                    <a:pt x="560" y="556"/>
                    <a:pt x="561" y="556"/>
                  </a:cubicBezTo>
                  <a:cubicBezTo>
                    <a:pt x="561" y="556"/>
                    <a:pt x="560" y="557"/>
                    <a:pt x="561" y="556"/>
                  </a:cubicBezTo>
                  <a:cubicBezTo>
                    <a:pt x="563" y="554"/>
                    <a:pt x="562" y="555"/>
                    <a:pt x="563" y="554"/>
                  </a:cubicBezTo>
                  <a:cubicBezTo>
                    <a:pt x="565" y="552"/>
                    <a:pt x="562" y="555"/>
                    <a:pt x="562" y="556"/>
                  </a:cubicBezTo>
                  <a:close/>
                  <a:moveTo>
                    <a:pt x="548" y="564"/>
                  </a:moveTo>
                  <a:cubicBezTo>
                    <a:pt x="549" y="562"/>
                    <a:pt x="551" y="560"/>
                    <a:pt x="553" y="559"/>
                  </a:cubicBezTo>
                  <a:cubicBezTo>
                    <a:pt x="552" y="561"/>
                    <a:pt x="550" y="563"/>
                    <a:pt x="548" y="564"/>
                  </a:cubicBezTo>
                  <a:close/>
                  <a:moveTo>
                    <a:pt x="586" y="541"/>
                  </a:moveTo>
                  <a:cubicBezTo>
                    <a:pt x="585" y="543"/>
                    <a:pt x="582" y="545"/>
                    <a:pt x="580" y="548"/>
                  </a:cubicBezTo>
                  <a:cubicBezTo>
                    <a:pt x="581" y="545"/>
                    <a:pt x="583" y="544"/>
                    <a:pt x="585" y="541"/>
                  </a:cubicBezTo>
                  <a:cubicBezTo>
                    <a:pt x="585" y="542"/>
                    <a:pt x="586" y="541"/>
                    <a:pt x="586" y="541"/>
                  </a:cubicBezTo>
                  <a:close/>
                  <a:moveTo>
                    <a:pt x="502" y="583"/>
                  </a:moveTo>
                  <a:cubicBezTo>
                    <a:pt x="502" y="583"/>
                    <a:pt x="503" y="582"/>
                    <a:pt x="503" y="581"/>
                  </a:cubicBezTo>
                  <a:cubicBezTo>
                    <a:pt x="505" y="581"/>
                    <a:pt x="506" y="580"/>
                    <a:pt x="507" y="579"/>
                  </a:cubicBezTo>
                  <a:cubicBezTo>
                    <a:pt x="508" y="578"/>
                    <a:pt x="508" y="578"/>
                    <a:pt x="509" y="578"/>
                  </a:cubicBezTo>
                  <a:cubicBezTo>
                    <a:pt x="507" y="580"/>
                    <a:pt x="504" y="582"/>
                    <a:pt x="502" y="583"/>
                  </a:cubicBezTo>
                  <a:close/>
                  <a:moveTo>
                    <a:pt x="576" y="550"/>
                  </a:moveTo>
                  <a:cubicBezTo>
                    <a:pt x="578" y="549"/>
                    <a:pt x="579" y="547"/>
                    <a:pt x="580" y="546"/>
                  </a:cubicBezTo>
                  <a:cubicBezTo>
                    <a:pt x="580" y="548"/>
                    <a:pt x="577" y="551"/>
                    <a:pt x="576" y="550"/>
                  </a:cubicBezTo>
                  <a:close/>
                  <a:moveTo>
                    <a:pt x="428" y="595"/>
                  </a:moveTo>
                  <a:cubicBezTo>
                    <a:pt x="431" y="594"/>
                    <a:pt x="434" y="594"/>
                    <a:pt x="436" y="592"/>
                  </a:cubicBezTo>
                  <a:cubicBezTo>
                    <a:pt x="436" y="594"/>
                    <a:pt x="431" y="595"/>
                    <a:pt x="428" y="595"/>
                  </a:cubicBezTo>
                  <a:close/>
                  <a:moveTo>
                    <a:pt x="589" y="543"/>
                  </a:moveTo>
                  <a:cubicBezTo>
                    <a:pt x="589" y="543"/>
                    <a:pt x="588" y="545"/>
                    <a:pt x="588" y="546"/>
                  </a:cubicBezTo>
                  <a:cubicBezTo>
                    <a:pt x="587" y="547"/>
                    <a:pt x="586" y="548"/>
                    <a:pt x="585" y="549"/>
                  </a:cubicBezTo>
                  <a:cubicBezTo>
                    <a:pt x="584" y="550"/>
                    <a:pt x="584" y="548"/>
                    <a:pt x="584" y="548"/>
                  </a:cubicBezTo>
                  <a:cubicBezTo>
                    <a:pt x="583" y="551"/>
                    <a:pt x="581" y="553"/>
                    <a:pt x="579" y="555"/>
                  </a:cubicBezTo>
                  <a:cubicBezTo>
                    <a:pt x="576" y="556"/>
                    <a:pt x="575" y="558"/>
                    <a:pt x="571" y="561"/>
                  </a:cubicBezTo>
                  <a:cubicBezTo>
                    <a:pt x="572" y="559"/>
                    <a:pt x="577" y="554"/>
                    <a:pt x="580" y="552"/>
                  </a:cubicBezTo>
                  <a:cubicBezTo>
                    <a:pt x="579" y="552"/>
                    <a:pt x="579" y="552"/>
                    <a:pt x="579" y="551"/>
                  </a:cubicBezTo>
                  <a:cubicBezTo>
                    <a:pt x="582" y="549"/>
                    <a:pt x="583" y="548"/>
                    <a:pt x="582" y="550"/>
                  </a:cubicBezTo>
                  <a:cubicBezTo>
                    <a:pt x="584" y="547"/>
                    <a:pt x="589" y="540"/>
                    <a:pt x="592" y="539"/>
                  </a:cubicBezTo>
                  <a:cubicBezTo>
                    <a:pt x="590" y="542"/>
                    <a:pt x="590" y="541"/>
                    <a:pt x="589" y="543"/>
                  </a:cubicBezTo>
                  <a:close/>
                  <a:moveTo>
                    <a:pt x="561" y="561"/>
                  </a:moveTo>
                  <a:cubicBezTo>
                    <a:pt x="561" y="560"/>
                    <a:pt x="562" y="558"/>
                    <a:pt x="565" y="556"/>
                  </a:cubicBezTo>
                  <a:cubicBezTo>
                    <a:pt x="562" y="559"/>
                    <a:pt x="564" y="558"/>
                    <a:pt x="561" y="561"/>
                  </a:cubicBezTo>
                  <a:close/>
                  <a:moveTo>
                    <a:pt x="581" y="548"/>
                  </a:moveTo>
                  <a:cubicBezTo>
                    <a:pt x="580" y="549"/>
                    <a:pt x="579" y="550"/>
                    <a:pt x="578" y="551"/>
                  </a:cubicBezTo>
                  <a:cubicBezTo>
                    <a:pt x="579" y="549"/>
                    <a:pt x="582" y="546"/>
                    <a:pt x="581" y="548"/>
                  </a:cubicBezTo>
                  <a:close/>
                  <a:moveTo>
                    <a:pt x="495" y="587"/>
                  </a:moveTo>
                  <a:cubicBezTo>
                    <a:pt x="494" y="588"/>
                    <a:pt x="493" y="588"/>
                    <a:pt x="493" y="589"/>
                  </a:cubicBezTo>
                  <a:cubicBezTo>
                    <a:pt x="490" y="590"/>
                    <a:pt x="490" y="590"/>
                    <a:pt x="490" y="590"/>
                  </a:cubicBezTo>
                  <a:cubicBezTo>
                    <a:pt x="487" y="592"/>
                    <a:pt x="486" y="592"/>
                    <a:pt x="482" y="595"/>
                  </a:cubicBezTo>
                  <a:cubicBezTo>
                    <a:pt x="483" y="594"/>
                    <a:pt x="481" y="595"/>
                    <a:pt x="483" y="593"/>
                  </a:cubicBezTo>
                  <a:cubicBezTo>
                    <a:pt x="485" y="593"/>
                    <a:pt x="487" y="591"/>
                    <a:pt x="489" y="590"/>
                  </a:cubicBezTo>
                  <a:cubicBezTo>
                    <a:pt x="488" y="590"/>
                    <a:pt x="487" y="590"/>
                    <a:pt x="489" y="588"/>
                  </a:cubicBezTo>
                  <a:cubicBezTo>
                    <a:pt x="491" y="587"/>
                    <a:pt x="492" y="586"/>
                    <a:pt x="494" y="586"/>
                  </a:cubicBezTo>
                  <a:cubicBezTo>
                    <a:pt x="492" y="587"/>
                    <a:pt x="491" y="588"/>
                    <a:pt x="490" y="589"/>
                  </a:cubicBezTo>
                  <a:cubicBezTo>
                    <a:pt x="491" y="590"/>
                    <a:pt x="494" y="587"/>
                    <a:pt x="495" y="587"/>
                  </a:cubicBezTo>
                  <a:close/>
                  <a:moveTo>
                    <a:pt x="493" y="587"/>
                  </a:moveTo>
                  <a:cubicBezTo>
                    <a:pt x="495" y="586"/>
                    <a:pt x="496" y="585"/>
                    <a:pt x="498" y="585"/>
                  </a:cubicBezTo>
                  <a:cubicBezTo>
                    <a:pt x="497" y="586"/>
                    <a:pt x="495" y="587"/>
                    <a:pt x="493" y="587"/>
                  </a:cubicBezTo>
                  <a:close/>
                  <a:moveTo>
                    <a:pt x="570" y="559"/>
                  </a:moveTo>
                  <a:cubicBezTo>
                    <a:pt x="567" y="561"/>
                    <a:pt x="570" y="557"/>
                    <a:pt x="568" y="559"/>
                  </a:cubicBezTo>
                  <a:cubicBezTo>
                    <a:pt x="569" y="558"/>
                    <a:pt x="570" y="556"/>
                    <a:pt x="572" y="556"/>
                  </a:cubicBezTo>
                  <a:cubicBezTo>
                    <a:pt x="572" y="556"/>
                    <a:pt x="571" y="558"/>
                    <a:pt x="570" y="559"/>
                  </a:cubicBezTo>
                  <a:close/>
                  <a:moveTo>
                    <a:pt x="406" y="597"/>
                  </a:moveTo>
                  <a:cubicBezTo>
                    <a:pt x="407" y="596"/>
                    <a:pt x="409" y="596"/>
                    <a:pt x="410" y="596"/>
                  </a:cubicBezTo>
                  <a:cubicBezTo>
                    <a:pt x="409" y="597"/>
                    <a:pt x="407" y="597"/>
                    <a:pt x="406" y="597"/>
                  </a:cubicBezTo>
                  <a:close/>
                  <a:moveTo>
                    <a:pt x="573" y="557"/>
                  </a:moveTo>
                  <a:cubicBezTo>
                    <a:pt x="572" y="558"/>
                    <a:pt x="572" y="557"/>
                    <a:pt x="571" y="558"/>
                  </a:cubicBezTo>
                  <a:cubicBezTo>
                    <a:pt x="572" y="557"/>
                    <a:pt x="573" y="556"/>
                    <a:pt x="574" y="555"/>
                  </a:cubicBezTo>
                  <a:lnTo>
                    <a:pt x="573" y="557"/>
                  </a:lnTo>
                  <a:close/>
                  <a:moveTo>
                    <a:pt x="525" y="583"/>
                  </a:moveTo>
                  <a:cubicBezTo>
                    <a:pt x="524" y="583"/>
                    <a:pt x="524" y="583"/>
                    <a:pt x="524" y="583"/>
                  </a:cubicBezTo>
                  <a:cubicBezTo>
                    <a:pt x="525" y="581"/>
                    <a:pt x="527" y="579"/>
                    <a:pt x="530" y="578"/>
                  </a:cubicBezTo>
                  <a:cubicBezTo>
                    <a:pt x="529" y="580"/>
                    <a:pt x="527" y="581"/>
                    <a:pt x="525" y="583"/>
                  </a:cubicBezTo>
                  <a:close/>
                  <a:moveTo>
                    <a:pt x="565" y="564"/>
                  </a:moveTo>
                  <a:cubicBezTo>
                    <a:pt x="562" y="565"/>
                    <a:pt x="560" y="569"/>
                    <a:pt x="557" y="570"/>
                  </a:cubicBezTo>
                  <a:cubicBezTo>
                    <a:pt x="560" y="568"/>
                    <a:pt x="561" y="565"/>
                    <a:pt x="564" y="563"/>
                  </a:cubicBezTo>
                  <a:cubicBezTo>
                    <a:pt x="564" y="564"/>
                    <a:pt x="565" y="563"/>
                    <a:pt x="565" y="564"/>
                  </a:cubicBezTo>
                  <a:close/>
                  <a:moveTo>
                    <a:pt x="552" y="571"/>
                  </a:moveTo>
                  <a:cubicBezTo>
                    <a:pt x="551" y="571"/>
                    <a:pt x="551" y="572"/>
                    <a:pt x="550" y="573"/>
                  </a:cubicBezTo>
                  <a:cubicBezTo>
                    <a:pt x="549" y="573"/>
                    <a:pt x="548" y="574"/>
                    <a:pt x="548" y="573"/>
                  </a:cubicBezTo>
                  <a:cubicBezTo>
                    <a:pt x="550" y="573"/>
                    <a:pt x="550" y="571"/>
                    <a:pt x="552" y="571"/>
                  </a:cubicBezTo>
                  <a:close/>
                  <a:moveTo>
                    <a:pt x="568" y="563"/>
                  </a:moveTo>
                  <a:cubicBezTo>
                    <a:pt x="568" y="564"/>
                    <a:pt x="571" y="561"/>
                    <a:pt x="570" y="563"/>
                  </a:cubicBezTo>
                  <a:cubicBezTo>
                    <a:pt x="567" y="566"/>
                    <a:pt x="569" y="563"/>
                    <a:pt x="567" y="565"/>
                  </a:cubicBezTo>
                  <a:cubicBezTo>
                    <a:pt x="568" y="562"/>
                    <a:pt x="568" y="562"/>
                    <a:pt x="568" y="562"/>
                  </a:cubicBezTo>
                  <a:cubicBezTo>
                    <a:pt x="569" y="561"/>
                    <a:pt x="572" y="559"/>
                    <a:pt x="571" y="560"/>
                  </a:cubicBezTo>
                  <a:cubicBezTo>
                    <a:pt x="570" y="561"/>
                    <a:pt x="569" y="562"/>
                    <a:pt x="568" y="563"/>
                  </a:cubicBezTo>
                  <a:close/>
                  <a:moveTo>
                    <a:pt x="476" y="597"/>
                  </a:moveTo>
                  <a:cubicBezTo>
                    <a:pt x="479" y="596"/>
                    <a:pt x="478" y="595"/>
                    <a:pt x="481" y="594"/>
                  </a:cubicBezTo>
                  <a:cubicBezTo>
                    <a:pt x="480" y="596"/>
                    <a:pt x="476" y="598"/>
                    <a:pt x="476" y="597"/>
                  </a:cubicBezTo>
                  <a:close/>
                  <a:moveTo>
                    <a:pt x="539" y="581"/>
                  </a:moveTo>
                  <a:cubicBezTo>
                    <a:pt x="540" y="579"/>
                    <a:pt x="542" y="578"/>
                    <a:pt x="544" y="576"/>
                  </a:cubicBezTo>
                  <a:cubicBezTo>
                    <a:pt x="543" y="579"/>
                    <a:pt x="541" y="580"/>
                    <a:pt x="539" y="581"/>
                  </a:cubicBezTo>
                  <a:close/>
                  <a:moveTo>
                    <a:pt x="384" y="601"/>
                  </a:moveTo>
                  <a:cubicBezTo>
                    <a:pt x="385" y="601"/>
                    <a:pt x="386" y="600"/>
                    <a:pt x="388" y="600"/>
                  </a:cubicBezTo>
                  <a:cubicBezTo>
                    <a:pt x="388" y="601"/>
                    <a:pt x="385" y="602"/>
                    <a:pt x="384" y="601"/>
                  </a:cubicBezTo>
                  <a:close/>
                  <a:moveTo>
                    <a:pt x="523" y="589"/>
                  </a:moveTo>
                  <a:cubicBezTo>
                    <a:pt x="525" y="588"/>
                    <a:pt x="526" y="586"/>
                    <a:pt x="528" y="585"/>
                  </a:cubicBezTo>
                  <a:cubicBezTo>
                    <a:pt x="527" y="587"/>
                    <a:pt x="523" y="590"/>
                    <a:pt x="523" y="589"/>
                  </a:cubicBezTo>
                  <a:close/>
                  <a:moveTo>
                    <a:pt x="465" y="603"/>
                  </a:moveTo>
                  <a:cubicBezTo>
                    <a:pt x="463" y="604"/>
                    <a:pt x="460" y="605"/>
                    <a:pt x="458" y="606"/>
                  </a:cubicBezTo>
                  <a:cubicBezTo>
                    <a:pt x="460" y="604"/>
                    <a:pt x="466" y="601"/>
                    <a:pt x="465" y="603"/>
                  </a:cubicBezTo>
                  <a:close/>
                  <a:moveTo>
                    <a:pt x="552" y="583"/>
                  </a:moveTo>
                  <a:cubicBezTo>
                    <a:pt x="554" y="581"/>
                    <a:pt x="552" y="583"/>
                    <a:pt x="551" y="583"/>
                  </a:cubicBezTo>
                  <a:cubicBezTo>
                    <a:pt x="552" y="582"/>
                    <a:pt x="553" y="582"/>
                    <a:pt x="554" y="580"/>
                  </a:cubicBezTo>
                  <a:cubicBezTo>
                    <a:pt x="552" y="581"/>
                    <a:pt x="551" y="583"/>
                    <a:pt x="549" y="584"/>
                  </a:cubicBezTo>
                  <a:cubicBezTo>
                    <a:pt x="548" y="584"/>
                    <a:pt x="546" y="584"/>
                    <a:pt x="549" y="582"/>
                  </a:cubicBezTo>
                  <a:cubicBezTo>
                    <a:pt x="548" y="584"/>
                    <a:pt x="551" y="581"/>
                    <a:pt x="552" y="581"/>
                  </a:cubicBezTo>
                  <a:cubicBezTo>
                    <a:pt x="553" y="578"/>
                    <a:pt x="556" y="578"/>
                    <a:pt x="557" y="576"/>
                  </a:cubicBezTo>
                  <a:cubicBezTo>
                    <a:pt x="559" y="575"/>
                    <a:pt x="560" y="574"/>
                    <a:pt x="562" y="572"/>
                  </a:cubicBezTo>
                  <a:cubicBezTo>
                    <a:pt x="563" y="571"/>
                    <a:pt x="561" y="573"/>
                    <a:pt x="561" y="572"/>
                  </a:cubicBezTo>
                  <a:cubicBezTo>
                    <a:pt x="566" y="569"/>
                    <a:pt x="564" y="572"/>
                    <a:pt x="563" y="575"/>
                  </a:cubicBezTo>
                  <a:cubicBezTo>
                    <a:pt x="562" y="575"/>
                    <a:pt x="562" y="574"/>
                    <a:pt x="562" y="574"/>
                  </a:cubicBezTo>
                  <a:cubicBezTo>
                    <a:pt x="561" y="575"/>
                    <a:pt x="560" y="575"/>
                    <a:pt x="560" y="576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0" y="578"/>
                    <a:pt x="559" y="578"/>
                    <a:pt x="560" y="579"/>
                  </a:cubicBezTo>
                  <a:cubicBezTo>
                    <a:pt x="559" y="580"/>
                    <a:pt x="558" y="581"/>
                    <a:pt x="556" y="581"/>
                  </a:cubicBezTo>
                  <a:cubicBezTo>
                    <a:pt x="556" y="580"/>
                    <a:pt x="558" y="579"/>
                    <a:pt x="557" y="579"/>
                  </a:cubicBezTo>
                  <a:cubicBezTo>
                    <a:pt x="556" y="581"/>
                    <a:pt x="554" y="582"/>
                    <a:pt x="552" y="583"/>
                  </a:cubicBezTo>
                  <a:close/>
                  <a:moveTo>
                    <a:pt x="535" y="590"/>
                  </a:moveTo>
                  <a:cubicBezTo>
                    <a:pt x="535" y="590"/>
                    <a:pt x="533" y="592"/>
                    <a:pt x="532" y="593"/>
                  </a:cubicBezTo>
                  <a:cubicBezTo>
                    <a:pt x="531" y="593"/>
                    <a:pt x="528" y="595"/>
                    <a:pt x="526" y="597"/>
                  </a:cubicBezTo>
                  <a:cubicBezTo>
                    <a:pt x="528" y="594"/>
                    <a:pt x="524" y="598"/>
                    <a:pt x="522" y="598"/>
                  </a:cubicBezTo>
                  <a:cubicBezTo>
                    <a:pt x="524" y="596"/>
                    <a:pt x="527" y="595"/>
                    <a:pt x="529" y="593"/>
                  </a:cubicBezTo>
                  <a:cubicBezTo>
                    <a:pt x="532" y="589"/>
                    <a:pt x="530" y="589"/>
                    <a:pt x="535" y="586"/>
                  </a:cubicBezTo>
                  <a:cubicBezTo>
                    <a:pt x="532" y="589"/>
                    <a:pt x="530" y="593"/>
                    <a:pt x="535" y="590"/>
                  </a:cubicBezTo>
                  <a:close/>
                  <a:moveTo>
                    <a:pt x="367" y="604"/>
                  </a:moveTo>
                  <a:cubicBezTo>
                    <a:pt x="366" y="604"/>
                    <a:pt x="369" y="603"/>
                    <a:pt x="367" y="603"/>
                  </a:cubicBezTo>
                  <a:cubicBezTo>
                    <a:pt x="364" y="604"/>
                    <a:pt x="366" y="604"/>
                    <a:pt x="364" y="605"/>
                  </a:cubicBezTo>
                  <a:cubicBezTo>
                    <a:pt x="364" y="605"/>
                    <a:pt x="363" y="605"/>
                    <a:pt x="362" y="605"/>
                  </a:cubicBezTo>
                  <a:cubicBezTo>
                    <a:pt x="364" y="603"/>
                    <a:pt x="366" y="603"/>
                    <a:pt x="367" y="601"/>
                  </a:cubicBezTo>
                  <a:cubicBezTo>
                    <a:pt x="371" y="602"/>
                    <a:pt x="371" y="602"/>
                    <a:pt x="375" y="602"/>
                  </a:cubicBezTo>
                  <a:cubicBezTo>
                    <a:pt x="373" y="603"/>
                    <a:pt x="370" y="604"/>
                    <a:pt x="367" y="604"/>
                  </a:cubicBezTo>
                  <a:close/>
                  <a:moveTo>
                    <a:pt x="452" y="608"/>
                  </a:moveTo>
                  <a:cubicBezTo>
                    <a:pt x="453" y="607"/>
                    <a:pt x="455" y="606"/>
                    <a:pt x="457" y="606"/>
                  </a:cubicBezTo>
                  <a:cubicBezTo>
                    <a:pt x="456" y="607"/>
                    <a:pt x="454" y="607"/>
                    <a:pt x="452" y="608"/>
                  </a:cubicBezTo>
                  <a:close/>
                  <a:moveTo>
                    <a:pt x="564" y="575"/>
                  </a:moveTo>
                  <a:cubicBezTo>
                    <a:pt x="565" y="574"/>
                    <a:pt x="563" y="576"/>
                    <a:pt x="564" y="574"/>
                  </a:cubicBezTo>
                  <a:cubicBezTo>
                    <a:pt x="566" y="572"/>
                    <a:pt x="566" y="573"/>
                    <a:pt x="564" y="575"/>
                  </a:cubicBezTo>
                  <a:close/>
                  <a:moveTo>
                    <a:pt x="524" y="595"/>
                  </a:moveTo>
                  <a:cubicBezTo>
                    <a:pt x="525" y="594"/>
                    <a:pt x="527" y="592"/>
                    <a:pt x="528" y="591"/>
                  </a:cubicBezTo>
                  <a:cubicBezTo>
                    <a:pt x="528" y="591"/>
                    <a:pt x="529" y="590"/>
                    <a:pt x="530" y="590"/>
                  </a:cubicBezTo>
                  <a:cubicBezTo>
                    <a:pt x="531" y="590"/>
                    <a:pt x="527" y="594"/>
                    <a:pt x="524" y="595"/>
                  </a:cubicBezTo>
                  <a:close/>
                  <a:moveTo>
                    <a:pt x="448" y="610"/>
                  </a:moveTo>
                  <a:cubicBezTo>
                    <a:pt x="447" y="610"/>
                    <a:pt x="445" y="610"/>
                    <a:pt x="446" y="609"/>
                  </a:cubicBezTo>
                  <a:cubicBezTo>
                    <a:pt x="448" y="609"/>
                    <a:pt x="448" y="608"/>
                    <a:pt x="450" y="608"/>
                  </a:cubicBezTo>
                  <a:lnTo>
                    <a:pt x="448" y="610"/>
                  </a:lnTo>
                  <a:close/>
                  <a:moveTo>
                    <a:pt x="488" y="606"/>
                  </a:moveTo>
                  <a:cubicBezTo>
                    <a:pt x="485" y="606"/>
                    <a:pt x="490" y="603"/>
                    <a:pt x="492" y="603"/>
                  </a:cubicBezTo>
                  <a:cubicBezTo>
                    <a:pt x="491" y="604"/>
                    <a:pt x="489" y="604"/>
                    <a:pt x="488" y="606"/>
                  </a:cubicBezTo>
                  <a:close/>
                  <a:moveTo>
                    <a:pt x="548" y="585"/>
                  </a:moveTo>
                  <a:cubicBezTo>
                    <a:pt x="547" y="586"/>
                    <a:pt x="544" y="587"/>
                    <a:pt x="546" y="585"/>
                  </a:cubicBezTo>
                  <a:cubicBezTo>
                    <a:pt x="547" y="585"/>
                    <a:pt x="548" y="584"/>
                    <a:pt x="548" y="585"/>
                  </a:cubicBezTo>
                  <a:close/>
                  <a:moveTo>
                    <a:pt x="445" y="612"/>
                  </a:moveTo>
                  <a:cubicBezTo>
                    <a:pt x="445" y="612"/>
                    <a:pt x="446" y="611"/>
                    <a:pt x="445" y="611"/>
                  </a:cubicBezTo>
                  <a:cubicBezTo>
                    <a:pt x="444" y="612"/>
                    <a:pt x="443" y="612"/>
                    <a:pt x="443" y="613"/>
                  </a:cubicBezTo>
                  <a:cubicBezTo>
                    <a:pt x="444" y="611"/>
                    <a:pt x="446" y="611"/>
                    <a:pt x="448" y="610"/>
                  </a:cubicBezTo>
                  <a:cubicBezTo>
                    <a:pt x="447" y="611"/>
                    <a:pt x="446" y="612"/>
                    <a:pt x="445" y="612"/>
                  </a:cubicBezTo>
                  <a:close/>
                  <a:moveTo>
                    <a:pt x="448" y="614"/>
                  </a:moveTo>
                  <a:cubicBezTo>
                    <a:pt x="449" y="614"/>
                    <a:pt x="451" y="612"/>
                    <a:pt x="453" y="612"/>
                  </a:cubicBezTo>
                  <a:cubicBezTo>
                    <a:pt x="452" y="614"/>
                    <a:pt x="447" y="615"/>
                    <a:pt x="448" y="614"/>
                  </a:cubicBezTo>
                  <a:close/>
                  <a:moveTo>
                    <a:pt x="569" y="580"/>
                  </a:moveTo>
                  <a:cubicBezTo>
                    <a:pt x="569" y="579"/>
                    <a:pt x="567" y="582"/>
                    <a:pt x="568" y="582"/>
                  </a:cubicBezTo>
                  <a:cubicBezTo>
                    <a:pt x="566" y="583"/>
                    <a:pt x="566" y="582"/>
                    <a:pt x="567" y="581"/>
                  </a:cubicBezTo>
                  <a:cubicBezTo>
                    <a:pt x="569" y="579"/>
                    <a:pt x="568" y="579"/>
                    <a:pt x="571" y="577"/>
                  </a:cubicBezTo>
                  <a:cubicBezTo>
                    <a:pt x="571" y="578"/>
                    <a:pt x="570" y="579"/>
                    <a:pt x="569" y="580"/>
                  </a:cubicBezTo>
                  <a:close/>
                  <a:moveTo>
                    <a:pt x="331" y="605"/>
                  </a:moveTo>
                  <a:cubicBezTo>
                    <a:pt x="333" y="604"/>
                    <a:pt x="334" y="605"/>
                    <a:pt x="336" y="605"/>
                  </a:cubicBezTo>
                  <a:cubicBezTo>
                    <a:pt x="334" y="606"/>
                    <a:pt x="333" y="606"/>
                    <a:pt x="331" y="605"/>
                  </a:cubicBezTo>
                  <a:close/>
                  <a:moveTo>
                    <a:pt x="455" y="621"/>
                  </a:moveTo>
                  <a:cubicBezTo>
                    <a:pt x="456" y="620"/>
                    <a:pt x="458" y="620"/>
                    <a:pt x="459" y="620"/>
                  </a:cubicBezTo>
                  <a:cubicBezTo>
                    <a:pt x="458" y="621"/>
                    <a:pt x="456" y="621"/>
                    <a:pt x="455" y="621"/>
                  </a:cubicBezTo>
                  <a:close/>
                  <a:moveTo>
                    <a:pt x="404" y="622"/>
                  </a:moveTo>
                  <a:cubicBezTo>
                    <a:pt x="401" y="622"/>
                    <a:pt x="404" y="620"/>
                    <a:pt x="406" y="621"/>
                  </a:cubicBezTo>
                  <a:cubicBezTo>
                    <a:pt x="404" y="622"/>
                    <a:pt x="406" y="622"/>
                    <a:pt x="404" y="622"/>
                  </a:cubicBezTo>
                  <a:close/>
                  <a:moveTo>
                    <a:pt x="445" y="624"/>
                  </a:moveTo>
                  <a:cubicBezTo>
                    <a:pt x="444" y="625"/>
                    <a:pt x="442" y="626"/>
                    <a:pt x="441" y="626"/>
                  </a:cubicBezTo>
                  <a:cubicBezTo>
                    <a:pt x="439" y="627"/>
                    <a:pt x="437" y="627"/>
                    <a:pt x="437" y="627"/>
                  </a:cubicBezTo>
                  <a:cubicBezTo>
                    <a:pt x="440" y="627"/>
                    <a:pt x="442" y="625"/>
                    <a:pt x="444" y="624"/>
                  </a:cubicBezTo>
                  <a:cubicBezTo>
                    <a:pt x="443" y="625"/>
                    <a:pt x="446" y="623"/>
                    <a:pt x="445" y="624"/>
                  </a:cubicBezTo>
                  <a:close/>
                  <a:moveTo>
                    <a:pt x="305" y="602"/>
                  </a:moveTo>
                  <a:cubicBezTo>
                    <a:pt x="308" y="602"/>
                    <a:pt x="310" y="602"/>
                    <a:pt x="312" y="603"/>
                  </a:cubicBezTo>
                  <a:cubicBezTo>
                    <a:pt x="310" y="603"/>
                    <a:pt x="306" y="603"/>
                    <a:pt x="305" y="602"/>
                  </a:cubicBezTo>
                  <a:close/>
                  <a:moveTo>
                    <a:pt x="522" y="613"/>
                  </a:moveTo>
                  <a:cubicBezTo>
                    <a:pt x="524" y="613"/>
                    <a:pt x="527" y="610"/>
                    <a:pt x="527" y="611"/>
                  </a:cubicBezTo>
                  <a:cubicBezTo>
                    <a:pt x="526" y="612"/>
                    <a:pt x="522" y="614"/>
                    <a:pt x="522" y="613"/>
                  </a:cubicBezTo>
                  <a:close/>
                  <a:moveTo>
                    <a:pt x="473" y="630"/>
                  </a:moveTo>
                  <a:cubicBezTo>
                    <a:pt x="471" y="630"/>
                    <a:pt x="469" y="631"/>
                    <a:pt x="467" y="631"/>
                  </a:cubicBezTo>
                  <a:cubicBezTo>
                    <a:pt x="469" y="630"/>
                    <a:pt x="471" y="630"/>
                    <a:pt x="473" y="628"/>
                  </a:cubicBezTo>
                  <a:cubicBezTo>
                    <a:pt x="474" y="628"/>
                    <a:pt x="475" y="627"/>
                    <a:pt x="476" y="627"/>
                  </a:cubicBezTo>
                  <a:cubicBezTo>
                    <a:pt x="474" y="629"/>
                    <a:pt x="474" y="628"/>
                    <a:pt x="473" y="630"/>
                  </a:cubicBezTo>
                  <a:close/>
                  <a:moveTo>
                    <a:pt x="386" y="631"/>
                  </a:moveTo>
                  <a:cubicBezTo>
                    <a:pt x="384" y="631"/>
                    <a:pt x="383" y="631"/>
                    <a:pt x="386" y="630"/>
                  </a:cubicBezTo>
                  <a:cubicBezTo>
                    <a:pt x="388" y="630"/>
                    <a:pt x="388" y="631"/>
                    <a:pt x="391" y="630"/>
                  </a:cubicBezTo>
                  <a:cubicBezTo>
                    <a:pt x="390" y="631"/>
                    <a:pt x="388" y="631"/>
                    <a:pt x="386" y="631"/>
                  </a:cubicBezTo>
                  <a:close/>
                  <a:moveTo>
                    <a:pt x="482" y="635"/>
                  </a:moveTo>
                  <a:cubicBezTo>
                    <a:pt x="484" y="633"/>
                    <a:pt x="486" y="631"/>
                    <a:pt x="488" y="631"/>
                  </a:cubicBezTo>
                  <a:cubicBezTo>
                    <a:pt x="486" y="632"/>
                    <a:pt x="484" y="634"/>
                    <a:pt x="482" y="635"/>
                  </a:cubicBezTo>
                  <a:close/>
                  <a:moveTo>
                    <a:pt x="429" y="638"/>
                  </a:moveTo>
                  <a:cubicBezTo>
                    <a:pt x="430" y="637"/>
                    <a:pt x="431" y="637"/>
                    <a:pt x="433" y="637"/>
                  </a:cubicBezTo>
                  <a:cubicBezTo>
                    <a:pt x="431" y="638"/>
                    <a:pt x="430" y="638"/>
                    <a:pt x="429" y="638"/>
                  </a:cubicBezTo>
                  <a:close/>
                  <a:moveTo>
                    <a:pt x="447" y="639"/>
                  </a:moveTo>
                  <a:cubicBezTo>
                    <a:pt x="449" y="638"/>
                    <a:pt x="451" y="637"/>
                    <a:pt x="454" y="636"/>
                  </a:cubicBezTo>
                  <a:cubicBezTo>
                    <a:pt x="451" y="638"/>
                    <a:pt x="449" y="638"/>
                    <a:pt x="447" y="639"/>
                  </a:cubicBezTo>
                  <a:close/>
                  <a:moveTo>
                    <a:pt x="431" y="641"/>
                  </a:moveTo>
                  <a:cubicBezTo>
                    <a:pt x="428" y="641"/>
                    <a:pt x="425" y="643"/>
                    <a:pt x="422" y="644"/>
                  </a:cubicBezTo>
                  <a:cubicBezTo>
                    <a:pt x="424" y="642"/>
                    <a:pt x="428" y="642"/>
                    <a:pt x="432" y="640"/>
                  </a:cubicBezTo>
                  <a:cubicBezTo>
                    <a:pt x="432" y="640"/>
                    <a:pt x="432" y="639"/>
                    <a:pt x="434" y="639"/>
                  </a:cubicBezTo>
                  <a:cubicBezTo>
                    <a:pt x="433" y="640"/>
                    <a:pt x="433" y="640"/>
                    <a:pt x="431" y="641"/>
                  </a:cubicBezTo>
                  <a:close/>
                  <a:moveTo>
                    <a:pt x="380" y="640"/>
                  </a:moveTo>
                  <a:cubicBezTo>
                    <a:pt x="383" y="639"/>
                    <a:pt x="386" y="638"/>
                    <a:pt x="389" y="638"/>
                  </a:cubicBezTo>
                  <a:cubicBezTo>
                    <a:pt x="386" y="639"/>
                    <a:pt x="383" y="639"/>
                    <a:pt x="380" y="640"/>
                  </a:cubicBezTo>
                  <a:close/>
                  <a:moveTo>
                    <a:pt x="469" y="642"/>
                  </a:moveTo>
                  <a:cubicBezTo>
                    <a:pt x="470" y="641"/>
                    <a:pt x="472" y="640"/>
                    <a:pt x="473" y="640"/>
                  </a:cubicBezTo>
                  <a:cubicBezTo>
                    <a:pt x="472" y="641"/>
                    <a:pt x="474" y="641"/>
                    <a:pt x="473" y="642"/>
                  </a:cubicBezTo>
                  <a:cubicBezTo>
                    <a:pt x="470" y="643"/>
                    <a:pt x="471" y="642"/>
                    <a:pt x="469" y="642"/>
                  </a:cubicBezTo>
                  <a:close/>
                  <a:moveTo>
                    <a:pt x="478" y="637"/>
                  </a:moveTo>
                  <a:cubicBezTo>
                    <a:pt x="479" y="638"/>
                    <a:pt x="480" y="637"/>
                    <a:pt x="483" y="636"/>
                  </a:cubicBezTo>
                  <a:cubicBezTo>
                    <a:pt x="479" y="638"/>
                    <a:pt x="476" y="641"/>
                    <a:pt x="474" y="641"/>
                  </a:cubicBezTo>
                  <a:cubicBezTo>
                    <a:pt x="477" y="639"/>
                    <a:pt x="477" y="639"/>
                    <a:pt x="478" y="637"/>
                  </a:cubicBezTo>
                  <a:close/>
                  <a:moveTo>
                    <a:pt x="468" y="641"/>
                  </a:moveTo>
                  <a:cubicBezTo>
                    <a:pt x="469" y="641"/>
                    <a:pt x="473" y="638"/>
                    <a:pt x="473" y="639"/>
                  </a:cubicBezTo>
                  <a:cubicBezTo>
                    <a:pt x="471" y="640"/>
                    <a:pt x="468" y="642"/>
                    <a:pt x="466" y="642"/>
                  </a:cubicBezTo>
                  <a:cubicBezTo>
                    <a:pt x="467" y="641"/>
                    <a:pt x="467" y="641"/>
                    <a:pt x="465" y="641"/>
                  </a:cubicBezTo>
                  <a:cubicBezTo>
                    <a:pt x="467" y="640"/>
                    <a:pt x="469" y="639"/>
                    <a:pt x="471" y="638"/>
                  </a:cubicBezTo>
                  <a:cubicBezTo>
                    <a:pt x="470" y="639"/>
                    <a:pt x="467" y="641"/>
                    <a:pt x="468" y="641"/>
                  </a:cubicBezTo>
                  <a:close/>
                  <a:moveTo>
                    <a:pt x="425" y="645"/>
                  </a:moveTo>
                  <a:cubicBezTo>
                    <a:pt x="426" y="645"/>
                    <a:pt x="428" y="644"/>
                    <a:pt x="429" y="644"/>
                  </a:cubicBezTo>
                  <a:cubicBezTo>
                    <a:pt x="428" y="645"/>
                    <a:pt x="424" y="646"/>
                    <a:pt x="425" y="645"/>
                  </a:cubicBezTo>
                  <a:close/>
                  <a:moveTo>
                    <a:pt x="432" y="643"/>
                  </a:moveTo>
                  <a:cubicBezTo>
                    <a:pt x="430" y="644"/>
                    <a:pt x="434" y="644"/>
                    <a:pt x="431" y="645"/>
                  </a:cubicBezTo>
                  <a:cubicBezTo>
                    <a:pt x="429" y="645"/>
                    <a:pt x="429" y="644"/>
                    <a:pt x="432" y="643"/>
                  </a:cubicBezTo>
                  <a:close/>
                  <a:moveTo>
                    <a:pt x="418" y="644"/>
                  </a:moveTo>
                  <a:cubicBezTo>
                    <a:pt x="416" y="645"/>
                    <a:pt x="415" y="645"/>
                    <a:pt x="413" y="646"/>
                  </a:cubicBezTo>
                  <a:cubicBezTo>
                    <a:pt x="411" y="645"/>
                    <a:pt x="410" y="646"/>
                    <a:pt x="408" y="646"/>
                  </a:cubicBezTo>
                  <a:cubicBezTo>
                    <a:pt x="411" y="645"/>
                    <a:pt x="410" y="646"/>
                    <a:pt x="412" y="644"/>
                  </a:cubicBezTo>
                  <a:cubicBezTo>
                    <a:pt x="413" y="645"/>
                    <a:pt x="414" y="645"/>
                    <a:pt x="416" y="644"/>
                  </a:cubicBezTo>
                  <a:cubicBezTo>
                    <a:pt x="417" y="644"/>
                    <a:pt x="418" y="644"/>
                    <a:pt x="418" y="644"/>
                  </a:cubicBezTo>
                  <a:close/>
                  <a:moveTo>
                    <a:pt x="326" y="629"/>
                  </a:moveTo>
                  <a:cubicBezTo>
                    <a:pt x="327" y="628"/>
                    <a:pt x="330" y="629"/>
                    <a:pt x="330" y="628"/>
                  </a:cubicBezTo>
                  <a:cubicBezTo>
                    <a:pt x="331" y="628"/>
                    <a:pt x="331" y="628"/>
                    <a:pt x="331" y="628"/>
                  </a:cubicBezTo>
                  <a:cubicBezTo>
                    <a:pt x="331" y="628"/>
                    <a:pt x="332" y="628"/>
                    <a:pt x="332" y="628"/>
                  </a:cubicBezTo>
                  <a:cubicBezTo>
                    <a:pt x="331" y="629"/>
                    <a:pt x="328" y="630"/>
                    <a:pt x="326" y="629"/>
                  </a:cubicBezTo>
                  <a:close/>
                  <a:moveTo>
                    <a:pt x="263" y="595"/>
                  </a:moveTo>
                  <a:cubicBezTo>
                    <a:pt x="262" y="595"/>
                    <a:pt x="261" y="595"/>
                    <a:pt x="261" y="594"/>
                  </a:cubicBezTo>
                  <a:cubicBezTo>
                    <a:pt x="263" y="594"/>
                    <a:pt x="265" y="595"/>
                    <a:pt x="263" y="595"/>
                  </a:cubicBezTo>
                  <a:close/>
                  <a:moveTo>
                    <a:pt x="463" y="644"/>
                  </a:moveTo>
                  <a:cubicBezTo>
                    <a:pt x="464" y="643"/>
                    <a:pt x="466" y="642"/>
                    <a:pt x="468" y="642"/>
                  </a:cubicBezTo>
                  <a:cubicBezTo>
                    <a:pt x="467" y="644"/>
                    <a:pt x="462" y="644"/>
                    <a:pt x="463" y="644"/>
                  </a:cubicBezTo>
                  <a:close/>
                  <a:moveTo>
                    <a:pt x="337" y="635"/>
                  </a:moveTo>
                  <a:cubicBezTo>
                    <a:pt x="340" y="635"/>
                    <a:pt x="342" y="635"/>
                    <a:pt x="344" y="635"/>
                  </a:cubicBezTo>
                  <a:cubicBezTo>
                    <a:pt x="342" y="635"/>
                    <a:pt x="339" y="635"/>
                    <a:pt x="337" y="635"/>
                  </a:cubicBezTo>
                  <a:close/>
                  <a:moveTo>
                    <a:pt x="439" y="651"/>
                  </a:moveTo>
                  <a:cubicBezTo>
                    <a:pt x="440" y="651"/>
                    <a:pt x="440" y="651"/>
                    <a:pt x="441" y="650"/>
                  </a:cubicBezTo>
                  <a:cubicBezTo>
                    <a:pt x="443" y="649"/>
                    <a:pt x="444" y="650"/>
                    <a:pt x="447" y="648"/>
                  </a:cubicBezTo>
                  <a:cubicBezTo>
                    <a:pt x="447" y="648"/>
                    <a:pt x="443" y="649"/>
                    <a:pt x="445" y="648"/>
                  </a:cubicBezTo>
                  <a:cubicBezTo>
                    <a:pt x="447" y="647"/>
                    <a:pt x="449" y="647"/>
                    <a:pt x="450" y="647"/>
                  </a:cubicBezTo>
                  <a:cubicBezTo>
                    <a:pt x="447" y="649"/>
                    <a:pt x="440" y="652"/>
                    <a:pt x="439" y="651"/>
                  </a:cubicBezTo>
                  <a:close/>
                  <a:moveTo>
                    <a:pt x="354" y="641"/>
                  </a:moveTo>
                  <a:cubicBezTo>
                    <a:pt x="351" y="641"/>
                    <a:pt x="349" y="642"/>
                    <a:pt x="346" y="641"/>
                  </a:cubicBezTo>
                  <a:cubicBezTo>
                    <a:pt x="348" y="640"/>
                    <a:pt x="351" y="640"/>
                    <a:pt x="353" y="640"/>
                  </a:cubicBezTo>
                  <a:cubicBezTo>
                    <a:pt x="354" y="640"/>
                    <a:pt x="355" y="640"/>
                    <a:pt x="354" y="641"/>
                  </a:cubicBezTo>
                  <a:close/>
                  <a:moveTo>
                    <a:pt x="400" y="650"/>
                  </a:moveTo>
                  <a:cubicBezTo>
                    <a:pt x="399" y="650"/>
                    <a:pt x="398" y="650"/>
                    <a:pt x="397" y="650"/>
                  </a:cubicBezTo>
                  <a:cubicBezTo>
                    <a:pt x="398" y="649"/>
                    <a:pt x="402" y="649"/>
                    <a:pt x="400" y="650"/>
                  </a:cubicBezTo>
                  <a:close/>
                  <a:moveTo>
                    <a:pt x="430" y="654"/>
                  </a:moveTo>
                  <a:cubicBezTo>
                    <a:pt x="431" y="653"/>
                    <a:pt x="431" y="653"/>
                    <a:pt x="431" y="653"/>
                  </a:cubicBezTo>
                  <a:cubicBezTo>
                    <a:pt x="432" y="652"/>
                    <a:pt x="433" y="652"/>
                    <a:pt x="435" y="652"/>
                  </a:cubicBezTo>
                  <a:cubicBezTo>
                    <a:pt x="433" y="653"/>
                    <a:pt x="432" y="654"/>
                    <a:pt x="430" y="654"/>
                  </a:cubicBezTo>
                  <a:close/>
                  <a:moveTo>
                    <a:pt x="388" y="652"/>
                  </a:moveTo>
                  <a:cubicBezTo>
                    <a:pt x="390" y="652"/>
                    <a:pt x="392" y="650"/>
                    <a:pt x="394" y="651"/>
                  </a:cubicBezTo>
                  <a:cubicBezTo>
                    <a:pt x="392" y="651"/>
                    <a:pt x="390" y="652"/>
                    <a:pt x="388" y="652"/>
                  </a:cubicBezTo>
                  <a:close/>
                  <a:moveTo>
                    <a:pt x="371" y="651"/>
                  </a:moveTo>
                  <a:cubicBezTo>
                    <a:pt x="373" y="650"/>
                    <a:pt x="374" y="651"/>
                    <a:pt x="375" y="650"/>
                  </a:cubicBezTo>
                  <a:cubicBezTo>
                    <a:pt x="376" y="650"/>
                    <a:pt x="377" y="650"/>
                    <a:pt x="377" y="651"/>
                  </a:cubicBezTo>
                  <a:cubicBezTo>
                    <a:pt x="375" y="652"/>
                    <a:pt x="373" y="652"/>
                    <a:pt x="371" y="651"/>
                  </a:cubicBezTo>
                  <a:close/>
                  <a:moveTo>
                    <a:pt x="384" y="650"/>
                  </a:moveTo>
                  <a:cubicBezTo>
                    <a:pt x="382" y="650"/>
                    <a:pt x="379" y="651"/>
                    <a:pt x="377" y="651"/>
                  </a:cubicBezTo>
                  <a:cubicBezTo>
                    <a:pt x="379" y="649"/>
                    <a:pt x="384" y="649"/>
                    <a:pt x="384" y="650"/>
                  </a:cubicBezTo>
                  <a:close/>
                  <a:moveTo>
                    <a:pt x="421" y="654"/>
                  </a:moveTo>
                  <a:cubicBezTo>
                    <a:pt x="423" y="653"/>
                    <a:pt x="424" y="653"/>
                    <a:pt x="426" y="653"/>
                  </a:cubicBezTo>
                  <a:cubicBezTo>
                    <a:pt x="424" y="654"/>
                    <a:pt x="423" y="654"/>
                    <a:pt x="421" y="654"/>
                  </a:cubicBezTo>
                  <a:close/>
                  <a:moveTo>
                    <a:pt x="380" y="653"/>
                  </a:moveTo>
                  <a:cubicBezTo>
                    <a:pt x="381" y="652"/>
                    <a:pt x="383" y="652"/>
                    <a:pt x="385" y="652"/>
                  </a:cubicBezTo>
                  <a:cubicBezTo>
                    <a:pt x="385" y="652"/>
                    <a:pt x="382" y="653"/>
                    <a:pt x="380" y="653"/>
                  </a:cubicBezTo>
                  <a:close/>
                  <a:moveTo>
                    <a:pt x="372" y="655"/>
                  </a:moveTo>
                  <a:cubicBezTo>
                    <a:pt x="376" y="654"/>
                    <a:pt x="377" y="653"/>
                    <a:pt x="377" y="652"/>
                  </a:cubicBezTo>
                  <a:cubicBezTo>
                    <a:pt x="380" y="652"/>
                    <a:pt x="379" y="653"/>
                    <a:pt x="380" y="653"/>
                  </a:cubicBezTo>
                  <a:cubicBezTo>
                    <a:pt x="378" y="654"/>
                    <a:pt x="377" y="654"/>
                    <a:pt x="375" y="654"/>
                  </a:cubicBezTo>
                  <a:cubicBezTo>
                    <a:pt x="376" y="655"/>
                    <a:pt x="377" y="654"/>
                    <a:pt x="377" y="655"/>
                  </a:cubicBezTo>
                  <a:cubicBezTo>
                    <a:pt x="373" y="656"/>
                    <a:pt x="371" y="655"/>
                    <a:pt x="369" y="655"/>
                  </a:cubicBezTo>
                  <a:cubicBezTo>
                    <a:pt x="369" y="654"/>
                    <a:pt x="369" y="654"/>
                    <a:pt x="371" y="654"/>
                  </a:cubicBezTo>
                  <a:cubicBezTo>
                    <a:pt x="373" y="654"/>
                    <a:pt x="372" y="654"/>
                    <a:pt x="372" y="655"/>
                  </a:cubicBezTo>
                  <a:close/>
                  <a:moveTo>
                    <a:pt x="363" y="654"/>
                  </a:moveTo>
                  <a:cubicBezTo>
                    <a:pt x="368" y="653"/>
                    <a:pt x="372" y="652"/>
                    <a:pt x="376" y="652"/>
                  </a:cubicBezTo>
                  <a:cubicBezTo>
                    <a:pt x="375" y="654"/>
                    <a:pt x="368" y="654"/>
                    <a:pt x="363" y="654"/>
                  </a:cubicBezTo>
                  <a:close/>
                  <a:moveTo>
                    <a:pt x="423" y="659"/>
                  </a:moveTo>
                  <a:cubicBezTo>
                    <a:pt x="426" y="658"/>
                    <a:pt x="430" y="657"/>
                    <a:pt x="433" y="656"/>
                  </a:cubicBezTo>
                  <a:cubicBezTo>
                    <a:pt x="430" y="658"/>
                    <a:pt x="427" y="659"/>
                    <a:pt x="423" y="659"/>
                  </a:cubicBezTo>
                  <a:close/>
                  <a:moveTo>
                    <a:pt x="404" y="658"/>
                  </a:moveTo>
                  <a:cubicBezTo>
                    <a:pt x="405" y="657"/>
                    <a:pt x="405" y="657"/>
                    <a:pt x="407" y="656"/>
                  </a:cubicBezTo>
                  <a:cubicBezTo>
                    <a:pt x="407" y="657"/>
                    <a:pt x="406" y="658"/>
                    <a:pt x="404" y="658"/>
                  </a:cubicBezTo>
                  <a:close/>
                  <a:moveTo>
                    <a:pt x="409" y="661"/>
                  </a:moveTo>
                  <a:cubicBezTo>
                    <a:pt x="405" y="661"/>
                    <a:pt x="411" y="660"/>
                    <a:pt x="410" y="660"/>
                  </a:cubicBezTo>
                  <a:cubicBezTo>
                    <a:pt x="408" y="660"/>
                    <a:pt x="406" y="661"/>
                    <a:pt x="405" y="661"/>
                  </a:cubicBezTo>
                  <a:cubicBezTo>
                    <a:pt x="408" y="659"/>
                    <a:pt x="411" y="659"/>
                    <a:pt x="414" y="658"/>
                  </a:cubicBezTo>
                  <a:cubicBezTo>
                    <a:pt x="414" y="659"/>
                    <a:pt x="410" y="660"/>
                    <a:pt x="409" y="661"/>
                  </a:cubicBezTo>
                  <a:close/>
                  <a:moveTo>
                    <a:pt x="359" y="652"/>
                  </a:moveTo>
                  <a:cubicBezTo>
                    <a:pt x="355" y="653"/>
                    <a:pt x="351" y="652"/>
                    <a:pt x="352" y="651"/>
                  </a:cubicBezTo>
                  <a:cubicBezTo>
                    <a:pt x="354" y="651"/>
                    <a:pt x="354" y="652"/>
                    <a:pt x="359" y="652"/>
                  </a:cubicBezTo>
                  <a:close/>
                  <a:moveTo>
                    <a:pt x="358" y="654"/>
                  </a:moveTo>
                  <a:cubicBezTo>
                    <a:pt x="361" y="653"/>
                    <a:pt x="361" y="653"/>
                    <a:pt x="361" y="653"/>
                  </a:cubicBezTo>
                  <a:cubicBezTo>
                    <a:pt x="362" y="653"/>
                    <a:pt x="363" y="654"/>
                    <a:pt x="362" y="654"/>
                  </a:cubicBezTo>
                  <a:cubicBezTo>
                    <a:pt x="361" y="653"/>
                    <a:pt x="359" y="655"/>
                    <a:pt x="358" y="654"/>
                  </a:cubicBezTo>
                  <a:close/>
                  <a:moveTo>
                    <a:pt x="382" y="660"/>
                  </a:moveTo>
                  <a:cubicBezTo>
                    <a:pt x="380" y="660"/>
                    <a:pt x="382" y="659"/>
                    <a:pt x="383" y="659"/>
                  </a:cubicBezTo>
                  <a:cubicBezTo>
                    <a:pt x="384" y="659"/>
                    <a:pt x="384" y="659"/>
                    <a:pt x="385" y="659"/>
                  </a:cubicBezTo>
                  <a:cubicBezTo>
                    <a:pt x="384" y="659"/>
                    <a:pt x="383" y="660"/>
                    <a:pt x="382" y="660"/>
                  </a:cubicBezTo>
                  <a:close/>
                  <a:moveTo>
                    <a:pt x="393" y="662"/>
                  </a:moveTo>
                  <a:cubicBezTo>
                    <a:pt x="391" y="662"/>
                    <a:pt x="391" y="661"/>
                    <a:pt x="393" y="660"/>
                  </a:cubicBezTo>
                  <a:cubicBezTo>
                    <a:pt x="396" y="661"/>
                    <a:pt x="395" y="662"/>
                    <a:pt x="393" y="662"/>
                  </a:cubicBezTo>
                  <a:close/>
                  <a:moveTo>
                    <a:pt x="361" y="656"/>
                  </a:moveTo>
                  <a:cubicBezTo>
                    <a:pt x="359" y="657"/>
                    <a:pt x="356" y="656"/>
                    <a:pt x="356" y="656"/>
                  </a:cubicBezTo>
                  <a:cubicBezTo>
                    <a:pt x="359" y="655"/>
                    <a:pt x="358" y="656"/>
                    <a:pt x="361" y="656"/>
                  </a:cubicBezTo>
                  <a:close/>
                  <a:moveTo>
                    <a:pt x="382" y="664"/>
                  </a:moveTo>
                  <a:cubicBezTo>
                    <a:pt x="381" y="664"/>
                    <a:pt x="380" y="664"/>
                    <a:pt x="379" y="664"/>
                  </a:cubicBezTo>
                  <a:cubicBezTo>
                    <a:pt x="382" y="663"/>
                    <a:pt x="383" y="664"/>
                    <a:pt x="384" y="663"/>
                  </a:cubicBezTo>
                  <a:cubicBezTo>
                    <a:pt x="385" y="663"/>
                    <a:pt x="388" y="662"/>
                    <a:pt x="390" y="662"/>
                  </a:cubicBezTo>
                  <a:cubicBezTo>
                    <a:pt x="387" y="664"/>
                    <a:pt x="385" y="663"/>
                    <a:pt x="382" y="664"/>
                  </a:cubicBezTo>
                  <a:close/>
                  <a:moveTo>
                    <a:pt x="364" y="664"/>
                  </a:moveTo>
                  <a:cubicBezTo>
                    <a:pt x="368" y="665"/>
                    <a:pt x="376" y="663"/>
                    <a:pt x="378" y="664"/>
                  </a:cubicBezTo>
                  <a:cubicBezTo>
                    <a:pt x="374" y="664"/>
                    <a:pt x="364" y="666"/>
                    <a:pt x="364" y="664"/>
                  </a:cubicBezTo>
                  <a:close/>
                  <a:moveTo>
                    <a:pt x="368" y="664"/>
                  </a:moveTo>
                  <a:cubicBezTo>
                    <a:pt x="369" y="664"/>
                    <a:pt x="367" y="664"/>
                    <a:pt x="369" y="663"/>
                  </a:cubicBezTo>
                  <a:cubicBezTo>
                    <a:pt x="371" y="663"/>
                    <a:pt x="372" y="663"/>
                    <a:pt x="373" y="663"/>
                  </a:cubicBezTo>
                  <a:cubicBezTo>
                    <a:pt x="370" y="664"/>
                    <a:pt x="371" y="664"/>
                    <a:pt x="368" y="664"/>
                  </a:cubicBezTo>
                  <a:close/>
                  <a:moveTo>
                    <a:pt x="346" y="666"/>
                  </a:moveTo>
                  <a:cubicBezTo>
                    <a:pt x="345" y="665"/>
                    <a:pt x="343" y="666"/>
                    <a:pt x="342" y="665"/>
                  </a:cubicBezTo>
                  <a:cubicBezTo>
                    <a:pt x="343" y="665"/>
                    <a:pt x="345" y="665"/>
                    <a:pt x="347" y="665"/>
                  </a:cubicBezTo>
                  <a:cubicBezTo>
                    <a:pt x="346" y="665"/>
                    <a:pt x="347" y="666"/>
                    <a:pt x="346" y="666"/>
                  </a:cubicBezTo>
                  <a:close/>
                  <a:moveTo>
                    <a:pt x="293" y="652"/>
                  </a:moveTo>
                  <a:cubicBezTo>
                    <a:pt x="295" y="652"/>
                    <a:pt x="301" y="652"/>
                    <a:pt x="299" y="653"/>
                  </a:cubicBezTo>
                  <a:cubicBezTo>
                    <a:pt x="298" y="652"/>
                    <a:pt x="292" y="652"/>
                    <a:pt x="293" y="652"/>
                  </a:cubicBezTo>
                  <a:close/>
                  <a:moveTo>
                    <a:pt x="240" y="622"/>
                  </a:moveTo>
                  <a:cubicBezTo>
                    <a:pt x="238" y="620"/>
                    <a:pt x="242" y="620"/>
                    <a:pt x="243" y="621"/>
                  </a:cubicBezTo>
                  <a:cubicBezTo>
                    <a:pt x="241" y="621"/>
                    <a:pt x="243" y="622"/>
                    <a:pt x="240" y="622"/>
                  </a:cubicBezTo>
                  <a:close/>
                  <a:moveTo>
                    <a:pt x="294" y="653"/>
                  </a:moveTo>
                  <a:cubicBezTo>
                    <a:pt x="296" y="653"/>
                    <a:pt x="297" y="653"/>
                    <a:pt x="298" y="654"/>
                  </a:cubicBezTo>
                  <a:cubicBezTo>
                    <a:pt x="297" y="654"/>
                    <a:pt x="297" y="655"/>
                    <a:pt x="295" y="654"/>
                  </a:cubicBezTo>
                  <a:cubicBezTo>
                    <a:pt x="296" y="654"/>
                    <a:pt x="294" y="653"/>
                    <a:pt x="294" y="653"/>
                  </a:cubicBezTo>
                  <a:close/>
                  <a:moveTo>
                    <a:pt x="292" y="654"/>
                  </a:moveTo>
                  <a:cubicBezTo>
                    <a:pt x="289" y="653"/>
                    <a:pt x="292" y="652"/>
                    <a:pt x="294" y="653"/>
                  </a:cubicBezTo>
                  <a:cubicBezTo>
                    <a:pt x="294" y="654"/>
                    <a:pt x="295" y="654"/>
                    <a:pt x="292" y="654"/>
                  </a:cubicBezTo>
                  <a:close/>
                  <a:moveTo>
                    <a:pt x="315" y="665"/>
                  </a:moveTo>
                  <a:cubicBezTo>
                    <a:pt x="314" y="663"/>
                    <a:pt x="311" y="664"/>
                    <a:pt x="310" y="664"/>
                  </a:cubicBezTo>
                  <a:cubicBezTo>
                    <a:pt x="313" y="663"/>
                    <a:pt x="316" y="664"/>
                    <a:pt x="319" y="664"/>
                  </a:cubicBezTo>
                  <a:lnTo>
                    <a:pt x="315" y="665"/>
                  </a:lnTo>
                  <a:close/>
                  <a:moveTo>
                    <a:pt x="292" y="655"/>
                  </a:moveTo>
                  <a:cubicBezTo>
                    <a:pt x="294" y="655"/>
                    <a:pt x="294" y="655"/>
                    <a:pt x="294" y="655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4" y="656"/>
                    <a:pt x="293" y="656"/>
                    <a:pt x="292" y="655"/>
                  </a:cubicBezTo>
                  <a:close/>
                  <a:moveTo>
                    <a:pt x="282" y="650"/>
                  </a:moveTo>
                  <a:cubicBezTo>
                    <a:pt x="278" y="651"/>
                    <a:pt x="279" y="649"/>
                    <a:pt x="276" y="649"/>
                  </a:cubicBezTo>
                  <a:cubicBezTo>
                    <a:pt x="278" y="649"/>
                    <a:pt x="282" y="650"/>
                    <a:pt x="282" y="650"/>
                  </a:cubicBezTo>
                  <a:close/>
                  <a:moveTo>
                    <a:pt x="274" y="648"/>
                  </a:moveTo>
                  <a:cubicBezTo>
                    <a:pt x="272" y="647"/>
                    <a:pt x="272" y="647"/>
                    <a:pt x="272" y="647"/>
                  </a:cubicBezTo>
                  <a:cubicBezTo>
                    <a:pt x="273" y="647"/>
                    <a:pt x="278" y="647"/>
                    <a:pt x="277" y="648"/>
                  </a:cubicBezTo>
                  <a:cubicBezTo>
                    <a:pt x="275" y="647"/>
                    <a:pt x="274" y="648"/>
                    <a:pt x="274" y="648"/>
                  </a:cubicBezTo>
                  <a:close/>
                  <a:moveTo>
                    <a:pt x="223" y="615"/>
                  </a:moveTo>
                  <a:cubicBezTo>
                    <a:pt x="224" y="616"/>
                    <a:pt x="225" y="617"/>
                    <a:pt x="227" y="617"/>
                  </a:cubicBezTo>
                  <a:cubicBezTo>
                    <a:pt x="223" y="616"/>
                    <a:pt x="219" y="615"/>
                    <a:pt x="215" y="613"/>
                  </a:cubicBezTo>
                  <a:cubicBezTo>
                    <a:pt x="212" y="611"/>
                    <a:pt x="208" y="609"/>
                    <a:pt x="205" y="607"/>
                  </a:cubicBezTo>
                  <a:cubicBezTo>
                    <a:pt x="207" y="607"/>
                    <a:pt x="208" y="610"/>
                    <a:pt x="211" y="610"/>
                  </a:cubicBezTo>
                  <a:cubicBezTo>
                    <a:pt x="210" y="609"/>
                    <a:pt x="208" y="609"/>
                    <a:pt x="210" y="609"/>
                  </a:cubicBezTo>
                  <a:cubicBezTo>
                    <a:pt x="212" y="610"/>
                    <a:pt x="211" y="610"/>
                    <a:pt x="213" y="611"/>
                  </a:cubicBezTo>
                  <a:cubicBezTo>
                    <a:pt x="216" y="612"/>
                    <a:pt x="217" y="614"/>
                    <a:pt x="220" y="614"/>
                  </a:cubicBezTo>
                  <a:cubicBezTo>
                    <a:pt x="219" y="613"/>
                    <a:pt x="217" y="613"/>
                    <a:pt x="216" y="612"/>
                  </a:cubicBezTo>
                  <a:cubicBezTo>
                    <a:pt x="217" y="612"/>
                    <a:pt x="218" y="612"/>
                    <a:pt x="220" y="612"/>
                  </a:cubicBezTo>
                  <a:cubicBezTo>
                    <a:pt x="221" y="613"/>
                    <a:pt x="219" y="613"/>
                    <a:pt x="221" y="614"/>
                  </a:cubicBezTo>
                  <a:cubicBezTo>
                    <a:pt x="223" y="614"/>
                    <a:pt x="220" y="613"/>
                    <a:pt x="222" y="613"/>
                  </a:cubicBezTo>
                  <a:cubicBezTo>
                    <a:pt x="224" y="614"/>
                    <a:pt x="224" y="614"/>
                    <a:pt x="225" y="615"/>
                  </a:cubicBezTo>
                  <a:cubicBezTo>
                    <a:pt x="225" y="615"/>
                    <a:pt x="223" y="615"/>
                    <a:pt x="223" y="615"/>
                  </a:cubicBezTo>
                  <a:close/>
                  <a:moveTo>
                    <a:pt x="281" y="653"/>
                  </a:moveTo>
                  <a:cubicBezTo>
                    <a:pt x="278" y="651"/>
                    <a:pt x="275" y="651"/>
                    <a:pt x="273" y="650"/>
                  </a:cubicBezTo>
                  <a:cubicBezTo>
                    <a:pt x="274" y="650"/>
                    <a:pt x="273" y="649"/>
                    <a:pt x="276" y="650"/>
                  </a:cubicBezTo>
                  <a:cubicBezTo>
                    <a:pt x="279" y="651"/>
                    <a:pt x="277" y="651"/>
                    <a:pt x="277" y="651"/>
                  </a:cubicBezTo>
                  <a:cubicBezTo>
                    <a:pt x="279" y="651"/>
                    <a:pt x="281" y="652"/>
                    <a:pt x="283" y="652"/>
                  </a:cubicBezTo>
                  <a:cubicBezTo>
                    <a:pt x="285" y="652"/>
                    <a:pt x="283" y="653"/>
                    <a:pt x="281" y="653"/>
                  </a:cubicBezTo>
                  <a:close/>
                  <a:moveTo>
                    <a:pt x="301" y="663"/>
                  </a:moveTo>
                  <a:cubicBezTo>
                    <a:pt x="303" y="662"/>
                    <a:pt x="305" y="662"/>
                    <a:pt x="307" y="663"/>
                  </a:cubicBezTo>
                  <a:cubicBezTo>
                    <a:pt x="305" y="663"/>
                    <a:pt x="303" y="663"/>
                    <a:pt x="301" y="663"/>
                  </a:cubicBezTo>
                  <a:close/>
                  <a:moveTo>
                    <a:pt x="260" y="642"/>
                  </a:moveTo>
                  <a:cubicBezTo>
                    <a:pt x="263" y="641"/>
                    <a:pt x="263" y="641"/>
                    <a:pt x="263" y="641"/>
                  </a:cubicBezTo>
                  <a:cubicBezTo>
                    <a:pt x="264" y="642"/>
                    <a:pt x="264" y="642"/>
                    <a:pt x="264" y="642"/>
                  </a:cubicBezTo>
                  <a:cubicBezTo>
                    <a:pt x="263" y="642"/>
                    <a:pt x="261" y="642"/>
                    <a:pt x="260" y="642"/>
                  </a:cubicBezTo>
                  <a:close/>
                  <a:moveTo>
                    <a:pt x="241" y="640"/>
                  </a:moveTo>
                  <a:cubicBezTo>
                    <a:pt x="240" y="640"/>
                    <a:pt x="239" y="640"/>
                    <a:pt x="238" y="639"/>
                  </a:cubicBezTo>
                  <a:cubicBezTo>
                    <a:pt x="243" y="640"/>
                    <a:pt x="244" y="642"/>
                    <a:pt x="246" y="643"/>
                  </a:cubicBezTo>
                  <a:cubicBezTo>
                    <a:pt x="247" y="643"/>
                    <a:pt x="248" y="643"/>
                    <a:pt x="249" y="643"/>
                  </a:cubicBezTo>
                  <a:cubicBezTo>
                    <a:pt x="253" y="646"/>
                    <a:pt x="258" y="647"/>
                    <a:pt x="263" y="647"/>
                  </a:cubicBezTo>
                  <a:cubicBezTo>
                    <a:pt x="264" y="647"/>
                    <a:pt x="266" y="647"/>
                    <a:pt x="267" y="647"/>
                  </a:cubicBezTo>
                  <a:cubicBezTo>
                    <a:pt x="267" y="648"/>
                    <a:pt x="269" y="647"/>
                    <a:pt x="272" y="648"/>
                  </a:cubicBezTo>
                  <a:cubicBezTo>
                    <a:pt x="268" y="648"/>
                    <a:pt x="264" y="648"/>
                    <a:pt x="262" y="648"/>
                  </a:cubicBezTo>
                  <a:cubicBezTo>
                    <a:pt x="258" y="646"/>
                    <a:pt x="251" y="646"/>
                    <a:pt x="246" y="645"/>
                  </a:cubicBezTo>
                  <a:cubicBezTo>
                    <a:pt x="247" y="644"/>
                    <a:pt x="250" y="645"/>
                    <a:pt x="249" y="644"/>
                  </a:cubicBezTo>
                  <a:cubicBezTo>
                    <a:pt x="247" y="644"/>
                    <a:pt x="245" y="643"/>
                    <a:pt x="242" y="643"/>
                  </a:cubicBezTo>
                  <a:cubicBezTo>
                    <a:pt x="243" y="644"/>
                    <a:pt x="244" y="644"/>
                    <a:pt x="244" y="644"/>
                  </a:cubicBezTo>
                  <a:cubicBezTo>
                    <a:pt x="242" y="643"/>
                    <a:pt x="236" y="643"/>
                    <a:pt x="236" y="641"/>
                  </a:cubicBezTo>
                  <a:cubicBezTo>
                    <a:pt x="239" y="643"/>
                    <a:pt x="244" y="643"/>
                    <a:pt x="242" y="641"/>
                  </a:cubicBezTo>
                  <a:cubicBezTo>
                    <a:pt x="241" y="642"/>
                    <a:pt x="233" y="639"/>
                    <a:pt x="234" y="639"/>
                  </a:cubicBezTo>
                  <a:cubicBezTo>
                    <a:pt x="236" y="640"/>
                    <a:pt x="242" y="642"/>
                    <a:pt x="241" y="640"/>
                  </a:cubicBezTo>
                  <a:close/>
                  <a:moveTo>
                    <a:pt x="238" y="641"/>
                  </a:moveTo>
                  <a:cubicBezTo>
                    <a:pt x="238" y="642"/>
                    <a:pt x="235" y="641"/>
                    <a:pt x="233" y="641"/>
                  </a:cubicBezTo>
                  <a:cubicBezTo>
                    <a:pt x="235" y="641"/>
                    <a:pt x="231" y="640"/>
                    <a:pt x="230" y="639"/>
                  </a:cubicBezTo>
                  <a:cubicBezTo>
                    <a:pt x="233" y="639"/>
                    <a:pt x="235" y="640"/>
                    <a:pt x="238" y="641"/>
                  </a:cubicBezTo>
                  <a:close/>
                  <a:moveTo>
                    <a:pt x="301" y="662"/>
                  </a:moveTo>
                  <a:cubicBezTo>
                    <a:pt x="298" y="662"/>
                    <a:pt x="295" y="662"/>
                    <a:pt x="292" y="661"/>
                  </a:cubicBezTo>
                  <a:cubicBezTo>
                    <a:pt x="295" y="661"/>
                    <a:pt x="300" y="661"/>
                    <a:pt x="301" y="662"/>
                  </a:cubicBezTo>
                  <a:close/>
                  <a:moveTo>
                    <a:pt x="278" y="653"/>
                  </a:moveTo>
                  <a:cubicBezTo>
                    <a:pt x="279" y="653"/>
                    <a:pt x="280" y="653"/>
                    <a:pt x="281" y="654"/>
                  </a:cubicBezTo>
                  <a:cubicBezTo>
                    <a:pt x="280" y="655"/>
                    <a:pt x="276" y="653"/>
                    <a:pt x="278" y="653"/>
                  </a:cubicBezTo>
                  <a:close/>
                  <a:moveTo>
                    <a:pt x="266" y="650"/>
                  </a:moveTo>
                  <a:cubicBezTo>
                    <a:pt x="268" y="650"/>
                    <a:pt x="273" y="651"/>
                    <a:pt x="272" y="651"/>
                  </a:cubicBezTo>
                  <a:cubicBezTo>
                    <a:pt x="270" y="651"/>
                    <a:pt x="268" y="651"/>
                    <a:pt x="266" y="650"/>
                  </a:cubicBezTo>
                  <a:close/>
                  <a:moveTo>
                    <a:pt x="286" y="660"/>
                  </a:moveTo>
                  <a:cubicBezTo>
                    <a:pt x="286" y="660"/>
                    <a:pt x="289" y="660"/>
                    <a:pt x="291" y="661"/>
                  </a:cubicBezTo>
                  <a:cubicBezTo>
                    <a:pt x="289" y="661"/>
                    <a:pt x="288" y="661"/>
                    <a:pt x="286" y="660"/>
                  </a:cubicBezTo>
                  <a:close/>
                  <a:moveTo>
                    <a:pt x="199" y="604"/>
                  </a:moveTo>
                  <a:cubicBezTo>
                    <a:pt x="200" y="604"/>
                    <a:pt x="202" y="606"/>
                    <a:pt x="202" y="605"/>
                  </a:cubicBezTo>
                  <a:cubicBezTo>
                    <a:pt x="205" y="606"/>
                    <a:pt x="200" y="606"/>
                    <a:pt x="199" y="604"/>
                  </a:cubicBezTo>
                  <a:close/>
                  <a:moveTo>
                    <a:pt x="193" y="601"/>
                  </a:moveTo>
                  <a:cubicBezTo>
                    <a:pt x="194" y="601"/>
                    <a:pt x="196" y="602"/>
                    <a:pt x="198" y="602"/>
                  </a:cubicBezTo>
                  <a:cubicBezTo>
                    <a:pt x="200" y="604"/>
                    <a:pt x="200" y="604"/>
                    <a:pt x="200" y="604"/>
                  </a:cubicBezTo>
                  <a:cubicBezTo>
                    <a:pt x="197" y="603"/>
                    <a:pt x="195" y="603"/>
                    <a:pt x="193" y="601"/>
                  </a:cubicBezTo>
                  <a:close/>
                  <a:moveTo>
                    <a:pt x="250" y="646"/>
                  </a:moveTo>
                  <a:cubicBezTo>
                    <a:pt x="252" y="646"/>
                    <a:pt x="256" y="647"/>
                    <a:pt x="256" y="648"/>
                  </a:cubicBezTo>
                  <a:cubicBezTo>
                    <a:pt x="254" y="647"/>
                    <a:pt x="252" y="647"/>
                    <a:pt x="250" y="646"/>
                  </a:cubicBezTo>
                  <a:close/>
                  <a:moveTo>
                    <a:pt x="259" y="654"/>
                  </a:moveTo>
                  <a:cubicBezTo>
                    <a:pt x="261" y="654"/>
                    <a:pt x="263" y="654"/>
                    <a:pt x="264" y="655"/>
                  </a:cubicBezTo>
                  <a:cubicBezTo>
                    <a:pt x="262" y="655"/>
                    <a:pt x="261" y="655"/>
                    <a:pt x="259" y="654"/>
                  </a:cubicBezTo>
                  <a:close/>
                  <a:moveTo>
                    <a:pt x="227" y="637"/>
                  </a:moveTo>
                  <a:cubicBezTo>
                    <a:pt x="226" y="636"/>
                    <a:pt x="224" y="636"/>
                    <a:pt x="223" y="635"/>
                  </a:cubicBezTo>
                  <a:cubicBezTo>
                    <a:pt x="225" y="635"/>
                    <a:pt x="225" y="635"/>
                    <a:pt x="228" y="636"/>
                  </a:cubicBezTo>
                  <a:cubicBezTo>
                    <a:pt x="226" y="636"/>
                    <a:pt x="229" y="637"/>
                    <a:pt x="227" y="637"/>
                  </a:cubicBezTo>
                  <a:close/>
                  <a:moveTo>
                    <a:pt x="216" y="631"/>
                  </a:moveTo>
                  <a:cubicBezTo>
                    <a:pt x="215" y="630"/>
                    <a:pt x="214" y="630"/>
                    <a:pt x="213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8" y="631"/>
                    <a:pt x="216" y="629"/>
                    <a:pt x="218" y="629"/>
                  </a:cubicBezTo>
                  <a:cubicBezTo>
                    <a:pt x="219" y="630"/>
                    <a:pt x="220" y="630"/>
                    <a:pt x="221" y="631"/>
                  </a:cubicBezTo>
                  <a:cubicBezTo>
                    <a:pt x="218" y="631"/>
                    <a:pt x="218" y="631"/>
                    <a:pt x="216" y="631"/>
                  </a:cubicBezTo>
                  <a:close/>
                  <a:moveTo>
                    <a:pt x="221" y="636"/>
                  </a:moveTo>
                  <a:cubicBezTo>
                    <a:pt x="221" y="636"/>
                    <a:pt x="219" y="635"/>
                    <a:pt x="220" y="635"/>
                  </a:cubicBezTo>
                  <a:cubicBezTo>
                    <a:pt x="222" y="636"/>
                    <a:pt x="226" y="636"/>
                    <a:pt x="228" y="638"/>
                  </a:cubicBezTo>
                  <a:cubicBezTo>
                    <a:pt x="225" y="637"/>
                    <a:pt x="223" y="636"/>
                    <a:pt x="221" y="636"/>
                  </a:cubicBezTo>
                  <a:close/>
                  <a:moveTo>
                    <a:pt x="122" y="502"/>
                  </a:moveTo>
                  <a:cubicBezTo>
                    <a:pt x="121" y="501"/>
                    <a:pt x="123" y="501"/>
                    <a:pt x="124" y="502"/>
                  </a:cubicBezTo>
                  <a:cubicBezTo>
                    <a:pt x="124" y="503"/>
                    <a:pt x="124" y="504"/>
                    <a:pt x="125" y="504"/>
                  </a:cubicBezTo>
                  <a:cubicBezTo>
                    <a:pt x="125" y="505"/>
                    <a:pt x="123" y="503"/>
                    <a:pt x="122" y="502"/>
                  </a:cubicBezTo>
                  <a:close/>
                  <a:moveTo>
                    <a:pt x="171" y="589"/>
                  </a:moveTo>
                  <a:cubicBezTo>
                    <a:pt x="169" y="588"/>
                    <a:pt x="168" y="587"/>
                    <a:pt x="166" y="585"/>
                  </a:cubicBezTo>
                  <a:cubicBezTo>
                    <a:pt x="168" y="586"/>
                    <a:pt x="169" y="585"/>
                    <a:pt x="171" y="587"/>
                  </a:cubicBezTo>
                  <a:cubicBezTo>
                    <a:pt x="170" y="587"/>
                    <a:pt x="168" y="587"/>
                    <a:pt x="171" y="589"/>
                  </a:cubicBezTo>
                  <a:close/>
                  <a:moveTo>
                    <a:pt x="203" y="625"/>
                  </a:moveTo>
                  <a:cubicBezTo>
                    <a:pt x="206" y="626"/>
                    <a:pt x="206" y="626"/>
                    <a:pt x="205" y="627"/>
                  </a:cubicBezTo>
                  <a:cubicBezTo>
                    <a:pt x="209" y="628"/>
                    <a:pt x="216" y="631"/>
                    <a:pt x="217" y="633"/>
                  </a:cubicBezTo>
                  <a:cubicBezTo>
                    <a:pt x="213" y="630"/>
                    <a:pt x="207" y="628"/>
                    <a:pt x="204" y="627"/>
                  </a:cubicBezTo>
                  <a:cubicBezTo>
                    <a:pt x="205" y="627"/>
                    <a:pt x="204" y="627"/>
                    <a:pt x="203" y="626"/>
                  </a:cubicBezTo>
                  <a:cubicBezTo>
                    <a:pt x="203" y="626"/>
                    <a:pt x="203" y="626"/>
                    <a:pt x="200" y="625"/>
                  </a:cubicBezTo>
                  <a:cubicBezTo>
                    <a:pt x="199" y="624"/>
                    <a:pt x="200" y="625"/>
                    <a:pt x="200" y="624"/>
                  </a:cubicBezTo>
                  <a:cubicBezTo>
                    <a:pt x="199" y="624"/>
                    <a:pt x="199" y="624"/>
                    <a:pt x="197" y="623"/>
                  </a:cubicBezTo>
                  <a:cubicBezTo>
                    <a:pt x="198" y="624"/>
                    <a:pt x="194" y="623"/>
                    <a:pt x="193" y="622"/>
                  </a:cubicBezTo>
                  <a:cubicBezTo>
                    <a:pt x="193" y="621"/>
                    <a:pt x="196" y="622"/>
                    <a:pt x="198" y="622"/>
                  </a:cubicBezTo>
                  <a:cubicBezTo>
                    <a:pt x="201" y="624"/>
                    <a:pt x="201" y="625"/>
                    <a:pt x="203" y="625"/>
                  </a:cubicBezTo>
                  <a:close/>
                  <a:moveTo>
                    <a:pt x="240" y="654"/>
                  </a:moveTo>
                  <a:cubicBezTo>
                    <a:pt x="237" y="653"/>
                    <a:pt x="234" y="653"/>
                    <a:pt x="232" y="653"/>
                  </a:cubicBezTo>
                  <a:cubicBezTo>
                    <a:pt x="230" y="651"/>
                    <a:pt x="234" y="653"/>
                    <a:pt x="236" y="652"/>
                  </a:cubicBezTo>
                  <a:cubicBezTo>
                    <a:pt x="236" y="653"/>
                    <a:pt x="238" y="653"/>
                    <a:pt x="239" y="653"/>
                  </a:cubicBezTo>
                  <a:cubicBezTo>
                    <a:pt x="241" y="654"/>
                    <a:pt x="241" y="654"/>
                    <a:pt x="240" y="654"/>
                  </a:cubicBezTo>
                  <a:close/>
                  <a:moveTo>
                    <a:pt x="203" y="628"/>
                  </a:moveTo>
                  <a:cubicBezTo>
                    <a:pt x="201" y="626"/>
                    <a:pt x="198" y="625"/>
                    <a:pt x="196" y="624"/>
                  </a:cubicBezTo>
                  <a:cubicBezTo>
                    <a:pt x="198" y="625"/>
                    <a:pt x="200" y="625"/>
                    <a:pt x="201" y="626"/>
                  </a:cubicBezTo>
                  <a:cubicBezTo>
                    <a:pt x="200" y="626"/>
                    <a:pt x="206" y="628"/>
                    <a:pt x="203" y="628"/>
                  </a:cubicBezTo>
                  <a:close/>
                  <a:moveTo>
                    <a:pt x="220" y="645"/>
                  </a:moveTo>
                  <a:cubicBezTo>
                    <a:pt x="220" y="644"/>
                    <a:pt x="223" y="644"/>
                    <a:pt x="224" y="645"/>
                  </a:cubicBezTo>
                  <a:cubicBezTo>
                    <a:pt x="223" y="645"/>
                    <a:pt x="221" y="645"/>
                    <a:pt x="220" y="645"/>
                  </a:cubicBezTo>
                  <a:close/>
                  <a:moveTo>
                    <a:pt x="222" y="649"/>
                  </a:moveTo>
                  <a:cubicBezTo>
                    <a:pt x="223" y="649"/>
                    <a:pt x="225" y="650"/>
                    <a:pt x="226" y="650"/>
                  </a:cubicBezTo>
                  <a:cubicBezTo>
                    <a:pt x="225" y="649"/>
                    <a:pt x="223" y="648"/>
                    <a:pt x="225" y="648"/>
                  </a:cubicBezTo>
                  <a:cubicBezTo>
                    <a:pt x="227" y="649"/>
                    <a:pt x="232" y="650"/>
                    <a:pt x="231" y="651"/>
                  </a:cubicBezTo>
                  <a:cubicBezTo>
                    <a:pt x="228" y="651"/>
                    <a:pt x="225" y="651"/>
                    <a:pt x="222" y="649"/>
                  </a:cubicBezTo>
                  <a:close/>
                  <a:moveTo>
                    <a:pt x="191" y="620"/>
                  </a:moveTo>
                  <a:cubicBezTo>
                    <a:pt x="190" y="619"/>
                    <a:pt x="186" y="618"/>
                    <a:pt x="187" y="618"/>
                  </a:cubicBezTo>
                  <a:cubicBezTo>
                    <a:pt x="189" y="618"/>
                    <a:pt x="193" y="620"/>
                    <a:pt x="191" y="620"/>
                  </a:cubicBezTo>
                  <a:close/>
                  <a:moveTo>
                    <a:pt x="199" y="631"/>
                  </a:moveTo>
                  <a:cubicBezTo>
                    <a:pt x="201" y="632"/>
                    <a:pt x="203" y="633"/>
                    <a:pt x="205" y="634"/>
                  </a:cubicBezTo>
                  <a:cubicBezTo>
                    <a:pt x="205" y="634"/>
                    <a:pt x="198" y="632"/>
                    <a:pt x="199" y="631"/>
                  </a:cubicBezTo>
                  <a:close/>
                  <a:moveTo>
                    <a:pt x="216" y="645"/>
                  </a:moveTo>
                  <a:cubicBezTo>
                    <a:pt x="217" y="646"/>
                    <a:pt x="218" y="645"/>
                    <a:pt x="218" y="645"/>
                  </a:cubicBezTo>
                  <a:cubicBezTo>
                    <a:pt x="219" y="646"/>
                    <a:pt x="224" y="648"/>
                    <a:pt x="223" y="648"/>
                  </a:cubicBezTo>
                  <a:cubicBezTo>
                    <a:pt x="221" y="647"/>
                    <a:pt x="218" y="647"/>
                    <a:pt x="216" y="645"/>
                  </a:cubicBezTo>
                  <a:close/>
                  <a:moveTo>
                    <a:pt x="168" y="608"/>
                  </a:moveTo>
                  <a:cubicBezTo>
                    <a:pt x="172" y="609"/>
                    <a:pt x="177" y="613"/>
                    <a:pt x="181" y="615"/>
                  </a:cubicBezTo>
                  <a:cubicBezTo>
                    <a:pt x="181" y="614"/>
                    <a:pt x="179" y="613"/>
                    <a:pt x="181" y="613"/>
                  </a:cubicBezTo>
                  <a:cubicBezTo>
                    <a:pt x="181" y="615"/>
                    <a:pt x="183" y="615"/>
                    <a:pt x="186" y="617"/>
                  </a:cubicBezTo>
                  <a:cubicBezTo>
                    <a:pt x="184" y="617"/>
                    <a:pt x="182" y="616"/>
                    <a:pt x="182" y="617"/>
                  </a:cubicBezTo>
                  <a:cubicBezTo>
                    <a:pt x="180" y="614"/>
                    <a:pt x="173" y="611"/>
                    <a:pt x="168" y="608"/>
                  </a:cubicBezTo>
                  <a:close/>
                  <a:moveTo>
                    <a:pt x="103" y="475"/>
                  </a:moveTo>
                  <a:cubicBezTo>
                    <a:pt x="104" y="477"/>
                    <a:pt x="106" y="478"/>
                    <a:pt x="106" y="479"/>
                  </a:cubicBezTo>
                  <a:cubicBezTo>
                    <a:pt x="105" y="478"/>
                    <a:pt x="102" y="475"/>
                    <a:pt x="103" y="475"/>
                  </a:cubicBezTo>
                  <a:close/>
                  <a:moveTo>
                    <a:pt x="138" y="564"/>
                  </a:moveTo>
                  <a:cubicBezTo>
                    <a:pt x="138" y="563"/>
                    <a:pt x="137" y="562"/>
                    <a:pt x="136" y="562"/>
                  </a:cubicBezTo>
                  <a:cubicBezTo>
                    <a:pt x="135" y="560"/>
                    <a:pt x="140" y="563"/>
                    <a:pt x="142" y="565"/>
                  </a:cubicBezTo>
                  <a:cubicBezTo>
                    <a:pt x="139" y="564"/>
                    <a:pt x="139" y="564"/>
                    <a:pt x="138" y="564"/>
                  </a:cubicBezTo>
                  <a:close/>
                  <a:moveTo>
                    <a:pt x="205" y="640"/>
                  </a:moveTo>
                  <a:cubicBezTo>
                    <a:pt x="209" y="641"/>
                    <a:pt x="212" y="643"/>
                    <a:pt x="215" y="645"/>
                  </a:cubicBezTo>
                  <a:cubicBezTo>
                    <a:pt x="213" y="644"/>
                    <a:pt x="213" y="644"/>
                    <a:pt x="213" y="644"/>
                  </a:cubicBezTo>
                  <a:cubicBezTo>
                    <a:pt x="211" y="643"/>
                    <a:pt x="208" y="642"/>
                    <a:pt x="205" y="640"/>
                  </a:cubicBezTo>
                  <a:close/>
                  <a:moveTo>
                    <a:pt x="163" y="598"/>
                  </a:moveTo>
                  <a:cubicBezTo>
                    <a:pt x="165" y="599"/>
                    <a:pt x="170" y="602"/>
                    <a:pt x="170" y="603"/>
                  </a:cubicBezTo>
                  <a:cubicBezTo>
                    <a:pt x="168" y="602"/>
                    <a:pt x="163" y="599"/>
                    <a:pt x="163" y="598"/>
                  </a:cubicBezTo>
                  <a:close/>
                  <a:moveTo>
                    <a:pt x="166" y="604"/>
                  </a:moveTo>
                  <a:cubicBezTo>
                    <a:pt x="164" y="602"/>
                    <a:pt x="161" y="600"/>
                    <a:pt x="158" y="598"/>
                  </a:cubicBezTo>
                  <a:cubicBezTo>
                    <a:pt x="162" y="599"/>
                    <a:pt x="167" y="603"/>
                    <a:pt x="168" y="605"/>
                  </a:cubicBezTo>
                  <a:cubicBezTo>
                    <a:pt x="167" y="604"/>
                    <a:pt x="166" y="604"/>
                    <a:pt x="166" y="604"/>
                  </a:cubicBezTo>
                  <a:close/>
                  <a:moveTo>
                    <a:pt x="200" y="639"/>
                  </a:moveTo>
                  <a:cubicBezTo>
                    <a:pt x="201" y="639"/>
                    <a:pt x="199" y="638"/>
                    <a:pt x="200" y="638"/>
                  </a:cubicBezTo>
                  <a:cubicBezTo>
                    <a:pt x="201" y="639"/>
                    <a:pt x="203" y="639"/>
                    <a:pt x="204" y="640"/>
                  </a:cubicBezTo>
                  <a:cubicBezTo>
                    <a:pt x="203" y="640"/>
                    <a:pt x="201" y="640"/>
                    <a:pt x="200" y="639"/>
                  </a:cubicBezTo>
                  <a:close/>
                  <a:moveTo>
                    <a:pt x="189" y="633"/>
                  </a:moveTo>
                  <a:cubicBezTo>
                    <a:pt x="192" y="633"/>
                    <a:pt x="194" y="634"/>
                    <a:pt x="195" y="635"/>
                  </a:cubicBezTo>
                  <a:cubicBezTo>
                    <a:pt x="193" y="635"/>
                    <a:pt x="191" y="634"/>
                    <a:pt x="189" y="633"/>
                  </a:cubicBezTo>
                  <a:close/>
                  <a:moveTo>
                    <a:pt x="164" y="605"/>
                  </a:moveTo>
                  <a:cubicBezTo>
                    <a:pt x="161" y="604"/>
                    <a:pt x="161" y="603"/>
                    <a:pt x="159" y="601"/>
                  </a:cubicBezTo>
                  <a:cubicBezTo>
                    <a:pt x="160" y="601"/>
                    <a:pt x="161" y="601"/>
                    <a:pt x="161" y="601"/>
                  </a:cubicBezTo>
                  <a:cubicBezTo>
                    <a:pt x="161" y="602"/>
                    <a:pt x="162" y="602"/>
                    <a:pt x="162" y="602"/>
                  </a:cubicBezTo>
                  <a:cubicBezTo>
                    <a:pt x="160" y="602"/>
                    <a:pt x="162" y="603"/>
                    <a:pt x="164" y="605"/>
                  </a:cubicBezTo>
                  <a:close/>
                  <a:moveTo>
                    <a:pt x="194" y="638"/>
                  </a:moveTo>
                  <a:cubicBezTo>
                    <a:pt x="191" y="636"/>
                    <a:pt x="187" y="635"/>
                    <a:pt x="185" y="633"/>
                  </a:cubicBezTo>
                  <a:cubicBezTo>
                    <a:pt x="188" y="634"/>
                    <a:pt x="188" y="633"/>
                    <a:pt x="190" y="634"/>
                  </a:cubicBezTo>
                  <a:cubicBezTo>
                    <a:pt x="193" y="636"/>
                    <a:pt x="189" y="635"/>
                    <a:pt x="192" y="636"/>
                  </a:cubicBezTo>
                  <a:cubicBezTo>
                    <a:pt x="193" y="636"/>
                    <a:pt x="192" y="635"/>
                    <a:pt x="194" y="636"/>
                  </a:cubicBezTo>
                  <a:cubicBezTo>
                    <a:pt x="195" y="637"/>
                    <a:pt x="194" y="637"/>
                    <a:pt x="194" y="638"/>
                  </a:cubicBezTo>
                  <a:close/>
                  <a:moveTo>
                    <a:pt x="182" y="629"/>
                  </a:moveTo>
                  <a:cubicBezTo>
                    <a:pt x="182" y="629"/>
                    <a:pt x="183" y="629"/>
                    <a:pt x="184" y="629"/>
                  </a:cubicBezTo>
                  <a:cubicBezTo>
                    <a:pt x="185" y="631"/>
                    <a:pt x="187" y="631"/>
                    <a:pt x="189" y="632"/>
                  </a:cubicBezTo>
                  <a:cubicBezTo>
                    <a:pt x="188" y="632"/>
                    <a:pt x="188" y="632"/>
                    <a:pt x="187" y="632"/>
                  </a:cubicBezTo>
                  <a:cubicBezTo>
                    <a:pt x="186" y="631"/>
                    <a:pt x="184" y="631"/>
                    <a:pt x="182" y="629"/>
                  </a:cubicBezTo>
                  <a:close/>
                  <a:moveTo>
                    <a:pt x="147" y="593"/>
                  </a:moveTo>
                  <a:cubicBezTo>
                    <a:pt x="149" y="595"/>
                    <a:pt x="157" y="598"/>
                    <a:pt x="155" y="599"/>
                  </a:cubicBezTo>
                  <a:cubicBezTo>
                    <a:pt x="153" y="597"/>
                    <a:pt x="149" y="596"/>
                    <a:pt x="147" y="593"/>
                  </a:cubicBezTo>
                  <a:close/>
                  <a:moveTo>
                    <a:pt x="135" y="580"/>
                  </a:moveTo>
                  <a:cubicBezTo>
                    <a:pt x="136" y="581"/>
                    <a:pt x="138" y="582"/>
                    <a:pt x="139" y="583"/>
                  </a:cubicBezTo>
                  <a:cubicBezTo>
                    <a:pt x="138" y="584"/>
                    <a:pt x="136" y="582"/>
                    <a:pt x="135" y="580"/>
                  </a:cubicBezTo>
                  <a:close/>
                  <a:moveTo>
                    <a:pt x="133" y="581"/>
                  </a:moveTo>
                  <a:cubicBezTo>
                    <a:pt x="136" y="584"/>
                    <a:pt x="144" y="589"/>
                    <a:pt x="142" y="590"/>
                  </a:cubicBezTo>
                  <a:cubicBezTo>
                    <a:pt x="140" y="587"/>
                    <a:pt x="134" y="583"/>
                    <a:pt x="133" y="581"/>
                  </a:cubicBezTo>
                  <a:close/>
                  <a:moveTo>
                    <a:pt x="120" y="565"/>
                  </a:moveTo>
                  <a:cubicBezTo>
                    <a:pt x="122" y="565"/>
                    <a:pt x="123" y="566"/>
                    <a:pt x="124" y="568"/>
                  </a:cubicBezTo>
                  <a:cubicBezTo>
                    <a:pt x="124" y="568"/>
                    <a:pt x="121" y="566"/>
                    <a:pt x="120" y="565"/>
                  </a:cubicBezTo>
                  <a:close/>
                  <a:moveTo>
                    <a:pt x="121" y="569"/>
                  </a:moveTo>
                  <a:cubicBezTo>
                    <a:pt x="120" y="566"/>
                    <a:pt x="117" y="564"/>
                    <a:pt x="115" y="562"/>
                  </a:cubicBezTo>
                  <a:cubicBezTo>
                    <a:pt x="117" y="562"/>
                    <a:pt x="121" y="567"/>
                    <a:pt x="124" y="570"/>
                  </a:cubicBezTo>
                  <a:cubicBezTo>
                    <a:pt x="123" y="569"/>
                    <a:pt x="123" y="570"/>
                    <a:pt x="121" y="569"/>
                  </a:cubicBezTo>
                  <a:close/>
                  <a:moveTo>
                    <a:pt x="120" y="569"/>
                  </a:moveTo>
                  <a:cubicBezTo>
                    <a:pt x="118" y="566"/>
                    <a:pt x="116" y="567"/>
                    <a:pt x="114" y="564"/>
                  </a:cubicBezTo>
                  <a:cubicBezTo>
                    <a:pt x="117" y="566"/>
                    <a:pt x="115" y="565"/>
                    <a:pt x="117" y="565"/>
                  </a:cubicBezTo>
                  <a:cubicBezTo>
                    <a:pt x="118" y="566"/>
                    <a:pt x="122" y="569"/>
                    <a:pt x="120" y="569"/>
                  </a:cubicBezTo>
                  <a:close/>
                  <a:moveTo>
                    <a:pt x="106" y="554"/>
                  </a:moveTo>
                  <a:cubicBezTo>
                    <a:pt x="108" y="555"/>
                    <a:pt x="109" y="556"/>
                    <a:pt x="110" y="558"/>
                  </a:cubicBezTo>
                  <a:cubicBezTo>
                    <a:pt x="109" y="558"/>
                    <a:pt x="106" y="556"/>
                    <a:pt x="106" y="554"/>
                  </a:cubicBezTo>
                  <a:close/>
                  <a:moveTo>
                    <a:pt x="126" y="590"/>
                  </a:moveTo>
                  <a:cubicBezTo>
                    <a:pt x="128" y="591"/>
                    <a:pt x="129" y="592"/>
                    <a:pt x="131" y="594"/>
                  </a:cubicBezTo>
                  <a:cubicBezTo>
                    <a:pt x="129" y="593"/>
                    <a:pt x="127" y="592"/>
                    <a:pt x="126" y="590"/>
                  </a:cubicBezTo>
                  <a:close/>
                  <a:moveTo>
                    <a:pt x="126" y="591"/>
                  </a:moveTo>
                  <a:cubicBezTo>
                    <a:pt x="128" y="592"/>
                    <a:pt x="131" y="595"/>
                    <a:pt x="130" y="595"/>
                  </a:cubicBezTo>
                  <a:cubicBezTo>
                    <a:pt x="129" y="593"/>
                    <a:pt x="127" y="593"/>
                    <a:pt x="126" y="591"/>
                  </a:cubicBezTo>
                  <a:close/>
                  <a:moveTo>
                    <a:pt x="120" y="584"/>
                  </a:moveTo>
                  <a:cubicBezTo>
                    <a:pt x="121" y="584"/>
                    <a:pt x="120" y="582"/>
                    <a:pt x="120" y="583"/>
                  </a:cubicBezTo>
                  <a:cubicBezTo>
                    <a:pt x="122" y="583"/>
                    <a:pt x="123" y="584"/>
                    <a:pt x="124" y="585"/>
                  </a:cubicBezTo>
                  <a:cubicBezTo>
                    <a:pt x="122" y="584"/>
                    <a:pt x="123" y="586"/>
                    <a:pt x="120" y="584"/>
                  </a:cubicBezTo>
                  <a:close/>
                  <a:moveTo>
                    <a:pt x="118" y="587"/>
                  </a:moveTo>
                  <a:cubicBezTo>
                    <a:pt x="118" y="587"/>
                    <a:pt x="121" y="588"/>
                    <a:pt x="121" y="587"/>
                  </a:cubicBezTo>
                  <a:cubicBezTo>
                    <a:pt x="119" y="586"/>
                    <a:pt x="119" y="585"/>
                    <a:pt x="118" y="584"/>
                  </a:cubicBezTo>
                  <a:cubicBezTo>
                    <a:pt x="120" y="586"/>
                    <a:pt x="124" y="587"/>
                    <a:pt x="126" y="589"/>
                  </a:cubicBezTo>
                  <a:cubicBezTo>
                    <a:pt x="121" y="587"/>
                    <a:pt x="122" y="591"/>
                    <a:pt x="118" y="587"/>
                  </a:cubicBezTo>
                  <a:close/>
                  <a:moveTo>
                    <a:pt x="93" y="536"/>
                  </a:moveTo>
                  <a:cubicBezTo>
                    <a:pt x="95" y="536"/>
                    <a:pt x="97" y="540"/>
                    <a:pt x="96" y="539"/>
                  </a:cubicBezTo>
                  <a:cubicBezTo>
                    <a:pt x="95" y="538"/>
                    <a:pt x="94" y="537"/>
                    <a:pt x="93" y="536"/>
                  </a:cubicBezTo>
                  <a:close/>
                  <a:moveTo>
                    <a:pt x="113" y="579"/>
                  </a:moveTo>
                  <a:cubicBezTo>
                    <a:pt x="115" y="580"/>
                    <a:pt x="116" y="580"/>
                    <a:pt x="116" y="582"/>
                  </a:cubicBezTo>
                  <a:cubicBezTo>
                    <a:pt x="115" y="581"/>
                    <a:pt x="114" y="580"/>
                    <a:pt x="113" y="579"/>
                  </a:cubicBezTo>
                  <a:close/>
                  <a:moveTo>
                    <a:pt x="95" y="543"/>
                  </a:moveTo>
                  <a:cubicBezTo>
                    <a:pt x="93" y="541"/>
                    <a:pt x="89" y="537"/>
                    <a:pt x="90" y="536"/>
                  </a:cubicBezTo>
                  <a:cubicBezTo>
                    <a:pt x="88" y="535"/>
                    <a:pt x="86" y="531"/>
                    <a:pt x="85" y="532"/>
                  </a:cubicBezTo>
                  <a:cubicBezTo>
                    <a:pt x="84" y="529"/>
                    <a:pt x="84" y="529"/>
                    <a:pt x="84" y="529"/>
                  </a:cubicBezTo>
                  <a:cubicBezTo>
                    <a:pt x="85" y="530"/>
                    <a:pt x="86" y="532"/>
                    <a:pt x="86" y="531"/>
                  </a:cubicBezTo>
                  <a:cubicBezTo>
                    <a:pt x="88" y="534"/>
                    <a:pt x="89" y="536"/>
                    <a:pt x="91" y="536"/>
                  </a:cubicBezTo>
                  <a:cubicBezTo>
                    <a:pt x="92" y="538"/>
                    <a:pt x="90" y="536"/>
                    <a:pt x="91" y="537"/>
                  </a:cubicBezTo>
                  <a:cubicBezTo>
                    <a:pt x="93" y="539"/>
                    <a:pt x="93" y="539"/>
                    <a:pt x="93" y="539"/>
                  </a:cubicBezTo>
                  <a:cubicBezTo>
                    <a:pt x="94" y="542"/>
                    <a:pt x="92" y="540"/>
                    <a:pt x="95" y="543"/>
                  </a:cubicBezTo>
                  <a:close/>
                  <a:moveTo>
                    <a:pt x="82" y="526"/>
                  </a:moveTo>
                  <a:cubicBezTo>
                    <a:pt x="81" y="523"/>
                    <a:pt x="86" y="528"/>
                    <a:pt x="87" y="530"/>
                  </a:cubicBezTo>
                  <a:cubicBezTo>
                    <a:pt x="86" y="530"/>
                    <a:pt x="86" y="531"/>
                    <a:pt x="86" y="530"/>
                  </a:cubicBezTo>
                  <a:cubicBezTo>
                    <a:pt x="83" y="527"/>
                    <a:pt x="85" y="528"/>
                    <a:pt x="82" y="526"/>
                  </a:cubicBezTo>
                  <a:close/>
                  <a:moveTo>
                    <a:pt x="77" y="521"/>
                  </a:moveTo>
                  <a:cubicBezTo>
                    <a:pt x="76" y="519"/>
                    <a:pt x="78" y="521"/>
                    <a:pt x="80" y="522"/>
                  </a:cubicBezTo>
                  <a:cubicBezTo>
                    <a:pt x="80" y="523"/>
                    <a:pt x="81" y="523"/>
                    <a:pt x="82" y="524"/>
                  </a:cubicBezTo>
                  <a:cubicBezTo>
                    <a:pt x="79" y="523"/>
                    <a:pt x="79" y="522"/>
                    <a:pt x="77" y="521"/>
                  </a:cubicBezTo>
                  <a:close/>
                  <a:moveTo>
                    <a:pt x="72" y="507"/>
                  </a:moveTo>
                  <a:cubicBezTo>
                    <a:pt x="73" y="509"/>
                    <a:pt x="75" y="510"/>
                    <a:pt x="75" y="512"/>
                  </a:cubicBezTo>
                  <a:cubicBezTo>
                    <a:pt x="74" y="510"/>
                    <a:pt x="73" y="509"/>
                    <a:pt x="72" y="507"/>
                  </a:cubicBezTo>
                  <a:close/>
                  <a:moveTo>
                    <a:pt x="62" y="350"/>
                  </a:moveTo>
                  <a:cubicBezTo>
                    <a:pt x="61" y="349"/>
                    <a:pt x="61" y="345"/>
                    <a:pt x="62" y="346"/>
                  </a:cubicBezTo>
                  <a:cubicBezTo>
                    <a:pt x="61" y="347"/>
                    <a:pt x="62" y="349"/>
                    <a:pt x="62" y="349"/>
                  </a:cubicBezTo>
                  <a:cubicBezTo>
                    <a:pt x="62" y="350"/>
                    <a:pt x="62" y="350"/>
                    <a:pt x="62" y="350"/>
                  </a:cubicBezTo>
                  <a:close/>
                  <a:moveTo>
                    <a:pt x="53" y="481"/>
                  </a:moveTo>
                  <a:cubicBezTo>
                    <a:pt x="53" y="479"/>
                    <a:pt x="54" y="480"/>
                    <a:pt x="55" y="481"/>
                  </a:cubicBezTo>
                  <a:cubicBezTo>
                    <a:pt x="56" y="483"/>
                    <a:pt x="58" y="485"/>
                    <a:pt x="57" y="485"/>
                  </a:cubicBezTo>
                  <a:cubicBezTo>
                    <a:pt x="56" y="483"/>
                    <a:pt x="55" y="483"/>
                    <a:pt x="53" y="481"/>
                  </a:cubicBezTo>
                  <a:close/>
                  <a:moveTo>
                    <a:pt x="61" y="342"/>
                  </a:moveTo>
                  <a:cubicBezTo>
                    <a:pt x="61" y="339"/>
                    <a:pt x="60" y="334"/>
                    <a:pt x="61" y="333"/>
                  </a:cubicBezTo>
                  <a:cubicBezTo>
                    <a:pt x="61" y="336"/>
                    <a:pt x="62" y="334"/>
                    <a:pt x="63" y="336"/>
                  </a:cubicBezTo>
                  <a:cubicBezTo>
                    <a:pt x="62" y="338"/>
                    <a:pt x="61" y="337"/>
                    <a:pt x="61" y="337"/>
                  </a:cubicBezTo>
                  <a:cubicBezTo>
                    <a:pt x="62" y="339"/>
                    <a:pt x="62" y="342"/>
                    <a:pt x="61" y="342"/>
                  </a:cubicBezTo>
                  <a:close/>
                  <a:moveTo>
                    <a:pt x="61" y="326"/>
                  </a:moveTo>
                  <a:cubicBezTo>
                    <a:pt x="61" y="327"/>
                    <a:pt x="61" y="329"/>
                    <a:pt x="61" y="330"/>
                  </a:cubicBezTo>
                  <a:cubicBezTo>
                    <a:pt x="60" y="330"/>
                    <a:pt x="60" y="324"/>
                    <a:pt x="61" y="326"/>
                  </a:cubicBezTo>
                  <a:close/>
                  <a:moveTo>
                    <a:pt x="41" y="486"/>
                  </a:moveTo>
                  <a:cubicBezTo>
                    <a:pt x="42" y="488"/>
                    <a:pt x="43" y="490"/>
                    <a:pt x="44" y="492"/>
                  </a:cubicBezTo>
                  <a:cubicBezTo>
                    <a:pt x="42" y="490"/>
                    <a:pt x="42" y="489"/>
                    <a:pt x="41" y="486"/>
                  </a:cubicBezTo>
                  <a:close/>
                  <a:moveTo>
                    <a:pt x="35" y="477"/>
                  </a:moveTo>
                  <a:cubicBezTo>
                    <a:pt x="33" y="476"/>
                    <a:pt x="34" y="474"/>
                    <a:pt x="33" y="472"/>
                  </a:cubicBezTo>
                  <a:cubicBezTo>
                    <a:pt x="33" y="474"/>
                    <a:pt x="31" y="471"/>
                    <a:pt x="30" y="470"/>
                  </a:cubicBezTo>
                  <a:cubicBezTo>
                    <a:pt x="29" y="467"/>
                    <a:pt x="33" y="473"/>
                    <a:pt x="32" y="470"/>
                  </a:cubicBezTo>
                  <a:cubicBezTo>
                    <a:pt x="32" y="470"/>
                    <a:pt x="32" y="470"/>
                    <a:pt x="31" y="469"/>
                  </a:cubicBezTo>
                  <a:cubicBezTo>
                    <a:pt x="30" y="468"/>
                    <a:pt x="29" y="464"/>
                    <a:pt x="30" y="465"/>
                  </a:cubicBezTo>
                  <a:cubicBezTo>
                    <a:pt x="31" y="467"/>
                    <a:pt x="33" y="471"/>
                    <a:pt x="35" y="474"/>
                  </a:cubicBezTo>
                  <a:cubicBezTo>
                    <a:pt x="36" y="476"/>
                    <a:pt x="38" y="479"/>
                    <a:pt x="36" y="478"/>
                  </a:cubicBezTo>
                  <a:cubicBezTo>
                    <a:pt x="37" y="480"/>
                    <a:pt x="40" y="485"/>
                    <a:pt x="39" y="486"/>
                  </a:cubicBezTo>
                  <a:cubicBezTo>
                    <a:pt x="38" y="485"/>
                    <a:pt x="35" y="478"/>
                    <a:pt x="35" y="477"/>
                  </a:cubicBezTo>
                  <a:close/>
                  <a:moveTo>
                    <a:pt x="32" y="474"/>
                  </a:moveTo>
                  <a:cubicBezTo>
                    <a:pt x="34" y="476"/>
                    <a:pt x="35" y="479"/>
                    <a:pt x="36" y="482"/>
                  </a:cubicBezTo>
                  <a:cubicBezTo>
                    <a:pt x="35" y="479"/>
                    <a:pt x="32" y="477"/>
                    <a:pt x="32" y="474"/>
                  </a:cubicBezTo>
                  <a:close/>
                  <a:moveTo>
                    <a:pt x="62" y="291"/>
                  </a:moveTo>
                  <a:cubicBezTo>
                    <a:pt x="62" y="289"/>
                    <a:pt x="62" y="284"/>
                    <a:pt x="63" y="284"/>
                  </a:cubicBezTo>
                  <a:cubicBezTo>
                    <a:pt x="63" y="286"/>
                    <a:pt x="63" y="291"/>
                    <a:pt x="62" y="291"/>
                  </a:cubicBezTo>
                  <a:close/>
                  <a:moveTo>
                    <a:pt x="27" y="464"/>
                  </a:moveTo>
                  <a:cubicBezTo>
                    <a:pt x="27" y="463"/>
                    <a:pt x="26" y="461"/>
                    <a:pt x="27" y="462"/>
                  </a:cubicBezTo>
                  <a:cubicBezTo>
                    <a:pt x="27" y="465"/>
                    <a:pt x="28" y="466"/>
                    <a:pt x="29" y="467"/>
                  </a:cubicBezTo>
                  <a:cubicBezTo>
                    <a:pt x="29" y="469"/>
                    <a:pt x="28" y="466"/>
                    <a:pt x="27" y="464"/>
                  </a:cubicBezTo>
                  <a:close/>
                  <a:moveTo>
                    <a:pt x="24" y="452"/>
                  </a:moveTo>
                  <a:cubicBezTo>
                    <a:pt x="24" y="450"/>
                    <a:pt x="23" y="449"/>
                    <a:pt x="23" y="448"/>
                  </a:cubicBezTo>
                  <a:cubicBezTo>
                    <a:pt x="24" y="449"/>
                    <a:pt x="25" y="454"/>
                    <a:pt x="24" y="452"/>
                  </a:cubicBezTo>
                  <a:close/>
                  <a:moveTo>
                    <a:pt x="22" y="457"/>
                  </a:moveTo>
                  <a:cubicBezTo>
                    <a:pt x="22" y="456"/>
                    <a:pt x="22" y="455"/>
                    <a:pt x="23" y="456"/>
                  </a:cubicBezTo>
                  <a:cubicBezTo>
                    <a:pt x="23" y="457"/>
                    <a:pt x="23" y="458"/>
                    <a:pt x="23" y="458"/>
                  </a:cubicBezTo>
                  <a:cubicBezTo>
                    <a:pt x="24" y="459"/>
                    <a:pt x="24" y="460"/>
                    <a:pt x="24" y="460"/>
                  </a:cubicBezTo>
                  <a:lnTo>
                    <a:pt x="22" y="457"/>
                  </a:lnTo>
                  <a:close/>
                  <a:moveTo>
                    <a:pt x="67" y="266"/>
                  </a:moveTo>
                  <a:cubicBezTo>
                    <a:pt x="67" y="267"/>
                    <a:pt x="67" y="266"/>
                    <a:pt x="67" y="268"/>
                  </a:cubicBezTo>
                  <a:cubicBezTo>
                    <a:pt x="66" y="269"/>
                    <a:pt x="66" y="270"/>
                    <a:pt x="66" y="271"/>
                  </a:cubicBezTo>
                  <a:cubicBezTo>
                    <a:pt x="66" y="269"/>
                    <a:pt x="66" y="267"/>
                    <a:pt x="67" y="266"/>
                  </a:cubicBezTo>
                  <a:close/>
                  <a:moveTo>
                    <a:pt x="16" y="431"/>
                  </a:moveTo>
                  <a:cubicBezTo>
                    <a:pt x="17" y="431"/>
                    <a:pt x="16" y="428"/>
                    <a:pt x="16" y="428"/>
                  </a:cubicBezTo>
                  <a:cubicBezTo>
                    <a:pt x="16" y="427"/>
                    <a:pt x="16" y="428"/>
                    <a:pt x="15" y="427"/>
                  </a:cubicBezTo>
                  <a:cubicBezTo>
                    <a:pt x="14" y="424"/>
                    <a:pt x="15" y="423"/>
                    <a:pt x="16" y="425"/>
                  </a:cubicBezTo>
                  <a:cubicBezTo>
                    <a:pt x="17" y="428"/>
                    <a:pt x="18" y="431"/>
                    <a:pt x="19" y="435"/>
                  </a:cubicBezTo>
                  <a:cubicBezTo>
                    <a:pt x="18" y="432"/>
                    <a:pt x="17" y="432"/>
                    <a:pt x="16" y="431"/>
                  </a:cubicBezTo>
                  <a:close/>
                  <a:moveTo>
                    <a:pt x="71" y="258"/>
                  </a:moveTo>
                  <a:cubicBezTo>
                    <a:pt x="69" y="259"/>
                    <a:pt x="69" y="259"/>
                    <a:pt x="69" y="259"/>
                  </a:cubicBezTo>
                  <a:cubicBezTo>
                    <a:pt x="69" y="257"/>
                    <a:pt x="71" y="255"/>
                    <a:pt x="71" y="258"/>
                  </a:cubicBezTo>
                  <a:close/>
                  <a:moveTo>
                    <a:pt x="13" y="415"/>
                  </a:moveTo>
                  <a:cubicBezTo>
                    <a:pt x="12" y="413"/>
                    <a:pt x="12" y="411"/>
                    <a:pt x="12" y="409"/>
                  </a:cubicBezTo>
                  <a:cubicBezTo>
                    <a:pt x="13" y="411"/>
                    <a:pt x="13" y="413"/>
                    <a:pt x="13" y="415"/>
                  </a:cubicBezTo>
                  <a:cubicBezTo>
                    <a:pt x="13" y="415"/>
                    <a:pt x="13" y="414"/>
                    <a:pt x="13" y="415"/>
                  </a:cubicBezTo>
                  <a:close/>
                  <a:moveTo>
                    <a:pt x="76" y="235"/>
                  </a:moveTo>
                  <a:cubicBezTo>
                    <a:pt x="76" y="234"/>
                    <a:pt x="76" y="233"/>
                    <a:pt x="77" y="232"/>
                  </a:cubicBezTo>
                  <a:cubicBezTo>
                    <a:pt x="77" y="233"/>
                    <a:pt x="79" y="232"/>
                    <a:pt x="77" y="234"/>
                  </a:cubicBezTo>
                  <a:cubicBezTo>
                    <a:pt x="78" y="232"/>
                    <a:pt x="77" y="233"/>
                    <a:pt x="76" y="235"/>
                  </a:cubicBezTo>
                  <a:cubicBezTo>
                    <a:pt x="77" y="234"/>
                    <a:pt x="77" y="235"/>
                    <a:pt x="77" y="235"/>
                  </a:cubicBezTo>
                  <a:cubicBezTo>
                    <a:pt x="77" y="236"/>
                    <a:pt x="77" y="237"/>
                    <a:pt x="76" y="238"/>
                  </a:cubicBezTo>
                  <a:cubicBezTo>
                    <a:pt x="76" y="235"/>
                    <a:pt x="75" y="237"/>
                    <a:pt x="76" y="235"/>
                  </a:cubicBezTo>
                  <a:close/>
                  <a:moveTo>
                    <a:pt x="7" y="397"/>
                  </a:moveTo>
                  <a:cubicBezTo>
                    <a:pt x="7" y="394"/>
                    <a:pt x="5" y="388"/>
                    <a:pt x="6" y="387"/>
                  </a:cubicBezTo>
                  <a:cubicBezTo>
                    <a:pt x="6" y="389"/>
                    <a:pt x="7" y="391"/>
                    <a:pt x="7" y="393"/>
                  </a:cubicBezTo>
                  <a:cubicBezTo>
                    <a:pt x="7" y="392"/>
                    <a:pt x="7" y="391"/>
                    <a:pt x="7" y="390"/>
                  </a:cubicBezTo>
                  <a:cubicBezTo>
                    <a:pt x="8" y="391"/>
                    <a:pt x="9" y="394"/>
                    <a:pt x="9" y="394"/>
                  </a:cubicBezTo>
                  <a:cubicBezTo>
                    <a:pt x="9" y="395"/>
                    <a:pt x="8" y="396"/>
                    <a:pt x="7" y="397"/>
                  </a:cubicBezTo>
                  <a:close/>
                  <a:moveTo>
                    <a:pt x="79" y="225"/>
                  </a:moveTo>
                  <a:cubicBezTo>
                    <a:pt x="80" y="226"/>
                    <a:pt x="80" y="226"/>
                    <a:pt x="80" y="227"/>
                  </a:cubicBezTo>
                  <a:cubicBezTo>
                    <a:pt x="79" y="228"/>
                    <a:pt x="78" y="227"/>
                    <a:pt x="79" y="225"/>
                  </a:cubicBezTo>
                  <a:close/>
                  <a:moveTo>
                    <a:pt x="6" y="384"/>
                  </a:moveTo>
                  <a:cubicBezTo>
                    <a:pt x="6" y="381"/>
                    <a:pt x="7" y="381"/>
                    <a:pt x="8" y="382"/>
                  </a:cubicBezTo>
                  <a:cubicBezTo>
                    <a:pt x="8" y="383"/>
                    <a:pt x="8" y="383"/>
                    <a:pt x="8" y="384"/>
                  </a:cubicBezTo>
                  <a:cubicBezTo>
                    <a:pt x="7" y="383"/>
                    <a:pt x="7" y="387"/>
                    <a:pt x="6" y="384"/>
                  </a:cubicBezTo>
                  <a:close/>
                  <a:moveTo>
                    <a:pt x="82" y="221"/>
                  </a:moveTo>
                  <a:cubicBezTo>
                    <a:pt x="82" y="223"/>
                    <a:pt x="82" y="224"/>
                    <a:pt x="81" y="225"/>
                  </a:cubicBezTo>
                  <a:cubicBezTo>
                    <a:pt x="81" y="223"/>
                    <a:pt x="81" y="222"/>
                    <a:pt x="82" y="221"/>
                  </a:cubicBezTo>
                  <a:close/>
                  <a:moveTo>
                    <a:pt x="4" y="375"/>
                  </a:moveTo>
                  <a:cubicBezTo>
                    <a:pt x="5" y="379"/>
                    <a:pt x="6" y="382"/>
                    <a:pt x="6" y="385"/>
                  </a:cubicBezTo>
                  <a:cubicBezTo>
                    <a:pt x="5" y="382"/>
                    <a:pt x="5" y="381"/>
                    <a:pt x="4" y="379"/>
                  </a:cubicBezTo>
                  <a:cubicBezTo>
                    <a:pt x="4" y="379"/>
                    <a:pt x="5" y="379"/>
                    <a:pt x="5" y="378"/>
                  </a:cubicBezTo>
                  <a:cubicBezTo>
                    <a:pt x="4" y="377"/>
                    <a:pt x="4" y="376"/>
                    <a:pt x="4" y="375"/>
                  </a:cubicBezTo>
                  <a:close/>
                  <a:moveTo>
                    <a:pt x="5" y="371"/>
                  </a:moveTo>
                  <a:cubicBezTo>
                    <a:pt x="5" y="371"/>
                    <a:pt x="5" y="370"/>
                    <a:pt x="5" y="370"/>
                  </a:cubicBezTo>
                  <a:cubicBezTo>
                    <a:pt x="6" y="373"/>
                    <a:pt x="7" y="377"/>
                    <a:pt x="7" y="380"/>
                  </a:cubicBezTo>
                  <a:cubicBezTo>
                    <a:pt x="6" y="379"/>
                    <a:pt x="6" y="380"/>
                    <a:pt x="5" y="378"/>
                  </a:cubicBezTo>
                  <a:cubicBezTo>
                    <a:pt x="5" y="375"/>
                    <a:pt x="4" y="373"/>
                    <a:pt x="5" y="371"/>
                  </a:cubicBezTo>
                  <a:close/>
                  <a:moveTo>
                    <a:pt x="87" y="209"/>
                  </a:moveTo>
                  <a:cubicBezTo>
                    <a:pt x="86" y="211"/>
                    <a:pt x="86" y="213"/>
                    <a:pt x="87" y="212"/>
                  </a:cubicBezTo>
                  <a:cubicBezTo>
                    <a:pt x="86" y="213"/>
                    <a:pt x="86" y="215"/>
                    <a:pt x="85" y="216"/>
                  </a:cubicBezTo>
                  <a:cubicBezTo>
                    <a:pt x="85" y="213"/>
                    <a:pt x="84" y="217"/>
                    <a:pt x="84" y="216"/>
                  </a:cubicBezTo>
                  <a:cubicBezTo>
                    <a:pt x="85" y="214"/>
                    <a:pt x="85" y="211"/>
                    <a:pt x="87" y="209"/>
                  </a:cubicBezTo>
                  <a:close/>
                  <a:moveTo>
                    <a:pt x="2" y="366"/>
                  </a:moveTo>
                  <a:cubicBezTo>
                    <a:pt x="2" y="365"/>
                    <a:pt x="3" y="365"/>
                    <a:pt x="3" y="364"/>
                  </a:cubicBezTo>
                  <a:cubicBezTo>
                    <a:pt x="3" y="364"/>
                    <a:pt x="2" y="364"/>
                    <a:pt x="2" y="364"/>
                  </a:cubicBezTo>
                  <a:cubicBezTo>
                    <a:pt x="3" y="361"/>
                    <a:pt x="3" y="362"/>
                    <a:pt x="4" y="364"/>
                  </a:cubicBezTo>
                  <a:cubicBezTo>
                    <a:pt x="3" y="365"/>
                    <a:pt x="3" y="366"/>
                    <a:pt x="3" y="367"/>
                  </a:cubicBezTo>
                  <a:cubicBezTo>
                    <a:pt x="4" y="366"/>
                    <a:pt x="4" y="367"/>
                    <a:pt x="4" y="368"/>
                  </a:cubicBezTo>
                  <a:cubicBezTo>
                    <a:pt x="4" y="369"/>
                    <a:pt x="4" y="369"/>
                    <a:pt x="4" y="370"/>
                  </a:cubicBezTo>
                  <a:cubicBezTo>
                    <a:pt x="3" y="366"/>
                    <a:pt x="3" y="367"/>
                    <a:pt x="2" y="366"/>
                  </a:cubicBezTo>
                  <a:close/>
                  <a:moveTo>
                    <a:pt x="4" y="357"/>
                  </a:moveTo>
                  <a:cubicBezTo>
                    <a:pt x="3" y="355"/>
                    <a:pt x="4" y="353"/>
                    <a:pt x="4" y="351"/>
                  </a:cubicBezTo>
                  <a:cubicBezTo>
                    <a:pt x="5" y="353"/>
                    <a:pt x="5" y="357"/>
                    <a:pt x="4" y="357"/>
                  </a:cubicBezTo>
                  <a:close/>
                  <a:moveTo>
                    <a:pt x="2" y="344"/>
                  </a:moveTo>
                  <a:cubicBezTo>
                    <a:pt x="2" y="342"/>
                    <a:pt x="1" y="340"/>
                    <a:pt x="2" y="338"/>
                  </a:cubicBezTo>
                  <a:cubicBezTo>
                    <a:pt x="3" y="340"/>
                    <a:pt x="2" y="341"/>
                    <a:pt x="2" y="343"/>
                  </a:cubicBezTo>
                  <a:cubicBezTo>
                    <a:pt x="2" y="343"/>
                    <a:pt x="2" y="342"/>
                    <a:pt x="3" y="342"/>
                  </a:cubicBezTo>
                  <a:cubicBezTo>
                    <a:pt x="2" y="343"/>
                    <a:pt x="2" y="343"/>
                    <a:pt x="2" y="344"/>
                  </a:cubicBezTo>
                  <a:close/>
                  <a:moveTo>
                    <a:pt x="3" y="329"/>
                  </a:moveTo>
                  <a:cubicBezTo>
                    <a:pt x="3" y="331"/>
                    <a:pt x="3" y="334"/>
                    <a:pt x="3" y="336"/>
                  </a:cubicBezTo>
                  <a:cubicBezTo>
                    <a:pt x="2" y="334"/>
                    <a:pt x="2" y="329"/>
                    <a:pt x="3" y="329"/>
                  </a:cubicBezTo>
                  <a:close/>
                  <a:moveTo>
                    <a:pt x="3" y="331"/>
                  </a:moveTo>
                  <a:cubicBezTo>
                    <a:pt x="4" y="330"/>
                    <a:pt x="3" y="329"/>
                    <a:pt x="3" y="329"/>
                  </a:cubicBezTo>
                  <a:cubicBezTo>
                    <a:pt x="4" y="327"/>
                    <a:pt x="4" y="327"/>
                    <a:pt x="4" y="328"/>
                  </a:cubicBezTo>
                  <a:cubicBezTo>
                    <a:pt x="4" y="329"/>
                    <a:pt x="4" y="330"/>
                    <a:pt x="4" y="331"/>
                  </a:cubicBezTo>
                  <a:cubicBezTo>
                    <a:pt x="4" y="330"/>
                    <a:pt x="4" y="331"/>
                    <a:pt x="3" y="331"/>
                  </a:cubicBezTo>
                  <a:close/>
                  <a:moveTo>
                    <a:pt x="4" y="316"/>
                  </a:moveTo>
                  <a:cubicBezTo>
                    <a:pt x="5" y="320"/>
                    <a:pt x="5" y="323"/>
                    <a:pt x="4" y="326"/>
                  </a:cubicBezTo>
                  <a:cubicBezTo>
                    <a:pt x="3" y="323"/>
                    <a:pt x="4" y="320"/>
                    <a:pt x="4" y="316"/>
                  </a:cubicBezTo>
                  <a:close/>
                  <a:moveTo>
                    <a:pt x="2" y="314"/>
                  </a:moveTo>
                  <a:cubicBezTo>
                    <a:pt x="3" y="316"/>
                    <a:pt x="3" y="320"/>
                    <a:pt x="3" y="322"/>
                  </a:cubicBezTo>
                  <a:cubicBezTo>
                    <a:pt x="2" y="320"/>
                    <a:pt x="2" y="317"/>
                    <a:pt x="2" y="314"/>
                  </a:cubicBezTo>
                  <a:close/>
                  <a:moveTo>
                    <a:pt x="6" y="299"/>
                  </a:moveTo>
                  <a:cubicBezTo>
                    <a:pt x="6" y="299"/>
                    <a:pt x="6" y="299"/>
                    <a:pt x="7" y="298"/>
                  </a:cubicBezTo>
                  <a:cubicBezTo>
                    <a:pt x="7" y="300"/>
                    <a:pt x="7" y="303"/>
                    <a:pt x="6" y="306"/>
                  </a:cubicBezTo>
                  <a:cubicBezTo>
                    <a:pt x="7" y="302"/>
                    <a:pt x="6" y="299"/>
                    <a:pt x="6" y="299"/>
                  </a:cubicBezTo>
                  <a:close/>
                  <a:moveTo>
                    <a:pt x="10" y="262"/>
                  </a:moveTo>
                  <a:cubicBezTo>
                    <a:pt x="10" y="264"/>
                    <a:pt x="10" y="260"/>
                    <a:pt x="11" y="260"/>
                  </a:cubicBezTo>
                  <a:cubicBezTo>
                    <a:pt x="11" y="261"/>
                    <a:pt x="10" y="265"/>
                    <a:pt x="9" y="264"/>
                  </a:cubicBezTo>
                  <a:cubicBezTo>
                    <a:pt x="10" y="263"/>
                    <a:pt x="9" y="263"/>
                    <a:pt x="10" y="262"/>
                  </a:cubicBezTo>
                  <a:close/>
                  <a:moveTo>
                    <a:pt x="153" y="56"/>
                  </a:moveTo>
                  <a:cubicBezTo>
                    <a:pt x="154" y="55"/>
                    <a:pt x="156" y="54"/>
                    <a:pt x="157" y="54"/>
                  </a:cubicBezTo>
                  <a:cubicBezTo>
                    <a:pt x="155" y="56"/>
                    <a:pt x="153" y="57"/>
                    <a:pt x="151" y="59"/>
                  </a:cubicBezTo>
                  <a:cubicBezTo>
                    <a:pt x="149" y="59"/>
                    <a:pt x="149" y="59"/>
                    <a:pt x="149" y="59"/>
                  </a:cubicBezTo>
                  <a:cubicBezTo>
                    <a:pt x="152" y="57"/>
                    <a:pt x="152" y="57"/>
                    <a:pt x="153" y="56"/>
                  </a:cubicBezTo>
                  <a:close/>
                  <a:moveTo>
                    <a:pt x="171" y="46"/>
                  </a:moveTo>
                  <a:cubicBezTo>
                    <a:pt x="168" y="47"/>
                    <a:pt x="165" y="50"/>
                    <a:pt x="165" y="48"/>
                  </a:cubicBezTo>
                  <a:cubicBezTo>
                    <a:pt x="167" y="48"/>
                    <a:pt x="171" y="45"/>
                    <a:pt x="171" y="46"/>
                  </a:cubicBezTo>
                  <a:close/>
                  <a:moveTo>
                    <a:pt x="389" y="61"/>
                  </a:moveTo>
                  <a:cubicBezTo>
                    <a:pt x="384" y="61"/>
                    <a:pt x="394" y="62"/>
                    <a:pt x="388" y="63"/>
                  </a:cubicBezTo>
                  <a:cubicBezTo>
                    <a:pt x="387" y="62"/>
                    <a:pt x="387" y="62"/>
                    <a:pt x="385" y="61"/>
                  </a:cubicBezTo>
                  <a:cubicBezTo>
                    <a:pt x="386" y="61"/>
                    <a:pt x="387" y="60"/>
                    <a:pt x="389" y="61"/>
                  </a:cubicBezTo>
                  <a:close/>
                  <a:moveTo>
                    <a:pt x="383" y="62"/>
                  </a:moveTo>
                  <a:cubicBezTo>
                    <a:pt x="383" y="62"/>
                    <a:pt x="382" y="61"/>
                    <a:pt x="381" y="61"/>
                  </a:cubicBezTo>
                  <a:cubicBezTo>
                    <a:pt x="380" y="61"/>
                    <a:pt x="381" y="63"/>
                    <a:pt x="379" y="62"/>
                  </a:cubicBezTo>
                  <a:cubicBezTo>
                    <a:pt x="379" y="62"/>
                    <a:pt x="380" y="61"/>
                    <a:pt x="379" y="61"/>
                  </a:cubicBezTo>
                  <a:cubicBezTo>
                    <a:pt x="381" y="61"/>
                    <a:pt x="382" y="60"/>
                    <a:pt x="384" y="60"/>
                  </a:cubicBezTo>
                  <a:cubicBezTo>
                    <a:pt x="385" y="61"/>
                    <a:pt x="386" y="62"/>
                    <a:pt x="383" y="62"/>
                  </a:cubicBezTo>
                  <a:close/>
                  <a:moveTo>
                    <a:pt x="226" y="20"/>
                  </a:moveTo>
                  <a:cubicBezTo>
                    <a:pt x="228" y="19"/>
                    <a:pt x="230" y="19"/>
                    <a:pt x="231" y="18"/>
                  </a:cubicBezTo>
                  <a:cubicBezTo>
                    <a:pt x="232" y="19"/>
                    <a:pt x="229" y="19"/>
                    <a:pt x="227" y="21"/>
                  </a:cubicBezTo>
                  <a:cubicBezTo>
                    <a:pt x="225" y="21"/>
                    <a:pt x="227" y="20"/>
                    <a:pt x="226" y="20"/>
                  </a:cubicBezTo>
                  <a:close/>
                  <a:moveTo>
                    <a:pt x="397" y="63"/>
                  </a:moveTo>
                  <a:cubicBezTo>
                    <a:pt x="398" y="64"/>
                    <a:pt x="397" y="64"/>
                    <a:pt x="397" y="64"/>
                  </a:cubicBezTo>
                  <a:cubicBezTo>
                    <a:pt x="396" y="64"/>
                    <a:pt x="394" y="64"/>
                    <a:pt x="393" y="63"/>
                  </a:cubicBezTo>
                  <a:cubicBezTo>
                    <a:pt x="395" y="63"/>
                    <a:pt x="395" y="63"/>
                    <a:pt x="397" y="63"/>
                  </a:cubicBezTo>
                  <a:close/>
                  <a:moveTo>
                    <a:pt x="239" y="17"/>
                  </a:moveTo>
                  <a:cubicBezTo>
                    <a:pt x="236" y="17"/>
                    <a:pt x="237" y="18"/>
                    <a:pt x="234" y="18"/>
                  </a:cubicBezTo>
                  <a:cubicBezTo>
                    <a:pt x="233" y="18"/>
                    <a:pt x="239" y="15"/>
                    <a:pt x="239" y="17"/>
                  </a:cubicBezTo>
                  <a:close/>
                  <a:moveTo>
                    <a:pt x="398" y="63"/>
                  </a:moveTo>
                  <a:cubicBezTo>
                    <a:pt x="399" y="63"/>
                    <a:pt x="400" y="63"/>
                    <a:pt x="401" y="64"/>
                  </a:cubicBezTo>
                  <a:cubicBezTo>
                    <a:pt x="400" y="64"/>
                    <a:pt x="400" y="64"/>
                    <a:pt x="399" y="64"/>
                  </a:cubicBezTo>
                  <a:cubicBezTo>
                    <a:pt x="399" y="64"/>
                    <a:pt x="399" y="64"/>
                    <a:pt x="398" y="63"/>
                  </a:cubicBezTo>
                  <a:close/>
                  <a:moveTo>
                    <a:pt x="420" y="12"/>
                  </a:moveTo>
                  <a:cubicBezTo>
                    <a:pt x="418" y="11"/>
                    <a:pt x="415" y="11"/>
                    <a:pt x="413" y="10"/>
                  </a:cubicBezTo>
                  <a:cubicBezTo>
                    <a:pt x="416" y="10"/>
                    <a:pt x="421" y="11"/>
                    <a:pt x="420" y="12"/>
                  </a:cubicBezTo>
                  <a:close/>
                  <a:moveTo>
                    <a:pt x="430" y="15"/>
                  </a:moveTo>
                  <a:cubicBezTo>
                    <a:pt x="427" y="14"/>
                    <a:pt x="424" y="13"/>
                    <a:pt x="421" y="12"/>
                  </a:cubicBezTo>
                  <a:cubicBezTo>
                    <a:pt x="424" y="12"/>
                    <a:pt x="427" y="13"/>
                    <a:pt x="430" y="15"/>
                  </a:cubicBezTo>
                  <a:close/>
                  <a:moveTo>
                    <a:pt x="434" y="15"/>
                  </a:moveTo>
                  <a:cubicBezTo>
                    <a:pt x="432" y="15"/>
                    <a:pt x="432" y="15"/>
                    <a:pt x="432" y="15"/>
                  </a:cubicBezTo>
                  <a:cubicBezTo>
                    <a:pt x="431" y="15"/>
                    <a:pt x="431" y="14"/>
                    <a:pt x="430" y="14"/>
                  </a:cubicBezTo>
                  <a:cubicBezTo>
                    <a:pt x="432" y="14"/>
                    <a:pt x="433" y="15"/>
                    <a:pt x="434" y="15"/>
                  </a:cubicBezTo>
                  <a:close/>
                  <a:moveTo>
                    <a:pt x="572" y="145"/>
                  </a:moveTo>
                  <a:cubicBezTo>
                    <a:pt x="573" y="147"/>
                    <a:pt x="572" y="146"/>
                    <a:pt x="570" y="145"/>
                  </a:cubicBezTo>
                  <a:cubicBezTo>
                    <a:pt x="568" y="143"/>
                    <a:pt x="566" y="140"/>
                    <a:pt x="562" y="137"/>
                  </a:cubicBezTo>
                  <a:cubicBezTo>
                    <a:pt x="562" y="137"/>
                    <a:pt x="562" y="136"/>
                    <a:pt x="562" y="136"/>
                  </a:cubicBezTo>
                  <a:cubicBezTo>
                    <a:pt x="565" y="138"/>
                    <a:pt x="569" y="142"/>
                    <a:pt x="572" y="145"/>
                  </a:cubicBezTo>
                  <a:close/>
                  <a:moveTo>
                    <a:pt x="582" y="158"/>
                  </a:moveTo>
                  <a:cubicBezTo>
                    <a:pt x="582" y="159"/>
                    <a:pt x="582" y="159"/>
                    <a:pt x="581" y="159"/>
                  </a:cubicBezTo>
                  <a:cubicBezTo>
                    <a:pt x="579" y="156"/>
                    <a:pt x="576" y="153"/>
                    <a:pt x="574" y="150"/>
                  </a:cubicBezTo>
                  <a:cubicBezTo>
                    <a:pt x="577" y="153"/>
                    <a:pt x="579" y="155"/>
                    <a:pt x="582" y="158"/>
                  </a:cubicBezTo>
                  <a:close/>
                  <a:moveTo>
                    <a:pt x="537" y="67"/>
                  </a:moveTo>
                  <a:cubicBezTo>
                    <a:pt x="536" y="67"/>
                    <a:pt x="532" y="64"/>
                    <a:pt x="530" y="63"/>
                  </a:cubicBezTo>
                  <a:cubicBezTo>
                    <a:pt x="533" y="64"/>
                    <a:pt x="535" y="65"/>
                    <a:pt x="537" y="67"/>
                  </a:cubicBezTo>
                  <a:close/>
                  <a:moveTo>
                    <a:pt x="592" y="172"/>
                  </a:moveTo>
                  <a:cubicBezTo>
                    <a:pt x="589" y="168"/>
                    <a:pt x="586" y="164"/>
                    <a:pt x="584" y="163"/>
                  </a:cubicBezTo>
                  <a:cubicBezTo>
                    <a:pt x="584" y="162"/>
                    <a:pt x="583" y="162"/>
                    <a:pt x="583" y="161"/>
                  </a:cubicBezTo>
                  <a:cubicBezTo>
                    <a:pt x="585" y="163"/>
                    <a:pt x="590" y="166"/>
                    <a:pt x="592" y="172"/>
                  </a:cubicBezTo>
                  <a:close/>
                  <a:moveTo>
                    <a:pt x="575" y="93"/>
                  </a:moveTo>
                  <a:cubicBezTo>
                    <a:pt x="575" y="94"/>
                    <a:pt x="576" y="95"/>
                    <a:pt x="577" y="95"/>
                  </a:cubicBezTo>
                  <a:cubicBezTo>
                    <a:pt x="579" y="98"/>
                    <a:pt x="574" y="95"/>
                    <a:pt x="577" y="99"/>
                  </a:cubicBezTo>
                  <a:cubicBezTo>
                    <a:pt x="575" y="97"/>
                    <a:pt x="573" y="96"/>
                    <a:pt x="572" y="94"/>
                  </a:cubicBezTo>
                  <a:cubicBezTo>
                    <a:pt x="575" y="97"/>
                    <a:pt x="577" y="97"/>
                    <a:pt x="575" y="93"/>
                  </a:cubicBezTo>
                  <a:close/>
                  <a:moveTo>
                    <a:pt x="611" y="210"/>
                  </a:moveTo>
                  <a:cubicBezTo>
                    <a:pt x="612" y="212"/>
                    <a:pt x="610" y="210"/>
                    <a:pt x="610" y="210"/>
                  </a:cubicBezTo>
                  <a:cubicBezTo>
                    <a:pt x="610" y="209"/>
                    <a:pt x="609" y="208"/>
                    <a:pt x="609" y="206"/>
                  </a:cubicBezTo>
                  <a:cubicBezTo>
                    <a:pt x="610" y="207"/>
                    <a:pt x="610" y="209"/>
                    <a:pt x="611" y="210"/>
                  </a:cubicBezTo>
                  <a:close/>
                  <a:moveTo>
                    <a:pt x="615" y="184"/>
                  </a:moveTo>
                  <a:cubicBezTo>
                    <a:pt x="615" y="186"/>
                    <a:pt x="617" y="186"/>
                    <a:pt x="617" y="187"/>
                  </a:cubicBezTo>
                  <a:cubicBezTo>
                    <a:pt x="618" y="189"/>
                    <a:pt x="617" y="188"/>
                    <a:pt x="617" y="188"/>
                  </a:cubicBezTo>
                  <a:cubicBezTo>
                    <a:pt x="617" y="189"/>
                    <a:pt x="618" y="189"/>
                    <a:pt x="618" y="190"/>
                  </a:cubicBezTo>
                  <a:cubicBezTo>
                    <a:pt x="616" y="187"/>
                    <a:pt x="615" y="185"/>
                    <a:pt x="615" y="187"/>
                  </a:cubicBezTo>
                  <a:cubicBezTo>
                    <a:pt x="614" y="185"/>
                    <a:pt x="614" y="184"/>
                    <a:pt x="615" y="184"/>
                  </a:cubicBezTo>
                  <a:close/>
                  <a:moveTo>
                    <a:pt x="618" y="156"/>
                  </a:moveTo>
                  <a:cubicBezTo>
                    <a:pt x="617" y="155"/>
                    <a:pt x="616" y="154"/>
                    <a:pt x="616" y="153"/>
                  </a:cubicBezTo>
                  <a:cubicBezTo>
                    <a:pt x="617" y="153"/>
                    <a:pt x="619" y="157"/>
                    <a:pt x="618" y="156"/>
                  </a:cubicBezTo>
                  <a:close/>
                  <a:moveTo>
                    <a:pt x="626" y="172"/>
                  </a:moveTo>
                  <a:cubicBezTo>
                    <a:pt x="624" y="169"/>
                    <a:pt x="622" y="167"/>
                    <a:pt x="621" y="164"/>
                  </a:cubicBezTo>
                  <a:cubicBezTo>
                    <a:pt x="623" y="166"/>
                    <a:pt x="625" y="169"/>
                    <a:pt x="626" y="172"/>
                  </a:cubicBezTo>
                  <a:close/>
                  <a:moveTo>
                    <a:pt x="632" y="183"/>
                  </a:moveTo>
                  <a:cubicBezTo>
                    <a:pt x="631" y="182"/>
                    <a:pt x="630" y="180"/>
                    <a:pt x="630" y="179"/>
                  </a:cubicBezTo>
                  <a:cubicBezTo>
                    <a:pt x="631" y="180"/>
                    <a:pt x="631" y="182"/>
                    <a:pt x="632" y="183"/>
                  </a:cubicBezTo>
                  <a:close/>
                  <a:moveTo>
                    <a:pt x="635" y="181"/>
                  </a:moveTo>
                  <a:cubicBezTo>
                    <a:pt x="635" y="183"/>
                    <a:pt x="635" y="183"/>
                    <a:pt x="636" y="183"/>
                  </a:cubicBezTo>
                  <a:cubicBezTo>
                    <a:pt x="636" y="186"/>
                    <a:pt x="633" y="181"/>
                    <a:pt x="633" y="180"/>
                  </a:cubicBezTo>
                  <a:cubicBezTo>
                    <a:pt x="634" y="181"/>
                    <a:pt x="634" y="181"/>
                    <a:pt x="635" y="181"/>
                  </a:cubicBezTo>
                  <a:close/>
                  <a:moveTo>
                    <a:pt x="660" y="290"/>
                  </a:moveTo>
                  <a:cubicBezTo>
                    <a:pt x="659" y="290"/>
                    <a:pt x="658" y="287"/>
                    <a:pt x="658" y="285"/>
                  </a:cubicBezTo>
                  <a:cubicBezTo>
                    <a:pt x="659" y="285"/>
                    <a:pt x="660" y="288"/>
                    <a:pt x="660" y="2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b="1">
                <a:latin typeface="+mj-ea"/>
                <a:ea typeface="+mj-ea"/>
              </a:endParaRPr>
            </a:p>
          </p:txBody>
        </p:sp>
      </p:grpSp>
      <p:sp>
        <p:nvSpPr>
          <p:cNvPr id="28" name="缺角矩形 27"/>
          <p:cNvSpPr/>
          <p:nvPr>
            <p:custDataLst>
              <p:tags r:id="rId7"/>
            </p:custDataLst>
          </p:nvPr>
        </p:nvSpPr>
        <p:spPr>
          <a:xfrm>
            <a:off x="6289964" y="2673531"/>
            <a:ext cx="5093630" cy="3597959"/>
          </a:xfrm>
          <a:prstGeom prst="plaque">
            <a:avLst>
              <a:gd name="adj" fmla="val 4832"/>
            </a:avLst>
          </a:prstGeom>
          <a:gradFill>
            <a:gsLst>
              <a:gs pos="37000">
                <a:srgbClr val="FFFFFF"/>
              </a:gs>
              <a:gs pos="97000">
                <a:schemeClr val="bg1">
                  <a:alpha val="50000"/>
                </a:schemeClr>
              </a:gs>
            </a:gsLst>
            <a:lin ang="2700000" scaled="1"/>
          </a:gradFill>
          <a:ln w="190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46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579690" y="3502651"/>
            <a:ext cx="4559365" cy="71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dirty="0">
                <a:latin typeface="+mn-ea"/>
              </a:rPr>
              <a:t>示例内容、公开模板示、例内容公开模，板示例内容，公开模板示例。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7078021" y="2882911"/>
            <a:ext cx="16595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阿里妈妈东方大楷"/>
                <a:ea typeface="阿里妈妈东方大楷"/>
              </a:rPr>
              <a:t>示例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阿里妈妈东方大楷"/>
              <a:ea typeface="阿里妈妈东方大楷"/>
            </a:endParaRPr>
          </a:p>
        </p:txBody>
      </p:sp>
      <p:grpSp>
        <p:nvGrpSpPr>
          <p:cNvPr id="31" name="组合 30"/>
          <p:cNvGrpSpPr/>
          <p:nvPr>
            <p:custDataLst>
              <p:tags r:id="rId10"/>
            </p:custDataLst>
          </p:nvPr>
        </p:nvGrpSpPr>
        <p:grpSpPr>
          <a:xfrm>
            <a:off x="6484730" y="2808371"/>
            <a:ext cx="593291" cy="594409"/>
            <a:chOff x="3838979" y="1830483"/>
            <a:chExt cx="725784" cy="727152"/>
          </a:xfrm>
        </p:grpSpPr>
        <p:sp>
          <p:nvSpPr>
            <p:cNvPr id="32" name="Index-1"/>
            <p:cNvSpPr txBox="1"/>
            <p:nvPr>
              <p:custDataLst>
                <p:tags r:id="rId11"/>
              </p:custDataLst>
            </p:nvPr>
          </p:nvSpPr>
          <p:spPr>
            <a:xfrm>
              <a:off x="3950989" y="1916832"/>
              <a:ext cx="531052" cy="523220"/>
            </a:xfrm>
            <a:prstGeom prst="rect">
              <a:avLst/>
            </a:prstGeom>
            <a:noFill/>
          </p:spPr>
          <p:txBody>
            <a:bodyPr wrap="none" lIns="0" rIns="0" rtlCol="0" anchor="ctr" anchorCtr="0">
              <a:noAutofit/>
            </a:bodyPr>
            <a:lstStyle/>
            <a:p>
              <a:pPr algn="ctr"/>
              <a:r>
                <a:rPr lang="zh-CN" altLang="en-US" sz="2800" dirty="0">
                  <a:solidFill>
                    <a:schemeClr val="accent1"/>
                  </a:solidFill>
                  <a:latin typeface="OPPOSans M" panose="00020600040101010101" pitchFamily="18" charset="-122"/>
                  <a:ea typeface="阿里妈妈东方大楷" pitchFamily="2" charset="-122"/>
                </a:rPr>
                <a:t>示</a:t>
              </a:r>
              <a:endParaRPr lang="zh-CN" altLang="en-US" sz="2800" dirty="0">
                <a:solidFill>
                  <a:schemeClr val="accent1"/>
                </a:solidFill>
                <a:effectLst/>
                <a:latin typeface="OPPOSans M" panose="00020600040101010101" pitchFamily="18" charset="-122"/>
                <a:ea typeface="阿里妈妈东方大楷" pitchFamily="2" charset="-122"/>
              </a:endParaRPr>
            </a:p>
          </p:txBody>
        </p:sp>
        <p:sp>
          <p:nvSpPr>
            <p:cNvPr id="33" name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3838979" y="1830483"/>
              <a:ext cx="725784" cy="727152"/>
            </a:xfrm>
            <a:custGeom>
              <a:avLst/>
              <a:gdLst>
                <a:gd name="T0" fmla="*/ 579 w 669"/>
                <a:gd name="T1" fmla="*/ 485 h 670"/>
                <a:gd name="T2" fmla="*/ 324 w 669"/>
                <a:gd name="T3" fmla="*/ 608 h 670"/>
                <a:gd name="T4" fmla="*/ 198 w 669"/>
                <a:gd name="T5" fmla="*/ 568 h 670"/>
                <a:gd name="T6" fmla="*/ 426 w 669"/>
                <a:gd name="T7" fmla="*/ 593 h 670"/>
                <a:gd name="T8" fmla="*/ 567 w 669"/>
                <a:gd name="T9" fmla="*/ 485 h 670"/>
                <a:gd name="T10" fmla="*/ 522 w 669"/>
                <a:gd name="T11" fmla="*/ 529 h 670"/>
                <a:gd name="T12" fmla="*/ 211 w 669"/>
                <a:gd name="T13" fmla="*/ 566 h 670"/>
                <a:gd name="T14" fmla="*/ 279 w 669"/>
                <a:gd name="T15" fmla="*/ 67 h 670"/>
                <a:gd name="T16" fmla="*/ 521 w 669"/>
                <a:gd name="T17" fmla="*/ 120 h 670"/>
                <a:gd name="T18" fmla="*/ 598 w 669"/>
                <a:gd name="T19" fmla="*/ 182 h 670"/>
                <a:gd name="T20" fmla="*/ 661 w 669"/>
                <a:gd name="T21" fmla="*/ 313 h 670"/>
                <a:gd name="T22" fmla="*/ 640 w 669"/>
                <a:gd name="T23" fmla="*/ 192 h 670"/>
                <a:gd name="T24" fmla="*/ 553 w 669"/>
                <a:gd name="T25" fmla="*/ 76 h 670"/>
                <a:gd name="T26" fmla="*/ 407 w 669"/>
                <a:gd name="T27" fmla="*/ 8 h 670"/>
                <a:gd name="T28" fmla="*/ 243 w 669"/>
                <a:gd name="T29" fmla="*/ 13 h 670"/>
                <a:gd name="T30" fmla="*/ 107 w 669"/>
                <a:gd name="T31" fmla="*/ 91 h 670"/>
                <a:gd name="T32" fmla="*/ 23 w 669"/>
                <a:gd name="T33" fmla="*/ 217 h 670"/>
                <a:gd name="T34" fmla="*/ 2 w 669"/>
                <a:gd name="T35" fmla="*/ 354 h 670"/>
                <a:gd name="T36" fmla="*/ 15 w 669"/>
                <a:gd name="T37" fmla="*/ 438 h 670"/>
                <a:gd name="T38" fmla="*/ 48 w 669"/>
                <a:gd name="T39" fmla="*/ 506 h 670"/>
                <a:gd name="T40" fmla="*/ 157 w 669"/>
                <a:gd name="T41" fmla="*/ 618 h 670"/>
                <a:gd name="T42" fmla="*/ 251 w 669"/>
                <a:gd name="T43" fmla="*/ 659 h 670"/>
                <a:gd name="T44" fmla="*/ 457 w 669"/>
                <a:gd name="T45" fmla="*/ 650 h 670"/>
                <a:gd name="T46" fmla="*/ 567 w 669"/>
                <a:gd name="T47" fmla="*/ 584 h 670"/>
                <a:gd name="T48" fmla="*/ 450 w 669"/>
                <a:gd name="T49" fmla="*/ 646 h 670"/>
                <a:gd name="T50" fmla="*/ 308 w 669"/>
                <a:gd name="T51" fmla="*/ 658 h 670"/>
                <a:gd name="T52" fmla="*/ 403 w 669"/>
                <a:gd name="T53" fmla="*/ 652 h 670"/>
                <a:gd name="T54" fmla="*/ 566 w 669"/>
                <a:gd name="T55" fmla="*/ 569 h 670"/>
                <a:gd name="T56" fmla="*/ 637 w 669"/>
                <a:gd name="T57" fmla="*/ 474 h 670"/>
                <a:gd name="T58" fmla="*/ 599 w 669"/>
                <a:gd name="T59" fmla="*/ 521 h 670"/>
                <a:gd name="T60" fmla="*/ 623 w 669"/>
                <a:gd name="T61" fmla="*/ 472 h 670"/>
                <a:gd name="T62" fmla="*/ 471 w 669"/>
                <a:gd name="T63" fmla="*/ 613 h 670"/>
                <a:gd name="T64" fmla="*/ 301 w 669"/>
                <a:gd name="T65" fmla="*/ 638 h 670"/>
                <a:gd name="T66" fmla="*/ 267 w 669"/>
                <a:gd name="T67" fmla="*/ 628 h 670"/>
                <a:gd name="T68" fmla="*/ 425 w 669"/>
                <a:gd name="T69" fmla="*/ 625 h 670"/>
                <a:gd name="T70" fmla="*/ 549 w 669"/>
                <a:gd name="T71" fmla="*/ 550 h 670"/>
                <a:gd name="T72" fmla="*/ 578 w 669"/>
                <a:gd name="T73" fmla="*/ 508 h 670"/>
                <a:gd name="T74" fmla="*/ 613 w 669"/>
                <a:gd name="T75" fmla="*/ 435 h 670"/>
                <a:gd name="T76" fmla="*/ 634 w 669"/>
                <a:gd name="T77" fmla="*/ 185 h 670"/>
                <a:gd name="T78" fmla="*/ 523 w 669"/>
                <a:gd name="T79" fmla="*/ 544 h 670"/>
                <a:gd name="T80" fmla="*/ 544 w 669"/>
                <a:gd name="T81" fmla="*/ 549 h 670"/>
                <a:gd name="T82" fmla="*/ 583 w 669"/>
                <a:gd name="T83" fmla="*/ 532 h 670"/>
                <a:gd name="T84" fmla="*/ 585 w 669"/>
                <a:gd name="T85" fmla="*/ 541 h 670"/>
                <a:gd name="T86" fmla="*/ 498 w 669"/>
                <a:gd name="T87" fmla="*/ 585 h 670"/>
                <a:gd name="T88" fmla="*/ 528 w 669"/>
                <a:gd name="T89" fmla="*/ 585 h 670"/>
                <a:gd name="T90" fmla="*/ 564 w 669"/>
                <a:gd name="T91" fmla="*/ 575 h 670"/>
                <a:gd name="T92" fmla="*/ 445 w 669"/>
                <a:gd name="T93" fmla="*/ 624 h 670"/>
                <a:gd name="T94" fmla="*/ 468 w 669"/>
                <a:gd name="T95" fmla="*/ 641 h 670"/>
                <a:gd name="T96" fmla="*/ 354 w 669"/>
                <a:gd name="T97" fmla="*/ 641 h 670"/>
                <a:gd name="T98" fmla="*/ 409 w 669"/>
                <a:gd name="T99" fmla="*/ 661 h 670"/>
                <a:gd name="T100" fmla="*/ 240 w 669"/>
                <a:gd name="T101" fmla="*/ 622 h 670"/>
                <a:gd name="T102" fmla="*/ 276 w 669"/>
                <a:gd name="T103" fmla="*/ 650 h 670"/>
                <a:gd name="T104" fmla="*/ 291 w 669"/>
                <a:gd name="T105" fmla="*/ 661 h 670"/>
                <a:gd name="T106" fmla="*/ 204 w 669"/>
                <a:gd name="T107" fmla="*/ 627 h 670"/>
                <a:gd name="T108" fmla="*/ 103 w 669"/>
                <a:gd name="T109" fmla="*/ 475 h 670"/>
                <a:gd name="T110" fmla="*/ 147 w 669"/>
                <a:gd name="T111" fmla="*/ 593 h 670"/>
                <a:gd name="T112" fmla="*/ 113 w 669"/>
                <a:gd name="T113" fmla="*/ 579 h 670"/>
                <a:gd name="T114" fmla="*/ 41 w 669"/>
                <a:gd name="T115" fmla="*/ 486 h 670"/>
                <a:gd name="T116" fmla="*/ 71 w 669"/>
                <a:gd name="T117" fmla="*/ 258 h 670"/>
                <a:gd name="T118" fmla="*/ 84 w 669"/>
                <a:gd name="T119" fmla="*/ 216 h 670"/>
                <a:gd name="T120" fmla="*/ 157 w 669"/>
                <a:gd name="T121" fmla="*/ 54 h 670"/>
                <a:gd name="T122" fmla="*/ 434 w 669"/>
                <a:gd name="T123" fmla="*/ 15 h 670"/>
                <a:gd name="T124" fmla="*/ 635 w 669"/>
                <a:gd name="T125" fmla="*/ 18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9" h="670">
                  <a:moveTo>
                    <a:pt x="620" y="396"/>
                  </a:moveTo>
                  <a:cubicBezTo>
                    <a:pt x="620" y="397"/>
                    <a:pt x="620" y="398"/>
                    <a:pt x="621" y="397"/>
                  </a:cubicBezTo>
                  <a:cubicBezTo>
                    <a:pt x="621" y="397"/>
                    <a:pt x="620" y="398"/>
                    <a:pt x="620" y="399"/>
                  </a:cubicBezTo>
                  <a:cubicBezTo>
                    <a:pt x="620" y="401"/>
                    <a:pt x="620" y="400"/>
                    <a:pt x="620" y="402"/>
                  </a:cubicBezTo>
                  <a:cubicBezTo>
                    <a:pt x="620" y="405"/>
                    <a:pt x="618" y="408"/>
                    <a:pt x="618" y="412"/>
                  </a:cubicBezTo>
                  <a:cubicBezTo>
                    <a:pt x="615" y="415"/>
                    <a:pt x="616" y="419"/>
                    <a:pt x="614" y="423"/>
                  </a:cubicBezTo>
                  <a:cubicBezTo>
                    <a:pt x="613" y="422"/>
                    <a:pt x="615" y="417"/>
                    <a:pt x="614" y="416"/>
                  </a:cubicBezTo>
                  <a:cubicBezTo>
                    <a:pt x="613" y="422"/>
                    <a:pt x="610" y="425"/>
                    <a:pt x="609" y="432"/>
                  </a:cubicBezTo>
                  <a:cubicBezTo>
                    <a:pt x="608" y="433"/>
                    <a:pt x="607" y="434"/>
                    <a:pt x="607" y="437"/>
                  </a:cubicBezTo>
                  <a:cubicBezTo>
                    <a:pt x="606" y="438"/>
                    <a:pt x="605" y="437"/>
                    <a:pt x="606" y="435"/>
                  </a:cubicBezTo>
                  <a:cubicBezTo>
                    <a:pt x="605" y="435"/>
                    <a:pt x="605" y="436"/>
                    <a:pt x="605" y="437"/>
                  </a:cubicBezTo>
                  <a:cubicBezTo>
                    <a:pt x="606" y="436"/>
                    <a:pt x="605" y="440"/>
                    <a:pt x="606" y="438"/>
                  </a:cubicBezTo>
                  <a:cubicBezTo>
                    <a:pt x="604" y="441"/>
                    <a:pt x="604" y="445"/>
                    <a:pt x="602" y="449"/>
                  </a:cubicBezTo>
                  <a:cubicBezTo>
                    <a:pt x="603" y="444"/>
                    <a:pt x="604" y="440"/>
                    <a:pt x="604" y="439"/>
                  </a:cubicBezTo>
                  <a:cubicBezTo>
                    <a:pt x="603" y="440"/>
                    <a:pt x="602" y="447"/>
                    <a:pt x="600" y="450"/>
                  </a:cubicBezTo>
                  <a:cubicBezTo>
                    <a:pt x="599" y="450"/>
                    <a:pt x="598" y="454"/>
                    <a:pt x="597" y="456"/>
                  </a:cubicBezTo>
                  <a:cubicBezTo>
                    <a:pt x="597" y="456"/>
                    <a:pt x="598" y="455"/>
                    <a:pt x="598" y="456"/>
                  </a:cubicBezTo>
                  <a:cubicBezTo>
                    <a:pt x="598" y="457"/>
                    <a:pt x="597" y="457"/>
                    <a:pt x="597" y="458"/>
                  </a:cubicBezTo>
                  <a:cubicBezTo>
                    <a:pt x="597" y="458"/>
                    <a:pt x="597" y="457"/>
                    <a:pt x="596" y="458"/>
                  </a:cubicBezTo>
                  <a:cubicBezTo>
                    <a:pt x="594" y="462"/>
                    <a:pt x="593" y="466"/>
                    <a:pt x="591" y="470"/>
                  </a:cubicBezTo>
                  <a:cubicBezTo>
                    <a:pt x="590" y="470"/>
                    <a:pt x="590" y="470"/>
                    <a:pt x="590" y="470"/>
                  </a:cubicBezTo>
                  <a:cubicBezTo>
                    <a:pt x="592" y="466"/>
                    <a:pt x="592" y="464"/>
                    <a:pt x="594" y="460"/>
                  </a:cubicBezTo>
                  <a:cubicBezTo>
                    <a:pt x="592" y="463"/>
                    <a:pt x="590" y="467"/>
                    <a:pt x="588" y="470"/>
                  </a:cubicBezTo>
                  <a:cubicBezTo>
                    <a:pt x="588" y="471"/>
                    <a:pt x="589" y="468"/>
                    <a:pt x="590" y="468"/>
                  </a:cubicBezTo>
                  <a:cubicBezTo>
                    <a:pt x="590" y="469"/>
                    <a:pt x="589" y="470"/>
                    <a:pt x="589" y="471"/>
                  </a:cubicBezTo>
                  <a:cubicBezTo>
                    <a:pt x="587" y="473"/>
                    <a:pt x="587" y="471"/>
                    <a:pt x="586" y="473"/>
                  </a:cubicBezTo>
                  <a:cubicBezTo>
                    <a:pt x="586" y="474"/>
                    <a:pt x="586" y="474"/>
                    <a:pt x="586" y="475"/>
                  </a:cubicBezTo>
                  <a:cubicBezTo>
                    <a:pt x="586" y="475"/>
                    <a:pt x="586" y="474"/>
                    <a:pt x="587" y="473"/>
                  </a:cubicBezTo>
                  <a:cubicBezTo>
                    <a:pt x="588" y="473"/>
                    <a:pt x="588" y="474"/>
                    <a:pt x="588" y="472"/>
                  </a:cubicBezTo>
                  <a:cubicBezTo>
                    <a:pt x="591" y="470"/>
                    <a:pt x="589" y="473"/>
                    <a:pt x="588" y="475"/>
                  </a:cubicBezTo>
                  <a:cubicBezTo>
                    <a:pt x="589" y="472"/>
                    <a:pt x="586" y="477"/>
                    <a:pt x="586" y="475"/>
                  </a:cubicBezTo>
                  <a:cubicBezTo>
                    <a:pt x="585" y="476"/>
                    <a:pt x="585" y="478"/>
                    <a:pt x="584" y="479"/>
                  </a:cubicBezTo>
                  <a:cubicBezTo>
                    <a:pt x="583" y="480"/>
                    <a:pt x="585" y="477"/>
                    <a:pt x="585" y="475"/>
                  </a:cubicBezTo>
                  <a:cubicBezTo>
                    <a:pt x="586" y="474"/>
                    <a:pt x="584" y="476"/>
                    <a:pt x="584" y="474"/>
                  </a:cubicBezTo>
                  <a:cubicBezTo>
                    <a:pt x="583" y="476"/>
                    <a:pt x="583" y="478"/>
                    <a:pt x="581" y="480"/>
                  </a:cubicBezTo>
                  <a:cubicBezTo>
                    <a:pt x="581" y="479"/>
                    <a:pt x="582" y="477"/>
                    <a:pt x="582" y="476"/>
                  </a:cubicBezTo>
                  <a:cubicBezTo>
                    <a:pt x="580" y="477"/>
                    <a:pt x="580" y="480"/>
                    <a:pt x="578" y="481"/>
                  </a:cubicBezTo>
                  <a:cubicBezTo>
                    <a:pt x="578" y="482"/>
                    <a:pt x="580" y="479"/>
                    <a:pt x="581" y="479"/>
                  </a:cubicBezTo>
                  <a:cubicBezTo>
                    <a:pt x="580" y="480"/>
                    <a:pt x="579" y="481"/>
                    <a:pt x="578" y="483"/>
                  </a:cubicBezTo>
                  <a:cubicBezTo>
                    <a:pt x="580" y="481"/>
                    <a:pt x="580" y="482"/>
                    <a:pt x="580" y="483"/>
                  </a:cubicBezTo>
                  <a:cubicBezTo>
                    <a:pt x="580" y="484"/>
                    <a:pt x="579" y="484"/>
                    <a:pt x="579" y="485"/>
                  </a:cubicBezTo>
                  <a:cubicBezTo>
                    <a:pt x="577" y="487"/>
                    <a:pt x="579" y="483"/>
                    <a:pt x="578" y="485"/>
                  </a:cubicBezTo>
                  <a:cubicBezTo>
                    <a:pt x="577" y="486"/>
                    <a:pt x="575" y="490"/>
                    <a:pt x="573" y="492"/>
                  </a:cubicBezTo>
                  <a:cubicBezTo>
                    <a:pt x="571" y="495"/>
                    <a:pt x="569" y="497"/>
                    <a:pt x="569" y="496"/>
                  </a:cubicBezTo>
                  <a:cubicBezTo>
                    <a:pt x="568" y="498"/>
                    <a:pt x="567" y="499"/>
                    <a:pt x="568" y="499"/>
                  </a:cubicBezTo>
                  <a:cubicBezTo>
                    <a:pt x="566" y="501"/>
                    <a:pt x="566" y="500"/>
                    <a:pt x="565" y="501"/>
                  </a:cubicBezTo>
                  <a:cubicBezTo>
                    <a:pt x="567" y="498"/>
                    <a:pt x="568" y="496"/>
                    <a:pt x="570" y="494"/>
                  </a:cubicBezTo>
                  <a:cubicBezTo>
                    <a:pt x="568" y="495"/>
                    <a:pt x="564" y="500"/>
                    <a:pt x="563" y="503"/>
                  </a:cubicBezTo>
                  <a:cubicBezTo>
                    <a:pt x="562" y="503"/>
                    <a:pt x="563" y="502"/>
                    <a:pt x="561" y="503"/>
                  </a:cubicBezTo>
                  <a:cubicBezTo>
                    <a:pt x="560" y="505"/>
                    <a:pt x="559" y="507"/>
                    <a:pt x="556" y="509"/>
                  </a:cubicBezTo>
                  <a:cubicBezTo>
                    <a:pt x="557" y="510"/>
                    <a:pt x="555" y="512"/>
                    <a:pt x="557" y="511"/>
                  </a:cubicBezTo>
                  <a:cubicBezTo>
                    <a:pt x="555" y="512"/>
                    <a:pt x="555" y="514"/>
                    <a:pt x="552" y="516"/>
                  </a:cubicBezTo>
                  <a:cubicBezTo>
                    <a:pt x="554" y="516"/>
                    <a:pt x="550" y="520"/>
                    <a:pt x="550" y="520"/>
                  </a:cubicBezTo>
                  <a:cubicBezTo>
                    <a:pt x="547" y="523"/>
                    <a:pt x="551" y="518"/>
                    <a:pt x="549" y="520"/>
                  </a:cubicBezTo>
                  <a:cubicBezTo>
                    <a:pt x="548" y="521"/>
                    <a:pt x="547" y="523"/>
                    <a:pt x="546" y="524"/>
                  </a:cubicBezTo>
                  <a:cubicBezTo>
                    <a:pt x="546" y="523"/>
                    <a:pt x="546" y="523"/>
                    <a:pt x="546" y="522"/>
                  </a:cubicBezTo>
                  <a:cubicBezTo>
                    <a:pt x="549" y="518"/>
                    <a:pt x="553" y="514"/>
                    <a:pt x="555" y="510"/>
                  </a:cubicBezTo>
                  <a:cubicBezTo>
                    <a:pt x="554" y="511"/>
                    <a:pt x="554" y="513"/>
                    <a:pt x="552" y="513"/>
                  </a:cubicBezTo>
                  <a:cubicBezTo>
                    <a:pt x="549" y="520"/>
                    <a:pt x="542" y="523"/>
                    <a:pt x="538" y="529"/>
                  </a:cubicBezTo>
                  <a:cubicBezTo>
                    <a:pt x="537" y="530"/>
                    <a:pt x="535" y="531"/>
                    <a:pt x="534" y="532"/>
                  </a:cubicBezTo>
                  <a:cubicBezTo>
                    <a:pt x="532" y="534"/>
                    <a:pt x="530" y="535"/>
                    <a:pt x="529" y="537"/>
                  </a:cubicBezTo>
                  <a:cubicBezTo>
                    <a:pt x="526" y="540"/>
                    <a:pt x="523" y="543"/>
                    <a:pt x="521" y="543"/>
                  </a:cubicBezTo>
                  <a:cubicBezTo>
                    <a:pt x="519" y="544"/>
                    <a:pt x="518" y="545"/>
                    <a:pt x="516" y="547"/>
                  </a:cubicBezTo>
                  <a:cubicBezTo>
                    <a:pt x="516" y="548"/>
                    <a:pt x="512" y="550"/>
                    <a:pt x="510" y="552"/>
                  </a:cubicBezTo>
                  <a:cubicBezTo>
                    <a:pt x="510" y="552"/>
                    <a:pt x="511" y="551"/>
                    <a:pt x="509" y="551"/>
                  </a:cubicBezTo>
                  <a:cubicBezTo>
                    <a:pt x="510" y="552"/>
                    <a:pt x="507" y="555"/>
                    <a:pt x="507" y="554"/>
                  </a:cubicBezTo>
                  <a:cubicBezTo>
                    <a:pt x="502" y="558"/>
                    <a:pt x="497" y="560"/>
                    <a:pt x="492" y="564"/>
                  </a:cubicBezTo>
                  <a:cubicBezTo>
                    <a:pt x="494" y="564"/>
                    <a:pt x="492" y="566"/>
                    <a:pt x="491" y="566"/>
                  </a:cubicBezTo>
                  <a:cubicBezTo>
                    <a:pt x="490" y="567"/>
                    <a:pt x="492" y="564"/>
                    <a:pt x="492" y="564"/>
                  </a:cubicBezTo>
                  <a:cubicBezTo>
                    <a:pt x="487" y="566"/>
                    <a:pt x="483" y="570"/>
                    <a:pt x="479" y="573"/>
                  </a:cubicBezTo>
                  <a:cubicBezTo>
                    <a:pt x="479" y="571"/>
                    <a:pt x="474" y="574"/>
                    <a:pt x="473" y="576"/>
                  </a:cubicBezTo>
                  <a:cubicBezTo>
                    <a:pt x="472" y="576"/>
                    <a:pt x="471" y="576"/>
                    <a:pt x="470" y="577"/>
                  </a:cubicBezTo>
                  <a:cubicBezTo>
                    <a:pt x="468" y="580"/>
                    <a:pt x="458" y="582"/>
                    <a:pt x="453" y="586"/>
                  </a:cubicBezTo>
                  <a:cubicBezTo>
                    <a:pt x="448" y="586"/>
                    <a:pt x="441" y="593"/>
                    <a:pt x="437" y="592"/>
                  </a:cubicBezTo>
                  <a:cubicBezTo>
                    <a:pt x="438" y="592"/>
                    <a:pt x="440" y="591"/>
                    <a:pt x="441" y="590"/>
                  </a:cubicBezTo>
                  <a:cubicBezTo>
                    <a:pt x="440" y="590"/>
                    <a:pt x="435" y="593"/>
                    <a:pt x="431" y="594"/>
                  </a:cubicBezTo>
                  <a:cubicBezTo>
                    <a:pt x="430" y="594"/>
                    <a:pt x="424" y="595"/>
                    <a:pt x="424" y="596"/>
                  </a:cubicBezTo>
                  <a:cubicBezTo>
                    <a:pt x="423" y="597"/>
                    <a:pt x="422" y="596"/>
                    <a:pt x="421" y="596"/>
                  </a:cubicBezTo>
                  <a:cubicBezTo>
                    <a:pt x="417" y="598"/>
                    <a:pt x="414" y="599"/>
                    <a:pt x="410" y="600"/>
                  </a:cubicBezTo>
                  <a:cubicBezTo>
                    <a:pt x="408" y="601"/>
                    <a:pt x="405" y="602"/>
                    <a:pt x="401" y="602"/>
                  </a:cubicBezTo>
                  <a:cubicBezTo>
                    <a:pt x="397" y="603"/>
                    <a:pt x="393" y="604"/>
                    <a:pt x="390" y="605"/>
                  </a:cubicBezTo>
                  <a:cubicBezTo>
                    <a:pt x="368" y="608"/>
                    <a:pt x="346" y="609"/>
                    <a:pt x="324" y="608"/>
                  </a:cubicBezTo>
                  <a:cubicBezTo>
                    <a:pt x="313" y="608"/>
                    <a:pt x="302" y="606"/>
                    <a:pt x="291" y="604"/>
                  </a:cubicBezTo>
                  <a:cubicBezTo>
                    <a:pt x="280" y="602"/>
                    <a:pt x="269" y="600"/>
                    <a:pt x="259" y="597"/>
                  </a:cubicBezTo>
                  <a:cubicBezTo>
                    <a:pt x="217" y="584"/>
                    <a:pt x="178" y="562"/>
                    <a:pt x="146" y="532"/>
                  </a:cubicBezTo>
                  <a:cubicBezTo>
                    <a:pt x="114" y="502"/>
                    <a:pt x="89" y="464"/>
                    <a:pt x="75" y="423"/>
                  </a:cubicBezTo>
                  <a:cubicBezTo>
                    <a:pt x="67" y="402"/>
                    <a:pt x="62" y="381"/>
                    <a:pt x="60" y="359"/>
                  </a:cubicBezTo>
                  <a:cubicBezTo>
                    <a:pt x="58" y="337"/>
                    <a:pt x="58" y="315"/>
                    <a:pt x="61" y="293"/>
                  </a:cubicBezTo>
                  <a:cubicBezTo>
                    <a:pt x="62" y="292"/>
                    <a:pt x="62" y="293"/>
                    <a:pt x="62" y="294"/>
                  </a:cubicBezTo>
                  <a:cubicBezTo>
                    <a:pt x="59" y="307"/>
                    <a:pt x="60" y="321"/>
                    <a:pt x="59" y="333"/>
                  </a:cubicBezTo>
                  <a:cubicBezTo>
                    <a:pt x="60" y="334"/>
                    <a:pt x="60" y="335"/>
                    <a:pt x="60" y="337"/>
                  </a:cubicBezTo>
                  <a:cubicBezTo>
                    <a:pt x="60" y="338"/>
                    <a:pt x="60" y="336"/>
                    <a:pt x="60" y="336"/>
                  </a:cubicBezTo>
                  <a:cubicBezTo>
                    <a:pt x="59" y="338"/>
                    <a:pt x="61" y="340"/>
                    <a:pt x="60" y="342"/>
                  </a:cubicBezTo>
                  <a:cubicBezTo>
                    <a:pt x="60" y="343"/>
                    <a:pt x="61" y="342"/>
                    <a:pt x="61" y="343"/>
                  </a:cubicBezTo>
                  <a:cubicBezTo>
                    <a:pt x="60" y="346"/>
                    <a:pt x="60" y="349"/>
                    <a:pt x="61" y="353"/>
                  </a:cubicBezTo>
                  <a:cubicBezTo>
                    <a:pt x="61" y="357"/>
                    <a:pt x="62" y="361"/>
                    <a:pt x="62" y="365"/>
                  </a:cubicBezTo>
                  <a:cubicBezTo>
                    <a:pt x="63" y="367"/>
                    <a:pt x="63" y="370"/>
                    <a:pt x="63" y="373"/>
                  </a:cubicBezTo>
                  <a:cubicBezTo>
                    <a:pt x="64" y="376"/>
                    <a:pt x="64" y="379"/>
                    <a:pt x="65" y="382"/>
                  </a:cubicBezTo>
                  <a:cubicBezTo>
                    <a:pt x="65" y="383"/>
                    <a:pt x="65" y="383"/>
                    <a:pt x="65" y="382"/>
                  </a:cubicBezTo>
                  <a:cubicBezTo>
                    <a:pt x="67" y="391"/>
                    <a:pt x="69" y="404"/>
                    <a:pt x="72" y="409"/>
                  </a:cubicBezTo>
                  <a:cubicBezTo>
                    <a:pt x="72" y="411"/>
                    <a:pt x="72" y="410"/>
                    <a:pt x="72" y="412"/>
                  </a:cubicBezTo>
                  <a:cubicBezTo>
                    <a:pt x="72" y="412"/>
                    <a:pt x="72" y="411"/>
                    <a:pt x="73" y="410"/>
                  </a:cubicBezTo>
                  <a:cubicBezTo>
                    <a:pt x="74" y="416"/>
                    <a:pt x="76" y="421"/>
                    <a:pt x="78" y="426"/>
                  </a:cubicBezTo>
                  <a:cubicBezTo>
                    <a:pt x="80" y="431"/>
                    <a:pt x="82" y="436"/>
                    <a:pt x="83" y="441"/>
                  </a:cubicBezTo>
                  <a:cubicBezTo>
                    <a:pt x="85" y="442"/>
                    <a:pt x="86" y="448"/>
                    <a:pt x="88" y="450"/>
                  </a:cubicBezTo>
                  <a:cubicBezTo>
                    <a:pt x="90" y="455"/>
                    <a:pt x="92" y="457"/>
                    <a:pt x="92" y="459"/>
                  </a:cubicBezTo>
                  <a:cubicBezTo>
                    <a:pt x="95" y="463"/>
                    <a:pt x="97" y="466"/>
                    <a:pt x="98" y="470"/>
                  </a:cubicBezTo>
                  <a:cubicBezTo>
                    <a:pt x="100" y="472"/>
                    <a:pt x="98" y="469"/>
                    <a:pt x="100" y="471"/>
                  </a:cubicBezTo>
                  <a:cubicBezTo>
                    <a:pt x="100" y="471"/>
                    <a:pt x="101" y="474"/>
                    <a:pt x="100" y="473"/>
                  </a:cubicBezTo>
                  <a:cubicBezTo>
                    <a:pt x="102" y="475"/>
                    <a:pt x="103" y="478"/>
                    <a:pt x="105" y="480"/>
                  </a:cubicBezTo>
                  <a:cubicBezTo>
                    <a:pt x="105" y="481"/>
                    <a:pt x="105" y="480"/>
                    <a:pt x="105" y="480"/>
                  </a:cubicBezTo>
                  <a:cubicBezTo>
                    <a:pt x="107" y="483"/>
                    <a:pt x="109" y="486"/>
                    <a:pt x="111" y="489"/>
                  </a:cubicBezTo>
                  <a:cubicBezTo>
                    <a:pt x="110" y="490"/>
                    <a:pt x="111" y="489"/>
                    <a:pt x="112" y="491"/>
                  </a:cubicBezTo>
                  <a:cubicBezTo>
                    <a:pt x="113" y="491"/>
                    <a:pt x="114" y="492"/>
                    <a:pt x="115" y="493"/>
                  </a:cubicBezTo>
                  <a:cubicBezTo>
                    <a:pt x="114" y="493"/>
                    <a:pt x="114" y="494"/>
                    <a:pt x="115" y="495"/>
                  </a:cubicBezTo>
                  <a:cubicBezTo>
                    <a:pt x="117" y="496"/>
                    <a:pt x="119" y="501"/>
                    <a:pt x="123" y="504"/>
                  </a:cubicBezTo>
                  <a:cubicBezTo>
                    <a:pt x="123" y="505"/>
                    <a:pt x="123" y="505"/>
                    <a:pt x="123" y="505"/>
                  </a:cubicBezTo>
                  <a:cubicBezTo>
                    <a:pt x="125" y="507"/>
                    <a:pt x="128" y="511"/>
                    <a:pt x="131" y="514"/>
                  </a:cubicBezTo>
                  <a:cubicBezTo>
                    <a:pt x="134" y="518"/>
                    <a:pt x="137" y="520"/>
                    <a:pt x="138" y="521"/>
                  </a:cubicBezTo>
                  <a:cubicBezTo>
                    <a:pt x="140" y="523"/>
                    <a:pt x="141" y="526"/>
                    <a:pt x="144" y="527"/>
                  </a:cubicBezTo>
                  <a:cubicBezTo>
                    <a:pt x="146" y="530"/>
                    <a:pt x="149" y="534"/>
                    <a:pt x="151" y="534"/>
                  </a:cubicBezTo>
                  <a:cubicBezTo>
                    <a:pt x="165" y="547"/>
                    <a:pt x="180" y="557"/>
                    <a:pt x="197" y="568"/>
                  </a:cubicBezTo>
                  <a:cubicBezTo>
                    <a:pt x="198" y="568"/>
                    <a:pt x="197" y="568"/>
                    <a:pt x="198" y="568"/>
                  </a:cubicBezTo>
                  <a:cubicBezTo>
                    <a:pt x="199" y="569"/>
                    <a:pt x="200" y="569"/>
                    <a:pt x="201" y="571"/>
                  </a:cubicBezTo>
                  <a:cubicBezTo>
                    <a:pt x="211" y="575"/>
                    <a:pt x="224" y="584"/>
                    <a:pt x="236" y="587"/>
                  </a:cubicBezTo>
                  <a:cubicBezTo>
                    <a:pt x="237" y="587"/>
                    <a:pt x="237" y="587"/>
                    <a:pt x="237" y="588"/>
                  </a:cubicBezTo>
                  <a:cubicBezTo>
                    <a:pt x="242" y="590"/>
                    <a:pt x="247" y="591"/>
                    <a:pt x="251" y="593"/>
                  </a:cubicBezTo>
                  <a:cubicBezTo>
                    <a:pt x="251" y="592"/>
                    <a:pt x="251" y="590"/>
                    <a:pt x="255" y="591"/>
                  </a:cubicBezTo>
                  <a:cubicBezTo>
                    <a:pt x="256" y="592"/>
                    <a:pt x="255" y="592"/>
                    <a:pt x="258" y="593"/>
                  </a:cubicBezTo>
                  <a:cubicBezTo>
                    <a:pt x="258" y="594"/>
                    <a:pt x="254" y="594"/>
                    <a:pt x="254" y="593"/>
                  </a:cubicBezTo>
                  <a:cubicBezTo>
                    <a:pt x="252" y="593"/>
                    <a:pt x="257" y="595"/>
                    <a:pt x="257" y="594"/>
                  </a:cubicBezTo>
                  <a:cubicBezTo>
                    <a:pt x="260" y="596"/>
                    <a:pt x="263" y="596"/>
                    <a:pt x="266" y="597"/>
                  </a:cubicBezTo>
                  <a:cubicBezTo>
                    <a:pt x="269" y="598"/>
                    <a:pt x="273" y="598"/>
                    <a:pt x="275" y="600"/>
                  </a:cubicBezTo>
                  <a:cubicBezTo>
                    <a:pt x="277" y="599"/>
                    <a:pt x="281" y="600"/>
                    <a:pt x="284" y="602"/>
                  </a:cubicBezTo>
                  <a:cubicBezTo>
                    <a:pt x="285" y="602"/>
                    <a:pt x="285" y="601"/>
                    <a:pt x="284" y="601"/>
                  </a:cubicBezTo>
                  <a:cubicBezTo>
                    <a:pt x="290" y="603"/>
                    <a:pt x="296" y="603"/>
                    <a:pt x="301" y="605"/>
                  </a:cubicBezTo>
                  <a:cubicBezTo>
                    <a:pt x="302" y="604"/>
                    <a:pt x="302" y="604"/>
                    <a:pt x="302" y="604"/>
                  </a:cubicBezTo>
                  <a:cubicBezTo>
                    <a:pt x="306" y="605"/>
                    <a:pt x="311" y="605"/>
                    <a:pt x="316" y="605"/>
                  </a:cubicBezTo>
                  <a:cubicBezTo>
                    <a:pt x="321" y="606"/>
                    <a:pt x="325" y="606"/>
                    <a:pt x="328" y="607"/>
                  </a:cubicBezTo>
                  <a:cubicBezTo>
                    <a:pt x="329" y="607"/>
                    <a:pt x="328" y="606"/>
                    <a:pt x="328" y="606"/>
                  </a:cubicBezTo>
                  <a:cubicBezTo>
                    <a:pt x="333" y="607"/>
                    <a:pt x="337" y="606"/>
                    <a:pt x="342" y="606"/>
                  </a:cubicBezTo>
                  <a:cubicBezTo>
                    <a:pt x="347" y="606"/>
                    <a:pt x="351" y="606"/>
                    <a:pt x="356" y="606"/>
                  </a:cubicBezTo>
                  <a:cubicBezTo>
                    <a:pt x="359" y="606"/>
                    <a:pt x="364" y="605"/>
                    <a:pt x="368" y="605"/>
                  </a:cubicBezTo>
                  <a:cubicBezTo>
                    <a:pt x="371" y="605"/>
                    <a:pt x="373" y="605"/>
                    <a:pt x="375" y="604"/>
                  </a:cubicBezTo>
                  <a:cubicBezTo>
                    <a:pt x="378" y="604"/>
                    <a:pt x="380" y="604"/>
                    <a:pt x="382" y="603"/>
                  </a:cubicBezTo>
                  <a:cubicBezTo>
                    <a:pt x="384" y="603"/>
                    <a:pt x="382" y="603"/>
                    <a:pt x="384" y="602"/>
                  </a:cubicBezTo>
                  <a:cubicBezTo>
                    <a:pt x="384" y="602"/>
                    <a:pt x="385" y="602"/>
                    <a:pt x="386" y="602"/>
                  </a:cubicBezTo>
                  <a:cubicBezTo>
                    <a:pt x="385" y="603"/>
                    <a:pt x="386" y="603"/>
                    <a:pt x="389" y="602"/>
                  </a:cubicBezTo>
                  <a:cubicBezTo>
                    <a:pt x="391" y="602"/>
                    <a:pt x="393" y="601"/>
                    <a:pt x="395" y="601"/>
                  </a:cubicBezTo>
                  <a:cubicBezTo>
                    <a:pt x="396" y="600"/>
                    <a:pt x="393" y="601"/>
                    <a:pt x="392" y="601"/>
                  </a:cubicBezTo>
                  <a:cubicBezTo>
                    <a:pt x="391" y="601"/>
                    <a:pt x="394" y="600"/>
                    <a:pt x="395" y="600"/>
                  </a:cubicBezTo>
                  <a:cubicBezTo>
                    <a:pt x="397" y="600"/>
                    <a:pt x="399" y="600"/>
                    <a:pt x="402" y="600"/>
                  </a:cubicBezTo>
                  <a:cubicBezTo>
                    <a:pt x="405" y="599"/>
                    <a:pt x="408" y="598"/>
                    <a:pt x="410" y="598"/>
                  </a:cubicBezTo>
                  <a:cubicBezTo>
                    <a:pt x="412" y="597"/>
                    <a:pt x="410" y="597"/>
                    <a:pt x="412" y="596"/>
                  </a:cubicBezTo>
                  <a:cubicBezTo>
                    <a:pt x="412" y="596"/>
                    <a:pt x="413" y="596"/>
                    <a:pt x="414" y="596"/>
                  </a:cubicBezTo>
                  <a:cubicBezTo>
                    <a:pt x="414" y="596"/>
                    <a:pt x="413" y="596"/>
                    <a:pt x="412" y="597"/>
                  </a:cubicBezTo>
                  <a:cubicBezTo>
                    <a:pt x="414" y="597"/>
                    <a:pt x="415" y="597"/>
                    <a:pt x="417" y="595"/>
                  </a:cubicBezTo>
                  <a:cubicBezTo>
                    <a:pt x="417" y="595"/>
                    <a:pt x="415" y="595"/>
                    <a:pt x="417" y="594"/>
                  </a:cubicBezTo>
                  <a:cubicBezTo>
                    <a:pt x="415" y="594"/>
                    <a:pt x="415" y="595"/>
                    <a:pt x="413" y="595"/>
                  </a:cubicBezTo>
                  <a:cubicBezTo>
                    <a:pt x="415" y="594"/>
                    <a:pt x="417" y="594"/>
                    <a:pt x="418" y="593"/>
                  </a:cubicBezTo>
                  <a:cubicBezTo>
                    <a:pt x="420" y="593"/>
                    <a:pt x="422" y="592"/>
                    <a:pt x="423" y="592"/>
                  </a:cubicBezTo>
                  <a:cubicBezTo>
                    <a:pt x="424" y="593"/>
                    <a:pt x="420" y="593"/>
                    <a:pt x="419" y="594"/>
                  </a:cubicBezTo>
                  <a:cubicBezTo>
                    <a:pt x="422" y="594"/>
                    <a:pt x="418" y="595"/>
                    <a:pt x="417" y="595"/>
                  </a:cubicBezTo>
                  <a:cubicBezTo>
                    <a:pt x="422" y="595"/>
                    <a:pt x="421" y="594"/>
                    <a:pt x="426" y="593"/>
                  </a:cubicBezTo>
                  <a:cubicBezTo>
                    <a:pt x="427" y="593"/>
                    <a:pt x="424" y="593"/>
                    <a:pt x="425" y="593"/>
                  </a:cubicBezTo>
                  <a:cubicBezTo>
                    <a:pt x="425" y="592"/>
                    <a:pt x="426" y="592"/>
                    <a:pt x="426" y="592"/>
                  </a:cubicBezTo>
                  <a:cubicBezTo>
                    <a:pt x="427" y="592"/>
                    <a:pt x="426" y="592"/>
                    <a:pt x="425" y="592"/>
                  </a:cubicBezTo>
                  <a:cubicBezTo>
                    <a:pt x="427" y="590"/>
                    <a:pt x="430" y="590"/>
                    <a:pt x="432" y="588"/>
                  </a:cubicBezTo>
                  <a:cubicBezTo>
                    <a:pt x="434" y="587"/>
                    <a:pt x="434" y="587"/>
                    <a:pt x="434" y="588"/>
                  </a:cubicBezTo>
                  <a:cubicBezTo>
                    <a:pt x="436" y="587"/>
                    <a:pt x="438" y="585"/>
                    <a:pt x="440" y="585"/>
                  </a:cubicBezTo>
                  <a:cubicBezTo>
                    <a:pt x="442" y="585"/>
                    <a:pt x="439" y="586"/>
                    <a:pt x="439" y="587"/>
                  </a:cubicBezTo>
                  <a:cubicBezTo>
                    <a:pt x="440" y="586"/>
                    <a:pt x="441" y="585"/>
                    <a:pt x="441" y="585"/>
                  </a:cubicBezTo>
                  <a:cubicBezTo>
                    <a:pt x="442" y="584"/>
                    <a:pt x="444" y="584"/>
                    <a:pt x="445" y="583"/>
                  </a:cubicBezTo>
                  <a:cubicBezTo>
                    <a:pt x="446" y="583"/>
                    <a:pt x="444" y="584"/>
                    <a:pt x="446" y="584"/>
                  </a:cubicBezTo>
                  <a:cubicBezTo>
                    <a:pt x="447" y="582"/>
                    <a:pt x="450" y="581"/>
                    <a:pt x="452" y="580"/>
                  </a:cubicBezTo>
                  <a:cubicBezTo>
                    <a:pt x="454" y="579"/>
                    <a:pt x="456" y="578"/>
                    <a:pt x="456" y="579"/>
                  </a:cubicBezTo>
                  <a:cubicBezTo>
                    <a:pt x="458" y="578"/>
                    <a:pt x="460" y="577"/>
                    <a:pt x="462" y="575"/>
                  </a:cubicBezTo>
                  <a:cubicBezTo>
                    <a:pt x="465" y="576"/>
                    <a:pt x="468" y="572"/>
                    <a:pt x="470" y="572"/>
                  </a:cubicBezTo>
                  <a:cubicBezTo>
                    <a:pt x="471" y="569"/>
                    <a:pt x="478" y="569"/>
                    <a:pt x="482" y="565"/>
                  </a:cubicBezTo>
                  <a:cubicBezTo>
                    <a:pt x="484" y="564"/>
                    <a:pt x="485" y="563"/>
                    <a:pt x="487" y="562"/>
                  </a:cubicBezTo>
                  <a:cubicBezTo>
                    <a:pt x="489" y="560"/>
                    <a:pt x="491" y="559"/>
                    <a:pt x="493" y="558"/>
                  </a:cubicBezTo>
                  <a:cubicBezTo>
                    <a:pt x="494" y="558"/>
                    <a:pt x="491" y="560"/>
                    <a:pt x="493" y="559"/>
                  </a:cubicBezTo>
                  <a:cubicBezTo>
                    <a:pt x="498" y="554"/>
                    <a:pt x="505" y="551"/>
                    <a:pt x="510" y="546"/>
                  </a:cubicBezTo>
                  <a:cubicBezTo>
                    <a:pt x="509" y="546"/>
                    <a:pt x="508" y="547"/>
                    <a:pt x="508" y="547"/>
                  </a:cubicBezTo>
                  <a:cubicBezTo>
                    <a:pt x="507" y="547"/>
                    <a:pt x="508" y="546"/>
                    <a:pt x="507" y="547"/>
                  </a:cubicBezTo>
                  <a:cubicBezTo>
                    <a:pt x="510" y="545"/>
                    <a:pt x="513" y="543"/>
                    <a:pt x="515" y="541"/>
                  </a:cubicBezTo>
                  <a:cubicBezTo>
                    <a:pt x="515" y="541"/>
                    <a:pt x="514" y="542"/>
                    <a:pt x="514" y="542"/>
                  </a:cubicBezTo>
                  <a:cubicBezTo>
                    <a:pt x="512" y="542"/>
                    <a:pt x="515" y="541"/>
                    <a:pt x="516" y="539"/>
                  </a:cubicBezTo>
                  <a:cubicBezTo>
                    <a:pt x="516" y="540"/>
                    <a:pt x="516" y="540"/>
                    <a:pt x="518" y="539"/>
                  </a:cubicBezTo>
                  <a:cubicBezTo>
                    <a:pt x="519" y="535"/>
                    <a:pt x="524" y="534"/>
                    <a:pt x="527" y="530"/>
                  </a:cubicBezTo>
                  <a:cubicBezTo>
                    <a:pt x="528" y="529"/>
                    <a:pt x="528" y="529"/>
                    <a:pt x="527" y="531"/>
                  </a:cubicBezTo>
                  <a:cubicBezTo>
                    <a:pt x="529" y="530"/>
                    <a:pt x="529" y="529"/>
                    <a:pt x="531" y="528"/>
                  </a:cubicBezTo>
                  <a:cubicBezTo>
                    <a:pt x="531" y="527"/>
                    <a:pt x="530" y="528"/>
                    <a:pt x="529" y="529"/>
                  </a:cubicBezTo>
                  <a:cubicBezTo>
                    <a:pt x="530" y="527"/>
                    <a:pt x="531" y="526"/>
                    <a:pt x="532" y="525"/>
                  </a:cubicBezTo>
                  <a:cubicBezTo>
                    <a:pt x="532" y="525"/>
                    <a:pt x="532" y="525"/>
                    <a:pt x="531" y="527"/>
                  </a:cubicBezTo>
                  <a:cubicBezTo>
                    <a:pt x="534" y="523"/>
                    <a:pt x="537" y="521"/>
                    <a:pt x="539" y="519"/>
                  </a:cubicBezTo>
                  <a:cubicBezTo>
                    <a:pt x="540" y="518"/>
                    <a:pt x="539" y="520"/>
                    <a:pt x="540" y="519"/>
                  </a:cubicBezTo>
                  <a:cubicBezTo>
                    <a:pt x="541" y="516"/>
                    <a:pt x="549" y="508"/>
                    <a:pt x="551" y="505"/>
                  </a:cubicBezTo>
                  <a:cubicBezTo>
                    <a:pt x="552" y="504"/>
                    <a:pt x="554" y="501"/>
                    <a:pt x="553" y="504"/>
                  </a:cubicBezTo>
                  <a:cubicBezTo>
                    <a:pt x="554" y="502"/>
                    <a:pt x="554" y="502"/>
                    <a:pt x="554" y="501"/>
                  </a:cubicBezTo>
                  <a:cubicBezTo>
                    <a:pt x="555" y="500"/>
                    <a:pt x="557" y="500"/>
                    <a:pt x="558" y="497"/>
                  </a:cubicBezTo>
                  <a:cubicBezTo>
                    <a:pt x="557" y="498"/>
                    <a:pt x="557" y="499"/>
                    <a:pt x="556" y="500"/>
                  </a:cubicBezTo>
                  <a:cubicBezTo>
                    <a:pt x="556" y="499"/>
                    <a:pt x="556" y="499"/>
                    <a:pt x="556" y="499"/>
                  </a:cubicBezTo>
                  <a:cubicBezTo>
                    <a:pt x="559" y="495"/>
                    <a:pt x="563" y="491"/>
                    <a:pt x="565" y="486"/>
                  </a:cubicBezTo>
                  <a:cubicBezTo>
                    <a:pt x="566" y="487"/>
                    <a:pt x="566" y="486"/>
                    <a:pt x="567" y="485"/>
                  </a:cubicBezTo>
                  <a:cubicBezTo>
                    <a:pt x="568" y="484"/>
                    <a:pt x="566" y="485"/>
                    <a:pt x="565" y="486"/>
                  </a:cubicBezTo>
                  <a:cubicBezTo>
                    <a:pt x="566" y="482"/>
                    <a:pt x="569" y="481"/>
                    <a:pt x="570" y="478"/>
                  </a:cubicBezTo>
                  <a:cubicBezTo>
                    <a:pt x="572" y="476"/>
                    <a:pt x="570" y="480"/>
                    <a:pt x="572" y="479"/>
                  </a:cubicBezTo>
                  <a:cubicBezTo>
                    <a:pt x="572" y="477"/>
                    <a:pt x="571" y="478"/>
                    <a:pt x="571" y="477"/>
                  </a:cubicBezTo>
                  <a:cubicBezTo>
                    <a:pt x="572" y="474"/>
                    <a:pt x="573" y="475"/>
                    <a:pt x="573" y="474"/>
                  </a:cubicBezTo>
                  <a:cubicBezTo>
                    <a:pt x="573" y="474"/>
                    <a:pt x="573" y="475"/>
                    <a:pt x="573" y="476"/>
                  </a:cubicBezTo>
                  <a:cubicBezTo>
                    <a:pt x="574" y="475"/>
                    <a:pt x="575" y="472"/>
                    <a:pt x="574" y="472"/>
                  </a:cubicBezTo>
                  <a:cubicBezTo>
                    <a:pt x="577" y="470"/>
                    <a:pt x="576" y="469"/>
                    <a:pt x="578" y="468"/>
                  </a:cubicBezTo>
                  <a:cubicBezTo>
                    <a:pt x="580" y="464"/>
                    <a:pt x="580" y="464"/>
                    <a:pt x="582" y="461"/>
                  </a:cubicBezTo>
                  <a:cubicBezTo>
                    <a:pt x="582" y="460"/>
                    <a:pt x="581" y="462"/>
                    <a:pt x="581" y="459"/>
                  </a:cubicBezTo>
                  <a:cubicBezTo>
                    <a:pt x="579" y="461"/>
                    <a:pt x="579" y="461"/>
                    <a:pt x="579" y="461"/>
                  </a:cubicBezTo>
                  <a:cubicBezTo>
                    <a:pt x="578" y="463"/>
                    <a:pt x="580" y="463"/>
                    <a:pt x="578" y="464"/>
                  </a:cubicBezTo>
                  <a:cubicBezTo>
                    <a:pt x="578" y="465"/>
                    <a:pt x="578" y="465"/>
                    <a:pt x="578" y="464"/>
                  </a:cubicBezTo>
                  <a:cubicBezTo>
                    <a:pt x="577" y="467"/>
                    <a:pt x="572" y="476"/>
                    <a:pt x="571" y="474"/>
                  </a:cubicBezTo>
                  <a:cubicBezTo>
                    <a:pt x="571" y="474"/>
                    <a:pt x="571" y="476"/>
                    <a:pt x="570" y="477"/>
                  </a:cubicBezTo>
                  <a:cubicBezTo>
                    <a:pt x="569" y="478"/>
                    <a:pt x="569" y="476"/>
                    <a:pt x="570" y="474"/>
                  </a:cubicBezTo>
                  <a:cubicBezTo>
                    <a:pt x="569" y="475"/>
                    <a:pt x="566" y="480"/>
                    <a:pt x="568" y="478"/>
                  </a:cubicBezTo>
                  <a:cubicBezTo>
                    <a:pt x="567" y="480"/>
                    <a:pt x="565" y="482"/>
                    <a:pt x="565" y="484"/>
                  </a:cubicBezTo>
                  <a:cubicBezTo>
                    <a:pt x="564" y="485"/>
                    <a:pt x="565" y="482"/>
                    <a:pt x="565" y="482"/>
                  </a:cubicBezTo>
                  <a:cubicBezTo>
                    <a:pt x="563" y="483"/>
                    <a:pt x="561" y="489"/>
                    <a:pt x="561" y="486"/>
                  </a:cubicBezTo>
                  <a:cubicBezTo>
                    <a:pt x="560" y="487"/>
                    <a:pt x="560" y="488"/>
                    <a:pt x="561" y="488"/>
                  </a:cubicBezTo>
                  <a:cubicBezTo>
                    <a:pt x="560" y="489"/>
                    <a:pt x="559" y="491"/>
                    <a:pt x="557" y="492"/>
                  </a:cubicBezTo>
                  <a:cubicBezTo>
                    <a:pt x="557" y="493"/>
                    <a:pt x="558" y="492"/>
                    <a:pt x="557" y="493"/>
                  </a:cubicBezTo>
                  <a:cubicBezTo>
                    <a:pt x="557" y="494"/>
                    <a:pt x="556" y="495"/>
                    <a:pt x="555" y="496"/>
                  </a:cubicBezTo>
                  <a:cubicBezTo>
                    <a:pt x="555" y="496"/>
                    <a:pt x="555" y="496"/>
                    <a:pt x="555" y="495"/>
                  </a:cubicBezTo>
                  <a:cubicBezTo>
                    <a:pt x="553" y="499"/>
                    <a:pt x="550" y="503"/>
                    <a:pt x="547" y="506"/>
                  </a:cubicBezTo>
                  <a:cubicBezTo>
                    <a:pt x="546" y="507"/>
                    <a:pt x="548" y="505"/>
                    <a:pt x="548" y="504"/>
                  </a:cubicBezTo>
                  <a:cubicBezTo>
                    <a:pt x="546" y="505"/>
                    <a:pt x="546" y="507"/>
                    <a:pt x="544" y="507"/>
                  </a:cubicBezTo>
                  <a:cubicBezTo>
                    <a:pt x="545" y="505"/>
                    <a:pt x="547" y="504"/>
                    <a:pt x="548" y="503"/>
                  </a:cubicBezTo>
                  <a:cubicBezTo>
                    <a:pt x="548" y="500"/>
                    <a:pt x="553" y="497"/>
                    <a:pt x="554" y="494"/>
                  </a:cubicBezTo>
                  <a:cubicBezTo>
                    <a:pt x="552" y="497"/>
                    <a:pt x="550" y="499"/>
                    <a:pt x="548" y="501"/>
                  </a:cubicBezTo>
                  <a:cubicBezTo>
                    <a:pt x="546" y="504"/>
                    <a:pt x="544" y="506"/>
                    <a:pt x="542" y="508"/>
                  </a:cubicBezTo>
                  <a:cubicBezTo>
                    <a:pt x="542" y="509"/>
                    <a:pt x="544" y="507"/>
                    <a:pt x="544" y="507"/>
                  </a:cubicBezTo>
                  <a:cubicBezTo>
                    <a:pt x="543" y="510"/>
                    <a:pt x="541" y="509"/>
                    <a:pt x="539" y="512"/>
                  </a:cubicBezTo>
                  <a:cubicBezTo>
                    <a:pt x="540" y="511"/>
                    <a:pt x="541" y="510"/>
                    <a:pt x="542" y="510"/>
                  </a:cubicBezTo>
                  <a:cubicBezTo>
                    <a:pt x="541" y="511"/>
                    <a:pt x="540" y="512"/>
                    <a:pt x="539" y="513"/>
                  </a:cubicBezTo>
                  <a:cubicBezTo>
                    <a:pt x="538" y="514"/>
                    <a:pt x="539" y="513"/>
                    <a:pt x="539" y="512"/>
                  </a:cubicBezTo>
                  <a:cubicBezTo>
                    <a:pt x="539" y="513"/>
                    <a:pt x="538" y="514"/>
                    <a:pt x="537" y="514"/>
                  </a:cubicBezTo>
                  <a:cubicBezTo>
                    <a:pt x="538" y="516"/>
                    <a:pt x="531" y="522"/>
                    <a:pt x="528" y="524"/>
                  </a:cubicBezTo>
                  <a:cubicBezTo>
                    <a:pt x="527" y="524"/>
                    <a:pt x="530" y="523"/>
                    <a:pt x="530" y="522"/>
                  </a:cubicBezTo>
                  <a:cubicBezTo>
                    <a:pt x="527" y="524"/>
                    <a:pt x="525" y="527"/>
                    <a:pt x="522" y="529"/>
                  </a:cubicBezTo>
                  <a:cubicBezTo>
                    <a:pt x="520" y="532"/>
                    <a:pt x="517" y="534"/>
                    <a:pt x="514" y="536"/>
                  </a:cubicBezTo>
                  <a:cubicBezTo>
                    <a:pt x="513" y="536"/>
                    <a:pt x="514" y="535"/>
                    <a:pt x="515" y="534"/>
                  </a:cubicBezTo>
                  <a:cubicBezTo>
                    <a:pt x="513" y="535"/>
                    <a:pt x="512" y="537"/>
                    <a:pt x="512" y="537"/>
                  </a:cubicBezTo>
                  <a:cubicBezTo>
                    <a:pt x="510" y="540"/>
                    <a:pt x="512" y="537"/>
                    <a:pt x="509" y="538"/>
                  </a:cubicBezTo>
                  <a:cubicBezTo>
                    <a:pt x="507" y="540"/>
                    <a:pt x="511" y="538"/>
                    <a:pt x="510" y="539"/>
                  </a:cubicBezTo>
                  <a:cubicBezTo>
                    <a:pt x="507" y="542"/>
                    <a:pt x="504" y="545"/>
                    <a:pt x="500" y="547"/>
                  </a:cubicBezTo>
                  <a:cubicBezTo>
                    <a:pt x="500" y="549"/>
                    <a:pt x="498" y="550"/>
                    <a:pt x="496" y="551"/>
                  </a:cubicBezTo>
                  <a:cubicBezTo>
                    <a:pt x="494" y="552"/>
                    <a:pt x="495" y="551"/>
                    <a:pt x="494" y="552"/>
                  </a:cubicBezTo>
                  <a:cubicBezTo>
                    <a:pt x="491" y="554"/>
                    <a:pt x="488" y="556"/>
                    <a:pt x="486" y="558"/>
                  </a:cubicBezTo>
                  <a:cubicBezTo>
                    <a:pt x="485" y="558"/>
                    <a:pt x="488" y="556"/>
                    <a:pt x="488" y="555"/>
                  </a:cubicBezTo>
                  <a:cubicBezTo>
                    <a:pt x="487" y="556"/>
                    <a:pt x="486" y="556"/>
                    <a:pt x="485" y="557"/>
                  </a:cubicBezTo>
                  <a:cubicBezTo>
                    <a:pt x="484" y="558"/>
                    <a:pt x="482" y="559"/>
                    <a:pt x="481" y="560"/>
                  </a:cubicBezTo>
                  <a:cubicBezTo>
                    <a:pt x="479" y="561"/>
                    <a:pt x="481" y="560"/>
                    <a:pt x="479" y="560"/>
                  </a:cubicBezTo>
                  <a:cubicBezTo>
                    <a:pt x="480" y="559"/>
                    <a:pt x="482" y="558"/>
                    <a:pt x="482" y="558"/>
                  </a:cubicBezTo>
                  <a:cubicBezTo>
                    <a:pt x="477" y="561"/>
                    <a:pt x="473" y="564"/>
                    <a:pt x="469" y="567"/>
                  </a:cubicBezTo>
                  <a:cubicBezTo>
                    <a:pt x="466" y="568"/>
                    <a:pt x="470" y="565"/>
                    <a:pt x="468" y="566"/>
                  </a:cubicBezTo>
                  <a:cubicBezTo>
                    <a:pt x="463" y="569"/>
                    <a:pt x="458" y="571"/>
                    <a:pt x="453" y="573"/>
                  </a:cubicBezTo>
                  <a:cubicBezTo>
                    <a:pt x="451" y="575"/>
                    <a:pt x="449" y="575"/>
                    <a:pt x="447" y="575"/>
                  </a:cubicBezTo>
                  <a:cubicBezTo>
                    <a:pt x="446" y="576"/>
                    <a:pt x="448" y="576"/>
                    <a:pt x="447" y="577"/>
                  </a:cubicBezTo>
                  <a:cubicBezTo>
                    <a:pt x="445" y="577"/>
                    <a:pt x="442" y="579"/>
                    <a:pt x="439" y="580"/>
                  </a:cubicBezTo>
                  <a:cubicBezTo>
                    <a:pt x="436" y="581"/>
                    <a:pt x="434" y="582"/>
                    <a:pt x="434" y="581"/>
                  </a:cubicBezTo>
                  <a:cubicBezTo>
                    <a:pt x="431" y="582"/>
                    <a:pt x="427" y="584"/>
                    <a:pt x="424" y="585"/>
                  </a:cubicBezTo>
                  <a:cubicBezTo>
                    <a:pt x="420" y="586"/>
                    <a:pt x="417" y="587"/>
                    <a:pt x="415" y="588"/>
                  </a:cubicBezTo>
                  <a:cubicBezTo>
                    <a:pt x="412" y="588"/>
                    <a:pt x="409" y="590"/>
                    <a:pt x="405" y="589"/>
                  </a:cubicBezTo>
                  <a:cubicBezTo>
                    <a:pt x="403" y="591"/>
                    <a:pt x="401" y="591"/>
                    <a:pt x="399" y="592"/>
                  </a:cubicBezTo>
                  <a:cubicBezTo>
                    <a:pt x="397" y="592"/>
                    <a:pt x="399" y="592"/>
                    <a:pt x="397" y="592"/>
                  </a:cubicBezTo>
                  <a:cubicBezTo>
                    <a:pt x="391" y="593"/>
                    <a:pt x="386" y="594"/>
                    <a:pt x="380" y="595"/>
                  </a:cubicBezTo>
                  <a:cubicBezTo>
                    <a:pt x="374" y="596"/>
                    <a:pt x="368" y="596"/>
                    <a:pt x="362" y="597"/>
                  </a:cubicBezTo>
                  <a:cubicBezTo>
                    <a:pt x="362" y="597"/>
                    <a:pt x="361" y="598"/>
                    <a:pt x="363" y="597"/>
                  </a:cubicBezTo>
                  <a:cubicBezTo>
                    <a:pt x="358" y="598"/>
                    <a:pt x="353" y="597"/>
                    <a:pt x="348" y="598"/>
                  </a:cubicBezTo>
                  <a:cubicBezTo>
                    <a:pt x="343" y="598"/>
                    <a:pt x="338" y="598"/>
                    <a:pt x="333" y="598"/>
                  </a:cubicBezTo>
                  <a:cubicBezTo>
                    <a:pt x="331" y="599"/>
                    <a:pt x="329" y="597"/>
                    <a:pt x="326" y="597"/>
                  </a:cubicBezTo>
                  <a:cubicBezTo>
                    <a:pt x="326" y="598"/>
                    <a:pt x="327" y="598"/>
                    <a:pt x="326" y="598"/>
                  </a:cubicBezTo>
                  <a:cubicBezTo>
                    <a:pt x="323" y="597"/>
                    <a:pt x="320" y="597"/>
                    <a:pt x="315" y="597"/>
                  </a:cubicBezTo>
                  <a:cubicBezTo>
                    <a:pt x="312" y="596"/>
                    <a:pt x="312" y="596"/>
                    <a:pt x="312" y="596"/>
                  </a:cubicBezTo>
                  <a:cubicBezTo>
                    <a:pt x="310" y="596"/>
                    <a:pt x="307" y="596"/>
                    <a:pt x="305" y="596"/>
                  </a:cubicBezTo>
                  <a:cubicBezTo>
                    <a:pt x="302" y="595"/>
                    <a:pt x="300" y="595"/>
                    <a:pt x="297" y="595"/>
                  </a:cubicBezTo>
                  <a:cubicBezTo>
                    <a:pt x="292" y="594"/>
                    <a:pt x="287" y="593"/>
                    <a:pt x="282" y="591"/>
                  </a:cubicBezTo>
                  <a:cubicBezTo>
                    <a:pt x="282" y="591"/>
                    <a:pt x="282" y="592"/>
                    <a:pt x="282" y="592"/>
                  </a:cubicBezTo>
                  <a:cubicBezTo>
                    <a:pt x="265" y="587"/>
                    <a:pt x="247" y="583"/>
                    <a:pt x="231" y="575"/>
                  </a:cubicBezTo>
                  <a:cubicBezTo>
                    <a:pt x="228" y="575"/>
                    <a:pt x="218" y="569"/>
                    <a:pt x="211" y="566"/>
                  </a:cubicBezTo>
                  <a:cubicBezTo>
                    <a:pt x="207" y="564"/>
                    <a:pt x="204" y="563"/>
                    <a:pt x="202" y="560"/>
                  </a:cubicBezTo>
                  <a:cubicBezTo>
                    <a:pt x="200" y="560"/>
                    <a:pt x="200" y="560"/>
                    <a:pt x="200" y="560"/>
                  </a:cubicBezTo>
                  <a:cubicBezTo>
                    <a:pt x="199" y="559"/>
                    <a:pt x="198" y="558"/>
                    <a:pt x="196" y="557"/>
                  </a:cubicBezTo>
                  <a:cubicBezTo>
                    <a:pt x="195" y="556"/>
                    <a:pt x="193" y="555"/>
                    <a:pt x="192" y="554"/>
                  </a:cubicBezTo>
                  <a:cubicBezTo>
                    <a:pt x="190" y="553"/>
                    <a:pt x="188" y="552"/>
                    <a:pt x="186" y="551"/>
                  </a:cubicBezTo>
                  <a:cubicBezTo>
                    <a:pt x="184" y="549"/>
                    <a:pt x="182" y="548"/>
                    <a:pt x="180" y="546"/>
                  </a:cubicBezTo>
                  <a:cubicBezTo>
                    <a:pt x="175" y="543"/>
                    <a:pt x="171" y="539"/>
                    <a:pt x="167" y="536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55" y="527"/>
                    <a:pt x="147" y="517"/>
                    <a:pt x="138" y="509"/>
                  </a:cubicBezTo>
                  <a:cubicBezTo>
                    <a:pt x="135" y="504"/>
                    <a:pt x="130" y="500"/>
                    <a:pt x="127" y="495"/>
                  </a:cubicBezTo>
                  <a:cubicBezTo>
                    <a:pt x="124" y="493"/>
                    <a:pt x="123" y="490"/>
                    <a:pt x="121" y="488"/>
                  </a:cubicBezTo>
                  <a:cubicBezTo>
                    <a:pt x="116" y="480"/>
                    <a:pt x="110" y="472"/>
                    <a:pt x="105" y="464"/>
                  </a:cubicBezTo>
                  <a:cubicBezTo>
                    <a:pt x="96" y="446"/>
                    <a:pt x="86" y="428"/>
                    <a:pt x="81" y="408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79" y="405"/>
                    <a:pt x="80" y="405"/>
                    <a:pt x="80" y="405"/>
                  </a:cubicBezTo>
                  <a:cubicBezTo>
                    <a:pt x="79" y="403"/>
                    <a:pt x="78" y="400"/>
                    <a:pt x="78" y="398"/>
                  </a:cubicBezTo>
                  <a:cubicBezTo>
                    <a:pt x="77" y="395"/>
                    <a:pt x="76" y="393"/>
                    <a:pt x="76" y="391"/>
                  </a:cubicBezTo>
                  <a:cubicBezTo>
                    <a:pt x="75" y="389"/>
                    <a:pt x="75" y="386"/>
                    <a:pt x="74" y="384"/>
                  </a:cubicBezTo>
                  <a:cubicBezTo>
                    <a:pt x="74" y="381"/>
                    <a:pt x="73" y="379"/>
                    <a:pt x="72" y="376"/>
                  </a:cubicBezTo>
                  <a:cubicBezTo>
                    <a:pt x="73" y="374"/>
                    <a:pt x="73" y="374"/>
                    <a:pt x="73" y="374"/>
                  </a:cubicBezTo>
                  <a:cubicBezTo>
                    <a:pt x="72" y="372"/>
                    <a:pt x="71" y="373"/>
                    <a:pt x="71" y="370"/>
                  </a:cubicBezTo>
                  <a:cubicBezTo>
                    <a:pt x="72" y="370"/>
                    <a:pt x="72" y="371"/>
                    <a:pt x="72" y="372"/>
                  </a:cubicBezTo>
                  <a:cubicBezTo>
                    <a:pt x="72" y="370"/>
                    <a:pt x="72" y="368"/>
                    <a:pt x="71" y="368"/>
                  </a:cubicBezTo>
                  <a:cubicBezTo>
                    <a:pt x="66" y="328"/>
                    <a:pt x="69" y="287"/>
                    <a:pt x="81" y="248"/>
                  </a:cubicBezTo>
                  <a:cubicBezTo>
                    <a:pt x="87" y="229"/>
                    <a:pt x="95" y="211"/>
                    <a:pt x="105" y="193"/>
                  </a:cubicBezTo>
                  <a:cubicBezTo>
                    <a:pt x="115" y="176"/>
                    <a:pt x="127" y="159"/>
                    <a:pt x="142" y="144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51" y="135"/>
                    <a:pt x="158" y="126"/>
                    <a:pt x="167" y="120"/>
                  </a:cubicBezTo>
                  <a:cubicBezTo>
                    <a:pt x="169" y="119"/>
                    <a:pt x="169" y="117"/>
                    <a:pt x="170" y="118"/>
                  </a:cubicBezTo>
                  <a:cubicBezTo>
                    <a:pt x="171" y="116"/>
                    <a:pt x="175" y="113"/>
                    <a:pt x="178" y="112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2" y="108"/>
                    <a:pt x="186" y="106"/>
                    <a:pt x="189" y="103"/>
                  </a:cubicBezTo>
                  <a:cubicBezTo>
                    <a:pt x="205" y="94"/>
                    <a:pt x="221" y="84"/>
                    <a:pt x="240" y="79"/>
                  </a:cubicBezTo>
                  <a:cubicBezTo>
                    <a:pt x="240" y="78"/>
                    <a:pt x="241" y="78"/>
                    <a:pt x="241" y="77"/>
                  </a:cubicBezTo>
                  <a:cubicBezTo>
                    <a:pt x="245" y="77"/>
                    <a:pt x="250" y="75"/>
                    <a:pt x="251" y="74"/>
                  </a:cubicBezTo>
                  <a:cubicBezTo>
                    <a:pt x="252" y="74"/>
                    <a:pt x="252" y="74"/>
                    <a:pt x="253" y="74"/>
                  </a:cubicBezTo>
                  <a:cubicBezTo>
                    <a:pt x="254" y="73"/>
                    <a:pt x="256" y="73"/>
                    <a:pt x="257" y="73"/>
                  </a:cubicBezTo>
                  <a:cubicBezTo>
                    <a:pt x="259" y="72"/>
                    <a:pt x="262" y="71"/>
                    <a:pt x="265" y="70"/>
                  </a:cubicBezTo>
                  <a:cubicBezTo>
                    <a:pt x="268" y="69"/>
                    <a:pt x="271" y="69"/>
                    <a:pt x="274" y="68"/>
                  </a:cubicBezTo>
                  <a:cubicBezTo>
                    <a:pt x="275" y="68"/>
                    <a:pt x="275" y="68"/>
                    <a:pt x="274" y="69"/>
                  </a:cubicBezTo>
                  <a:cubicBezTo>
                    <a:pt x="276" y="69"/>
                    <a:pt x="276" y="67"/>
                    <a:pt x="279" y="67"/>
                  </a:cubicBezTo>
                  <a:cubicBezTo>
                    <a:pt x="279" y="67"/>
                    <a:pt x="279" y="67"/>
                    <a:pt x="278" y="67"/>
                  </a:cubicBezTo>
                  <a:cubicBezTo>
                    <a:pt x="280" y="66"/>
                    <a:pt x="281" y="67"/>
                    <a:pt x="283" y="66"/>
                  </a:cubicBezTo>
                  <a:cubicBezTo>
                    <a:pt x="284" y="66"/>
                    <a:pt x="283" y="66"/>
                    <a:pt x="283" y="66"/>
                  </a:cubicBezTo>
                  <a:cubicBezTo>
                    <a:pt x="285" y="66"/>
                    <a:pt x="288" y="64"/>
                    <a:pt x="291" y="64"/>
                  </a:cubicBezTo>
                  <a:cubicBezTo>
                    <a:pt x="292" y="65"/>
                    <a:pt x="289" y="65"/>
                    <a:pt x="288" y="65"/>
                  </a:cubicBezTo>
                  <a:cubicBezTo>
                    <a:pt x="291" y="64"/>
                    <a:pt x="294" y="64"/>
                    <a:pt x="297" y="63"/>
                  </a:cubicBezTo>
                  <a:cubicBezTo>
                    <a:pt x="300" y="63"/>
                    <a:pt x="303" y="62"/>
                    <a:pt x="306" y="61"/>
                  </a:cubicBezTo>
                  <a:cubicBezTo>
                    <a:pt x="309" y="62"/>
                    <a:pt x="309" y="62"/>
                    <a:pt x="309" y="62"/>
                  </a:cubicBezTo>
                  <a:cubicBezTo>
                    <a:pt x="308" y="63"/>
                    <a:pt x="310" y="61"/>
                    <a:pt x="308" y="61"/>
                  </a:cubicBezTo>
                  <a:cubicBezTo>
                    <a:pt x="311" y="60"/>
                    <a:pt x="313" y="60"/>
                    <a:pt x="317" y="59"/>
                  </a:cubicBezTo>
                  <a:cubicBezTo>
                    <a:pt x="318" y="60"/>
                    <a:pt x="322" y="60"/>
                    <a:pt x="319" y="60"/>
                  </a:cubicBezTo>
                  <a:cubicBezTo>
                    <a:pt x="321" y="61"/>
                    <a:pt x="321" y="59"/>
                    <a:pt x="324" y="60"/>
                  </a:cubicBezTo>
                  <a:cubicBezTo>
                    <a:pt x="327" y="60"/>
                    <a:pt x="323" y="60"/>
                    <a:pt x="322" y="60"/>
                  </a:cubicBezTo>
                  <a:cubicBezTo>
                    <a:pt x="326" y="59"/>
                    <a:pt x="330" y="59"/>
                    <a:pt x="333" y="58"/>
                  </a:cubicBezTo>
                  <a:cubicBezTo>
                    <a:pt x="334" y="59"/>
                    <a:pt x="333" y="59"/>
                    <a:pt x="332" y="59"/>
                  </a:cubicBezTo>
                  <a:cubicBezTo>
                    <a:pt x="333" y="59"/>
                    <a:pt x="334" y="59"/>
                    <a:pt x="335" y="59"/>
                  </a:cubicBezTo>
                  <a:cubicBezTo>
                    <a:pt x="334" y="58"/>
                    <a:pt x="337" y="59"/>
                    <a:pt x="339" y="58"/>
                  </a:cubicBezTo>
                  <a:cubicBezTo>
                    <a:pt x="341" y="59"/>
                    <a:pt x="344" y="59"/>
                    <a:pt x="346" y="59"/>
                  </a:cubicBezTo>
                  <a:cubicBezTo>
                    <a:pt x="348" y="59"/>
                    <a:pt x="351" y="59"/>
                    <a:pt x="353" y="59"/>
                  </a:cubicBezTo>
                  <a:cubicBezTo>
                    <a:pt x="358" y="59"/>
                    <a:pt x="362" y="59"/>
                    <a:pt x="366" y="60"/>
                  </a:cubicBezTo>
                  <a:cubicBezTo>
                    <a:pt x="368" y="59"/>
                    <a:pt x="373" y="60"/>
                    <a:pt x="377" y="60"/>
                  </a:cubicBezTo>
                  <a:cubicBezTo>
                    <a:pt x="376" y="61"/>
                    <a:pt x="372" y="60"/>
                    <a:pt x="370" y="60"/>
                  </a:cubicBezTo>
                  <a:cubicBezTo>
                    <a:pt x="371" y="60"/>
                    <a:pt x="372" y="60"/>
                    <a:pt x="373" y="61"/>
                  </a:cubicBezTo>
                  <a:cubicBezTo>
                    <a:pt x="370" y="61"/>
                    <a:pt x="366" y="62"/>
                    <a:pt x="364" y="61"/>
                  </a:cubicBezTo>
                  <a:cubicBezTo>
                    <a:pt x="364" y="61"/>
                    <a:pt x="362" y="60"/>
                    <a:pt x="360" y="60"/>
                  </a:cubicBezTo>
                  <a:cubicBezTo>
                    <a:pt x="357" y="60"/>
                    <a:pt x="355" y="61"/>
                    <a:pt x="354" y="61"/>
                  </a:cubicBezTo>
                  <a:cubicBezTo>
                    <a:pt x="360" y="62"/>
                    <a:pt x="370" y="63"/>
                    <a:pt x="376" y="62"/>
                  </a:cubicBezTo>
                  <a:cubicBezTo>
                    <a:pt x="376" y="62"/>
                    <a:pt x="375" y="62"/>
                    <a:pt x="374" y="63"/>
                  </a:cubicBezTo>
                  <a:cubicBezTo>
                    <a:pt x="377" y="63"/>
                    <a:pt x="383" y="64"/>
                    <a:pt x="384" y="63"/>
                  </a:cubicBezTo>
                  <a:cubicBezTo>
                    <a:pt x="386" y="63"/>
                    <a:pt x="385" y="64"/>
                    <a:pt x="386" y="64"/>
                  </a:cubicBezTo>
                  <a:cubicBezTo>
                    <a:pt x="392" y="64"/>
                    <a:pt x="396" y="65"/>
                    <a:pt x="403" y="65"/>
                  </a:cubicBezTo>
                  <a:cubicBezTo>
                    <a:pt x="407" y="67"/>
                    <a:pt x="410" y="68"/>
                    <a:pt x="414" y="69"/>
                  </a:cubicBezTo>
                  <a:cubicBezTo>
                    <a:pt x="418" y="70"/>
                    <a:pt x="422" y="71"/>
                    <a:pt x="426" y="71"/>
                  </a:cubicBezTo>
                  <a:cubicBezTo>
                    <a:pt x="431" y="73"/>
                    <a:pt x="438" y="75"/>
                    <a:pt x="442" y="75"/>
                  </a:cubicBezTo>
                  <a:cubicBezTo>
                    <a:pt x="446" y="78"/>
                    <a:pt x="453" y="80"/>
                    <a:pt x="460" y="82"/>
                  </a:cubicBezTo>
                  <a:cubicBezTo>
                    <a:pt x="467" y="85"/>
                    <a:pt x="474" y="89"/>
                    <a:pt x="479" y="93"/>
                  </a:cubicBezTo>
                  <a:cubicBezTo>
                    <a:pt x="477" y="90"/>
                    <a:pt x="486" y="97"/>
                    <a:pt x="487" y="95"/>
                  </a:cubicBezTo>
                  <a:cubicBezTo>
                    <a:pt x="489" y="96"/>
                    <a:pt x="493" y="96"/>
                    <a:pt x="494" y="99"/>
                  </a:cubicBezTo>
                  <a:cubicBezTo>
                    <a:pt x="497" y="100"/>
                    <a:pt x="499" y="102"/>
                    <a:pt x="502" y="103"/>
                  </a:cubicBezTo>
                  <a:cubicBezTo>
                    <a:pt x="504" y="105"/>
                    <a:pt x="507" y="106"/>
                    <a:pt x="509" y="108"/>
                  </a:cubicBezTo>
                  <a:cubicBezTo>
                    <a:pt x="513" y="111"/>
                    <a:pt x="517" y="116"/>
                    <a:pt x="521" y="120"/>
                  </a:cubicBezTo>
                  <a:cubicBezTo>
                    <a:pt x="522" y="120"/>
                    <a:pt x="524" y="121"/>
                    <a:pt x="524" y="120"/>
                  </a:cubicBezTo>
                  <a:cubicBezTo>
                    <a:pt x="525" y="121"/>
                    <a:pt x="526" y="123"/>
                    <a:pt x="527" y="124"/>
                  </a:cubicBezTo>
                  <a:cubicBezTo>
                    <a:pt x="529" y="125"/>
                    <a:pt x="530" y="126"/>
                    <a:pt x="531" y="127"/>
                  </a:cubicBezTo>
                  <a:cubicBezTo>
                    <a:pt x="532" y="127"/>
                    <a:pt x="533" y="128"/>
                    <a:pt x="535" y="129"/>
                  </a:cubicBezTo>
                  <a:cubicBezTo>
                    <a:pt x="534" y="128"/>
                    <a:pt x="533" y="127"/>
                    <a:pt x="533" y="126"/>
                  </a:cubicBezTo>
                  <a:cubicBezTo>
                    <a:pt x="539" y="130"/>
                    <a:pt x="547" y="139"/>
                    <a:pt x="551" y="147"/>
                  </a:cubicBezTo>
                  <a:cubicBezTo>
                    <a:pt x="553" y="147"/>
                    <a:pt x="555" y="149"/>
                    <a:pt x="557" y="152"/>
                  </a:cubicBezTo>
                  <a:cubicBezTo>
                    <a:pt x="560" y="154"/>
                    <a:pt x="563" y="157"/>
                    <a:pt x="566" y="160"/>
                  </a:cubicBezTo>
                  <a:cubicBezTo>
                    <a:pt x="569" y="163"/>
                    <a:pt x="573" y="166"/>
                    <a:pt x="575" y="169"/>
                  </a:cubicBezTo>
                  <a:cubicBezTo>
                    <a:pt x="576" y="173"/>
                    <a:pt x="576" y="173"/>
                    <a:pt x="576" y="173"/>
                  </a:cubicBezTo>
                  <a:cubicBezTo>
                    <a:pt x="577" y="171"/>
                    <a:pt x="580" y="176"/>
                    <a:pt x="581" y="178"/>
                  </a:cubicBezTo>
                  <a:cubicBezTo>
                    <a:pt x="581" y="178"/>
                    <a:pt x="581" y="179"/>
                    <a:pt x="581" y="178"/>
                  </a:cubicBezTo>
                  <a:cubicBezTo>
                    <a:pt x="583" y="182"/>
                    <a:pt x="585" y="185"/>
                    <a:pt x="587" y="188"/>
                  </a:cubicBezTo>
                  <a:cubicBezTo>
                    <a:pt x="589" y="191"/>
                    <a:pt x="591" y="194"/>
                    <a:pt x="594" y="196"/>
                  </a:cubicBezTo>
                  <a:cubicBezTo>
                    <a:pt x="598" y="204"/>
                    <a:pt x="603" y="214"/>
                    <a:pt x="607" y="219"/>
                  </a:cubicBezTo>
                  <a:cubicBezTo>
                    <a:pt x="608" y="222"/>
                    <a:pt x="610" y="226"/>
                    <a:pt x="612" y="229"/>
                  </a:cubicBezTo>
                  <a:cubicBezTo>
                    <a:pt x="614" y="233"/>
                    <a:pt x="616" y="236"/>
                    <a:pt x="617" y="239"/>
                  </a:cubicBezTo>
                  <a:cubicBezTo>
                    <a:pt x="619" y="242"/>
                    <a:pt x="621" y="246"/>
                    <a:pt x="622" y="249"/>
                  </a:cubicBezTo>
                  <a:cubicBezTo>
                    <a:pt x="624" y="252"/>
                    <a:pt x="625" y="255"/>
                    <a:pt x="627" y="258"/>
                  </a:cubicBezTo>
                  <a:cubicBezTo>
                    <a:pt x="626" y="256"/>
                    <a:pt x="627" y="256"/>
                    <a:pt x="627" y="254"/>
                  </a:cubicBezTo>
                  <a:cubicBezTo>
                    <a:pt x="628" y="256"/>
                    <a:pt x="628" y="257"/>
                    <a:pt x="629" y="259"/>
                  </a:cubicBezTo>
                  <a:cubicBezTo>
                    <a:pt x="629" y="256"/>
                    <a:pt x="628" y="255"/>
                    <a:pt x="628" y="253"/>
                  </a:cubicBezTo>
                  <a:cubicBezTo>
                    <a:pt x="626" y="251"/>
                    <a:pt x="626" y="246"/>
                    <a:pt x="625" y="245"/>
                  </a:cubicBezTo>
                  <a:cubicBezTo>
                    <a:pt x="624" y="244"/>
                    <a:pt x="625" y="242"/>
                    <a:pt x="625" y="241"/>
                  </a:cubicBezTo>
                  <a:cubicBezTo>
                    <a:pt x="623" y="237"/>
                    <a:pt x="622" y="234"/>
                    <a:pt x="621" y="231"/>
                  </a:cubicBezTo>
                  <a:cubicBezTo>
                    <a:pt x="623" y="234"/>
                    <a:pt x="623" y="235"/>
                    <a:pt x="626" y="239"/>
                  </a:cubicBezTo>
                  <a:cubicBezTo>
                    <a:pt x="621" y="226"/>
                    <a:pt x="614" y="208"/>
                    <a:pt x="605" y="195"/>
                  </a:cubicBezTo>
                  <a:cubicBezTo>
                    <a:pt x="604" y="194"/>
                    <a:pt x="604" y="192"/>
                    <a:pt x="603" y="191"/>
                  </a:cubicBezTo>
                  <a:cubicBezTo>
                    <a:pt x="603" y="191"/>
                    <a:pt x="603" y="191"/>
                    <a:pt x="603" y="192"/>
                  </a:cubicBezTo>
                  <a:cubicBezTo>
                    <a:pt x="602" y="190"/>
                    <a:pt x="601" y="189"/>
                    <a:pt x="600" y="187"/>
                  </a:cubicBezTo>
                  <a:cubicBezTo>
                    <a:pt x="600" y="184"/>
                    <a:pt x="595" y="180"/>
                    <a:pt x="592" y="177"/>
                  </a:cubicBezTo>
                  <a:cubicBezTo>
                    <a:pt x="592" y="176"/>
                    <a:pt x="593" y="178"/>
                    <a:pt x="595" y="179"/>
                  </a:cubicBezTo>
                  <a:cubicBezTo>
                    <a:pt x="594" y="177"/>
                    <a:pt x="593" y="175"/>
                    <a:pt x="594" y="175"/>
                  </a:cubicBezTo>
                  <a:cubicBezTo>
                    <a:pt x="596" y="177"/>
                    <a:pt x="595" y="178"/>
                    <a:pt x="597" y="179"/>
                  </a:cubicBezTo>
                  <a:cubicBezTo>
                    <a:pt x="597" y="178"/>
                    <a:pt x="595" y="177"/>
                    <a:pt x="595" y="176"/>
                  </a:cubicBezTo>
                  <a:cubicBezTo>
                    <a:pt x="594" y="174"/>
                    <a:pt x="594" y="175"/>
                    <a:pt x="593" y="174"/>
                  </a:cubicBezTo>
                  <a:cubicBezTo>
                    <a:pt x="593" y="173"/>
                    <a:pt x="592" y="173"/>
                    <a:pt x="592" y="172"/>
                  </a:cubicBezTo>
                  <a:cubicBezTo>
                    <a:pt x="592" y="172"/>
                    <a:pt x="594" y="174"/>
                    <a:pt x="595" y="173"/>
                  </a:cubicBezTo>
                  <a:cubicBezTo>
                    <a:pt x="595" y="174"/>
                    <a:pt x="595" y="174"/>
                    <a:pt x="596" y="175"/>
                  </a:cubicBezTo>
                  <a:cubicBezTo>
                    <a:pt x="594" y="174"/>
                    <a:pt x="597" y="178"/>
                    <a:pt x="598" y="180"/>
                  </a:cubicBezTo>
                  <a:cubicBezTo>
                    <a:pt x="599" y="181"/>
                    <a:pt x="598" y="180"/>
                    <a:pt x="598" y="182"/>
                  </a:cubicBezTo>
                  <a:cubicBezTo>
                    <a:pt x="601" y="186"/>
                    <a:pt x="603" y="186"/>
                    <a:pt x="606" y="190"/>
                  </a:cubicBezTo>
                  <a:cubicBezTo>
                    <a:pt x="606" y="191"/>
                    <a:pt x="603" y="187"/>
                    <a:pt x="602" y="186"/>
                  </a:cubicBezTo>
                  <a:cubicBezTo>
                    <a:pt x="603" y="188"/>
                    <a:pt x="605" y="192"/>
                    <a:pt x="605" y="190"/>
                  </a:cubicBezTo>
                  <a:cubicBezTo>
                    <a:pt x="606" y="193"/>
                    <a:pt x="608" y="195"/>
                    <a:pt x="609" y="198"/>
                  </a:cubicBezTo>
                  <a:cubicBezTo>
                    <a:pt x="611" y="200"/>
                    <a:pt x="613" y="203"/>
                    <a:pt x="614" y="205"/>
                  </a:cubicBezTo>
                  <a:cubicBezTo>
                    <a:pt x="613" y="202"/>
                    <a:pt x="611" y="199"/>
                    <a:pt x="609" y="196"/>
                  </a:cubicBezTo>
                  <a:cubicBezTo>
                    <a:pt x="611" y="197"/>
                    <a:pt x="614" y="203"/>
                    <a:pt x="615" y="207"/>
                  </a:cubicBezTo>
                  <a:cubicBezTo>
                    <a:pt x="618" y="211"/>
                    <a:pt x="620" y="215"/>
                    <a:pt x="621" y="219"/>
                  </a:cubicBezTo>
                  <a:cubicBezTo>
                    <a:pt x="625" y="226"/>
                    <a:pt x="627" y="232"/>
                    <a:pt x="630" y="239"/>
                  </a:cubicBezTo>
                  <a:cubicBezTo>
                    <a:pt x="632" y="245"/>
                    <a:pt x="635" y="252"/>
                    <a:pt x="637" y="259"/>
                  </a:cubicBezTo>
                  <a:cubicBezTo>
                    <a:pt x="637" y="256"/>
                    <a:pt x="636" y="253"/>
                    <a:pt x="636" y="250"/>
                  </a:cubicBezTo>
                  <a:cubicBezTo>
                    <a:pt x="635" y="246"/>
                    <a:pt x="634" y="243"/>
                    <a:pt x="634" y="240"/>
                  </a:cubicBezTo>
                  <a:cubicBezTo>
                    <a:pt x="634" y="239"/>
                    <a:pt x="634" y="239"/>
                    <a:pt x="633" y="239"/>
                  </a:cubicBezTo>
                  <a:cubicBezTo>
                    <a:pt x="634" y="236"/>
                    <a:pt x="632" y="234"/>
                    <a:pt x="631" y="231"/>
                  </a:cubicBezTo>
                  <a:cubicBezTo>
                    <a:pt x="631" y="230"/>
                    <a:pt x="632" y="231"/>
                    <a:pt x="633" y="233"/>
                  </a:cubicBezTo>
                  <a:cubicBezTo>
                    <a:pt x="633" y="230"/>
                    <a:pt x="631" y="227"/>
                    <a:pt x="630" y="224"/>
                  </a:cubicBezTo>
                  <a:cubicBezTo>
                    <a:pt x="630" y="221"/>
                    <a:pt x="631" y="225"/>
                    <a:pt x="631" y="223"/>
                  </a:cubicBezTo>
                  <a:cubicBezTo>
                    <a:pt x="630" y="218"/>
                    <a:pt x="628" y="216"/>
                    <a:pt x="625" y="211"/>
                  </a:cubicBezTo>
                  <a:cubicBezTo>
                    <a:pt x="626" y="210"/>
                    <a:pt x="629" y="215"/>
                    <a:pt x="630" y="217"/>
                  </a:cubicBezTo>
                  <a:cubicBezTo>
                    <a:pt x="630" y="216"/>
                    <a:pt x="629" y="215"/>
                    <a:pt x="629" y="214"/>
                  </a:cubicBezTo>
                  <a:cubicBezTo>
                    <a:pt x="629" y="214"/>
                    <a:pt x="629" y="214"/>
                    <a:pt x="629" y="215"/>
                  </a:cubicBezTo>
                  <a:cubicBezTo>
                    <a:pt x="628" y="213"/>
                    <a:pt x="628" y="211"/>
                    <a:pt x="627" y="210"/>
                  </a:cubicBezTo>
                  <a:cubicBezTo>
                    <a:pt x="627" y="209"/>
                    <a:pt x="627" y="210"/>
                    <a:pt x="627" y="208"/>
                  </a:cubicBezTo>
                  <a:cubicBezTo>
                    <a:pt x="625" y="205"/>
                    <a:pt x="623" y="201"/>
                    <a:pt x="622" y="197"/>
                  </a:cubicBezTo>
                  <a:cubicBezTo>
                    <a:pt x="621" y="196"/>
                    <a:pt x="620" y="196"/>
                    <a:pt x="621" y="198"/>
                  </a:cubicBezTo>
                  <a:cubicBezTo>
                    <a:pt x="620" y="197"/>
                    <a:pt x="619" y="196"/>
                    <a:pt x="618" y="195"/>
                  </a:cubicBezTo>
                  <a:cubicBezTo>
                    <a:pt x="619" y="193"/>
                    <a:pt x="619" y="193"/>
                    <a:pt x="619" y="192"/>
                  </a:cubicBezTo>
                  <a:cubicBezTo>
                    <a:pt x="622" y="196"/>
                    <a:pt x="626" y="203"/>
                    <a:pt x="628" y="203"/>
                  </a:cubicBezTo>
                  <a:cubicBezTo>
                    <a:pt x="630" y="207"/>
                    <a:pt x="631" y="210"/>
                    <a:pt x="633" y="214"/>
                  </a:cubicBezTo>
                  <a:cubicBezTo>
                    <a:pt x="634" y="217"/>
                    <a:pt x="635" y="221"/>
                    <a:pt x="636" y="224"/>
                  </a:cubicBezTo>
                  <a:cubicBezTo>
                    <a:pt x="637" y="222"/>
                    <a:pt x="638" y="228"/>
                    <a:pt x="639" y="231"/>
                  </a:cubicBezTo>
                  <a:cubicBezTo>
                    <a:pt x="639" y="232"/>
                    <a:pt x="638" y="228"/>
                    <a:pt x="637" y="227"/>
                  </a:cubicBezTo>
                  <a:cubicBezTo>
                    <a:pt x="638" y="230"/>
                    <a:pt x="640" y="233"/>
                    <a:pt x="641" y="236"/>
                  </a:cubicBezTo>
                  <a:cubicBezTo>
                    <a:pt x="642" y="238"/>
                    <a:pt x="640" y="235"/>
                    <a:pt x="641" y="238"/>
                  </a:cubicBezTo>
                  <a:cubicBezTo>
                    <a:pt x="642" y="238"/>
                    <a:pt x="645" y="246"/>
                    <a:pt x="645" y="251"/>
                  </a:cubicBezTo>
                  <a:cubicBezTo>
                    <a:pt x="647" y="254"/>
                    <a:pt x="648" y="258"/>
                    <a:pt x="649" y="263"/>
                  </a:cubicBezTo>
                  <a:cubicBezTo>
                    <a:pt x="651" y="263"/>
                    <a:pt x="649" y="259"/>
                    <a:pt x="648" y="257"/>
                  </a:cubicBezTo>
                  <a:cubicBezTo>
                    <a:pt x="649" y="259"/>
                    <a:pt x="651" y="262"/>
                    <a:pt x="652" y="266"/>
                  </a:cubicBezTo>
                  <a:cubicBezTo>
                    <a:pt x="653" y="270"/>
                    <a:pt x="654" y="275"/>
                    <a:pt x="654" y="279"/>
                  </a:cubicBezTo>
                  <a:cubicBezTo>
                    <a:pt x="656" y="284"/>
                    <a:pt x="657" y="301"/>
                    <a:pt x="659" y="303"/>
                  </a:cubicBezTo>
                  <a:cubicBezTo>
                    <a:pt x="659" y="307"/>
                    <a:pt x="661" y="309"/>
                    <a:pt x="661" y="313"/>
                  </a:cubicBezTo>
                  <a:cubicBezTo>
                    <a:pt x="660" y="313"/>
                    <a:pt x="660" y="310"/>
                    <a:pt x="659" y="311"/>
                  </a:cubicBezTo>
                  <a:cubicBezTo>
                    <a:pt x="661" y="321"/>
                    <a:pt x="663" y="331"/>
                    <a:pt x="665" y="332"/>
                  </a:cubicBezTo>
                  <a:cubicBezTo>
                    <a:pt x="666" y="329"/>
                    <a:pt x="666" y="325"/>
                    <a:pt x="667" y="326"/>
                  </a:cubicBezTo>
                  <a:cubicBezTo>
                    <a:pt x="668" y="321"/>
                    <a:pt x="667" y="312"/>
                    <a:pt x="669" y="311"/>
                  </a:cubicBezTo>
                  <a:cubicBezTo>
                    <a:pt x="668" y="308"/>
                    <a:pt x="668" y="303"/>
                    <a:pt x="667" y="303"/>
                  </a:cubicBezTo>
                  <a:cubicBezTo>
                    <a:pt x="667" y="304"/>
                    <a:pt x="667" y="305"/>
                    <a:pt x="668" y="305"/>
                  </a:cubicBezTo>
                  <a:cubicBezTo>
                    <a:pt x="667" y="307"/>
                    <a:pt x="667" y="305"/>
                    <a:pt x="667" y="304"/>
                  </a:cubicBezTo>
                  <a:cubicBezTo>
                    <a:pt x="667" y="302"/>
                    <a:pt x="667" y="300"/>
                    <a:pt x="667" y="299"/>
                  </a:cubicBezTo>
                  <a:cubicBezTo>
                    <a:pt x="667" y="297"/>
                    <a:pt x="668" y="297"/>
                    <a:pt x="668" y="299"/>
                  </a:cubicBezTo>
                  <a:cubicBezTo>
                    <a:pt x="668" y="298"/>
                    <a:pt x="668" y="296"/>
                    <a:pt x="668" y="296"/>
                  </a:cubicBezTo>
                  <a:cubicBezTo>
                    <a:pt x="668" y="292"/>
                    <a:pt x="666" y="283"/>
                    <a:pt x="664" y="277"/>
                  </a:cubicBezTo>
                  <a:cubicBezTo>
                    <a:pt x="665" y="270"/>
                    <a:pt x="661" y="263"/>
                    <a:pt x="658" y="256"/>
                  </a:cubicBezTo>
                  <a:cubicBezTo>
                    <a:pt x="659" y="255"/>
                    <a:pt x="659" y="255"/>
                    <a:pt x="659" y="255"/>
                  </a:cubicBezTo>
                  <a:cubicBezTo>
                    <a:pt x="661" y="257"/>
                    <a:pt x="663" y="264"/>
                    <a:pt x="664" y="268"/>
                  </a:cubicBezTo>
                  <a:cubicBezTo>
                    <a:pt x="665" y="266"/>
                    <a:pt x="664" y="265"/>
                    <a:pt x="665" y="264"/>
                  </a:cubicBezTo>
                  <a:cubicBezTo>
                    <a:pt x="660" y="253"/>
                    <a:pt x="660" y="247"/>
                    <a:pt x="655" y="237"/>
                  </a:cubicBezTo>
                  <a:cubicBezTo>
                    <a:pt x="655" y="236"/>
                    <a:pt x="656" y="237"/>
                    <a:pt x="656" y="236"/>
                  </a:cubicBezTo>
                  <a:cubicBezTo>
                    <a:pt x="657" y="240"/>
                    <a:pt x="659" y="245"/>
                    <a:pt x="661" y="247"/>
                  </a:cubicBezTo>
                  <a:cubicBezTo>
                    <a:pt x="661" y="245"/>
                    <a:pt x="660" y="244"/>
                    <a:pt x="660" y="242"/>
                  </a:cubicBezTo>
                  <a:cubicBezTo>
                    <a:pt x="659" y="243"/>
                    <a:pt x="659" y="241"/>
                    <a:pt x="658" y="239"/>
                  </a:cubicBezTo>
                  <a:cubicBezTo>
                    <a:pt x="658" y="239"/>
                    <a:pt x="658" y="239"/>
                    <a:pt x="657" y="239"/>
                  </a:cubicBezTo>
                  <a:cubicBezTo>
                    <a:pt x="657" y="237"/>
                    <a:pt x="656" y="234"/>
                    <a:pt x="655" y="232"/>
                  </a:cubicBezTo>
                  <a:cubicBezTo>
                    <a:pt x="654" y="230"/>
                    <a:pt x="653" y="228"/>
                    <a:pt x="653" y="229"/>
                  </a:cubicBezTo>
                  <a:cubicBezTo>
                    <a:pt x="651" y="228"/>
                    <a:pt x="653" y="228"/>
                    <a:pt x="652" y="226"/>
                  </a:cubicBezTo>
                  <a:cubicBezTo>
                    <a:pt x="652" y="226"/>
                    <a:pt x="653" y="229"/>
                    <a:pt x="653" y="227"/>
                  </a:cubicBezTo>
                  <a:cubicBezTo>
                    <a:pt x="653" y="225"/>
                    <a:pt x="651" y="223"/>
                    <a:pt x="651" y="224"/>
                  </a:cubicBezTo>
                  <a:cubicBezTo>
                    <a:pt x="650" y="222"/>
                    <a:pt x="651" y="222"/>
                    <a:pt x="651" y="221"/>
                  </a:cubicBezTo>
                  <a:cubicBezTo>
                    <a:pt x="649" y="218"/>
                    <a:pt x="649" y="220"/>
                    <a:pt x="648" y="218"/>
                  </a:cubicBezTo>
                  <a:cubicBezTo>
                    <a:pt x="647" y="216"/>
                    <a:pt x="648" y="216"/>
                    <a:pt x="649" y="217"/>
                  </a:cubicBezTo>
                  <a:cubicBezTo>
                    <a:pt x="648" y="214"/>
                    <a:pt x="647" y="215"/>
                    <a:pt x="647" y="214"/>
                  </a:cubicBezTo>
                  <a:cubicBezTo>
                    <a:pt x="646" y="214"/>
                    <a:pt x="646" y="211"/>
                    <a:pt x="646" y="211"/>
                  </a:cubicBezTo>
                  <a:cubicBezTo>
                    <a:pt x="647" y="212"/>
                    <a:pt x="648" y="213"/>
                    <a:pt x="649" y="215"/>
                  </a:cubicBezTo>
                  <a:cubicBezTo>
                    <a:pt x="648" y="211"/>
                    <a:pt x="646" y="210"/>
                    <a:pt x="646" y="210"/>
                  </a:cubicBezTo>
                  <a:cubicBezTo>
                    <a:pt x="644" y="206"/>
                    <a:pt x="642" y="202"/>
                    <a:pt x="640" y="200"/>
                  </a:cubicBezTo>
                  <a:cubicBezTo>
                    <a:pt x="639" y="197"/>
                    <a:pt x="641" y="200"/>
                    <a:pt x="641" y="198"/>
                  </a:cubicBezTo>
                  <a:cubicBezTo>
                    <a:pt x="642" y="201"/>
                    <a:pt x="643" y="203"/>
                    <a:pt x="644" y="205"/>
                  </a:cubicBezTo>
                  <a:cubicBezTo>
                    <a:pt x="644" y="203"/>
                    <a:pt x="645" y="203"/>
                    <a:pt x="646" y="205"/>
                  </a:cubicBezTo>
                  <a:cubicBezTo>
                    <a:pt x="646" y="203"/>
                    <a:pt x="645" y="202"/>
                    <a:pt x="645" y="202"/>
                  </a:cubicBezTo>
                  <a:cubicBezTo>
                    <a:pt x="645" y="201"/>
                    <a:pt x="643" y="199"/>
                    <a:pt x="644" y="198"/>
                  </a:cubicBezTo>
                  <a:cubicBezTo>
                    <a:pt x="642" y="195"/>
                    <a:pt x="640" y="192"/>
                    <a:pt x="638" y="188"/>
                  </a:cubicBezTo>
                  <a:cubicBezTo>
                    <a:pt x="639" y="187"/>
                    <a:pt x="641" y="191"/>
                    <a:pt x="640" y="192"/>
                  </a:cubicBezTo>
                  <a:cubicBezTo>
                    <a:pt x="641" y="193"/>
                    <a:pt x="641" y="192"/>
                    <a:pt x="641" y="192"/>
                  </a:cubicBezTo>
                  <a:cubicBezTo>
                    <a:pt x="642" y="193"/>
                    <a:pt x="642" y="193"/>
                    <a:pt x="642" y="193"/>
                  </a:cubicBezTo>
                  <a:cubicBezTo>
                    <a:pt x="641" y="190"/>
                    <a:pt x="640" y="188"/>
                    <a:pt x="638" y="186"/>
                  </a:cubicBezTo>
                  <a:cubicBezTo>
                    <a:pt x="638" y="185"/>
                    <a:pt x="640" y="186"/>
                    <a:pt x="640" y="184"/>
                  </a:cubicBezTo>
                  <a:cubicBezTo>
                    <a:pt x="638" y="183"/>
                    <a:pt x="639" y="183"/>
                    <a:pt x="637" y="181"/>
                  </a:cubicBezTo>
                  <a:cubicBezTo>
                    <a:pt x="636" y="179"/>
                    <a:pt x="637" y="179"/>
                    <a:pt x="637" y="178"/>
                  </a:cubicBezTo>
                  <a:cubicBezTo>
                    <a:pt x="636" y="177"/>
                    <a:pt x="636" y="177"/>
                    <a:pt x="635" y="176"/>
                  </a:cubicBezTo>
                  <a:cubicBezTo>
                    <a:pt x="635" y="175"/>
                    <a:pt x="636" y="176"/>
                    <a:pt x="635" y="174"/>
                  </a:cubicBezTo>
                  <a:cubicBezTo>
                    <a:pt x="633" y="170"/>
                    <a:pt x="631" y="167"/>
                    <a:pt x="629" y="164"/>
                  </a:cubicBezTo>
                  <a:cubicBezTo>
                    <a:pt x="629" y="162"/>
                    <a:pt x="630" y="165"/>
                    <a:pt x="632" y="166"/>
                  </a:cubicBezTo>
                  <a:cubicBezTo>
                    <a:pt x="631" y="164"/>
                    <a:pt x="629" y="163"/>
                    <a:pt x="629" y="161"/>
                  </a:cubicBezTo>
                  <a:cubicBezTo>
                    <a:pt x="629" y="161"/>
                    <a:pt x="628" y="160"/>
                    <a:pt x="628" y="161"/>
                  </a:cubicBezTo>
                  <a:cubicBezTo>
                    <a:pt x="627" y="159"/>
                    <a:pt x="626" y="156"/>
                    <a:pt x="625" y="154"/>
                  </a:cubicBezTo>
                  <a:cubicBezTo>
                    <a:pt x="623" y="152"/>
                    <a:pt x="622" y="151"/>
                    <a:pt x="621" y="149"/>
                  </a:cubicBezTo>
                  <a:cubicBezTo>
                    <a:pt x="618" y="145"/>
                    <a:pt x="615" y="141"/>
                    <a:pt x="612" y="137"/>
                  </a:cubicBezTo>
                  <a:cubicBezTo>
                    <a:pt x="612" y="136"/>
                    <a:pt x="612" y="138"/>
                    <a:pt x="613" y="138"/>
                  </a:cubicBezTo>
                  <a:cubicBezTo>
                    <a:pt x="611" y="137"/>
                    <a:pt x="610" y="136"/>
                    <a:pt x="609" y="135"/>
                  </a:cubicBezTo>
                  <a:cubicBezTo>
                    <a:pt x="610" y="133"/>
                    <a:pt x="608" y="131"/>
                    <a:pt x="605" y="128"/>
                  </a:cubicBezTo>
                  <a:cubicBezTo>
                    <a:pt x="603" y="125"/>
                    <a:pt x="600" y="123"/>
                    <a:pt x="598" y="120"/>
                  </a:cubicBezTo>
                  <a:cubicBezTo>
                    <a:pt x="601" y="120"/>
                    <a:pt x="605" y="126"/>
                    <a:pt x="609" y="130"/>
                  </a:cubicBezTo>
                  <a:cubicBezTo>
                    <a:pt x="608" y="127"/>
                    <a:pt x="605" y="125"/>
                    <a:pt x="605" y="124"/>
                  </a:cubicBezTo>
                  <a:cubicBezTo>
                    <a:pt x="602" y="121"/>
                    <a:pt x="602" y="121"/>
                    <a:pt x="602" y="121"/>
                  </a:cubicBezTo>
                  <a:cubicBezTo>
                    <a:pt x="601" y="120"/>
                    <a:pt x="602" y="120"/>
                    <a:pt x="602" y="119"/>
                  </a:cubicBezTo>
                  <a:cubicBezTo>
                    <a:pt x="603" y="121"/>
                    <a:pt x="604" y="122"/>
                    <a:pt x="605" y="123"/>
                  </a:cubicBezTo>
                  <a:cubicBezTo>
                    <a:pt x="605" y="122"/>
                    <a:pt x="606" y="124"/>
                    <a:pt x="607" y="124"/>
                  </a:cubicBezTo>
                  <a:cubicBezTo>
                    <a:pt x="607" y="121"/>
                    <a:pt x="602" y="120"/>
                    <a:pt x="601" y="117"/>
                  </a:cubicBezTo>
                  <a:cubicBezTo>
                    <a:pt x="599" y="116"/>
                    <a:pt x="596" y="114"/>
                    <a:pt x="594" y="112"/>
                  </a:cubicBezTo>
                  <a:cubicBezTo>
                    <a:pt x="592" y="110"/>
                    <a:pt x="594" y="111"/>
                    <a:pt x="595" y="111"/>
                  </a:cubicBezTo>
                  <a:cubicBezTo>
                    <a:pt x="594" y="109"/>
                    <a:pt x="592" y="108"/>
                    <a:pt x="591" y="106"/>
                  </a:cubicBezTo>
                  <a:cubicBezTo>
                    <a:pt x="591" y="107"/>
                    <a:pt x="590" y="107"/>
                    <a:pt x="588" y="105"/>
                  </a:cubicBezTo>
                  <a:cubicBezTo>
                    <a:pt x="589" y="106"/>
                    <a:pt x="590" y="107"/>
                    <a:pt x="590" y="108"/>
                  </a:cubicBezTo>
                  <a:cubicBezTo>
                    <a:pt x="589" y="107"/>
                    <a:pt x="587" y="105"/>
                    <a:pt x="586" y="103"/>
                  </a:cubicBezTo>
                  <a:cubicBezTo>
                    <a:pt x="584" y="102"/>
                    <a:pt x="583" y="101"/>
                    <a:pt x="581" y="100"/>
                  </a:cubicBezTo>
                  <a:cubicBezTo>
                    <a:pt x="581" y="98"/>
                    <a:pt x="582" y="100"/>
                    <a:pt x="579" y="97"/>
                  </a:cubicBezTo>
                  <a:cubicBezTo>
                    <a:pt x="578" y="94"/>
                    <a:pt x="581" y="98"/>
                    <a:pt x="580" y="95"/>
                  </a:cubicBezTo>
                  <a:cubicBezTo>
                    <a:pt x="578" y="96"/>
                    <a:pt x="576" y="93"/>
                    <a:pt x="572" y="91"/>
                  </a:cubicBezTo>
                  <a:cubicBezTo>
                    <a:pt x="569" y="88"/>
                    <a:pt x="567" y="85"/>
                    <a:pt x="564" y="82"/>
                  </a:cubicBezTo>
                  <a:cubicBezTo>
                    <a:pt x="561" y="81"/>
                    <a:pt x="558" y="79"/>
                    <a:pt x="554" y="77"/>
                  </a:cubicBezTo>
                  <a:cubicBezTo>
                    <a:pt x="552" y="74"/>
                    <a:pt x="556" y="77"/>
                    <a:pt x="556" y="77"/>
                  </a:cubicBezTo>
                  <a:cubicBezTo>
                    <a:pt x="551" y="73"/>
                    <a:pt x="545" y="71"/>
                    <a:pt x="542" y="70"/>
                  </a:cubicBezTo>
                  <a:cubicBezTo>
                    <a:pt x="547" y="74"/>
                    <a:pt x="550" y="73"/>
                    <a:pt x="553" y="76"/>
                  </a:cubicBezTo>
                  <a:cubicBezTo>
                    <a:pt x="553" y="77"/>
                    <a:pt x="553" y="77"/>
                    <a:pt x="553" y="77"/>
                  </a:cubicBezTo>
                  <a:cubicBezTo>
                    <a:pt x="554" y="78"/>
                    <a:pt x="556" y="79"/>
                    <a:pt x="555" y="78"/>
                  </a:cubicBezTo>
                  <a:cubicBezTo>
                    <a:pt x="558" y="82"/>
                    <a:pt x="569" y="87"/>
                    <a:pt x="573" y="93"/>
                  </a:cubicBezTo>
                  <a:cubicBezTo>
                    <a:pt x="568" y="91"/>
                    <a:pt x="561" y="84"/>
                    <a:pt x="556" y="80"/>
                  </a:cubicBezTo>
                  <a:cubicBezTo>
                    <a:pt x="552" y="79"/>
                    <a:pt x="545" y="73"/>
                    <a:pt x="539" y="68"/>
                  </a:cubicBezTo>
                  <a:cubicBezTo>
                    <a:pt x="541" y="69"/>
                    <a:pt x="543" y="69"/>
                    <a:pt x="544" y="68"/>
                  </a:cubicBezTo>
                  <a:cubicBezTo>
                    <a:pt x="542" y="68"/>
                    <a:pt x="541" y="67"/>
                    <a:pt x="539" y="66"/>
                  </a:cubicBezTo>
                  <a:cubicBezTo>
                    <a:pt x="536" y="61"/>
                    <a:pt x="532" y="62"/>
                    <a:pt x="529" y="57"/>
                  </a:cubicBezTo>
                  <a:cubicBezTo>
                    <a:pt x="523" y="55"/>
                    <a:pt x="525" y="56"/>
                    <a:pt x="520" y="53"/>
                  </a:cubicBezTo>
                  <a:cubicBezTo>
                    <a:pt x="522" y="54"/>
                    <a:pt x="520" y="53"/>
                    <a:pt x="520" y="54"/>
                  </a:cubicBezTo>
                  <a:cubicBezTo>
                    <a:pt x="519" y="53"/>
                    <a:pt x="517" y="52"/>
                    <a:pt x="515" y="51"/>
                  </a:cubicBezTo>
                  <a:cubicBezTo>
                    <a:pt x="513" y="49"/>
                    <a:pt x="517" y="51"/>
                    <a:pt x="518" y="52"/>
                  </a:cubicBezTo>
                  <a:cubicBezTo>
                    <a:pt x="518" y="51"/>
                    <a:pt x="512" y="48"/>
                    <a:pt x="511" y="49"/>
                  </a:cubicBezTo>
                  <a:cubicBezTo>
                    <a:pt x="509" y="47"/>
                    <a:pt x="507" y="46"/>
                    <a:pt x="505" y="44"/>
                  </a:cubicBezTo>
                  <a:cubicBezTo>
                    <a:pt x="502" y="42"/>
                    <a:pt x="498" y="42"/>
                    <a:pt x="495" y="40"/>
                  </a:cubicBezTo>
                  <a:cubicBezTo>
                    <a:pt x="494" y="38"/>
                    <a:pt x="497" y="39"/>
                    <a:pt x="500" y="39"/>
                  </a:cubicBezTo>
                  <a:cubicBezTo>
                    <a:pt x="496" y="37"/>
                    <a:pt x="493" y="37"/>
                    <a:pt x="488" y="34"/>
                  </a:cubicBezTo>
                  <a:cubicBezTo>
                    <a:pt x="486" y="32"/>
                    <a:pt x="487" y="33"/>
                    <a:pt x="485" y="31"/>
                  </a:cubicBezTo>
                  <a:cubicBezTo>
                    <a:pt x="483" y="31"/>
                    <a:pt x="488" y="34"/>
                    <a:pt x="486" y="33"/>
                  </a:cubicBezTo>
                  <a:cubicBezTo>
                    <a:pt x="488" y="34"/>
                    <a:pt x="489" y="35"/>
                    <a:pt x="491" y="36"/>
                  </a:cubicBezTo>
                  <a:cubicBezTo>
                    <a:pt x="491" y="37"/>
                    <a:pt x="491" y="36"/>
                    <a:pt x="494" y="38"/>
                  </a:cubicBezTo>
                  <a:cubicBezTo>
                    <a:pt x="494" y="39"/>
                    <a:pt x="493" y="38"/>
                    <a:pt x="492" y="38"/>
                  </a:cubicBezTo>
                  <a:cubicBezTo>
                    <a:pt x="491" y="37"/>
                    <a:pt x="490" y="36"/>
                    <a:pt x="488" y="35"/>
                  </a:cubicBezTo>
                  <a:cubicBezTo>
                    <a:pt x="488" y="35"/>
                    <a:pt x="487" y="35"/>
                    <a:pt x="487" y="35"/>
                  </a:cubicBezTo>
                  <a:cubicBezTo>
                    <a:pt x="485" y="35"/>
                    <a:pt x="484" y="33"/>
                    <a:pt x="482" y="32"/>
                  </a:cubicBezTo>
                  <a:cubicBezTo>
                    <a:pt x="481" y="32"/>
                    <a:pt x="482" y="32"/>
                    <a:pt x="483" y="32"/>
                  </a:cubicBezTo>
                  <a:cubicBezTo>
                    <a:pt x="484" y="33"/>
                    <a:pt x="484" y="33"/>
                    <a:pt x="485" y="34"/>
                  </a:cubicBezTo>
                  <a:cubicBezTo>
                    <a:pt x="485" y="33"/>
                    <a:pt x="486" y="33"/>
                    <a:pt x="485" y="32"/>
                  </a:cubicBezTo>
                  <a:cubicBezTo>
                    <a:pt x="480" y="31"/>
                    <a:pt x="476" y="30"/>
                    <a:pt x="472" y="29"/>
                  </a:cubicBezTo>
                  <a:cubicBezTo>
                    <a:pt x="468" y="27"/>
                    <a:pt x="464" y="26"/>
                    <a:pt x="460" y="25"/>
                  </a:cubicBezTo>
                  <a:cubicBezTo>
                    <a:pt x="459" y="24"/>
                    <a:pt x="458" y="24"/>
                    <a:pt x="459" y="24"/>
                  </a:cubicBezTo>
                  <a:cubicBezTo>
                    <a:pt x="458" y="24"/>
                    <a:pt x="452" y="22"/>
                    <a:pt x="448" y="21"/>
                  </a:cubicBezTo>
                  <a:cubicBezTo>
                    <a:pt x="448" y="20"/>
                    <a:pt x="454" y="22"/>
                    <a:pt x="454" y="21"/>
                  </a:cubicBezTo>
                  <a:cubicBezTo>
                    <a:pt x="455" y="23"/>
                    <a:pt x="457" y="23"/>
                    <a:pt x="455" y="21"/>
                  </a:cubicBezTo>
                  <a:cubicBezTo>
                    <a:pt x="448" y="19"/>
                    <a:pt x="441" y="18"/>
                    <a:pt x="436" y="16"/>
                  </a:cubicBezTo>
                  <a:cubicBezTo>
                    <a:pt x="435" y="14"/>
                    <a:pt x="443" y="17"/>
                    <a:pt x="443" y="16"/>
                  </a:cubicBezTo>
                  <a:cubicBezTo>
                    <a:pt x="441" y="15"/>
                    <a:pt x="440" y="15"/>
                    <a:pt x="439" y="15"/>
                  </a:cubicBezTo>
                  <a:cubicBezTo>
                    <a:pt x="437" y="14"/>
                    <a:pt x="434" y="13"/>
                    <a:pt x="432" y="13"/>
                  </a:cubicBezTo>
                  <a:cubicBezTo>
                    <a:pt x="429" y="12"/>
                    <a:pt x="426" y="12"/>
                    <a:pt x="423" y="11"/>
                  </a:cubicBezTo>
                  <a:cubicBezTo>
                    <a:pt x="420" y="10"/>
                    <a:pt x="418" y="10"/>
                    <a:pt x="415" y="10"/>
                  </a:cubicBezTo>
                  <a:cubicBezTo>
                    <a:pt x="412" y="9"/>
                    <a:pt x="410" y="9"/>
                    <a:pt x="407" y="8"/>
                  </a:cubicBezTo>
                  <a:cubicBezTo>
                    <a:pt x="406" y="8"/>
                    <a:pt x="413" y="9"/>
                    <a:pt x="409" y="7"/>
                  </a:cubicBezTo>
                  <a:cubicBezTo>
                    <a:pt x="408" y="8"/>
                    <a:pt x="405" y="8"/>
                    <a:pt x="402" y="7"/>
                  </a:cubicBezTo>
                  <a:cubicBezTo>
                    <a:pt x="404" y="8"/>
                    <a:pt x="405" y="9"/>
                    <a:pt x="407" y="9"/>
                  </a:cubicBezTo>
                  <a:cubicBezTo>
                    <a:pt x="408" y="9"/>
                    <a:pt x="407" y="9"/>
                    <a:pt x="408" y="9"/>
                  </a:cubicBezTo>
                  <a:cubicBezTo>
                    <a:pt x="404" y="9"/>
                    <a:pt x="401" y="7"/>
                    <a:pt x="396" y="7"/>
                  </a:cubicBezTo>
                  <a:cubicBezTo>
                    <a:pt x="395" y="7"/>
                    <a:pt x="396" y="7"/>
                    <a:pt x="395" y="6"/>
                  </a:cubicBezTo>
                  <a:cubicBezTo>
                    <a:pt x="392" y="7"/>
                    <a:pt x="389" y="5"/>
                    <a:pt x="386" y="5"/>
                  </a:cubicBezTo>
                  <a:cubicBezTo>
                    <a:pt x="385" y="5"/>
                    <a:pt x="385" y="5"/>
                    <a:pt x="386" y="4"/>
                  </a:cubicBezTo>
                  <a:cubicBezTo>
                    <a:pt x="384" y="4"/>
                    <a:pt x="383" y="4"/>
                    <a:pt x="381" y="3"/>
                  </a:cubicBezTo>
                  <a:cubicBezTo>
                    <a:pt x="380" y="3"/>
                    <a:pt x="381" y="4"/>
                    <a:pt x="381" y="4"/>
                  </a:cubicBezTo>
                  <a:cubicBezTo>
                    <a:pt x="376" y="3"/>
                    <a:pt x="371" y="3"/>
                    <a:pt x="366" y="2"/>
                  </a:cubicBezTo>
                  <a:cubicBezTo>
                    <a:pt x="361" y="2"/>
                    <a:pt x="356" y="2"/>
                    <a:pt x="351" y="1"/>
                  </a:cubicBezTo>
                  <a:cubicBezTo>
                    <a:pt x="350" y="1"/>
                    <a:pt x="350" y="1"/>
                    <a:pt x="352" y="1"/>
                  </a:cubicBezTo>
                  <a:cubicBezTo>
                    <a:pt x="350" y="0"/>
                    <a:pt x="348" y="1"/>
                    <a:pt x="346" y="0"/>
                  </a:cubicBezTo>
                  <a:cubicBezTo>
                    <a:pt x="343" y="1"/>
                    <a:pt x="348" y="1"/>
                    <a:pt x="345" y="2"/>
                  </a:cubicBezTo>
                  <a:cubicBezTo>
                    <a:pt x="342" y="1"/>
                    <a:pt x="339" y="1"/>
                    <a:pt x="336" y="2"/>
                  </a:cubicBezTo>
                  <a:cubicBezTo>
                    <a:pt x="334" y="1"/>
                    <a:pt x="336" y="1"/>
                    <a:pt x="334" y="1"/>
                  </a:cubicBezTo>
                  <a:cubicBezTo>
                    <a:pt x="333" y="1"/>
                    <a:pt x="334" y="1"/>
                    <a:pt x="333" y="2"/>
                  </a:cubicBezTo>
                  <a:cubicBezTo>
                    <a:pt x="330" y="1"/>
                    <a:pt x="330" y="2"/>
                    <a:pt x="325" y="2"/>
                  </a:cubicBezTo>
                  <a:cubicBezTo>
                    <a:pt x="324" y="2"/>
                    <a:pt x="325" y="2"/>
                    <a:pt x="323" y="1"/>
                  </a:cubicBezTo>
                  <a:cubicBezTo>
                    <a:pt x="322" y="1"/>
                    <a:pt x="322" y="2"/>
                    <a:pt x="324" y="2"/>
                  </a:cubicBezTo>
                  <a:cubicBezTo>
                    <a:pt x="322" y="2"/>
                    <a:pt x="318" y="2"/>
                    <a:pt x="316" y="2"/>
                  </a:cubicBezTo>
                  <a:cubicBezTo>
                    <a:pt x="313" y="2"/>
                    <a:pt x="311" y="1"/>
                    <a:pt x="311" y="1"/>
                  </a:cubicBezTo>
                  <a:cubicBezTo>
                    <a:pt x="305" y="2"/>
                    <a:pt x="316" y="1"/>
                    <a:pt x="312" y="3"/>
                  </a:cubicBezTo>
                  <a:cubicBezTo>
                    <a:pt x="310" y="3"/>
                    <a:pt x="311" y="2"/>
                    <a:pt x="308" y="2"/>
                  </a:cubicBezTo>
                  <a:cubicBezTo>
                    <a:pt x="305" y="3"/>
                    <a:pt x="302" y="3"/>
                    <a:pt x="300" y="4"/>
                  </a:cubicBezTo>
                  <a:cubicBezTo>
                    <a:pt x="298" y="4"/>
                    <a:pt x="295" y="5"/>
                    <a:pt x="294" y="4"/>
                  </a:cubicBezTo>
                  <a:cubicBezTo>
                    <a:pt x="291" y="5"/>
                    <a:pt x="291" y="5"/>
                    <a:pt x="291" y="5"/>
                  </a:cubicBezTo>
                  <a:cubicBezTo>
                    <a:pt x="293" y="6"/>
                    <a:pt x="291" y="4"/>
                    <a:pt x="294" y="5"/>
                  </a:cubicBezTo>
                  <a:cubicBezTo>
                    <a:pt x="292" y="6"/>
                    <a:pt x="283" y="6"/>
                    <a:pt x="278" y="8"/>
                  </a:cubicBezTo>
                  <a:cubicBezTo>
                    <a:pt x="278" y="7"/>
                    <a:pt x="278" y="7"/>
                    <a:pt x="281" y="6"/>
                  </a:cubicBezTo>
                  <a:cubicBezTo>
                    <a:pt x="276" y="6"/>
                    <a:pt x="276" y="8"/>
                    <a:pt x="271" y="9"/>
                  </a:cubicBezTo>
                  <a:cubicBezTo>
                    <a:pt x="268" y="9"/>
                    <a:pt x="266" y="10"/>
                    <a:pt x="263" y="11"/>
                  </a:cubicBezTo>
                  <a:cubicBezTo>
                    <a:pt x="259" y="11"/>
                    <a:pt x="256" y="12"/>
                    <a:pt x="253" y="13"/>
                  </a:cubicBezTo>
                  <a:cubicBezTo>
                    <a:pt x="252" y="13"/>
                    <a:pt x="256" y="12"/>
                    <a:pt x="257" y="12"/>
                  </a:cubicBezTo>
                  <a:cubicBezTo>
                    <a:pt x="255" y="11"/>
                    <a:pt x="258" y="10"/>
                    <a:pt x="257" y="10"/>
                  </a:cubicBezTo>
                  <a:cubicBezTo>
                    <a:pt x="254" y="12"/>
                    <a:pt x="249" y="13"/>
                    <a:pt x="247" y="15"/>
                  </a:cubicBezTo>
                  <a:cubicBezTo>
                    <a:pt x="245" y="15"/>
                    <a:pt x="244" y="15"/>
                    <a:pt x="242" y="16"/>
                  </a:cubicBezTo>
                  <a:cubicBezTo>
                    <a:pt x="240" y="15"/>
                    <a:pt x="249" y="14"/>
                    <a:pt x="244" y="14"/>
                  </a:cubicBezTo>
                  <a:cubicBezTo>
                    <a:pt x="246" y="13"/>
                    <a:pt x="248" y="13"/>
                    <a:pt x="249" y="12"/>
                  </a:cubicBezTo>
                  <a:cubicBezTo>
                    <a:pt x="247" y="11"/>
                    <a:pt x="243" y="14"/>
                    <a:pt x="243" y="13"/>
                  </a:cubicBezTo>
                  <a:cubicBezTo>
                    <a:pt x="241" y="14"/>
                    <a:pt x="239" y="15"/>
                    <a:pt x="235" y="16"/>
                  </a:cubicBezTo>
                  <a:cubicBezTo>
                    <a:pt x="235" y="15"/>
                    <a:pt x="232" y="17"/>
                    <a:pt x="229" y="17"/>
                  </a:cubicBezTo>
                  <a:cubicBezTo>
                    <a:pt x="225" y="19"/>
                    <a:pt x="222" y="20"/>
                    <a:pt x="218" y="22"/>
                  </a:cubicBezTo>
                  <a:cubicBezTo>
                    <a:pt x="218" y="23"/>
                    <a:pt x="222" y="22"/>
                    <a:pt x="223" y="21"/>
                  </a:cubicBezTo>
                  <a:cubicBezTo>
                    <a:pt x="223" y="22"/>
                    <a:pt x="218" y="24"/>
                    <a:pt x="216" y="24"/>
                  </a:cubicBezTo>
                  <a:cubicBezTo>
                    <a:pt x="215" y="24"/>
                    <a:pt x="216" y="23"/>
                    <a:pt x="217" y="23"/>
                  </a:cubicBezTo>
                  <a:cubicBezTo>
                    <a:pt x="217" y="22"/>
                    <a:pt x="215" y="23"/>
                    <a:pt x="215" y="22"/>
                  </a:cubicBezTo>
                  <a:cubicBezTo>
                    <a:pt x="215" y="24"/>
                    <a:pt x="211" y="24"/>
                    <a:pt x="208" y="26"/>
                  </a:cubicBezTo>
                  <a:cubicBezTo>
                    <a:pt x="210" y="26"/>
                    <a:pt x="211" y="25"/>
                    <a:pt x="213" y="25"/>
                  </a:cubicBezTo>
                  <a:cubicBezTo>
                    <a:pt x="211" y="26"/>
                    <a:pt x="209" y="27"/>
                    <a:pt x="207" y="27"/>
                  </a:cubicBezTo>
                  <a:cubicBezTo>
                    <a:pt x="206" y="27"/>
                    <a:pt x="208" y="27"/>
                    <a:pt x="208" y="26"/>
                  </a:cubicBezTo>
                  <a:cubicBezTo>
                    <a:pt x="207" y="26"/>
                    <a:pt x="206" y="27"/>
                    <a:pt x="207" y="26"/>
                  </a:cubicBezTo>
                  <a:cubicBezTo>
                    <a:pt x="204" y="27"/>
                    <a:pt x="206" y="28"/>
                    <a:pt x="204" y="28"/>
                  </a:cubicBezTo>
                  <a:cubicBezTo>
                    <a:pt x="204" y="28"/>
                    <a:pt x="206" y="28"/>
                    <a:pt x="204" y="29"/>
                  </a:cubicBezTo>
                  <a:cubicBezTo>
                    <a:pt x="201" y="30"/>
                    <a:pt x="204" y="29"/>
                    <a:pt x="202" y="29"/>
                  </a:cubicBezTo>
                  <a:cubicBezTo>
                    <a:pt x="200" y="30"/>
                    <a:pt x="201" y="30"/>
                    <a:pt x="201" y="31"/>
                  </a:cubicBezTo>
                  <a:cubicBezTo>
                    <a:pt x="200" y="31"/>
                    <a:pt x="199" y="31"/>
                    <a:pt x="198" y="32"/>
                  </a:cubicBezTo>
                  <a:cubicBezTo>
                    <a:pt x="195" y="33"/>
                    <a:pt x="200" y="30"/>
                    <a:pt x="197" y="30"/>
                  </a:cubicBezTo>
                  <a:cubicBezTo>
                    <a:pt x="197" y="31"/>
                    <a:pt x="196" y="32"/>
                    <a:pt x="197" y="32"/>
                  </a:cubicBezTo>
                  <a:cubicBezTo>
                    <a:pt x="195" y="34"/>
                    <a:pt x="193" y="33"/>
                    <a:pt x="191" y="35"/>
                  </a:cubicBezTo>
                  <a:cubicBezTo>
                    <a:pt x="189" y="35"/>
                    <a:pt x="189" y="35"/>
                    <a:pt x="188" y="35"/>
                  </a:cubicBezTo>
                  <a:cubicBezTo>
                    <a:pt x="186" y="37"/>
                    <a:pt x="183" y="38"/>
                    <a:pt x="181" y="39"/>
                  </a:cubicBezTo>
                  <a:cubicBezTo>
                    <a:pt x="180" y="41"/>
                    <a:pt x="175" y="42"/>
                    <a:pt x="173" y="44"/>
                  </a:cubicBezTo>
                  <a:cubicBezTo>
                    <a:pt x="171" y="44"/>
                    <a:pt x="175" y="42"/>
                    <a:pt x="172" y="43"/>
                  </a:cubicBezTo>
                  <a:cubicBezTo>
                    <a:pt x="170" y="45"/>
                    <a:pt x="167" y="46"/>
                    <a:pt x="164" y="48"/>
                  </a:cubicBezTo>
                  <a:cubicBezTo>
                    <a:pt x="162" y="50"/>
                    <a:pt x="165" y="49"/>
                    <a:pt x="164" y="50"/>
                  </a:cubicBezTo>
                  <a:cubicBezTo>
                    <a:pt x="161" y="52"/>
                    <a:pt x="163" y="49"/>
                    <a:pt x="160" y="50"/>
                  </a:cubicBezTo>
                  <a:cubicBezTo>
                    <a:pt x="158" y="51"/>
                    <a:pt x="158" y="52"/>
                    <a:pt x="158" y="52"/>
                  </a:cubicBezTo>
                  <a:cubicBezTo>
                    <a:pt x="152" y="54"/>
                    <a:pt x="148" y="60"/>
                    <a:pt x="142" y="63"/>
                  </a:cubicBezTo>
                  <a:cubicBezTo>
                    <a:pt x="141" y="65"/>
                    <a:pt x="140" y="65"/>
                    <a:pt x="137" y="68"/>
                  </a:cubicBezTo>
                  <a:cubicBezTo>
                    <a:pt x="136" y="69"/>
                    <a:pt x="135" y="69"/>
                    <a:pt x="133" y="71"/>
                  </a:cubicBezTo>
                  <a:cubicBezTo>
                    <a:pt x="132" y="70"/>
                    <a:pt x="136" y="68"/>
                    <a:pt x="137" y="67"/>
                  </a:cubicBezTo>
                  <a:cubicBezTo>
                    <a:pt x="133" y="68"/>
                    <a:pt x="131" y="71"/>
                    <a:pt x="130" y="73"/>
                  </a:cubicBezTo>
                  <a:cubicBezTo>
                    <a:pt x="127" y="75"/>
                    <a:pt x="128" y="73"/>
                    <a:pt x="126" y="74"/>
                  </a:cubicBezTo>
                  <a:cubicBezTo>
                    <a:pt x="124" y="76"/>
                    <a:pt x="123" y="76"/>
                    <a:pt x="122" y="78"/>
                  </a:cubicBezTo>
                  <a:cubicBezTo>
                    <a:pt x="122" y="78"/>
                    <a:pt x="121" y="78"/>
                    <a:pt x="120" y="79"/>
                  </a:cubicBezTo>
                  <a:cubicBezTo>
                    <a:pt x="122" y="79"/>
                    <a:pt x="117" y="83"/>
                    <a:pt x="114" y="84"/>
                  </a:cubicBezTo>
                  <a:cubicBezTo>
                    <a:pt x="113" y="86"/>
                    <a:pt x="112" y="87"/>
                    <a:pt x="109" y="89"/>
                  </a:cubicBezTo>
                  <a:cubicBezTo>
                    <a:pt x="108" y="91"/>
                    <a:pt x="109" y="89"/>
                    <a:pt x="110" y="89"/>
                  </a:cubicBezTo>
                  <a:cubicBezTo>
                    <a:pt x="110" y="90"/>
                    <a:pt x="108" y="91"/>
                    <a:pt x="107" y="92"/>
                  </a:cubicBezTo>
                  <a:cubicBezTo>
                    <a:pt x="105" y="93"/>
                    <a:pt x="106" y="92"/>
                    <a:pt x="107" y="91"/>
                  </a:cubicBezTo>
                  <a:cubicBezTo>
                    <a:pt x="105" y="93"/>
                    <a:pt x="103" y="94"/>
                    <a:pt x="100" y="95"/>
                  </a:cubicBezTo>
                  <a:cubicBezTo>
                    <a:pt x="100" y="95"/>
                    <a:pt x="101" y="94"/>
                    <a:pt x="101" y="94"/>
                  </a:cubicBezTo>
                  <a:cubicBezTo>
                    <a:pt x="101" y="94"/>
                    <a:pt x="97" y="98"/>
                    <a:pt x="95" y="100"/>
                  </a:cubicBezTo>
                  <a:cubicBezTo>
                    <a:pt x="100" y="95"/>
                    <a:pt x="100" y="97"/>
                    <a:pt x="104" y="93"/>
                  </a:cubicBezTo>
                  <a:cubicBezTo>
                    <a:pt x="101" y="98"/>
                    <a:pt x="99" y="97"/>
                    <a:pt x="96" y="100"/>
                  </a:cubicBezTo>
                  <a:cubicBezTo>
                    <a:pt x="96" y="101"/>
                    <a:pt x="100" y="98"/>
                    <a:pt x="100" y="99"/>
                  </a:cubicBezTo>
                  <a:cubicBezTo>
                    <a:pt x="99" y="100"/>
                    <a:pt x="96" y="103"/>
                    <a:pt x="94" y="103"/>
                  </a:cubicBezTo>
                  <a:cubicBezTo>
                    <a:pt x="93" y="105"/>
                    <a:pt x="94" y="106"/>
                    <a:pt x="93" y="107"/>
                  </a:cubicBezTo>
                  <a:cubicBezTo>
                    <a:pt x="93" y="106"/>
                    <a:pt x="91" y="108"/>
                    <a:pt x="89" y="109"/>
                  </a:cubicBezTo>
                  <a:cubicBezTo>
                    <a:pt x="88" y="110"/>
                    <a:pt x="90" y="107"/>
                    <a:pt x="88" y="108"/>
                  </a:cubicBezTo>
                  <a:cubicBezTo>
                    <a:pt x="88" y="110"/>
                    <a:pt x="87" y="110"/>
                    <a:pt x="88" y="110"/>
                  </a:cubicBezTo>
                  <a:cubicBezTo>
                    <a:pt x="87" y="112"/>
                    <a:pt x="85" y="113"/>
                    <a:pt x="87" y="113"/>
                  </a:cubicBezTo>
                  <a:cubicBezTo>
                    <a:pt x="85" y="114"/>
                    <a:pt x="84" y="115"/>
                    <a:pt x="82" y="116"/>
                  </a:cubicBezTo>
                  <a:cubicBezTo>
                    <a:pt x="82" y="116"/>
                    <a:pt x="86" y="112"/>
                    <a:pt x="84" y="112"/>
                  </a:cubicBezTo>
                  <a:cubicBezTo>
                    <a:pt x="84" y="113"/>
                    <a:pt x="81" y="117"/>
                    <a:pt x="78" y="120"/>
                  </a:cubicBezTo>
                  <a:cubicBezTo>
                    <a:pt x="76" y="123"/>
                    <a:pt x="74" y="126"/>
                    <a:pt x="74" y="124"/>
                  </a:cubicBezTo>
                  <a:cubicBezTo>
                    <a:pt x="73" y="125"/>
                    <a:pt x="72" y="127"/>
                    <a:pt x="71" y="128"/>
                  </a:cubicBezTo>
                  <a:cubicBezTo>
                    <a:pt x="71" y="130"/>
                    <a:pt x="69" y="132"/>
                    <a:pt x="68" y="134"/>
                  </a:cubicBezTo>
                  <a:cubicBezTo>
                    <a:pt x="66" y="136"/>
                    <a:pt x="65" y="138"/>
                    <a:pt x="64" y="141"/>
                  </a:cubicBezTo>
                  <a:cubicBezTo>
                    <a:pt x="62" y="141"/>
                    <a:pt x="61" y="145"/>
                    <a:pt x="61" y="143"/>
                  </a:cubicBezTo>
                  <a:cubicBezTo>
                    <a:pt x="59" y="144"/>
                    <a:pt x="60" y="145"/>
                    <a:pt x="59" y="147"/>
                  </a:cubicBezTo>
                  <a:cubicBezTo>
                    <a:pt x="56" y="151"/>
                    <a:pt x="53" y="155"/>
                    <a:pt x="51" y="160"/>
                  </a:cubicBezTo>
                  <a:cubicBezTo>
                    <a:pt x="50" y="159"/>
                    <a:pt x="49" y="163"/>
                    <a:pt x="49" y="164"/>
                  </a:cubicBezTo>
                  <a:cubicBezTo>
                    <a:pt x="47" y="165"/>
                    <a:pt x="47" y="167"/>
                    <a:pt x="45" y="168"/>
                  </a:cubicBezTo>
                  <a:cubicBezTo>
                    <a:pt x="46" y="168"/>
                    <a:pt x="47" y="167"/>
                    <a:pt x="48" y="167"/>
                  </a:cubicBezTo>
                  <a:cubicBezTo>
                    <a:pt x="47" y="169"/>
                    <a:pt x="45" y="171"/>
                    <a:pt x="44" y="172"/>
                  </a:cubicBezTo>
                  <a:cubicBezTo>
                    <a:pt x="42" y="174"/>
                    <a:pt x="44" y="174"/>
                    <a:pt x="41" y="177"/>
                  </a:cubicBezTo>
                  <a:cubicBezTo>
                    <a:pt x="41" y="177"/>
                    <a:pt x="41" y="177"/>
                    <a:pt x="41" y="178"/>
                  </a:cubicBezTo>
                  <a:cubicBezTo>
                    <a:pt x="42" y="175"/>
                    <a:pt x="44" y="173"/>
                    <a:pt x="45" y="171"/>
                  </a:cubicBezTo>
                  <a:cubicBezTo>
                    <a:pt x="43" y="175"/>
                    <a:pt x="41" y="179"/>
                    <a:pt x="39" y="183"/>
                  </a:cubicBezTo>
                  <a:cubicBezTo>
                    <a:pt x="39" y="184"/>
                    <a:pt x="39" y="183"/>
                    <a:pt x="38" y="184"/>
                  </a:cubicBezTo>
                  <a:cubicBezTo>
                    <a:pt x="39" y="182"/>
                    <a:pt x="41" y="178"/>
                    <a:pt x="40" y="178"/>
                  </a:cubicBezTo>
                  <a:cubicBezTo>
                    <a:pt x="39" y="180"/>
                    <a:pt x="38" y="184"/>
                    <a:pt x="35" y="187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5" y="190"/>
                    <a:pt x="35" y="190"/>
                    <a:pt x="36" y="189"/>
                  </a:cubicBezTo>
                  <a:cubicBezTo>
                    <a:pt x="35" y="192"/>
                    <a:pt x="33" y="194"/>
                    <a:pt x="32" y="197"/>
                  </a:cubicBezTo>
                  <a:cubicBezTo>
                    <a:pt x="31" y="199"/>
                    <a:pt x="32" y="197"/>
                    <a:pt x="31" y="199"/>
                  </a:cubicBezTo>
                  <a:cubicBezTo>
                    <a:pt x="30" y="201"/>
                    <a:pt x="32" y="198"/>
                    <a:pt x="30" y="201"/>
                  </a:cubicBezTo>
                  <a:cubicBezTo>
                    <a:pt x="29" y="203"/>
                    <a:pt x="30" y="199"/>
                    <a:pt x="29" y="202"/>
                  </a:cubicBezTo>
                  <a:cubicBezTo>
                    <a:pt x="28" y="204"/>
                    <a:pt x="30" y="202"/>
                    <a:pt x="29" y="203"/>
                  </a:cubicBezTo>
                  <a:cubicBezTo>
                    <a:pt x="27" y="207"/>
                    <a:pt x="25" y="212"/>
                    <a:pt x="23" y="217"/>
                  </a:cubicBezTo>
                  <a:cubicBezTo>
                    <a:pt x="21" y="222"/>
                    <a:pt x="20" y="226"/>
                    <a:pt x="18" y="230"/>
                  </a:cubicBezTo>
                  <a:cubicBezTo>
                    <a:pt x="17" y="231"/>
                    <a:pt x="18" y="228"/>
                    <a:pt x="18" y="228"/>
                  </a:cubicBezTo>
                  <a:cubicBezTo>
                    <a:pt x="16" y="232"/>
                    <a:pt x="16" y="236"/>
                    <a:pt x="14" y="238"/>
                  </a:cubicBezTo>
                  <a:cubicBezTo>
                    <a:pt x="14" y="239"/>
                    <a:pt x="15" y="239"/>
                    <a:pt x="15" y="238"/>
                  </a:cubicBezTo>
                  <a:cubicBezTo>
                    <a:pt x="15" y="240"/>
                    <a:pt x="15" y="241"/>
                    <a:pt x="15" y="242"/>
                  </a:cubicBezTo>
                  <a:cubicBezTo>
                    <a:pt x="14" y="244"/>
                    <a:pt x="14" y="242"/>
                    <a:pt x="14" y="241"/>
                  </a:cubicBezTo>
                  <a:cubicBezTo>
                    <a:pt x="13" y="243"/>
                    <a:pt x="13" y="245"/>
                    <a:pt x="12" y="246"/>
                  </a:cubicBezTo>
                  <a:cubicBezTo>
                    <a:pt x="12" y="247"/>
                    <a:pt x="13" y="246"/>
                    <a:pt x="13" y="246"/>
                  </a:cubicBezTo>
                  <a:cubicBezTo>
                    <a:pt x="14" y="247"/>
                    <a:pt x="13" y="248"/>
                    <a:pt x="13" y="249"/>
                  </a:cubicBezTo>
                  <a:cubicBezTo>
                    <a:pt x="12" y="249"/>
                    <a:pt x="12" y="248"/>
                    <a:pt x="12" y="250"/>
                  </a:cubicBezTo>
                  <a:cubicBezTo>
                    <a:pt x="12" y="250"/>
                    <a:pt x="12" y="251"/>
                    <a:pt x="12" y="252"/>
                  </a:cubicBezTo>
                  <a:cubicBezTo>
                    <a:pt x="11" y="254"/>
                    <a:pt x="11" y="252"/>
                    <a:pt x="10" y="254"/>
                  </a:cubicBezTo>
                  <a:cubicBezTo>
                    <a:pt x="9" y="260"/>
                    <a:pt x="8" y="266"/>
                    <a:pt x="7" y="272"/>
                  </a:cubicBezTo>
                  <a:cubicBezTo>
                    <a:pt x="7" y="271"/>
                    <a:pt x="7" y="271"/>
                    <a:pt x="7" y="271"/>
                  </a:cubicBezTo>
                  <a:cubicBezTo>
                    <a:pt x="7" y="272"/>
                    <a:pt x="8" y="274"/>
                    <a:pt x="7" y="276"/>
                  </a:cubicBezTo>
                  <a:cubicBezTo>
                    <a:pt x="6" y="277"/>
                    <a:pt x="6" y="276"/>
                    <a:pt x="6" y="275"/>
                  </a:cubicBezTo>
                  <a:cubicBezTo>
                    <a:pt x="6" y="276"/>
                    <a:pt x="5" y="279"/>
                    <a:pt x="5" y="281"/>
                  </a:cubicBezTo>
                  <a:cubicBezTo>
                    <a:pt x="5" y="284"/>
                    <a:pt x="5" y="286"/>
                    <a:pt x="5" y="287"/>
                  </a:cubicBezTo>
                  <a:cubicBezTo>
                    <a:pt x="4" y="288"/>
                    <a:pt x="4" y="289"/>
                    <a:pt x="4" y="292"/>
                  </a:cubicBezTo>
                  <a:cubicBezTo>
                    <a:pt x="5" y="289"/>
                    <a:pt x="5" y="291"/>
                    <a:pt x="5" y="293"/>
                  </a:cubicBezTo>
                  <a:cubicBezTo>
                    <a:pt x="5" y="287"/>
                    <a:pt x="6" y="285"/>
                    <a:pt x="7" y="279"/>
                  </a:cubicBezTo>
                  <a:cubicBezTo>
                    <a:pt x="7" y="278"/>
                    <a:pt x="7" y="280"/>
                    <a:pt x="7" y="280"/>
                  </a:cubicBezTo>
                  <a:cubicBezTo>
                    <a:pt x="6" y="279"/>
                    <a:pt x="7" y="278"/>
                    <a:pt x="7" y="276"/>
                  </a:cubicBezTo>
                  <a:cubicBezTo>
                    <a:pt x="8" y="275"/>
                    <a:pt x="8" y="274"/>
                    <a:pt x="9" y="272"/>
                  </a:cubicBezTo>
                  <a:cubicBezTo>
                    <a:pt x="8" y="275"/>
                    <a:pt x="7" y="280"/>
                    <a:pt x="7" y="284"/>
                  </a:cubicBezTo>
                  <a:cubicBezTo>
                    <a:pt x="7" y="288"/>
                    <a:pt x="6" y="291"/>
                    <a:pt x="5" y="294"/>
                  </a:cubicBezTo>
                  <a:cubicBezTo>
                    <a:pt x="5" y="294"/>
                    <a:pt x="6" y="294"/>
                    <a:pt x="6" y="295"/>
                  </a:cubicBezTo>
                  <a:cubicBezTo>
                    <a:pt x="6" y="297"/>
                    <a:pt x="5" y="294"/>
                    <a:pt x="5" y="296"/>
                  </a:cubicBezTo>
                  <a:cubicBezTo>
                    <a:pt x="5" y="300"/>
                    <a:pt x="4" y="304"/>
                    <a:pt x="4" y="308"/>
                  </a:cubicBezTo>
                  <a:cubicBezTo>
                    <a:pt x="5" y="309"/>
                    <a:pt x="4" y="311"/>
                    <a:pt x="4" y="314"/>
                  </a:cubicBezTo>
                  <a:cubicBezTo>
                    <a:pt x="3" y="313"/>
                    <a:pt x="3" y="311"/>
                    <a:pt x="2" y="312"/>
                  </a:cubicBezTo>
                  <a:cubicBezTo>
                    <a:pt x="2" y="310"/>
                    <a:pt x="2" y="307"/>
                    <a:pt x="2" y="307"/>
                  </a:cubicBezTo>
                  <a:cubicBezTo>
                    <a:pt x="2" y="309"/>
                    <a:pt x="2" y="309"/>
                    <a:pt x="1" y="311"/>
                  </a:cubicBezTo>
                  <a:cubicBezTo>
                    <a:pt x="1" y="312"/>
                    <a:pt x="1" y="313"/>
                    <a:pt x="2" y="314"/>
                  </a:cubicBezTo>
                  <a:cubicBezTo>
                    <a:pt x="2" y="316"/>
                    <a:pt x="1" y="318"/>
                    <a:pt x="2" y="320"/>
                  </a:cubicBezTo>
                  <a:cubicBezTo>
                    <a:pt x="0" y="323"/>
                    <a:pt x="1" y="328"/>
                    <a:pt x="1" y="333"/>
                  </a:cubicBezTo>
                  <a:cubicBezTo>
                    <a:pt x="0" y="333"/>
                    <a:pt x="0" y="335"/>
                    <a:pt x="1" y="338"/>
                  </a:cubicBezTo>
                  <a:cubicBezTo>
                    <a:pt x="1" y="339"/>
                    <a:pt x="1" y="339"/>
                    <a:pt x="0" y="338"/>
                  </a:cubicBezTo>
                  <a:cubicBezTo>
                    <a:pt x="0" y="342"/>
                    <a:pt x="1" y="346"/>
                    <a:pt x="1" y="350"/>
                  </a:cubicBezTo>
                  <a:cubicBezTo>
                    <a:pt x="1" y="351"/>
                    <a:pt x="2" y="349"/>
                    <a:pt x="2" y="350"/>
                  </a:cubicBezTo>
                  <a:cubicBezTo>
                    <a:pt x="3" y="352"/>
                    <a:pt x="1" y="353"/>
                    <a:pt x="2" y="354"/>
                  </a:cubicBezTo>
                  <a:cubicBezTo>
                    <a:pt x="2" y="355"/>
                    <a:pt x="2" y="355"/>
                    <a:pt x="1" y="355"/>
                  </a:cubicBezTo>
                  <a:cubicBezTo>
                    <a:pt x="1" y="357"/>
                    <a:pt x="2" y="355"/>
                    <a:pt x="2" y="358"/>
                  </a:cubicBezTo>
                  <a:cubicBezTo>
                    <a:pt x="2" y="359"/>
                    <a:pt x="2" y="360"/>
                    <a:pt x="1" y="359"/>
                  </a:cubicBezTo>
                  <a:cubicBezTo>
                    <a:pt x="2" y="362"/>
                    <a:pt x="1" y="368"/>
                    <a:pt x="3" y="369"/>
                  </a:cubicBezTo>
                  <a:cubicBezTo>
                    <a:pt x="3" y="371"/>
                    <a:pt x="2" y="369"/>
                    <a:pt x="2" y="372"/>
                  </a:cubicBezTo>
                  <a:cubicBezTo>
                    <a:pt x="3" y="372"/>
                    <a:pt x="2" y="375"/>
                    <a:pt x="2" y="375"/>
                  </a:cubicBezTo>
                  <a:cubicBezTo>
                    <a:pt x="3" y="379"/>
                    <a:pt x="4" y="381"/>
                    <a:pt x="4" y="385"/>
                  </a:cubicBezTo>
                  <a:cubicBezTo>
                    <a:pt x="5" y="386"/>
                    <a:pt x="6" y="391"/>
                    <a:pt x="6" y="394"/>
                  </a:cubicBezTo>
                  <a:cubicBezTo>
                    <a:pt x="6" y="394"/>
                    <a:pt x="6" y="393"/>
                    <a:pt x="6" y="395"/>
                  </a:cubicBezTo>
                  <a:cubicBezTo>
                    <a:pt x="7" y="397"/>
                    <a:pt x="7" y="400"/>
                    <a:pt x="8" y="403"/>
                  </a:cubicBezTo>
                  <a:cubicBezTo>
                    <a:pt x="9" y="404"/>
                    <a:pt x="9" y="399"/>
                    <a:pt x="8" y="398"/>
                  </a:cubicBezTo>
                  <a:cubicBezTo>
                    <a:pt x="8" y="397"/>
                    <a:pt x="9" y="401"/>
                    <a:pt x="10" y="402"/>
                  </a:cubicBezTo>
                  <a:cubicBezTo>
                    <a:pt x="11" y="403"/>
                    <a:pt x="9" y="399"/>
                    <a:pt x="9" y="398"/>
                  </a:cubicBezTo>
                  <a:cubicBezTo>
                    <a:pt x="9" y="398"/>
                    <a:pt x="10" y="399"/>
                    <a:pt x="10" y="400"/>
                  </a:cubicBezTo>
                  <a:cubicBezTo>
                    <a:pt x="11" y="401"/>
                    <a:pt x="10" y="404"/>
                    <a:pt x="12" y="406"/>
                  </a:cubicBezTo>
                  <a:cubicBezTo>
                    <a:pt x="12" y="408"/>
                    <a:pt x="12" y="409"/>
                    <a:pt x="11" y="408"/>
                  </a:cubicBezTo>
                  <a:cubicBezTo>
                    <a:pt x="11" y="410"/>
                    <a:pt x="12" y="413"/>
                    <a:pt x="12" y="415"/>
                  </a:cubicBezTo>
                  <a:cubicBezTo>
                    <a:pt x="12" y="415"/>
                    <a:pt x="13" y="415"/>
                    <a:pt x="14" y="417"/>
                  </a:cubicBezTo>
                  <a:cubicBezTo>
                    <a:pt x="12" y="416"/>
                    <a:pt x="10" y="412"/>
                    <a:pt x="8" y="407"/>
                  </a:cubicBezTo>
                  <a:cubicBezTo>
                    <a:pt x="8" y="409"/>
                    <a:pt x="9" y="411"/>
                    <a:pt x="9" y="413"/>
                  </a:cubicBezTo>
                  <a:cubicBezTo>
                    <a:pt x="9" y="414"/>
                    <a:pt x="10" y="414"/>
                    <a:pt x="10" y="416"/>
                  </a:cubicBezTo>
                  <a:cubicBezTo>
                    <a:pt x="11" y="417"/>
                    <a:pt x="11" y="416"/>
                    <a:pt x="11" y="417"/>
                  </a:cubicBezTo>
                  <a:cubicBezTo>
                    <a:pt x="12" y="420"/>
                    <a:pt x="11" y="418"/>
                    <a:pt x="11" y="421"/>
                  </a:cubicBezTo>
                  <a:cubicBezTo>
                    <a:pt x="13" y="420"/>
                    <a:pt x="16" y="431"/>
                    <a:pt x="15" y="433"/>
                  </a:cubicBezTo>
                  <a:cubicBezTo>
                    <a:pt x="16" y="433"/>
                    <a:pt x="16" y="435"/>
                    <a:pt x="17" y="437"/>
                  </a:cubicBezTo>
                  <a:cubicBezTo>
                    <a:pt x="17" y="435"/>
                    <a:pt x="15" y="433"/>
                    <a:pt x="15" y="431"/>
                  </a:cubicBezTo>
                  <a:cubicBezTo>
                    <a:pt x="16" y="431"/>
                    <a:pt x="17" y="436"/>
                    <a:pt x="18" y="438"/>
                  </a:cubicBezTo>
                  <a:cubicBezTo>
                    <a:pt x="18" y="438"/>
                    <a:pt x="19" y="439"/>
                    <a:pt x="20" y="440"/>
                  </a:cubicBezTo>
                  <a:cubicBezTo>
                    <a:pt x="20" y="442"/>
                    <a:pt x="19" y="442"/>
                    <a:pt x="19" y="440"/>
                  </a:cubicBezTo>
                  <a:cubicBezTo>
                    <a:pt x="19" y="442"/>
                    <a:pt x="20" y="442"/>
                    <a:pt x="20" y="441"/>
                  </a:cubicBezTo>
                  <a:cubicBezTo>
                    <a:pt x="20" y="439"/>
                    <a:pt x="20" y="438"/>
                    <a:pt x="18" y="437"/>
                  </a:cubicBezTo>
                  <a:cubicBezTo>
                    <a:pt x="19" y="436"/>
                    <a:pt x="19" y="436"/>
                    <a:pt x="19" y="435"/>
                  </a:cubicBezTo>
                  <a:cubicBezTo>
                    <a:pt x="20" y="438"/>
                    <a:pt x="20" y="441"/>
                    <a:pt x="22" y="444"/>
                  </a:cubicBezTo>
                  <a:cubicBezTo>
                    <a:pt x="21" y="444"/>
                    <a:pt x="18" y="440"/>
                    <a:pt x="20" y="444"/>
                  </a:cubicBezTo>
                  <a:cubicBezTo>
                    <a:pt x="20" y="443"/>
                    <a:pt x="20" y="445"/>
                    <a:pt x="22" y="447"/>
                  </a:cubicBezTo>
                  <a:cubicBezTo>
                    <a:pt x="21" y="447"/>
                    <a:pt x="20" y="445"/>
                    <a:pt x="21" y="449"/>
                  </a:cubicBezTo>
                  <a:cubicBezTo>
                    <a:pt x="22" y="449"/>
                    <a:pt x="22" y="450"/>
                    <a:pt x="24" y="452"/>
                  </a:cubicBezTo>
                  <a:cubicBezTo>
                    <a:pt x="23" y="453"/>
                    <a:pt x="26" y="456"/>
                    <a:pt x="26" y="459"/>
                  </a:cubicBezTo>
                  <a:cubicBezTo>
                    <a:pt x="23" y="452"/>
                    <a:pt x="20" y="447"/>
                    <a:pt x="18" y="439"/>
                  </a:cubicBezTo>
                  <a:cubicBezTo>
                    <a:pt x="18" y="442"/>
                    <a:pt x="15" y="433"/>
                    <a:pt x="15" y="435"/>
                  </a:cubicBezTo>
                  <a:cubicBezTo>
                    <a:pt x="15" y="436"/>
                    <a:pt x="15" y="437"/>
                    <a:pt x="15" y="438"/>
                  </a:cubicBezTo>
                  <a:cubicBezTo>
                    <a:pt x="16" y="439"/>
                    <a:pt x="17" y="444"/>
                    <a:pt x="17" y="445"/>
                  </a:cubicBezTo>
                  <a:cubicBezTo>
                    <a:pt x="17" y="443"/>
                    <a:pt x="19" y="448"/>
                    <a:pt x="19" y="445"/>
                  </a:cubicBezTo>
                  <a:cubicBezTo>
                    <a:pt x="20" y="447"/>
                    <a:pt x="21" y="448"/>
                    <a:pt x="21" y="450"/>
                  </a:cubicBezTo>
                  <a:cubicBezTo>
                    <a:pt x="21" y="451"/>
                    <a:pt x="19" y="445"/>
                    <a:pt x="20" y="450"/>
                  </a:cubicBezTo>
                  <a:cubicBezTo>
                    <a:pt x="19" y="449"/>
                    <a:pt x="19" y="447"/>
                    <a:pt x="18" y="446"/>
                  </a:cubicBezTo>
                  <a:cubicBezTo>
                    <a:pt x="18" y="447"/>
                    <a:pt x="18" y="447"/>
                    <a:pt x="18" y="448"/>
                  </a:cubicBezTo>
                  <a:cubicBezTo>
                    <a:pt x="20" y="451"/>
                    <a:pt x="20" y="452"/>
                    <a:pt x="19" y="454"/>
                  </a:cubicBezTo>
                  <a:cubicBezTo>
                    <a:pt x="21" y="453"/>
                    <a:pt x="23" y="461"/>
                    <a:pt x="25" y="465"/>
                  </a:cubicBezTo>
                  <a:cubicBezTo>
                    <a:pt x="26" y="466"/>
                    <a:pt x="25" y="464"/>
                    <a:pt x="25" y="463"/>
                  </a:cubicBezTo>
                  <a:cubicBezTo>
                    <a:pt x="28" y="466"/>
                    <a:pt x="29" y="473"/>
                    <a:pt x="31" y="475"/>
                  </a:cubicBezTo>
                  <a:cubicBezTo>
                    <a:pt x="32" y="477"/>
                    <a:pt x="30" y="474"/>
                    <a:pt x="30" y="475"/>
                  </a:cubicBezTo>
                  <a:cubicBezTo>
                    <a:pt x="29" y="472"/>
                    <a:pt x="27" y="469"/>
                    <a:pt x="26" y="466"/>
                  </a:cubicBezTo>
                  <a:cubicBezTo>
                    <a:pt x="25" y="465"/>
                    <a:pt x="25" y="465"/>
                    <a:pt x="25" y="466"/>
                  </a:cubicBezTo>
                  <a:cubicBezTo>
                    <a:pt x="26" y="467"/>
                    <a:pt x="26" y="468"/>
                    <a:pt x="26" y="469"/>
                  </a:cubicBezTo>
                  <a:cubicBezTo>
                    <a:pt x="26" y="469"/>
                    <a:pt x="27" y="469"/>
                    <a:pt x="27" y="469"/>
                  </a:cubicBezTo>
                  <a:cubicBezTo>
                    <a:pt x="27" y="470"/>
                    <a:pt x="28" y="473"/>
                    <a:pt x="30" y="476"/>
                  </a:cubicBezTo>
                  <a:cubicBezTo>
                    <a:pt x="31" y="479"/>
                    <a:pt x="33" y="481"/>
                    <a:pt x="34" y="482"/>
                  </a:cubicBezTo>
                  <a:cubicBezTo>
                    <a:pt x="32" y="481"/>
                    <a:pt x="35" y="487"/>
                    <a:pt x="35" y="488"/>
                  </a:cubicBezTo>
                  <a:cubicBezTo>
                    <a:pt x="36" y="489"/>
                    <a:pt x="36" y="490"/>
                    <a:pt x="36" y="491"/>
                  </a:cubicBezTo>
                  <a:cubicBezTo>
                    <a:pt x="38" y="492"/>
                    <a:pt x="35" y="489"/>
                    <a:pt x="35" y="488"/>
                  </a:cubicBezTo>
                  <a:cubicBezTo>
                    <a:pt x="36" y="486"/>
                    <a:pt x="38" y="490"/>
                    <a:pt x="40" y="492"/>
                  </a:cubicBezTo>
                  <a:cubicBezTo>
                    <a:pt x="41" y="495"/>
                    <a:pt x="38" y="490"/>
                    <a:pt x="37" y="490"/>
                  </a:cubicBezTo>
                  <a:cubicBezTo>
                    <a:pt x="38" y="493"/>
                    <a:pt x="38" y="493"/>
                    <a:pt x="40" y="495"/>
                  </a:cubicBezTo>
                  <a:cubicBezTo>
                    <a:pt x="40" y="494"/>
                    <a:pt x="41" y="495"/>
                    <a:pt x="41" y="494"/>
                  </a:cubicBezTo>
                  <a:cubicBezTo>
                    <a:pt x="42" y="495"/>
                    <a:pt x="42" y="497"/>
                    <a:pt x="44" y="498"/>
                  </a:cubicBezTo>
                  <a:cubicBezTo>
                    <a:pt x="43" y="495"/>
                    <a:pt x="40" y="494"/>
                    <a:pt x="40" y="491"/>
                  </a:cubicBezTo>
                  <a:cubicBezTo>
                    <a:pt x="38" y="488"/>
                    <a:pt x="36" y="485"/>
                    <a:pt x="35" y="483"/>
                  </a:cubicBezTo>
                  <a:cubicBezTo>
                    <a:pt x="35" y="481"/>
                    <a:pt x="36" y="485"/>
                    <a:pt x="37" y="486"/>
                  </a:cubicBezTo>
                  <a:cubicBezTo>
                    <a:pt x="38" y="487"/>
                    <a:pt x="36" y="483"/>
                    <a:pt x="36" y="484"/>
                  </a:cubicBezTo>
                  <a:cubicBezTo>
                    <a:pt x="37" y="483"/>
                    <a:pt x="39" y="487"/>
                    <a:pt x="42" y="492"/>
                  </a:cubicBezTo>
                  <a:cubicBezTo>
                    <a:pt x="44" y="497"/>
                    <a:pt x="47" y="504"/>
                    <a:pt x="51" y="507"/>
                  </a:cubicBezTo>
                  <a:cubicBezTo>
                    <a:pt x="50" y="506"/>
                    <a:pt x="50" y="506"/>
                    <a:pt x="51" y="506"/>
                  </a:cubicBezTo>
                  <a:cubicBezTo>
                    <a:pt x="50" y="505"/>
                    <a:pt x="48" y="504"/>
                    <a:pt x="48" y="502"/>
                  </a:cubicBezTo>
                  <a:cubicBezTo>
                    <a:pt x="49" y="502"/>
                    <a:pt x="52" y="506"/>
                    <a:pt x="52" y="507"/>
                  </a:cubicBezTo>
                  <a:cubicBezTo>
                    <a:pt x="52" y="506"/>
                    <a:pt x="56" y="510"/>
                    <a:pt x="56" y="512"/>
                  </a:cubicBezTo>
                  <a:cubicBezTo>
                    <a:pt x="57" y="513"/>
                    <a:pt x="54" y="510"/>
                    <a:pt x="53" y="508"/>
                  </a:cubicBezTo>
                  <a:cubicBezTo>
                    <a:pt x="53" y="509"/>
                    <a:pt x="52" y="508"/>
                    <a:pt x="51" y="507"/>
                  </a:cubicBezTo>
                  <a:cubicBezTo>
                    <a:pt x="52" y="510"/>
                    <a:pt x="51" y="509"/>
                    <a:pt x="52" y="512"/>
                  </a:cubicBezTo>
                  <a:cubicBezTo>
                    <a:pt x="50" y="508"/>
                    <a:pt x="49" y="506"/>
                    <a:pt x="45" y="502"/>
                  </a:cubicBezTo>
                  <a:cubicBezTo>
                    <a:pt x="45" y="504"/>
                    <a:pt x="44" y="502"/>
                    <a:pt x="45" y="505"/>
                  </a:cubicBezTo>
                  <a:cubicBezTo>
                    <a:pt x="46" y="505"/>
                    <a:pt x="45" y="503"/>
                    <a:pt x="48" y="506"/>
                  </a:cubicBezTo>
                  <a:cubicBezTo>
                    <a:pt x="50" y="509"/>
                    <a:pt x="52" y="513"/>
                    <a:pt x="54" y="517"/>
                  </a:cubicBezTo>
                  <a:cubicBezTo>
                    <a:pt x="54" y="515"/>
                    <a:pt x="54" y="514"/>
                    <a:pt x="55" y="515"/>
                  </a:cubicBezTo>
                  <a:cubicBezTo>
                    <a:pt x="54" y="513"/>
                    <a:pt x="53" y="512"/>
                    <a:pt x="52" y="510"/>
                  </a:cubicBezTo>
                  <a:cubicBezTo>
                    <a:pt x="52" y="510"/>
                    <a:pt x="54" y="512"/>
                    <a:pt x="55" y="513"/>
                  </a:cubicBezTo>
                  <a:cubicBezTo>
                    <a:pt x="55" y="514"/>
                    <a:pt x="55" y="514"/>
                    <a:pt x="54" y="513"/>
                  </a:cubicBezTo>
                  <a:cubicBezTo>
                    <a:pt x="56" y="517"/>
                    <a:pt x="55" y="514"/>
                    <a:pt x="57" y="517"/>
                  </a:cubicBezTo>
                  <a:cubicBezTo>
                    <a:pt x="57" y="518"/>
                    <a:pt x="56" y="517"/>
                    <a:pt x="56" y="517"/>
                  </a:cubicBezTo>
                  <a:cubicBezTo>
                    <a:pt x="59" y="520"/>
                    <a:pt x="63" y="528"/>
                    <a:pt x="67" y="531"/>
                  </a:cubicBezTo>
                  <a:cubicBezTo>
                    <a:pt x="67" y="532"/>
                    <a:pt x="66" y="531"/>
                    <a:pt x="67" y="533"/>
                  </a:cubicBezTo>
                  <a:cubicBezTo>
                    <a:pt x="69" y="535"/>
                    <a:pt x="70" y="537"/>
                    <a:pt x="72" y="538"/>
                  </a:cubicBezTo>
                  <a:cubicBezTo>
                    <a:pt x="71" y="537"/>
                    <a:pt x="71" y="536"/>
                    <a:pt x="71" y="536"/>
                  </a:cubicBezTo>
                  <a:cubicBezTo>
                    <a:pt x="73" y="538"/>
                    <a:pt x="75" y="541"/>
                    <a:pt x="77" y="543"/>
                  </a:cubicBezTo>
                  <a:cubicBezTo>
                    <a:pt x="78" y="544"/>
                    <a:pt x="74" y="542"/>
                    <a:pt x="73" y="539"/>
                  </a:cubicBezTo>
                  <a:cubicBezTo>
                    <a:pt x="74" y="541"/>
                    <a:pt x="72" y="539"/>
                    <a:pt x="72" y="540"/>
                  </a:cubicBezTo>
                  <a:cubicBezTo>
                    <a:pt x="75" y="542"/>
                    <a:pt x="76" y="544"/>
                    <a:pt x="80" y="548"/>
                  </a:cubicBezTo>
                  <a:cubicBezTo>
                    <a:pt x="80" y="546"/>
                    <a:pt x="78" y="546"/>
                    <a:pt x="78" y="544"/>
                  </a:cubicBezTo>
                  <a:cubicBezTo>
                    <a:pt x="79" y="544"/>
                    <a:pt x="80" y="547"/>
                    <a:pt x="82" y="548"/>
                  </a:cubicBezTo>
                  <a:cubicBezTo>
                    <a:pt x="83" y="549"/>
                    <a:pt x="82" y="549"/>
                    <a:pt x="83" y="550"/>
                  </a:cubicBezTo>
                  <a:cubicBezTo>
                    <a:pt x="85" y="550"/>
                    <a:pt x="87" y="556"/>
                    <a:pt x="90" y="558"/>
                  </a:cubicBezTo>
                  <a:cubicBezTo>
                    <a:pt x="91" y="560"/>
                    <a:pt x="86" y="555"/>
                    <a:pt x="86" y="555"/>
                  </a:cubicBezTo>
                  <a:cubicBezTo>
                    <a:pt x="86" y="556"/>
                    <a:pt x="86" y="556"/>
                    <a:pt x="87" y="556"/>
                  </a:cubicBezTo>
                  <a:cubicBezTo>
                    <a:pt x="89" y="559"/>
                    <a:pt x="85" y="556"/>
                    <a:pt x="87" y="558"/>
                  </a:cubicBezTo>
                  <a:cubicBezTo>
                    <a:pt x="89" y="559"/>
                    <a:pt x="91" y="562"/>
                    <a:pt x="91" y="561"/>
                  </a:cubicBezTo>
                  <a:cubicBezTo>
                    <a:pt x="93" y="562"/>
                    <a:pt x="93" y="564"/>
                    <a:pt x="95" y="565"/>
                  </a:cubicBezTo>
                  <a:cubicBezTo>
                    <a:pt x="95" y="566"/>
                    <a:pt x="94" y="565"/>
                    <a:pt x="93" y="564"/>
                  </a:cubicBezTo>
                  <a:cubicBezTo>
                    <a:pt x="92" y="565"/>
                    <a:pt x="99" y="569"/>
                    <a:pt x="98" y="571"/>
                  </a:cubicBezTo>
                  <a:cubicBezTo>
                    <a:pt x="102" y="573"/>
                    <a:pt x="102" y="573"/>
                    <a:pt x="102" y="573"/>
                  </a:cubicBezTo>
                  <a:cubicBezTo>
                    <a:pt x="101" y="571"/>
                    <a:pt x="101" y="571"/>
                    <a:pt x="101" y="571"/>
                  </a:cubicBezTo>
                  <a:cubicBezTo>
                    <a:pt x="103" y="572"/>
                    <a:pt x="103" y="573"/>
                    <a:pt x="103" y="574"/>
                  </a:cubicBezTo>
                  <a:cubicBezTo>
                    <a:pt x="107" y="576"/>
                    <a:pt x="109" y="579"/>
                    <a:pt x="113" y="584"/>
                  </a:cubicBezTo>
                  <a:cubicBezTo>
                    <a:pt x="115" y="585"/>
                    <a:pt x="117" y="587"/>
                    <a:pt x="120" y="589"/>
                  </a:cubicBezTo>
                  <a:cubicBezTo>
                    <a:pt x="122" y="591"/>
                    <a:pt x="125" y="594"/>
                    <a:pt x="127" y="595"/>
                  </a:cubicBezTo>
                  <a:cubicBezTo>
                    <a:pt x="128" y="595"/>
                    <a:pt x="125" y="593"/>
                    <a:pt x="124" y="592"/>
                  </a:cubicBezTo>
                  <a:cubicBezTo>
                    <a:pt x="126" y="592"/>
                    <a:pt x="130" y="596"/>
                    <a:pt x="133" y="598"/>
                  </a:cubicBezTo>
                  <a:cubicBezTo>
                    <a:pt x="133" y="599"/>
                    <a:pt x="129" y="596"/>
                    <a:pt x="129" y="597"/>
                  </a:cubicBezTo>
                  <a:cubicBezTo>
                    <a:pt x="131" y="598"/>
                    <a:pt x="132" y="599"/>
                    <a:pt x="132" y="600"/>
                  </a:cubicBezTo>
                  <a:cubicBezTo>
                    <a:pt x="133" y="600"/>
                    <a:pt x="136" y="601"/>
                    <a:pt x="138" y="602"/>
                  </a:cubicBezTo>
                  <a:cubicBezTo>
                    <a:pt x="141" y="604"/>
                    <a:pt x="139" y="604"/>
                    <a:pt x="141" y="605"/>
                  </a:cubicBezTo>
                  <a:cubicBezTo>
                    <a:pt x="142" y="606"/>
                    <a:pt x="147" y="608"/>
                    <a:pt x="145" y="609"/>
                  </a:cubicBezTo>
                  <a:cubicBezTo>
                    <a:pt x="150" y="611"/>
                    <a:pt x="154" y="614"/>
                    <a:pt x="158" y="617"/>
                  </a:cubicBezTo>
                  <a:cubicBezTo>
                    <a:pt x="160" y="619"/>
                    <a:pt x="155" y="616"/>
                    <a:pt x="157" y="618"/>
                  </a:cubicBezTo>
                  <a:cubicBezTo>
                    <a:pt x="161" y="620"/>
                    <a:pt x="157" y="617"/>
                    <a:pt x="160" y="618"/>
                  </a:cubicBezTo>
                  <a:cubicBezTo>
                    <a:pt x="163" y="619"/>
                    <a:pt x="162" y="620"/>
                    <a:pt x="164" y="622"/>
                  </a:cubicBezTo>
                  <a:cubicBezTo>
                    <a:pt x="165" y="622"/>
                    <a:pt x="166" y="623"/>
                    <a:pt x="168" y="624"/>
                  </a:cubicBezTo>
                  <a:cubicBezTo>
                    <a:pt x="167" y="624"/>
                    <a:pt x="167" y="625"/>
                    <a:pt x="169" y="627"/>
                  </a:cubicBezTo>
                  <a:cubicBezTo>
                    <a:pt x="169" y="626"/>
                    <a:pt x="170" y="626"/>
                    <a:pt x="171" y="627"/>
                  </a:cubicBezTo>
                  <a:cubicBezTo>
                    <a:pt x="173" y="627"/>
                    <a:pt x="170" y="626"/>
                    <a:pt x="169" y="625"/>
                  </a:cubicBezTo>
                  <a:cubicBezTo>
                    <a:pt x="171" y="626"/>
                    <a:pt x="172" y="627"/>
                    <a:pt x="174" y="628"/>
                  </a:cubicBezTo>
                  <a:cubicBezTo>
                    <a:pt x="175" y="628"/>
                    <a:pt x="172" y="626"/>
                    <a:pt x="171" y="626"/>
                  </a:cubicBezTo>
                  <a:cubicBezTo>
                    <a:pt x="171" y="625"/>
                    <a:pt x="172" y="625"/>
                    <a:pt x="173" y="625"/>
                  </a:cubicBezTo>
                  <a:cubicBezTo>
                    <a:pt x="175" y="626"/>
                    <a:pt x="175" y="627"/>
                    <a:pt x="176" y="627"/>
                  </a:cubicBezTo>
                  <a:cubicBezTo>
                    <a:pt x="178" y="629"/>
                    <a:pt x="175" y="627"/>
                    <a:pt x="175" y="627"/>
                  </a:cubicBezTo>
                  <a:cubicBezTo>
                    <a:pt x="177" y="629"/>
                    <a:pt x="177" y="628"/>
                    <a:pt x="178" y="628"/>
                  </a:cubicBezTo>
                  <a:cubicBezTo>
                    <a:pt x="181" y="629"/>
                    <a:pt x="183" y="631"/>
                    <a:pt x="186" y="632"/>
                  </a:cubicBezTo>
                  <a:cubicBezTo>
                    <a:pt x="186" y="633"/>
                    <a:pt x="184" y="632"/>
                    <a:pt x="184" y="633"/>
                  </a:cubicBezTo>
                  <a:cubicBezTo>
                    <a:pt x="186" y="634"/>
                    <a:pt x="188" y="637"/>
                    <a:pt x="191" y="637"/>
                  </a:cubicBezTo>
                  <a:cubicBezTo>
                    <a:pt x="193" y="639"/>
                    <a:pt x="193" y="640"/>
                    <a:pt x="198" y="643"/>
                  </a:cubicBezTo>
                  <a:cubicBezTo>
                    <a:pt x="197" y="642"/>
                    <a:pt x="195" y="641"/>
                    <a:pt x="195" y="640"/>
                  </a:cubicBezTo>
                  <a:cubicBezTo>
                    <a:pt x="197" y="641"/>
                    <a:pt x="199" y="642"/>
                    <a:pt x="200" y="643"/>
                  </a:cubicBezTo>
                  <a:cubicBezTo>
                    <a:pt x="202" y="643"/>
                    <a:pt x="200" y="642"/>
                    <a:pt x="202" y="642"/>
                  </a:cubicBezTo>
                  <a:cubicBezTo>
                    <a:pt x="200" y="641"/>
                    <a:pt x="196" y="638"/>
                    <a:pt x="195" y="639"/>
                  </a:cubicBezTo>
                  <a:cubicBezTo>
                    <a:pt x="195" y="638"/>
                    <a:pt x="195" y="638"/>
                    <a:pt x="197" y="638"/>
                  </a:cubicBezTo>
                  <a:cubicBezTo>
                    <a:pt x="199" y="639"/>
                    <a:pt x="197" y="640"/>
                    <a:pt x="201" y="640"/>
                  </a:cubicBezTo>
                  <a:cubicBezTo>
                    <a:pt x="203" y="641"/>
                    <a:pt x="199" y="640"/>
                    <a:pt x="201" y="641"/>
                  </a:cubicBezTo>
                  <a:cubicBezTo>
                    <a:pt x="201" y="640"/>
                    <a:pt x="204" y="642"/>
                    <a:pt x="207" y="643"/>
                  </a:cubicBezTo>
                  <a:cubicBezTo>
                    <a:pt x="209" y="643"/>
                    <a:pt x="206" y="642"/>
                    <a:pt x="205" y="642"/>
                  </a:cubicBezTo>
                  <a:cubicBezTo>
                    <a:pt x="206" y="642"/>
                    <a:pt x="207" y="642"/>
                    <a:pt x="208" y="642"/>
                  </a:cubicBezTo>
                  <a:cubicBezTo>
                    <a:pt x="209" y="643"/>
                    <a:pt x="212" y="645"/>
                    <a:pt x="210" y="645"/>
                  </a:cubicBezTo>
                  <a:cubicBezTo>
                    <a:pt x="211" y="645"/>
                    <a:pt x="216" y="646"/>
                    <a:pt x="214" y="646"/>
                  </a:cubicBezTo>
                  <a:cubicBezTo>
                    <a:pt x="216" y="648"/>
                    <a:pt x="218" y="646"/>
                    <a:pt x="221" y="648"/>
                  </a:cubicBezTo>
                  <a:cubicBezTo>
                    <a:pt x="221" y="648"/>
                    <a:pt x="220" y="648"/>
                    <a:pt x="219" y="648"/>
                  </a:cubicBezTo>
                  <a:cubicBezTo>
                    <a:pt x="222" y="649"/>
                    <a:pt x="227" y="652"/>
                    <a:pt x="228" y="651"/>
                  </a:cubicBezTo>
                  <a:cubicBezTo>
                    <a:pt x="229" y="651"/>
                    <a:pt x="233" y="653"/>
                    <a:pt x="230" y="653"/>
                  </a:cubicBezTo>
                  <a:cubicBezTo>
                    <a:pt x="236" y="654"/>
                    <a:pt x="243" y="655"/>
                    <a:pt x="246" y="654"/>
                  </a:cubicBezTo>
                  <a:cubicBezTo>
                    <a:pt x="247" y="654"/>
                    <a:pt x="249" y="655"/>
                    <a:pt x="250" y="655"/>
                  </a:cubicBezTo>
                  <a:cubicBezTo>
                    <a:pt x="252" y="656"/>
                    <a:pt x="247" y="656"/>
                    <a:pt x="251" y="657"/>
                  </a:cubicBezTo>
                  <a:cubicBezTo>
                    <a:pt x="247" y="657"/>
                    <a:pt x="248" y="656"/>
                    <a:pt x="246" y="656"/>
                  </a:cubicBezTo>
                  <a:cubicBezTo>
                    <a:pt x="243" y="655"/>
                    <a:pt x="242" y="656"/>
                    <a:pt x="244" y="657"/>
                  </a:cubicBezTo>
                  <a:cubicBezTo>
                    <a:pt x="244" y="657"/>
                    <a:pt x="244" y="656"/>
                    <a:pt x="243" y="656"/>
                  </a:cubicBezTo>
                  <a:cubicBezTo>
                    <a:pt x="245" y="656"/>
                    <a:pt x="247" y="657"/>
                    <a:pt x="249" y="658"/>
                  </a:cubicBezTo>
                  <a:cubicBezTo>
                    <a:pt x="250" y="658"/>
                    <a:pt x="247" y="657"/>
                    <a:pt x="246" y="658"/>
                  </a:cubicBezTo>
                  <a:cubicBezTo>
                    <a:pt x="248" y="659"/>
                    <a:pt x="250" y="658"/>
                    <a:pt x="251" y="659"/>
                  </a:cubicBezTo>
                  <a:cubicBezTo>
                    <a:pt x="253" y="658"/>
                    <a:pt x="259" y="661"/>
                    <a:pt x="263" y="663"/>
                  </a:cubicBezTo>
                  <a:cubicBezTo>
                    <a:pt x="266" y="662"/>
                    <a:pt x="268" y="662"/>
                    <a:pt x="263" y="661"/>
                  </a:cubicBezTo>
                  <a:cubicBezTo>
                    <a:pt x="264" y="662"/>
                    <a:pt x="262" y="661"/>
                    <a:pt x="260" y="660"/>
                  </a:cubicBezTo>
                  <a:cubicBezTo>
                    <a:pt x="259" y="660"/>
                    <a:pt x="261" y="660"/>
                    <a:pt x="261" y="660"/>
                  </a:cubicBezTo>
                  <a:cubicBezTo>
                    <a:pt x="261" y="659"/>
                    <a:pt x="254" y="658"/>
                    <a:pt x="251" y="657"/>
                  </a:cubicBezTo>
                  <a:cubicBezTo>
                    <a:pt x="261" y="659"/>
                    <a:pt x="276" y="663"/>
                    <a:pt x="289" y="664"/>
                  </a:cubicBezTo>
                  <a:cubicBezTo>
                    <a:pt x="289" y="664"/>
                    <a:pt x="288" y="664"/>
                    <a:pt x="287" y="664"/>
                  </a:cubicBezTo>
                  <a:cubicBezTo>
                    <a:pt x="289" y="665"/>
                    <a:pt x="291" y="665"/>
                    <a:pt x="293" y="665"/>
                  </a:cubicBezTo>
                  <a:cubicBezTo>
                    <a:pt x="293" y="666"/>
                    <a:pt x="295" y="665"/>
                    <a:pt x="297" y="666"/>
                  </a:cubicBezTo>
                  <a:cubicBezTo>
                    <a:pt x="299" y="667"/>
                    <a:pt x="293" y="666"/>
                    <a:pt x="296" y="667"/>
                  </a:cubicBezTo>
                  <a:cubicBezTo>
                    <a:pt x="299" y="666"/>
                    <a:pt x="300" y="667"/>
                    <a:pt x="305" y="668"/>
                  </a:cubicBezTo>
                  <a:cubicBezTo>
                    <a:pt x="307" y="667"/>
                    <a:pt x="309" y="667"/>
                    <a:pt x="312" y="668"/>
                  </a:cubicBezTo>
                  <a:cubicBezTo>
                    <a:pt x="315" y="668"/>
                    <a:pt x="317" y="668"/>
                    <a:pt x="319" y="668"/>
                  </a:cubicBezTo>
                  <a:cubicBezTo>
                    <a:pt x="322" y="669"/>
                    <a:pt x="327" y="669"/>
                    <a:pt x="332" y="669"/>
                  </a:cubicBezTo>
                  <a:cubicBezTo>
                    <a:pt x="338" y="669"/>
                    <a:pt x="344" y="669"/>
                    <a:pt x="349" y="670"/>
                  </a:cubicBezTo>
                  <a:cubicBezTo>
                    <a:pt x="349" y="669"/>
                    <a:pt x="352" y="668"/>
                    <a:pt x="353" y="669"/>
                  </a:cubicBezTo>
                  <a:cubicBezTo>
                    <a:pt x="356" y="668"/>
                    <a:pt x="355" y="668"/>
                    <a:pt x="355" y="668"/>
                  </a:cubicBezTo>
                  <a:cubicBezTo>
                    <a:pt x="356" y="668"/>
                    <a:pt x="357" y="667"/>
                    <a:pt x="358" y="668"/>
                  </a:cubicBezTo>
                  <a:cubicBezTo>
                    <a:pt x="357" y="668"/>
                    <a:pt x="358" y="669"/>
                    <a:pt x="356" y="669"/>
                  </a:cubicBezTo>
                  <a:cubicBezTo>
                    <a:pt x="359" y="670"/>
                    <a:pt x="357" y="668"/>
                    <a:pt x="361" y="669"/>
                  </a:cubicBezTo>
                  <a:cubicBezTo>
                    <a:pt x="362" y="667"/>
                    <a:pt x="363" y="668"/>
                    <a:pt x="367" y="667"/>
                  </a:cubicBezTo>
                  <a:cubicBezTo>
                    <a:pt x="368" y="668"/>
                    <a:pt x="366" y="668"/>
                    <a:pt x="365" y="669"/>
                  </a:cubicBezTo>
                  <a:cubicBezTo>
                    <a:pt x="371" y="667"/>
                    <a:pt x="380" y="667"/>
                    <a:pt x="384" y="664"/>
                  </a:cubicBezTo>
                  <a:cubicBezTo>
                    <a:pt x="387" y="663"/>
                    <a:pt x="387" y="664"/>
                    <a:pt x="389" y="664"/>
                  </a:cubicBezTo>
                  <a:cubicBezTo>
                    <a:pt x="391" y="664"/>
                    <a:pt x="388" y="665"/>
                    <a:pt x="390" y="665"/>
                  </a:cubicBezTo>
                  <a:cubicBezTo>
                    <a:pt x="392" y="664"/>
                    <a:pt x="392" y="664"/>
                    <a:pt x="391" y="664"/>
                  </a:cubicBezTo>
                  <a:cubicBezTo>
                    <a:pt x="394" y="663"/>
                    <a:pt x="394" y="663"/>
                    <a:pt x="396" y="662"/>
                  </a:cubicBezTo>
                  <a:cubicBezTo>
                    <a:pt x="398" y="663"/>
                    <a:pt x="394" y="665"/>
                    <a:pt x="391" y="665"/>
                  </a:cubicBezTo>
                  <a:cubicBezTo>
                    <a:pt x="393" y="665"/>
                    <a:pt x="392" y="665"/>
                    <a:pt x="391" y="665"/>
                  </a:cubicBezTo>
                  <a:cubicBezTo>
                    <a:pt x="396" y="666"/>
                    <a:pt x="402" y="666"/>
                    <a:pt x="408" y="662"/>
                  </a:cubicBezTo>
                  <a:cubicBezTo>
                    <a:pt x="411" y="662"/>
                    <a:pt x="406" y="664"/>
                    <a:pt x="408" y="664"/>
                  </a:cubicBezTo>
                  <a:cubicBezTo>
                    <a:pt x="411" y="662"/>
                    <a:pt x="417" y="662"/>
                    <a:pt x="421" y="661"/>
                  </a:cubicBezTo>
                  <a:cubicBezTo>
                    <a:pt x="422" y="660"/>
                    <a:pt x="422" y="660"/>
                    <a:pt x="423" y="659"/>
                  </a:cubicBezTo>
                  <a:cubicBezTo>
                    <a:pt x="423" y="660"/>
                    <a:pt x="422" y="660"/>
                    <a:pt x="423" y="660"/>
                  </a:cubicBezTo>
                  <a:cubicBezTo>
                    <a:pt x="426" y="659"/>
                    <a:pt x="424" y="660"/>
                    <a:pt x="426" y="659"/>
                  </a:cubicBezTo>
                  <a:cubicBezTo>
                    <a:pt x="426" y="659"/>
                    <a:pt x="425" y="659"/>
                    <a:pt x="426" y="659"/>
                  </a:cubicBezTo>
                  <a:cubicBezTo>
                    <a:pt x="429" y="659"/>
                    <a:pt x="431" y="658"/>
                    <a:pt x="431" y="657"/>
                  </a:cubicBezTo>
                  <a:cubicBezTo>
                    <a:pt x="432" y="658"/>
                    <a:pt x="432" y="657"/>
                    <a:pt x="433" y="657"/>
                  </a:cubicBezTo>
                  <a:cubicBezTo>
                    <a:pt x="433" y="657"/>
                    <a:pt x="432" y="658"/>
                    <a:pt x="432" y="658"/>
                  </a:cubicBezTo>
                  <a:cubicBezTo>
                    <a:pt x="437" y="657"/>
                    <a:pt x="447" y="655"/>
                    <a:pt x="450" y="652"/>
                  </a:cubicBezTo>
                  <a:cubicBezTo>
                    <a:pt x="456" y="651"/>
                    <a:pt x="454" y="650"/>
                    <a:pt x="457" y="650"/>
                  </a:cubicBezTo>
                  <a:cubicBezTo>
                    <a:pt x="460" y="647"/>
                    <a:pt x="462" y="647"/>
                    <a:pt x="466" y="645"/>
                  </a:cubicBezTo>
                  <a:cubicBezTo>
                    <a:pt x="465" y="645"/>
                    <a:pt x="463" y="645"/>
                    <a:pt x="462" y="646"/>
                  </a:cubicBezTo>
                  <a:cubicBezTo>
                    <a:pt x="463" y="644"/>
                    <a:pt x="465" y="645"/>
                    <a:pt x="467" y="643"/>
                  </a:cubicBezTo>
                  <a:cubicBezTo>
                    <a:pt x="468" y="643"/>
                    <a:pt x="467" y="644"/>
                    <a:pt x="466" y="645"/>
                  </a:cubicBezTo>
                  <a:cubicBezTo>
                    <a:pt x="470" y="643"/>
                    <a:pt x="474" y="642"/>
                    <a:pt x="478" y="640"/>
                  </a:cubicBezTo>
                  <a:cubicBezTo>
                    <a:pt x="478" y="640"/>
                    <a:pt x="477" y="641"/>
                    <a:pt x="477" y="642"/>
                  </a:cubicBezTo>
                  <a:cubicBezTo>
                    <a:pt x="478" y="641"/>
                    <a:pt x="480" y="640"/>
                    <a:pt x="482" y="639"/>
                  </a:cubicBezTo>
                  <a:cubicBezTo>
                    <a:pt x="483" y="636"/>
                    <a:pt x="496" y="633"/>
                    <a:pt x="501" y="629"/>
                  </a:cubicBezTo>
                  <a:cubicBezTo>
                    <a:pt x="494" y="632"/>
                    <a:pt x="487" y="635"/>
                    <a:pt x="480" y="638"/>
                  </a:cubicBezTo>
                  <a:cubicBezTo>
                    <a:pt x="482" y="637"/>
                    <a:pt x="485" y="636"/>
                    <a:pt x="487" y="635"/>
                  </a:cubicBezTo>
                  <a:cubicBezTo>
                    <a:pt x="488" y="634"/>
                    <a:pt x="484" y="636"/>
                    <a:pt x="483" y="636"/>
                  </a:cubicBezTo>
                  <a:cubicBezTo>
                    <a:pt x="486" y="634"/>
                    <a:pt x="486" y="634"/>
                    <a:pt x="486" y="634"/>
                  </a:cubicBezTo>
                  <a:cubicBezTo>
                    <a:pt x="487" y="633"/>
                    <a:pt x="487" y="634"/>
                    <a:pt x="488" y="634"/>
                  </a:cubicBezTo>
                  <a:cubicBezTo>
                    <a:pt x="493" y="631"/>
                    <a:pt x="492" y="630"/>
                    <a:pt x="498" y="627"/>
                  </a:cubicBezTo>
                  <a:cubicBezTo>
                    <a:pt x="499" y="627"/>
                    <a:pt x="495" y="630"/>
                    <a:pt x="493" y="631"/>
                  </a:cubicBezTo>
                  <a:cubicBezTo>
                    <a:pt x="494" y="631"/>
                    <a:pt x="495" y="631"/>
                    <a:pt x="494" y="632"/>
                  </a:cubicBezTo>
                  <a:cubicBezTo>
                    <a:pt x="495" y="631"/>
                    <a:pt x="497" y="627"/>
                    <a:pt x="502" y="626"/>
                  </a:cubicBezTo>
                  <a:cubicBezTo>
                    <a:pt x="503" y="626"/>
                    <a:pt x="503" y="626"/>
                    <a:pt x="501" y="627"/>
                  </a:cubicBezTo>
                  <a:cubicBezTo>
                    <a:pt x="504" y="627"/>
                    <a:pt x="505" y="623"/>
                    <a:pt x="509" y="622"/>
                  </a:cubicBezTo>
                  <a:cubicBezTo>
                    <a:pt x="511" y="621"/>
                    <a:pt x="508" y="624"/>
                    <a:pt x="510" y="623"/>
                  </a:cubicBezTo>
                  <a:cubicBezTo>
                    <a:pt x="511" y="622"/>
                    <a:pt x="511" y="622"/>
                    <a:pt x="510" y="622"/>
                  </a:cubicBezTo>
                  <a:cubicBezTo>
                    <a:pt x="510" y="622"/>
                    <a:pt x="513" y="620"/>
                    <a:pt x="512" y="620"/>
                  </a:cubicBezTo>
                  <a:cubicBezTo>
                    <a:pt x="513" y="619"/>
                    <a:pt x="517" y="617"/>
                    <a:pt x="516" y="617"/>
                  </a:cubicBezTo>
                  <a:cubicBezTo>
                    <a:pt x="517" y="616"/>
                    <a:pt x="518" y="615"/>
                    <a:pt x="520" y="615"/>
                  </a:cubicBezTo>
                  <a:cubicBezTo>
                    <a:pt x="520" y="615"/>
                    <a:pt x="517" y="618"/>
                    <a:pt x="518" y="618"/>
                  </a:cubicBezTo>
                  <a:cubicBezTo>
                    <a:pt x="519" y="617"/>
                    <a:pt x="521" y="616"/>
                    <a:pt x="522" y="614"/>
                  </a:cubicBezTo>
                  <a:cubicBezTo>
                    <a:pt x="524" y="614"/>
                    <a:pt x="523" y="615"/>
                    <a:pt x="525" y="614"/>
                  </a:cubicBezTo>
                  <a:cubicBezTo>
                    <a:pt x="528" y="611"/>
                    <a:pt x="531" y="609"/>
                    <a:pt x="534" y="607"/>
                  </a:cubicBezTo>
                  <a:cubicBezTo>
                    <a:pt x="536" y="607"/>
                    <a:pt x="532" y="609"/>
                    <a:pt x="532" y="610"/>
                  </a:cubicBezTo>
                  <a:cubicBezTo>
                    <a:pt x="536" y="608"/>
                    <a:pt x="536" y="605"/>
                    <a:pt x="541" y="603"/>
                  </a:cubicBezTo>
                  <a:cubicBezTo>
                    <a:pt x="542" y="602"/>
                    <a:pt x="542" y="600"/>
                    <a:pt x="544" y="600"/>
                  </a:cubicBezTo>
                  <a:cubicBezTo>
                    <a:pt x="545" y="599"/>
                    <a:pt x="542" y="601"/>
                    <a:pt x="541" y="601"/>
                  </a:cubicBezTo>
                  <a:cubicBezTo>
                    <a:pt x="543" y="599"/>
                    <a:pt x="543" y="599"/>
                    <a:pt x="543" y="599"/>
                  </a:cubicBezTo>
                  <a:cubicBezTo>
                    <a:pt x="546" y="598"/>
                    <a:pt x="549" y="595"/>
                    <a:pt x="552" y="593"/>
                  </a:cubicBezTo>
                  <a:cubicBezTo>
                    <a:pt x="553" y="593"/>
                    <a:pt x="548" y="597"/>
                    <a:pt x="546" y="597"/>
                  </a:cubicBezTo>
                  <a:cubicBezTo>
                    <a:pt x="545" y="599"/>
                    <a:pt x="544" y="600"/>
                    <a:pt x="543" y="601"/>
                  </a:cubicBezTo>
                  <a:cubicBezTo>
                    <a:pt x="544" y="600"/>
                    <a:pt x="549" y="598"/>
                    <a:pt x="551" y="595"/>
                  </a:cubicBezTo>
                  <a:cubicBezTo>
                    <a:pt x="553" y="594"/>
                    <a:pt x="551" y="596"/>
                    <a:pt x="553" y="595"/>
                  </a:cubicBezTo>
                  <a:cubicBezTo>
                    <a:pt x="554" y="592"/>
                    <a:pt x="560" y="587"/>
                    <a:pt x="565" y="583"/>
                  </a:cubicBezTo>
                  <a:cubicBezTo>
                    <a:pt x="566" y="583"/>
                    <a:pt x="563" y="585"/>
                    <a:pt x="563" y="586"/>
                  </a:cubicBezTo>
                  <a:cubicBezTo>
                    <a:pt x="565" y="584"/>
                    <a:pt x="565" y="585"/>
                    <a:pt x="567" y="584"/>
                  </a:cubicBezTo>
                  <a:cubicBezTo>
                    <a:pt x="569" y="581"/>
                    <a:pt x="572" y="579"/>
                    <a:pt x="574" y="576"/>
                  </a:cubicBezTo>
                  <a:cubicBezTo>
                    <a:pt x="578" y="574"/>
                    <a:pt x="577" y="573"/>
                    <a:pt x="581" y="567"/>
                  </a:cubicBezTo>
                  <a:cubicBezTo>
                    <a:pt x="579" y="569"/>
                    <a:pt x="578" y="571"/>
                    <a:pt x="576" y="573"/>
                  </a:cubicBezTo>
                  <a:cubicBezTo>
                    <a:pt x="575" y="574"/>
                    <a:pt x="575" y="574"/>
                    <a:pt x="576" y="574"/>
                  </a:cubicBezTo>
                  <a:cubicBezTo>
                    <a:pt x="575" y="575"/>
                    <a:pt x="574" y="576"/>
                    <a:pt x="572" y="577"/>
                  </a:cubicBezTo>
                  <a:cubicBezTo>
                    <a:pt x="571" y="578"/>
                    <a:pt x="573" y="575"/>
                    <a:pt x="574" y="575"/>
                  </a:cubicBezTo>
                  <a:cubicBezTo>
                    <a:pt x="573" y="575"/>
                    <a:pt x="567" y="578"/>
                    <a:pt x="566" y="581"/>
                  </a:cubicBezTo>
                  <a:cubicBezTo>
                    <a:pt x="564" y="582"/>
                    <a:pt x="558" y="587"/>
                    <a:pt x="555" y="590"/>
                  </a:cubicBezTo>
                  <a:cubicBezTo>
                    <a:pt x="554" y="590"/>
                    <a:pt x="554" y="589"/>
                    <a:pt x="553" y="592"/>
                  </a:cubicBezTo>
                  <a:cubicBezTo>
                    <a:pt x="547" y="595"/>
                    <a:pt x="542" y="599"/>
                    <a:pt x="537" y="603"/>
                  </a:cubicBezTo>
                  <a:cubicBezTo>
                    <a:pt x="536" y="602"/>
                    <a:pt x="531" y="607"/>
                    <a:pt x="532" y="605"/>
                  </a:cubicBezTo>
                  <a:cubicBezTo>
                    <a:pt x="531" y="606"/>
                    <a:pt x="529" y="607"/>
                    <a:pt x="527" y="609"/>
                  </a:cubicBezTo>
                  <a:cubicBezTo>
                    <a:pt x="528" y="608"/>
                    <a:pt x="529" y="608"/>
                    <a:pt x="530" y="607"/>
                  </a:cubicBezTo>
                  <a:cubicBezTo>
                    <a:pt x="529" y="608"/>
                    <a:pt x="528" y="609"/>
                    <a:pt x="527" y="610"/>
                  </a:cubicBezTo>
                  <a:cubicBezTo>
                    <a:pt x="527" y="610"/>
                    <a:pt x="527" y="610"/>
                    <a:pt x="527" y="609"/>
                  </a:cubicBezTo>
                  <a:cubicBezTo>
                    <a:pt x="526" y="609"/>
                    <a:pt x="524" y="610"/>
                    <a:pt x="523" y="611"/>
                  </a:cubicBezTo>
                  <a:cubicBezTo>
                    <a:pt x="522" y="612"/>
                    <a:pt x="523" y="612"/>
                    <a:pt x="522" y="612"/>
                  </a:cubicBezTo>
                  <a:cubicBezTo>
                    <a:pt x="521" y="613"/>
                    <a:pt x="519" y="613"/>
                    <a:pt x="518" y="615"/>
                  </a:cubicBezTo>
                  <a:cubicBezTo>
                    <a:pt x="517" y="615"/>
                    <a:pt x="516" y="615"/>
                    <a:pt x="515" y="616"/>
                  </a:cubicBezTo>
                  <a:cubicBezTo>
                    <a:pt x="514" y="616"/>
                    <a:pt x="518" y="613"/>
                    <a:pt x="515" y="615"/>
                  </a:cubicBezTo>
                  <a:cubicBezTo>
                    <a:pt x="514" y="616"/>
                    <a:pt x="511" y="618"/>
                    <a:pt x="508" y="620"/>
                  </a:cubicBezTo>
                  <a:cubicBezTo>
                    <a:pt x="505" y="621"/>
                    <a:pt x="502" y="623"/>
                    <a:pt x="501" y="623"/>
                  </a:cubicBezTo>
                  <a:cubicBezTo>
                    <a:pt x="499" y="623"/>
                    <a:pt x="501" y="624"/>
                    <a:pt x="499" y="625"/>
                  </a:cubicBezTo>
                  <a:cubicBezTo>
                    <a:pt x="499" y="625"/>
                    <a:pt x="498" y="625"/>
                    <a:pt x="498" y="626"/>
                  </a:cubicBezTo>
                  <a:cubicBezTo>
                    <a:pt x="495" y="627"/>
                    <a:pt x="497" y="625"/>
                    <a:pt x="494" y="626"/>
                  </a:cubicBezTo>
                  <a:cubicBezTo>
                    <a:pt x="491" y="629"/>
                    <a:pt x="483" y="632"/>
                    <a:pt x="478" y="634"/>
                  </a:cubicBezTo>
                  <a:cubicBezTo>
                    <a:pt x="477" y="635"/>
                    <a:pt x="475" y="636"/>
                    <a:pt x="474" y="637"/>
                  </a:cubicBezTo>
                  <a:cubicBezTo>
                    <a:pt x="477" y="636"/>
                    <a:pt x="476" y="635"/>
                    <a:pt x="479" y="634"/>
                  </a:cubicBezTo>
                  <a:cubicBezTo>
                    <a:pt x="478" y="636"/>
                    <a:pt x="478" y="635"/>
                    <a:pt x="480" y="635"/>
                  </a:cubicBezTo>
                  <a:cubicBezTo>
                    <a:pt x="477" y="638"/>
                    <a:pt x="473" y="639"/>
                    <a:pt x="472" y="639"/>
                  </a:cubicBezTo>
                  <a:cubicBezTo>
                    <a:pt x="473" y="637"/>
                    <a:pt x="475" y="638"/>
                    <a:pt x="476" y="636"/>
                  </a:cubicBezTo>
                  <a:cubicBezTo>
                    <a:pt x="474" y="638"/>
                    <a:pt x="472" y="637"/>
                    <a:pt x="474" y="636"/>
                  </a:cubicBezTo>
                  <a:cubicBezTo>
                    <a:pt x="471" y="637"/>
                    <a:pt x="467" y="638"/>
                    <a:pt x="463" y="640"/>
                  </a:cubicBezTo>
                  <a:cubicBezTo>
                    <a:pt x="464" y="639"/>
                    <a:pt x="464" y="639"/>
                    <a:pt x="461" y="640"/>
                  </a:cubicBezTo>
                  <a:cubicBezTo>
                    <a:pt x="462" y="639"/>
                    <a:pt x="464" y="638"/>
                    <a:pt x="467" y="638"/>
                  </a:cubicBezTo>
                  <a:cubicBezTo>
                    <a:pt x="468" y="637"/>
                    <a:pt x="465" y="638"/>
                    <a:pt x="466" y="637"/>
                  </a:cubicBezTo>
                  <a:cubicBezTo>
                    <a:pt x="464" y="638"/>
                    <a:pt x="462" y="639"/>
                    <a:pt x="460" y="640"/>
                  </a:cubicBezTo>
                  <a:cubicBezTo>
                    <a:pt x="459" y="641"/>
                    <a:pt x="461" y="640"/>
                    <a:pt x="463" y="640"/>
                  </a:cubicBezTo>
                  <a:cubicBezTo>
                    <a:pt x="459" y="642"/>
                    <a:pt x="456" y="642"/>
                    <a:pt x="453" y="644"/>
                  </a:cubicBezTo>
                  <a:cubicBezTo>
                    <a:pt x="452" y="645"/>
                    <a:pt x="453" y="645"/>
                    <a:pt x="453" y="646"/>
                  </a:cubicBezTo>
                  <a:cubicBezTo>
                    <a:pt x="449" y="647"/>
                    <a:pt x="453" y="645"/>
                    <a:pt x="450" y="646"/>
                  </a:cubicBezTo>
                  <a:cubicBezTo>
                    <a:pt x="449" y="646"/>
                    <a:pt x="451" y="645"/>
                    <a:pt x="451" y="645"/>
                  </a:cubicBezTo>
                  <a:cubicBezTo>
                    <a:pt x="448" y="645"/>
                    <a:pt x="440" y="648"/>
                    <a:pt x="435" y="648"/>
                  </a:cubicBezTo>
                  <a:cubicBezTo>
                    <a:pt x="431" y="651"/>
                    <a:pt x="426" y="651"/>
                    <a:pt x="421" y="653"/>
                  </a:cubicBezTo>
                  <a:cubicBezTo>
                    <a:pt x="419" y="652"/>
                    <a:pt x="424" y="651"/>
                    <a:pt x="424" y="650"/>
                  </a:cubicBezTo>
                  <a:cubicBezTo>
                    <a:pt x="421" y="650"/>
                    <a:pt x="420" y="652"/>
                    <a:pt x="419" y="651"/>
                  </a:cubicBezTo>
                  <a:cubicBezTo>
                    <a:pt x="418" y="652"/>
                    <a:pt x="418" y="652"/>
                    <a:pt x="419" y="653"/>
                  </a:cubicBezTo>
                  <a:cubicBezTo>
                    <a:pt x="415" y="654"/>
                    <a:pt x="410" y="655"/>
                    <a:pt x="406" y="655"/>
                  </a:cubicBezTo>
                  <a:cubicBezTo>
                    <a:pt x="405" y="657"/>
                    <a:pt x="401" y="657"/>
                    <a:pt x="398" y="658"/>
                  </a:cubicBezTo>
                  <a:cubicBezTo>
                    <a:pt x="397" y="658"/>
                    <a:pt x="398" y="657"/>
                    <a:pt x="399" y="657"/>
                  </a:cubicBezTo>
                  <a:cubicBezTo>
                    <a:pt x="400" y="657"/>
                    <a:pt x="401" y="657"/>
                    <a:pt x="402" y="657"/>
                  </a:cubicBezTo>
                  <a:cubicBezTo>
                    <a:pt x="403" y="656"/>
                    <a:pt x="403" y="656"/>
                    <a:pt x="403" y="656"/>
                  </a:cubicBezTo>
                  <a:cubicBezTo>
                    <a:pt x="404" y="656"/>
                    <a:pt x="404" y="656"/>
                    <a:pt x="404" y="656"/>
                  </a:cubicBezTo>
                  <a:cubicBezTo>
                    <a:pt x="401" y="656"/>
                    <a:pt x="399" y="657"/>
                    <a:pt x="397" y="656"/>
                  </a:cubicBezTo>
                  <a:cubicBezTo>
                    <a:pt x="398" y="656"/>
                    <a:pt x="400" y="656"/>
                    <a:pt x="401" y="655"/>
                  </a:cubicBezTo>
                  <a:cubicBezTo>
                    <a:pt x="402" y="654"/>
                    <a:pt x="398" y="656"/>
                    <a:pt x="396" y="656"/>
                  </a:cubicBezTo>
                  <a:cubicBezTo>
                    <a:pt x="400" y="653"/>
                    <a:pt x="392" y="656"/>
                    <a:pt x="388" y="656"/>
                  </a:cubicBezTo>
                  <a:cubicBezTo>
                    <a:pt x="389" y="657"/>
                    <a:pt x="388" y="658"/>
                    <a:pt x="385" y="658"/>
                  </a:cubicBezTo>
                  <a:cubicBezTo>
                    <a:pt x="387" y="657"/>
                    <a:pt x="384" y="658"/>
                    <a:pt x="383" y="657"/>
                  </a:cubicBezTo>
                  <a:cubicBezTo>
                    <a:pt x="383" y="657"/>
                    <a:pt x="382" y="657"/>
                    <a:pt x="382" y="657"/>
                  </a:cubicBezTo>
                  <a:cubicBezTo>
                    <a:pt x="383" y="658"/>
                    <a:pt x="379" y="658"/>
                    <a:pt x="378" y="659"/>
                  </a:cubicBezTo>
                  <a:cubicBezTo>
                    <a:pt x="376" y="659"/>
                    <a:pt x="371" y="659"/>
                    <a:pt x="367" y="660"/>
                  </a:cubicBezTo>
                  <a:cubicBezTo>
                    <a:pt x="365" y="660"/>
                    <a:pt x="367" y="659"/>
                    <a:pt x="367" y="659"/>
                  </a:cubicBezTo>
                  <a:cubicBezTo>
                    <a:pt x="364" y="659"/>
                    <a:pt x="361" y="659"/>
                    <a:pt x="359" y="658"/>
                  </a:cubicBezTo>
                  <a:cubicBezTo>
                    <a:pt x="358" y="659"/>
                    <a:pt x="357" y="659"/>
                    <a:pt x="356" y="659"/>
                  </a:cubicBezTo>
                  <a:cubicBezTo>
                    <a:pt x="359" y="660"/>
                    <a:pt x="359" y="660"/>
                    <a:pt x="359" y="660"/>
                  </a:cubicBezTo>
                  <a:cubicBezTo>
                    <a:pt x="361" y="659"/>
                    <a:pt x="363" y="660"/>
                    <a:pt x="365" y="659"/>
                  </a:cubicBezTo>
                  <a:cubicBezTo>
                    <a:pt x="362" y="660"/>
                    <a:pt x="360" y="659"/>
                    <a:pt x="357" y="660"/>
                  </a:cubicBezTo>
                  <a:cubicBezTo>
                    <a:pt x="357" y="658"/>
                    <a:pt x="350" y="660"/>
                    <a:pt x="345" y="659"/>
                  </a:cubicBezTo>
                  <a:cubicBezTo>
                    <a:pt x="347" y="659"/>
                    <a:pt x="349" y="659"/>
                    <a:pt x="351" y="659"/>
                  </a:cubicBezTo>
                  <a:cubicBezTo>
                    <a:pt x="351" y="658"/>
                    <a:pt x="346" y="659"/>
                    <a:pt x="344" y="659"/>
                  </a:cubicBezTo>
                  <a:cubicBezTo>
                    <a:pt x="343" y="659"/>
                    <a:pt x="343" y="660"/>
                    <a:pt x="342" y="660"/>
                  </a:cubicBezTo>
                  <a:cubicBezTo>
                    <a:pt x="339" y="660"/>
                    <a:pt x="341" y="659"/>
                    <a:pt x="340" y="659"/>
                  </a:cubicBezTo>
                  <a:cubicBezTo>
                    <a:pt x="339" y="659"/>
                    <a:pt x="338" y="659"/>
                    <a:pt x="337" y="659"/>
                  </a:cubicBezTo>
                  <a:cubicBezTo>
                    <a:pt x="337" y="660"/>
                    <a:pt x="334" y="660"/>
                    <a:pt x="331" y="659"/>
                  </a:cubicBezTo>
                  <a:cubicBezTo>
                    <a:pt x="333" y="660"/>
                    <a:pt x="330" y="659"/>
                    <a:pt x="327" y="660"/>
                  </a:cubicBezTo>
                  <a:cubicBezTo>
                    <a:pt x="324" y="659"/>
                    <a:pt x="331" y="659"/>
                    <a:pt x="327" y="658"/>
                  </a:cubicBezTo>
                  <a:cubicBezTo>
                    <a:pt x="326" y="660"/>
                    <a:pt x="324" y="659"/>
                    <a:pt x="322" y="660"/>
                  </a:cubicBezTo>
                  <a:cubicBezTo>
                    <a:pt x="319" y="659"/>
                    <a:pt x="326" y="659"/>
                    <a:pt x="325" y="659"/>
                  </a:cubicBezTo>
                  <a:cubicBezTo>
                    <a:pt x="322" y="658"/>
                    <a:pt x="321" y="658"/>
                    <a:pt x="319" y="659"/>
                  </a:cubicBezTo>
                  <a:cubicBezTo>
                    <a:pt x="316" y="658"/>
                    <a:pt x="321" y="659"/>
                    <a:pt x="320" y="658"/>
                  </a:cubicBezTo>
                  <a:cubicBezTo>
                    <a:pt x="315" y="657"/>
                    <a:pt x="313" y="658"/>
                    <a:pt x="308" y="658"/>
                  </a:cubicBezTo>
                  <a:cubicBezTo>
                    <a:pt x="307" y="658"/>
                    <a:pt x="307" y="657"/>
                    <a:pt x="305" y="657"/>
                  </a:cubicBezTo>
                  <a:cubicBezTo>
                    <a:pt x="302" y="657"/>
                    <a:pt x="300" y="656"/>
                    <a:pt x="297" y="656"/>
                  </a:cubicBezTo>
                  <a:cubicBezTo>
                    <a:pt x="296" y="656"/>
                    <a:pt x="298" y="655"/>
                    <a:pt x="297" y="655"/>
                  </a:cubicBezTo>
                  <a:cubicBezTo>
                    <a:pt x="298" y="655"/>
                    <a:pt x="299" y="655"/>
                    <a:pt x="300" y="655"/>
                  </a:cubicBezTo>
                  <a:cubicBezTo>
                    <a:pt x="302" y="655"/>
                    <a:pt x="300" y="656"/>
                    <a:pt x="300" y="656"/>
                  </a:cubicBezTo>
                  <a:cubicBezTo>
                    <a:pt x="303" y="656"/>
                    <a:pt x="305" y="656"/>
                    <a:pt x="309" y="656"/>
                  </a:cubicBezTo>
                  <a:cubicBezTo>
                    <a:pt x="306" y="656"/>
                    <a:pt x="304" y="655"/>
                    <a:pt x="301" y="655"/>
                  </a:cubicBezTo>
                  <a:cubicBezTo>
                    <a:pt x="299" y="654"/>
                    <a:pt x="304" y="655"/>
                    <a:pt x="303" y="655"/>
                  </a:cubicBezTo>
                  <a:cubicBezTo>
                    <a:pt x="305" y="655"/>
                    <a:pt x="308" y="655"/>
                    <a:pt x="311" y="656"/>
                  </a:cubicBezTo>
                  <a:cubicBezTo>
                    <a:pt x="312" y="655"/>
                    <a:pt x="310" y="655"/>
                    <a:pt x="311" y="655"/>
                  </a:cubicBezTo>
                  <a:cubicBezTo>
                    <a:pt x="314" y="655"/>
                    <a:pt x="312" y="656"/>
                    <a:pt x="314" y="656"/>
                  </a:cubicBezTo>
                  <a:cubicBezTo>
                    <a:pt x="315" y="656"/>
                    <a:pt x="316" y="656"/>
                    <a:pt x="317" y="656"/>
                  </a:cubicBezTo>
                  <a:cubicBezTo>
                    <a:pt x="318" y="654"/>
                    <a:pt x="323" y="657"/>
                    <a:pt x="327" y="656"/>
                  </a:cubicBezTo>
                  <a:cubicBezTo>
                    <a:pt x="329" y="656"/>
                    <a:pt x="326" y="657"/>
                    <a:pt x="329" y="657"/>
                  </a:cubicBezTo>
                  <a:cubicBezTo>
                    <a:pt x="331" y="656"/>
                    <a:pt x="328" y="655"/>
                    <a:pt x="330" y="655"/>
                  </a:cubicBezTo>
                  <a:cubicBezTo>
                    <a:pt x="329" y="654"/>
                    <a:pt x="327" y="655"/>
                    <a:pt x="326" y="654"/>
                  </a:cubicBezTo>
                  <a:cubicBezTo>
                    <a:pt x="325" y="654"/>
                    <a:pt x="326" y="655"/>
                    <a:pt x="327" y="655"/>
                  </a:cubicBezTo>
                  <a:cubicBezTo>
                    <a:pt x="325" y="655"/>
                    <a:pt x="323" y="655"/>
                    <a:pt x="321" y="655"/>
                  </a:cubicBezTo>
                  <a:cubicBezTo>
                    <a:pt x="320" y="654"/>
                    <a:pt x="323" y="654"/>
                    <a:pt x="323" y="654"/>
                  </a:cubicBezTo>
                  <a:cubicBezTo>
                    <a:pt x="326" y="654"/>
                    <a:pt x="328" y="654"/>
                    <a:pt x="331" y="654"/>
                  </a:cubicBezTo>
                  <a:cubicBezTo>
                    <a:pt x="333" y="654"/>
                    <a:pt x="330" y="655"/>
                    <a:pt x="333" y="655"/>
                  </a:cubicBezTo>
                  <a:cubicBezTo>
                    <a:pt x="337" y="652"/>
                    <a:pt x="350" y="654"/>
                    <a:pt x="358" y="653"/>
                  </a:cubicBezTo>
                  <a:cubicBezTo>
                    <a:pt x="358" y="654"/>
                    <a:pt x="355" y="654"/>
                    <a:pt x="357" y="655"/>
                  </a:cubicBezTo>
                  <a:cubicBezTo>
                    <a:pt x="349" y="655"/>
                    <a:pt x="342" y="654"/>
                    <a:pt x="335" y="655"/>
                  </a:cubicBezTo>
                  <a:cubicBezTo>
                    <a:pt x="333" y="655"/>
                    <a:pt x="337" y="655"/>
                    <a:pt x="338" y="655"/>
                  </a:cubicBezTo>
                  <a:cubicBezTo>
                    <a:pt x="340" y="655"/>
                    <a:pt x="343" y="655"/>
                    <a:pt x="340" y="656"/>
                  </a:cubicBezTo>
                  <a:cubicBezTo>
                    <a:pt x="342" y="656"/>
                    <a:pt x="344" y="655"/>
                    <a:pt x="346" y="655"/>
                  </a:cubicBezTo>
                  <a:cubicBezTo>
                    <a:pt x="347" y="656"/>
                    <a:pt x="344" y="656"/>
                    <a:pt x="347" y="657"/>
                  </a:cubicBezTo>
                  <a:cubicBezTo>
                    <a:pt x="349" y="656"/>
                    <a:pt x="350" y="656"/>
                    <a:pt x="353" y="656"/>
                  </a:cubicBezTo>
                  <a:cubicBezTo>
                    <a:pt x="355" y="656"/>
                    <a:pt x="352" y="657"/>
                    <a:pt x="355" y="657"/>
                  </a:cubicBezTo>
                  <a:cubicBezTo>
                    <a:pt x="359" y="657"/>
                    <a:pt x="364" y="656"/>
                    <a:pt x="367" y="655"/>
                  </a:cubicBezTo>
                  <a:cubicBezTo>
                    <a:pt x="367" y="655"/>
                    <a:pt x="368" y="656"/>
                    <a:pt x="367" y="656"/>
                  </a:cubicBezTo>
                  <a:cubicBezTo>
                    <a:pt x="366" y="657"/>
                    <a:pt x="367" y="655"/>
                    <a:pt x="365" y="656"/>
                  </a:cubicBezTo>
                  <a:cubicBezTo>
                    <a:pt x="369" y="657"/>
                    <a:pt x="372" y="655"/>
                    <a:pt x="376" y="656"/>
                  </a:cubicBezTo>
                  <a:cubicBezTo>
                    <a:pt x="380" y="654"/>
                    <a:pt x="380" y="654"/>
                    <a:pt x="380" y="654"/>
                  </a:cubicBezTo>
                  <a:cubicBezTo>
                    <a:pt x="382" y="654"/>
                    <a:pt x="382" y="655"/>
                    <a:pt x="384" y="655"/>
                  </a:cubicBezTo>
                  <a:cubicBezTo>
                    <a:pt x="387" y="653"/>
                    <a:pt x="382" y="654"/>
                    <a:pt x="382" y="654"/>
                  </a:cubicBezTo>
                  <a:cubicBezTo>
                    <a:pt x="384" y="653"/>
                    <a:pt x="386" y="654"/>
                    <a:pt x="388" y="653"/>
                  </a:cubicBezTo>
                  <a:cubicBezTo>
                    <a:pt x="391" y="653"/>
                    <a:pt x="386" y="654"/>
                    <a:pt x="390" y="654"/>
                  </a:cubicBezTo>
                  <a:cubicBezTo>
                    <a:pt x="390" y="654"/>
                    <a:pt x="389" y="654"/>
                    <a:pt x="389" y="654"/>
                  </a:cubicBezTo>
                  <a:cubicBezTo>
                    <a:pt x="394" y="653"/>
                    <a:pt x="398" y="653"/>
                    <a:pt x="403" y="652"/>
                  </a:cubicBezTo>
                  <a:cubicBezTo>
                    <a:pt x="405" y="650"/>
                    <a:pt x="401" y="651"/>
                    <a:pt x="399" y="651"/>
                  </a:cubicBezTo>
                  <a:cubicBezTo>
                    <a:pt x="401" y="650"/>
                    <a:pt x="404" y="648"/>
                    <a:pt x="406" y="648"/>
                  </a:cubicBezTo>
                  <a:cubicBezTo>
                    <a:pt x="407" y="649"/>
                    <a:pt x="403" y="649"/>
                    <a:pt x="404" y="650"/>
                  </a:cubicBezTo>
                  <a:cubicBezTo>
                    <a:pt x="405" y="650"/>
                    <a:pt x="406" y="649"/>
                    <a:pt x="408" y="649"/>
                  </a:cubicBezTo>
                  <a:cubicBezTo>
                    <a:pt x="409" y="648"/>
                    <a:pt x="407" y="648"/>
                    <a:pt x="411" y="647"/>
                  </a:cubicBezTo>
                  <a:cubicBezTo>
                    <a:pt x="412" y="647"/>
                    <a:pt x="412" y="648"/>
                    <a:pt x="411" y="648"/>
                  </a:cubicBezTo>
                  <a:cubicBezTo>
                    <a:pt x="414" y="648"/>
                    <a:pt x="414" y="646"/>
                    <a:pt x="417" y="646"/>
                  </a:cubicBezTo>
                  <a:cubicBezTo>
                    <a:pt x="418" y="647"/>
                    <a:pt x="414" y="648"/>
                    <a:pt x="416" y="648"/>
                  </a:cubicBezTo>
                  <a:cubicBezTo>
                    <a:pt x="418" y="647"/>
                    <a:pt x="418" y="647"/>
                    <a:pt x="419" y="646"/>
                  </a:cubicBezTo>
                  <a:cubicBezTo>
                    <a:pt x="420" y="646"/>
                    <a:pt x="421" y="645"/>
                    <a:pt x="421" y="645"/>
                  </a:cubicBezTo>
                  <a:cubicBezTo>
                    <a:pt x="422" y="646"/>
                    <a:pt x="418" y="647"/>
                    <a:pt x="419" y="647"/>
                  </a:cubicBezTo>
                  <a:cubicBezTo>
                    <a:pt x="422" y="647"/>
                    <a:pt x="422" y="647"/>
                    <a:pt x="425" y="647"/>
                  </a:cubicBezTo>
                  <a:cubicBezTo>
                    <a:pt x="431" y="646"/>
                    <a:pt x="436" y="643"/>
                    <a:pt x="440" y="642"/>
                  </a:cubicBezTo>
                  <a:cubicBezTo>
                    <a:pt x="439" y="643"/>
                    <a:pt x="441" y="643"/>
                    <a:pt x="444" y="642"/>
                  </a:cubicBezTo>
                  <a:cubicBezTo>
                    <a:pt x="448" y="641"/>
                    <a:pt x="452" y="639"/>
                    <a:pt x="454" y="638"/>
                  </a:cubicBezTo>
                  <a:cubicBezTo>
                    <a:pt x="454" y="639"/>
                    <a:pt x="448" y="640"/>
                    <a:pt x="446" y="642"/>
                  </a:cubicBezTo>
                  <a:cubicBezTo>
                    <a:pt x="451" y="641"/>
                    <a:pt x="455" y="638"/>
                    <a:pt x="459" y="638"/>
                  </a:cubicBezTo>
                  <a:cubicBezTo>
                    <a:pt x="459" y="637"/>
                    <a:pt x="458" y="637"/>
                    <a:pt x="457" y="637"/>
                  </a:cubicBezTo>
                  <a:cubicBezTo>
                    <a:pt x="459" y="636"/>
                    <a:pt x="461" y="636"/>
                    <a:pt x="462" y="635"/>
                  </a:cubicBezTo>
                  <a:cubicBezTo>
                    <a:pt x="467" y="635"/>
                    <a:pt x="472" y="631"/>
                    <a:pt x="475" y="631"/>
                  </a:cubicBezTo>
                  <a:cubicBezTo>
                    <a:pt x="480" y="628"/>
                    <a:pt x="483" y="627"/>
                    <a:pt x="487" y="624"/>
                  </a:cubicBezTo>
                  <a:cubicBezTo>
                    <a:pt x="485" y="625"/>
                    <a:pt x="486" y="624"/>
                    <a:pt x="485" y="624"/>
                  </a:cubicBezTo>
                  <a:cubicBezTo>
                    <a:pt x="490" y="620"/>
                    <a:pt x="493" y="621"/>
                    <a:pt x="494" y="622"/>
                  </a:cubicBezTo>
                  <a:cubicBezTo>
                    <a:pt x="495" y="621"/>
                    <a:pt x="493" y="621"/>
                    <a:pt x="494" y="619"/>
                  </a:cubicBezTo>
                  <a:cubicBezTo>
                    <a:pt x="496" y="618"/>
                    <a:pt x="499" y="617"/>
                    <a:pt x="501" y="616"/>
                  </a:cubicBezTo>
                  <a:cubicBezTo>
                    <a:pt x="502" y="616"/>
                    <a:pt x="499" y="618"/>
                    <a:pt x="498" y="619"/>
                  </a:cubicBezTo>
                  <a:cubicBezTo>
                    <a:pt x="497" y="619"/>
                    <a:pt x="506" y="615"/>
                    <a:pt x="508" y="614"/>
                  </a:cubicBezTo>
                  <a:cubicBezTo>
                    <a:pt x="509" y="613"/>
                    <a:pt x="509" y="614"/>
                    <a:pt x="508" y="614"/>
                  </a:cubicBezTo>
                  <a:cubicBezTo>
                    <a:pt x="508" y="615"/>
                    <a:pt x="510" y="613"/>
                    <a:pt x="511" y="612"/>
                  </a:cubicBezTo>
                  <a:cubicBezTo>
                    <a:pt x="512" y="612"/>
                    <a:pt x="510" y="612"/>
                    <a:pt x="510" y="612"/>
                  </a:cubicBezTo>
                  <a:cubicBezTo>
                    <a:pt x="512" y="611"/>
                    <a:pt x="515" y="610"/>
                    <a:pt x="518" y="608"/>
                  </a:cubicBezTo>
                  <a:cubicBezTo>
                    <a:pt x="521" y="607"/>
                    <a:pt x="524" y="605"/>
                    <a:pt x="527" y="602"/>
                  </a:cubicBezTo>
                  <a:cubicBezTo>
                    <a:pt x="530" y="601"/>
                    <a:pt x="530" y="601"/>
                    <a:pt x="530" y="601"/>
                  </a:cubicBezTo>
                  <a:cubicBezTo>
                    <a:pt x="531" y="600"/>
                    <a:pt x="532" y="600"/>
                    <a:pt x="533" y="599"/>
                  </a:cubicBezTo>
                  <a:cubicBezTo>
                    <a:pt x="538" y="597"/>
                    <a:pt x="542" y="592"/>
                    <a:pt x="547" y="590"/>
                  </a:cubicBezTo>
                  <a:cubicBezTo>
                    <a:pt x="551" y="586"/>
                    <a:pt x="556" y="583"/>
                    <a:pt x="560" y="580"/>
                  </a:cubicBezTo>
                  <a:cubicBezTo>
                    <a:pt x="558" y="583"/>
                    <a:pt x="558" y="583"/>
                    <a:pt x="556" y="585"/>
                  </a:cubicBezTo>
                  <a:cubicBezTo>
                    <a:pt x="561" y="581"/>
                    <a:pt x="565" y="575"/>
                    <a:pt x="568" y="574"/>
                  </a:cubicBezTo>
                  <a:cubicBezTo>
                    <a:pt x="567" y="573"/>
                    <a:pt x="570" y="570"/>
                    <a:pt x="568" y="569"/>
                  </a:cubicBezTo>
                  <a:cubicBezTo>
                    <a:pt x="570" y="567"/>
                    <a:pt x="573" y="565"/>
                    <a:pt x="575" y="563"/>
                  </a:cubicBezTo>
                  <a:cubicBezTo>
                    <a:pt x="574" y="562"/>
                    <a:pt x="567" y="571"/>
                    <a:pt x="566" y="569"/>
                  </a:cubicBezTo>
                  <a:cubicBezTo>
                    <a:pt x="566" y="568"/>
                    <a:pt x="568" y="568"/>
                    <a:pt x="569" y="567"/>
                  </a:cubicBezTo>
                  <a:cubicBezTo>
                    <a:pt x="568" y="566"/>
                    <a:pt x="572" y="564"/>
                    <a:pt x="573" y="561"/>
                  </a:cubicBezTo>
                  <a:cubicBezTo>
                    <a:pt x="573" y="562"/>
                    <a:pt x="574" y="563"/>
                    <a:pt x="576" y="561"/>
                  </a:cubicBezTo>
                  <a:cubicBezTo>
                    <a:pt x="575" y="560"/>
                    <a:pt x="577" y="559"/>
                    <a:pt x="578" y="556"/>
                  </a:cubicBezTo>
                  <a:cubicBezTo>
                    <a:pt x="580" y="555"/>
                    <a:pt x="583" y="553"/>
                    <a:pt x="582" y="553"/>
                  </a:cubicBezTo>
                  <a:cubicBezTo>
                    <a:pt x="584" y="551"/>
                    <a:pt x="584" y="553"/>
                    <a:pt x="586" y="551"/>
                  </a:cubicBezTo>
                  <a:cubicBezTo>
                    <a:pt x="587" y="550"/>
                    <a:pt x="586" y="551"/>
                    <a:pt x="585" y="553"/>
                  </a:cubicBezTo>
                  <a:cubicBezTo>
                    <a:pt x="587" y="551"/>
                    <a:pt x="589" y="549"/>
                    <a:pt x="590" y="546"/>
                  </a:cubicBezTo>
                  <a:cubicBezTo>
                    <a:pt x="592" y="545"/>
                    <a:pt x="589" y="549"/>
                    <a:pt x="591" y="548"/>
                  </a:cubicBezTo>
                  <a:cubicBezTo>
                    <a:pt x="592" y="547"/>
                    <a:pt x="592" y="545"/>
                    <a:pt x="594" y="544"/>
                  </a:cubicBezTo>
                  <a:cubicBezTo>
                    <a:pt x="594" y="543"/>
                    <a:pt x="594" y="541"/>
                    <a:pt x="593" y="543"/>
                  </a:cubicBezTo>
                  <a:cubicBezTo>
                    <a:pt x="594" y="540"/>
                    <a:pt x="594" y="541"/>
                    <a:pt x="594" y="539"/>
                  </a:cubicBezTo>
                  <a:cubicBezTo>
                    <a:pt x="595" y="537"/>
                    <a:pt x="597" y="538"/>
                    <a:pt x="597" y="536"/>
                  </a:cubicBezTo>
                  <a:cubicBezTo>
                    <a:pt x="598" y="533"/>
                    <a:pt x="596" y="537"/>
                    <a:pt x="595" y="537"/>
                  </a:cubicBezTo>
                  <a:cubicBezTo>
                    <a:pt x="596" y="536"/>
                    <a:pt x="597" y="535"/>
                    <a:pt x="598" y="533"/>
                  </a:cubicBezTo>
                  <a:cubicBezTo>
                    <a:pt x="599" y="533"/>
                    <a:pt x="597" y="536"/>
                    <a:pt x="599" y="534"/>
                  </a:cubicBezTo>
                  <a:cubicBezTo>
                    <a:pt x="599" y="533"/>
                    <a:pt x="602" y="531"/>
                    <a:pt x="601" y="532"/>
                  </a:cubicBezTo>
                  <a:cubicBezTo>
                    <a:pt x="602" y="528"/>
                    <a:pt x="607" y="523"/>
                    <a:pt x="611" y="520"/>
                  </a:cubicBezTo>
                  <a:cubicBezTo>
                    <a:pt x="611" y="519"/>
                    <a:pt x="611" y="518"/>
                    <a:pt x="611" y="517"/>
                  </a:cubicBezTo>
                  <a:cubicBezTo>
                    <a:pt x="609" y="519"/>
                    <a:pt x="610" y="518"/>
                    <a:pt x="608" y="520"/>
                  </a:cubicBezTo>
                  <a:cubicBezTo>
                    <a:pt x="607" y="521"/>
                    <a:pt x="608" y="520"/>
                    <a:pt x="609" y="520"/>
                  </a:cubicBezTo>
                  <a:cubicBezTo>
                    <a:pt x="606" y="524"/>
                    <a:pt x="602" y="528"/>
                    <a:pt x="599" y="532"/>
                  </a:cubicBezTo>
                  <a:cubicBezTo>
                    <a:pt x="601" y="528"/>
                    <a:pt x="605" y="525"/>
                    <a:pt x="607" y="521"/>
                  </a:cubicBezTo>
                  <a:cubicBezTo>
                    <a:pt x="605" y="523"/>
                    <a:pt x="604" y="524"/>
                    <a:pt x="602" y="526"/>
                  </a:cubicBezTo>
                  <a:cubicBezTo>
                    <a:pt x="603" y="524"/>
                    <a:pt x="605" y="522"/>
                    <a:pt x="606" y="519"/>
                  </a:cubicBezTo>
                  <a:cubicBezTo>
                    <a:pt x="607" y="519"/>
                    <a:pt x="606" y="521"/>
                    <a:pt x="608" y="519"/>
                  </a:cubicBezTo>
                  <a:cubicBezTo>
                    <a:pt x="608" y="518"/>
                    <a:pt x="609" y="518"/>
                    <a:pt x="609" y="516"/>
                  </a:cubicBezTo>
                  <a:cubicBezTo>
                    <a:pt x="610" y="515"/>
                    <a:pt x="610" y="517"/>
                    <a:pt x="610" y="518"/>
                  </a:cubicBezTo>
                  <a:cubicBezTo>
                    <a:pt x="610" y="517"/>
                    <a:pt x="611" y="515"/>
                    <a:pt x="612" y="515"/>
                  </a:cubicBezTo>
                  <a:cubicBezTo>
                    <a:pt x="611" y="513"/>
                    <a:pt x="614" y="510"/>
                    <a:pt x="614" y="509"/>
                  </a:cubicBezTo>
                  <a:cubicBezTo>
                    <a:pt x="616" y="507"/>
                    <a:pt x="614" y="510"/>
                    <a:pt x="616" y="509"/>
                  </a:cubicBezTo>
                  <a:cubicBezTo>
                    <a:pt x="617" y="506"/>
                    <a:pt x="621" y="501"/>
                    <a:pt x="621" y="501"/>
                  </a:cubicBezTo>
                  <a:cubicBezTo>
                    <a:pt x="623" y="498"/>
                    <a:pt x="624" y="498"/>
                    <a:pt x="625" y="495"/>
                  </a:cubicBezTo>
                  <a:cubicBezTo>
                    <a:pt x="627" y="494"/>
                    <a:pt x="625" y="497"/>
                    <a:pt x="625" y="498"/>
                  </a:cubicBezTo>
                  <a:cubicBezTo>
                    <a:pt x="627" y="495"/>
                    <a:pt x="628" y="491"/>
                    <a:pt x="630" y="488"/>
                  </a:cubicBezTo>
                  <a:cubicBezTo>
                    <a:pt x="631" y="487"/>
                    <a:pt x="631" y="487"/>
                    <a:pt x="630" y="486"/>
                  </a:cubicBezTo>
                  <a:cubicBezTo>
                    <a:pt x="631" y="484"/>
                    <a:pt x="633" y="480"/>
                    <a:pt x="632" y="480"/>
                  </a:cubicBezTo>
                  <a:cubicBezTo>
                    <a:pt x="634" y="477"/>
                    <a:pt x="632" y="481"/>
                    <a:pt x="634" y="479"/>
                  </a:cubicBezTo>
                  <a:cubicBezTo>
                    <a:pt x="635" y="478"/>
                    <a:pt x="635" y="475"/>
                    <a:pt x="636" y="474"/>
                  </a:cubicBezTo>
                  <a:cubicBezTo>
                    <a:pt x="637" y="472"/>
                    <a:pt x="636" y="473"/>
                    <a:pt x="637" y="471"/>
                  </a:cubicBezTo>
                  <a:cubicBezTo>
                    <a:pt x="638" y="469"/>
                    <a:pt x="637" y="474"/>
                    <a:pt x="637" y="474"/>
                  </a:cubicBezTo>
                  <a:cubicBezTo>
                    <a:pt x="637" y="476"/>
                    <a:pt x="635" y="476"/>
                    <a:pt x="635" y="478"/>
                  </a:cubicBezTo>
                  <a:cubicBezTo>
                    <a:pt x="636" y="478"/>
                    <a:pt x="638" y="473"/>
                    <a:pt x="639" y="471"/>
                  </a:cubicBezTo>
                  <a:cubicBezTo>
                    <a:pt x="640" y="469"/>
                    <a:pt x="640" y="470"/>
                    <a:pt x="641" y="469"/>
                  </a:cubicBezTo>
                  <a:cubicBezTo>
                    <a:pt x="641" y="467"/>
                    <a:pt x="642" y="465"/>
                    <a:pt x="643" y="463"/>
                  </a:cubicBezTo>
                  <a:cubicBezTo>
                    <a:pt x="643" y="461"/>
                    <a:pt x="644" y="459"/>
                    <a:pt x="645" y="459"/>
                  </a:cubicBezTo>
                  <a:cubicBezTo>
                    <a:pt x="645" y="458"/>
                    <a:pt x="645" y="457"/>
                    <a:pt x="645" y="458"/>
                  </a:cubicBezTo>
                  <a:cubicBezTo>
                    <a:pt x="645" y="456"/>
                    <a:pt x="646" y="453"/>
                    <a:pt x="648" y="452"/>
                  </a:cubicBezTo>
                  <a:cubicBezTo>
                    <a:pt x="648" y="450"/>
                    <a:pt x="649" y="449"/>
                    <a:pt x="649" y="447"/>
                  </a:cubicBezTo>
                  <a:cubicBezTo>
                    <a:pt x="648" y="450"/>
                    <a:pt x="645" y="451"/>
                    <a:pt x="645" y="455"/>
                  </a:cubicBezTo>
                  <a:cubicBezTo>
                    <a:pt x="644" y="456"/>
                    <a:pt x="645" y="453"/>
                    <a:pt x="642" y="457"/>
                  </a:cubicBezTo>
                  <a:cubicBezTo>
                    <a:pt x="643" y="453"/>
                    <a:pt x="644" y="453"/>
                    <a:pt x="645" y="452"/>
                  </a:cubicBezTo>
                  <a:cubicBezTo>
                    <a:pt x="645" y="449"/>
                    <a:pt x="643" y="454"/>
                    <a:pt x="643" y="454"/>
                  </a:cubicBezTo>
                  <a:cubicBezTo>
                    <a:pt x="643" y="455"/>
                    <a:pt x="642" y="456"/>
                    <a:pt x="641" y="457"/>
                  </a:cubicBezTo>
                  <a:cubicBezTo>
                    <a:pt x="641" y="459"/>
                    <a:pt x="640" y="460"/>
                    <a:pt x="641" y="460"/>
                  </a:cubicBezTo>
                  <a:cubicBezTo>
                    <a:pt x="642" y="459"/>
                    <a:pt x="642" y="457"/>
                    <a:pt x="643" y="458"/>
                  </a:cubicBezTo>
                  <a:cubicBezTo>
                    <a:pt x="642" y="460"/>
                    <a:pt x="641" y="460"/>
                    <a:pt x="641" y="462"/>
                  </a:cubicBezTo>
                  <a:cubicBezTo>
                    <a:pt x="640" y="463"/>
                    <a:pt x="641" y="460"/>
                    <a:pt x="639" y="463"/>
                  </a:cubicBezTo>
                  <a:cubicBezTo>
                    <a:pt x="640" y="463"/>
                    <a:pt x="638" y="466"/>
                    <a:pt x="637" y="468"/>
                  </a:cubicBezTo>
                  <a:cubicBezTo>
                    <a:pt x="636" y="468"/>
                    <a:pt x="636" y="467"/>
                    <a:pt x="637" y="465"/>
                  </a:cubicBezTo>
                  <a:cubicBezTo>
                    <a:pt x="636" y="467"/>
                    <a:pt x="634" y="470"/>
                    <a:pt x="633" y="473"/>
                  </a:cubicBezTo>
                  <a:cubicBezTo>
                    <a:pt x="630" y="474"/>
                    <a:pt x="629" y="478"/>
                    <a:pt x="627" y="479"/>
                  </a:cubicBezTo>
                  <a:cubicBezTo>
                    <a:pt x="626" y="482"/>
                    <a:pt x="627" y="482"/>
                    <a:pt x="625" y="485"/>
                  </a:cubicBezTo>
                  <a:cubicBezTo>
                    <a:pt x="625" y="486"/>
                    <a:pt x="625" y="484"/>
                    <a:pt x="625" y="483"/>
                  </a:cubicBezTo>
                  <a:cubicBezTo>
                    <a:pt x="623" y="485"/>
                    <a:pt x="623" y="488"/>
                    <a:pt x="621" y="490"/>
                  </a:cubicBezTo>
                  <a:cubicBezTo>
                    <a:pt x="621" y="491"/>
                    <a:pt x="621" y="490"/>
                    <a:pt x="622" y="489"/>
                  </a:cubicBezTo>
                  <a:cubicBezTo>
                    <a:pt x="622" y="491"/>
                    <a:pt x="620" y="493"/>
                    <a:pt x="621" y="493"/>
                  </a:cubicBezTo>
                  <a:cubicBezTo>
                    <a:pt x="620" y="493"/>
                    <a:pt x="619" y="493"/>
                    <a:pt x="619" y="495"/>
                  </a:cubicBezTo>
                  <a:cubicBezTo>
                    <a:pt x="618" y="496"/>
                    <a:pt x="619" y="495"/>
                    <a:pt x="619" y="493"/>
                  </a:cubicBezTo>
                  <a:cubicBezTo>
                    <a:pt x="617" y="495"/>
                    <a:pt x="616" y="499"/>
                    <a:pt x="613" y="501"/>
                  </a:cubicBezTo>
                  <a:cubicBezTo>
                    <a:pt x="614" y="503"/>
                    <a:pt x="610" y="504"/>
                    <a:pt x="610" y="507"/>
                  </a:cubicBezTo>
                  <a:cubicBezTo>
                    <a:pt x="609" y="506"/>
                    <a:pt x="608" y="509"/>
                    <a:pt x="607" y="509"/>
                  </a:cubicBezTo>
                  <a:cubicBezTo>
                    <a:pt x="608" y="507"/>
                    <a:pt x="609" y="505"/>
                    <a:pt x="611" y="504"/>
                  </a:cubicBezTo>
                  <a:cubicBezTo>
                    <a:pt x="611" y="501"/>
                    <a:pt x="615" y="497"/>
                    <a:pt x="618" y="494"/>
                  </a:cubicBezTo>
                  <a:cubicBezTo>
                    <a:pt x="617" y="494"/>
                    <a:pt x="617" y="493"/>
                    <a:pt x="618" y="491"/>
                  </a:cubicBezTo>
                  <a:cubicBezTo>
                    <a:pt x="617" y="494"/>
                    <a:pt x="614" y="497"/>
                    <a:pt x="612" y="501"/>
                  </a:cubicBezTo>
                  <a:cubicBezTo>
                    <a:pt x="609" y="504"/>
                    <a:pt x="607" y="507"/>
                    <a:pt x="606" y="511"/>
                  </a:cubicBezTo>
                  <a:cubicBezTo>
                    <a:pt x="604" y="514"/>
                    <a:pt x="602" y="517"/>
                    <a:pt x="599" y="520"/>
                  </a:cubicBezTo>
                  <a:cubicBezTo>
                    <a:pt x="599" y="521"/>
                    <a:pt x="599" y="521"/>
                    <a:pt x="600" y="520"/>
                  </a:cubicBezTo>
                  <a:cubicBezTo>
                    <a:pt x="600" y="521"/>
                    <a:pt x="599" y="522"/>
                    <a:pt x="599" y="523"/>
                  </a:cubicBezTo>
                  <a:cubicBezTo>
                    <a:pt x="598" y="524"/>
                    <a:pt x="597" y="525"/>
                    <a:pt x="596" y="526"/>
                  </a:cubicBezTo>
                  <a:cubicBezTo>
                    <a:pt x="597" y="524"/>
                    <a:pt x="599" y="523"/>
                    <a:pt x="599" y="521"/>
                  </a:cubicBezTo>
                  <a:cubicBezTo>
                    <a:pt x="598" y="522"/>
                    <a:pt x="597" y="524"/>
                    <a:pt x="595" y="525"/>
                  </a:cubicBezTo>
                  <a:cubicBezTo>
                    <a:pt x="595" y="526"/>
                    <a:pt x="594" y="527"/>
                    <a:pt x="594" y="527"/>
                  </a:cubicBezTo>
                  <a:cubicBezTo>
                    <a:pt x="594" y="528"/>
                    <a:pt x="593" y="529"/>
                    <a:pt x="592" y="530"/>
                  </a:cubicBezTo>
                  <a:cubicBezTo>
                    <a:pt x="591" y="530"/>
                    <a:pt x="592" y="529"/>
                    <a:pt x="592" y="527"/>
                  </a:cubicBezTo>
                  <a:cubicBezTo>
                    <a:pt x="589" y="531"/>
                    <a:pt x="592" y="530"/>
                    <a:pt x="588" y="534"/>
                  </a:cubicBezTo>
                  <a:cubicBezTo>
                    <a:pt x="588" y="534"/>
                    <a:pt x="589" y="535"/>
                    <a:pt x="589" y="534"/>
                  </a:cubicBezTo>
                  <a:cubicBezTo>
                    <a:pt x="589" y="535"/>
                    <a:pt x="588" y="536"/>
                    <a:pt x="587" y="537"/>
                  </a:cubicBezTo>
                  <a:cubicBezTo>
                    <a:pt x="588" y="536"/>
                    <a:pt x="586" y="537"/>
                    <a:pt x="584" y="538"/>
                  </a:cubicBezTo>
                  <a:cubicBezTo>
                    <a:pt x="582" y="540"/>
                    <a:pt x="580" y="542"/>
                    <a:pt x="579" y="543"/>
                  </a:cubicBezTo>
                  <a:cubicBezTo>
                    <a:pt x="580" y="542"/>
                    <a:pt x="582" y="539"/>
                    <a:pt x="584" y="537"/>
                  </a:cubicBezTo>
                  <a:cubicBezTo>
                    <a:pt x="586" y="535"/>
                    <a:pt x="587" y="534"/>
                    <a:pt x="586" y="533"/>
                  </a:cubicBezTo>
                  <a:cubicBezTo>
                    <a:pt x="589" y="530"/>
                    <a:pt x="591" y="528"/>
                    <a:pt x="593" y="525"/>
                  </a:cubicBezTo>
                  <a:cubicBezTo>
                    <a:pt x="593" y="524"/>
                    <a:pt x="591" y="528"/>
                    <a:pt x="589" y="529"/>
                  </a:cubicBezTo>
                  <a:cubicBezTo>
                    <a:pt x="591" y="527"/>
                    <a:pt x="591" y="527"/>
                    <a:pt x="592" y="525"/>
                  </a:cubicBezTo>
                  <a:cubicBezTo>
                    <a:pt x="593" y="524"/>
                    <a:pt x="594" y="522"/>
                    <a:pt x="596" y="522"/>
                  </a:cubicBezTo>
                  <a:cubicBezTo>
                    <a:pt x="597" y="519"/>
                    <a:pt x="596" y="520"/>
                    <a:pt x="595" y="520"/>
                  </a:cubicBezTo>
                  <a:cubicBezTo>
                    <a:pt x="596" y="518"/>
                    <a:pt x="597" y="519"/>
                    <a:pt x="598" y="518"/>
                  </a:cubicBezTo>
                  <a:cubicBezTo>
                    <a:pt x="598" y="516"/>
                    <a:pt x="599" y="515"/>
                    <a:pt x="599" y="514"/>
                  </a:cubicBezTo>
                  <a:cubicBezTo>
                    <a:pt x="601" y="512"/>
                    <a:pt x="600" y="514"/>
                    <a:pt x="602" y="512"/>
                  </a:cubicBezTo>
                  <a:cubicBezTo>
                    <a:pt x="603" y="510"/>
                    <a:pt x="602" y="511"/>
                    <a:pt x="604" y="509"/>
                  </a:cubicBezTo>
                  <a:cubicBezTo>
                    <a:pt x="605" y="506"/>
                    <a:pt x="607" y="504"/>
                    <a:pt x="608" y="501"/>
                  </a:cubicBezTo>
                  <a:cubicBezTo>
                    <a:pt x="610" y="500"/>
                    <a:pt x="609" y="502"/>
                    <a:pt x="610" y="502"/>
                  </a:cubicBezTo>
                  <a:cubicBezTo>
                    <a:pt x="608" y="504"/>
                    <a:pt x="605" y="508"/>
                    <a:pt x="606" y="509"/>
                  </a:cubicBezTo>
                  <a:cubicBezTo>
                    <a:pt x="607" y="508"/>
                    <a:pt x="607" y="506"/>
                    <a:pt x="608" y="504"/>
                  </a:cubicBezTo>
                  <a:cubicBezTo>
                    <a:pt x="608" y="504"/>
                    <a:pt x="609" y="504"/>
                    <a:pt x="609" y="504"/>
                  </a:cubicBezTo>
                  <a:cubicBezTo>
                    <a:pt x="610" y="501"/>
                    <a:pt x="610" y="501"/>
                    <a:pt x="612" y="499"/>
                  </a:cubicBezTo>
                  <a:cubicBezTo>
                    <a:pt x="613" y="496"/>
                    <a:pt x="611" y="499"/>
                    <a:pt x="612" y="495"/>
                  </a:cubicBezTo>
                  <a:cubicBezTo>
                    <a:pt x="612" y="495"/>
                    <a:pt x="613" y="494"/>
                    <a:pt x="613" y="493"/>
                  </a:cubicBezTo>
                  <a:cubicBezTo>
                    <a:pt x="614" y="492"/>
                    <a:pt x="614" y="494"/>
                    <a:pt x="614" y="494"/>
                  </a:cubicBezTo>
                  <a:cubicBezTo>
                    <a:pt x="616" y="493"/>
                    <a:pt x="616" y="492"/>
                    <a:pt x="617" y="491"/>
                  </a:cubicBezTo>
                  <a:cubicBezTo>
                    <a:pt x="618" y="489"/>
                    <a:pt x="617" y="490"/>
                    <a:pt x="617" y="490"/>
                  </a:cubicBezTo>
                  <a:cubicBezTo>
                    <a:pt x="618" y="487"/>
                    <a:pt x="621" y="484"/>
                    <a:pt x="622" y="480"/>
                  </a:cubicBezTo>
                  <a:cubicBezTo>
                    <a:pt x="623" y="477"/>
                    <a:pt x="625" y="475"/>
                    <a:pt x="626" y="472"/>
                  </a:cubicBezTo>
                  <a:cubicBezTo>
                    <a:pt x="627" y="470"/>
                    <a:pt x="629" y="467"/>
                    <a:pt x="630" y="465"/>
                  </a:cubicBezTo>
                  <a:cubicBezTo>
                    <a:pt x="630" y="463"/>
                    <a:pt x="632" y="462"/>
                    <a:pt x="633" y="460"/>
                  </a:cubicBezTo>
                  <a:cubicBezTo>
                    <a:pt x="632" y="458"/>
                    <a:pt x="632" y="459"/>
                    <a:pt x="632" y="457"/>
                  </a:cubicBezTo>
                  <a:cubicBezTo>
                    <a:pt x="630" y="459"/>
                    <a:pt x="630" y="459"/>
                    <a:pt x="629" y="461"/>
                  </a:cubicBezTo>
                  <a:cubicBezTo>
                    <a:pt x="629" y="462"/>
                    <a:pt x="629" y="461"/>
                    <a:pt x="629" y="464"/>
                  </a:cubicBezTo>
                  <a:cubicBezTo>
                    <a:pt x="628" y="466"/>
                    <a:pt x="626" y="468"/>
                    <a:pt x="626" y="471"/>
                  </a:cubicBezTo>
                  <a:cubicBezTo>
                    <a:pt x="625" y="472"/>
                    <a:pt x="626" y="468"/>
                    <a:pt x="626" y="467"/>
                  </a:cubicBezTo>
                  <a:cubicBezTo>
                    <a:pt x="625" y="468"/>
                    <a:pt x="623" y="473"/>
                    <a:pt x="623" y="472"/>
                  </a:cubicBezTo>
                  <a:cubicBezTo>
                    <a:pt x="621" y="475"/>
                    <a:pt x="620" y="480"/>
                    <a:pt x="617" y="482"/>
                  </a:cubicBezTo>
                  <a:cubicBezTo>
                    <a:pt x="617" y="480"/>
                    <a:pt x="619" y="478"/>
                    <a:pt x="620" y="476"/>
                  </a:cubicBezTo>
                  <a:cubicBezTo>
                    <a:pt x="619" y="477"/>
                    <a:pt x="618" y="478"/>
                    <a:pt x="617" y="479"/>
                  </a:cubicBezTo>
                  <a:cubicBezTo>
                    <a:pt x="617" y="480"/>
                    <a:pt x="617" y="481"/>
                    <a:pt x="616" y="482"/>
                  </a:cubicBezTo>
                  <a:cubicBezTo>
                    <a:pt x="614" y="486"/>
                    <a:pt x="610" y="489"/>
                    <a:pt x="608" y="494"/>
                  </a:cubicBezTo>
                  <a:cubicBezTo>
                    <a:pt x="607" y="495"/>
                    <a:pt x="608" y="493"/>
                    <a:pt x="608" y="492"/>
                  </a:cubicBezTo>
                  <a:cubicBezTo>
                    <a:pt x="607" y="493"/>
                    <a:pt x="607" y="495"/>
                    <a:pt x="606" y="496"/>
                  </a:cubicBezTo>
                  <a:cubicBezTo>
                    <a:pt x="607" y="495"/>
                    <a:pt x="607" y="496"/>
                    <a:pt x="609" y="493"/>
                  </a:cubicBezTo>
                  <a:cubicBezTo>
                    <a:pt x="609" y="493"/>
                    <a:pt x="609" y="494"/>
                    <a:pt x="609" y="494"/>
                  </a:cubicBezTo>
                  <a:cubicBezTo>
                    <a:pt x="609" y="496"/>
                    <a:pt x="608" y="497"/>
                    <a:pt x="607" y="498"/>
                  </a:cubicBezTo>
                  <a:cubicBezTo>
                    <a:pt x="607" y="498"/>
                    <a:pt x="607" y="496"/>
                    <a:pt x="606" y="498"/>
                  </a:cubicBezTo>
                  <a:cubicBezTo>
                    <a:pt x="605" y="500"/>
                    <a:pt x="606" y="500"/>
                    <a:pt x="605" y="500"/>
                  </a:cubicBezTo>
                  <a:cubicBezTo>
                    <a:pt x="605" y="501"/>
                    <a:pt x="604" y="502"/>
                    <a:pt x="604" y="502"/>
                  </a:cubicBezTo>
                  <a:cubicBezTo>
                    <a:pt x="603" y="503"/>
                    <a:pt x="604" y="501"/>
                    <a:pt x="604" y="501"/>
                  </a:cubicBezTo>
                  <a:cubicBezTo>
                    <a:pt x="605" y="499"/>
                    <a:pt x="606" y="498"/>
                    <a:pt x="607" y="496"/>
                  </a:cubicBezTo>
                  <a:cubicBezTo>
                    <a:pt x="596" y="511"/>
                    <a:pt x="585" y="526"/>
                    <a:pt x="572" y="539"/>
                  </a:cubicBezTo>
                  <a:cubicBezTo>
                    <a:pt x="572" y="541"/>
                    <a:pt x="568" y="545"/>
                    <a:pt x="566" y="545"/>
                  </a:cubicBezTo>
                  <a:cubicBezTo>
                    <a:pt x="566" y="547"/>
                    <a:pt x="567" y="546"/>
                    <a:pt x="567" y="548"/>
                  </a:cubicBezTo>
                  <a:cubicBezTo>
                    <a:pt x="565" y="550"/>
                    <a:pt x="564" y="549"/>
                    <a:pt x="562" y="552"/>
                  </a:cubicBezTo>
                  <a:cubicBezTo>
                    <a:pt x="561" y="552"/>
                    <a:pt x="562" y="551"/>
                    <a:pt x="562" y="550"/>
                  </a:cubicBezTo>
                  <a:cubicBezTo>
                    <a:pt x="560" y="552"/>
                    <a:pt x="559" y="555"/>
                    <a:pt x="556" y="557"/>
                  </a:cubicBezTo>
                  <a:cubicBezTo>
                    <a:pt x="558" y="553"/>
                    <a:pt x="550" y="561"/>
                    <a:pt x="546" y="563"/>
                  </a:cubicBezTo>
                  <a:cubicBezTo>
                    <a:pt x="545" y="565"/>
                    <a:pt x="547" y="564"/>
                    <a:pt x="548" y="563"/>
                  </a:cubicBezTo>
                  <a:cubicBezTo>
                    <a:pt x="544" y="566"/>
                    <a:pt x="545" y="565"/>
                    <a:pt x="542" y="567"/>
                  </a:cubicBezTo>
                  <a:cubicBezTo>
                    <a:pt x="541" y="568"/>
                    <a:pt x="543" y="567"/>
                    <a:pt x="543" y="568"/>
                  </a:cubicBezTo>
                  <a:cubicBezTo>
                    <a:pt x="542" y="569"/>
                    <a:pt x="541" y="569"/>
                    <a:pt x="540" y="570"/>
                  </a:cubicBezTo>
                  <a:cubicBezTo>
                    <a:pt x="540" y="570"/>
                    <a:pt x="540" y="571"/>
                    <a:pt x="538" y="572"/>
                  </a:cubicBezTo>
                  <a:cubicBezTo>
                    <a:pt x="537" y="574"/>
                    <a:pt x="537" y="573"/>
                    <a:pt x="535" y="575"/>
                  </a:cubicBezTo>
                  <a:cubicBezTo>
                    <a:pt x="534" y="575"/>
                    <a:pt x="534" y="575"/>
                    <a:pt x="535" y="574"/>
                  </a:cubicBezTo>
                  <a:cubicBezTo>
                    <a:pt x="529" y="578"/>
                    <a:pt x="530" y="576"/>
                    <a:pt x="523" y="582"/>
                  </a:cubicBezTo>
                  <a:cubicBezTo>
                    <a:pt x="523" y="582"/>
                    <a:pt x="523" y="582"/>
                    <a:pt x="523" y="581"/>
                  </a:cubicBezTo>
                  <a:cubicBezTo>
                    <a:pt x="519" y="585"/>
                    <a:pt x="514" y="588"/>
                    <a:pt x="510" y="591"/>
                  </a:cubicBezTo>
                  <a:cubicBezTo>
                    <a:pt x="510" y="591"/>
                    <a:pt x="509" y="591"/>
                    <a:pt x="510" y="591"/>
                  </a:cubicBezTo>
                  <a:cubicBezTo>
                    <a:pt x="508" y="592"/>
                    <a:pt x="506" y="594"/>
                    <a:pt x="505" y="595"/>
                  </a:cubicBezTo>
                  <a:cubicBezTo>
                    <a:pt x="503" y="596"/>
                    <a:pt x="503" y="596"/>
                    <a:pt x="504" y="594"/>
                  </a:cubicBezTo>
                  <a:cubicBezTo>
                    <a:pt x="501" y="596"/>
                    <a:pt x="498" y="598"/>
                    <a:pt x="495" y="600"/>
                  </a:cubicBezTo>
                  <a:cubicBezTo>
                    <a:pt x="492" y="601"/>
                    <a:pt x="489" y="603"/>
                    <a:pt x="486" y="606"/>
                  </a:cubicBezTo>
                  <a:cubicBezTo>
                    <a:pt x="484" y="606"/>
                    <a:pt x="486" y="605"/>
                    <a:pt x="484" y="605"/>
                  </a:cubicBezTo>
                  <a:cubicBezTo>
                    <a:pt x="485" y="604"/>
                    <a:pt x="486" y="604"/>
                    <a:pt x="487" y="603"/>
                  </a:cubicBezTo>
                  <a:cubicBezTo>
                    <a:pt x="482" y="606"/>
                    <a:pt x="476" y="610"/>
                    <a:pt x="470" y="613"/>
                  </a:cubicBezTo>
                  <a:cubicBezTo>
                    <a:pt x="469" y="614"/>
                    <a:pt x="474" y="611"/>
                    <a:pt x="471" y="613"/>
                  </a:cubicBezTo>
                  <a:cubicBezTo>
                    <a:pt x="468" y="614"/>
                    <a:pt x="466" y="615"/>
                    <a:pt x="463" y="616"/>
                  </a:cubicBezTo>
                  <a:cubicBezTo>
                    <a:pt x="462" y="618"/>
                    <a:pt x="466" y="615"/>
                    <a:pt x="467" y="615"/>
                  </a:cubicBezTo>
                  <a:cubicBezTo>
                    <a:pt x="466" y="616"/>
                    <a:pt x="463" y="617"/>
                    <a:pt x="461" y="618"/>
                  </a:cubicBezTo>
                  <a:cubicBezTo>
                    <a:pt x="461" y="617"/>
                    <a:pt x="462" y="617"/>
                    <a:pt x="462" y="616"/>
                  </a:cubicBezTo>
                  <a:cubicBezTo>
                    <a:pt x="459" y="617"/>
                    <a:pt x="457" y="618"/>
                    <a:pt x="455" y="620"/>
                  </a:cubicBezTo>
                  <a:cubicBezTo>
                    <a:pt x="452" y="621"/>
                    <a:pt x="450" y="622"/>
                    <a:pt x="446" y="623"/>
                  </a:cubicBezTo>
                  <a:cubicBezTo>
                    <a:pt x="446" y="623"/>
                    <a:pt x="447" y="622"/>
                    <a:pt x="446" y="622"/>
                  </a:cubicBezTo>
                  <a:cubicBezTo>
                    <a:pt x="445" y="622"/>
                    <a:pt x="444" y="623"/>
                    <a:pt x="443" y="623"/>
                  </a:cubicBezTo>
                  <a:cubicBezTo>
                    <a:pt x="442" y="624"/>
                    <a:pt x="443" y="624"/>
                    <a:pt x="440" y="625"/>
                  </a:cubicBezTo>
                  <a:cubicBezTo>
                    <a:pt x="440" y="625"/>
                    <a:pt x="439" y="625"/>
                    <a:pt x="438" y="625"/>
                  </a:cubicBezTo>
                  <a:cubicBezTo>
                    <a:pt x="435" y="626"/>
                    <a:pt x="432" y="627"/>
                    <a:pt x="429" y="628"/>
                  </a:cubicBezTo>
                  <a:cubicBezTo>
                    <a:pt x="428" y="628"/>
                    <a:pt x="431" y="627"/>
                    <a:pt x="432" y="627"/>
                  </a:cubicBezTo>
                  <a:cubicBezTo>
                    <a:pt x="429" y="626"/>
                    <a:pt x="425" y="629"/>
                    <a:pt x="423" y="630"/>
                  </a:cubicBezTo>
                  <a:cubicBezTo>
                    <a:pt x="420" y="631"/>
                    <a:pt x="423" y="630"/>
                    <a:pt x="424" y="629"/>
                  </a:cubicBezTo>
                  <a:cubicBezTo>
                    <a:pt x="420" y="630"/>
                    <a:pt x="417" y="632"/>
                    <a:pt x="413" y="633"/>
                  </a:cubicBezTo>
                  <a:cubicBezTo>
                    <a:pt x="411" y="633"/>
                    <a:pt x="414" y="631"/>
                    <a:pt x="415" y="632"/>
                  </a:cubicBezTo>
                  <a:cubicBezTo>
                    <a:pt x="414" y="631"/>
                    <a:pt x="412" y="632"/>
                    <a:pt x="409" y="632"/>
                  </a:cubicBezTo>
                  <a:cubicBezTo>
                    <a:pt x="410" y="632"/>
                    <a:pt x="412" y="631"/>
                    <a:pt x="410" y="631"/>
                  </a:cubicBezTo>
                  <a:cubicBezTo>
                    <a:pt x="411" y="631"/>
                    <a:pt x="412" y="631"/>
                    <a:pt x="413" y="630"/>
                  </a:cubicBezTo>
                  <a:cubicBezTo>
                    <a:pt x="411" y="630"/>
                    <a:pt x="410" y="631"/>
                    <a:pt x="408" y="631"/>
                  </a:cubicBezTo>
                  <a:cubicBezTo>
                    <a:pt x="409" y="632"/>
                    <a:pt x="407" y="633"/>
                    <a:pt x="405" y="633"/>
                  </a:cubicBezTo>
                  <a:cubicBezTo>
                    <a:pt x="404" y="633"/>
                    <a:pt x="406" y="633"/>
                    <a:pt x="407" y="633"/>
                  </a:cubicBezTo>
                  <a:cubicBezTo>
                    <a:pt x="404" y="634"/>
                    <a:pt x="402" y="634"/>
                    <a:pt x="400" y="636"/>
                  </a:cubicBezTo>
                  <a:cubicBezTo>
                    <a:pt x="397" y="636"/>
                    <a:pt x="401" y="635"/>
                    <a:pt x="399" y="635"/>
                  </a:cubicBezTo>
                  <a:cubicBezTo>
                    <a:pt x="397" y="636"/>
                    <a:pt x="394" y="636"/>
                    <a:pt x="394" y="637"/>
                  </a:cubicBezTo>
                  <a:cubicBezTo>
                    <a:pt x="389" y="637"/>
                    <a:pt x="383" y="638"/>
                    <a:pt x="380" y="639"/>
                  </a:cubicBezTo>
                  <a:cubicBezTo>
                    <a:pt x="380" y="639"/>
                    <a:pt x="381" y="640"/>
                    <a:pt x="378" y="640"/>
                  </a:cubicBezTo>
                  <a:cubicBezTo>
                    <a:pt x="376" y="639"/>
                    <a:pt x="380" y="639"/>
                    <a:pt x="375" y="639"/>
                  </a:cubicBezTo>
                  <a:cubicBezTo>
                    <a:pt x="376" y="638"/>
                    <a:pt x="378" y="638"/>
                    <a:pt x="380" y="638"/>
                  </a:cubicBezTo>
                  <a:cubicBezTo>
                    <a:pt x="379" y="637"/>
                    <a:pt x="374" y="639"/>
                    <a:pt x="372" y="639"/>
                  </a:cubicBezTo>
                  <a:cubicBezTo>
                    <a:pt x="372" y="639"/>
                    <a:pt x="373" y="639"/>
                    <a:pt x="371" y="640"/>
                  </a:cubicBezTo>
                  <a:cubicBezTo>
                    <a:pt x="370" y="639"/>
                    <a:pt x="368" y="640"/>
                    <a:pt x="367" y="639"/>
                  </a:cubicBezTo>
                  <a:cubicBezTo>
                    <a:pt x="365" y="640"/>
                    <a:pt x="366" y="640"/>
                    <a:pt x="364" y="641"/>
                  </a:cubicBezTo>
                  <a:cubicBezTo>
                    <a:pt x="362" y="641"/>
                    <a:pt x="360" y="639"/>
                    <a:pt x="357" y="641"/>
                  </a:cubicBezTo>
                  <a:cubicBezTo>
                    <a:pt x="356" y="641"/>
                    <a:pt x="357" y="640"/>
                    <a:pt x="355" y="640"/>
                  </a:cubicBezTo>
                  <a:cubicBezTo>
                    <a:pt x="356" y="639"/>
                    <a:pt x="358" y="640"/>
                    <a:pt x="359" y="640"/>
                  </a:cubicBezTo>
                  <a:cubicBezTo>
                    <a:pt x="351" y="639"/>
                    <a:pt x="337" y="641"/>
                    <a:pt x="326" y="640"/>
                  </a:cubicBezTo>
                  <a:cubicBezTo>
                    <a:pt x="326" y="639"/>
                    <a:pt x="327" y="639"/>
                    <a:pt x="329" y="638"/>
                  </a:cubicBezTo>
                  <a:cubicBezTo>
                    <a:pt x="326" y="638"/>
                    <a:pt x="324" y="639"/>
                    <a:pt x="322" y="638"/>
                  </a:cubicBezTo>
                  <a:cubicBezTo>
                    <a:pt x="321" y="638"/>
                    <a:pt x="321" y="639"/>
                    <a:pt x="321" y="639"/>
                  </a:cubicBezTo>
                  <a:cubicBezTo>
                    <a:pt x="316" y="639"/>
                    <a:pt x="307" y="636"/>
                    <a:pt x="301" y="638"/>
                  </a:cubicBezTo>
                  <a:cubicBezTo>
                    <a:pt x="300" y="637"/>
                    <a:pt x="304" y="638"/>
                    <a:pt x="304" y="637"/>
                  </a:cubicBezTo>
                  <a:cubicBezTo>
                    <a:pt x="300" y="637"/>
                    <a:pt x="299" y="637"/>
                    <a:pt x="296" y="636"/>
                  </a:cubicBezTo>
                  <a:cubicBezTo>
                    <a:pt x="295" y="636"/>
                    <a:pt x="296" y="637"/>
                    <a:pt x="295" y="637"/>
                  </a:cubicBezTo>
                  <a:cubicBezTo>
                    <a:pt x="291" y="637"/>
                    <a:pt x="286" y="634"/>
                    <a:pt x="283" y="635"/>
                  </a:cubicBezTo>
                  <a:cubicBezTo>
                    <a:pt x="282" y="634"/>
                    <a:pt x="283" y="634"/>
                    <a:pt x="281" y="633"/>
                  </a:cubicBezTo>
                  <a:cubicBezTo>
                    <a:pt x="279" y="633"/>
                    <a:pt x="277" y="633"/>
                    <a:pt x="276" y="632"/>
                  </a:cubicBezTo>
                  <a:cubicBezTo>
                    <a:pt x="272" y="634"/>
                    <a:pt x="266" y="630"/>
                    <a:pt x="261" y="630"/>
                  </a:cubicBezTo>
                  <a:cubicBezTo>
                    <a:pt x="262" y="630"/>
                    <a:pt x="259" y="629"/>
                    <a:pt x="260" y="629"/>
                  </a:cubicBezTo>
                  <a:cubicBezTo>
                    <a:pt x="257" y="628"/>
                    <a:pt x="254" y="628"/>
                    <a:pt x="252" y="626"/>
                  </a:cubicBezTo>
                  <a:cubicBezTo>
                    <a:pt x="251" y="626"/>
                    <a:pt x="250" y="626"/>
                    <a:pt x="249" y="626"/>
                  </a:cubicBezTo>
                  <a:cubicBezTo>
                    <a:pt x="248" y="626"/>
                    <a:pt x="248" y="625"/>
                    <a:pt x="248" y="625"/>
                  </a:cubicBezTo>
                  <a:cubicBezTo>
                    <a:pt x="247" y="625"/>
                    <a:pt x="244" y="624"/>
                    <a:pt x="246" y="624"/>
                  </a:cubicBezTo>
                  <a:cubicBezTo>
                    <a:pt x="244" y="624"/>
                    <a:pt x="241" y="623"/>
                    <a:pt x="238" y="622"/>
                  </a:cubicBezTo>
                  <a:cubicBezTo>
                    <a:pt x="238" y="623"/>
                    <a:pt x="237" y="622"/>
                    <a:pt x="235" y="621"/>
                  </a:cubicBezTo>
                  <a:cubicBezTo>
                    <a:pt x="234" y="621"/>
                    <a:pt x="235" y="621"/>
                    <a:pt x="236" y="621"/>
                  </a:cubicBezTo>
                  <a:cubicBezTo>
                    <a:pt x="234" y="620"/>
                    <a:pt x="231" y="619"/>
                    <a:pt x="228" y="618"/>
                  </a:cubicBezTo>
                  <a:cubicBezTo>
                    <a:pt x="231" y="618"/>
                    <a:pt x="231" y="619"/>
                    <a:pt x="232" y="619"/>
                  </a:cubicBezTo>
                  <a:cubicBezTo>
                    <a:pt x="231" y="618"/>
                    <a:pt x="229" y="617"/>
                    <a:pt x="227" y="617"/>
                  </a:cubicBezTo>
                  <a:cubicBezTo>
                    <a:pt x="227" y="616"/>
                    <a:pt x="229" y="617"/>
                    <a:pt x="229" y="617"/>
                  </a:cubicBezTo>
                  <a:cubicBezTo>
                    <a:pt x="231" y="617"/>
                    <a:pt x="233" y="619"/>
                    <a:pt x="235" y="619"/>
                  </a:cubicBezTo>
                  <a:cubicBezTo>
                    <a:pt x="233" y="618"/>
                    <a:pt x="235" y="618"/>
                    <a:pt x="232" y="617"/>
                  </a:cubicBezTo>
                  <a:cubicBezTo>
                    <a:pt x="232" y="616"/>
                    <a:pt x="234" y="617"/>
                    <a:pt x="236" y="617"/>
                  </a:cubicBezTo>
                  <a:cubicBezTo>
                    <a:pt x="236" y="618"/>
                    <a:pt x="235" y="618"/>
                    <a:pt x="235" y="618"/>
                  </a:cubicBezTo>
                  <a:cubicBezTo>
                    <a:pt x="236" y="619"/>
                    <a:pt x="238" y="619"/>
                    <a:pt x="239" y="619"/>
                  </a:cubicBezTo>
                  <a:cubicBezTo>
                    <a:pt x="241" y="619"/>
                    <a:pt x="242" y="620"/>
                    <a:pt x="244" y="621"/>
                  </a:cubicBezTo>
                  <a:cubicBezTo>
                    <a:pt x="240" y="619"/>
                    <a:pt x="241" y="621"/>
                    <a:pt x="238" y="619"/>
                  </a:cubicBezTo>
                  <a:cubicBezTo>
                    <a:pt x="236" y="620"/>
                    <a:pt x="241" y="621"/>
                    <a:pt x="237" y="620"/>
                  </a:cubicBezTo>
                  <a:cubicBezTo>
                    <a:pt x="235" y="620"/>
                    <a:pt x="238" y="620"/>
                    <a:pt x="236" y="619"/>
                  </a:cubicBezTo>
                  <a:cubicBezTo>
                    <a:pt x="233" y="619"/>
                    <a:pt x="235" y="620"/>
                    <a:pt x="236" y="621"/>
                  </a:cubicBezTo>
                  <a:cubicBezTo>
                    <a:pt x="236" y="620"/>
                    <a:pt x="235" y="620"/>
                    <a:pt x="234" y="620"/>
                  </a:cubicBezTo>
                  <a:cubicBezTo>
                    <a:pt x="236" y="621"/>
                    <a:pt x="244" y="623"/>
                    <a:pt x="248" y="625"/>
                  </a:cubicBezTo>
                  <a:cubicBezTo>
                    <a:pt x="247" y="623"/>
                    <a:pt x="250" y="625"/>
                    <a:pt x="251" y="624"/>
                  </a:cubicBezTo>
                  <a:cubicBezTo>
                    <a:pt x="248" y="624"/>
                    <a:pt x="245" y="623"/>
                    <a:pt x="242" y="623"/>
                  </a:cubicBezTo>
                  <a:cubicBezTo>
                    <a:pt x="242" y="620"/>
                    <a:pt x="251" y="623"/>
                    <a:pt x="254" y="624"/>
                  </a:cubicBezTo>
                  <a:cubicBezTo>
                    <a:pt x="258" y="626"/>
                    <a:pt x="253" y="625"/>
                    <a:pt x="256" y="627"/>
                  </a:cubicBezTo>
                  <a:cubicBezTo>
                    <a:pt x="256" y="626"/>
                    <a:pt x="259" y="628"/>
                    <a:pt x="261" y="628"/>
                  </a:cubicBezTo>
                  <a:cubicBezTo>
                    <a:pt x="260" y="627"/>
                    <a:pt x="255" y="626"/>
                    <a:pt x="257" y="625"/>
                  </a:cubicBezTo>
                  <a:cubicBezTo>
                    <a:pt x="260" y="627"/>
                    <a:pt x="260" y="625"/>
                    <a:pt x="264" y="627"/>
                  </a:cubicBezTo>
                  <a:cubicBezTo>
                    <a:pt x="266" y="628"/>
                    <a:pt x="263" y="628"/>
                    <a:pt x="265" y="629"/>
                  </a:cubicBezTo>
                  <a:cubicBezTo>
                    <a:pt x="268" y="629"/>
                    <a:pt x="268" y="629"/>
                    <a:pt x="268" y="629"/>
                  </a:cubicBezTo>
                  <a:cubicBezTo>
                    <a:pt x="268" y="629"/>
                    <a:pt x="267" y="628"/>
                    <a:pt x="267" y="628"/>
                  </a:cubicBezTo>
                  <a:cubicBezTo>
                    <a:pt x="273" y="629"/>
                    <a:pt x="278" y="630"/>
                    <a:pt x="284" y="630"/>
                  </a:cubicBezTo>
                  <a:cubicBezTo>
                    <a:pt x="282" y="629"/>
                    <a:pt x="280" y="630"/>
                    <a:pt x="279" y="629"/>
                  </a:cubicBezTo>
                  <a:cubicBezTo>
                    <a:pt x="282" y="629"/>
                    <a:pt x="288" y="630"/>
                    <a:pt x="289" y="631"/>
                  </a:cubicBezTo>
                  <a:cubicBezTo>
                    <a:pt x="287" y="631"/>
                    <a:pt x="286" y="631"/>
                    <a:pt x="284" y="631"/>
                  </a:cubicBezTo>
                  <a:cubicBezTo>
                    <a:pt x="283" y="631"/>
                    <a:pt x="287" y="632"/>
                    <a:pt x="285" y="632"/>
                  </a:cubicBezTo>
                  <a:cubicBezTo>
                    <a:pt x="289" y="633"/>
                    <a:pt x="292" y="632"/>
                    <a:pt x="294" y="633"/>
                  </a:cubicBezTo>
                  <a:cubicBezTo>
                    <a:pt x="296" y="633"/>
                    <a:pt x="297" y="634"/>
                    <a:pt x="299" y="634"/>
                  </a:cubicBezTo>
                  <a:cubicBezTo>
                    <a:pt x="299" y="634"/>
                    <a:pt x="300" y="633"/>
                    <a:pt x="299" y="633"/>
                  </a:cubicBezTo>
                  <a:cubicBezTo>
                    <a:pt x="303" y="634"/>
                    <a:pt x="311" y="634"/>
                    <a:pt x="313" y="635"/>
                  </a:cubicBezTo>
                  <a:cubicBezTo>
                    <a:pt x="315" y="635"/>
                    <a:pt x="318" y="635"/>
                    <a:pt x="320" y="635"/>
                  </a:cubicBezTo>
                  <a:cubicBezTo>
                    <a:pt x="321" y="635"/>
                    <a:pt x="320" y="636"/>
                    <a:pt x="320" y="636"/>
                  </a:cubicBezTo>
                  <a:cubicBezTo>
                    <a:pt x="322" y="636"/>
                    <a:pt x="321" y="635"/>
                    <a:pt x="323" y="635"/>
                  </a:cubicBezTo>
                  <a:cubicBezTo>
                    <a:pt x="325" y="636"/>
                    <a:pt x="324" y="636"/>
                    <a:pt x="322" y="637"/>
                  </a:cubicBezTo>
                  <a:cubicBezTo>
                    <a:pt x="325" y="637"/>
                    <a:pt x="328" y="637"/>
                    <a:pt x="329" y="638"/>
                  </a:cubicBezTo>
                  <a:cubicBezTo>
                    <a:pt x="330" y="638"/>
                    <a:pt x="328" y="637"/>
                    <a:pt x="331" y="636"/>
                  </a:cubicBezTo>
                  <a:cubicBezTo>
                    <a:pt x="327" y="636"/>
                    <a:pt x="329" y="638"/>
                    <a:pt x="325" y="637"/>
                  </a:cubicBezTo>
                  <a:cubicBezTo>
                    <a:pt x="324" y="636"/>
                    <a:pt x="325" y="636"/>
                    <a:pt x="327" y="635"/>
                  </a:cubicBezTo>
                  <a:cubicBezTo>
                    <a:pt x="332" y="635"/>
                    <a:pt x="336" y="637"/>
                    <a:pt x="340" y="636"/>
                  </a:cubicBezTo>
                  <a:cubicBezTo>
                    <a:pt x="342" y="637"/>
                    <a:pt x="338" y="637"/>
                    <a:pt x="337" y="637"/>
                  </a:cubicBezTo>
                  <a:cubicBezTo>
                    <a:pt x="339" y="638"/>
                    <a:pt x="341" y="637"/>
                    <a:pt x="343" y="637"/>
                  </a:cubicBezTo>
                  <a:cubicBezTo>
                    <a:pt x="343" y="637"/>
                    <a:pt x="342" y="637"/>
                    <a:pt x="342" y="636"/>
                  </a:cubicBezTo>
                  <a:cubicBezTo>
                    <a:pt x="343" y="636"/>
                    <a:pt x="344" y="637"/>
                    <a:pt x="344" y="636"/>
                  </a:cubicBezTo>
                  <a:cubicBezTo>
                    <a:pt x="347" y="637"/>
                    <a:pt x="351" y="635"/>
                    <a:pt x="354" y="636"/>
                  </a:cubicBezTo>
                  <a:cubicBezTo>
                    <a:pt x="354" y="635"/>
                    <a:pt x="359" y="635"/>
                    <a:pt x="359" y="636"/>
                  </a:cubicBezTo>
                  <a:cubicBezTo>
                    <a:pt x="361" y="634"/>
                    <a:pt x="367" y="634"/>
                    <a:pt x="370" y="634"/>
                  </a:cubicBezTo>
                  <a:cubicBezTo>
                    <a:pt x="372" y="634"/>
                    <a:pt x="371" y="633"/>
                    <a:pt x="372" y="633"/>
                  </a:cubicBezTo>
                  <a:cubicBezTo>
                    <a:pt x="375" y="633"/>
                    <a:pt x="378" y="632"/>
                    <a:pt x="378" y="634"/>
                  </a:cubicBezTo>
                  <a:cubicBezTo>
                    <a:pt x="379" y="633"/>
                    <a:pt x="381" y="632"/>
                    <a:pt x="382" y="632"/>
                  </a:cubicBezTo>
                  <a:cubicBezTo>
                    <a:pt x="386" y="632"/>
                    <a:pt x="381" y="633"/>
                    <a:pt x="383" y="633"/>
                  </a:cubicBezTo>
                  <a:cubicBezTo>
                    <a:pt x="386" y="632"/>
                    <a:pt x="388" y="632"/>
                    <a:pt x="390" y="632"/>
                  </a:cubicBezTo>
                  <a:cubicBezTo>
                    <a:pt x="391" y="631"/>
                    <a:pt x="393" y="630"/>
                    <a:pt x="394" y="630"/>
                  </a:cubicBezTo>
                  <a:cubicBezTo>
                    <a:pt x="395" y="630"/>
                    <a:pt x="391" y="632"/>
                    <a:pt x="394" y="632"/>
                  </a:cubicBezTo>
                  <a:cubicBezTo>
                    <a:pt x="394" y="630"/>
                    <a:pt x="401" y="629"/>
                    <a:pt x="405" y="629"/>
                  </a:cubicBezTo>
                  <a:cubicBezTo>
                    <a:pt x="407" y="628"/>
                    <a:pt x="407" y="627"/>
                    <a:pt x="410" y="626"/>
                  </a:cubicBezTo>
                  <a:cubicBezTo>
                    <a:pt x="410" y="627"/>
                    <a:pt x="408" y="628"/>
                    <a:pt x="411" y="627"/>
                  </a:cubicBezTo>
                  <a:cubicBezTo>
                    <a:pt x="412" y="627"/>
                    <a:pt x="411" y="628"/>
                    <a:pt x="409" y="629"/>
                  </a:cubicBezTo>
                  <a:cubicBezTo>
                    <a:pt x="409" y="629"/>
                    <a:pt x="409" y="629"/>
                    <a:pt x="410" y="629"/>
                  </a:cubicBezTo>
                  <a:cubicBezTo>
                    <a:pt x="411" y="629"/>
                    <a:pt x="411" y="629"/>
                    <a:pt x="411" y="629"/>
                  </a:cubicBezTo>
                  <a:cubicBezTo>
                    <a:pt x="413" y="628"/>
                    <a:pt x="411" y="628"/>
                    <a:pt x="413" y="627"/>
                  </a:cubicBezTo>
                  <a:cubicBezTo>
                    <a:pt x="416" y="626"/>
                    <a:pt x="416" y="627"/>
                    <a:pt x="419" y="627"/>
                  </a:cubicBezTo>
                  <a:cubicBezTo>
                    <a:pt x="421" y="626"/>
                    <a:pt x="423" y="626"/>
                    <a:pt x="425" y="625"/>
                  </a:cubicBezTo>
                  <a:cubicBezTo>
                    <a:pt x="423" y="625"/>
                    <a:pt x="420" y="626"/>
                    <a:pt x="418" y="627"/>
                  </a:cubicBezTo>
                  <a:cubicBezTo>
                    <a:pt x="418" y="626"/>
                    <a:pt x="417" y="626"/>
                    <a:pt x="415" y="626"/>
                  </a:cubicBezTo>
                  <a:cubicBezTo>
                    <a:pt x="418" y="626"/>
                    <a:pt x="417" y="625"/>
                    <a:pt x="420" y="625"/>
                  </a:cubicBezTo>
                  <a:cubicBezTo>
                    <a:pt x="423" y="624"/>
                    <a:pt x="419" y="625"/>
                    <a:pt x="421" y="624"/>
                  </a:cubicBezTo>
                  <a:cubicBezTo>
                    <a:pt x="424" y="624"/>
                    <a:pt x="429" y="622"/>
                    <a:pt x="433" y="621"/>
                  </a:cubicBezTo>
                  <a:cubicBezTo>
                    <a:pt x="434" y="620"/>
                    <a:pt x="430" y="621"/>
                    <a:pt x="429" y="622"/>
                  </a:cubicBezTo>
                  <a:cubicBezTo>
                    <a:pt x="428" y="621"/>
                    <a:pt x="433" y="619"/>
                    <a:pt x="436" y="619"/>
                  </a:cubicBezTo>
                  <a:cubicBezTo>
                    <a:pt x="437" y="619"/>
                    <a:pt x="432" y="620"/>
                    <a:pt x="434" y="620"/>
                  </a:cubicBezTo>
                  <a:cubicBezTo>
                    <a:pt x="436" y="620"/>
                    <a:pt x="436" y="619"/>
                    <a:pt x="438" y="618"/>
                  </a:cubicBezTo>
                  <a:cubicBezTo>
                    <a:pt x="436" y="621"/>
                    <a:pt x="447" y="615"/>
                    <a:pt x="451" y="615"/>
                  </a:cubicBezTo>
                  <a:cubicBezTo>
                    <a:pt x="452" y="614"/>
                    <a:pt x="456" y="612"/>
                    <a:pt x="458" y="610"/>
                  </a:cubicBezTo>
                  <a:cubicBezTo>
                    <a:pt x="458" y="612"/>
                    <a:pt x="467" y="607"/>
                    <a:pt x="468" y="605"/>
                  </a:cubicBezTo>
                  <a:cubicBezTo>
                    <a:pt x="468" y="605"/>
                    <a:pt x="469" y="605"/>
                    <a:pt x="469" y="606"/>
                  </a:cubicBezTo>
                  <a:cubicBezTo>
                    <a:pt x="470" y="605"/>
                    <a:pt x="472" y="604"/>
                    <a:pt x="474" y="602"/>
                  </a:cubicBezTo>
                  <a:cubicBezTo>
                    <a:pt x="476" y="603"/>
                    <a:pt x="477" y="601"/>
                    <a:pt x="481" y="598"/>
                  </a:cubicBezTo>
                  <a:cubicBezTo>
                    <a:pt x="482" y="598"/>
                    <a:pt x="481" y="599"/>
                    <a:pt x="483" y="599"/>
                  </a:cubicBezTo>
                  <a:cubicBezTo>
                    <a:pt x="486" y="596"/>
                    <a:pt x="488" y="595"/>
                    <a:pt x="491" y="594"/>
                  </a:cubicBezTo>
                  <a:cubicBezTo>
                    <a:pt x="493" y="592"/>
                    <a:pt x="495" y="591"/>
                    <a:pt x="499" y="589"/>
                  </a:cubicBezTo>
                  <a:cubicBezTo>
                    <a:pt x="499" y="588"/>
                    <a:pt x="498" y="590"/>
                    <a:pt x="500" y="588"/>
                  </a:cubicBezTo>
                  <a:cubicBezTo>
                    <a:pt x="500" y="587"/>
                    <a:pt x="504" y="586"/>
                    <a:pt x="505" y="586"/>
                  </a:cubicBezTo>
                  <a:cubicBezTo>
                    <a:pt x="504" y="585"/>
                    <a:pt x="507" y="583"/>
                    <a:pt x="510" y="581"/>
                  </a:cubicBezTo>
                  <a:cubicBezTo>
                    <a:pt x="511" y="581"/>
                    <a:pt x="507" y="583"/>
                    <a:pt x="508" y="583"/>
                  </a:cubicBezTo>
                  <a:cubicBezTo>
                    <a:pt x="509" y="583"/>
                    <a:pt x="509" y="583"/>
                    <a:pt x="510" y="582"/>
                  </a:cubicBezTo>
                  <a:cubicBezTo>
                    <a:pt x="511" y="581"/>
                    <a:pt x="509" y="582"/>
                    <a:pt x="511" y="581"/>
                  </a:cubicBezTo>
                  <a:cubicBezTo>
                    <a:pt x="512" y="580"/>
                    <a:pt x="510" y="582"/>
                    <a:pt x="511" y="582"/>
                  </a:cubicBezTo>
                  <a:cubicBezTo>
                    <a:pt x="514" y="580"/>
                    <a:pt x="515" y="579"/>
                    <a:pt x="515" y="578"/>
                  </a:cubicBezTo>
                  <a:cubicBezTo>
                    <a:pt x="517" y="576"/>
                    <a:pt x="515" y="579"/>
                    <a:pt x="517" y="577"/>
                  </a:cubicBezTo>
                  <a:cubicBezTo>
                    <a:pt x="517" y="577"/>
                    <a:pt x="519" y="575"/>
                    <a:pt x="520" y="573"/>
                  </a:cubicBezTo>
                  <a:cubicBezTo>
                    <a:pt x="522" y="574"/>
                    <a:pt x="522" y="572"/>
                    <a:pt x="524" y="572"/>
                  </a:cubicBezTo>
                  <a:cubicBezTo>
                    <a:pt x="524" y="571"/>
                    <a:pt x="526" y="569"/>
                    <a:pt x="528" y="569"/>
                  </a:cubicBezTo>
                  <a:cubicBezTo>
                    <a:pt x="528" y="569"/>
                    <a:pt x="527" y="569"/>
                    <a:pt x="528" y="570"/>
                  </a:cubicBezTo>
                  <a:cubicBezTo>
                    <a:pt x="528" y="568"/>
                    <a:pt x="535" y="563"/>
                    <a:pt x="534" y="563"/>
                  </a:cubicBezTo>
                  <a:cubicBezTo>
                    <a:pt x="535" y="562"/>
                    <a:pt x="536" y="559"/>
                    <a:pt x="538" y="558"/>
                  </a:cubicBezTo>
                  <a:cubicBezTo>
                    <a:pt x="540" y="558"/>
                    <a:pt x="537" y="560"/>
                    <a:pt x="536" y="562"/>
                  </a:cubicBezTo>
                  <a:cubicBezTo>
                    <a:pt x="538" y="560"/>
                    <a:pt x="539" y="559"/>
                    <a:pt x="541" y="558"/>
                  </a:cubicBezTo>
                  <a:cubicBezTo>
                    <a:pt x="541" y="555"/>
                    <a:pt x="547" y="551"/>
                    <a:pt x="548" y="549"/>
                  </a:cubicBezTo>
                  <a:cubicBezTo>
                    <a:pt x="549" y="549"/>
                    <a:pt x="547" y="552"/>
                    <a:pt x="546" y="553"/>
                  </a:cubicBezTo>
                  <a:cubicBezTo>
                    <a:pt x="545" y="553"/>
                    <a:pt x="545" y="553"/>
                    <a:pt x="546" y="552"/>
                  </a:cubicBezTo>
                  <a:cubicBezTo>
                    <a:pt x="544" y="553"/>
                    <a:pt x="545" y="554"/>
                    <a:pt x="543" y="556"/>
                  </a:cubicBezTo>
                  <a:cubicBezTo>
                    <a:pt x="546" y="553"/>
                    <a:pt x="546" y="552"/>
                    <a:pt x="549" y="551"/>
                  </a:cubicBezTo>
                  <a:cubicBezTo>
                    <a:pt x="551" y="549"/>
                    <a:pt x="549" y="551"/>
                    <a:pt x="549" y="550"/>
                  </a:cubicBezTo>
                  <a:cubicBezTo>
                    <a:pt x="552" y="548"/>
                    <a:pt x="561" y="538"/>
                    <a:pt x="565" y="534"/>
                  </a:cubicBezTo>
                  <a:cubicBezTo>
                    <a:pt x="565" y="534"/>
                    <a:pt x="567" y="530"/>
                    <a:pt x="566" y="531"/>
                  </a:cubicBezTo>
                  <a:cubicBezTo>
                    <a:pt x="567" y="528"/>
                    <a:pt x="570" y="527"/>
                    <a:pt x="569" y="526"/>
                  </a:cubicBezTo>
                  <a:cubicBezTo>
                    <a:pt x="571" y="525"/>
                    <a:pt x="570" y="527"/>
                    <a:pt x="570" y="527"/>
                  </a:cubicBezTo>
                  <a:cubicBezTo>
                    <a:pt x="570" y="528"/>
                    <a:pt x="569" y="529"/>
                    <a:pt x="568" y="529"/>
                  </a:cubicBezTo>
                  <a:cubicBezTo>
                    <a:pt x="567" y="531"/>
                    <a:pt x="570" y="529"/>
                    <a:pt x="567" y="532"/>
                  </a:cubicBezTo>
                  <a:cubicBezTo>
                    <a:pt x="569" y="530"/>
                    <a:pt x="569" y="529"/>
                    <a:pt x="571" y="526"/>
                  </a:cubicBezTo>
                  <a:cubicBezTo>
                    <a:pt x="571" y="526"/>
                    <a:pt x="572" y="526"/>
                    <a:pt x="572" y="525"/>
                  </a:cubicBezTo>
                  <a:cubicBezTo>
                    <a:pt x="573" y="524"/>
                    <a:pt x="571" y="526"/>
                    <a:pt x="571" y="525"/>
                  </a:cubicBezTo>
                  <a:cubicBezTo>
                    <a:pt x="572" y="523"/>
                    <a:pt x="574" y="523"/>
                    <a:pt x="574" y="521"/>
                  </a:cubicBezTo>
                  <a:cubicBezTo>
                    <a:pt x="571" y="524"/>
                    <a:pt x="568" y="527"/>
                    <a:pt x="565" y="530"/>
                  </a:cubicBezTo>
                  <a:cubicBezTo>
                    <a:pt x="562" y="533"/>
                    <a:pt x="559" y="537"/>
                    <a:pt x="556" y="540"/>
                  </a:cubicBezTo>
                  <a:cubicBezTo>
                    <a:pt x="554" y="541"/>
                    <a:pt x="556" y="538"/>
                    <a:pt x="554" y="540"/>
                  </a:cubicBezTo>
                  <a:cubicBezTo>
                    <a:pt x="553" y="541"/>
                    <a:pt x="554" y="541"/>
                    <a:pt x="553" y="542"/>
                  </a:cubicBezTo>
                  <a:cubicBezTo>
                    <a:pt x="551" y="544"/>
                    <a:pt x="553" y="540"/>
                    <a:pt x="554" y="538"/>
                  </a:cubicBezTo>
                  <a:cubicBezTo>
                    <a:pt x="558" y="535"/>
                    <a:pt x="562" y="532"/>
                    <a:pt x="566" y="527"/>
                  </a:cubicBezTo>
                  <a:cubicBezTo>
                    <a:pt x="567" y="525"/>
                    <a:pt x="568" y="524"/>
                    <a:pt x="569" y="523"/>
                  </a:cubicBezTo>
                  <a:cubicBezTo>
                    <a:pt x="568" y="524"/>
                    <a:pt x="568" y="523"/>
                    <a:pt x="571" y="521"/>
                  </a:cubicBezTo>
                  <a:cubicBezTo>
                    <a:pt x="572" y="519"/>
                    <a:pt x="570" y="520"/>
                    <a:pt x="571" y="519"/>
                  </a:cubicBezTo>
                  <a:cubicBezTo>
                    <a:pt x="574" y="517"/>
                    <a:pt x="574" y="515"/>
                    <a:pt x="577" y="512"/>
                  </a:cubicBezTo>
                  <a:cubicBezTo>
                    <a:pt x="578" y="511"/>
                    <a:pt x="577" y="513"/>
                    <a:pt x="579" y="511"/>
                  </a:cubicBezTo>
                  <a:cubicBezTo>
                    <a:pt x="578" y="511"/>
                    <a:pt x="579" y="509"/>
                    <a:pt x="580" y="507"/>
                  </a:cubicBezTo>
                  <a:cubicBezTo>
                    <a:pt x="582" y="506"/>
                    <a:pt x="579" y="510"/>
                    <a:pt x="581" y="508"/>
                  </a:cubicBezTo>
                  <a:cubicBezTo>
                    <a:pt x="581" y="507"/>
                    <a:pt x="582" y="507"/>
                    <a:pt x="582" y="506"/>
                  </a:cubicBezTo>
                  <a:cubicBezTo>
                    <a:pt x="582" y="506"/>
                    <a:pt x="582" y="505"/>
                    <a:pt x="583" y="504"/>
                  </a:cubicBezTo>
                  <a:cubicBezTo>
                    <a:pt x="586" y="501"/>
                    <a:pt x="587" y="498"/>
                    <a:pt x="590" y="496"/>
                  </a:cubicBezTo>
                  <a:cubicBezTo>
                    <a:pt x="590" y="494"/>
                    <a:pt x="593" y="493"/>
                    <a:pt x="594" y="490"/>
                  </a:cubicBezTo>
                  <a:cubicBezTo>
                    <a:pt x="595" y="489"/>
                    <a:pt x="592" y="492"/>
                    <a:pt x="593" y="493"/>
                  </a:cubicBezTo>
                  <a:cubicBezTo>
                    <a:pt x="594" y="491"/>
                    <a:pt x="595" y="489"/>
                    <a:pt x="596" y="488"/>
                  </a:cubicBezTo>
                  <a:cubicBezTo>
                    <a:pt x="597" y="487"/>
                    <a:pt x="596" y="485"/>
                    <a:pt x="597" y="484"/>
                  </a:cubicBezTo>
                  <a:cubicBezTo>
                    <a:pt x="596" y="484"/>
                    <a:pt x="597" y="484"/>
                    <a:pt x="598" y="481"/>
                  </a:cubicBezTo>
                  <a:cubicBezTo>
                    <a:pt x="596" y="485"/>
                    <a:pt x="594" y="486"/>
                    <a:pt x="592" y="489"/>
                  </a:cubicBezTo>
                  <a:cubicBezTo>
                    <a:pt x="591" y="490"/>
                    <a:pt x="593" y="488"/>
                    <a:pt x="591" y="489"/>
                  </a:cubicBezTo>
                  <a:cubicBezTo>
                    <a:pt x="590" y="491"/>
                    <a:pt x="591" y="492"/>
                    <a:pt x="591" y="491"/>
                  </a:cubicBezTo>
                  <a:cubicBezTo>
                    <a:pt x="591" y="493"/>
                    <a:pt x="590" y="494"/>
                    <a:pt x="590" y="495"/>
                  </a:cubicBezTo>
                  <a:cubicBezTo>
                    <a:pt x="589" y="494"/>
                    <a:pt x="587" y="498"/>
                    <a:pt x="586" y="499"/>
                  </a:cubicBezTo>
                  <a:cubicBezTo>
                    <a:pt x="585" y="500"/>
                    <a:pt x="587" y="497"/>
                    <a:pt x="587" y="496"/>
                  </a:cubicBezTo>
                  <a:cubicBezTo>
                    <a:pt x="585" y="498"/>
                    <a:pt x="586" y="498"/>
                    <a:pt x="585" y="499"/>
                  </a:cubicBezTo>
                  <a:cubicBezTo>
                    <a:pt x="585" y="500"/>
                    <a:pt x="583" y="501"/>
                    <a:pt x="581" y="503"/>
                  </a:cubicBezTo>
                  <a:cubicBezTo>
                    <a:pt x="582" y="504"/>
                    <a:pt x="581" y="506"/>
                    <a:pt x="580" y="507"/>
                  </a:cubicBezTo>
                  <a:cubicBezTo>
                    <a:pt x="579" y="507"/>
                    <a:pt x="579" y="506"/>
                    <a:pt x="578" y="508"/>
                  </a:cubicBezTo>
                  <a:cubicBezTo>
                    <a:pt x="577" y="509"/>
                    <a:pt x="576" y="510"/>
                    <a:pt x="575" y="511"/>
                  </a:cubicBezTo>
                  <a:cubicBezTo>
                    <a:pt x="575" y="511"/>
                    <a:pt x="574" y="511"/>
                    <a:pt x="574" y="511"/>
                  </a:cubicBezTo>
                  <a:cubicBezTo>
                    <a:pt x="570" y="516"/>
                    <a:pt x="566" y="521"/>
                    <a:pt x="562" y="525"/>
                  </a:cubicBezTo>
                  <a:cubicBezTo>
                    <a:pt x="560" y="528"/>
                    <a:pt x="557" y="530"/>
                    <a:pt x="555" y="533"/>
                  </a:cubicBezTo>
                  <a:cubicBezTo>
                    <a:pt x="550" y="536"/>
                    <a:pt x="546" y="544"/>
                    <a:pt x="541" y="545"/>
                  </a:cubicBezTo>
                  <a:cubicBezTo>
                    <a:pt x="541" y="546"/>
                    <a:pt x="540" y="547"/>
                    <a:pt x="539" y="548"/>
                  </a:cubicBezTo>
                  <a:cubicBezTo>
                    <a:pt x="538" y="548"/>
                    <a:pt x="537" y="549"/>
                    <a:pt x="535" y="550"/>
                  </a:cubicBezTo>
                  <a:cubicBezTo>
                    <a:pt x="537" y="548"/>
                    <a:pt x="539" y="547"/>
                    <a:pt x="539" y="546"/>
                  </a:cubicBezTo>
                  <a:cubicBezTo>
                    <a:pt x="539" y="547"/>
                    <a:pt x="540" y="545"/>
                    <a:pt x="542" y="544"/>
                  </a:cubicBezTo>
                  <a:cubicBezTo>
                    <a:pt x="542" y="543"/>
                    <a:pt x="541" y="544"/>
                    <a:pt x="540" y="545"/>
                  </a:cubicBezTo>
                  <a:cubicBezTo>
                    <a:pt x="541" y="543"/>
                    <a:pt x="543" y="541"/>
                    <a:pt x="545" y="539"/>
                  </a:cubicBezTo>
                  <a:cubicBezTo>
                    <a:pt x="546" y="539"/>
                    <a:pt x="544" y="542"/>
                    <a:pt x="543" y="542"/>
                  </a:cubicBezTo>
                  <a:cubicBezTo>
                    <a:pt x="544" y="542"/>
                    <a:pt x="548" y="537"/>
                    <a:pt x="550" y="535"/>
                  </a:cubicBezTo>
                  <a:cubicBezTo>
                    <a:pt x="548" y="536"/>
                    <a:pt x="548" y="537"/>
                    <a:pt x="547" y="538"/>
                  </a:cubicBezTo>
                  <a:cubicBezTo>
                    <a:pt x="550" y="534"/>
                    <a:pt x="551" y="532"/>
                    <a:pt x="554" y="529"/>
                  </a:cubicBezTo>
                  <a:cubicBezTo>
                    <a:pt x="556" y="528"/>
                    <a:pt x="552" y="532"/>
                    <a:pt x="555" y="530"/>
                  </a:cubicBezTo>
                  <a:cubicBezTo>
                    <a:pt x="556" y="528"/>
                    <a:pt x="556" y="528"/>
                    <a:pt x="556" y="528"/>
                  </a:cubicBezTo>
                  <a:cubicBezTo>
                    <a:pt x="559" y="525"/>
                    <a:pt x="563" y="520"/>
                    <a:pt x="565" y="517"/>
                  </a:cubicBezTo>
                  <a:cubicBezTo>
                    <a:pt x="563" y="520"/>
                    <a:pt x="566" y="516"/>
                    <a:pt x="568" y="513"/>
                  </a:cubicBezTo>
                  <a:cubicBezTo>
                    <a:pt x="568" y="513"/>
                    <a:pt x="569" y="511"/>
                    <a:pt x="567" y="513"/>
                  </a:cubicBezTo>
                  <a:cubicBezTo>
                    <a:pt x="569" y="509"/>
                    <a:pt x="571" y="510"/>
                    <a:pt x="572" y="507"/>
                  </a:cubicBezTo>
                  <a:cubicBezTo>
                    <a:pt x="573" y="506"/>
                    <a:pt x="573" y="507"/>
                    <a:pt x="573" y="507"/>
                  </a:cubicBezTo>
                  <a:cubicBezTo>
                    <a:pt x="574" y="506"/>
                    <a:pt x="575" y="504"/>
                    <a:pt x="575" y="503"/>
                  </a:cubicBezTo>
                  <a:cubicBezTo>
                    <a:pt x="576" y="501"/>
                    <a:pt x="580" y="499"/>
                    <a:pt x="579" y="497"/>
                  </a:cubicBezTo>
                  <a:cubicBezTo>
                    <a:pt x="580" y="497"/>
                    <a:pt x="582" y="494"/>
                    <a:pt x="582" y="495"/>
                  </a:cubicBezTo>
                  <a:cubicBezTo>
                    <a:pt x="582" y="492"/>
                    <a:pt x="586" y="487"/>
                    <a:pt x="589" y="483"/>
                  </a:cubicBezTo>
                  <a:cubicBezTo>
                    <a:pt x="588" y="486"/>
                    <a:pt x="588" y="486"/>
                    <a:pt x="587" y="488"/>
                  </a:cubicBezTo>
                  <a:cubicBezTo>
                    <a:pt x="589" y="487"/>
                    <a:pt x="590" y="485"/>
                    <a:pt x="591" y="484"/>
                  </a:cubicBezTo>
                  <a:cubicBezTo>
                    <a:pt x="592" y="483"/>
                    <a:pt x="589" y="485"/>
                    <a:pt x="591" y="483"/>
                  </a:cubicBezTo>
                  <a:cubicBezTo>
                    <a:pt x="590" y="482"/>
                    <a:pt x="589" y="485"/>
                    <a:pt x="589" y="486"/>
                  </a:cubicBezTo>
                  <a:cubicBezTo>
                    <a:pt x="588" y="486"/>
                    <a:pt x="590" y="480"/>
                    <a:pt x="593" y="478"/>
                  </a:cubicBezTo>
                  <a:cubicBezTo>
                    <a:pt x="595" y="475"/>
                    <a:pt x="595" y="470"/>
                    <a:pt x="598" y="467"/>
                  </a:cubicBezTo>
                  <a:cubicBezTo>
                    <a:pt x="598" y="465"/>
                    <a:pt x="598" y="465"/>
                    <a:pt x="598" y="465"/>
                  </a:cubicBezTo>
                  <a:cubicBezTo>
                    <a:pt x="599" y="463"/>
                    <a:pt x="599" y="465"/>
                    <a:pt x="599" y="465"/>
                  </a:cubicBezTo>
                  <a:cubicBezTo>
                    <a:pt x="600" y="464"/>
                    <a:pt x="600" y="461"/>
                    <a:pt x="602" y="459"/>
                  </a:cubicBezTo>
                  <a:cubicBezTo>
                    <a:pt x="603" y="459"/>
                    <a:pt x="601" y="461"/>
                    <a:pt x="601" y="462"/>
                  </a:cubicBezTo>
                  <a:cubicBezTo>
                    <a:pt x="604" y="456"/>
                    <a:pt x="605" y="451"/>
                    <a:pt x="608" y="448"/>
                  </a:cubicBezTo>
                  <a:cubicBezTo>
                    <a:pt x="609" y="446"/>
                    <a:pt x="610" y="444"/>
                    <a:pt x="610" y="442"/>
                  </a:cubicBezTo>
                  <a:cubicBezTo>
                    <a:pt x="609" y="443"/>
                    <a:pt x="609" y="443"/>
                    <a:pt x="609" y="442"/>
                  </a:cubicBezTo>
                  <a:cubicBezTo>
                    <a:pt x="610" y="440"/>
                    <a:pt x="612" y="434"/>
                    <a:pt x="614" y="431"/>
                  </a:cubicBezTo>
                  <a:cubicBezTo>
                    <a:pt x="614" y="432"/>
                    <a:pt x="614" y="434"/>
                    <a:pt x="613" y="435"/>
                  </a:cubicBezTo>
                  <a:cubicBezTo>
                    <a:pt x="614" y="434"/>
                    <a:pt x="616" y="428"/>
                    <a:pt x="617" y="426"/>
                  </a:cubicBezTo>
                  <a:cubicBezTo>
                    <a:pt x="617" y="423"/>
                    <a:pt x="617" y="427"/>
                    <a:pt x="616" y="428"/>
                  </a:cubicBezTo>
                  <a:cubicBezTo>
                    <a:pt x="616" y="426"/>
                    <a:pt x="617" y="424"/>
                    <a:pt x="617" y="422"/>
                  </a:cubicBezTo>
                  <a:cubicBezTo>
                    <a:pt x="616" y="422"/>
                    <a:pt x="616" y="422"/>
                    <a:pt x="616" y="421"/>
                  </a:cubicBezTo>
                  <a:cubicBezTo>
                    <a:pt x="615" y="422"/>
                    <a:pt x="615" y="423"/>
                    <a:pt x="615" y="423"/>
                  </a:cubicBezTo>
                  <a:cubicBezTo>
                    <a:pt x="615" y="422"/>
                    <a:pt x="615" y="422"/>
                    <a:pt x="615" y="421"/>
                  </a:cubicBezTo>
                  <a:cubicBezTo>
                    <a:pt x="617" y="419"/>
                    <a:pt x="617" y="418"/>
                    <a:pt x="619" y="415"/>
                  </a:cubicBezTo>
                  <a:cubicBezTo>
                    <a:pt x="619" y="417"/>
                    <a:pt x="617" y="418"/>
                    <a:pt x="618" y="420"/>
                  </a:cubicBezTo>
                  <a:cubicBezTo>
                    <a:pt x="619" y="419"/>
                    <a:pt x="618" y="418"/>
                    <a:pt x="619" y="417"/>
                  </a:cubicBezTo>
                  <a:cubicBezTo>
                    <a:pt x="618" y="417"/>
                    <a:pt x="619" y="412"/>
                    <a:pt x="620" y="410"/>
                  </a:cubicBezTo>
                  <a:cubicBezTo>
                    <a:pt x="621" y="410"/>
                    <a:pt x="620" y="411"/>
                    <a:pt x="620" y="412"/>
                  </a:cubicBezTo>
                  <a:cubicBezTo>
                    <a:pt x="622" y="410"/>
                    <a:pt x="621" y="409"/>
                    <a:pt x="622" y="407"/>
                  </a:cubicBezTo>
                  <a:cubicBezTo>
                    <a:pt x="622" y="406"/>
                    <a:pt x="621" y="409"/>
                    <a:pt x="621" y="408"/>
                  </a:cubicBezTo>
                  <a:cubicBezTo>
                    <a:pt x="622" y="404"/>
                    <a:pt x="623" y="401"/>
                    <a:pt x="624" y="397"/>
                  </a:cubicBezTo>
                  <a:cubicBezTo>
                    <a:pt x="623" y="396"/>
                    <a:pt x="623" y="399"/>
                    <a:pt x="622" y="401"/>
                  </a:cubicBezTo>
                  <a:cubicBezTo>
                    <a:pt x="622" y="401"/>
                    <a:pt x="622" y="401"/>
                    <a:pt x="622" y="401"/>
                  </a:cubicBezTo>
                  <a:cubicBezTo>
                    <a:pt x="623" y="399"/>
                    <a:pt x="622" y="398"/>
                    <a:pt x="623" y="394"/>
                  </a:cubicBezTo>
                  <a:cubicBezTo>
                    <a:pt x="622" y="394"/>
                    <a:pt x="622" y="397"/>
                    <a:pt x="622" y="398"/>
                  </a:cubicBezTo>
                  <a:cubicBezTo>
                    <a:pt x="621" y="401"/>
                    <a:pt x="622" y="395"/>
                    <a:pt x="621" y="399"/>
                  </a:cubicBezTo>
                  <a:cubicBezTo>
                    <a:pt x="621" y="397"/>
                    <a:pt x="622" y="393"/>
                    <a:pt x="620" y="396"/>
                  </a:cubicBezTo>
                  <a:close/>
                  <a:moveTo>
                    <a:pt x="501" y="559"/>
                  </a:moveTo>
                  <a:cubicBezTo>
                    <a:pt x="499" y="561"/>
                    <a:pt x="497" y="562"/>
                    <a:pt x="496" y="563"/>
                  </a:cubicBezTo>
                  <a:cubicBezTo>
                    <a:pt x="497" y="561"/>
                    <a:pt x="499" y="560"/>
                    <a:pt x="501" y="559"/>
                  </a:cubicBezTo>
                  <a:close/>
                  <a:moveTo>
                    <a:pt x="349" y="605"/>
                  </a:moveTo>
                  <a:cubicBezTo>
                    <a:pt x="351" y="605"/>
                    <a:pt x="354" y="605"/>
                    <a:pt x="352" y="604"/>
                  </a:cubicBezTo>
                  <a:cubicBezTo>
                    <a:pt x="355" y="603"/>
                    <a:pt x="357" y="604"/>
                    <a:pt x="360" y="604"/>
                  </a:cubicBezTo>
                  <a:cubicBezTo>
                    <a:pt x="359" y="605"/>
                    <a:pt x="359" y="604"/>
                    <a:pt x="357" y="605"/>
                  </a:cubicBezTo>
                  <a:cubicBezTo>
                    <a:pt x="356" y="605"/>
                    <a:pt x="356" y="605"/>
                    <a:pt x="355" y="605"/>
                  </a:cubicBezTo>
                  <a:cubicBezTo>
                    <a:pt x="354" y="605"/>
                    <a:pt x="355" y="605"/>
                    <a:pt x="355" y="606"/>
                  </a:cubicBezTo>
                  <a:cubicBezTo>
                    <a:pt x="353" y="605"/>
                    <a:pt x="351" y="606"/>
                    <a:pt x="349" y="605"/>
                  </a:cubicBezTo>
                  <a:close/>
                  <a:moveTo>
                    <a:pt x="616" y="190"/>
                  </a:moveTo>
                  <a:cubicBezTo>
                    <a:pt x="617" y="192"/>
                    <a:pt x="618" y="191"/>
                    <a:pt x="618" y="194"/>
                  </a:cubicBezTo>
                  <a:cubicBezTo>
                    <a:pt x="618" y="194"/>
                    <a:pt x="616" y="192"/>
                    <a:pt x="616" y="190"/>
                  </a:cubicBezTo>
                  <a:close/>
                  <a:moveTo>
                    <a:pt x="632" y="180"/>
                  </a:moveTo>
                  <a:cubicBezTo>
                    <a:pt x="634" y="184"/>
                    <a:pt x="634" y="184"/>
                    <a:pt x="637" y="186"/>
                  </a:cubicBezTo>
                  <a:cubicBezTo>
                    <a:pt x="636" y="188"/>
                    <a:pt x="637" y="189"/>
                    <a:pt x="638" y="191"/>
                  </a:cubicBezTo>
                  <a:cubicBezTo>
                    <a:pt x="639" y="193"/>
                    <a:pt x="639" y="193"/>
                    <a:pt x="638" y="194"/>
                  </a:cubicBezTo>
                  <a:cubicBezTo>
                    <a:pt x="640" y="197"/>
                    <a:pt x="640" y="195"/>
                    <a:pt x="640" y="194"/>
                  </a:cubicBezTo>
                  <a:cubicBezTo>
                    <a:pt x="642" y="199"/>
                    <a:pt x="640" y="199"/>
                    <a:pt x="638" y="196"/>
                  </a:cubicBezTo>
                  <a:cubicBezTo>
                    <a:pt x="638" y="192"/>
                    <a:pt x="634" y="188"/>
                    <a:pt x="632" y="184"/>
                  </a:cubicBezTo>
                  <a:cubicBezTo>
                    <a:pt x="632" y="182"/>
                    <a:pt x="634" y="186"/>
                    <a:pt x="634" y="185"/>
                  </a:cubicBezTo>
                  <a:cubicBezTo>
                    <a:pt x="633" y="184"/>
                    <a:pt x="631" y="180"/>
                    <a:pt x="632" y="180"/>
                  </a:cubicBezTo>
                  <a:close/>
                  <a:moveTo>
                    <a:pt x="309" y="3"/>
                  </a:moveTo>
                  <a:cubicBezTo>
                    <a:pt x="306" y="4"/>
                    <a:pt x="304" y="3"/>
                    <a:pt x="302" y="4"/>
                  </a:cubicBezTo>
                  <a:cubicBezTo>
                    <a:pt x="304" y="3"/>
                    <a:pt x="306" y="3"/>
                    <a:pt x="309" y="3"/>
                  </a:cubicBezTo>
                  <a:close/>
                  <a:moveTo>
                    <a:pt x="129" y="74"/>
                  </a:moveTo>
                  <a:cubicBezTo>
                    <a:pt x="128" y="75"/>
                    <a:pt x="125" y="77"/>
                    <a:pt x="125" y="76"/>
                  </a:cubicBezTo>
                  <a:cubicBezTo>
                    <a:pt x="127" y="76"/>
                    <a:pt x="130" y="72"/>
                    <a:pt x="129" y="74"/>
                  </a:cubicBezTo>
                  <a:close/>
                  <a:moveTo>
                    <a:pt x="36" y="188"/>
                  </a:moveTo>
                  <a:cubicBezTo>
                    <a:pt x="37" y="187"/>
                    <a:pt x="37" y="185"/>
                    <a:pt x="38" y="184"/>
                  </a:cubicBezTo>
                  <a:cubicBezTo>
                    <a:pt x="38" y="185"/>
                    <a:pt x="36" y="189"/>
                    <a:pt x="36" y="188"/>
                  </a:cubicBezTo>
                  <a:close/>
                  <a:moveTo>
                    <a:pt x="531" y="609"/>
                  </a:moveTo>
                  <a:cubicBezTo>
                    <a:pt x="533" y="607"/>
                    <a:pt x="535" y="605"/>
                    <a:pt x="538" y="604"/>
                  </a:cubicBezTo>
                  <a:cubicBezTo>
                    <a:pt x="536" y="606"/>
                    <a:pt x="531" y="609"/>
                    <a:pt x="531" y="609"/>
                  </a:cubicBezTo>
                  <a:close/>
                  <a:moveTo>
                    <a:pt x="480" y="625"/>
                  </a:moveTo>
                  <a:cubicBezTo>
                    <a:pt x="480" y="625"/>
                    <a:pt x="490" y="620"/>
                    <a:pt x="489" y="622"/>
                  </a:cubicBezTo>
                  <a:cubicBezTo>
                    <a:pt x="486" y="622"/>
                    <a:pt x="483" y="625"/>
                    <a:pt x="480" y="625"/>
                  </a:cubicBezTo>
                  <a:close/>
                  <a:moveTo>
                    <a:pt x="635" y="474"/>
                  </a:moveTo>
                  <a:cubicBezTo>
                    <a:pt x="635" y="475"/>
                    <a:pt x="635" y="475"/>
                    <a:pt x="635" y="476"/>
                  </a:cubicBezTo>
                  <a:cubicBezTo>
                    <a:pt x="634" y="477"/>
                    <a:pt x="634" y="478"/>
                    <a:pt x="633" y="479"/>
                  </a:cubicBezTo>
                  <a:cubicBezTo>
                    <a:pt x="633" y="477"/>
                    <a:pt x="634" y="475"/>
                    <a:pt x="635" y="474"/>
                  </a:cubicBezTo>
                  <a:close/>
                  <a:moveTo>
                    <a:pt x="411" y="626"/>
                  </a:moveTo>
                  <a:cubicBezTo>
                    <a:pt x="416" y="624"/>
                    <a:pt x="419" y="624"/>
                    <a:pt x="423" y="623"/>
                  </a:cubicBezTo>
                  <a:cubicBezTo>
                    <a:pt x="419" y="624"/>
                    <a:pt x="415" y="625"/>
                    <a:pt x="411" y="626"/>
                  </a:cubicBezTo>
                  <a:close/>
                  <a:moveTo>
                    <a:pt x="512" y="579"/>
                  </a:moveTo>
                  <a:cubicBezTo>
                    <a:pt x="513" y="578"/>
                    <a:pt x="517" y="575"/>
                    <a:pt x="517" y="576"/>
                  </a:cubicBezTo>
                  <a:cubicBezTo>
                    <a:pt x="516" y="577"/>
                    <a:pt x="512" y="580"/>
                    <a:pt x="512" y="579"/>
                  </a:cubicBezTo>
                  <a:close/>
                  <a:moveTo>
                    <a:pt x="556" y="543"/>
                  </a:moveTo>
                  <a:cubicBezTo>
                    <a:pt x="556" y="543"/>
                    <a:pt x="557" y="540"/>
                    <a:pt x="558" y="540"/>
                  </a:cubicBezTo>
                  <a:cubicBezTo>
                    <a:pt x="559" y="540"/>
                    <a:pt x="557" y="543"/>
                    <a:pt x="556" y="543"/>
                  </a:cubicBezTo>
                  <a:close/>
                  <a:moveTo>
                    <a:pt x="618" y="415"/>
                  </a:moveTo>
                  <a:cubicBezTo>
                    <a:pt x="618" y="414"/>
                    <a:pt x="618" y="414"/>
                    <a:pt x="618" y="413"/>
                  </a:cubicBezTo>
                  <a:cubicBezTo>
                    <a:pt x="619" y="412"/>
                    <a:pt x="618" y="410"/>
                    <a:pt x="620" y="409"/>
                  </a:cubicBezTo>
                  <a:cubicBezTo>
                    <a:pt x="620" y="411"/>
                    <a:pt x="618" y="415"/>
                    <a:pt x="618" y="415"/>
                  </a:cubicBezTo>
                  <a:close/>
                  <a:moveTo>
                    <a:pt x="581" y="484"/>
                  </a:moveTo>
                  <a:cubicBezTo>
                    <a:pt x="582" y="483"/>
                    <a:pt x="582" y="481"/>
                    <a:pt x="584" y="480"/>
                  </a:cubicBezTo>
                  <a:cubicBezTo>
                    <a:pt x="583" y="483"/>
                    <a:pt x="582" y="484"/>
                    <a:pt x="581" y="484"/>
                  </a:cubicBezTo>
                  <a:close/>
                  <a:moveTo>
                    <a:pt x="530" y="538"/>
                  </a:moveTo>
                  <a:cubicBezTo>
                    <a:pt x="529" y="537"/>
                    <a:pt x="532" y="535"/>
                    <a:pt x="533" y="534"/>
                  </a:cubicBezTo>
                  <a:cubicBezTo>
                    <a:pt x="533" y="536"/>
                    <a:pt x="531" y="537"/>
                    <a:pt x="530" y="538"/>
                  </a:cubicBezTo>
                  <a:close/>
                  <a:moveTo>
                    <a:pt x="518" y="548"/>
                  </a:moveTo>
                  <a:cubicBezTo>
                    <a:pt x="519" y="546"/>
                    <a:pt x="523" y="543"/>
                    <a:pt x="523" y="544"/>
                  </a:cubicBezTo>
                  <a:cubicBezTo>
                    <a:pt x="521" y="545"/>
                    <a:pt x="520" y="547"/>
                    <a:pt x="518" y="548"/>
                  </a:cubicBezTo>
                  <a:close/>
                  <a:moveTo>
                    <a:pt x="616" y="483"/>
                  </a:moveTo>
                  <a:cubicBezTo>
                    <a:pt x="614" y="486"/>
                    <a:pt x="612" y="490"/>
                    <a:pt x="610" y="493"/>
                  </a:cubicBezTo>
                  <a:cubicBezTo>
                    <a:pt x="611" y="490"/>
                    <a:pt x="615" y="484"/>
                    <a:pt x="616" y="483"/>
                  </a:cubicBezTo>
                  <a:close/>
                  <a:moveTo>
                    <a:pt x="474" y="564"/>
                  </a:moveTo>
                  <a:cubicBezTo>
                    <a:pt x="474" y="563"/>
                    <a:pt x="477" y="561"/>
                    <a:pt x="479" y="561"/>
                  </a:cubicBezTo>
                  <a:cubicBezTo>
                    <a:pt x="478" y="563"/>
                    <a:pt x="476" y="564"/>
                    <a:pt x="474" y="564"/>
                  </a:cubicBezTo>
                  <a:close/>
                  <a:moveTo>
                    <a:pt x="543" y="540"/>
                  </a:moveTo>
                  <a:cubicBezTo>
                    <a:pt x="545" y="539"/>
                    <a:pt x="546" y="537"/>
                    <a:pt x="547" y="536"/>
                  </a:cubicBezTo>
                  <a:cubicBezTo>
                    <a:pt x="546" y="537"/>
                    <a:pt x="544" y="541"/>
                    <a:pt x="543" y="540"/>
                  </a:cubicBezTo>
                  <a:close/>
                  <a:moveTo>
                    <a:pt x="619" y="485"/>
                  </a:moveTo>
                  <a:cubicBezTo>
                    <a:pt x="619" y="484"/>
                    <a:pt x="621" y="480"/>
                    <a:pt x="621" y="482"/>
                  </a:cubicBezTo>
                  <a:cubicBezTo>
                    <a:pt x="620" y="483"/>
                    <a:pt x="619" y="487"/>
                    <a:pt x="619" y="485"/>
                  </a:cubicBezTo>
                  <a:close/>
                  <a:moveTo>
                    <a:pt x="617" y="489"/>
                  </a:moveTo>
                  <a:cubicBezTo>
                    <a:pt x="616" y="489"/>
                    <a:pt x="616" y="490"/>
                    <a:pt x="614" y="492"/>
                  </a:cubicBezTo>
                  <a:cubicBezTo>
                    <a:pt x="615" y="491"/>
                    <a:pt x="613" y="493"/>
                    <a:pt x="613" y="492"/>
                  </a:cubicBezTo>
                  <a:cubicBezTo>
                    <a:pt x="615" y="490"/>
                    <a:pt x="615" y="491"/>
                    <a:pt x="616" y="488"/>
                  </a:cubicBezTo>
                  <a:cubicBezTo>
                    <a:pt x="617" y="487"/>
                    <a:pt x="617" y="487"/>
                    <a:pt x="617" y="487"/>
                  </a:cubicBezTo>
                  <a:cubicBezTo>
                    <a:pt x="617" y="487"/>
                    <a:pt x="618" y="487"/>
                    <a:pt x="617" y="489"/>
                  </a:cubicBezTo>
                  <a:close/>
                  <a:moveTo>
                    <a:pt x="609" y="497"/>
                  </a:moveTo>
                  <a:cubicBezTo>
                    <a:pt x="610" y="496"/>
                    <a:pt x="611" y="493"/>
                    <a:pt x="612" y="492"/>
                  </a:cubicBezTo>
                  <a:cubicBezTo>
                    <a:pt x="612" y="494"/>
                    <a:pt x="611" y="496"/>
                    <a:pt x="609" y="497"/>
                  </a:cubicBezTo>
                  <a:close/>
                  <a:moveTo>
                    <a:pt x="551" y="544"/>
                  </a:moveTo>
                  <a:cubicBezTo>
                    <a:pt x="550" y="545"/>
                    <a:pt x="549" y="546"/>
                    <a:pt x="548" y="547"/>
                  </a:cubicBezTo>
                  <a:cubicBezTo>
                    <a:pt x="550" y="545"/>
                    <a:pt x="548" y="545"/>
                    <a:pt x="551" y="542"/>
                  </a:cubicBezTo>
                  <a:cubicBezTo>
                    <a:pt x="552" y="542"/>
                    <a:pt x="549" y="545"/>
                    <a:pt x="551" y="544"/>
                  </a:cubicBezTo>
                  <a:close/>
                  <a:moveTo>
                    <a:pt x="599" y="514"/>
                  </a:moveTo>
                  <a:cubicBezTo>
                    <a:pt x="600" y="513"/>
                    <a:pt x="600" y="512"/>
                    <a:pt x="600" y="511"/>
                  </a:cubicBezTo>
                  <a:cubicBezTo>
                    <a:pt x="602" y="510"/>
                    <a:pt x="602" y="510"/>
                    <a:pt x="602" y="510"/>
                  </a:cubicBezTo>
                  <a:cubicBezTo>
                    <a:pt x="601" y="512"/>
                    <a:pt x="600" y="512"/>
                    <a:pt x="599" y="514"/>
                  </a:cubicBezTo>
                  <a:close/>
                  <a:moveTo>
                    <a:pt x="627" y="488"/>
                  </a:moveTo>
                  <a:cubicBezTo>
                    <a:pt x="629" y="488"/>
                    <a:pt x="628" y="486"/>
                    <a:pt x="630" y="484"/>
                  </a:cubicBezTo>
                  <a:cubicBezTo>
                    <a:pt x="631" y="484"/>
                    <a:pt x="626" y="493"/>
                    <a:pt x="627" y="488"/>
                  </a:cubicBezTo>
                  <a:close/>
                  <a:moveTo>
                    <a:pt x="542" y="553"/>
                  </a:moveTo>
                  <a:cubicBezTo>
                    <a:pt x="540" y="554"/>
                    <a:pt x="539" y="556"/>
                    <a:pt x="537" y="557"/>
                  </a:cubicBezTo>
                  <a:cubicBezTo>
                    <a:pt x="536" y="558"/>
                    <a:pt x="535" y="559"/>
                    <a:pt x="533" y="559"/>
                  </a:cubicBezTo>
                  <a:cubicBezTo>
                    <a:pt x="534" y="561"/>
                    <a:pt x="531" y="563"/>
                    <a:pt x="529" y="564"/>
                  </a:cubicBezTo>
                  <a:cubicBezTo>
                    <a:pt x="533" y="560"/>
                    <a:pt x="532" y="560"/>
                    <a:pt x="535" y="556"/>
                  </a:cubicBezTo>
                  <a:cubicBezTo>
                    <a:pt x="538" y="556"/>
                    <a:pt x="537" y="554"/>
                    <a:pt x="538" y="554"/>
                  </a:cubicBezTo>
                  <a:cubicBezTo>
                    <a:pt x="540" y="552"/>
                    <a:pt x="544" y="548"/>
                    <a:pt x="545" y="548"/>
                  </a:cubicBezTo>
                  <a:cubicBezTo>
                    <a:pt x="545" y="548"/>
                    <a:pt x="543" y="550"/>
                    <a:pt x="544" y="549"/>
                  </a:cubicBezTo>
                  <a:cubicBezTo>
                    <a:pt x="545" y="548"/>
                    <a:pt x="547" y="547"/>
                    <a:pt x="548" y="546"/>
                  </a:cubicBezTo>
                  <a:cubicBezTo>
                    <a:pt x="548" y="547"/>
                    <a:pt x="546" y="548"/>
                    <a:pt x="545" y="549"/>
                  </a:cubicBezTo>
                  <a:cubicBezTo>
                    <a:pt x="544" y="550"/>
                    <a:pt x="541" y="552"/>
                    <a:pt x="542" y="553"/>
                  </a:cubicBezTo>
                  <a:close/>
                  <a:moveTo>
                    <a:pt x="483" y="572"/>
                  </a:moveTo>
                  <a:cubicBezTo>
                    <a:pt x="483" y="571"/>
                    <a:pt x="485" y="570"/>
                    <a:pt x="487" y="569"/>
                  </a:cubicBezTo>
                  <a:cubicBezTo>
                    <a:pt x="487" y="569"/>
                    <a:pt x="484" y="571"/>
                    <a:pt x="483" y="572"/>
                  </a:cubicBezTo>
                  <a:close/>
                  <a:moveTo>
                    <a:pt x="552" y="546"/>
                  </a:moveTo>
                  <a:cubicBezTo>
                    <a:pt x="550" y="547"/>
                    <a:pt x="550" y="547"/>
                    <a:pt x="550" y="547"/>
                  </a:cubicBezTo>
                  <a:cubicBezTo>
                    <a:pt x="551" y="546"/>
                    <a:pt x="551" y="545"/>
                    <a:pt x="552" y="545"/>
                  </a:cubicBezTo>
                  <a:cubicBezTo>
                    <a:pt x="551" y="547"/>
                    <a:pt x="554" y="544"/>
                    <a:pt x="552" y="546"/>
                  </a:cubicBezTo>
                  <a:close/>
                  <a:moveTo>
                    <a:pt x="615" y="506"/>
                  </a:moveTo>
                  <a:cubicBezTo>
                    <a:pt x="615" y="504"/>
                    <a:pt x="617" y="504"/>
                    <a:pt x="618" y="501"/>
                  </a:cubicBezTo>
                  <a:cubicBezTo>
                    <a:pt x="619" y="500"/>
                    <a:pt x="618" y="502"/>
                    <a:pt x="620" y="499"/>
                  </a:cubicBezTo>
                  <a:cubicBezTo>
                    <a:pt x="619" y="504"/>
                    <a:pt x="617" y="503"/>
                    <a:pt x="615" y="506"/>
                  </a:cubicBezTo>
                  <a:close/>
                  <a:moveTo>
                    <a:pt x="587" y="529"/>
                  </a:moveTo>
                  <a:cubicBezTo>
                    <a:pt x="587" y="527"/>
                    <a:pt x="588" y="525"/>
                    <a:pt x="590" y="524"/>
                  </a:cubicBezTo>
                  <a:cubicBezTo>
                    <a:pt x="589" y="526"/>
                    <a:pt x="588" y="528"/>
                    <a:pt x="587" y="529"/>
                  </a:cubicBezTo>
                  <a:close/>
                  <a:moveTo>
                    <a:pt x="606" y="514"/>
                  </a:moveTo>
                  <a:cubicBezTo>
                    <a:pt x="608" y="513"/>
                    <a:pt x="605" y="519"/>
                    <a:pt x="603" y="521"/>
                  </a:cubicBezTo>
                  <a:cubicBezTo>
                    <a:pt x="602" y="520"/>
                    <a:pt x="603" y="518"/>
                    <a:pt x="604" y="517"/>
                  </a:cubicBezTo>
                  <a:cubicBezTo>
                    <a:pt x="605" y="518"/>
                    <a:pt x="606" y="515"/>
                    <a:pt x="606" y="514"/>
                  </a:cubicBezTo>
                  <a:close/>
                  <a:moveTo>
                    <a:pt x="513" y="573"/>
                  </a:moveTo>
                  <a:cubicBezTo>
                    <a:pt x="513" y="574"/>
                    <a:pt x="515" y="572"/>
                    <a:pt x="515" y="571"/>
                  </a:cubicBezTo>
                  <a:cubicBezTo>
                    <a:pt x="517" y="570"/>
                    <a:pt x="517" y="570"/>
                    <a:pt x="517" y="570"/>
                  </a:cubicBezTo>
                  <a:cubicBezTo>
                    <a:pt x="520" y="567"/>
                    <a:pt x="524" y="566"/>
                    <a:pt x="527" y="562"/>
                  </a:cubicBezTo>
                  <a:cubicBezTo>
                    <a:pt x="528" y="562"/>
                    <a:pt x="527" y="564"/>
                    <a:pt x="529" y="561"/>
                  </a:cubicBezTo>
                  <a:cubicBezTo>
                    <a:pt x="531" y="560"/>
                    <a:pt x="532" y="561"/>
                    <a:pt x="529" y="563"/>
                  </a:cubicBezTo>
                  <a:cubicBezTo>
                    <a:pt x="529" y="562"/>
                    <a:pt x="530" y="562"/>
                    <a:pt x="529" y="562"/>
                  </a:cubicBezTo>
                  <a:cubicBezTo>
                    <a:pt x="529" y="563"/>
                    <a:pt x="528" y="565"/>
                    <a:pt x="526" y="566"/>
                  </a:cubicBezTo>
                  <a:cubicBezTo>
                    <a:pt x="524" y="568"/>
                    <a:pt x="522" y="569"/>
                    <a:pt x="521" y="571"/>
                  </a:cubicBezTo>
                  <a:cubicBezTo>
                    <a:pt x="518" y="572"/>
                    <a:pt x="518" y="572"/>
                    <a:pt x="518" y="572"/>
                  </a:cubicBezTo>
                  <a:cubicBezTo>
                    <a:pt x="516" y="573"/>
                    <a:pt x="515" y="576"/>
                    <a:pt x="513" y="576"/>
                  </a:cubicBezTo>
                  <a:cubicBezTo>
                    <a:pt x="513" y="575"/>
                    <a:pt x="517" y="571"/>
                    <a:pt x="520" y="570"/>
                  </a:cubicBezTo>
                  <a:cubicBezTo>
                    <a:pt x="519" y="570"/>
                    <a:pt x="520" y="569"/>
                    <a:pt x="520" y="569"/>
                  </a:cubicBezTo>
                  <a:cubicBezTo>
                    <a:pt x="519" y="570"/>
                    <a:pt x="517" y="570"/>
                    <a:pt x="516" y="572"/>
                  </a:cubicBezTo>
                  <a:cubicBezTo>
                    <a:pt x="514" y="574"/>
                    <a:pt x="512" y="576"/>
                    <a:pt x="509" y="577"/>
                  </a:cubicBezTo>
                  <a:cubicBezTo>
                    <a:pt x="513" y="575"/>
                    <a:pt x="511" y="575"/>
                    <a:pt x="513" y="573"/>
                  </a:cubicBezTo>
                  <a:close/>
                  <a:moveTo>
                    <a:pt x="584" y="533"/>
                  </a:moveTo>
                  <a:cubicBezTo>
                    <a:pt x="584" y="534"/>
                    <a:pt x="586" y="532"/>
                    <a:pt x="585" y="533"/>
                  </a:cubicBezTo>
                  <a:cubicBezTo>
                    <a:pt x="584" y="534"/>
                    <a:pt x="584" y="536"/>
                    <a:pt x="582" y="536"/>
                  </a:cubicBezTo>
                  <a:cubicBezTo>
                    <a:pt x="583" y="534"/>
                    <a:pt x="582" y="534"/>
                    <a:pt x="583" y="532"/>
                  </a:cubicBezTo>
                  <a:cubicBezTo>
                    <a:pt x="585" y="531"/>
                    <a:pt x="585" y="531"/>
                    <a:pt x="585" y="531"/>
                  </a:cubicBezTo>
                  <a:lnTo>
                    <a:pt x="584" y="533"/>
                  </a:lnTo>
                  <a:close/>
                  <a:moveTo>
                    <a:pt x="427" y="585"/>
                  </a:moveTo>
                  <a:cubicBezTo>
                    <a:pt x="426" y="585"/>
                    <a:pt x="429" y="583"/>
                    <a:pt x="430" y="583"/>
                  </a:cubicBezTo>
                  <a:cubicBezTo>
                    <a:pt x="429" y="584"/>
                    <a:pt x="428" y="585"/>
                    <a:pt x="427" y="585"/>
                  </a:cubicBezTo>
                  <a:close/>
                  <a:moveTo>
                    <a:pt x="453" y="586"/>
                  </a:moveTo>
                  <a:cubicBezTo>
                    <a:pt x="454" y="585"/>
                    <a:pt x="460" y="584"/>
                    <a:pt x="458" y="584"/>
                  </a:cubicBezTo>
                  <a:cubicBezTo>
                    <a:pt x="456" y="585"/>
                    <a:pt x="455" y="586"/>
                    <a:pt x="453" y="586"/>
                  </a:cubicBezTo>
                  <a:close/>
                  <a:moveTo>
                    <a:pt x="593" y="532"/>
                  </a:moveTo>
                  <a:cubicBezTo>
                    <a:pt x="594" y="530"/>
                    <a:pt x="594" y="530"/>
                    <a:pt x="594" y="530"/>
                  </a:cubicBezTo>
                  <a:cubicBezTo>
                    <a:pt x="594" y="529"/>
                    <a:pt x="595" y="529"/>
                    <a:pt x="595" y="529"/>
                  </a:cubicBezTo>
                  <a:cubicBezTo>
                    <a:pt x="594" y="530"/>
                    <a:pt x="595" y="531"/>
                    <a:pt x="593" y="532"/>
                  </a:cubicBezTo>
                  <a:close/>
                  <a:moveTo>
                    <a:pt x="575" y="547"/>
                  </a:moveTo>
                  <a:cubicBezTo>
                    <a:pt x="576" y="546"/>
                    <a:pt x="575" y="546"/>
                    <a:pt x="574" y="547"/>
                  </a:cubicBezTo>
                  <a:cubicBezTo>
                    <a:pt x="576" y="544"/>
                    <a:pt x="576" y="544"/>
                    <a:pt x="576" y="544"/>
                  </a:cubicBezTo>
                  <a:cubicBezTo>
                    <a:pt x="577" y="543"/>
                    <a:pt x="578" y="542"/>
                    <a:pt x="580" y="540"/>
                  </a:cubicBezTo>
                  <a:cubicBezTo>
                    <a:pt x="578" y="543"/>
                    <a:pt x="577" y="545"/>
                    <a:pt x="575" y="547"/>
                  </a:cubicBezTo>
                  <a:close/>
                  <a:moveTo>
                    <a:pt x="592" y="533"/>
                  </a:moveTo>
                  <a:cubicBezTo>
                    <a:pt x="592" y="535"/>
                    <a:pt x="592" y="535"/>
                    <a:pt x="593" y="535"/>
                  </a:cubicBezTo>
                  <a:cubicBezTo>
                    <a:pt x="592" y="536"/>
                    <a:pt x="591" y="537"/>
                    <a:pt x="590" y="538"/>
                  </a:cubicBezTo>
                  <a:cubicBezTo>
                    <a:pt x="593" y="533"/>
                    <a:pt x="587" y="541"/>
                    <a:pt x="587" y="539"/>
                  </a:cubicBezTo>
                  <a:cubicBezTo>
                    <a:pt x="589" y="537"/>
                    <a:pt x="592" y="532"/>
                    <a:pt x="593" y="533"/>
                  </a:cubicBezTo>
                  <a:lnTo>
                    <a:pt x="592" y="533"/>
                  </a:lnTo>
                  <a:close/>
                  <a:moveTo>
                    <a:pt x="566" y="553"/>
                  </a:moveTo>
                  <a:cubicBezTo>
                    <a:pt x="567" y="553"/>
                    <a:pt x="569" y="550"/>
                    <a:pt x="571" y="549"/>
                  </a:cubicBezTo>
                  <a:cubicBezTo>
                    <a:pt x="571" y="551"/>
                    <a:pt x="566" y="555"/>
                    <a:pt x="566" y="553"/>
                  </a:cubicBezTo>
                  <a:close/>
                  <a:moveTo>
                    <a:pt x="562" y="556"/>
                  </a:moveTo>
                  <a:cubicBezTo>
                    <a:pt x="561" y="558"/>
                    <a:pt x="561" y="556"/>
                    <a:pt x="560" y="558"/>
                  </a:cubicBezTo>
                  <a:cubicBezTo>
                    <a:pt x="560" y="559"/>
                    <a:pt x="561" y="558"/>
                    <a:pt x="561" y="559"/>
                  </a:cubicBezTo>
                  <a:cubicBezTo>
                    <a:pt x="560" y="559"/>
                    <a:pt x="559" y="560"/>
                    <a:pt x="558" y="560"/>
                  </a:cubicBezTo>
                  <a:cubicBezTo>
                    <a:pt x="559" y="559"/>
                    <a:pt x="560" y="558"/>
                    <a:pt x="558" y="559"/>
                  </a:cubicBezTo>
                  <a:cubicBezTo>
                    <a:pt x="559" y="558"/>
                    <a:pt x="560" y="556"/>
                    <a:pt x="561" y="556"/>
                  </a:cubicBezTo>
                  <a:cubicBezTo>
                    <a:pt x="561" y="556"/>
                    <a:pt x="560" y="557"/>
                    <a:pt x="561" y="556"/>
                  </a:cubicBezTo>
                  <a:cubicBezTo>
                    <a:pt x="563" y="554"/>
                    <a:pt x="562" y="555"/>
                    <a:pt x="563" y="554"/>
                  </a:cubicBezTo>
                  <a:cubicBezTo>
                    <a:pt x="565" y="552"/>
                    <a:pt x="562" y="555"/>
                    <a:pt x="562" y="556"/>
                  </a:cubicBezTo>
                  <a:close/>
                  <a:moveTo>
                    <a:pt x="548" y="564"/>
                  </a:moveTo>
                  <a:cubicBezTo>
                    <a:pt x="549" y="562"/>
                    <a:pt x="551" y="560"/>
                    <a:pt x="553" y="559"/>
                  </a:cubicBezTo>
                  <a:cubicBezTo>
                    <a:pt x="552" y="561"/>
                    <a:pt x="550" y="563"/>
                    <a:pt x="548" y="564"/>
                  </a:cubicBezTo>
                  <a:close/>
                  <a:moveTo>
                    <a:pt x="586" y="541"/>
                  </a:moveTo>
                  <a:cubicBezTo>
                    <a:pt x="585" y="543"/>
                    <a:pt x="582" y="545"/>
                    <a:pt x="580" y="548"/>
                  </a:cubicBezTo>
                  <a:cubicBezTo>
                    <a:pt x="581" y="545"/>
                    <a:pt x="583" y="544"/>
                    <a:pt x="585" y="541"/>
                  </a:cubicBezTo>
                  <a:cubicBezTo>
                    <a:pt x="585" y="542"/>
                    <a:pt x="586" y="541"/>
                    <a:pt x="586" y="541"/>
                  </a:cubicBezTo>
                  <a:close/>
                  <a:moveTo>
                    <a:pt x="502" y="583"/>
                  </a:moveTo>
                  <a:cubicBezTo>
                    <a:pt x="502" y="583"/>
                    <a:pt x="503" y="582"/>
                    <a:pt x="503" y="581"/>
                  </a:cubicBezTo>
                  <a:cubicBezTo>
                    <a:pt x="505" y="581"/>
                    <a:pt x="506" y="580"/>
                    <a:pt x="507" y="579"/>
                  </a:cubicBezTo>
                  <a:cubicBezTo>
                    <a:pt x="508" y="578"/>
                    <a:pt x="508" y="578"/>
                    <a:pt x="509" y="578"/>
                  </a:cubicBezTo>
                  <a:cubicBezTo>
                    <a:pt x="507" y="580"/>
                    <a:pt x="504" y="582"/>
                    <a:pt x="502" y="583"/>
                  </a:cubicBezTo>
                  <a:close/>
                  <a:moveTo>
                    <a:pt x="576" y="550"/>
                  </a:moveTo>
                  <a:cubicBezTo>
                    <a:pt x="578" y="549"/>
                    <a:pt x="579" y="547"/>
                    <a:pt x="580" y="546"/>
                  </a:cubicBezTo>
                  <a:cubicBezTo>
                    <a:pt x="580" y="548"/>
                    <a:pt x="577" y="551"/>
                    <a:pt x="576" y="550"/>
                  </a:cubicBezTo>
                  <a:close/>
                  <a:moveTo>
                    <a:pt x="428" y="595"/>
                  </a:moveTo>
                  <a:cubicBezTo>
                    <a:pt x="431" y="594"/>
                    <a:pt x="434" y="594"/>
                    <a:pt x="436" y="592"/>
                  </a:cubicBezTo>
                  <a:cubicBezTo>
                    <a:pt x="436" y="594"/>
                    <a:pt x="431" y="595"/>
                    <a:pt x="428" y="595"/>
                  </a:cubicBezTo>
                  <a:close/>
                  <a:moveTo>
                    <a:pt x="589" y="543"/>
                  </a:moveTo>
                  <a:cubicBezTo>
                    <a:pt x="589" y="543"/>
                    <a:pt x="588" y="545"/>
                    <a:pt x="588" y="546"/>
                  </a:cubicBezTo>
                  <a:cubicBezTo>
                    <a:pt x="587" y="547"/>
                    <a:pt x="586" y="548"/>
                    <a:pt x="585" y="549"/>
                  </a:cubicBezTo>
                  <a:cubicBezTo>
                    <a:pt x="584" y="550"/>
                    <a:pt x="584" y="548"/>
                    <a:pt x="584" y="548"/>
                  </a:cubicBezTo>
                  <a:cubicBezTo>
                    <a:pt x="583" y="551"/>
                    <a:pt x="581" y="553"/>
                    <a:pt x="579" y="555"/>
                  </a:cubicBezTo>
                  <a:cubicBezTo>
                    <a:pt x="576" y="556"/>
                    <a:pt x="575" y="558"/>
                    <a:pt x="571" y="561"/>
                  </a:cubicBezTo>
                  <a:cubicBezTo>
                    <a:pt x="572" y="559"/>
                    <a:pt x="577" y="554"/>
                    <a:pt x="580" y="552"/>
                  </a:cubicBezTo>
                  <a:cubicBezTo>
                    <a:pt x="579" y="552"/>
                    <a:pt x="579" y="552"/>
                    <a:pt x="579" y="551"/>
                  </a:cubicBezTo>
                  <a:cubicBezTo>
                    <a:pt x="582" y="549"/>
                    <a:pt x="583" y="548"/>
                    <a:pt x="582" y="550"/>
                  </a:cubicBezTo>
                  <a:cubicBezTo>
                    <a:pt x="584" y="547"/>
                    <a:pt x="589" y="540"/>
                    <a:pt x="592" y="539"/>
                  </a:cubicBezTo>
                  <a:cubicBezTo>
                    <a:pt x="590" y="542"/>
                    <a:pt x="590" y="541"/>
                    <a:pt x="589" y="543"/>
                  </a:cubicBezTo>
                  <a:close/>
                  <a:moveTo>
                    <a:pt x="561" y="561"/>
                  </a:moveTo>
                  <a:cubicBezTo>
                    <a:pt x="561" y="560"/>
                    <a:pt x="562" y="558"/>
                    <a:pt x="565" y="556"/>
                  </a:cubicBezTo>
                  <a:cubicBezTo>
                    <a:pt x="562" y="559"/>
                    <a:pt x="564" y="558"/>
                    <a:pt x="561" y="561"/>
                  </a:cubicBezTo>
                  <a:close/>
                  <a:moveTo>
                    <a:pt x="581" y="548"/>
                  </a:moveTo>
                  <a:cubicBezTo>
                    <a:pt x="580" y="549"/>
                    <a:pt x="579" y="550"/>
                    <a:pt x="578" y="551"/>
                  </a:cubicBezTo>
                  <a:cubicBezTo>
                    <a:pt x="579" y="549"/>
                    <a:pt x="582" y="546"/>
                    <a:pt x="581" y="548"/>
                  </a:cubicBezTo>
                  <a:close/>
                  <a:moveTo>
                    <a:pt x="495" y="587"/>
                  </a:moveTo>
                  <a:cubicBezTo>
                    <a:pt x="494" y="588"/>
                    <a:pt x="493" y="588"/>
                    <a:pt x="493" y="589"/>
                  </a:cubicBezTo>
                  <a:cubicBezTo>
                    <a:pt x="490" y="590"/>
                    <a:pt x="490" y="590"/>
                    <a:pt x="490" y="590"/>
                  </a:cubicBezTo>
                  <a:cubicBezTo>
                    <a:pt x="487" y="592"/>
                    <a:pt x="486" y="592"/>
                    <a:pt x="482" y="595"/>
                  </a:cubicBezTo>
                  <a:cubicBezTo>
                    <a:pt x="483" y="594"/>
                    <a:pt x="481" y="595"/>
                    <a:pt x="483" y="593"/>
                  </a:cubicBezTo>
                  <a:cubicBezTo>
                    <a:pt x="485" y="593"/>
                    <a:pt x="487" y="591"/>
                    <a:pt x="489" y="590"/>
                  </a:cubicBezTo>
                  <a:cubicBezTo>
                    <a:pt x="488" y="590"/>
                    <a:pt x="487" y="590"/>
                    <a:pt x="489" y="588"/>
                  </a:cubicBezTo>
                  <a:cubicBezTo>
                    <a:pt x="491" y="587"/>
                    <a:pt x="492" y="586"/>
                    <a:pt x="494" y="586"/>
                  </a:cubicBezTo>
                  <a:cubicBezTo>
                    <a:pt x="492" y="587"/>
                    <a:pt x="491" y="588"/>
                    <a:pt x="490" y="589"/>
                  </a:cubicBezTo>
                  <a:cubicBezTo>
                    <a:pt x="491" y="590"/>
                    <a:pt x="494" y="587"/>
                    <a:pt x="495" y="587"/>
                  </a:cubicBezTo>
                  <a:close/>
                  <a:moveTo>
                    <a:pt x="493" y="587"/>
                  </a:moveTo>
                  <a:cubicBezTo>
                    <a:pt x="495" y="586"/>
                    <a:pt x="496" y="585"/>
                    <a:pt x="498" y="585"/>
                  </a:cubicBezTo>
                  <a:cubicBezTo>
                    <a:pt x="497" y="586"/>
                    <a:pt x="495" y="587"/>
                    <a:pt x="493" y="587"/>
                  </a:cubicBezTo>
                  <a:close/>
                  <a:moveTo>
                    <a:pt x="570" y="559"/>
                  </a:moveTo>
                  <a:cubicBezTo>
                    <a:pt x="567" y="561"/>
                    <a:pt x="570" y="557"/>
                    <a:pt x="568" y="559"/>
                  </a:cubicBezTo>
                  <a:cubicBezTo>
                    <a:pt x="569" y="558"/>
                    <a:pt x="570" y="556"/>
                    <a:pt x="572" y="556"/>
                  </a:cubicBezTo>
                  <a:cubicBezTo>
                    <a:pt x="572" y="556"/>
                    <a:pt x="571" y="558"/>
                    <a:pt x="570" y="559"/>
                  </a:cubicBezTo>
                  <a:close/>
                  <a:moveTo>
                    <a:pt x="406" y="597"/>
                  </a:moveTo>
                  <a:cubicBezTo>
                    <a:pt x="407" y="596"/>
                    <a:pt x="409" y="596"/>
                    <a:pt x="410" y="596"/>
                  </a:cubicBezTo>
                  <a:cubicBezTo>
                    <a:pt x="409" y="597"/>
                    <a:pt x="407" y="597"/>
                    <a:pt x="406" y="597"/>
                  </a:cubicBezTo>
                  <a:close/>
                  <a:moveTo>
                    <a:pt x="573" y="557"/>
                  </a:moveTo>
                  <a:cubicBezTo>
                    <a:pt x="572" y="558"/>
                    <a:pt x="572" y="557"/>
                    <a:pt x="571" y="558"/>
                  </a:cubicBezTo>
                  <a:cubicBezTo>
                    <a:pt x="572" y="557"/>
                    <a:pt x="573" y="556"/>
                    <a:pt x="574" y="555"/>
                  </a:cubicBezTo>
                  <a:lnTo>
                    <a:pt x="573" y="557"/>
                  </a:lnTo>
                  <a:close/>
                  <a:moveTo>
                    <a:pt x="525" y="583"/>
                  </a:moveTo>
                  <a:cubicBezTo>
                    <a:pt x="524" y="583"/>
                    <a:pt x="524" y="583"/>
                    <a:pt x="524" y="583"/>
                  </a:cubicBezTo>
                  <a:cubicBezTo>
                    <a:pt x="525" y="581"/>
                    <a:pt x="527" y="579"/>
                    <a:pt x="530" y="578"/>
                  </a:cubicBezTo>
                  <a:cubicBezTo>
                    <a:pt x="529" y="580"/>
                    <a:pt x="527" y="581"/>
                    <a:pt x="525" y="583"/>
                  </a:cubicBezTo>
                  <a:close/>
                  <a:moveTo>
                    <a:pt x="565" y="564"/>
                  </a:moveTo>
                  <a:cubicBezTo>
                    <a:pt x="562" y="565"/>
                    <a:pt x="560" y="569"/>
                    <a:pt x="557" y="570"/>
                  </a:cubicBezTo>
                  <a:cubicBezTo>
                    <a:pt x="560" y="568"/>
                    <a:pt x="561" y="565"/>
                    <a:pt x="564" y="563"/>
                  </a:cubicBezTo>
                  <a:cubicBezTo>
                    <a:pt x="564" y="564"/>
                    <a:pt x="565" y="563"/>
                    <a:pt x="565" y="564"/>
                  </a:cubicBezTo>
                  <a:close/>
                  <a:moveTo>
                    <a:pt x="552" y="571"/>
                  </a:moveTo>
                  <a:cubicBezTo>
                    <a:pt x="551" y="571"/>
                    <a:pt x="551" y="572"/>
                    <a:pt x="550" y="573"/>
                  </a:cubicBezTo>
                  <a:cubicBezTo>
                    <a:pt x="549" y="573"/>
                    <a:pt x="548" y="574"/>
                    <a:pt x="548" y="573"/>
                  </a:cubicBezTo>
                  <a:cubicBezTo>
                    <a:pt x="550" y="573"/>
                    <a:pt x="550" y="571"/>
                    <a:pt x="552" y="571"/>
                  </a:cubicBezTo>
                  <a:close/>
                  <a:moveTo>
                    <a:pt x="568" y="563"/>
                  </a:moveTo>
                  <a:cubicBezTo>
                    <a:pt x="568" y="564"/>
                    <a:pt x="571" y="561"/>
                    <a:pt x="570" y="563"/>
                  </a:cubicBezTo>
                  <a:cubicBezTo>
                    <a:pt x="567" y="566"/>
                    <a:pt x="569" y="563"/>
                    <a:pt x="567" y="565"/>
                  </a:cubicBezTo>
                  <a:cubicBezTo>
                    <a:pt x="568" y="562"/>
                    <a:pt x="568" y="562"/>
                    <a:pt x="568" y="562"/>
                  </a:cubicBezTo>
                  <a:cubicBezTo>
                    <a:pt x="569" y="561"/>
                    <a:pt x="572" y="559"/>
                    <a:pt x="571" y="560"/>
                  </a:cubicBezTo>
                  <a:cubicBezTo>
                    <a:pt x="570" y="561"/>
                    <a:pt x="569" y="562"/>
                    <a:pt x="568" y="563"/>
                  </a:cubicBezTo>
                  <a:close/>
                  <a:moveTo>
                    <a:pt x="476" y="597"/>
                  </a:moveTo>
                  <a:cubicBezTo>
                    <a:pt x="479" y="596"/>
                    <a:pt x="478" y="595"/>
                    <a:pt x="481" y="594"/>
                  </a:cubicBezTo>
                  <a:cubicBezTo>
                    <a:pt x="480" y="596"/>
                    <a:pt x="476" y="598"/>
                    <a:pt x="476" y="597"/>
                  </a:cubicBezTo>
                  <a:close/>
                  <a:moveTo>
                    <a:pt x="539" y="581"/>
                  </a:moveTo>
                  <a:cubicBezTo>
                    <a:pt x="540" y="579"/>
                    <a:pt x="542" y="578"/>
                    <a:pt x="544" y="576"/>
                  </a:cubicBezTo>
                  <a:cubicBezTo>
                    <a:pt x="543" y="579"/>
                    <a:pt x="541" y="580"/>
                    <a:pt x="539" y="581"/>
                  </a:cubicBezTo>
                  <a:close/>
                  <a:moveTo>
                    <a:pt x="384" y="601"/>
                  </a:moveTo>
                  <a:cubicBezTo>
                    <a:pt x="385" y="601"/>
                    <a:pt x="386" y="600"/>
                    <a:pt x="388" y="600"/>
                  </a:cubicBezTo>
                  <a:cubicBezTo>
                    <a:pt x="388" y="601"/>
                    <a:pt x="385" y="602"/>
                    <a:pt x="384" y="601"/>
                  </a:cubicBezTo>
                  <a:close/>
                  <a:moveTo>
                    <a:pt x="523" y="589"/>
                  </a:moveTo>
                  <a:cubicBezTo>
                    <a:pt x="525" y="588"/>
                    <a:pt x="526" y="586"/>
                    <a:pt x="528" y="585"/>
                  </a:cubicBezTo>
                  <a:cubicBezTo>
                    <a:pt x="527" y="587"/>
                    <a:pt x="523" y="590"/>
                    <a:pt x="523" y="589"/>
                  </a:cubicBezTo>
                  <a:close/>
                  <a:moveTo>
                    <a:pt x="465" y="603"/>
                  </a:moveTo>
                  <a:cubicBezTo>
                    <a:pt x="463" y="604"/>
                    <a:pt x="460" y="605"/>
                    <a:pt x="458" y="606"/>
                  </a:cubicBezTo>
                  <a:cubicBezTo>
                    <a:pt x="460" y="604"/>
                    <a:pt x="466" y="601"/>
                    <a:pt x="465" y="603"/>
                  </a:cubicBezTo>
                  <a:close/>
                  <a:moveTo>
                    <a:pt x="552" y="583"/>
                  </a:moveTo>
                  <a:cubicBezTo>
                    <a:pt x="554" y="581"/>
                    <a:pt x="552" y="583"/>
                    <a:pt x="551" y="583"/>
                  </a:cubicBezTo>
                  <a:cubicBezTo>
                    <a:pt x="552" y="582"/>
                    <a:pt x="553" y="582"/>
                    <a:pt x="554" y="580"/>
                  </a:cubicBezTo>
                  <a:cubicBezTo>
                    <a:pt x="552" y="581"/>
                    <a:pt x="551" y="583"/>
                    <a:pt x="549" y="584"/>
                  </a:cubicBezTo>
                  <a:cubicBezTo>
                    <a:pt x="548" y="584"/>
                    <a:pt x="546" y="584"/>
                    <a:pt x="549" y="582"/>
                  </a:cubicBezTo>
                  <a:cubicBezTo>
                    <a:pt x="548" y="584"/>
                    <a:pt x="551" y="581"/>
                    <a:pt x="552" y="581"/>
                  </a:cubicBezTo>
                  <a:cubicBezTo>
                    <a:pt x="553" y="578"/>
                    <a:pt x="556" y="578"/>
                    <a:pt x="557" y="576"/>
                  </a:cubicBezTo>
                  <a:cubicBezTo>
                    <a:pt x="559" y="575"/>
                    <a:pt x="560" y="574"/>
                    <a:pt x="562" y="572"/>
                  </a:cubicBezTo>
                  <a:cubicBezTo>
                    <a:pt x="563" y="571"/>
                    <a:pt x="561" y="573"/>
                    <a:pt x="561" y="572"/>
                  </a:cubicBezTo>
                  <a:cubicBezTo>
                    <a:pt x="566" y="569"/>
                    <a:pt x="564" y="572"/>
                    <a:pt x="563" y="575"/>
                  </a:cubicBezTo>
                  <a:cubicBezTo>
                    <a:pt x="562" y="575"/>
                    <a:pt x="562" y="574"/>
                    <a:pt x="562" y="574"/>
                  </a:cubicBezTo>
                  <a:cubicBezTo>
                    <a:pt x="561" y="575"/>
                    <a:pt x="560" y="575"/>
                    <a:pt x="560" y="576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0" y="578"/>
                    <a:pt x="559" y="578"/>
                    <a:pt x="560" y="579"/>
                  </a:cubicBezTo>
                  <a:cubicBezTo>
                    <a:pt x="559" y="580"/>
                    <a:pt x="558" y="581"/>
                    <a:pt x="556" y="581"/>
                  </a:cubicBezTo>
                  <a:cubicBezTo>
                    <a:pt x="556" y="580"/>
                    <a:pt x="558" y="579"/>
                    <a:pt x="557" y="579"/>
                  </a:cubicBezTo>
                  <a:cubicBezTo>
                    <a:pt x="556" y="581"/>
                    <a:pt x="554" y="582"/>
                    <a:pt x="552" y="583"/>
                  </a:cubicBezTo>
                  <a:close/>
                  <a:moveTo>
                    <a:pt x="535" y="590"/>
                  </a:moveTo>
                  <a:cubicBezTo>
                    <a:pt x="535" y="590"/>
                    <a:pt x="533" y="592"/>
                    <a:pt x="532" y="593"/>
                  </a:cubicBezTo>
                  <a:cubicBezTo>
                    <a:pt x="531" y="593"/>
                    <a:pt x="528" y="595"/>
                    <a:pt x="526" y="597"/>
                  </a:cubicBezTo>
                  <a:cubicBezTo>
                    <a:pt x="528" y="594"/>
                    <a:pt x="524" y="598"/>
                    <a:pt x="522" y="598"/>
                  </a:cubicBezTo>
                  <a:cubicBezTo>
                    <a:pt x="524" y="596"/>
                    <a:pt x="527" y="595"/>
                    <a:pt x="529" y="593"/>
                  </a:cubicBezTo>
                  <a:cubicBezTo>
                    <a:pt x="532" y="589"/>
                    <a:pt x="530" y="589"/>
                    <a:pt x="535" y="586"/>
                  </a:cubicBezTo>
                  <a:cubicBezTo>
                    <a:pt x="532" y="589"/>
                    <a:pt x="530" y="593"/>
                    <a:pt x="535" y="590"/>
                  </a:cubicBezTo>
                  <a:close/>
                  <a:moveTo>
                    <a:pt x="367" y="604"/>
                  </a:moveTo>
                  <a:cubicBezTo>
                    <a:pt x="366" y="604"/>
                    <a:pt x="369" y="603"/>
                    <a:pt x="367" y="603"/>
                  </a:cubicBezTo>
                  <a:cubicBezTo>
                    <a:pt x="364" y="604"/>
                    <a:pt x="366" y="604"/>
                    <a:pt x="364" y="605"/>
                  </a:cubicBezTo>
                  <a:cubicBezTo>
                    <a:pt x="364" y="605"/>
                    <a:pt x="363" y="605"/>
                    <a:pt x="362" y="605"/>
                  </a:cubicBezTo>
                  <a:cubicBezTo>
                    <a:pt x="364" y="603"/>
                    <a:pt x="366" y="603"/>
                    <a:pt x="367" y="601"/>
                  </a:cubicBezTo>
                  <a:cubicBezTo>
                    <a:pt x="371" y="602"/>
                    <a:pt x="371" y="602"/>
                    <a:pt x="375" y="602"/>
                  </a:cubicBezTo>
                  <a:cubicBezTo>
                    <a:pt x="373" y="603"/>
                    <a:pt x="370" y="604"/>
                    <a:pt x="367" y="604"/>
                  </a:cubicBezTo>
                  <a:close/>
                  <a:moveTo>
                    <a:pt x="452" y="608"/>
                  </a:moveTo>
                  <a:cubicBezTo>
                    <a:pt x="453" y="607"/>
                    <a:pt x="455" y="606"/>
                    <a:pt x="457" y="606"/>
                  </a:cubicBezTo>
                  <a:cubicBezTo>
                    <a:pt x="456" y="607"/>
                    <a:pt x="454" y="607"/>
                    <a:pt x="452" y="608"/>
                  </a:cubicBezTo>
                  <a:close/>
                  <a:moveTo>
                    <a:pt x="564" y="575"/>
                  </a:moveTo>
                  <a:cubicBezTo>
                    <a:pt x="565" y="574"/>
                    <a:pt x="563" y="576"/>
                    <a:pt x="564" y="574"/>
                  </a:cubicBezTo>
                  <a:cubicBezTo>
                    <a:pt x="566" y="572"/>
                    <a:pt x="566" y="573"/>
                    <a:pt x="564" y="575"/>
                  </a:cubicBezTo>
                  <a:close/>
                  <a:moveTo>
                    <a:pt x="524" y="595"/>
                  </a:moveTo>
                  <a:cubicBezTo>
                    <a:pt x="525" y="594"/>
                    <a:pt x="527" y="592"/>
                    <a:pt x="528" y="591"/>
                  </a:cubicBezTo>
                  <a:cubicBezTo>
                    <a:pt x="528" y="591"/>
                    <a:pt x="529" y="590"/>
                    <a:pt x="530" y="590"/>
                  </a:cubicBezTo>
                  <a:cubicBezTo>
                    <a:pt x="531" y="590"/>
                    <a:pt x="527" y="594"/>
                    <a:pt x="524" y="595"/>
                  </a:cubicBezTo>
                  <a:close/>
                  <a:moveTo>
                    <a:pt x="448" y="610"/>
                  </a:moveTo>
                  <a:cubicBezTo>
                    <a:pt x="447" y="610"/>
                    <a:pt x="445" y="610"/>
                    <a:pt x="446" y="609"/>
                  </a:cubicBezTo>
                  <a:cubicBezTo>
                    <a:pt x="448" y="609"/>
                    <a:pt x="448" y="608"/>
                    <a:pt x="450" y="608"/>
                  </a:cubicBezTo>
                  <a:lnTo>
                    <a:pt x="448" y="610"/>
                  </a:lnTo>
                  <a:close/>
                  <a:moveTo>
                    <a:pt x="488" y="606"/>
                  </a:moveTo>
                  <a:cubicBezTo>
                    <a:pt x="485" y="606"/>
                    <a:pt x="490" y="603"/>
                    <a:pt x="492" y="603"/>
                  </a:cubicBezTo>
                  <a:cubicBezTo>
                    <a:pt x="491" y="604"/>
                    <a:pt x="489" y="604"/>
                    <a:pt x="488" y="606"/>
                  </a:cubicBezTo>
                  <a:close/>
                  <a:moveTo>
                    <a:pt x="548" y="585"/>
                  </a:moveTo>
                  <a:cubicBezTo>
                    <a:pt x="547" y="586"/>
                    <a:pt x="544" y="587"/>
                    <a:pt x="546" y="585"/>
                  </a:cubicBezTo>
                  <a:cubicBezTo>
                    <a:pt x="547" y="585"/>
                    <a:pt x="548" y="584"/>
                    <a:pt x="548" y="585"/>
                  </a:cubicBezTo>
                  <a:close/>
                  <a:moveTo>
                    <a:pt x="445" y="612"/>
                  </a:moveTo>
                  <a:cubicBezTo>
                    <a:pt x="445" y="612"/>
                    <a:pt x="446" y="611"/>
                    <a:pt x="445" y="611"/>
                  </a:cubicBezTo>
                  <a:cubicBezTo>
                    <a:pt x="444" y="612"/>
                    <a:pt x="443" y="612"/>
                    <a:pt x="443" y="613"/>
                  </a:cubicBezTo>
                  <a:cubicBezTo>
                    <a:pt x="444" y="611"/>
                    <a:pt x="446" y="611"/>
                    <a:pt x="448" y="610"/>
                  </a:cubicBezTo>
                  <a:cubicBezTo>
                    <a:pt x="447" y="611"/>
                    <a:pt x="446" y="612"/>
                    <a:pt x="445" y="612"/>
                  </a:cubicBezTo>
                  <a:close/>
                  <a:moveTo>
                    <a:pt x="448" y="614"/>
                  </a:moveTo>
                  <a:cubicBezTo>
                    <a:pt x="449" y="614"/>
                    <a:pt x="451" y="612"/>
                    <a:pt x="453" y="612"/>
                  </a:cubicBezTo>
                  <a:cubicBezTo>
                    <a:pt x="452" y="614"/>
                    <a:pt x="447" y="615"/>
                    <a:pt x="448" y="614"/>
                  </a:cubicBezTo>
                  <a:close/>
                  <a:moveTo>
                    <a:pt x="569" y="580"/>
                  </a:moveTo>
                  <a:cubicBezTo>
                    <a:pt x="569" y="579"/>
                    <a:pt x="567" y="582"/>
                    <a:pt x="568" y="582"/>
                  </a:cubicBezTo>
                  <a:cubicBezTo>
                    <a:pt x="566" y="583"/>
                    <a:pt x="566" y="582"/>
                    <a:pt x="567" y="581"/>
                  </a:cubicBezTo>
                  <a:cubicBezTo>
                    <a:pt x="569" y="579"/>
                    <a:pt x="568" y="579"/>
                    <a:pt x="571" y="577"/>
                  </a:cubicBezTo>
                  <a:cubicBezTo>
                    <a:pt x="571" y="578"/>
                    <a:pt x="570" y="579"/>
                    <a:pt x="569" y="580"/>
                  </a:cubicBezTo>
                  <a:close/>
                  <a:moveTo>
                    <a:pt x="331" y="605"/>
                  </a:moveTo>
                  <a:cubicBezTo>
                    <a:pt x="333" y="604"/>
                    <a:pt x="334" y="605"/>
                    <a:pt x="336" y="605"/>
                  </a:cubicBezTo>
                  <a:cubicBezTo>
                    <a:pt x="334" y="606"/>
                    <a:pt x="333" y="606"/>
                    <a:pt x="331" y="605"/>
                  </a:cubicBezTo>
                  <a:close/>
                  <a:moveTo>
                    <a:pt x="455" y="621"/>
                  </a:moveTo>
                  <a:cubicBezTo>
                    <a:pt x="456" y="620"/>
                    <a:pt x="458" y="620"/>
                    <a:pt x="459" y="620"/>
                  </a:cubicBezTo>
                  <a:cubicBezTo>
                    <a:pt x="458" y="621"/>
                    <a:pt x="456" y="621"/>
                    <a:pt x="455" y="621"/>
                  </a:cubicBezTo>
                  <a:close/>
                  <a:moveTo>
                    <a:pt x="404" y="622"/>
                  </a:moveTo>
                  <a:cubicBezTo>
                    <a:pt x="401" y="622"/>
                    <a:pt x="404" y="620"/>
                    <a:pt x="406" y="621"/>
                  </a:cubicBezTo>
                  <a:cubicBezTo>
                    <a:pt x="404" y="622"/>
                    <a:pt x="406" y="622"/>
                    <a:pt x="404" y="622"/>
                  </a:cubicBezTo>
                  <a:close/>
                  <a:moveTo>
                    <a:pt x="445" y="624"/>
                  </a:moveTo>
                  <a:cubicBezTo>
                    <a:pt x="444" y="625"/>
                    <a:pt x="442" y="626"/>
                    <a:pt x="441" y="626"/>
                  </a:cubicBezTo>
                  <a:cubicBezTo>
                    <a:pt x="439" y="627"/>
                    <a:pt x="437" y="627"/>
                    <a:pt x="437" y="627"/>
                  </a:cubicBezTo>
                  <a:cubicBezTo>
                    <a:pt x="440" y="627"/>
                    <a:pt x="442" y="625"/>
                    <a:pt x="444" y="624"/>
                  </a:cubicBezTo>
                  <a:cubicBezTo>
                    <a:pt x="443" y="625"/>
                    <a:pt x="446" y="623"/>
                    <a:pt x="445" y="624"/>
                  </a:cubicBezTo>
                  <a:close/>
                  <a:moveTo>
                    <a:pt x="305" y="602"/>
                  </a:moveTo>
                  <a:cubicBezTo>
                    <a:pt x="308" y="602"/>
                    <a:pt x="310" y="602"/>
                    <a:pt x="312" y="603"/>
                  </a:cubicBezTo>
                  <a:cubicBezTo>
                    <a:pt x="310" y="603"/>
                    <a:pt x="306" y="603"/>
                    <a:pt x="305" y="602"/>
                  </a:cubicBezTo>
                  <a:close/>
                  <a:moveTo>
                    <a:pt x="522" y="613"/>
                  </a:moveTo>
                  <a:cubicBezTo>
                    <a:pt x="524" y="613"/>
                    <a:pt x="527" y="610"/>
                    <a:pt x="527" y="611"/>
                  </a:cubicBezTo>
                  <a:cubicBezTo>
                    <a:pt x="526" y="612"/>
                    <a:pt x="522" y="614"/>
                    <a:pt x="522" y="613"/>
                  </a:cubicBezTo>
                  <a:close/>
                  <a:moveTo>
                    <a:pt x="473" y="630"/>
                  </a:moveTo>
                  <a:cubicBezTo>
                    <a:pt x="471" y="630"/>
                    <a:pt x="469" y="631"/>
                    <a:pt x="467" y="631"/>
                  </a:cubicBezTo>
                  <a:cubicBezTo>
                    <a:pt x="469" y="630"/>
                    <a:pt x="471" y="630"/>
                    <a:pt x="473" y="628"/>
                  </a:cubicBezTo>
                  <a:cubicBezTo>
                    <a:pt x="474" y="628"/>
                    <a:pt x="475" y="627"/>
                    <a:pt x="476" y="627"/>
                  </a:cubicBezTo>
                  <a:cubicBezTo>
                    <a:pt x="474" y="629"/>
                    <a:pt x="474" y="628"/>
                    <a:pt x="473" y="630"/>
                  </a:cubicBezTo>
                  <a:close/>
                  <a:moveTo>
                    <a:pt x="386" y="631"/>
                  </a:moveTo>
                  <a:cubicBezTo>
                    <a:pt x="384" y="631"/>
                    <a:pt x="383" y="631"/>
                    <a:pt x="386" y="630"/>
                  </a:cubicBezTo>
                  <a:cubicBezTo>
                    <a:pt x="388" y="630"/>
                    <a:pt x="388" y="631"/>
                    <a:pt x="391" y="630"/>
                  </a:cubicBezTo>
                  <a:cubicBezTo>
                    <a:pt x="390" y="631"/>
                    <a:pt x="388" y="631"/>
                    <a:pt x="386" y="631"/>
                  </a:cubicBezTo>
                  <a:close/>
                  <a:moveTo>
                    <a:pt x="482" y="635"/>
                  </a:moveTo>
                  <a:cubicBezTo>
                    <a:pt x="484" y="633"/>
                    <a:pt x="486" y="631"/>
                    <a:pt x="488" y="631"/>
                  </a:cubicBezTo>
                  <a:cubicBezTo>
                    <a:pt x="486" y="632"/>
                    <a:pt x="484" y="634"/>
                    <a:pt x="482" y="635"/>
                  </a:cubicBezTo>
                  <a:close/>
                  <a:moveTo>
                    <a:pt x="429" y="638"/>
                  </a:moveTo>
                  <a:cubicBezTo>
                    <a:pt x="430" y="637"/>
                    <a:pt x="431" y="637"/>
                    <a:pt x="433" y="637"/>
                  </a:cubicBezTo>
                  <a:cubicBezTo>
                    <a:pt x="431" y="638"/>
                    <a:pt x="430" y="638"/>
                    <a:pt x="429" y="638"/>
                  </a:cubicBezTo>
                  <a:close/>
                  <a:moveTo>
                    <a:pt x="447" y="639"/>
                  </a:moveTo>
                  <a:cubicBezTo>
                    <a:pt x="449" y="638"/>
                    <a:pt x="451" y="637"/>
                    <a:pt x="454" y="636"/>
                  </a:cubicBezTo>
                  <a:cubicBezTo>
                    <a:pt x="451" y="638"/>
                    <a:pt x="449" y="638"/>
                    <a:pt x="447" y="639"/>
                  </a:cubicBezTo>
                  <a:close/>
                  <a:moveTo>
                    <a:pt x="431" y="641"/>
                  </a:moveTo>
                  <a:cubicBezTo>
                    <a:pt x="428" y="641"/>
                    <a:pt x="425" y="643"/>
                    <a:pt x="422" y="644"/>
                  </a:cubicBezTo>
                  <a:cubicBezTo>
                    <a:pt x="424" y="642"/>
                    <a:pt x="428" y="642"/>
                    <a:pt x="432" y="640"/>
                  </a:cubicBezTo>
                  <a:cubicBezTo>
                    <a:pt x="432" y="640"/>
                    <a:pt x="432" y="639"/>
                    <a:pt x="434" y="639"/>
                  </a:cubicBezTo>
                  <a:cubicBezTo>
                    <a:pt x="433" y="640"/>
                    <a:pt x="433" y="640"/>
                    <a:pt x="431" y="641"/>
                  </a:cubicBezTo>
                  <a:close/>
                  <a:moveTo>
                    <a:pt x="380" y="640"/>
                  </a:moveTo>
                  <a:cubicBezTo>
                    <a:pt x="383" y="639"/>
                    <a:pt x="386" y="638"/>
                    <a:pt x="389" y="638"/>
                  </a:cubicBezTo>
                  <a:cubicBezTo>
                    <a:pt x="386" y="639"/>
                    <a:pt x="383" y="639"/>
                    <a:pt x="380" y="640"/>
                  </a:cubicBezTo>
                  <a:close/>
                  <a:moveTo>
                    <a:pt x="469" y="642"/>
                  </a:moveTo>
                  <a:cubicBezTo>
                    <a:pt x="470" y="641"/>
                    <a:pt x="472" y="640"/>
                    <a:pt x="473" y="640"/>
                  </a:cubicBezTo>
                  <a:cubicBezTo>
                    <a:pt x="472" y="641"/>
                    <a:pt x="474" y="641"/>
                    <a:pt x="473" y="642"/>
                  </a:cubicBezTo>
                  <a:cubicBezTo>
                    <a:pt x="470" y="643"/>
                    <a:pt x="471" y="642"/>
                    <a:pt x="469" y="642"/>
                  </a:cubicBezTo>
                  <a:close/>
                  <a:moveTo>
                    <a:pt x="478" y="637"/>
                  </a:moveTo>
                  <a:cubicBezTo>
                    <a:pt x="479" y="638"/>
                    <a:pt x="480" y="637"/>
                    <a:pt x="483" y="636"/>
                  </a:cubicBezTo>
                  <a:cubicBezTo>
                    <a:pt x="479" y="638"/>
                    <a:pt x="476" y="641"/>
                    <a:pt x="474" y="641"/>
                  </a:cubicBezTo>
                  <a:cubicBezTo>
                    <a:pt x="477" y="639"/>
                    <a:pt x="477" y="639"/>
                    <a:pt x="478" y="637"/>
                  </a:cubicBezTo>
                  <a:close/>
                  <a:moveTo>
                    <a:pt x="468" y="641"/>
                  </a:moveTo>
                  <a:cubicBezTo>
                    <a:pt x="469" y="641"/>
                    <a:pt x="473" y="638"/>
                    <a:pt x="473" y="639"/>
                  </a:cubicBezTo>
                  <a:cubicBezTo>
                    <a:pt x="471" y="640"/>
                    <a:pt x="468" y="642"/>
                    <a:pt x="466" y="642"/>
                  </a:cubicBezTo>
                  <a:cubicBezTo>
                    <a:pt x="467" y="641"/>
                    <a:pt x="467" y="641"/>
                    <a:pt x="465" y="641"/>
                  </a:cubicBezTo>
                  <a:cubicBezTo>
                    <a:pt x="467" y="640"/>
                    <a:pt x="469" y="639"/>
                    <a:pt x="471" y="638"/>
                  </a:cubicBezTo>
                  <a:cubicBezTo>
                    <a:pt x="470" y="639"/>
                    <a:pt x="467" y="641"/>
                    <a:pt x="468" y="641"/>
                  </a:cubicBezTo>
                  <a:close/>
                  <a:moveTo>
                    <a:pt x="425" y="645"/>
                  </a:moveTo>
                  <a:cubicBezTo>
                    <a:pt x="426" y="645"/>
                    <a:pt x="428" y="644"/>
                    <a:pt x="429" y="644"/>
                  </a:cubicBezTo>
                  <a:cubicBezTo>
                    <a:pt x="428" y="645"/>
                    <a:pt x="424" y="646"/>
                    <a:pt x="425" y="645"/>
                  </a:cubicBezTo>
                  <a:close/>
                  <a:moveTo>
                    <a:pt x="432" y="643"/>
                  </a:moveTo>
                  <a:cubicBezTo>
                    <a:pt x="430" y="644"/>
                    <a:pt x="434" y="644"/>
                    <a:pt x="431" y="645"/>
                  </a:cubicBezTo>
                  <a:cubicBezTo>
                    <a:pt x="429" y="645"/>
                    <a:pt x="429" y="644"/>
                    <a:pt x="432" y="643"/>
                  </a:cubicBezTo>
                  <a:close/>
                  <a:moveTo>
                    <a:pt x="418" y="644"/>
                  </a:moveTo>
                  <a:cubicBezTo>
                    <a:pt x="416" y="645"/>
                    <a:pt x="415" y="645"/>
                    <a:pt x="413" y="646"/>
                  </a:cubicBezTo>
                  <a:cubicBezTo>
                    <a:pt x="411" y="645"/>
                    <a:pt x="410" y="646"/>
                    <a:pt x="408" y="646"/>
                  </a:cubicBezTo>
                  <a:cubicBezTo>
                    <a:pt x="411" y="645"/>
                    <a:pt x="410" y="646"/>
                    <a:pt x="412" y="644"/>
                  </a:cubicBezTo>
                  <a:cubicBezTo>
                    <a:pt x="413" y="645"/>
                    <a:pt x="414" y="645"/>
                    <a:pt x="416" y="644"/>
                  </a:cubicBezTo>
                  <a:cubicBezTo>
                    <a:pt x="417" y="644"/>
                    <a:pt x="418" y="644"/>
                    <a:pt x="418" y="644"/>
                  </a:cubicBezTo>
                  <a:close/>
                  <a:moveTo>
                    <a:pt x="326" y="629"/>
                  </a:moveTo>
                  <a:cubicBezTo>
                    <a:pt x="327" y="628"/>
                    <a:pt x="330" y="629"/>
                    <a:pt x="330" y="628"/>
                  </a:cubicBezTo>
                  <a:cubicBezTo>
                    <a:pt x="331" y="628"/>
                    <a:pt x="331" y="628"/>
                    <a:pt x="331" y="628"/>
                  </a:cubicBezTo>
                  <a:cubicBezTo>
                    <a:pt x="331" y="628"/>
                    <a:pt x="332" y="628"/>
                    <a:pt x="332" y="628"/>
                  </a:cubicBezTo>
                  <a:cubicBezTo>
                    <a:pt x="331" y="629"/>
                    <a:pt x="328" y="630"/>
                    <a:pt x="326" y="629"/>
                  </a:cubicBezTo>
                  <a:close/>
                  <a:moveTo>
                    <a:pt x="263" y="595"/>
                  </a:moveTo>
                  <a:cubicBezTo>
                    <a:pt x="262" y="595"/>
                    <a:pt x="261" y="595"/>
                    <a:pt x="261" y="594"/>
                  </a:cubicBezTo>
                  <a:cubicBezTo>
                    <a:pt x="263" y="594"/>
                    <a:pt x="265" y="595"/>
                    <a:pt x="263" y="595"/>
                  </a:cubicBezTo>
                  <a:close/>
                  <a:moveTo>
                    <a:pt x="463" y="644"/>
                  </a:moveTo>
                  <a:cubicBezTo>
                    <a:pt x="464" y="643"/>
                    <a:pt x="466" y="642"/>
                    <a:pt x="468" y="642"/>
                  </a:cubicBezTo>
                  <a:cubicBezTo>
                    <a:pt x="467" y="644"/>
                    <a:pt x="462" y="644"/>
                    <a:pt x="463" y="644"/>
                  </a:cubicBezTo>
                  <a:close/>
                  <a:moveTo>
                    <a:pt x="337" y="635"/>
                  </a:moveTo>
                  <a:cubicBezTo>
                    <a:pt x="340" y="635"/>
                    <a:pt x="342" y="635"/>
                    <a:pt x="344" y="635"/>
                  </a:cubicBezTo>
                  <a:cubicBezTo>
                    <a:pt x="342" y="635"/>
                    <a:pt x="339" y="635"/>
                    <a:pt x="337" y="635"/>
                  </a:cubicBezTo>
                  <a:close/>
                  <a:moveTo>
                    <a:pt x="439" y="651"/>
                  </a:moveTo>
                  <a:cubicBezTo>
                    <a:pt x="440" y="651"/>
                    <a:pt x="440" y="651"/>
                    <a:pt x="441" y="650"/>
                  </a:cubicBezTo>
                  <a:cubicBezTo>
                    <a:pt x="443" y="649"/>
                    <a:pt x="444" y="650"/>
                    <a:pt x="447" y="648"/>
                  </a:cubicBezTo>
                  <a:cubicBezTo>
                    <a:pt x="447" y="648"/>
                    <a:pt x="443" y="649"/>
                    <a:pt x="445" y="648"/>
                  </a:cubicBezTo>
                  <a:cubicBezTo>
                    <a:pt x="447" y="647"/>
                    <a:pt x="449" y="647"/>
                    <a:pt x="450" y="647"/>
                  </a:cubicBezTo>
                  <a:cubicBezTo>
                    <a:pt x="447" y="649"/>
                    <a:pt x="440" y="652"/>
                    <a:pt x="439" y="651"/>
                  </a:cubicBezTo>
                  <a:close/>
                  <a:moveTo>
                    <a:pt x="354" y="641"/>
                  </a:moveTo>
                  <a:cubicBezTo>
                    <a:pt x="351" y="641"/>
                    <a:pt x="349" y="642"/>
                    <a:pt x="346" y="641"/>
                  </a:cubicBezTo>
                  <a:cubicBezTo>
                    <a:pt x="348" y="640"/>
                    <a:pt x="351" y="640"/>
                    <a:pt x="353" y="640"/>
                  </a:cubicBezTo>
                  <a:cubicBezTo>
                    <a:pt x="354" y="640"/>
                    <a:pt x="355" y="640"/>
                    <a:pt x="354" y="641"/>
                  </a:cubicBezTo>
                  <a:close/>
                  <a:moveTo>
                    <a:pt x="400" y="650"/>
                  </a:moveTo>
                  <a:cubicBezTo>
                    <a:pt x="399" y="650"/>
                    <a:pt x="398" y="650"/>
                    <a:pt x="397" y="650"/>
                  </a:cubicBezTo>
                  <a:cubicBezTo>
                    <a:pt x="398" y="649"/>
                    <a:pt x="402" y="649"/>
                    <a:pt x="400" y="650"/>
                  </a:cubicBezTo>
                  <a:close/>
                  <a:moveTo>
                    <a:pt x="430" y="654"/>
                  </a:moveTo>
                  <a:cubicBezTo>
                    <a:pt x="431" y="653"/>
                    <a:pt x="431" y="653"/>
                    <a:pt x="431" y="653"/>
                  </a:cubicBezTo>
                  <a:cubicBezTo>
                    <a:pt x="432" y="652"/>
                    <a:pt x="433" y="652"/>
                    <a:pt x="435" y="652"/>
                  </a:cubicBezTo>
                  <a:cubicBezTo>
                    <a:pt x="433" y="653"/>
                    <a:pt x="432" y="654"/>
                    <a:pt x="430" y="654"/>
                  </a:cubicBezTo>
                  <a:close/>
                  <a:moveTo>
                    <a:pt x="388" y="652"/>
                  </a:moveTo>
                  <a:cubicBezTo>
                    <a:pt x="390" y="652"/>
                    <a:pt x="392" y="650"/>
                    <a:pt x="394" y="651"/>
                  </a:cubicBezTo>
                  <a:cubicBezTo>
                    <a:pt x="392" y="651"/>
                    <a:pt x="390" y="652"/>
                    <a:pt x="388" y="652"/>
                  </a:cubicBezTo>
                  <a:close/>
                  <a:moveTo>
                    <a:pt x="371" y="651"/>
                  </a:moveTo>
                  <a:cubicBezTo>
                    <a:pt x="373" y="650"/>
                    <a:pt x="374" y="651"/>
                    <a:pt x="375" y="650"/>
                  </a:cubicBezTo>
                  <a:cubicBezTo>
                    <a:pt x="376" y="650"/>
                    <a:pt x="377" y="650"/>
                    <a:pt x="377" y="651"/>
                  </a:cubicBezTo>
                  <a:cubicBezTo>
                    <a:pt x="375" y="652"/>
                    <a:pt x="373" y="652"/>
                    <a:pt x="371" y="651"/>
                  </a:cubicBezTo>
                  <a:close/>
                  <a:moveTo>
                    <a:pt x="384" y="650"/>
                  </a:moveTo>
                  <a:cubicBezTo>
                    <a:pt x="382" y="650"/>
                    <a:pt x="379" y="651"/>
                    <a:pt x="377" y="651"/>
                  </a:cubicBezTo>
                  <a:cubicBezTo>
                    <a:pt x="379" y="649"/>
                    <a:pt x="384" y="649"/>
                    <a:pt x="384" y="650"/>
                  </a:cubicBezTo>
                  <a:close/>
                  <a:moveTo>
                    <a:pt x="421" y="654"/>
                  </a:moveTo>
                  <a:cubicBezTo>
                    <a:pt x="423" y="653"/>
                    <a:pt x="424" y="653"/>
                    <a:pt x="426" y="653"/>
                  </a:cubicBezTo>
                  <a:cubicBezTo>
                    <a:pt x="424" y="654"/>
                    <a:pt x="423" y="654"/>
                    <a:pt x="421" y="654"/>
                  </a:cubicBezTo>
                  <a:close/>
                  <a:moveTo>
                    <a:pt x="380" y="653"/>
                  </a:moveTo>
                  <a:cubicBezTo>
                    <a:pt x="381" y="652"/>
                    <a:pt x="383" y="652"/>
                    <a:pt x="385" y="652"/>
                  </a:cubicBezTo>
                  <a:cubicBezTo>
                    <a:pt x="385" y="652"/>
                    <a:pt x="382" y="653"/>
                    <a:pt x="380" y="653"/>
                  </a:cubicBezTo>
                  <a:close/>
                  <a:moveTo>
                    <a:pt x="372" y="655"/>
                  </a:moveTo>
                  <a:cubicBezTo>
                    <a:pt x="376" y="654"/>
                    <a:pt x="377" y="653"/>
                    <a:pt x="377" y="652"/>
                  </a:cubicBezTo>
                  <a:cubicBezTo>
                    <a:pt x="380" y="652"/>
                    <a:pt x="379" y="653"/>
                    <a:pt x="380" y="653"/>
                  </a:cubicBezTo>
                  <a:cubicBezTo>
                    <a:pt x="378" y="654"/>
                    <a:pt x="377" y="654"/>
                    <a:pt x="375" y="654"/>
                  </a:cubicBezTo>
                  <a:cubicBezTo>
                    <a:pt x="376" y="655"/>
                    <a:pt x="377" y="654"/>
                    <a:pt x="377" y="655"/>
                  </a:cubicBezTo>
                  <a:cubicBezTo>
                    <a:pt x="373" y="656"/>
                    <a:pt x="371" y="655"/>
                    <a:pt x="369" y="655"/>
                  </a:cubicBezTo>
                  <a:cubicBezTo>
                    <a:pt x="369" y="654"/>
                    <a:pt x="369" y="654"/>
                    <a:pt x="371" y="654"/>
                  </a:cubicBezTo>
                  <a:cubicBezTo>
                    <a:pt x="373" y="654"/>
                    <a:pt x="372" y="654"/>
                    <a:pt x="372" y="655"/>
                  </a:cubicBezTo>
                  <a:close/>
                  <a:moveTo>
                    <a:pt x="363" y="654"/>
                  </a:moveTo>
                  <a:cubicBezTo>
                    <a:pt x="368" y="653"/>
                    <a:pt x="372" y="652"/>
                    <a:pt x="376" y="652"/>
                  </a:cubicBezTo>
                  <a:cubicBezTo>
                    <a:pt x="375" y="654"/>
                    <a:pt x="368" y="654"/>
                    <a:pt x="363" y="654"/>
                  </a:cubicBezTo>
                  <a:close/>
                  <a:moveTo>
                    <a:pt x="423" y="659"/>
                  </a:moveTo>
                  <a:cubicBezTo>
                    <a:pt x="426" y="658"/>
                    <a:pt x="430" y="657"/>
                    <a:pt x="433" y="656"/>
                  </a:cubicBezTo>
                  <a:cubicBezTo>
                    <a:pt x="430" y="658"/>
                    <a:pt x="427" y="659"/>
                    <a:pt x="423" y="659"/>
                  </a:cubicBezTo>
                  <a:close/>
                  <a:moveTo>
                    <a:pt x="404" y="658"/>
                  </a:moveTo>
                  <a:cubicBezTo>
                    <a:pt x="405" y="657"/>
                    <a:pt x="405" y="657"/>
                    <a:pt x="407" y="656"/>
                  </a:cubicBezTo>
                  <a:cubicBezTo>
                    <a:pt x="407" y="657"/>
                    <a:pt x="406" y="658"/>
                    <a:pt x="404" y="658"/>
                  </a:cubicBezTo>
                  <a:close/>
                  <a:moveTo>
                    <a:pt x="409" y="661"/>
                  </a:moveTo>
                  <a:cubicBezTo>
                    <a:pt x="405" y="661"/>
                    <a:pt x="411" y="660"/>
                    <a:pt x="410" y="660"/>
                  </a:cubicBezTo>
                  <a:cubicBezTo>
                    <a:pt x="408" y="660"/>
                    <a:pt x="406" y="661"/>
                    <a:pt x="405" y="661"/>
                  </a:cubicBezTo>
                  <a:cubicBezTo>
                    <a:pt x="408" y="659"/>
                    <a:pt x="411" y="659"/>
                    <a:pt x="414" y="658"/>
                  </a:cubicBezTo>
                  <a:cubicBezTo>
                    <a:pt x="414" y="659"/>
                    <a:pt x="410" y="660"/>
                    <a:pt x="409" y="661"/>
                  </a:cubicBezTo>
                  <a:close/>
                  <a:moveTo>
                    <a:pt x="359" y="652"/>
                  </a:moveTo>
                  <a:cubicBezTo>
                    <a:pt x="355" y="653"/>
                    <a:pt x="351" y="652"/>
                    <a:pt x="352" y="651"/>
                  </a:cubicBezTo>
                  <a:cubicBezTo>
                    <a:pt x="354" y="651"/>
                    <a:pt x="354" y="652"/>
                    <a:pt x="359" y="652"/>
                  </a:cubicBezTo>
                  <a:close/>
                  <a:moveTo>
                    <a:pt x="358" y="654"/>
                  </a:moveTo>
                  <a:cubicBezTo>
                    <a:pt x="361" y="653"/>
                    <a:pt x="361" y="653"/>
                    <a:pt x="361" y="653"/>
                  </a:cubicBezTo>
                  <a:cubicBezTo>
                    <a:pt x="362" y="653"/>
                    <a:pt x="363" y="654"/>
                    <a:pt x="362" y="654"/>
                  </a:cubicBezTo>
                  <a:cubicBezTo>
                    <a:pt x="361" y="653"/>
                    <a:pt x="359" y="655"/>
                    <a:pt x="358" y="654"/>
                  </a:cubicBezTo>
                  <a:close/>
                  <a:moveTo>
                    <a:pt x="382" y="660"/>
                  </a:moveTo>
                  <a:cubicBezTo>
                    <a:pt x="380" y="660"/>
                    <a:pt x="382" y="659"/>
                    <a:pt x="383" y="659"/>
                  </a:cubicBezTo>
                  <a:cubicBezTo>
                    <a:pt x="384" y="659"/>
                    <a:pt x="384" y="659"/>
                    <a:pt x="385" y="659"/>
                  </a:cubicBezTo>
                  <a:cubicBezTo>
                    <a:pt x="384" y="659"/>
                    <a:pt x="383" y="660"/>
                    <a:pt x="382" y="660"/>
                  </a:cubicBezTo>
                  <a:close/>
                  <a:moveTo>
                    <a:pt x="393" y="662"/>
                  </a:moveTo>
                  <a:cubicBezTo>
                    <a:pt x="391" y="662"/>
                    <a:pt x="391" y="661"/>
                    <a:pt x="393" y="660"/>
                  </a:cubicBezTo>
                  <a:cubicBezTo>
                    <a:pt x="396" y="661"/>
                    <a:pt x="395" y="662"/>
                    <a:pt x="393" y="662"/>
                  </a:cubicBezTo>
                  <a:close/>
                  <a:moveTo>
                    <a:pt x="361" y="656"/>
                  </a:moveTo>
                  <a:cubicBezTo>
                    <a:pt x="359" y="657"/>
                    <a:pt x="356" y="656"/>
                    <a:pt x="356" y="656"/>
                  </a:cubicBezTo>
                  <a:cubicBezTo>
                    <a:pt x="359" y="655"/>
                    <a:pt x="358" y="656"/>
                    <a:pt x="361" y="656"/>
                  </a:cubicBezTo>
                  <a:close/>
                  <a:moveTo>
                    <a:pt x="382" y="664"/>
                  </a:moveTo>
                  <a:cubicBezTo>
                    <a:pt x="381" y="664"/>
                    <a:pt x="380" y="664"/>
                    <a:pt x="379" y="664"/>
                  </a:cubicBezTo>
                  <a:cubicBezTo>
                    <a:pt x="382" y="663"/>
                    <a:pt x="383" y="664"/>
                    <a:pt x="384" y="663"/>
                  </a:cubicBezTo>
                  <a:cubicBezTo>
                    <a:pt x="385" y="663"/>
                    <a:pt x="388" y="662"/>
                    <a:pt x="390" y="662"/>
                  </a:cubicBezTo>
                  <a:cubicBezTo>
                    <a:pt x="387" y="664"/>
                    <a:pt x="385" y="663"/>
                    <a:pt x="382" y="664"/>
                  </a:cubicBezTo>
                  <a:close/>
                  <a:moveTo>
                    <a:pt x="364" y="664"/>
                  </a:moveTo>
                  <a:cubicBezTo>
                    <a:pt x="368" y="665"/>
                    <a:pt x="376" y="663"/>
                    <a:pt x="378" y="664"/>
                  </a:cubicBezTo>
                  <a:cubicBezTo>
                    <a:pt x="374" y="664"/>
                    <a:pt x="364" y="666"/>
                    <a:pt x="364" y="664"/>
                  </a:cubicBezTo>
                  <a:close/>
                  <a:moveTo>
                    <a:pt x="368" y="664"/>
                  </a:moveTo>
                  <a:cubicBezTo>
                    <a:pt x="369" y="664"/>
                    <a:pt x="367" y="664"/>
                    <a:pt x="369" y="663"/>
                  </a:cubicBezTo>
                  <a:cubicBezTo>
                    <a:pt x="371" y="663"/>
                    <a:pt x="372" y="663"/>
                    <a:pt x="373" y="663"/>
                  </a:cubicBezTo>
                  <a:cubicBezTo>
                    <a:pt x="370" y="664"/>
                    <a:pt x="371" y="664"/>
                    <a:pt x="368" y="664"/>
                  </a:cubicBezTo>
                  <a:close/>
                  <a:moveTo>
                    <a:pt x="346" y="666"/>
                  </a:moveTo>
                  <a:cubicBezTo>
                    <a:pt x="345" y="665"/>
                    <a:pt x="343" y="666"/>
                    <a:pt x="342" y="665"/>
                  </a:cubicBezTo>
                  <a:cubicBezTo>
                    <a:pt x="343" y="665"/>
                    <a:pt x="345" y="665"/>
                    <a:pt x="347" y="665"/>
                  </a:cubicBezTo>
                  <a:cubicBezTo>
                    <a:pt x="346" y="665"/>
                    <a:pt x="347" y="666"/>
                    <a:pt x="346" y="666"/>
                  </a:cubicBezTo>
                  <a:close/>
                  <a:moveTo>
                    <a:pt x="293" y="652"/>
                  </a:moveTo>
                  <a:cubicBezTo>
                    <a:pt x="295" y="652"/>
                    <a:pt x="301" y="652"/>
                    <a:pt x="299" y="653"/>
                  </a:cubicBezTo>
                  <a:cubicBezTo>
                    <a:pt x="298" y="652"/>
                    <a:pt x="292" y="652"/>
                    <a:pt x="293" y="652"/>
                  </a:cubicBezTo>
                  <a:close/>
                  <a:moveTo>
                    <a:pt x="240" y="622"/>
                  </a:moveTo>
                  <a:cubicBezTo>
                    <a:pt x="238" y="620"/>
                    <a:pt x="242" y="620"/>
                    <a:pt x="243" y="621"/>
                  </a:cubicBezTo>
                  <a:cubicBezTo>
                    <a:pt x="241" y="621"/>
                    <a:pt x="243" y="622"/>
                    <a:pt x="240" y="622"/>
                  </a:cubicBezTo>
                  <a:close/>
                  <a:moveTo>
                    <a:pt x="294" y="653"/>
                  </a:moveTo>
                  <a:cubicBezTo>
                    <a:pt x="296" y="653"/>
                    <a:pt x="297" y="653"/>
                    <a:pt x="298" y="654"/>
                  </a:cubicBezTo>
                  <a:cubicBezTo>
                    <a:pt x="297" y="654"/>
                    <a:pt x="297" y="655"/>
                    <a:pt x="295" y="654"/>
                  </a:cubicBezTo>
                  <a:cubicBezTo>
                    <a:pt x="296" y="654"/>
                    <a:pt x="294" y="653"/>
                    <a:pt x="294" y="653"/>
                  </a:cubicBezTo>
                  <a:close/>
                  <a:moveTo>
                    <a:pt x="292" y="654"/>
                  </a:moveTo>
                  <a:cubicBezTo>
                    <a:pt x="289" y="653"/>
                    <a:pt x="292" y="652"/>
                    <a:pt x="294" y="653"/>
                  </a:cubicBezTo>
                  <a:cubicBezTo>
                    <a:pt x="294" y="654"/>
                    <a:pt x="295" y="654"/>
                    <a:pt x="292" y="654"/>
                  </a:cubicBezTo>
                  <a:close/>
                  <a:moveTo>
                    <a:pt x="315" y="665"/>
                  </a:moveTo>
                  <a:cubicBezTo>
                    <a:pt x="314" y="663"/>
                    <a:pt x="311" y="664"/>
                    <a:pt x="310" y="664"/>
                  </a:cubicBezTo>
                  <a:cubicBezTo>
                    <a:pt x="313" y="663"/>
                    <a:pt x="316" y="664"/>
                    <a:pt x="319" y="664"/>
                  </a:cubicBezTo>
                  <a:lnTo>
                    <a:pt x="315" y="665"/>
                  </a:lnTo>
                  <a:close/>
                  <a:moveTo>
                    <a:pt x="292" y="655"/>
                  </a:moveTo>
                  <a:cubicBezTo>
                    <a:pt x="294" y="655"/>
                    <a:pt x="294" y="655"/>
                    <a:pt x="294" y="655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4" y="656"/>
                    <a:pt x="293" y="656"/>
                    <a:pt x="292" y="655"/>
                  </a:cubicBezTo>
                  <a:close/>
                  <a:moveTo>
                    <a:pt x="282" y="650"/>
                  </a:moveTo>
                  <a:cubicBezTo>
                    <a:pt x="278" y="651"/>
                    <a:pt x="279" y="649"/>
                    <a:pt x="276" y="649"/>
                  </a:cubicBezTo>
                  <a:cubicBezTo>
                    <a:pt x="278" y="649"/>
                    <a:pt x="282" y="650"/>
                    <a:pt x="282" y="650"/>
                  </a:cubicBezTo>
                  <a:close/>
                  <a:moveTo>
                    <a:pt x="274" y="648"/>
                  </a:moveTo>
                  <a:cubicBezTo>
                    <a:pt x="272" y="647"/>
                    <a:pt x="272" y="647"/>
                    <a:pt x="272" y="647"/>
                  </a:cubicBezTo>
                  <a:cubicBezTo>
                    <a:pt x="273" y="647"/>
                    <a:pt x="278" y="647"/>
                    <a:pt x="277" y="648"/>
                  </a:cubicBezTo>
                  <a:cubicBezTo>
                    <a:pt x="275" y="647"/>
                    <a:pt x="274" y="648"/>
                    <a:pt x="274" y="648"/>
                  </a:cubicBezTo>
                  <a:close/>
                  <a:moveTo>
                    <a:pt x="223" y="615"/>
                  </a:moveTo>
                  <a:cubicBezTo>
                    <a:pt x="224" y="616"/>
                    <a:pt x="225" y="617"/>
                    <a:pt x="227" y="617"/>
                  </a:cubicBezTo>
                  <a:cubicBezTo>
                    <a:pt x="223" y="616"/>
                    <a:pt x="219" y="615"/>
                    <a:pt x="215" y="613"/>
                  </a:cubicBezTo>
                  <a:cubicBezTo>
                    <a:pt x="212" y="611"/>
                    <a:pt x="208" y="609"/>
                    <a:pt x="205" y="607"/>
                  </a:cubicBezTo>
                  <a:cubicBezTo>
                    <a:pt x="207" y="607"/>
                    <a:pt x="208" y="610"/>
                    <a:pt x="211" y="610"/>
                  </a:cubicBezTo>
                  <a:cubicBezTo>
                    <a:pt x="210" y="609"/>
                    <a:pt x="208" y="609"/>
                    <a:pt x="210" y="609"/>
                  </a:cubicBezTo>
                  <a:cubicBezTo>
                    <a:pt x="212" y="610"/>
                    <a:pt x="211" y="610"/>
                    <a:pt x="213" y="611"/>
                  </a:cubicBezTo>
                  <a:cubicBezTo>
                    <a:pt x="216" y="612"/>
                    <a:pt x="217" y="614"/>
                    <a:pt x="220" y="614"/>
                  </a:cubicBezTo>
                  <a:cubicBezTo>
                    <a:pt x="219" y="613"/>
                    <a:pt x="217" y="613"/>
                    <a:pt x="216" y="612"/>
                  </a:cubicBezTo>
                  <a:cubicBezTo>
                    <a:pt x="217" y="612"/>
                    <a:pt x="218" y="612"/>
                    <a:pt x="220" y="612"/>
                  </a:cubicBezTo>
                  <a:cubicBezTo>
                    <a:pt x="221" y="613"/>
                    <a:pt x="219" y="613"/>
                    <a:pt x="221" y="614"/>
                  </a:cubicBezTo>
                  <a:cubicBezTo>
                    <a:pt x="223" y="614"/>
                    <a:pt x="220" y="613"/>
                    <a:pt x="222" y="613"/>
                  </a:cubicBezTo>
                  <a:cubicBezTo>
                    <a:pt x="224" y="614"/>
                    <a:pt x="224" y="614"/>
                    <a:pt x="225" y="615"/>
                  </a:cubicBezTo>
                  <a:cubicBezTo>
                    <a:pt x="225" y="615"/>
                    <a:pt x="223" y="615"/>
                    <a:pt x="223" y="615"/>
                  </a:cubicBezTo>
                  <a:close/>
                  <a:moveTo>
                    <a:pt x="281" y="653"/>
                  </a:moveTo>
                  <a:cubicBezTo>
                    <a:pt x="278" y="651"/>
                    <a:pt x="275" y="651"/>
                    <a:pt x="273" y="650"/>
                  </a:cubicBezTo>
                  <a:cubicBezTo>
                    <a:pt x="274" y="650"/>
                    <a:pt x="273" y="649"/>
                    <a:pt x="276" y="650"/>
                  </a:cubicBezTo>
                  <a:cubicBezTo>
                    <a:pt x="279" y="651"/>
                    <a:pt x="277" y="651"/>
                    <a:pt x="277" y="651"/>
                  </a:cubicBezTo>
                  <a:cubicBezTo>
                    <a:pt x="279" y="651"/>
                    <a:pt x="281" y="652"/>
                    <a:pt x="283" y="652"/>
                  </a:cubicBezTo>
                  <a:cubicBezTo>
                    <a:pt x="285" y="652"/>
                    <a:pt x="283" y="653"/>
                    <a:pt x="281" y="653"/>
                  </a:cubicBezTo>
                  <a:close/>
                  <a:moveTo>
                    <a:pt x="301" y="663"/>
                  </a:moveTo>
                  <a:cubicBezTo>
                    <a:pt x="303" y="662"/>
                    <a:pt x="305" y="662"/>
                    <a:pt x="307" y="663"/>
                  </a:cubicBezTo>
                  <a:cubicBezTo>
                    <a:pt x="305" y="663"/>
                    <a:pt x="303" y="663"/>
                    <a:pt x="301" y="663"/>
                  </a:cubicBezTo>
                  <a:close/>
                  <a:moveTo>
                    <a:pt x="260" y="642"/>
                  </a:moveTo>
                  <a:cubicBezTo>
                    <a:pt x="263" y="641"/>
                    <a:pt x="263" y="641"/>
                    <a:pt x="263" y="641"/>
                  </a:cubicBezTo>
                  <a:cubicBezTo>
                    <a:pt x="264" y="642"/>
                    <a:pt x="264" y="642"/>
                    <a:pt x="264" y="642"/>
                  </a:cubicBezTo>
                  <a:cubicBezTo>
                    <a:pt x="263" y="642"/>
                    <a:pt x="261" y="642"/>
                    <a:pt x="260" y="642"/>
                  </a:cubicBezTo>
                  <a:close/>
                  <a:moveTo>
                    <a:pt x="241" y="640"/>
                  </a:moveTo>
                  <a:cubicBezTo>
                    <a:pt x="240" y="640"/>
                    <a:pt x="239" y="640"/>
                    <a:pt x="238" y="639"/>
                  </a:cubicBezTo>
                  <a:cubicBezTo>
                    <a:pt x="243" y="640"/>
                    <a:pt x="244" y="642"/>
                    <a:pt x="246" y="643"/>
                  </a:cubicBezTo>
                  <a:cubicBezTo>
                    <a:pt x="247" y="643"/>
                    <a:pt x="248" y="643"/>
                    <a:pt x="249" y="643"/>
                  </a:cubicBezTo>
                  <a:cubicBezTo>
                    <a:pt x="253" y="646"/>
                    <a:pt x="258" y="647"/>
                    <a:pt x="263" y="647"/>
                  </a:cubicBezTo>
                  <a:cubicBezTo>
                    <a:pt x="264" y="647"/>
                    <a:pt x="266" y="647"/>
                    <a:pt x="267" y="647"/>
                  </a:cubicBezTo>
                  <a:cubicBezTo>
                    <a:pt x="267" y="648"/>
                    <a:pt x="269" y="647"/>
                    <a:pt x="272" y="648"/>
                  </a:cubicBezTo>
                  <a:cubicBezTo>
                    <a:pt x="268" y="648"/>
                    <a:pt x="264" y="648"/>
                    <a:pt x="262" y="648"/>
                  </a:cubicBezTo>
                  <a:cubicBezTo>
                    <a:pt x="258" y="646"/>
                    <a:pt x="251" y="646"/>
                    <a:pt x="246" y="645"/>
                  </a:cubicBezTo>
                  <a:cubicBezTo>
                    <a:pt x="247" y="644"/>
                    <a:pt x="250" y="645"/>
                    <a:pt x="249" y="644"/>
                  </a:cubicBezTo>
                  <a:cubicBezTo>
                    <a:pt x="247" y="644"/>
                    <a:pt x="245" y="643"/>
                    <a:pt x="242" y="643"/>
                  </a:cubicBezTo>
                  <a:cubicBezTo>
                    <a:pt x="243" y="644"/>
                    <a:pt x="244" y="644"/>
                    <a:pt x="244" y="644"/>
                  </a:cubicBezTo>
                  <a:cubicBezTo>
                    <a:pt x="242" y="643"/>
                    <a:pt x="236" y="643"/>
                    <a:pt x="236" y="641"/>
                  </a:cubicBezTo>
                  <a:cubicBezTo>
                    <a:pt x="239" y="643"/>
                    <a:pt x="244" y="643"/>
                    <a:pt x="242" y="641"/>
                  </a:cubicBezTo>
                  <a:cubicBezTo>
                    <a:pt x="241" y="642"/>
                    <a:pt x="233" y="639"/>
                    <a:pt x="234" y="639"/>
                  </a:cubicBezTo>
                  <a:cubicBezTo>
                    <a:pt x="236" y="640"/>
                    <a:pt x="242" y="642"/>
                    <a:pt x="241" y="640"/>
                  </a:cubicBezTo>
                  <a:close/>
                  <a:moveTo>
                    <a:pt x="238" y="641"/>
                  </a:moveTo>
                  <a:cubicBezTo>
                    <a:pt x="238" y="642"/>
                    <a:pt x="235" y="641"/>
                    <a:pt x="233" y="641"/>
                  </a:cubicBezTo>
                  <a:cubicBezTo>
                    <a:pt x="235" y="641"/>
                    <a:pt x="231" y="640"/>
                    <a:pt x="230" y="639"/>
                  </a:cubicBezTo>
                  <a:cubicBezTo>
                    <a:pt x="233" y="639"/>
                    <a:pt x="235" y="640"/>
                    <a:pt x="238" y="641"/>
                  </a:cubicBezTo>
                  <a:close/>
                  <a:moveTo>
                    <a:pt x="301" y="662"/>
                  </a:moveTo>
                  <a:cubicBezTo>
                    <a:pt x="298" y="662"/>
                    <a:pt x="295" y="662"/>
                    <a:pt x="292" y="661"/>
                  </a:cubicBezTo>
                  <a:cubicBezTo>
                    <a:pt x="295" y="661"/>
                    <a:pt x="300" y="661"/>
                    <a:pt x="301" y="662"/>
                  </a:cubicBezTo>
                  <a:close/>
                  <a:moveTo>
                    <a:pt x="278" y="653"/>
                  </a:moveTo>
                  <a:cubicBezTo>
                    <a:pt x="279" y="653"/>
                    <a:pt x="280" y="653"/>
                    <a:pt x="281" y="654"/>
                  </a:cubicBezTo>
                  <a:cubicBezTo>
                    <a:pt x="280" y="655"/>
                    <a:pt x="276" y="653"/>
                    <a:pt x="278" y="653"/>
                  </a:cubicBezTo>
                  <a:close/>
                  <a:moveTo>
                    <a:pt x="266" y="650"/>
                  </a:moveTo>
                  <a:cubicBezTo>
                    <a:pt x="268" y="650"/>
                    <a:pt x="273" y="651"/>
                    <a:pt x="272" y="651"/>
                  </a:cubicBezTo>
                  <a:cubicBezTo>
                    <a:pt x="270" y="651"/>
                    <a:pt x="268" y="651"/>
                    <a:pt x="266" y="650"/>
                  </a:cubicBezTo>
                  <a:close/>
                  <a:moveTo>
                    <a:pt x="286" y="660"/>
                  </a:moveTo>
                  <a:cubicBezTo>
                    <a:pt x="286" y="660"/>
                    <a:pt x="289" y="660"/>
                    <a:pt x="291" y="661"/>
                  </a:cubicBezTo>
                  <a:cubicBezTo>
                    <a:pt x="289" y="661"/>
                    <a:pt x="288" y="661"/>
                    <a:pt x="286" y="660"/>
                  </a:cubicBezTo>
                  <a:close/>
                  <a:moveTo>
                    <a:pt x="199" y="604"/>
                  </a:moveTo>
                  <a:cubicBezTo>
                    <a:pt x="200" y="604"/>
                    <a:pt x="202" y="606"/>
                    <a:pt x="202" y="605"/>
                  </a:cubicBezTo>
                  <a:cubicBezTo>
                    <a:pt x="205" y="606"/>
                    <a:pt x="200" y="606"/>
                    <a:pt x="199" y="604"/>
                  </a:cubicBezTo>
                  <a:close/>
                  <a:moveTo>
                    <a:pt x="193" y="601"/>
                  </a:moveTo>
                  <a:cubicBezTo>
                    <a:pt x="194" y="601"/>
                    <a:pt x="196" y="602"/>
                    <a:pt x="198" y="602"/>
                  </a:cubicBezTo>
                  <a:cubicBezTo>
                    <a:pt x="200" y="604"/>
                    <a:pt x="200" y="604"/>
                    <a:pt x="200" y="604"/>
                  </a:cubicBezTo>
                  <a:cubicBezTo>
                    <a:pt x="197" y="603"/>
                    <a:pt x="195" y="603"/>
                    <a:pt x="193" y="601"/>
                  </a:cubicBezTo>
                  <a:close/>
                  <a:moveTo>
                    <a:pt x="250" y="646"/>
                  </a:moveTo>
                  <a:cubicBezTo>
                    <a:pt x="252" y="646"/>
                    <a:pt x="256" y="647"/>
                    <a:pt x="256" y="648"/>
                  </a:cubicBezTo>
                  <a:cubicBezTo>
                    <a:pt x="254" y="647"/>
                    <a:pt x="252" y="647"/>
                    <a:pt x="250" y="646"/>
                  </a:cubicBezTo>
                  <a:close/>
                  <a:moveTo>
                    <a:pt x="259" y="654"/>
                  </a:moveTo>
                  <a:cubicBezTo>
                    <a:pt x="261" y="654"/>
                    <a:pt x="263" y="654"/>
                    <a:pt x="264" y="655"/>
                  </a:cubicBezTo>
                  <a:cubicBezTo>
                    <a:pt x="262" y="655"/>
                    <a:pt x="261" y="655"/>
                    <a:pt x="259" y="654"/>
                  </a:cubicBezTo>
                  <a:close/>
                  <a:moveTo>
                    <a:pt x="227" y="637"/>
                  </a:moveTo>
                  <a:cubicBezTo>
                    <a:pt x="226" y="636"/>
                    <a:pt x="224" y="636"/>
                    <a:pt x="223" y="635"/>
                  </a:cubicBezTo>
                  <a:cubicBezTo>
                    <a:pt x="225" y="635"/>
                    <a:pt x="225" y="635"/>
                    <a:pt x="228" y="636"/>
                  </a:cubicBezTo>
                  <a:cubicBezTo>
                    <a:pt x="226" y="636"/>
                    <a:pt x="229" y="637"/>
                    <a:pt x="227" y="637"/>
                  </a:cubicBezTo>
                  <a:close/>
                  <a:moveTo>
                    <a:pt x="216" y="631"/>
                  </a:moveTo>
                  <a:cubicBezTo>
                    <a:pt x="215" y="630"/>
                    <a:pt x="214" y="630"/>
                    <a:pt x="213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4" y="629"/>
                    <a:pt x="214" y="629"/>
                    <a:pt x="215" y="629"/>
                  </a:cubicBezTo>
                  <a:cubicBezTo>
                    <a:pt x="218" y="631"/>
                    <a:pt x="216" y="629"/>
                    <a:pt x="218" y="629"/>
                  </a:cubicBezTo>
                  <a:cubicBezTo>
                    <a:pt x="219" y="630"/>
                    <a:pt x="220" y="630"/>
                    <a:pt x="221" y="631"/>
                  </a:cubicBezTo>
                  <a:cubicBezTo>
                    <a:pt x="218" y="631"/>
                    <a:pt x="218" y="631"/>
                    <a:pt x="216" y="631"/>
                  </a:cubicBezTo>
                  <a:close/>
                  <a:moveTo>
                    <a:pt x="221" y="636"/>
                  </a:moveTo>
                  <a:cubicBezTo>
                    <a:pt x="221" y="636"/>
                    <a:pt x="219" y="635"/>
                    <a:pt x="220" y="635"/>
                  </a:cubicBezTo>
                  <a:cubicBezTo>
                    <a:pt x="222" y="636"/>
                    <a:pt x="226" y="636"/>
                    <a:pt x="228" y="638"/>
                  </a:cubicBezTo>
                  <a:cubicBezTo>
                    <a:pt x="225" y="637"/>
                    <a:pt x="223" y="636"/>
                    <a:pt x="221" y="636"/>
                  </a:cubicBezTo>
                  <a:close/>
                  <a:moveTo>
                    <a:pt x="122" y="502"/>
                  </a:moveTo>
                  <a:cubicBezTo>
                    <a:pt x="121" y="501"/>
                    <a:pt x="123" y="501"/>
                    <a:pt x="124" y="502"/>
                  </a:cubicBezTo>
                  <a:cubicBezTo>
                    <a:pt x="124" y="503"/>
                    <a:pt x="124" y="504"/>
                    <a:pt x="125" y="504"/>
                  </a:cubicBezTo>
                  <a:cubicBezTo>
                    <a:pt x="125" y="505"/>
                    <a:pt x="123" y="503"/>
                    <a:pt x="122" y="502"/>
                  </a:cubicBezTo>
                  <a:close/>
                  <a:moveTo>
                    <a:pt x="171" y="589"/>
                  </a:moveTo>
                  <a:cubicBezTo>
                    <a:pt x="169" y="588"/>
                    <a:pt x="168" y="587"/>
                    <a:pt x="166" y="585"/>
                  </a:cubicBezTo>
                  <a:cubicBezTo>
                    <a:pt x="168" y="586"/>
                    <a:pt x="169" y="585"/>
                    <a:pt x="171" y="587"/>
                  </a:cubicBezTo>
                  <a:cubicBezTo>
                    <a:pt x="170" y="587"/>
                    <a:pt x="168" y="587"/>
                    <a:pt x="171" y="589"/>
                  </a:cubicBezTo>
                  <a:close/>
                  <a:moveTo>
                    <a:pt x="203" y="625"/>
                  </a:moveTo>
                  <a:cubicBezTo>
                    <a:pt x="206" y="626"/>
                    <a:pt x="206" y="626"/>
                    <a:pt x="205" y="627"/>
                  </a:cubicBezTo>
                  <a:cubicBezTo>
                    <a:pt x="209" y="628"/>
                    <a:pt x="216" y="631"/>
                    <a:pt x="217" y="633"/>
                  </a:cubicBezTo>
                  <a:cubicBezTo>
                    <a:pt x="213" y="630"/>
                    <a:pt x="207" y="628"/>
                    <a:pt x="204" y="627"/>
                  </a:cubicBezTo>
                  <a:cubicBezTo>
                    <a:pt x="205" y="627"/>
                    <a:pt x="204" y="627"/>
                    <a:pt x="203" y="626"/>
                  </a:cubicBezTo>
                  <a:cubicBezTo>
                    <a:pt x="203" y="626"/>
                    <a:pt x="203" y="626"/>
                    <a:pt x="200" y="625"/>
                  </a:cubicBezTo>
                  <a:cubicBezTo>
                    <a:pt x="199" y="624"/>
                    <a:pt x="200" y="625"/>
                    <a:pt x="200" y="624"/>
                  </a:cubicBezTo>
                  <a:cubicBezTo>
                    <a:pt x="199" y="624"/>
                    <a:pt x="199" y="624"/>
                    <a:pt x="197" y="623"/>
                  </a:cubicBezTo>
                  <a:cubicBezTo>
                    <a:pt x="198" y="624"/>
                    <a:pt x="194" y="623"/>
                    <a:pt x="193" y="622"/>
                  </a:cubicBezTo>
                  <a:cubicBezTo>
                    <a:pt x="193" y="621"/>
                    <a:pt x="196" y="622"/>
                    <a:pt x="198" y="622"/>
                  </a:cubicBezTo>
                  <a:cubicBezTo>
                    <a:pt x="201" y="624"/>
                    <a:pt x="201" y="625"/>
                    <a:pt x="203" y="625"/>
                  </a:cubicBezTo>
                  <a:close/>
                  <a:moveTo>
                    <a:pt x="240" y="654"/>
                  </a:moveTo>
                  <a:cubicBezTo>
                    <a:pt x="237" y="653"/>
                    <a:pt x="234" y="653"/>
                    <a:pt x="232" y="653"/>
                  </a:cubicBezTo>
                  <a:cubicBezTo>
                    <a:pt x="230" y="651"/>
                    <a:pt x="234" y="653"/>
                    <a:pt x="236" y="652"/>
                  </a:cubicBezTo>
                  <a:cubicBezTo>
                    <a:pt x="236" y="653"/>
                    <a:pt x="238" y="653"/>
                    <a:pt x="239" y="653"/>
                  </a:cubicBezTo>
                  <a:cubicBezTo>
                    <a:pt x="241" y="654"/>
                    <a:pt x="241" y="654"/>
                    <a:pt x="240" y="654"/>
                  </a:cubicBezTo>
                  <a:close/>
                  <a:moveTo>
                    <a:pt x="203" y="628"/>
                  </a:moveTo>
                  <a:cubicBezTo>
                    <a:pt x="201" y="626"/>
                    <a:pt x="198" y="625"/>
                    <a:pt x="196" y="624"/>
                  </a:cubicBezTo>
                  <a:cubicBezTo>
                    <a:pt x="198" y="625"/>
                    <a:pt x="200" y="625"/>
                    <a:pt x="201" y="626"/>
                  </a:cubicBezTo>
                  <a:cubicBezTo>
                    <a:pt x="200" y="626"/>
                    <a:pt x="206" y="628"/>
                    <a:pt x="203" y="628"/>
                  </a:cubicBezTo>
                  <a:close/>
                  <a:moveTo>
                    <a:pt x="220" y="645"/>
                  </a:moveTo>
                  <a:cubicBezTo>
                    <a:pt x="220" y="644"/>
                    <a:pt x="223" y="644"/>
                    <a:pt x="224" y="645"/>
                  </a:cubicBezTo>
                  <a:cubicBezTo>
                    <a:pt x="223" y="645"/>
                    <a:pt x="221" y="645"/>
                    <a:pt x="220" y="645"/>
                  </a:cubicBezTo>
                  <a:close/>
                  <a:moveTo>
                    <a:pt x="222" y="649"/>
                  </a:moveTo>
                  <a:cubicBezTo>
                    <a:pt x="223" y="649"/>
                    <a:pt x="225" y="650"/>
                    <a:pt x="226" y="650"/>
                  </a:cubicBezTo>
                  <a:cubicBezTo>
                    <a:pt x="225" y="649"/>
                    <a:pt x="223" y="648"/>
                    <a:pt x="225" y="648"/>
                  </a:cubicBezTo>
                  <a:cubicBezTo>
                    <a:pt x="227" y="649"/>
                    <a:pt x="232" y="650"/>
                    <a:pt x="231" y="651"/>
                  </a:cubicBezTo>
                  <a:cubicBezTo>
                    <a:pt x="228" y="651"/>
                    <a:pt x="225" y="651"/>
                    <a:pt x="222" y="649"/>
                  </a:cubicBezTo>
                  <a:close/>
                  <a:moveTo>
                    <a:pt x="191" y="620"/>
                  </a:moveTo>
                  <a:cubicBezTo>
                    <a:pt x="190" y="619"/>
                    <a:pt x="186" y="618"/>
                    <a:pt x="187" y="618"/>
                  </a:cubicBezTo>
                  <a:cubicBezTo>
                    <a:pt x="189" y="618"/>
                    <a:pt x="193" y="620"/>
                    <a:pt x="191" y="620"/>
                  </a:cubicBezTo>
                  <a:close/>
                  <a:moveTo>
                    <a:pt x="199" y="631"/>
                  </a:moveTo>
                  <a:cubicBezTo>
                    <a:pt x="201" y="632"/>
                    <a:pt x="203" y="633"/>
                    <a:pt x="205" y="634"/>
                  </a:cubicBezTo>
                  <a:cubicBezTo>
                    <a:pt x="205" y="634"/>
                    <a:pt x="198" y="632"/>
                    <a:pt x="199" y="631"/>
                  </a:cubicBezTo>
                  <a:close/>
                  <a:moveTo>
                    <a:pt x="216" y="645"/>
                  </a:moveTo>
                  <a:cubicBezTo>
                    <a:pt x="217" y="646"/>
                    <a:pt x="218" y="645"/>
                    <a:pt x="218" y="645"/>
                  </a:cubicBezTo>
                  <a:cubicBezTo>
                    <a:pt x="219" y="646"/>
                    <a:pt x="224" y="648"/>
                    <a:pt x="223" y="648"/>
                  </a:cubicBezTo>
                  <a:cubicBezTo>
                    <a:pt x="221" y="647"/>
                    <a:pt x="218" y="647"/>
                    <a:pt x="216" y="645"/>
                  </a:cubicBezTo>
                  <a:close/>
                  <a:moveTo>
                    <a:pt x="168" y="608"/>
                  </a:moveTo>
                  <a:cubicBezTo>
                    <a:pt x="172" y="609"/>
                    <a:pt x="177" y="613"/>
                    <a:pt x="181" y="615"/>
                  </a:cubicBezTo>
                  <a:cubicBezTo>
                    <a:pt x="181" y="614"/>
                    <a:pt x="179" y="613"/>
                    <a:pt x="181" y="613"/>
                  </a:cubicBezTo>
                  <a:cubicBezTo>
                    <a:pt x="181" y="615"/>
                    <a:pt x="183" y="615"/>
                    <a:pt x="186" y="617"/>
                  </a:cubicBezTo>
                  <a:cubicBezTo>
                    <a:pt x="184" y="617"/>
                    <a:pt x="182" y="616"/>
                    <a:pt x="182" y="617"/>
                  </a:cubicBezTo>
                  <a:cubicBezTo>
                    <a:pt x="180" y="614"/>
                    <a:pt x="173" y="611"/>
                    <a:pt x="168" y="608"/>
                  </a:cubicBezTo>
                  <a:close/>
                  <a:moveTo>
                    <a:pt x="103" y="475"/>
                  </a:moveTo>
                  <a:cubicBezTo>
                    <a:pt x="104" y="477"/>
                    <a:pt x="106" y="478"/>
                    <a:pt x="106" y="479"/>
                  </a:cubicBezTo>
                  <a:cubicBezTo>
                    <a:pt x="105" y="478"/>
                    <a:pt x="102" y="475"/>
                    <a:pt x="103" y="475"/>
                  </a:cubicBezTo>
                  <a:close/>
                  <a:moveTo>
                    <a:pt x="138" y="564"/>
                  </a:moveTo>
                  <a:cubicBezTo>
                    <a:pt x="138" y="563"/>
                    <a:pt x="137" y="562"/>
                    <a:pt x="136" y="562"/>
                  </a:cubicBezTo>
                  <a:cubicBezTo>
                    <a:pt x="135" y="560"/>
                    <a:pt x="140" y="563"/>
                    <a:pt x="142" y="565"/>
                  </a:cubicBezTo>
                  <a:cubicBezTo>
                    <a:pt x="139" y="564"/>
                    <a:pt x="139" y="564"/>
                    <a:pt x="138" y="564"/>
                  </a:cubicBezTo>
                  <a:close/>
                  <a:moveTo>
                    <a:pt x="205" y="640"/>
                  </a:moveTo>
                  <a:cubicBezTo>
                    <a:pt x="209" y="641"/>
                    <a:pt x="212" y="643"/>
                    <a:pt x="215" y="645"/>
                  </a:cubicBezTo>
                  <a:cubicBezTo>
                    <a:pt x="213" y="644"/>
                    <a:pt x="213" y="644"/>
                    <a:pt x="213" y="644"/>
                  </a:cubicBezTo>
                  <a:cubicBezTo>
                    <a:pt x="211" y="643"/>
                    <a:pt x="208" y="642"/>
                    <a:pt x="205" y="640"/>
                  </a:cubicBezTo>
                  <a:close/>
                  <a:moveTo>
                    <a:pt x="163" y="598"/>
                  </a:moveTo>
                  <a:cubicBezTo>
                    <a:pt x="165" y="599"/>
                    <a:pt x="170" y="602"/>
                    <a:pt x="170" y="603"/>
                  </a:cubicBezTo>
                  <a:cubicBezTo>
                    <a:pt x="168" y="602"/>
                    <a:pt x="163" y="599"/>
                    <a:pt x="163" y="598"/>
                  </a:cubicBezTo>
                  <a:close/>
                  <a:moveTo>
                    <a:pt x="166" y="604"/>
                  </a:moveTo>
                  <a:cubicBezTo>
                    <a:pt x="164" y="602"/>
                    <a:pt x="161" y="600"/>
                    <a:pt x="158" y="598"/>
                  </a:cubicBezTo>
                  <a:cubicBezTo>
                    <a:pt x="162" y="599"/>
                    <a:pt x="167" y="603"/>
                    <a:pt x="168" y="605"/>
                  </a:cubicBezTo>
                  <a:cubicBezTo>
                    <a:pt x="167" y="604"/>
                    <a:pt x="166" y="604"/>
                    <a:pt x="166" y="604"/>
                  </a:cubicBezTo>
                  <a:close/>
                  <a:moveTo>
                    <a:pt x="200" y="639"/>
                  </a:moveTo>
                  <a:cubicBezTo>
                    <a:pt x="201" y="639"/>
                    <a:pt x="199" y="638"/>
                    <a:pt x="200" y="638"/>
                  </a:cubicBezTo>
                  <a:cubicBezTo>
                    <a:pt x="201" y="639"/>
                    <a:pt x="203" y="639"/>
                    <a:pt x="204" y="640"/>
                  </a:cubicBezTo>
                  <a:cubicBezTo>
                    <a:pt x="203" y="640"/>
                    <a:pt x="201" y="640"/>
                    <a:pt x="200" y="639"/>
                  </a:cubicBezTo>
                  <a:close/>
                  <a:moveTo>
                    <a:pt x="189" y="633"/>
                  </a:moveTo>
                  <a:cubicBezTo>
                    <a:pt x="192" y="633"/>
                    <a:pt x="194" y="634"/>
                    <a:pt x="195" y="635"/>
                  </a:cubicBezTo>
                  <a:cubicBezTo>
                    <a:pt x="193" y="635"/>
                    <a:pt x="191" y="634"/>
                    <a:pt x="189" y="633"/>
                  </a:cubicBezTo>
                  <a:close/>
                  <a:moveTo>
                    <a:pt x="164" y="605"/>
                  </a:moveTo>
                  <a:cubicBezTo>
                    <a:pt x="161" y="604"/>
                    <a:pt x="161" y="603"/>
                    <a:pt x="159" y="601"/>
                  </a:cubicBezTo>
                  <a:cubicBezTo>
                    <a:pt x="160" y="601"/>
                    <a:pt x="161" y="601"/>
                    <a:pt x="161" y="601"/>
                  </a:cubicBezTo>
                  <a:cubicBezTo>
                    <a:pt x="161" y="602"/>
                    <a:pt x="162" y="602"/>
                    <a:pt x="162" y="602"/>
                  </a:cubicBezTo>
                  <a:cubicBezTo>
                    <a:pt x="160" y="602"/>
                    <a:pt x="162" y="603"/>
                    <a:pt x="164" y="605"/>
                  </a:cubicBezTo>
                  <a:close/>
                  <a:moveTo>
                    <a:pt x="194" y="638"/>
                  </a:moveTo>
                  <a:cubicBezTo>
                    <a:pt x="191" y="636"/>
                    <a:pt x="187" y="635"/>
                    <a:pt x="185" y="633"/>
                  </a:cubicBezTo>
                  <a:cubicBezTo>
                    <a:pt x="188" y="634"/>
                    <a:pt x="188" y="633"/>
                    <a:pt x="190" y="634"/>
                  </a:cubicBezTo>
                  <a:cubicBezTo>
                    <a:pt x="193" y="636"/>
                    <a:pt x="189" y="635"/>
                    <a:pt x="192" y="636"/>
                  </a:cubicBezTo>
                  <a:cubicBezTo>
                    <a:pt x="193" y="636"/>
                    <a:pt x="192" y="635"/>
                    <a:pt x="194" y="636"/>
                  </a:cubicBezTo>
                  <a:cubicBezTo>
                    <a:pt x="195" y="637"/>
                    <a:pt x="194" y="637"/>
                    <a:pt x="194" y="638"/>
                  </a:cubicBezTo>
                  <a:close/>
                  <a:moveTo>
                    <a:pt x="182" y="629"/>
                  </a:moveTo>
                  <a:cubicBezTo>
                    <a:pt x="182" y="629"/>
                    <a:pt x="183" y="629"/>
                    <a:pt x="184" y="629"/>
                  </a:cubicBezTo>
                  <a:cubicBezTo>
                    <a:pt x="185" y="631"/>
                    <a:pt x="187" y="631"/>
                    <a:pt x="189" y="632"/>
                  </a:cubicBezTo>
                  <a:cubicBezTo>
                    <a:pt x="188" y="632"/>
                    <a:pt x="188" y="632"/>
                    <a:pt x="187" y="632"/>
                  </a:cubicBezTo>
                  <a:cubicBezTo>
                    <a:pt x="186" y="631"/>
                    <a:pt x="184" y="631"/>
                    <a:pt x="182" y="629"/>
                  </a:cubicBezTo>
                  <a:close/>
                  <a:moveTo>
                    <a:pt x="147" y="593"/>
                  </a:moveTo>
                  <a:cubicBezTo>
                    <a:pt x="149" y="595"/>
                    <a:pt x="157" y="598"/>
                    <a:pt x="155" y="599"/>
                  </a:cubicBezTo>
                  <a:cubicBezTo>
                    <a:pt x="153" y="597"/>
                    <a:pt x="149" y="596"/>
                    <a:pt x="147" y="593"/>
                  </a:cubicBezTo>
                  <a:close/>
                  <a:moveTo>
                    <a:pt x="135" y="580"/>
                  </a:moveTo>
                  <a:cubicBezTo>
                    <a:pt x="136" y="581"/>
                    <a:pt x="138" y="582"/>
                    <a:pt x="139" y="583"/>
                  </a:cubicBezTo>
                  <a:cubicBezTo>
                    <a:pt x="138" y="584"/>
                    <a:pt x="136" y="582"/>
                    <a:pt x="135" y="580"/>
                  </a:cubicBezTo>
                  <a:close/>
                  <a:moveTo>
                    <a:pt x="133" y="581"/>
                  </a:moveTo>
                  <a:cubicBezTo>
                    <a:pt x="136" y="584"/>
                    <a:pt x="144" y="589"/>
                    <a:pt x="142" y="590"/>
                  </a:cubicBezTo>
                  <a:cubicBezTo>
                    <a:pt x="140" y="587"/>
                    <a:pt x="134" y="583"/>
                    <a:pt x="133" y="581"/>
                  </a:cubicBezTo>
                  <a:close/>
                  <a:moveTo>
                    <a:pt x="120" y="565"/>
                  </a:moveTo>
                  <a:cubicBezTo>
                    <a:pt x="122" y="565"/>
                    <a:pt x="123" y="566"/>
                    <a:pt x="124" y="568"/>
                  </a:cubicBezTo>
                  <a:cubicBezTo>
                    <a:pt x="124" y="568"/>
                    <a:pt x="121" y="566"/>
                    <a:pt x="120" y="565"/>
                  </a:cubicBezTo>
                  <a:close/>
                  <a:moveTo>
                    <a:pt x="121" y="569"/>
                  </a:moveTo>
                  <a:cubicBezTo>
                    <a:pt x="120" y="566"/>
                    <a:pt x="117" y="564"/>
                    <a:pt x="115" y="562"/>
                  </a:cubicBezTo>
                  <a:cubicBezTo>
                    <a:pt x="117" y="562"/>
                    <a:pt x="121" y="567"/>
                    <a:pt x="124" y="570"/>
                  </a:cubicBezTo>
                  <a:cubicBezTo>
                    <a:pt x="123" y="569"/>
                    <a:pt x="123" y="570"/>
                    <a:pt x="121" y="569"/>
                  </a:cubicBezTo>
                  <a:close/>
                  <a:moveTo>
                    <a:pt x="120" y="569"/>
                  </a:moveTo>
                  <a:cubicBezTo>
                    <a:pt x="118" y="566"/>
                    <a:pt x="116" y="567"/>
                    <a:pt x="114" y="564"/>
                  </a:cubicBezTo>
                  <a:cubicBezTo>
                    <a:pt x="117" y="566"/>
                    <a:pt x="115" y="565"/>
                    <a:pt x="117" y="565"/>
                  </a:cubicBezTo>
                  <a:cubicBezTo>
                    <a:pt x="118" y="566"/>
                    <a:pt x="122" y="569"/>
                    <a:pt x="120" y="569"/>
                  </a:cubicBezTo>
                  <a:close/>
                  <a:moveTo>
                    <a:pt x="106" y="554"/>
                  </a:moveTo>
                  <a:cubicBezTo>
                    <a:pt x="108" y="555"/>
                    <a:pt x="109" y="556"/>
                    <a:pt x="110" y="558"/>
                  </a:cubicBezTo>
                  <a:cubicBezTo>
                    <a:pt x="109" y="558"/>
                    <a:pt x="106" y="556"/>
                    <a:pt x="106" y="554"/>
                  </a:cubicBezTo>
                  <a:close/>
                  <a:moveTo>
                    <a:pt x="126" y="590"/>
                  </a:moveTo>
                  <a:cubicBezTo>
                    <a:pt x="128" y="591"/>
                    <a:pt x="129" y="592"/>
                    <a:pt x="131" y="594"/>
                  </a:cubicBezTo>
                  <a:cubicBezTo>
                    <a:pt x="129" y="593"/>
                    <a:pt x="127" y="592"/>
                    <a:pt x="126" y="590"/>
                  </a:cubicBezTo>
                  <a:close/>
                  <a:moveTo>
                    <a:pt x="126" y="591"/>
                  </a:moveTo>
                  <a:cubicBezTo>
                    <a:pt x="128" y="592"/>
                    <a:pt x="131" y="595"/>
                    <a:pt x="130" y="595"/>
                  </a:cubicBezTo>
                  <a:cubicBezTo>
                    <a:pt x="129" y="593"/>
                    <a:pt x="127" y="593"/>
                    <a:pt x="126" y="591"/>
                  </a:cubicBezTo>
                  <a:close/>
                  <a:moveTo>
                    <a:pt x="120" y="584"/>
                  </a:moveTo>
                  <a:cubicBezTo>
                    <a:pt x="121" y="584"/>
                    <a:pt x="120" y="582"/>
                    <a:pt x="120" y="583"/>
                  </a:cubicBezTo>
                  <a:cubicBezTo>
                    <a:pt x="122" y="583"/>
                    <a:pt x="123" y="584"/>
                    <a:pt x="124" y="585"/>
                  </a:cubicBezTo>
                  <a:cubicBezTo>
                    <a:pt x="122" y="584"/>
                    <a:pt x="123" y="586"/>
                    <a:pt x="120" y="584"/>
                  </a:cubicBezTo>
                  <a:close/>
                  <a:moveTo>
                    <a:pt x="118" y="587"/>
                  </a:moveTo>
                  <a:cubicBezTo>
                    <a:pt x="118" y="587"/>
                    <a:pt x="121" y="588"/>
                    <a:pt x="121" y="587"/>
                  </a:cubicBezTo>
                  <a:cubicBezTo>
                    <a:pt x="119" y="586"/>
                    <a:pt x="119" y="585"/>
                    <a:pt x="118" y="584"/>
                  </a:cubicBezTo>
                  <a:cubicBezTo>
                    <a:pt x="120" y="586"/>
                    <a:pt x="124" y="587"/>
                    <a:pt x="126" y="589"/>
                  </a:cubicBezTo>
                  <a:cubicBezTo>
                    <a:pt x="121" y="587"/>
                    <a:pt x="122" y="591"/>
                    <a:pt x="118" y="587"/>
                  </a:cubicBezTo>
                  <a:close/>
                  <a:moveTo>
                    <a:pt x="93" y="536"/>
                  </a:moveTo>
                  <a:cubicBezTo>
                    <a:pt x="95" y="536"/>
                    <a:pt x="97" y="540"/>
                    <a:pt x="96" y="539"/>
                  </a:cubicBezTo>
                  <a:cubicBezTo>
                    <a:pt x="95" y="538"/>
                    <a:pt x="94" y="537"/>
                    <a:pt x="93" y="536"/>
                  </a:cubicBezTo>
                  <a:close/>
                  <a:moveTo>
                    <a:pt x="113" y="579"/>
                  </a:moveTo>
                  <a:cubicBezTo>
                    <a:pt x="115" y="580"/>
                    <a:pt x="116" y="580"/>
                    <a:pt x="116" y="582"/>
                  </a:cubicBezTo>
                  <a:cubicBezTo>
                    <a:pt x="115" y="581"/>
                    <a:pt x="114" y="580"/>
                    <a:pt x="113" y="579"/>
                  </a:cubicBezTo>
                  <a:close/>
                  <a:moveTo>
                    <a:pt x="95" y="543"/>
                  </a:moveTo>
                  <a:cubicBezTo>
                    <a:pt x="93" y="541"/>
                    <a:pt x="89" y="537"/>
                    <a:pt x="90" y="536"/>
                  </a:cubicBezTo>
                  <a:cubicBezTo>
                    <a:pt x="88" y="535"/>
                    <a:pt x="86" y="531"/>
                    <a:pt x="85" y="532"/>
                  </a:cubicBezTo>
                  <a:cubicBezTo>
                    <a:pt x="84" y="529"/>
                    <a:pt x="84" y="529"/>
                    <a:pt x="84" y="529"/>
                  </a:cubicBezTo>
                  <a:cubicBezTo>
                    <a:pt x="85" y="530"/>
                    <a:pt x="86" y="532"/>
                    <a:pt x="86" y="531"/>
                  </a:cubicBezTo>
                  <a:cubicBezTo>
                    <a:pt x="88" y="534"/>
                    <a:pt x="89" y="536"/>
                    <a:pt x="91" y="536"/>
                  </a:cubicBezTo>
                  <a:cubicBezTo>
                    <a:pt x="92" y="538"/>
                    <a:pt x="90" y="536"/>
                    <a:pt x="91" y="537"/>
                  </a:cubicBezTo>
                  <a:cubicBezTo>
                    <a:pt x="93" y="539"/>
                    <a:pt x="93" y="539"/>
                    <a:pt x="93" y="539"/>
                  </a:cubicBezTo>
                  <a:cubicBezTo>
                    <a:pt x="94" y="542"/>
                    <a:pt x="92" y="540"/>
                    <a:pt x="95" y="543"/>
                  </a:cubicBezTo>
                  <a:close/>
                  <a:moveTo>
                    <a:pt x="82" y="526"/>
                  </a:moveTo>
                  <a:cubicBezTo>
                    <a:pt x="81" y="523"/>
                    <a:pt x="86" y="528"/>
                    <a:pt x="87" y="530"/>
                  </a:cubicBezTo>
                  <a:cubicBezTo>
                    <a:pt x="86" y="530"/>
                    <a:pt x="86" y="531"/>
                    <a:pt x="86" y="530"/>
                  </a:cubicBezTo>
                  <a:cubicBezTo>
                    <a:pt x="83" y="527"/>
                    <a:pt x="85" y="528"/>
                    <a:pt x="82" y="526"/>
                  </a:cubicBezTo>
                  <a:close/>
                  <a:moveTo>
                    <a:pt x="77" y="521"/>
                  </a:moveTo>
                  <a:cubicBezTo>
                    <a:pt x="76" y="519"/>
                    <a:pt x="78" y="521"/>
                    <a:pt x="80" y="522"/>
                  </a:cubicBezTo>
                  <a:cubicBezTo>
                    <a:pt x="80" y="523"/>
                    <a:pt x="81" y="523"/>
                    <a:pt x="82" y="524"/>
                  </a:cubicBezTo>
                  <a:cubicBezTo>
                    <a:pt x="79" y="523"/>
                    <a:pt x="79" y="522"/>
                    <a:pt x="77" y="521"/>
                  </a:cubicBezTo>
                  <a:close/>
                  <a:moveTo>
                    <a:pt x="72" y="507"/>
                  </a:moveTo>
                  <a:cubicBezTo>
                    <a:pt x="73" y="509"/>
                    <a:pt x="75" y="510"/>
                    <a:pt x="75" y="512"/>
                  </a:cubicBezTo>
                  <a:cubicBezTo>
                    <a:pt x="74" y="510"/>
                    <a:pt x="73" y="509"/>
                    <a:pt x="72" y="507"/>
                  </a:cubicBezTo>
                  <a:close/>
                  <a:moveTo>
                    <a:pt x="62" y="350"/>
                  </a:moveTo>
                  <a:cubicBezTo>
                    <a:pt x="61" y="349"/>
                    <a:pt x="61" y="345"/>
                    <a:pt x="62" y="346"/>
                  </a:cubicBezTo>
                  <a:cubicBezTo>
                    <a:pt x="61" y="347"/>
                    <a:pt x="62" y="349"/>
                    <a:pt x="62" y="349"/>
                  </a:cubicBezTo>
                  <a:cubicBezTo>
                    <a:pt x="62" y="350"/>
                    <a:pt x="62" y="350"/>
                    <a:pt x="62" y="350"/>
                  </a:cubicBezTo>
                  <a:close/>
                  <a:moveTo>
                    <a:pt x="53" y="481"/>
                  </a:moveTo>
                  <a:cubicBezTo>
                    <a:pt x="53" y="479"/>
                    <a:pt x="54" y="480"/>
                    <a:pt x="55" y="481"/>
                  </a:cubicBezTo>
                  <a:cubicBezTo>
                    <a:pt x="56" y="483"/>
                    <a:pt x="58" y="485"/>
                    <a:pt x="57" y="485"/>
                  </a:cubicBezTo>
                  <a:cubicBezTo>
                    <a:pt x="56" y="483"/>
                    <a:pt x="55" y="483"/>
                    <a:pt x="53" y="481"/>
                  </a:cubicBezTo>
                  <a:close/>
                  <a:moveTo>
                    <a:pt x="61" y="342"/>
                  </a:moveTo>
                  <a:cubicBezTo>
                    <a:pt x="61" y="339"/>
                    <a:pt x="60" y="334"/>
                    <a:pt x="61" y="333"/>
                  </a:cubicBezTo>
                  <a:cubicBezTo>
                    <a:pt x="61" y="336"/>
                    <a:pt x="62" y="334"/>
                    <a:pt x="63" y="336"/>
                  </a:cubicBezTo>
                  <a:cubicBezTo>
                    <a:pt x="62" y="338"/>
                    <a:pt x="61" y="337"/>
                    <a:pt x="61" y="337"/>
                  </a:cubicBezTo>
                  <a:cubicBezTo>
                    <a:pt x="62" y="339"/>
                    <a:pt x="62" y="342"/>
                    <a:pt x="61" y="342"/>
                  </a:cubicBezTo>
                  <a:close/>
                  <a:moveTo>
                    <a:pt x="61" y="326"/>
                  </a:moveTo>
                  <a:cubicBezTo>
                    <a:pt x="61" y="327"/>
                    <a:pt x="61" y="329"/>
                    <a:pt x="61" y="330"/>
                  </a:cubicBezTo>
                  <a:cubicBezTo>
                    <a:pt x="60" y="330"/>
                    <a:pt x="60" y="324"/>
                    <a:pt x="61" y="326"/>
                  </a:cubicBezTo>
                  <a:close/>
                  <a:moveTo>
                    <a:pt x="41" y="486"/>
                  </a:moveTo>
                  <a:cubicBezTo>
                    <a:pt x="42" y="488"/>
                    <a:pt x="43" y="490"/>
                    <a:pt x="44" y="492"/>
                  </a:cubicBezTo>
                  <a:cubicBezTo>
                    <a:pt x="42" y="490"/>
                    <a:pt x="42" y="489"/>
                    <a:pt x="41" y="486"/>
                  </a:cubicBezTo>
                  <a:close/>
                  <a:moveTo>
                    <a:pt x="35" y="477"/>
                  </a:moveTo>
                  <a:cubicBezTo>
                    <a:pt x="33" y="476"/>
                    <a:pt x="34" y="474"/>
                    <a:pt x="33" y="472"/>
                  </a:cubicBezTo>
                  <a:cubicBezTo>
                    <a:pt x="33" y="474"/>
                    <a:pt x="31" y="471"/>
                    <a:pt x="30" y="470"/>
                  </a:cubicBezTo>
                  <a:cubicBezTo>
                    <a:pt x="29" y="467"/>
                    <a:pt x="33" y="473"/>
                    <a:pt x="32" y="470"/>
                  </a:cubicBezTo>
                  <a:cubicBezTo>
                    <a:pt x="32" y="470"/>
                    <a:pt x="32" y="470"/>
                    <a:pt x="31" y="469"/>
                  </a:cubicBezTo>
                  <a:cubicBezTo>
                    <a:pt x="30" y="468"/>
                    <a:pt x="29" y="464"/>
                    <a:pt x="30" y="465"/>
                  </a:cubicBezTo>
                  <a:cubicBezTo>
                    <a:pt x="31" y="467"/>
                    <a:pt x="33" y="471"/>
                    <a:pt x="35" y="474"/>
                  </a:cubicBezTo>
                  <a:cubicBezTo>
                    <a:pt x="36" y="476"/>
                    <a:pt x="38" y="479"/>
                    <a:pt x="36" y="478"/>
                  </a:cubicBezTo>
                  <a:cubicBezTo>
                    <a:pt x="37" y="480"/>
                    <a:pt x="40" y="485"/>
                    <a:pt x="39" y="486"/>
                  </a:cubicBezTo>
                  <a:cubicBezTo>
                    <a:pt x="38" y="485"/>
                    <a:pt x="35" y="478"/>
                    <a:pt x="35" y="477"/>
                  </a:cubicBezTo>
                  <a:close/>
                  <a:moveTo>
                    <a:pt x="32" y="474"/>
                  </a:moveTo>
                  <a:cubicBezTo>
                    <a:pt x="34" y="476"/>
                    <a:pt x="35" y="479"/>
                    <a:pt x="36" y="482"/>
                  </a:cubicBezTo>
                  <a:cubicBezTo>
                    <a:pt x="35" y="479"/>
                    <a:pt x="32" y="477"/>
                    <a:pt x="32" y="474"/>
                  </a:cubicBezTo>
                  <a:close/>
                  <a:moveTo>
                    <a:pt x="62" y="291"/>
                  </a:moveTo>
                  <a:cubicBezTo>
                    <a:pt x="62" y="289"/>
                    <a:pt x="62" y="284"/>
                    <a:pt x="63" y="284"/>
                  </a:cubicBezTo>
                  <a:cubicBezTo>
                    <a:pt x="63" y="286"/>
                    <a:pt x="63" y="291"/>
                    <a:pt x="62" y="291"/>
                  </a:cubicBezTo>
                  <a:close/>
                  <a:moveTo>
                    <a:pt x="27" y="464"/>
                  </a:moveTo>
                  <a:cubicBezTo>
                    <a:pt x="27" y="463"/>
                    <a:pt x="26" y="461"/>
                    <a:pt x="27" y="462"/>
                  </a:cubicBezTo>
                  <a:cubicBezTo>
                    <a:pt x="27" y="465"/>
                    <a:pt x="28" y="466"/>
                    <a:pt x="29" y="467"/>
                  </a:cubicBezTo>
                  <a:cubicBezTo>
                    <a:pt x="29" y="469"/>
                    <a:pt x="28" y="466"/>
                    <a:pt x="27" y="464"/>
                  </a:cubicBezTo>
                  <a:close/>
                  <a:moveTo>
                    <a:pt x="24" y="452"/>
                  </a:moveTo>
                  <a:cubicBezTo>
                    <a:pt x="24" y="450"/>
                    <a:pt x="23" y="449"/>
                    <a:pt x="23" y="448"/>
                  </a:cubicBezTo>
                  <a:cubicBezTo>
                    <a:pt x="24" y="449"/>
                    <a:pt x="25" y="454"/>
                    <a:pt x="24" y="452"/>
                  </a:cubicBezTo>
                  <a:close/>
                  <a:moveTo>
                    <a:pt x="22" y="457"/>
                  </a:moveTo>
                  <a:cubicBezTo>
                    <a:pt x="22" y="456"/>
                    <a:pt x="22" y="455"/>
                    <a:pt x="23" y="456"/>
                  </a:cubicBezTo>
                  <a:cubicBezTo>
                    <a:pt x="23" y="457"/>
                    <a:pt x="23" y="458"/>
                    <a:pt x="23" y="458"/>
                  </a:cubicBezTo>
                  <a:cubicBezTo>
                    <a:pt x="24" y="459"/>
                    <a:pt x="24" y="460"/>
                    <a:pt x="24" y="460"/>
                  </a:cubicBezTo>
                  <a:lnTo>
                    <a:pt x="22" y="457"/>
                  </a:lnTo>
                  <a:close/>
                  <a:moveTo>
                    <a:pt x="67" y="266"/>
                  </a:moveTo>
                  <a:cubicBezTo>
                    <a:pt x="67" y="267"/>
                    <a:pt x="67" y="266"/>
                    <a:pt x="67" y="268"/>
                  </a:cubicBezTo>
                  <a:cubicBezTo>
                    <a:pt x="66" y="269"/>
                    <a:pt x="66" y="270"/>
                    <a:pt x="66" y="271"/>
                  </a:cubicBezTo>
                  <a:cubicBezTo>
                    <a:pt x="66" y="269"/>
                    <a:pt x="66" y="267"/>
                    <a:pt x="67" y="266"/>
                  </a:cubicBezTo>
                  <a:close/>
                  <a:moveTo>
                    <a:pt x="16" y="431"/>
                  </a:moveTo>
                  <a:cubicBezTo>
                    <a:pt x="17" y="431"/>
                    <a:pt x="16" y="428"/>
                    <a:pt x="16" y="428"/>
                  </a:cubicBezTo>
                  <a:cubicBezTo>
                    <a:pt x="16" y="427"/>
                    <a:pt x="16" y="428"/>
                    <a:pt x="15" y="427"/>
                  </a:cubicBezTo>
                  <a:cubicBezTo>
                    <a:pt x="14" y="424"/>
                    <a:pt x="15" y="423"/>
                    <a:pt x="16" y="425"/>
                  </a:cubicBezTo>
                  <a:cubicBezTo>
                    <a:pt x="17" y="428"/>
                    <a:pt x="18" y="431"/>
                    <a:pt x="19" y="435"/>
                  </a:cubicBezTo>
                  <a:cubicBezTo>
                    <a:pt x="18" y="432"/>
                    <a:pt x="17" y="432"/>
                    <a:pt x="16" y="431"/>
                  </a:cubicBezTo>
                  <a:close/>
                  <a:moveTo>
                    <a:pt x="71" y="258"/>
                  </a:moveTo>
                  <a:cubicBezTo>
                    <a:pt x="69" y="259"/>
                    <a:pt x="69" y="259"/>
                    <a:pt x="69" y="259"/>
                  </a:cubicBezTo>
                  <a:cubicBezTo>
                    <a:pt x="69" y="257"/>
                    <a:pt x="71" y="255"/>
                    <a:pt x="71" y="258"/>
                  </a:cubicBezTo>
                  <a:close/>
                  <a:moveTo>
                    <a:pt x="13" y="415"/>
                  </a:moveTo>
                  <a:cubicBezTo>
                    <a:pt x="12" y="413"/>
                    <a:pt x="12" y="411"/>
                    <a:pt x="12" y="409"/>
                  </a:cubicBezTo>
                  <a:cubicBezTo>
                    <a:pt x="13" y="411"/>
                    <a:pt x="13" y="413"/>
                    <a:pt x="13" y="415"/>
                  </a:cubicBezTo>
                  <a:cubicBezTo>
                    <a:pt x="13" y="415"/>
                    <a:pt x="13" y="414"/>
                    <a:pt x="13" y="415"/>
                  </a:cubicBezTo>
                  <a:close/>
                  <a:moveTo>
                    <a:pt x="76" y="235"/>
                  </a:moveTo>
                  <a:cubicBezTo>
                    <a:pt x="76" y="234"/>
                    <a:pt x="76" y="233"/>
                    <a:pt x="77" y="232"/>
                  </a:cubicBezTo>
                  <a:cubicBezTo>
                    <a:pt x="77" y="233"/>
                    <a:pt x="79" y="232"/>
                    <a:pt x="77" y="234"/>
                  </a:cubicBezTo>
                  <a:cubicBezTo>
                    <a:pt x="78" y="232"/>
                    <a:pt x="77" y="233"/>
                    <a:pt x="76" y="235"/>
                  </a:cubicBezTo>
                  <a:cubicBezTo>
                    <a:pt x="77" y="234"/>
                    <a:pt x="77" y="235"/>
                    <a:pt x="77" y="235"/>
                  </a:cubicBezTo>
                  <a:cubicBezTo>
                    <a:pt x="77" y="236"/>
                    <a:pt x="77" y="237"/>
                    <a:pt x="76" y="238"/>
                  </a:cubicBezTo>
                  <a:cubicBezTo>
                    <a:pt x="76" y="235"/>
                    <a:pt x="75" y="237"/>
                    <a:pt x="76" y="235"/>
                  </a:cubicBezTo>
                  <a:close/>
                  <a:moveTo>
                    <a:pt x="7" y="397"/>
                  </a:moveTo>
                  <a:cubicBezTo>
                    <a:pt x="7" y="394"/>
                    <a:pt x="5" y="388"/>
                    <a:pt x="6" y="387"/>
                  </a:cubicBezTo>
                  <a:cubicBezTo>
                    <a:pt x="6" y="389"/>
                    <a:pt x="7" y="391"/>
                    <a:pt x="7" y="393"/>
                  </a:cubicBezTo>
                  <a:cubicBezTo>
                    <a:pt x="7" y="392"/>
                    <a:pt x="7" y="391"/>
                    <a:pt x="7" y="390"/>
                  </a:cubicBezTo>
                  <a:cubicBezTo>
                    <a:pt x="8" y="391"/>
                    <a:pt x="9" y="394"/>
                    <a:pt x="9" y="394"/>
                  </a:cubicBezTo>
                  <a:cubicBezTo>
                    <a:pt x="9" y="395"/>
                    <a:pt x="8" y="396"/>
                    <a:pt x="7" y="397"/>
                  </a:cubicBezTo>
                  <a:close/>
                  <a:moveTo>
                    <a:pt x="79" y="225"/>
                  </a:moveTo>
                  <a:cubicBezTo>
                    <a:pt x="80" y="226"/>
                    <a:pt x="80" y="226"/>
                    <a:pt x="80" y="227"/>
                  </a:cubicBezTo>
                  <a:cubicBezTo>
                    <a:pt x="79" y="228"/>
                    <a:pt x="78" y="227"/>
                    <a:pt x="79" y="225"/>
                  </a:cubicBezTo>
                  <a:close/>
                  <a:moveTo>
                    <a:pt x="6" y="384"/>
                  </a:moveTo>
                  <a:cubicBezTo>
                    <a:pt x="6" y="381"/>
                    <a:pt x="7" y="381"/>
                    <a:pt x="8" y="382"/>
                  </a:cubicBezTo>
                  <a:cubicBezTo>
                    <a:pt x="8" y="383"/>
                    <a:pt x="8" y="383"/>
                    <a:pt x="8" y="384"/>
                  </a:cubicBezTo>
                  <a:cubicBezTo>
                    <a:pt x="7" y="383"/>
                    <a:pt x="7" y="387"/>
                    <a:pt x="6" y="384"/>
                  </a:cubicBezTo>
                  <a:close/>
                  <a:moveTo>
                    <a:pt x="82" y="221"/>
                  </a:moveTo>
                  <a:cubicBezTo>
                    <a:pt x="82" y="223"/>
                    <a:pt x="82" y="224"/>
                    <a:pt x="81" y="225"/>
                  </a:cubicBezTo>
                  <a:cubicBezTo>
                    <a:pt x="81" y="223"/>
                    <a:pt x="81" y="222"/>
                    <a:pt x="82" y="221"/>
                  </a:cubicBezTo>
                  <a:close/>
                  <a:moveTo>
                    <a:pt x="4" y="375"/>
                  </a:moveTo>
                  <a:cubicBezTo>
                    <a:pt x="5" y="379"/>
                    <a:pt x="6" y="382"/>
                    <a:pt x="6" y="385"/>
                  </a:cubicBezTo>
                  <a:cubicBezTo>
                    <a:pt x="5" y="382"/>
                    <a:pt x="5" y="381"/>
                    <a:pt x="4" y="379"/>
                  </a:cubicBezTo>
                  <a:cubicBezTo>
                    <a:pt x="4" y="379"/>
                    <a:pt x="5" y="379"/>
                    <a:pt x="5" y="378"/>
                  </a:cubicBezTo>
                  <a:cubicBezTo>
                    <a:pt x="4" y="377"/>
                    <a:pt x="4" y="376"/>
                    <a:pt x="4" y="375"/>
                  </a:cubicBezTo>
                  <a:close/>
                  <a:moveTo>
                    <a:pt x="5" y="371"/>
                  </a:moveTo>
                  <a:cubicBezTo>
                    <a:pt x="5" y="371"/>
                    <a:pt x="5" y="370"/>
                    <a:pt x="5" y="370"/>
                  </a:cubicBezTo>
                  <a:cubicBezTo>
                    <a:pt x="6" y="373"/>
                    <a:pt x="7" y="377"/>
                    <a:pt x="7" y="380"/>
                  </a:cubicBezTo>
                  <a:cubicBezTo>
                    <a:pt x="6" y="379"/>
                    <a:pt x="6" y="380"/>
                    <a:pt x="5" y="378"/>
                  </a:cubicBezTo>
                  <a:cubicBezTo>
                    <a:pt x="5" y="375"/>
                    <a:pt x="4" y="373"/>
                    <a:pt x="5" y="371"/>
                  </a:cubicBezTo>
                  <a:close/>
                  <a:moveTo>
                    <a:pt x="87" y="209"/>
                  </a:moveTo>
                  <a:cubicBezTo>
                    <a:pt x="86" y="211"/>
                    <a:pt x="86" y="213"/>
                    <a:pt x="87" y="212"/>
                  </a:cubicBezTo>
                  <a:cubicBezTo>
                    <a:pt x="86" y="213"/>
                    <a:pt x="86" y="215"/>
                    <a:pt x="85" y="216"/>
                  </a:cubicBezTo>
                  <a:cubicBezTo>
                    <a:pt x="85" y="213"/>
                    <a:pt x="84" y="217"/>
                    <a:pt x="84" y="216"/>
                  </a:cubicBezTo>
                  <a:cubicBezTo>
                    <a:pt x="85" y="214"/>
                    <a:pt x="85" y="211"/>
                    <a:pt x="87" y="209"/>
                  </a:cubicBezTo>
                  <a:close/>
                  <a:moveTo>
                    <a:pt x="2" y="366"/>
                  </a:moveTo>
                  <a:cubicBezTo>
                    <a:pt x="2" y="365"/>
                    <a:pt x="3" y="365"/>
                    <a:pt x="3" y="364"/>
                  </a:cubicBezTo>
                  <a:cubicBezTo>
                    <a:pt x="3" y="364"/>
                    <a:pt x="2" y="364"/>
                    <a:pt x="2" y="364"/>
                  </a:cubicBezTo>
                  <a:cubicBezTo>
                    <a:pt x="3" y="361"/>
                    <a:pt x="3" y="362"/>
                    <a:pt x="4" y="364"/>
                  </a:cubicBezTo>
                  <a:cubicBezTo>
                    <a:pt x="3" y="365"/>
                    <a:pt x="3" y="366"/>
                    <a:pt x="3" y="367"/>
                  </a:cubicBezTo>
                  <a:cubicBezTo>
                    <a:pt x="4" y="366"/>
                    <a:pt x="4" y="367"/>
                    <a:pt x="4" y="368"/>
                  </a:cubicBezTo>
                  <a:cubicBezTo>
                    <a:pt x="4" y="369"/>
                    <a:pt x="4" y="369"/>
                    <a:pt x="4" y="370"/>
                  </a:cubicBezTo>
                  <a:cubicBezTo>
                    <a:pt x="3" y="366"/>
                    <a:pt x="3" y="367"/>
                    <a:pt x="2" y="366"/>
                  </a:cubicBezTo>
                  <a:close/>
                  <a:moveTo>
                    <a:pt x="4" y="357"/>
                  </a:moveTo>
                  <a:cubicBezTo>
                    <a:pt x="3" y="355"/>
                    <a:pt x="4" y="353"/>
                    <a:pt x="4" y="351"/>
                  </a:cubicBezTo>
                  <a:cubicBezTo>
                    <a:pt x="5" y="353"/>
                    <a:pt x="5" y="357"/>
                    <a:pt x="4" y="357"/>
                  </a:cubicBezTo>
                  <a:close/>
                  <a:moveTo>
                    <a:pt x="2" y="344"/>
                  </a:moveTo>
                  <a:cubicBezTo>
                    <a:pt x="2" y="342"/>
                    <a:pt x="1" y="340"/>
                    <a:pt x="2" y="338"/>
                  </a:cubicBezTo>
                  <a:cubicBezTo>
                    <a:pt x="3" y="340"/>
                    <a:pt x="2" y="341"/>
                    <a:pt x="2" y="343"/>
                  </a:cubicBezTo>
                  <a:cubicBezTo>
                    <a:pt x="2" y="343"/>
                    <a:pt x="2" y="342"/>
                    <a:pt x="3" y="342"/>
                  </a:cubicBezTo>
                  <a:cubicBezTo>
                    <a:pt x="2" y="343"/>
                    <a:pt x="2" y="343"/>
                    <a:pt x="2" y="344"/>
                  </a:cubicBezTo>
                  <a:close/>
                  <a:moveTo>
                    <a:pt x="3" y="329"/>
                  </a:moveTo>
                  <a:cubicBezTo>
                    <a:pt x="3" y="331"/>
                    <a:pt x="3" y="334"/>
                    <a:pt x="3" y="336"/>
                  </a:cubicBezTo>
                  <a:cubicBezTo>
                    <a:pt x="2" y="334"/>
                    <a:pt x="2" y="329"/>
                    <a:pt x="3" y="329"/>
                  </a:cubicBezTo>
                  <a:close/>
                  <a:moveTo>
                    <a:pt x="3" y="331"/>
                  </a:moveTo>
                  <a:cubicBezTo>
                    <a:pt x="4" y="330"/>
                    <a:pt x="3" y="329"/>
                    <a:pt x="3" y="329"/>
                  </a:cubicBezTo>
                  <a:cubicBezTo>
                    <a:pt x="4" y="327"/>
                    <a:pt x="4" y="327"/>
                    <a:pt x="4" y="328"/>
                  </a:cubicBezTo>
                  <a:cubicBezTo>
                    <a:pt x="4" y="329"/>
                    <a:pt x="4" y="330"/>
                    <a:pt x="4" y="331"/>
                  </a:cubicBezTo>
                  <a:cubicBezTo>
                    <a:pt x="4" y="330"/>
                    <a:pt x="4" y="331"/>
                    <a:pt x="3" y="331"/>
                  </a:cubicBezTo>
                  <a:close/>
                  <a:moveTo>
                    <a:pt x="4" y="316"/>
                  </a:moveTo>
                  <a:cubicBezTo>
                    <a:pt x="5" y="320"/>
                    <a:pt x="5" y="323"/>
                    <a:pt x="4" y="326"/>
                  </a:cubicBezTo>
                  <a:cubicBezTo>
                    <a:pt x="3" y="323"/>
                    <a:pt x="4" y="320"/>
                    <a:pt x="4" y="316"/>
                  </a:cubicBezTo>
                  <a:close/>
                  <a:moveTo>
                    <a:pt x="2" y="314"/>
                  </a:moveTo>
                  <a:cubicBezTo>
                    <a:pt x="3" y="316"/>
                    <a:pt x="3" y="320"/>
                    <a:pt x="3" y="322"/>
                  </a:cubicBezTo>
                  <a:cubicBezTo>
                    <a:pt x="2" y="320"/>
                    <a:pt x="2" y="317"/>
                    <a:pt x="2" y="314"/>
                  </a:cubicBezTo>
                  <a:close/>
                  <a:moveTo>
                    <a:pt x="6" y="299"/>
                  </a:moveTo>
                  <a:cubicBezTo>
                    <a:pt x="6" y="299"/>
                    <a:pt x="6" y="299"/>
                    <a:pt x="7" y="298"/>
                  </a:cubicBezTo>
                  <a:cubicBezTo>
                    <a:pt x="7" y="300"/>
                    <a:pt x="7" y="303"/>
                    <a:pt x="6" y="306"/>
                  </a:cubicBezTo>
                  <a:cubicBezTo>
                    <a:pt x="7" y="302"/>
                    <a:pt x="6" y="299"/>
                    <a:pt x="6" y="299"/>
                  </a:cubicBezTo>
                  <a:close/>
                  <a:moveTo>
                    <a:pt x="10" y="262"/>
                  </a:moveTo>
                  <a:cubicBezTo>
                    <a:pt x="10" y="264"/>
                    <a:pt x="10" y="260"/>
                    <a:pt x="11" y="260"/>
                  </a:cubicBezTo>
                  <a:cubicBezTo>
                    <a:pt x="11" y="261"/>
                    <a:pt x="10" y="265"/>
                    <a:pt x="9" y="264"/>
                  </a:cubicBezTo>
                  <a:cubicBezTo>
                    <a:pt x="10" y="263"/>
                    <a:pt x="9" y="263"/>
                    <a:pt x="10" y="262"/>
                  </a:cubicBezTo>
                  <a:close/>
                  <a:moveTo>
                    <a:pt x="153" y="56"/>
                  </a:moveTo>
                  <a:cubicBezTo>
                    <a:pt x="154" y="55"/>
                    <a:pt x="156" y="54"/>
                    <a:pt x="157" y="54"/>
                  </a:cubicBezTo>
                  <a:cubicBezTo>
                    <a:pt x="155" y="56"/>
                    <a:pt x="153" y="57"/>
                    <a:pt x="151" y="59"/>
                  </a:cubicBezTo>
                  <a:cubicBezTo>
                    <a:pt x="149" y="59"/>
                    <a:pt x="149" y="59"/>
                    <a:pt x="149" y="59"/>
                  </a:cubicBezTo>
                  <a:cubicBezTo>
                    <a:pt x="152" y="57"/>
                    <a:pt x="152" y="57"/>
                    <a:pt x="153" y="56"/>
                  </a:cubicBezTo>
                  <a:close/>
                  <a:moveTo>
                    <a:pt x="171" y="46"/>
                  </a:moveTo>
                  <a:cubicBezTo>
                    <a:pt x="168" y="47"/>
                    <a:pt x="165" y="50"/>
                    <a:pt x="165" y="48"/>
                  </a:cubicBezTo>
                  <a:cubicBezTo>
                    <a:pt x="167" y="48"/>
                    <a:pt x="171" y="45"/>
                    <a:pt x="171" y="46"/>
                  </a:cubicBezTo>
                  <a:close/>
                  <a:moveTo>
                    <a:pt x="389" y="61"/>
                  </a:moveTo>
                  <a:cubicBezTo>
                    <a:pt x="384" y="61"/>
                    <a:pt x="394" y="62"/>
                    <a:pt x="388" y="63"/>
                  </a:cubicBezTo>
                  <a:cubicBezTo>
                    <a:pt x="387" y="62"/>
                    <a:pt x="387" y="62"/>
                    <a:pt x="385" y="61"/>
                  </a:cubicBezTo>
                  <a:cubicBezTo>
                    <a:pt x="386" y="61"/>
                    <a:pt x="387" y="60"/>
                    <a:pt x="389" y="61"/>
                  </a:cubicBezTo>
                  <a:close/>
                  <a:moveTo>
                    <a:pt x="383" y="62"/>
                  </a:moveTo>
                  <a:cubicBezTo>
                    <a:pt x="383" y="62"/>
                    <a:pt x="382" y="61"/>
                    <a:pt x="381" y="61"/>
                  </a:cubicBezTo>
                  <a:cubicBezTo>
                    <a:pt x="380" y="61"/>
                    <a:pt x="381" y="63"/>
                    <a:pt x="379" y="62"/>
                  </a:cubicBezTo>
                  <a:cubicBezTo>
                    <a:pt x="379" y="62"/>
                    <a:pt x="380" y="61"/>
                    <a:pt x="379" y="61"/>
                  </a:cubicBezTo>
                  <a:cubicBezTo>
                    <a:pt x="381" y="61"/>
                    <a:pt x="382" y="60"/>
                    <a:pt x="384" y="60"/>
                  </a:cubicBezTo>
                  <a:cubicBezTo>
                    <a:pt x="385" y="61"/>
                    <a:pt x="386" y="62"/>
                    <a:pt x="383" y="62"/>
                  </a:cubicBezTo>
                  <a:close/>
                  <a:moveTo>
                    <a:pt x="226" y="20"/>
                  </a:moveTo>
                  <a:cubicBezTo>
                    <a:pt x="228" y="19"/>
                    <a:pt x="230" y="19"/>
                    <a:pt x="231" y="18"/>
                  </a:cubicBezTo>
                  <a:cubicBezTo>
                    <a:pt x="232" y="19"/>
                    <a:pt x="229" y="19"/>
                    <a:pt x="227" y="21"/>
                  </a:cubicBezTo>
                  <a:cubicBezTo>
                    <a:pt x="225" y="21"/>
                    <a:pt x="227" y="20"/>
                    <a:pt x="226" y="20"/>
                  </a:cubicBezTo>
                  <a:close/>
                  <a:moveTo>
                    <a:pt x="397" y="63"/>
                  </a:moveTo>
                  <a:cubicBezTo>
                    <a:pt x="398" y="64"/>
                    <a:pt x="397" y="64"/>
                    <a:pt x="397" y="64"/>
                  </a:cubicBezTo>
                  <a:cubicBezTo>
                    <a:pt x="396" y="64"/>
                    <a:pt x="394" y="64"/>
                    <a:pt x="393" y="63"/>
                  </a:cubicBezTo>
                  <a:cubicBezTo>
                    <a:pt x="395" y="63"/>
                    <a:pt x="395" y="63"/>
                    <a:pt x="397" y="63"/>
                  </a:cubicBezTo>
                  <a:close/>
                  <a:moveTo>
                    <a:pt x="239" y="17"/>
                  </a:moveTo>
                  <a:cubicBezTo>
                    <a:pt x="236" y="17"/>
                    <a:pt x="237" y="18"/>
                    <a:pt x="234" y="18"/>
                  </a:cubicBezTo>
                  <a:cubicBezTo>
                    <a:pt x="233" y="18"/>
                    <a:pt x="239" y="15"/>
                    <a:pt x="239" y="17"/>
                  </a:cubicBezTo>
                  <a:close/>
                  <a:moveTo>
                    <a:pt x="398" y="63"/>
                  </a:moveTo>
                  <a:cubicBezTo>
                    <a:pt x="399" y="63"/>
                    <a:pt x="400" y="63"/>
                    <a:pt x="401" y="64"/>
                  </a:cubicBezTo>
                  <a:cubicBezTo>
                    <a:pt x="400" y="64"/>
                    <a:pt x="400" y="64"/>
                    <a:pt x="399" y="64"/>
                  </a:cubicBezTo>
                  <a:cubicBezTo>
                    <a:pt x="399" y="64"/>
                    <a:pt x="399" y="64"/>
                    <a:pt x="398" y="63"/>
                  </a:cubicBezTo>
                  <a:close/>
                  <a:moveTo>
                    <a:pt x="420" y="12"/>
                  </a:moveTo>
                  <a:cubicBezTo>
                    <a:pt x="418" y="11"/>
                    <a:pt x="415" y="11"/>
                    <a:pt x="413" y="10"/>
                  </a:cubicBezTo>
                  <a:cubicBezTo>
                    <a:pt x="416" y="10"/>
                    <a:pt x="421" y="11"/>
                    <a:pt x="420" y="12"/>
                  </a:cubicBezTo>
                  <a:close/>
                  <a:moveTo>
                    <a:pt x="430" y="15"/>
                  </a:moveTo>
                  <a:cubicBezTo>
                    <a:pt x="427" y="14"/>
                    <a:pt x="424" y="13"/>
                    <a:pt x="421" y="12"/>
                  </a:cubicBezTo>
                  <a:cubicBezTo>
                    <a:pt x="424" y="12"/>
                    <a:pt x="427" y="13"/>
                    <a:pt x="430" y="15"/>
                  </a:cubicBezTo>
                  <a:close/>
                  <a:moveTo>
                    <a:pt x="434" y="15"/>
                  </a:moveTo>
                  <a:cubicBezTo>
                    <a:pt x="432" y="15"/>
                    <a:pt x="432" y="15"/>
                    <a:pt x="432" y="15"/>
                  </a:cubicBezTo>
                  <a:cubicBezTo>
                    <a:pt x="431" y="15"/>
                    <a:pt x="431" y="14"/>
                    <a:pt x="430" y="14"/>
                  </a:cubicBezTo>
                  <a:cubicBezTo>
                    <a:pt x="432" y="14"/>
                    <a:pt x="433" y="15"/>
                    <a:pt x="434" y="15"/>
                  </a:cubicBezTo>
                  <a:close/>
                  <a:moveTo>
                    <a:pt x="572" y="145"/>
                  </a:moveTo>
                  <a:cubicBezTo>
                    <a:pt x="573" y="147"/>
                    <a:pt x="572" y="146"/>
                    <a:pt x="570" y="145"/>
                  </a:cubicBezTo>
                  <a:cubicBezTo>
                    <a:pt x="568" y="143"/>
                    <a:pt x="566" y="140"/>
                    <a:pt x="562" y="137"/>
                  </a:cubicBezTo>
                  <a:cubicBezTo>
                    <a:pt x="562" y="137"/>
                    <a:pt x="562" y="136"/>
                    <a:pt x="562" y="136"/>
                  </a:cubicBezTo>
                  <a:cubicBezTo>
                    <a:pt x="565" y="138"/>
                    <a:pt x="569" y="142"/>
                    <a:pt x="572" y="145"/>
                  </a:cubicBezTo>
                  <a:close/>
                  <a:moveTo>
                    <a:pt x="582" y="158"/>
                  </a:moveTo>
                  <a:cubicBezTo>
                    <a:pt x="582" y="159"/>
                    <a:pt x="582" y="159"/>
                    <a:pt x="581" y="159"/>
                  </a:cubicBezTo>
                  <a:cubicBezTo>
                    <a:pt x="579" y="156"/>
                    <a:pt x="576" y="153"/>
                    <a:pt x="574" y="150"/>
                  </a:cubicBezTo>
                  <a:cubicBezTo>
                    <a:pt x="577" y="153"/>
                    <a:pt x="579" y="155"/>
                    <a:pt x="582" y="158"/>
                  </a:cubicBezTo>
                  <a:close/>
                  <a:moveTo>
                    <a:pt x="537" y="67"/>
                  </a:moveTo>
                  <a:cubicBezTo>
                    <a:pt x="536" y="67"/>
                    <a:pt x="532" y="64"/>
                    <a:pt x="530" y="63"/>
                  </a:cubicBezTo>
                  <a:cubicBezTo>
                    <a:pt x="533" y="64"/>
                    <a:pt x="535" y="65"/>
                    <a:pt x="537" y="67"/>
                  </a:cubicBezTo>
                  <a:close/>
                  <a:moveTo>
                    <a:pt x="592" y="172"/>
                  </a:moveTo>
                  <a:cubicBezTo>
                    <a:pt x="589" y="168"/>
                    <a:pt x="586" y="164"/>
                    <a:pt x="584" y="163"/>
                  </a:cubicBezTo>
                  <a:cubicBezTo>
                    <a:pt x="584" y="162"/>
                    <a:pt x="583" y="162"/>
                    <a:pt x="583" y="161"/>
                  </a:cubicBezTo>
                  <a:cubicBezTo>
                    <a:pt x="585" y="163"/>
                    <a:pt x="590" y="166"/>
                    <a:pt x="592" y="172"/>
                  </a:cubicBezTo>
                  <a:close/>
                  <a:moveTo>
                    <a:pt x="575" y="93"/>
                  </a:moveTo>
                  <a:cubicBezTo>
                    <a:pt x="575" y="94"/>
                    <a:pt x="576" y="95"/>
                    <a:pt x="577" y="95"/>
                  </a:cubicBezTo>
                  <a:cubicBezTo>
                    <a:pt x="579" y="98"/>
                    <a:pt x="574" y="95"/>
                    <a:pt x="577" y="99"/>
                  </a:cubicBezTo>
                  <a:cubicBezTo>
                    <a:pt x="575" y="97"/>
                    <a:pt x="573" y="96"/>
                    <a:pt x="572" y="94"/>
                  </a:cubicBezTo>
                  <a:cubicBezTo>
                    <a:pt x="575" y="97"/>
                    <a:pt x="577" y="97"/>
                    <a:pt x="575" y="93"/>
                  </a:cubicBezTo>
                  <a:close/>
                  <a:moveTo>
                    <a:pt x="611" y="210"/>
                  </a:moveTo>
                  <a:cubicBezTo>
                    <a:pt x="612" y="212"/>
                    <a:pt x="610" y="210"/>
                    <a:pt x="610" y="210"/>
                  </a:cubicBezTo>
                  <a:cubicBezTo>
                    <a:pt x="610" y="209"/>
                    <a:pt x="609" y="208"/>
                    <a:pt x="609" y="206"/>
                  </a:cubicBezTo>
                  <a:cubicBezTo>
                    <a:pt x="610" y="207"/>
                    <a:pt x="610" y="209"/>
                    <a:pt x="611" y="210"/>
                  </a:cubicBezTo>
                  <a:close/>
                  <a:moveTo>
                    <a:pt x="615" y="184"/>
                  </a:moveTo>
                  <a:cubicBezTo>
                    <a:pt x="615" y="186"/>
                    <a:pt x="617" y="186"/>
                    <a:pt x="617" y="187"/>
                  </a:cubicBezTo>
                  <a:cubicBezTo>
                    <a:pt x="618" y="189"/>
                    <a:pt x="617" y="188"/>
                    <a:pt x="617" y="188"/>
                  </a:cubicBezTo>
                  <a:cubicBezTo>
                    <a:pt x="617" y="189"/>
                    <a:pt x="618" y="189"/>
                    <a:pt x="618" y="190"/>
                  </a:cubicBezTo>
                  <a:cubicBezTo>
                    <a:pt x="616" y="187"/>
                    <a:pt x="615" y="185"/>
                    <a:pt x="615" y="187"/>
                  </a:cubicBezTo>
                  <a:cubicBezTo>
                    <a:pt x="614" y="185"/>
                    <a:pt x="614" y="184"/>
                    <a:pt x="615" y="184"/>
                  </a:cubicBezTo>
                  <a:close/>
                  <a:moveTo>
                    <a:pt x="618" y="156"/>
                  </a:moveTo>
                  <a:cubicBezTo>
                    <a:pt x="617" y="155"/>
                    <a:pt x="616" y="154"/>
                    <a:pt x="616" y="153"/>
                  </a:cubicBezTo>
                  <a:cubicBezTo>
                    <a:pt x="617" y="153"/>
                    <a:pt x="619" y="157"/>
                    <a:pt x="618" y="156"/>
                  </a:cubicBezTo>
                  <a:close/>
                  <a:moveTo>
                    <a:pt x="626" y="172"/>
                  </a:moveTo>
                  <a:cubicBezTo>
                    <a:pt x="624" y="169"/>
                    <a:pt x="622" y="167"/>
                    <a:pt x="621" y="164"/>
                  </a:cubicBezTo>
                  <a:cubicBezTo>
                    <a:pt x="623" y="166"/>
                    <a:pt x="625" y="169"/>
                    <a:pt x="626" y="172"/>
                  </a:cubicBezTo>
                  <a:close/>
                  <a:moveTo>
                    <a:pt x="632" y="183"/>
                  </a:moveTo>
                  <a:cubicBezTo>
                    <a:pt x="631" y="182"/>
                    <a:pt x="630" y="180"/>
                    <a:pt x="630" y="179"/>
                  </a:cubicBezTo>
                  <a:cubicBezTo>
                    <a:pt x="631" y="180"/>
                    <a:pt x="631" y="182"/>
                    <a:pt x="632" y="183"/>
                  </a:cubicBezTo>
                  <a:close/>
                  <a:moveTo>
                    <a:pt x="635" y="181"/>
                  </a:moveTo>
                  <a:cubicBezTo>
                    <a:pt x="635" y="183"/>
                    <a:pt x="635" y="183"/>
                    <a:pt x="636" y="183"/>
                  </a:cubicBezTo>
                  <a:cubicBezTo>
                    <a:pt x="636" y="186"/>
                    <a:pt x="633" y="181"/>
                    <a:pt x="633" y="180"/>
                  </a:cubicBezTo>
                  <a:cubicBezTo>
                    <a:pt x="634" y="181"/>
                    <a:pt x="634" y="181"/>
                    <a:pt x="635" y="181"/>
                  </a:cubicBezTo>
                  <a:close/>
                  <a:moveTo>
                    <a:pt x="660" y="290"/>
                  </a:moveTo>
                  <a:cubicBezTo>
                    <a:pt x="659" y="290"/>
                    <a:pt x="658" y="287"/>
                    <a:pt x="658" y="285"/>
                  </a:cubicBezTo>
                  <a:cubicBezTo>
                    <a:pt x="659" y="285"/>
                    <a:pt x="660" y="288"/>
                    <a:pt x="660" y="2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b="1">
                <a:latin typeface="+mj-ea"/>
                <a:ea typeface="+mj-ea"/>
              </a:endParaRPr>
            </a:p>
          </p:txBody>
        </p:sp>
      </p:grpSp>
      <p:pic>
        <p:nvPicPr>
          <p:cNvPr id="39" name="图片 3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hqprint"/>
          <a:stretch>
            <a:fillRect/>
          </a:stretch>
        </p:blipFill>
        <p:spPr>
          <a:xfrm>
            <a:off x="1089977" y="4290188"/>
            <a:ext cx="4446909" cy="1905818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 cstate="hqprint"/>
          <a:stretch>
            <a:fillRect/>
          </a:stretch>
        </p:blipFill>
        <p:spPr>
          <a:xfrm>
            <a:off x="6613326" y="4290189"/>
            <a:ext cx="4446906" cy="19058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3"/>
          <p:cNvSpPr/>
          <p:nvPr>
            <p:custDataLst>
              <p:tags r:id="rId1"/>
            </p:custDataLst>
          </p:nvPr>
        </p:nvSpPr>
        <p:spPr>
          <a:xfrm>
            <a:off x="5067130" y="2120278"/>
            <a:ext cx="6247641" cy="1942388"/>
          </a:xfrm>
          <a:custGeom>
            <a:avLst/>
            <a:gdLst/>
            <a:ahLst/>
            <a:cxnLst/>
            <a:rect l="l" t="t" r="r" b="b"/>
            <a:pathLst>
              <a:path w="1390232" h="2001018">
                <a:moveTo>
                  <a:pt x="0" y="0"/>
                </a:moveTo>
                <a:lnTo>
                  <a:pt x="1390232" y="0"/>
                </a:lnTo>
                <a:lnTo>
                  <a:pt x="1390232" y="2001018"/>
                </a:lnTo>
                <a:lnTo>
                  <a:pt x="0" y="2001018"/>
                </a:lnTo>
                <a:close/>
              </a:path>
            </a:pathLst>
          </a:cu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</p:sp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示例内容，公开模板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063687" y="3455207"/>
            <a:ext cx="2826767" cy="499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  <a:cs typeface="Arial" panose="020B0604020202020204"/>
              </a:rPr>
              <a:t>示例内容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j-ea"/>
              <a:ea typeface="+mj-ea"/>
              <a:cs typeface="Arial" panose="020B0604020202020204"/>
            </a:endParaRPr>
          </a:p>
        </p:txBody>
      </p:sp>
      <p:sp>
        <p:nvSpPr>
          <p:cNvPr id="15" name="Freeform 17"/>
          <p:cNvSpPr/>
          <p:nvPr>
            <p:custDataLst>
              <p:tags r:id="rId3"/>
            </p:custDataLst>
          </p:nvPr>
        </p:nvSpPr>
        <p:spPr>
          <a:xfrm>
            <a:off x="766617" y="2120278"/>
            <a:ext cx="3731295" cy="1942388"/>
          </a:xfrm>
          <a:custGeom>
            <a:avLst/>
            <a:gdLst/>
            <a:ahLst/>
            <a:cxnLst/>
            <a:rect l="l" t="t" r="r" b="b"/>
            <a:pathLst>
              <a:path w="1597978" h="831854">
                <a:moveTo>
                  <a:pt x="1518560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752436"/>
                </a:lnTo>
                <a:cubicBezTo>
                  <a:pt x="43699" y="752436"/>
                  <a:pt x="79418" y="787775"/>
                  <a:pt x="79418" y="831854"/>
                </a:cubicBezTo>
                <a:lnTo>
                  <a:pt x="1518560" y="831854"/>
                </a:lnTo>
                <a:cubicBezTo>
                  <a:pt x="1518560" y="788155"/>
                  <a:pt x="1553899" y="752436"/>
                  <a:pt x="1597978" y="752436"/>
                </a:cubicBezTo>
                <a:lnTo>
                  <a:pt x="1597978" y="79418"/>
                </a:lnTo>
                <a:cubicBezTo>
                  <a:pt x="1554279" y="79418"/>
                  <a:pt x="1518560" y="44079"/>
                  <a:pt x="1518560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</p:sp>
      <p:sp>
        <p:nvSpPr>
          <p:cNvPr id="19" name="Freeform 33"/>
          <p:cNvSpPr/>
          <p:nvPr>
            <p:custDataLst>
              <p:tags r:id="rId5"/>
            </p:custDataLst>
          </p:nvPr>
        </p:nvSpPr>
        <p:spPr>
          <a:xfrm>
            <a:off x="766617" y="4277581"/>
            <a:ext cx="6247641" cy="1942388"/>
          </a:xfrm>
          <a:custGeom>
            <a:avLst/>
            <a:gdLst/>
            <a:ahLst/>
            <a:cxnLst/>
            <a:rect l="l" t="t" r="r" b="b"/>
            <a:pathLst>
              <a:path w="1390232" h="2001018">
                <a:moveTo>
                  <a:pt x="0" y="0"/>
                </a:moveTo>
                <a:lnTo>
                  <a:pt x="1390232" y="0"/>
                </a:lnTo>
                <a:lnTo>
                  <a:pt x="1390232" y="2001018"/>
                </a:lnTo>
                <a:lnTo>
                  <a:pt x="0" y="2001018"/>
                </a:lnTo>
                <a:close/>
              </a:path>
            </a:pathLst>
          </a:cu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960142" y="4347914"/>
            <a:ext cx="2826767" cy="499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ea"/>
                <a:ea typeface="+mj-ea"/>
                <a:cs typeface="Arial" panose="020B0604020202020204"/>
              </a:rPr>
              <a:t>示例内容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j-ea"/>
              <a:ea typeface="+mj-ea"/>
              <a:cs typeface="Arial" panose="020B0604020202020204"/>
            </a:endParaRPr>
          </a:p>
        </p:txBody>
      </p:sp>
      <p:sp>
        <p:nvSpPr>
          <p:cNvPr id="21" name="Freeform 17"/>
          <p:cNvSpPr/>
          <p:nvPr>
            <p:custDataLst>
              <p:tags r:id="rId7"/>
            </p:custDataLst>
          </p:nvPr>
        </p:nvSpPr>
        <p:spPr>
          <a:xfrm>
            <a:off x="7583476" y="4277581"/>
            <a:ext cx="3731295" cy="1942388"/>
          </a:xfrm>
          <a:custGeom>
            <a:avLst/>
            <a:gdLst/>
            <a:ahLst/>
            <a:cxnLst/>
            <a:rect l="l" t="t" r="r" b="b"/>
            <a:pathLst>
              <a:path w="1597978" h="831854">
                <a:moveTo>
                  <a:pt x="1518560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752436"/>
                </a:lnTo>
                <a:cubicBezTo>
                  <a:pt x="43699" y="752436"/>
                  <a:pt x="79418" y="787775"/>
                  <a:pt x="79418" y="831854"/>
                </a:cubicBezTo>
                <a:lnTo>
                  <a:pt x="1518560" y="831854"/>
                </a:lnTo>
                <a:cubicBezTo>
                  <a:pt x="1518560" y="788155"/>
                  <a:pt x="1553899" y="752436"/>
                  <a:pt x="1597978" y="752436"/>
                </a:cubicBezTo>
                <a:lnTo>
                  <a:pt x="1597978" y="79418"/>
                </a:lnTo>
                <a:cubicBezTo>
                  <a:pt x="1554279" y="79418"/>
                  <a:pt x="1518560" y="44079"/>
                  <a:pt x="1518560" y="0"/>
                </a:cubicBezTo>
                <a:close/>
              </a:path>
            </a:pathLst>
          </a:custGeom>
          <a:blipFill>
            <a:blip r:embed="rId4" cstate="hqprint"/>
            <a:stretch>
              <a:fillRect/>
            </a:stretch>
          </a:blipFill>
          <a:ln w="38100" cap="sq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960103" y="4993109"/>
            <a:ext cx="5786013" cy="1170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示例内容公开模板示例，内容公开模板示例，内容公开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示例内容公开模板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，示例内容、公开模、板示例，内容公开模板示例，内容公开、模板、示例内容公。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5170680" y="2352255"/>
            <a:ext cx="5786013" cy="1170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示例内容公开模板示例内容公开、模板示例内容公，开模板示例内容，公开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示例、内容公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示例内容公，开模板示例内容公开模板示，例内容公开模板示例内。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Freeform 11"/>
          <p:cNvSpPr/>
          <p:nvPr>
            <p:custDataLst>
              <p:tags r:id="rId1"/>
            </p:custDataLst>
          </p:nvPr>
        </p:nvSpPr>
        <p:spPr>
          <a:xfrm rot="16036686">
            <a:off x="789977" y="2193908"/>
            <a:ext cx="841443" cy="849163"/>
          </a:xfrm>
          <a:custGeom>
            <a:avLst/>
            <a:gdLst/>
            <a:ahLst/>
            <a:cxnLst/>
            <a:rect l="l" t="t" r="r" b="b"/>
            <a:pathLst>
              <a:path w="1806280" h="1822852">
                <a:moveTo>
                  <a:pt x="0" y="0"/>
                </a:moveTo>
                <a:lnTo>
                  <a:pt x="1806280" y="0"/>
                </a:lnTo>
                <a:lnTo>
                  <a:pt x="1806280" y="1822852"/>
                </a:lnTo>
                <a:lnTo>
                  <a:pt x="0" y="182285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sp>
        <p:nvSpPr>
          <p:cNvPr id="477" name="Freeform 11"/>
          <p:cNvSpPr/>
          <p:nvPr>
            <p:custDataLst>
              <p:tags r:id="rId2"/>
            </p:custDataLst>
          </p:nvPr>
        </p:nvSpPr>
        <p:spPr>
          <a:xfrm rot="16036686">
            <a:off x="789976" y="3573853"/>
            <a:ext cx="841443" cy="849163"/>
          </a:xfrm>
          <a:custGeom>
            <a:avLst/>
            <a:gdLst/>
            <a:ahLst/>
            <a:cxnLst/>
            <a:rect l="l" t="t" r="r" b="b"/>
            <a:pathLst>
              <a:path w="1806280" h="1822852">
                <a:moveTo>
                  <a:pt x="0" y="0"/>
                </a:moveTo>
                <a:lnTo>
                  <a:pt x="1806280" y="0"/>
                </a:lnTo>
                <a:lnTo>
                  <a:pt x="1806280" y="1822852"/>
                </a:lnTo>
                <a:lnTo>
                  <a:pt x="0" y="182285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sp>
        <p:nvSpPr>
          <p:cNvPr id="478" name="Freeform 11"/>
          <p:cNvSpPr/>
          <p:nvPr>
            <p:custDataLst>
              <p:tags r:id="rId3"/>
            </p:custDataLst>
          </p:nvPr>
        </p:nvSpPr>
        <p:spPr>
          <a:xfrm rot="16036686">
            <a:off x="789977" y="5075181"/>
            <a:ext cx="841443" cy="849163"/>
          </a:xfrm>
          <a:custGeom>
            <a:avLst/>
            <a:gdLst/>
            <a:ahLst/>
            <a:cxnLst/>
            <a:rect l="l" t="t" r="r" b="b"/>
            <a:pathLst>
              <a:path w="1806280" h="1822852">
                <a:moveTo>
                  <a:pt x="0" y="0"/>
                </a:moveTo>
                <a:lnTo>
                  <a:pt x="1806280" y="0"/>
                </a:lnTo>
                <a:lnTo>
                  <a:pt x="1806280" y="1822852"/>
                </a:lnTo>
                <a:lnTo>
                  <a:pt x="0" y="182285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示例内容，公开模板</a:t>
            </a:r>
            <a:endParaRPr lang="zh-CN" altLang="en-US" sz="2400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71" name="文本框 470"/>
          <p:cNvSpPr txBox="1"/>
          <p:nvPr>
            <p:custDataLst>
              <p:tags r:id="rId4"/>
            </p:custDataLst>
          </p:nvPr>
        </p:nvSpPr>
        <p:spPr>
          <a:xfrm>
            <a:off x="766615" y="2292245"/>
            <a:ext cx="1027440" cy="59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j-ea"/>
                <a:ea typeface="+mj-ea"/>
                <a:cs typeface="Arial" panose="020B0604020202020204"/>
                <a:sym typeface="+mn-ea"/>
              </a:rPr>
              <a:t>示例：</a:t>
            </a:r>
            <a:endParaRPr lang="en-US" altLang="zh-CN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82" name="文本框 481"/>
          <p:cNvSpPr txBox="1"/>
          <p:nvPr>
            <p:custDataLst>
              <p:tags r:id="rId5"/>
            </p:custDataLst>
          </p:nvPr>
        </p:nvSpPr>
        <p:spPr>
          <a:xfrm>
            <a:off x="1823069" y="2219373"/>
            <a:ext cx="2851836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+mn-ea"/>
                <a:cs typeface="Arial" panose="020B0604020202020204"/>
                <a:sym typeface="+mn-ea"/>
              </a:rPr>
              <a:t>示例内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Arial" panose="020B0604020202020204"/>
                <a:sym typeface="+mn-ea"/>
              </a:rPr>
              <a:t>示例、内容公开模板示例</a:t>
            </a:r>
            <a:r>
              <a:rPr lang="zh-CN" altLang="en-US" sz="1600" dirty="0">
                <a:latin typeface="+mn-ea"/>
                <a:cs typeface="Arial" panose="020B0604020202020204"/>
                <a:sym typeface="+mn-ea"/>
              </a:rPr>
              <a:t>示例，</a:t>
            </a:r>
            <a:r>
              <a:rPr lang="zh-CN" altLang="en-US" sz="1600" dirty="0"/>
              <a:t>示例内容公开</a:t>
            </a:r>
            <a:r>
              <a:rPr lang="zh-CN" altLang="en-US" sz="1600" dirty="0">
                <a:latin typeface="+mn-ea"/>
                <a:cs typeface="Arial" panose="020B0604020202020204"/>
                <a:sym typeface="+mn-ea"/>
              </a:rPr>
              <a:t>。</a:t>
            </a:r>
            <a:endParaRPr lang="en-US" altLang="zh-CN" sz="1600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83" name="文本框 482"/>
          <p:cNvSpPr txBox="1"/>
          <p:nvPr>
            <p:custDataLst>
              <p:tags r:id="rId6"/>
            </p:custDataLst>
          </p:nvPr>
        </p:nvSpPr>
        <p:spPr>
          <a:xfrm>
            <a:off x="781122" y="3688705"/>
            <a:ext cx="1027440" cy="59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j-ea"/>
                <a:ea typeface="+mj-ea"/>
                <a:cs typeface="Arial" panose="020B0604020202020204"/>
                <a:sym typeface="+mn-ea"/>
              </a:rPr>
              <a:t>示例：</a:t>
            </a:r>
            <a:endParaRPr lang="en-US" altLang="zh-CN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84" name="文本框 483"/>
          <p:cNvSpPr txBox="1"/>
          <p:nvPr>
            <p:custDataLst>
              <p:tags r:id="rId7"/>
            </p:custDataLst>
          </p:nvPr>
        </p:nvSpPr>
        <p:spPr>
          <a:xfrm>
            <a:off x="1823069" y="3586882"/>
            <a:ext cx="2851836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Arial" panose="020B0604020202020204"/>
                <a:sym typeface="+mn-ea"/>
              </a:rPr>
              <a:t>示例内容公开模板，示例内容公开</a:t>
            </a:r>
            <a:r>
              <a:rPr lang="zh-CN" altLang="en-US" sz="1600" dirty="0">
                <a:latin typeface="+mn-ea"/>
                <a:cs typeface="Arial" panose="020B0604020202020204"/>
                <a:sym typeface="+mn-ea"/>
              </a:rPr>
              <a:t>，示例内容公开。</a:t>
            </a:r>
            <a:endParaRPr lang="en-US" altLang="zh-CN" sz="1600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85" name="文本框 484"/>
          <p:cNvSpPr txBox="1"/>
          <p:nvPr>
            <p:custDataLst>
              <p:tags r:id="rId8"/>
            </p:custDataLst>
          </p:nvPr>
        </p:nvSpPr>
        <p:spPr>
          <a:xfrm>
            <a:off x="766615" y="5183712"/>
            <a:ext cx="1027440" cy="59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j-ea"/>
                <a:ea typeface="+mj-ea"/>
                <a:cs typeface="Arial" panose="020B0604020202020204"/>
                <a:sym typeface="+mn-ea"/>
              </a:rPr>
              <a:t>示例：</a:t>
            </a:r>
            <a:endParaRPr lang="en-US" altLang="zh-CN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86" name="文本框 485"/>
          <p:cNvSpPr txBox="1"/>
          <p:nvPr>
            <p:custDataLst>
              <p:tags r:id="rId9"/>
            </p:custDataLst>
          </p:nvPr>
        </p:nvSpPr>
        <p:spPr>
          <a:xfrm>
            <a:off x="1808562" y="5085165"/>
            <a:ext cx="2488216" cy="798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+mn-ea"/>
                <a:cs typeface="Arial" panose="020B0604020202020204"/>
                <a:sym typeface="+mn-ea"/>
              </a:rPr>
              <a:t>示例内容公开模板示例，内容公开模板示例。</a:t>
            </a:r>
            <a:endParaRPr lang="en-US" altLang="zh-CN" sz="1600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93" name="Freeform 11"/>
          <p:cNvSpPr/>
          <p:nvPr>
            <p:custDataLst>
              <p:tags r:id="rId10"/>
            </p:custDataLst>
          </p:nvPr>
        </p:nvSpPr>
        <p:spPr>
          <a:xfrm rot="16036686">
            <a:off x="7540457" y="2564009"/>
            <a:ext cx="841443" cy="849163"/>
          </a:xfrm>
          <a:custGeom>
            <a:avLst/>
            <a:gdLst/>
            <a:ahLst/>
            <a:cxnLst/>
            <a:rect l="l" t="t" r="r" b="b"/>
            <a:pathLst>
              <a:path w="1806280" h="1822852">
                <a:moveTo>
                  <a:pt x="0" y="0"/>
                </a:moveTo>
                <a:lnTo>
                  <a:pt x="1806280" y="0"/>
                </a:lnTo>
                <a:lnTo>
                  <a:pt x="1806280" y="1822852"/>
                </a:lnTo>
                <a:lnTo>
                  <a:pt x="0" y="182285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sp>
        <p:nvSpPr>
          <p:cNvPr id="494" name="Freeform 11"/>
          <p:cNvSpPr/>
          <p:nvPr>
            <p:custDataLst>
              <p:tags r:id="rId11"/>
            </p:custDataLst>
          </p:nvPr>
        </p:nvSpPr>
        <p:spPr>
          <a:xfrm rot="16036686">
            <a:off x="7540456" y="4396800"/>
            <a:ext cx="841443" cy="849163"/>
          </a:xfrm>
          <a:custGeom>
            <a:avLst/>
            <a:gdLst/>
            <a:ahLst/>
            <a:cxnLst/>
            <a:rect l="l" t="t" r="r" b="b"/>
            <a:pathLst>
              <a:path w="1806280" h="1822852">
                <a:moveTo>
                  <a:pt x="0" y="0"/>
                </a:moveTo>
                <a:lnTo>
                  <a:pt x="1806280" y="0"/>
                </a:lnTo>
                <a:lnTo>
                  <a:pt x="1806280" y="1822852"/>
                </a:lnTo>
                <a:lnTo>
                  <a:pt x="0" y="182285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</p:sp>
      <p:sp>
        <p:nvSpPr>
          <p:cNvPr id="495" name="文本框 494"/>
          <p:cNvSpPr txBox="1"/>
          <p:nvPr>
            <p:custDataLst>
              <p:tags r:id="rId12"/>
            </p:custDataLst>
          </p:nvPr>
        </p:nvSpPr>
        <p:spPr>
          <a:xfrm>
            <a:off x="7517095" y="2662346"/>
            <a:ext cx="1027440" cy="59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j-ea"/>
                <a:ea typeface="+mj-ea"/>
                <a:cs typeface="Arial" panose="020B0604020202020204"/>
                <a:sym typeface="+mn-ea"/>
              </a:rPr>
              <a:t>示例：</a:t>
            </a:r>
            <a:endParaRPr lang="en-US" altLang="zh-CN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96" name="文本框 495"/>
          <p:cNvSpPr txBox="1"/>
          <p:nvPr>
            <p:custDataLst>
              <p:tags r:id="rId13"/>
            </p:custDataLst>
          </p:nvPr>
        </p:nvSpPr>
        <p:spPr>
          <a:xfrm>
            <a:off x="8573549" y="2589474"/>
            <a:ext cx="2851836" cy="798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+mn-ea"/>
                <a:cs typeface="Arial" panose="020B0604020202020204"/>
                <a:sym typeface="+mn-ea"/>
              </a:rPr>
              <a:t>示例、内容、公开、模板示例、内容公开模板示。</a:t>
            </a:r>
            <a:endParaRPr lang="en-US" altLang="zh-CN" sz="1600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97" name="文本框 496"/>
          <p:cNvSpPr txBox="1"/>
          <p:nvPr>
            <p:custDataLst>
              <p:tags r:id="rId14"/>
            </p:custDataLst>
          </p:nvPr>
        </p:nvSpPr>
        <p:spPr>
          <a:xfrm>
            <a:off x="7531602" y="4511652"/>
            <a:ext cx="1027440" cy="59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+mj-ea"/>
                <a:ea typeface="+mj-ea"/>
                <a:cs typeface="Arial" panose="020B0604020202020204"/>
                <a:sym typeface="+mn-ea"/>
              </a:rPr>
              <a:t>示例：</a:t>
            </a:r>
            <a:endParaRPr lang="en-US" altLang="zh-CN" dirty="0">
              <a:latin typeface="+mn-ea"/>
              <a:cs typeface="Arial" panose="020B0604020202020204"/>
              <a:sym typeface="+mn-ea"/>
            </a:endParaRPr>
          </a:p>
        </p:txBody>
      </p:sp>
      <p:sp>
        <p:nvSpPr>
          <p:cNvPr id="498" name="文本框 497"/>
          <p:cNvSpPr txBox="1"/>
          <p:nvPr>
            <p:custDataLst>
              <p:tags r:id="rId15"/>
            </p:custDataLst>
          </p:nvPr>
        </p:nvSpPr>
        <p:spPr>
          <a:xfrm>
            <a:off x="8573549" y="4409829"/>
            <a:ext cx="2851836" cy="11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+mn-ea"/>
                <a:cs typeface="Arial" panose="020B0604020202020204"/>
                <a:sym typeface="+mn-ea"/>
              </a:rPr>
              <a:t>示例内容公、开模板、示例内容、公开、模板示例内容公开模板示例内容公开模板示。</a:t>
            </a:r>
            <a:endParaRPr lang="en-US" altLang="zh-CN" sz="1600" dirty="0">
              <a:latin typeface="+mn-ea"/>
              <a:cs typeface="Arial" panose="020B0604020202020204"/>
              <a:sym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16"/>
          <a:stretch>
            <a:fillRect/>
          </a:stretch>
        </p:blipFill>
        <p:spPr>
          <a:xfrm>
            <a:off x="4770755" y="2548255"/>
            <a:ext cx="2665095" cy="31540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示例内容，公开模板</a:t>
            </a:r>
            <a:endParaRPr lang="zh-CN" altLang="en-US" sz="2400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6544" y="2076770"/>
            <a:ext cx="10674859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+mn-ea"/>
              </a:rPr>
              <a:t>示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示例内、容公开</a:t>
            </a:r>
            <a:r>
              <a:rPr lang="zh-CN" altLang="en-US" sz="1600" dirty="0">
                <a:latin typeface="+mn-ea"/>
              </a:rPr>
              <a:t>示例，内容公开模板、示例内容公开模，</a:t>
            </a:r>
            <a:r>
              <a:rPr lang="zh-CN" altLang="en-US" sz="1600" dirty="0">
                <a:latin typeface="+mn-ea"/>
              </a:rPr>
              <a:t>示例内容公开模板。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0" name="Freeform 33"/>
          <p:cNvSpPr/>
          <p:nvPr/>
        </p:nvSpPr>
        <p:spPr>
          <a:xfrm>
            <a:off x="775853" y="2692005"/>
            <a:ext cx="1975918" cy="3447635"/>
          </a:xfrm>
          <a:custGeom>
            <a:avLst/>
            <a:gdLst/>
            <a:ahLst/>
            <a:cxnLst/>
            <a:rect l="l" t="t" r="r" b="b"/>
            <a:pathLst>
              <a:path w="1390232" h="2001018">
                <a:moveTo>
                  <a:pt x="0" y="0"/>
                </a:moveTo>
                <a:lnTo>
                  <a:pt x="1390232" y="0"/>
                </a:lnTo>
                <a:lnTo>
                  <a:pt x="1390232" y="2001018"/>
                </a:lnTo>
                <a:lnTo>
                  <a:pt x="0" y="2001018"/>
                </a:lnTo>
                <a:close/>
              </a:path>
            </a:pathLst>
          </a:cu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</p:sp>
      <p:sp>
        <p:nvSpPr>
          <p:cNvPr id="16" name="标题 1"/>
          <p:cNvSpPr txBox="1"/>
          <p:nvPr/>
        </p:nvSpPr>
        <p:spPr>
          <a:xfrm>
            <a:off x="898540" y="5574447"/>
            <a:ext cx="1723528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54686" y="5616420"/>
            <a:ext cx="1649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26" name="Freeform 33"/>
          <p:cNvSpPr/>
          <p:nvPr/>
        </p:nvSpPr>
        <p:spPr>
          <a:xfrm>
            <a:off x="2874458" y="2692005"/>
            <a:ext cx="1975918" cy="3447635"/>
          </a:xfrm>
          <a:custGeom>
            <a:avLst/>
            <a:gdLst/>
            <a:ahLst/>
            <a:cxnLst/>
            <a:rect l="l" t="t" r="r" b="b"/>
            <a:pathLst>
              <a:path w="1390232" h="2001018">
                <a:moveTo>
                  <a:pt x="0" y="0"/>
                </a:moveTo>
                <a:lnTo>
                  <a:pt x="1390232" y="0"/>
                </a:lnTo>
                <a:lnTo>
                  <a:pt x="1390232" y="2001018"/>
                </a:lnTo>
                <a:lnTo>
                  <a:pt x="0" y="2001018"/>
                </a:lnTo>
                <a:close/>
              </a:path>
            </a:pathLst>
          </a:cu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</p:sp>
      <p:sp>
        <p:nvSpPr>
          <p:cNvPr id="27" name="标题 1"/>
          <p:cNvSpPr txBox="1"/>
          <p:nvPr/>
        </p:nvSpPr>
        <p:spPr>
          <a:xfrm>
            <a:off x="2997144" y="5574447"/>
            <a:ext cx="1723528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053290" y="5616420"/>
            <a:ext cx="1649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29" name="Freeform 33"/>
          <p:cNvSpPr/>
          <p:nvPr/>
        </p:nvSpPr>
        <p:spPr>
          <a:xfrm>
            <a:off x="5031467" y="2692005"/>
            <a:ext cx="1975918" cy="3447635"/>
          </a:xfrm>
          <a:custGeom>
            <a:avLst/>
            <a:gdLst/>
            <a:ahLst/>
            <a:cxnLst/>
            <a:rect l="l" t="t" r="r" b="b"/>
            <a:pathLst>
              <a:path w="1390232" h="2001018">
                <a:moveTo>
                  <a:pt x="0" y="0"/>
                </a:moveTo>
                <a:lnTo>
                  <a:pt x="1390232" y="0"/>
                </a:lnTo>
                <a:lnTo>
                  <a:pt x="1390232" y="2001018"/>
                </a:lnTo>
                <a:lnTo>
                  <a:pt x="0" y="2001018"/>
                </a:lnTo>
                <a:close/>
              </a:path>
            </a:pathLst>
          </a:cu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</p:sp>
      <p:sp>
        <p:nvSpPr>
          <p:cNvPr id="30" name="标题 1"/>
          <p:cNvSpPr txBox="1"/>
          <p:nvPr/>
        </p:nvSpPr>
        <p:spPr>
          <a:xfrm>
            <a:off x="5154153" y="5574447"/>
            <a:ext cx="1723528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210299" y="5616420"/>
            <a:ext cx="1649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32" name="Freeform 33"/>
          <p:cNvSpPr/>
          <p:nvPr/>
        </p:nvSpPr>
        <p:spPr>
          <a:xfrm>
            <a:off x="7188476" y="2692005"/>
            <a:ext cx="1975918" cy="3447635"/>
          </a:xfrm>
          <a:custGeom>
            <a:avLst/>
            <a:gdLst/>
            <a:ahLst/>
            <a:cxnLst/>
            <a:rect l="l" t="t" r="r" b="b"/>
            <a:pathLst>
              <a:path w="1390232" h="2001018">
                <a:moveTo>
                  <a:pt x="0" y="0"/>
                </a:moveTo>
                <a:lnTo>
                  <a:pt x="1390232" y="0"/>
                </a:lnTo>
                <a:lnTo>
                  <a:pt x="1390232" y="2001018"/>
                </a:lnTo>
                <a:lnTo>
                  <a:pt x="0" y="2001018"/>
                </a:lnTo>
                <a:close/>
              </a:path>
            </a:pathLst>
          </a:cu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</p:sp>
      <p:sp>
        <p:nvSpPr>
          <p:cNvPr id="33" name="标题 1"/>
          <p:cNvSpPr txBox="1"/>
          <p:nvPr/>
        </p:nvSpPr>
        <p:spPr>
          <a:xfrm>
            <a:off x="7311162" y="5574447"/>
            <a:ext cx="1723528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367308" y="5616420"/>
            <a:ext cx="1649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35" name="Freeform 33"/>
          <p:cNvSpPr/>
          <p:nvPr/>
        </p:nvSpPr>
        <p:spPr>
          <a:xfrm>
            <a:off x="9345485" y="2692005"/>
            <a:ext cx="1975918" cy="3447635"/>
          </a:xfrm>
          <a:custGeom>
            <a:avLst/>
            <a:gdLst/>
            <a:ahLst/>
            <a:cxnLst/>
            <a:rect l="l" t="t" r="r" b="b"/>
            <a:pathLst>
              <a:path w="1390232" h="2001018">
                <a:moveTo>
                  <a:pt x="0" y="0"/>
                </a:moveTo>
                <a:lnTo>
                  <a:pt x="1390232" y="0"/>
                </a:lnTo>
                <a:lnTo>
                  <a:pt x="1390232" y="2001018"/>
                </a:lnTo>
                <a:lnTo>
                  <a:pt x="0" y="2001018"/>
                </a:lnTo>
                <a:close/>
              </a:path>
            </a:pathLst>
          </a:cu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</p:sp>
      <p:sp>
        <p:nvSpPr>
          <p:cNvPr id="36" name="标题 1"/>
          <p:cNvSpPr txBox="1"/>
          <p:nvPr/>
        </p:nvSpPr>
        <p:spPr>
          <a:xfrm>
            <a:off x="9468171" y="5574447"/>
            <a:ext cx="1723528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524318" y="5616420"/>
            <a:ext cx="1649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 cstate="hqprint"/>
          <a:stretch>
            <a:fillRect/>
          </a:stretch>
        </p:blipFill>
        <p:spPr>
          <a:xfrm>
            <a:off x="830700" y="2780447"/>
            <a:ext cx="1862667" cy="279400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hqprint"/>
          <a:srcRect t="9445" b="6209"/>
          <a:stretch>
            <a:fillRect/>
          </a:stretch>
        </p:blipFill>
        <p:spPr>
          <a:xfrm>
            <a:off x="4998621" y="2974109"/>
            <a:ext cx="1991173" cy="2519201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" cstate="hqprint"/>
          <a:srcRect l="12665" t="3787" r="10050" b="5029"/>
          <a:stretch>
            <a:fillRect/>
          </a:stretch>
        </p:blipFill>
        <p:spPr>
          <a:xfrm>
            <a:off x="7337615" y="2741283"/>
            <a:ext cx="1555019" cy="2752027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" cstate="hqprint"/>
          <a:stretch>
            <a:fillRect/>
          </a:stretch>
        </p:blipFill>
        <p:spPr>
          <a:xfrm>
            <a:off x="2960842" y="2809262"/>
            <a:ext cx="1834685" cy="2752028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" cstate="hqprint"/>
          <a:stretch>
            <a:fillRect/>
          </a:stretch>
        </p:blipFill>
        <p:spPr>
          <a:xfrm>
            <a:off x="9307642" y="2741283"/>
            <a:ext cx="1985818" cy="29787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示例内容，公开模板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6544" y="2076770"/>
            <a:ext cx="10674859" cy="39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+mn-cs"/>
              </a:rPr>
              <a:t>示例内容公开模板示例，内容公开模板，示例内容公开，模板示例内容公开模板示例内容公开。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78378" y="2835920"/>
            <a:ext cx="3191233" cy="319123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691610" y="3006794"/>
            <a:ext cx="2808779" cy="2808779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2152005" y="2865491"/>
            <a:ext cx="1951181" cy="4156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26587" y="3413461"/>
            <a:ext cx="3276599" cy="79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示例内容公开、模板示例内、容公开模、板示例内。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52005" y="2881056"/>
            <a:ext cx="19277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示例内容公开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128593" y="4680951"/>
            <a:ext cx="1951181" cy="4156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03175" y="5228921"/>
            <a:ext cx="3276599" cy="79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示例内、容公开、模板示、例内容公开模。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28593" y="4696516"/>
            <a:ext cx="19745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示例内容公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8160257" y="2865491"/>
            <a:ext cx="1951181" cy="4156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044803" y="3413461"/>
            <a:ext cx="3276599" cy="79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示例内容公开模、板示例内容公开、模板示例、内容公开模板示例。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83669" y="2881056"/>
            <a:ext cx="19277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示例内容公开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8183669" y="4680951"/>
            <a:ext cx="1951181" cy="4156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068215" y="5228921"/>
            <a:ext cx="3276599" cy="79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示例内容、公开（模板示例内）容公开模板示例内容。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83669" y="4696516"/>
            <a:ext cx="19277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示例内容公开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98473" y="4896571"/>
            <a:ext cx="2032000" cy="46166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示例内容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示例内容，公开模板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846497" y="2068481"/>
            <a:ext cx="3199030" cy="4129119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标题 1"/>
          <p:cNvSpPr txBox="1"/>
          <p:nvPr>
            <p:custDataLst>
              <p:tags r:id="rId2"/>
            </p:custDataLst>
          </p:nvPr>
        </p:nvSpPr>
        <p:spPr>
          <a:xfrm>
            <a:off x="985496" y="5561234"/>
            <a:ext cx="2921486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038527" y="5603207"/>
            <a:ext cx="279649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</a:t>
            </a:r>
            <a:r>
              <a:rPr lang="en-US" altLang="zh-CN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-</a:t>
            </a:r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954606" y="4354212"/>
            <a:ext cx="2982811" cy="1167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示例内容公开模板示例内容公开模板，示例内容公开模板示，例内容公开模板示例。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4496485" y="2068481"/>
            <a:ext cx="3199030" cy="4129119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标题 1"/>
          <p:cNvSpPr txBox="1"/>
          <p:nvPr>
            <p:custDataLst>
              <p:tags r:id="rId6"/>
            </p:custDataLst>
          </p:nvPr>
        </p:nvSpPr>
        <p:spPr>
          <a:xfrm>
            <a:off x="4592631" y="2183131"/>
            <a:ext cx="2921486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4645662" y="2225104"/>
            <a:ext cx="2796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561968" y="2748324"/>
            <a:ext cx="2982811" cy="1167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示例内容公开模板示例内容、公开，模板示例内容，公开模板，示例内容。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8146473" y="2068480"/>
            <a:ext cx="3199030" cy="4129119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6" name="标题 1"/>
          <p:cNvSpPr txBox="1"/>
          <p:nvPr>
            <p:custDataLst>
              <p:tags r:id="rId10"/>
            </p:custDataLst>
          </p:nvPr>
        </p:nvSpPr>
        <p:spPr>
          <a:xfrm>
            <a:off x="8285472" y="5561233"/>
            <a:ext cx="2921486" cy="523220"/>
          </a:xfrm>
          <a:prstGeom prst="plaqu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文本框 16"/>
          <p:cNvSpPr txBox="1"/>
          <p:nvPr>
            <p:custDataLst>
              <p:tags r:id="rId11"/>
            </p:custDataLst>
          </p:nvPr>
        </p:nvSpPr>
        <p:spPr>
          <a:xfrm>
            <a:off x="8338503" y="5603206"/>
            <a:ext cx="2796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阿里妈妈东方大楷"/>
                <a:ea typeface="阿里妈妈东方大楷"/>
              </a:rPr>
              <a:t>示例内容</a:t>
            </a:r>
            <a:endParaRPr lang="zh-CN" altLang="en-US" sz="2000" dirty="0">
              <a:solidFill>
                <a:schemeClr val="bg1"/>
              </a:solidFill>
              <a:latin typeface="阿里妈妈东方大楷"/>
              <a:ea typeface="阿里妈妈东方大楷"/>
            </a:endParaRPr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8220365" y="4674868"/>
            <a:ext cx="3094184" cy="79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示例内容公开模板示，例内容公，开模板示例内容。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5" name="图片 4"/>
          <p:cNvPicPr/>
          <p:nvPr/>
        </p:nvPicPr>
        <p:blipFill>
          <a:blip r:embed="rId13"/>
          <a:stretch>
            <a:fillRect/>
          </a:stretch>
        </p:blipFill>
        <p:spPr>
          <a:xfrm>
            <a:off x="980440" y="2290445"/>
            <a:ext cx="2840355" cy="20243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13"/>
          <a:stretch>
            <a:fillRect/>
          </a:stretch>
        </p:blipFill>
        <p:spPr>
          <a:xfrm>
            <a:off x="4591685" y="4039235"/>
            <a:ext cx="2934970" cy="2089785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3"/>
          <a:stretch>
            <a:fillRect/>
          </a:stretch>
        </p:blipFill>
        <p:spPr>
          <a:xfrm>
            <a:off x="8180705" y="2369820"/>
            <a:ext cx="3002915" cy="19450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8177331" y="2126192"/>
            <a:ext cx="3199030" cy="1977756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12448" y="4103949"/>
            <a:ext cx="3199030" cy="1977756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示例内容，公开模板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9" name="图形"/>
          <p:cNvSpPr/>
          <p:nvPr>
            <p:custDataLst>
              <p:tags r:id="rId1"/>
            </p:custDataLst>
          </p:nvPr>
        </p:nvSpPr>
        <p:spPr>
          <a:xfrm>
            <a:off x="4484140" y="4324152"/>
            <a:ext cx="1365250" cy="504825"/>
          </a:xfrm>
          <a:prstGeom prst="plaque">
            <a:avLst/>
          </a:prstGeom>
          <a:solidFill>
            <a:srgbClr val="2F9B7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汉仪中秀体简" panose="00020600040101010101" charset="-122"/>
              <a:sym typeface="+mn-ea"/>
            </a:endParaRPr>
          </a:p>
        </p:txBody>
      </p:sp>
      <p:sp>
        <p:nvSpPr>
          <p:cNvPr id="11" name="图形"/>
          <p:cNvSpPr txBox="1"/>
          <p:nvPr>
            <p:custDataLst>
              <p:tags r:id="rId2"/>
            </p:custDataLst>
          </p:nvPr>
        </p:nvSpPr>
        <p:spPr>
          <a:xfrm>
            <a:off x="4484140" y="4875332"/>
            <a:ext cx="5888296" cy="1477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汉仪中秀体简" panose="00020600040101010101" charset="-122"/>
                <a:sym typeface="+mn-ea"/>
              </a:rPr>
              <a:t>示例内容公，开模板示例内，容公、开模板示例内容公开模板示例内0/0容。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汉仪中秀体简" panose="00020600040101010101" charset="-122"/>
              <a:sym typeface="+mn-ea"/>
            </a:endParaRP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汉仪中秀体简" panose="00020600040101010101" charset="-122"/>
                <a:sym typeface="+mn-ea"/>
              </a:rPr>
              <a:t>示例内容公开模板示例内、容公开模板示例。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汉仪中秀体简" panose="00020600040101010101" charset="-122"/>
              <a:sym typeface="+mn-ea"/>
            </a:endParaRP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汉仪中秀体简" panose="00020600040101010101" charset="-122"/>
                <a:sym typeface="+mn-ea"/>
              </a:rPr>
              <a:t>示例内容公开模板示例，内容公开模板、示例内容公开模。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汉仪中秀体简" panose="00020600040101010101" charset="-122"/>
              <a:sym typeface="+mn-ea"/>
            </a:endParaRPr>
          </a:p>
        </p:txBody>
      </p:sp>
      <p:sp>
        <p:nvSpPr>
          <p:cNvPr id="15" name="图形"/>
          <p:cNvSpPr/>
          <p:nvPr>
            <p:custDataLst>
              <p:tags r:id="rId3"/>
            </p:custDataLst>
          </p:nvPr>
        </p:nvSpPr>
        <p:spPr>
          <a:xfrm>
            <a:off x="914343" y="2166458"/>
            <a:ext cx="1365250" cy="504825"/>
          </a:xfrm>
          <a:prstGeom prst="plaque">
            <a:avLst/>
          </a:prstGeom>
          <a:solidFill>
            <a:srgbClr val="2F9B7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汉仪中秀体简" panose="00020600040101010101" charset="-122"/>
              <a:sym typeface="+mn-ea"/>
            </a:endParaRPr>
          </a:p>
        </p:txBody>
      </p:sp>
      <p:sp>
        <p:nvSpPr>
          <p:cNvPr id="18" name="图形"/>
          <p:cNvSpPr txBox="1"/>
          <p:nvPr>
            <p:custDataLst>
              <p:tags r:id="rId4"/>
            </p:custDataLst>
          </p:nvPr>
        </p:nvSpPr>
        <p:spPr>
          <a:xfrm>
            <a:off x="914343" y="2717638"/>
            <a:ext cx="7047230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汉仪中秀体简" panose="00020600040101010101" charset="-122"/>
                <a:sym typeface="+mn-ea"/>
              </a:rPr>
              <a:t>示例内容，公开模板0示（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汉仪中秀体简" panose="00020600040101010101" charset="-122"/>
                <a:sym typeface="+mn-ea"/>
              </a:rPr>
              <a:t>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汉仪中秀体简" panose="00020600040101010101" charset="-122"/>
                <a:sym typeface="+mn-ea"/>
              </a:rPr>
              <a:t>示），例内容公开模板示例内容公开。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汉仪中秀体简" panose="00020600040101010101" charset="-122"/>
              <a:sym typeface="+mn-ea"/>
            </a:endParaRP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汉仪中秀体简" panose="00020600040101010101" charset="-122"/>
                <a:sym typeface="+mn-ea"/>
              </a:rPr>
              <a:t>示例内容公开模板示，例内容公开，模板示例内容、公开模板示例内容公开模板。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 panose="020B0604020202020204"/>
                <a:sym typeface="+mn-ea"/>
              </a:rPr>
              <a:t>示例内容公开模板示例内容公开模板，示例内容公开、模板示例。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汉仪中秀体简" panose="00020600040101010101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57552" y="2162370"/>
            <a:ext cx="123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示例内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539556" y="4322177"/>
            <a:ext cx="123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示例内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 cstate="hqprint"/>
          <a:stretch>
            <a:fillRect/>
          </a:stretch>
        </p:blipFill>
        <p:spPr>
          <a:xfrm>
            <a:off x="2439187" y="4322177"/>
            <a:ext cx="905570" cy="1759527"/>
          </a:xfrm>
          <a:prstGeom prst="rect">
            <a:avLst/>
          </a:prstGeom>
        </p:spPr>
      </p:pic>
      <p:sp>
        <p:nvSpPr>
          <p:cNvPr id="43" name="椭圆 42"/>
          <p:cNvSpPr/>
          <p:nvPr/>
        </p:nvSpPr>
        <p:spPr>
          <a:xfrm>
            <a:off x="2743200" y="4969164"/>
            <a:ext cx="120073" cy="120073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317770" y="4828977"/>
            <a:ext cx="90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示例内</a:t>
            </a:r>
            <a:endParaRPr lang="zh-CN" altLang="en-US" dirty="0"/>
          </a:p>
        </p:txBody>
      </p:sp>
      <p:cxnSp>
        <p:nvCxnSpPr>
          <p:cNvPr id="46" name="直接箭头连接符 45"/>
          <p:cNvCxnSpPr>
            <a:stCxn id="44" idx="3"/>
            <a:endCxn id="43" idx="2"/>
          </p:cNvCxnSpPr>
          <p:nvPr/>
        </p:nvCxnSpPr>
        <p:spPr>
          <a:xfrm>
            <a:off x="2223339" y="5013643"/>
            <a:ext cx="519861" cy="15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图片 49"/>
          <p:cNvPicPr>
            <a:picLocks noChangeAspect="1"/>
          </p:cNvPicPr>
          <p:nvPr/>
        </p:nvPicPr>
        <p:blipFill>
          <a:blip r:embed="rId5" cstate="hqprint"/>
          <a:stretch>
            <a:fillRect/>
          </a:stretch>
        </p:blipFill>
        <p:spPr>
          <a:xfrm>
            <a:off x="8829224" y="2239246"/>
            <a:ext cx="2154767" cy="1765156"/>
          </a:xfrm>
          <a:prstGeom prst="rect">
            <a:avLst/>
          </a:prstGeom>
        </p:spPr>
      </p:pic>
      <p:sp>
        <p:nvSpPr>
          <p:cNvPr id="51" name="椭圆 50"/>
          <p:cNvSpPr/>
          <p:nvPr/>
        </p:nvSpPr>
        <p:spPr>
          <a:xfrm>
            <a:off x="9376794" y="3179621"/>
            <a:ext cx="120073" cy="120073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044082" y="3681425"/>
            <a:ext cx="90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示例内</a:t>
            </a:r>
            <a:endParaRPr lang="zh-CN" altLang="en-US" dirty="0"/>
          </a:p>
        </p:txBody>
      </p:sp>
      <p:cxnSp>
        <p:nvCxnSpPr>
          <p:cNvPr id="53" name="直接箭头连接符 52"/>
          <p:cNvCxnSpPr/>
          <p:nvPr/>
        </p:nvCxnSpPr>
        <p:spPr>
          <a:xfrm flipH="1" flipV="1">
            <a:off x="9436830" y="3345792"/>
            <a:ext cx="1" cy="335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8156" y="494106"/>
            <a:ext cx="516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46545" y="1330282"/>
            <a:ext cx="3278909" cy="5232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6617" y="1358237"/>
            <a:ext cx="3020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示例内容，公开模板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9" name="图形"/>
          <p:cNvSpPr/>
          <p:nvPr>
            <p:custDataLst>
              <p:tags r:id="rId1"/>
            </p:custDataLst>
          </p:nvPr>
        </p:nvSpPr>
        <p:spPr>
          <a:xfrm>
            <a:off x="4484139" y="4324152"/>
            <a:ext cx="1564421" cy="504825"/>
          </a:xfrm>
          <a:prstGeom prst="plaque">
            <a:avLst/>
          </a:prstGeom>
          <a:solidFill>
            <a:srgbClr val="2F9B7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M"/>
              <a:ea typeface="OPPOSans M"/>
              <a:cs typeface="汉仪中秀体简" panose="00020600040101010101" charset="-122"/>
              <a:sym typeface="+mn-ea"/>
            </a:endParaRPr>
          </a:p>
        </p:txBody>
      </p:sp>
      <p:sp>
        <p:nvSpPr>
          <p:cNvPr id="11" name="图形"/>
          <p:cNvSpPr txBox="1"/>
          <p:nvPr>
            <p:custDataLst>
              <p:tags r:id="rId2"/>
            </p:custDataLst>
          </p:nvPr>
        </p:nvSpPr>
        <p:spPr>
          <a:xfrm>
            <a:off x="4484139" y="4875332"/>
            <a:ext cx="6451716" cy="1477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示例内容公开模板，示例内容公开模板示例内容公开模板示例内。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汉仪中秀体简" panose="00020600040101010101" charset="-122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示例内容公开，模板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示例内容、公开模板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，示例内容公开模板示，例内容公开模板示。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汉仪中秀体简" panose="00020600040101010101" charset="-122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示例内容公开模板示例内，容公开模板示例内，容公开模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0-0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汉仪中秀体简" panose="00020600040101010101" charset="-122"/>
              <a:sym typeface="+mn-ea"/>
            </a:endParaRPr>
          </a:p>
        </p:txBody>
      </p:sp>
      <p:sp>
        <p:nvSpPr>
          <p:cNvPr id="15" name="图形"/>
          <p:cNvSpPr/>
          <p:nvPr>
            <p:custDataLst>
              <p:tags r:id="rId3"/>
            </p:custDataLst>
          </p:nvPr>
        </p:nvSpPr>
        <p:spPr>
          <a:xfrm>
            <a:off x="914342" y="2166458"/>
            <a:ext cx="1564421" cy="504825"/>
          </a:xfrm>
          <a:prstGeom prst="plaque">
            <a:avLst/>
          </a:prstGeom>
          <a:solidFill>
            <a:srgbClr val="2F9B7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M"/>
              <a:ea typeface="OPPOSans M"/>
              <a:cs typeface="汉仪中秀体简" panose="00020600040101010101" charset="-122"/>
              <a:sym typeface="+mn-ea"/>
            </a:endParaRPr>
          </a:p>
        </p:txBody>
      </p:sp>
      <p:sp>
        <p:nvSpPr>
          <p:cNvPr id="18" name="图形"/>
          <p:cNvSpPr txBox="1"/>
          <p:nvPr>
            <p:custDataLst>
              <p:tags r:id="rId4"/>
            </p:custDataLst>
          </p:nvPr>
        </p:nvSpPr>
        <p:spPr>
          <a:xfrm>
            <a:off x="914343" y="2717638"/>
            <a:ext cx="7158239" cy="1477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示例内容公开模板示（例内容）公开模板示例内容公（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示例）。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汉仪中秀体简" panose="00020600040101010101" charset="-122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示例内容、公开模板、示例内容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汉仪中秀体简" panose="00020600040101010101" charset="-122"/>
                <a:sym typeface="+mn-ea"/>
              </a:rPr>
              <a:t>示例内，容公开模板示例内容公开模板示例内容。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汉仪中秀体简" panose="00020600040101010101" charset="-122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Arial" panose="020B0604020202020204"/>
                <a:sym typeface="+mn-ea"/>
              </a:rPr>
              <a:t>示例内容公开模板，示例内容公开模板示例内容公，开模板示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Arial" panose="020B0604020202020204"/>
                <a:sym typeface="+mn-ea"/>
              </a:rPr>
              <a:t>0-0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  <a:cs typeface="Arial" panose="020B0604020202020204"/>
                <a:sym typeface="+mn-ea"/>
              </a:rPr>
              <a:t>示例。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/>
              <a:ea typeface="OPPOSans M"/>
              <a:cs typeface="汉仪中秀体简" panose="00020600040101010101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57552" y="2162370"/>
            <a:ext cx="1411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465667" y="4322177"/>
            <a:ext cx="1611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示例内容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77331" y="2126192"/>
            <a:ext cx="3199030" cy="1977756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12448" y="4103949"/>
            <a:ext cx="3199030" cy="1977756"/>
          </a:xfrm>
          <a:prstGeom prst="rect">
            <a:avLst/>
          </a:prstGeom>
          <a:solidFill>
            <a:srgbClr val="DFF2E8">
              <a:alpha val="30196"/>
            </a:srgb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Freeform 11"/>
          <p:cNvSpPr/>
          <p:nvPr/>
        </p:nvSpPr>
        <p:spPr>
          <a:xfrm>
            <a:off x="8863507" y="2259148"/>
            <a:ext cx="1280729" cy="1816650"/>
          </a:xfrm>
          <a:custGeom>
            <a:avLst/>
            <a:gdLst/>
            <a:ahLst/>
            <a:cxnLst/>
            <a:rect l="l" t="t" r="r" b="b"/>
            <a:pathLst>
              <a:path w="3147822" h="8229600">
                <a:moveTo>
                  <a:pt x="0" y="0"/>
                </a:moveTo>
                <a:lnTo>
                  <a:pt x="3147822" y="0"/>
                </a:lnTo>
                <a:lnTo>
                  <a:pt x="31478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tretch>
              <a:fillRect l="-56460" t="-18837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889095" y="2939086"/>
            <a:ext cx="1231543" cy="2775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zh-CN" altLang="en-US" kern="0" dirty="0">
                <a:latin typeface="等线" panose="02010600030101010101" charset="-122"/>
              </a:rPr>
              <a:t>示例内容</a:t>
            </a:r>
            <a:endParaRPr lang="zh-CN" altLang="en-US" kern="0" dirty="0">
              <a:latin typeface="等线" panose="02010600030101010101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392245" y="2983213"/>
            <a:ext cx="94658" cy="94658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9508352" y="3049258"/>
            <a:ext cx="411505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5" cstate="hqprint"/>
          <a:stretch>
            <a:fillRect/>
          </a:stretch>
        </p:blipFill>
        <p:spPr>
          <a:xfrm>
            <a:off x="1761379" y="4173326"/>
            <a:ext cx="1030767" cy="1857473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2792146" y="4551407"/>
            <a:ext cx="1235341" cy="2775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zh-CN" altLang="en-US" kern="0" dirty="0">
                <a:latin typeface="等线" panose="02010600030101010101" charset="-122"/>
              </a:rPr>
              <a:t>示例内容</a:t>
            </a:r>
            <a:endParaRPr lang="zh-CN" altLang="en-US" kern="0" dirty="0">
              <a:latin typeface="等线" panose="02010600030101010101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243985" y="4650810"/>
            <a:ext cx="94658" cy="94658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H="1">
            <a:off x="2338643" y="4695212"/>
            <a:ext cx="411505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accent2">
              <a:alpha val="96000"/>
            </a:schemeClr>
          </a:solidFill>
          <a:ln w="12700"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99994" y="285891"/>
            <a:ext cx="11392011" cy="6286217"/>
          </a:xfrm>
          <a:prstGeom prst="plaque">
            <a:avLst>
              <a:gd name="adj" fmla="val 6892"/>
            </a:avLst>
          </a:prstGeom>
          <a:solidFill>
            <a:schemeClr val="accent3">
              <a:lumMod val="40000"/>
              <a:lumOff val="60000"/>
            </a:schemeClr>
          </a:solidFill>
          <a:ln w="38100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545061" y="419619"/>
            <a:ext cx="11101877" cy="6018760"/>
          </a:xfrm>
          <a:prstGeom prst="plaque">
            <a:avLst>
              <a:gd name="adj" fmla="val 6892"/>
            </a:avLst>
          </a:prstGeom>
          <a:solidFill>
            <a:schemeClr val="bg1">
              <a:alpha val="90000"/>
            </a:schemeClr>
          </a:solidFill>
          <a:ln w="22225" cap="sq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0462955" y="5939853"/>
            <a:ext cx="684516" cy="90156"/>
            <a:chOff x="5099369" y="4543565"/>
            <a:chExt cx="684516" cy="90156"/>
          </a:xfrm>
        </p:grpSpPr>
        <p:sp>
          <p:nvSpPr>
            <p:cNvPr id="29" name="标题 1"/>
            <p:cNvSpPr txBox="1"/>
            <p:nvPr/>
          </p:nvSpPr>
          <p:spPr>
            <a:xfrm>
              <a:off x="5099369" y="4543565"/>
              <a:ext cx="90156" cy="90156"/>
            </a:xfrm>
            <a:prstGeom prst="ellipse">
              <a:avLst/>
            </a:prstGeom>
            <a:gradFill>
              <a:gsLst>
                <a:gs pos="19000">
                  <a:schemeClr val="accent2">
                    <a:lumMod val="60000"/>
                    <a:lumOff val="40000"/>
                  </a:schemeClr>
                </a:gs>
                <a:gs pos="97000">
                  <a:schemeClr val="accent2"/>
                </a:gs>
              </a:gsLst>
              <a:lin ang="2700000" scaled="0"/>
            </a:gradFill>
            <a:ln w="12700" cap="sq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5297489" y="4543565"/>
              <a:ext cx="90156" cy="90156"/>
            </a:xfrm>
            <a:prstGeom prst="ellipse">
              <a:avLst/>
            </a:prstGeom>
            <a:gradFill>
              <a:gsLst>
                <a:gs pos="19000">
                  <a:schemeClr val="accent2">
                    <a:lumMod val="60000"/>
                    <a:lumOff val="40000"/>
                  </a:schemeClr>
                </a:gs>
                <a:gs pos="97000">
                  <a:schemeClr val="accent2"/>
                </a:gs>
              </a:gsLst>
              <a:lin ang="2700000" scaled="0"/>
            </a:gradFill>
            <a:ln w="12700" cap="sq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5495609" y="4543565"/>
              <a:ext cx="90156" cy="90156"/>
            </a:xfrm>
            <a:prstGeom prst="ellipse">
              <a:avLst/>
            </a:prstGeom>
            <a:gradFill>
              <a:gsLst>
                <a:gs pos="19000">
                  <a:schemeClr val="accent2">
                    <a:lumMod val="60000"/>
                    <a:lumOff val="40000"/>
                  </a:schemeClr>
                </a:gs>
                <a:gs pos="97000">
                  <a:schemeClr val="accent2"/>
                </a:gs>
              </a:gsLst>
              <a:lin ang="2700000" scaled="0"/>
            </a:gradFill>
            <a:ln w="12700" cap="sq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标题 1"/>
            <p:cNvSpPr txBox="1"/>
            <p:nvPr/>
          </p:nvSpPr>
          <p:spPr>
            <a:xfrm>
              <a:off x="5693729" y="4543565"/>
              <a:ext cx="90156" cy="90156"/>
            </a:xfrm>
            <a:prstGeom prst="ellipse">
              <a:avLst/>
            </a:prstGeom>
            <a:gradFill>
              <a:gsLst>
                <a:gs pos="19000">
                  <a:schemeClr val="accent2">
                    <a:lumMod val="60000"/>
                    <a:lumOff val="40000"/>
                  </a:schemeClr>
                </a:gs>
                <a:gs pos="97000">
                  <a:schemeClr val="accent2"/>
                </a:gs>
              </a:gsLst>
              <a:lin ang="2700000" scaled="0"/>
            </a:gradFill>
            <a:ln w="12700" cap="sq">
              <a:noFill/>
              <a:prstDash val="solid"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354310" y="2357511"/>
            <a:ext cx="1504229" cy="1943100"/>
          </a:xfrm>
          <a:prstGeom prst="rect">
            <a:avLst/>
          </a:prstGeom>
          <a:noFill/>
          <a:effectLst/>
        </p:spPr>
        <p:txBody>
          <a:bodyPr wrap="square" lIns="96926" tIns="48463" rIns="96926" bIns="48463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</a:t>
            </a:r>
            <a:r>
              <a:rPr kumimoji="0" lang="zh-CN" alt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</a:t>
            </a:r>
            <a:endParaRPr kumimoji="0" lang="zh-CN" alt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913850" y="1316537"/>
            <a:ext cx="4233418" cy="4233418"/>
            <a:chOff x="6715933" y="1208053"/>
            <a:chExt cx="4572000" cy="4572000"/>
          </a:xfrm>
        </p:grpSpPr>
        <p:sp>
          <p:nvSpPr>
            <p:cNvPr id="26" name="标题 1"/>
            <p:cNvSpPr txBox="1"/>
            <p:nvPr/>
          </p:nvSpPr>
          <p:spPr>
            <a:xfrm>
              <a:off x="6715933" y="1208053"/>
              <a:ext cx="4572000" cy="4572000"/>
            </a:xfrm>
            <a:custGeom>
              <a:avLst/>
              <a:gdLst>
                <a:gd name="connsiteX0" fmla="*/ 4191001 w 4191001"/>
                <a:gd name="connsiteY0" fmla="*/ 1059790 h 3396843"/>
                <a:gd name="connsiteX1" fmla="*/ 4191001 w 4191001"/>
                <a:gd name="connsiteY1" fmla="*/ 2337055 h 3396843"/>
                <a:gd name="connsiteX2" fmla="*/ 3766551 w 4191001"/>
                <a:gd name="connsiteY2" fmla="*/ 2857837 h 3396843"/>
                <a:gd name="connsiteX3" fmla="*/ 3749947 w 4191001"/>
                <a:gd name="connsiteY3" fmla="*/ 2859511 h 3396843"/>
                <a:gd name="connsiteX4" fmla="*/ 3729042 w 4191001"/>
                <a:gd name="connsiteY4" fmla="*/ 2926854 h 3396843"/>
                <a:gd name="connsiteX5" fmla="*/ 3019992 w 4191001"/>
                <a:gd name="connsiteY5" fmla="*/ 3396843 h 3396843"/>
                <a:gd name="connsiteX6" fmla="*/ 1171008 w 4191001"/>
                <a:gd name="connsiteY6" fmla="*/ 3396843 h 3396843"/>
                <a:gd name="connsiteX7" fmla="*/ 461958 w 4191001"/>
                <a:gd name="connsiteY7" fmla="*/ 2926853 h 3396843"/>
                <a:gd name="connsiteX8" fmla="*/ 441054 w 4191001"/>
                <a:gd name="connsiteY8" fmla="*/ 2859510 h 3396843"/>
                <a:gd name="connsiteX9" fmla="*/ 424450 w 4191001"/>
                <a:gd name="connsiteY9" fmla="*/ 2857836 h 3396843"/>
                <a:gd name="connsiteX10" fmla="*/ 0 w 4191001"/>
                <a:gd name="connsiteY10" fmla="*/ 2337054 h 3396843"/>
                <a:gd name="connsiteX11" fmla="*/ 0 w 4191001"/>
                <a:gd name="connsiteY11" fmla="*/ 1059789 h 3396843"/>
                <a:gd name="connsiteX12" fmla="*/ 424450 w 4191001"/>
                <a:gd name="connsiteY12" fmla="*/ 539008 h 3396843"/>
                <a:gd name="connsiteX13" fmla="*/ 441053 w 4191001"/>
                <a:gd name="connsiteY13" fmla="*/ 537334 h 3396843"/>
                <a:gd name="connsiteX14" fmla="*/ 461958 w 4191001"/>
                <a:gd name="connsiteY14" fmla="*/ 469990 h 3396843"/>
                <a:gd name="connsiteX15" fmla="*/ 1171008 w 4191001"/>
                <a:gd name="connsiteY15" fmla="*/ 0 h 3396843"/>
                <a:gd name="connsiteX16" fmla="*/ 3019992 w 4191001"/>
                <a:gd name="connsiteY16" fmla="*/ 0 h 3396843"/>
                <a:gd name="connsiteX17" fmla="*/ 3729042 w 4191001"/>
                <a:gd name="connsiteY17" fmla="*/ 469990 h 3396843"/>
                <a:gd name="connsiteX18" fmla="*/ 3749947 w 4191001"/>
                <a:gd name="connsiteY18" fmla="*/ 537334 h 3396843"/>
                <a:gd name="connsiteX19" fmla="*/ 3766551 w 4191001"/>
                <a:gd name="connsiteY19" fmla="*/ 539008 h 3396843"/>
                <a:gd name="connsiteX20" fmla="*/ 4191001 w 4191001"/>
                <a:gd name="connsiteY20" fmla="*/ 1059790 h 3396843"/>
              </a:gdLst>
              <a:ahLst/>
              <a:cxnLst/>
              <a:rect l="l" t="t" r="r" b="b"/>
              <a:pathLst>
                <a:path w="4191001" h="3396843">
                  <a:moveTo>
                    <a:pt x="4191001" y="1059790"/>
                  </a:moveTo>
                  <a:lnTo>
                    <a:pt x="4191001" y="2337055"/>
                  </a:lnTo>
                  <a:cubicBezTo>
                    <a:pt x="4191001" y="2593942"/>
                    <a:pt x="4008784" y="2808269"/>
                    <a:pt x="3766551" y="2857837"/>
                  </a:cubicBezTo>
                  <a:lnTo>
                    <a:pt x="3749947" y="2859511"/>
                  </a:lnTo>
                  <a:lnTo>
                    <a:pt x="3729042" y="2926854"/>
                  </a:lnTo>
                  <a:cubicBezTo>
                    <a:pt x="3612222" y="3203047"/>
                    <a:pt x="3338739" y="3396843"/>
                    <a:pt x="3019992" y="3396843"/>
                  </a:cubicBezTo>
                  <a:lnTo>
                    <a:pt x="1171008" y="3396843"/>
                  </a:lnTo>
                  <a:cubicBezTo>
                    <a:pt x="852261" y="3396843"/>
                    <a:pt x="578778" y="3203046"/>
                    <a:pt x="461958" y="2926853"/>
                  </a:cubicBezTo>
                  <a:lnTo>
                    <a:pt x="441054" y="2859510"/>
                  </a:lnTo>
                  <a:lnTo>
                    <a:pt x="424450" y="2857836"/>
                  </a:lnTo>
                  <a:cubicBezTo>
                    <a:pt x="182217" y="2808268"/>
                    <a:pt x="0" y="2593941"/>
                    <a:pt x="0" y="2337054"/>
                  </a:cubicBezTo>
                  <a:lnTo>
                    <a:pt x="0" y="1059789"/>
                  </a:lnTo>
                  <a:cubicBezTo>
                    <a:pt x="0" y="802902"/>
                    <a:pt x="182217" y="588576"/>
                    <a:pt x="424450" y="539008"/>
                  </a:cubicBezTo>
                  <a:lnTo>
                    <a:pt x="441053" y="537334"/>
                  </a:lnTo>
                  <a:lnTo>
                    <a:pt x="461958" y="469990"/>
                  </a:lnTo>
                  <a:cubicBezTo>
                    <a:pt x="578778" y="193797"/>
                    <a:pt x="852261" y="0"/>
                    <a:pt x="1171008" y="0"/>
                  </a:cubicBezTo>
                  <a:lnTo>
                    <a:pt x="3019992" y="0"/>
                  </a:lnTo>
                  <a:cubicBezTo>
                    <a:pt x="3338739" y="0"/>
                    <a:pt x="3612222" y="193797"/>
                    <a:pt x="3729042" y="469990"/>
                  </a:cubicBezTo>
                  <a:lnTo>
                    <a:pt x="3749947" y="537334"/>
                  </a:lnTo>
                  <a:lnTo>
                    <a:pt x="3766551" y="539008"/>
                  </a:lnTo>
                  <a:cubicBezTo>
                    <a:pt x="4008784" y="588576"/>
                    <a:pt x="4191001" y="802903"/>
                    <a:pt x="4191001" y="105979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</a:gradFill>
            <a:ln w="44450" cap="sq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/>
            </a:ln>
            <a:effectLst>
              <a:outerShdw blurRad="1905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8" name="标题 1"/>
            <p:cNvSpPr txBox="1"/>
            <p:nvPr/>
          </p:nvSpPr>
          <p:spPr>
            <a:xfrm>
              <a:off x="6862364" y="1354484"/>
              <a:ext cx="4279138" cy="4279138"/>
            </a:xfrm>
            <a:custGeom>
              <a:avLst/>
              <a:gdLst>
                <a:gd name="connsiteX0" fmla="*/ 4191001 w 4191001"/>
                <a:gd name="connsiteY0" fmla="*/ 1059790 h 3396843"/>
                <a:gd name="connsiteX1" fmla="*/ 4191001 w 4191001"/>
                <a:gd name="connsiteY1" fmla="*/ 2337055 h 3396843"/>
                <a:gd name="connsiteX2" fmla="*/ 3766551 w 4191001"/>
                <a:gd name="connsiteY2" fmla="*/ 2857837 h 3396843"/>
                <a:gd name="connsiteX3" fmla="*/ 3749947 w 4191001"/>
                <a:gd name="connsiteY3" fmla="*/ 2859511 h 3396843"/>
                <a:gd name="connsiteX4" fmla="*/ 3729042 w 4191001"/>
                <a:gd name="connsiteY4" fmla="*/ 2926854 h 3396843"/>
                <a:gd name="connsiteX5" fmla="*/ 3019992 w 4191001"/>
                <a:gd name="connsiteY5" fmla="*/ 3396843 h 3396843"/>
                <a:gd name="connsiteX6" fmla="*/ 1171008 w 4191001"/>
                <a:gd name="connsiteY6" fmla="*/ 3396843 h 3396843"/>
                <a:gd name="connsiteX7" fmla="*/ 461958 w 4191001"/>
                <a:gd name="connsiteY7" fmla="*/ 2926853 h 3396843"/>
                <a:gd name="connsiteX8" fmla="*/ 441054 w 4191001"/>
                <a:gd name="connsiteY8" fmla="*/ 2859510 h 3396843"/>
                <a:gd name="connsiteX9" fmla="*/ 424450 w 4191001"/>
                <a:gd name="connsiteY9" fmla="*/ 2857836 h 3396843"/>
                <a:gd name="connsiteX10" fmla="*/ 0 w 4191001"/>
                <a:gd name="connsiteY10" fmla="*/ 2337054 h 3396843"/>
                <a:gd name="connsiteX11" fmla="*/ 0 w 4191001"/>
                <a:gd name="connsiteY11" fmla="*/ 1059789 h 3396843"/>
                <a:gd name="connsiteX12" fmla="*/ 424450 w 4191001"/>
                <a:gd name="connsiteY12" fmla="*/ 539008 h 3396843"/>
                <a:gd name="connsiteX13" fmla="*/ 441053 w 4191001"/>
                <a:gd name="connsiteY13" fmla="*/ 537334 h 3396843"/>
                <a:gd name="connsiteX14" fmla="*/ 461958 w 4191001"/>
                <a:gd name="connsiteY14" fmla="*/ 469990 h 3396843"/>
                <a:gd name="connsiteX15" fmla="*/ 1171008 w 4191001"/>
                <a:gd name="connsiteY15" fmla="*/ 0 h 3396843"/>
                <a:gd name="connsiteX16" fmla="*/ 3019992 w 4191001"/>
                <a:gd name="connsiteY16" fmla="*/ 0 h 3396843"/>
                <a:gd name="connsiteX17" fmla="*/ 3729042 w 4191001"/>
                <a:gd name="connsiteY17" fmla="*/ 469990 h 3396843"/>
                <a:gd name="connsiteX18" fmla="*/ 3749947 w 4191001"/>
                <a:gd name="connsiteY18" fmla="*/ 537334 h 3396843"/>
                <a:gd name="connsiteX19" fmla="*/ 3766551 w 4191001"/>
                <a:gd name="connsiteY19" fmla="*/ 539008 h 3396843"/>
                <a:gd name="connsiteX20" fmla="*/ 4191001 w 4191001"/>
                <a:gd name="connsiteY20" fmla="*/ 1059790 h 3396843"/>
              </a:gdLst>
              <a:ahLst/>
              <a:cxnLst/>
              <a:rect l="l" t="t" r="r" b="b"/>
              <a:pathLst>
                <a:path w="4191001" h="3396843">
                  <a:moveTo>
                    <a:pt x="4191001" y="1059790"/>
                  </a:moveTo>
                  <a:lnTo>
                    <a:pt x="4191001" y="2337055"/>
                  </a:lnTo>
                  <a:cubicBezTo>
                    <a:pt x="4191001" y="2593942"/>
                    <a:pt x="4008784" y="2808269"/>
                    <a:pt x="3766551" y="2857837"/>
                  </a:cubicBezTo>
                  <a:lnTo>
                    <a:pt x="3749947" y="2859511"/>
                  </a:lnTo>
                  <a:lnTo>
                    <a:pt x="3729042" y="2926854"/>
                  </a:lnTo>
                  <a:cubicBezTo>
                    <a:pt x="3612222" y="3203047"/>
                    <a:pt x="3338739" y="3396843"/>
                    <a:pt x="3019992" y="3396843"/>
                  </a:cubicBezTo>
                  <a:lnTo>
                    <a:pt x="1171008" y="3396843"/>
                  </a:lnTo>
                  <a:cubicBezTo>
                    <a:pt x="852261" y="3396843"/>
                    <a:pt x="578778" y="3203046"/>
                    <a:pt x="461958" y="2926853"/>
                  </a:cubicBezTo>
                  <a:lnTo>
                    <a:pt x="441054" y="2859510"/>
                  </a:lnTo>
                  <a:lnTo>
                    <a:pt x="424450" y="2857836"/>
                  </a:lnTo>
                  <a:cubicBezTo>
                    <a:pt x="182217" y="2808268"/>
                    <a:pt x="0" y="2593941"/>
                    <a:pt x="0" y="2337054"/>
                  </a:cubicBezTo>
                  <a:lnTo>
                    <a:pt x="0" y="1059789"/>
                  </a:lnTo>
                  <a:cubicBezTo>
                    <a:pt x="0" y="802902"/>
                    <a:pt x="182217" y="588576"/>
                    <a:pt x="424450" y="539008"/>
                  </a:cubicBezTo>
                  <a:lnTo>
                    <a:pt x="441053" y="537334"/>
                  </a:lnTo>
                  <a:lnTo>
                    <a:pt x="461958" y="469990"/>
                  </a:lnTo>
                  <a:cubicBezTo>
                    <a:pt x="578778" y="193797"/>
                    <a:pt x="852261" y="0"/>
                    <a:pt x="1171008" y="0"/>
                  </a:cubicBezTo>
                  <a:lnTo>
                    <a:pt x="3019992" y="0"/>
                  </a:lnTo>
                  <a:cubicBezTo>
                    <a:pt x="3338739" y="0"/>
                    <a:pt x="3612222" y="193797"/>
                    <a:pt x="3729042" y="469990"/>
                  </a:cubicBezTo>
                  <a:lnTo>
                    <a:pt x="3749947" y="537334"/>
                  </a:lnTo>
                  <a:lnTo>
                    <a:pt x="3766551" y="539008"/>
                  </a:lnTo>
                  <a:cubicBezTo>
                    <a:pt x="4008784" y="588576"/>
                    <a:pt x="4191001" y="802903"/>
                    <a:pt x="4191001" y="1059790"/>
                  </a:cubicBezTo>
                  <a:close/>
                </a:path>
              </a:pathLst>
            </a:custGeom>
            <a:blipFill>
              <a:blip r:embed="rId1" cstate="hqprint"/>
              <a:stretch>
                <a:fillRect/>
              </a:stretch>
            </a:blipFill>
            <a:ln w="44450" cap="sq">
              <a:solidFill>
                <a:schemeClr val="accent3">
                  <a:lumMod val="40000"/>
                  <a:lumOff val="60000"/>
                </a:schemeClr>
              </a:solidFill>
              <a:prstDash val="solid"/>
              <a:miter/>
            </a:ln>
            <a:effectLst>
              <a:outerShdw blurRad="1905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499838" y="2357511"/>
            <a:ext cx="1504229" cy="1943100"/>
          </a:xfrm>
          <a:prstGeom prst="rect">
            <a:avLst/>
          </a:prstGeom>
          <a:noFill/>
          <a:effectLst/>
        </p:spPr>
        <p:txBody>
          <a:bodyPr wrap="square" lIns="96926" tIns="48463" rIns="96926" bIns="48463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阿里妈妈东方大楷"/>
                <a:ea typeface="阿里妈妈东方大楷"/>
                <a:cs typeface="+mn-cs"/>
              </a:rPr>
              <a:t>示</a:t>
            </a:r>
            <a:endParaRPr kumimoji="0" lang="zh-CN" alt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阿里妈妈东方大楷"/>
              <a:ea typeface="阿里妈妈东方大楷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YPE" val="icon"/>
</p:tagLst>
</file>

<file path=ppt/tags/tag2.xml><?xml version="1.0" encoding="utf-8"?>
<p:tagLst xmlns:p="http://schemas.openxmlformats.org/presentationml/2006/main">
  <p:tag name="KSO_WM_DIAGRAM_VIRTUALLY_FRAME" val="{&quot;height&quot;:387.7045669291339,&quot;left&quot;:462.82811023622054,&quot;top&quot;:111.64543307086615,&quot;width&quot;:374.2952755905511}"/>
</p:tagLst>
</file>

<file path=ppt/tags/tag3.xml><?xml version="1.0" encoding="utf-8"?>
<p:tagLst xmlns:p="http://schemas.openxmlformats.org/presentationml/2006/main">
  <p:tag name="KSO_WM_DIAGRAM_VIRTUALLY_FRAME" val="{&quot;height&quot;:387.7045669291339,&quot;left&quot;:462.82811023622054,&quot;top&quot;:111.64543307086615,&quot;width&quot;:374.2952755905511}"/>
</p:tagLst>
</file>

<file path=ppt/tags/tag4.xml><?xml version="1.0" encoding="utf-8"?>
<p:tagLst xmlns:p="http://schemas.openxmlformats.org/presentationml/2006/main">
  <p:tag name="KSO_WM_DIAGRAM_VIRTUALLY_FRAME" val="{&quot;height&quot;:387.7045669291339,&quot;left&quot;:462.82811023622054,&quot;top&quot;:111.64543307086615,&quot;width&quot;:374.2952755905511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7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387.7045669291339,&quot;left&quot;:462.82811023622054,&quot;top&quot;:111.64543307086615,&quot;width&quot;:374.2952755905511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OP_SCP_SHAPE_TYPE" val="Title"/>
  <p:tag name="OP_SCP_ITEM_INDEX" val="1"/>
  <p:tag name="OP_SCP_DEFAULT_TEXT" val="输入标题"/>
</p:tagLst>
</file>

<file path=ppt/tags/tag16.xml><?xml version="1.0" encoding="utf-8"?>
<p:tagLst xmlns:p="http://schemas.openxmlformats.org/presentationml/2006/main">
  <p:tag name="OP_SCP_SHAPE_TYPE" val="Body"/>
  <p:tag name="OP_SCP_ITEM_INDEX" val="1"/>
  <p:tag name="OP_SCP_DEFAULT_TEXT" val="单击此处输入相关文本内容"/>
</p:tagLst>
</file>

<file path=ppt/tags/tag17.xml><?xml version="1.0" encoding="utf-8"?>
<p:tagLst xmlns:p="http://schemas.openxmlformats.org/presentationml/2006/main">
  <p:tag name="OP_SCP_SHAPE_TYPE" val="Title"/>
  <p:tag name="OP_SCP_ITEM_INDEX" val="2"/>
  <p:tag name="OP_SCP_DEFAULT_TEXT" val="输入标题"/>
</p:tagLst>
</file>

<file path=ppt/tags/tag18.xml><?xml version="1.0" encoding="utf-8"?>
<p:tagLst xmlns:p="http://schemas.openxmlformats.org/presentationml/2006/main">
  <p:tag name="OP_SCP_SHAPE_TYPE" val="Body"/>
  <p:tag name="OP_SCP_ITEM_INDEX" val="2"/>
  <p:tag name="OP_SCP_DEFAULT_TEXT" val="单击此处输入相关文本内容"/>
</p:tagLst>
</file>

<file path=ppt/tags/tag19.xml><?xml version="1.0" encoding="utf-8"?>
<p:tagLst xmlns:p="http://schemas.openxmlformats.org/presentationml/2006/main">
  <p:tag name="OP_SCP_SHAPE_TYPE" val="Title"/>
  <p:tag name="OP_SCP_ITEM_INDEX" val="3"/>
  <p:tag name="OP_SCP_DEFAULT_TEXT" val="输入标题"/>
</p:tagLst>
</file>

<file path=ppt/tags/tag20.xml><?xml version="1.0" encoding="utf-8"?>
<p:tagLst xmlns:p="http://schemas.openxmlformats.org/presentationml/2006/main">
  <p:tag name="OP_SCP_SHAPE_TYPE" val="Body"/>
  <p:tag name="OP_SCP_ITEM_INDEX" val="3"/>
  <p:tag name="OP_SCP_DEFAULT_TEXT" val="单击此处输入相关文本内容"/>
</p:tagLst>
</file>

<file path=ppt/tags/tag21.xml><?xml version="1.0" encoding="utf-8"?>
<p:tagLst xmlns:p="http://schemas.openxmlformats.org/presentationml/2006/main">
  <p:tag name="OP_SCP_SHAPE_TYPE" val="Title"/>
  <p:tag name="OP_SCP_ITEM_INDEX" val="4"/>
  <p:tag name="OP_SCP_DEFAULT_TEXT" val="输入标题"/>
</p:tagLst>
</file>

<file path=ppt/tags/tag22.xml><?xml version="1.0" encoding="utf-8"?>
<p:tagLst xmlns:p="http://schemas.openxmlformats.org/presentationml/2006/main">
  <p:tag name="OP_SCP_SHAPE_TYPE" val="Body"/>
  <p:tag name="OP_SCP_ITEM_INDEX" val="4"/>
  <p:tag name="OP_SCP_DEFAULT_TEXT" val="单击此处输入相关文本内容"/>
</p:tagLst>
</file>

<file path=ppt/tags/tag23.xml><?xml version="1.0" encoding="utf-8"?>
<p:tagLst xmlns:p="http://schemas.openxmlformats.org/presentationml/2006/main">
  <p:tag name="OP_SCP_SHAPE_TYPE" val="Title"/>
  <p:tag name="OP_SCP_ITEM_INDEX" val="5"/>
  <p:tag name="OP_SCP_DEFAULT_TEXT" val="输入标题"/>
</p:tagLst>
</file>

<file path=ppt/tags/tag24.xml><?xml version="1.0" encoding="utf-8"?>
<p:tagLst xmlns:p="http://schemas.openxmlformats.org/presentationml/2006/main">
  <p:tag name="OP_SCP_SHAPE_TYPE" val="Body"/>
  <p:tag name="OP_SCP_ITEM_INDEX" val="5"/>
  <p:tag name="OP_SCP_DEFAULT_TEXT" val="单击此处输入相关文本内容"/>
</p:tagLst>
</file>

<file path=ppt/tags/tag25.xml><?xml version="1.0" encoding="utf-8"?>
<p:tagLst xmlns:p="http://schemas.openxmlformats.org/presentationml/2006/main">
  <p:tag name="OP_SCP_SHAPE_TYPE" val="Title"/>
  <p:tag name="OP_SCP_ITEM_INDEX" val="6"/>
  <p:tag name="OP_SCP_DEFAULT_TEXT" val="输入标题"/>
</p:tagLst>
</file>

<file path=ppt/tags/tag26.xml><?xml version="1.0" encoding="utf-8"?>
<p:tagLst xmlns:p="http://schemas.openxmlformats.org/presentationml/2006/main">
  <p:tag name="OP_SCP_SHAPE_TYPE" val="Body"/>
  <p:tag name="OP_SCP_ITEM_INDEX" val="6"/>
  <p:tag name="OP_SCP_DEFAULT_TEXT" val="单击此处输入相关文本内容"/>
</p:tagLst>
</file>

<file path=ppt/tags/tag27.xml><?xml version="1.0" encoding="utf-8"?>
<p:tagLst xmlns:p="http://schemas.openxmlformats.org/presentationml/2006/main">
  <p:tag name="TYPE" val="icon"/>
</p:tagLst>
</file>

<file path=ppt/tags/tag28.xml><?xml version="1.0" encoding="utf-8"?>
<p:tagLst xmlns:p="http://schemas.openxmlformats.org/presentationml/2006/main">
  <p:tag name="TYPE" val="icon"/>
</p:tagLst>
</file>

<file path=ppt/tags/tag29.xml><?xml version="1.0" encoding="utf-8"?>
<p:tagLst xmlns:p="http://schemas.openxmlformats.org/presentationml/2006/main">
  <p:tag name="TYPE" val="icon"/>
</p:tagLst>
</file>

<file path=ppt/tags/tag30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31.xml><?xml version="1.0" encoding="utf-8"?>
<p:tagLst xmlns:p="http://schemas.openxmlformats.org/presentationml/2006/main">
  <p:tag name="OP_SCP_SHAPE_TYPE" val="Index"/>
  <p:tag name="OP_SCP_ITEM_INDEX" val="1"/>
  <p:tag name="OP_SCP_DEFAULT_TEXT" val="壹"/>
  <p:tag name="KSO_WM_DIAGRAM_VIRTUALLY_FRAME" val="{&quot;height&quot;:322.4400787401575,&quot;left&quot;:301.4306299212598,&quot;top&quot;:125.74173228346456,&quot;width&quot;:593.7718110236221}"/>
</p:tagLst>
</file>

<file path=ppt/tags/tag32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33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34.xml><?xml version="1.0" encoding="utf-8"?>
<p:tagLst xmlns:p="http://schemas.openxmlformats.org/presentationml/2006/main">
  <p:tag name="OP_SCP_SHAPE_TYPE" val="Index"/>
  <p:tag name="OP_SCP_ITEM_INDEX" val="2"/>
  <p:tag name="OP_SCP_DEFAULT_TEXT" val="贰"/>
  <p:tag name="KSO_WM_DIAGRAM_VIRTUALLY_FRAME" val="{&quot;height&quot;:322.4400787401575,&quot;left&quot;:301.4306299212598,&quot;top&quot;:125.74173228346456,&quot;width&quot;:593.7718110236221}"/>
</p:tagLst>
</file>

<file path=ppt/tags/tag35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36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37.xml><?xml version="1.0" encoding="utf-8"?>
<p:tagLst xmlns:p="http://schemas.openxmlformats.org/presentationml/2006/main">
  <p:tag name="OP_SCP_SHAPE_TYPE" val="Index"/>
  <p:tag name="OP_SCP_ITEM_INDEX" val="3"/>
  <p:tag name="OP_SCP_DEFAULT_TEXT" val="叁"/>
  <p:tag name="KSO_WM_DIAGRAM_VIRTUALLY_FRAME" val="{&quot;height&quot;:322.4400787401575,&quot;left&quot;:301.4306299212598,&quot;top&quot;:125.74173228346456,&quot;width&quot;:593.7718110236221}"/>
</p:tagLst>
</file>

<file path=ppt/tags/tag38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39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40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41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42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43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44.xml><?xml version="1.0" encoding="utf-8"?>
<p:tagLst xmlns:p="http://schemas.openxmlformats.org/presentationml/2006/main">
  <p:tag name="KSO_WM_DIAGRAM_VIRTUALLY_FRAME" val="{&quot;height&quot;:322.4400787401575,&quot;left&quot;:301.4306299212598,&quot;top&quot;:125.74173228346456,&quot;width&quot;:593.7718110236221}"/>
</p:tagLst>
</file>

<file path=ppt/tags/tag45.xml><?xml version="1.0" encoding="utf-8"?>
<p:tagLst xmlns:p="http://schemas.openxmlformats.org/presentationml/2006/main">
  <p:tag name="KSO_WM_DIAGRAM_VIRTUALLY_FRAME" val="{&quot;height&quot;:356.85685039370077,&quot;left&quot;:282.8675590551181,&quot;top&quot;:133.64314960629923,&quot;width&quot;:608.0415748031496}"/>
</p:tagLst>
</file>

<file path=ppt/tags/tag46.xml><?xml version="1.0" encoding="utf-8"?>
<p:tagLst xmlns:p="http://schemas.openxmlformats.org/presentationml/2006/main">
  <p:tag name="KSO_WM_DIAGRAM_VIRTUALLY_FRAME" val="{&quot;height&quot;:356.85685039370077,&quot;left&quot;:282.8675590551181,&quot;top&quot;:133.64314960629923,&quot;width&quot;:608.0415748031496}"/>
</p:tagLst>
</file>

<file path=ppt/tags/tag47.xml><?xml version="1.0" encoding="utf-8"?>
<p:tagLst xmlns:p="http://schemas.openxmlformats.org/presentationml/2006/main">
  <p:tag name="KSO_WM_DIAGRAM_VIRTUALLY_FRAME" val="{&quot;height&quot;:356.85685039370077,&quot;left&quot;:282.8675590551181,&quot;top&quot;:133.64314960629923,&quot;width&quot;:608.0415748031496}"/>
</p:tagLst>
</file>

<file path=ppt/tags/tag48.xml><?xml version="1.0" encoding="utf-8"?>
<p:tagLst xmlns:p="http://schemas.openxmlformats.org/presentationml/2006/main">
  <p:tag name="KSO_WM_DIAGRAM_VIRTUALLY_FRAME" val="{&quot;height&quot;:356.85685039370077,&quot;left&quot;:282.8675590551181,&quot;top&quot;:133.64314960629923,&quot;width&quot;:608.0415748031496}"/>
</p:tagLst>
</file>

<file path=ppt/tags/tag49.xml><?xml version="1.0" encoding="utf-8"?>
<p:tagLst xmlns:p="http://schemas.openxmlformats.org/presentationml/2006/main">
  <p:tag name="KSO_WM_DIAGRAM_VIRTUALLY_FRAME" val="{&quot;height&quot;:356.85685039370077,&quot;left&quot;:282.8675590551181,&quot;top&quot;:133.64314960629923,&quot;width&quot;:608.0415748031496}"/>
</p:tagLst>
</file>

<file path=ppt/tags/tag50.xml><?xml version="1.0" encoding="utf-8"?>
<p:tagLst xmlns:p="http://schemas.openxmlformats.org/presentationml/2006/main">
  <p:tag name="KSO_WM_DIAGRAM_VIRTUALLY_FRAME" val="{&quot;height&quot;:356.85685039370077,&quot;left&quot;:282.8675590551181,&quot;top&quot;:133.64314960629923,&quot;width&quot;:608.0415748031496}"/>
</p:tagLst>
</file>

<file path=ppt/tags/tag51.xml><?xml version="1.0" encoding="utf-8"?>
<p:tagLst xmlns:p="http://schemas.openxmlformats.org/presentationml/2006/main">
  <p:tag name="KSO_WM_DIAGRAM_VIRTUALLY_FRAME" val="{&quot;height&quot;:356.85685039370077,&quot;left&quot;:282.8675590551181,&quot;top&quot;:133.64314960629923,&quot;width&quot;:608.0415748031496}"/>
</p:tagLst>
</file>

<file path=ppt/tags/tag52.xml><?xml version="1.0" encoding="utf-8"?>
<p:tagLst xmlns:p="http://schemas.openxmlformats.org/presentationml/2006/main">
  <p:tag name="KSO_WM_DIAGRAM_VIRTUALLY_FRAME" val="{&quot;height&quot;:356.85685039370077,&quot;left&quot;:282.8675590551181,&quot;top&quot;:133.64314960629923,&quot;width&quot;:608.0415748031496}"/>
</p:tagLst>
</file>

<file path=ppt/tags/tag53.xml><?xml version="1.0" encoding="utf-8"?>
<p:tagLst xmlns:p="http://schemas.openxmlformats.org/presentationml/2006/main">
  <p:tag name="KSO_WM_DIAGRAM_VIRTUALLY_FRAME" val="{&quot;height&quot;:309.374094488189,&quot;left&quot;:50.909133858267715,&quot;top&quot;:168.44409448818897,&quot;width&quot;:856.5823622047244}"/>
</p:tagLst>
</file>

<file path=ppt/tags/tag54.xml><?xml version="1.0" encoding="utf-8"?>
<p:tagLst xmlns:p="http://schemas.openxmlformats.org/presentationml/2006/main">
  <p:tag name="KSO_WM_DIAGRAM_VIRTUALLY_FRAME" val="{&quot;height&quot;:309.374094488189,&quot;left&quot;:50.909133858267715,&quot;top&quot;:168.44409448818897,&quot;width&quot;:856.5823622047244}"/>
</p:tagLst>
</file>

<file path=ppt/tags/tag55.xml><?xml version="1.0" encoding="utf-8"?>
<p:tagLst xmlns:p="http://schemas.openxmlformats.org/presentationml/2006/main">
  <p:tag name="KSO_WM_DIAGRAM_VIRTUALLY_FRAME" val="{&quot;height&quot;:309.374094488189,&quot;left&quot;:50.909133858267715,&quot;top&quot;:168.44409448818897,&quot;width&quot;:856.5823622047244}"/>
</p:tagLst>
</file>

<file path=ppt/tags/tag56.xml><?xml version="1.0" encoding="utf-8"?>
<p:tagLst xmlns:p="http://schemas.openxmlformats.org/presentationml/2006/main">
  <p:tag name="KSO_WM_DIAGRAM_VIRTUALLY_FRAME" val="{&quot;height&quot;:309.374094488189,&quot;left&quot;:50.909133858267715,&quot;top&quot;:168.44409448818897,&quot;width&quot;:856.5823622047244}"/>
</p:tagLst>
</file>

<file path=ppt/tags/tag57.xml><?xml version="1.0" encoding="utf-8"?>
<p:tagLst xmlns:p="http://schemas.openxmlformats.org/presentationml/2006/main">
  <p:tag name="KSO_WM_DIAGRAM_VIRTUALLY_FRAME" val="{&quot;height&quot;:309.374094488189,&quot;left&quot;:50.909133858267715,&quot;top&quot;:168.44409448818897,&quot;width&quot;:856.5823622047244}"/>
</p:tagLst>
</file>

<file path=ppt/tags/tag58.xml><?xml version="1.0" encoding="utf-8"?>
<p:tagLst xmlns:p="http://schemas.openxmlformats.org/presentationml/2006/main">
  <p:tag name="KSO_WM_DIAGRAM_VIRTUALLY_FRAME" val="{&quot;height&quot;:309.374094488189,&quot;left&quot;:50.909133858267715,&quot;top&quot;:168.44409448818897,&quot;width&quot;:856.5823622047244}"/>
</p:tagLst>
</file>

<file path=ppt/tags/tag59.xml><?xml version="1.0" encoding="utf-8"?>
<p:tagLst xmlns:p="http://schemas.openxmlformats.org/presentationml/2006/main">
  <p:tag name="KSO_WM_DIAGRAM_VIRTUALLY_FRAME" val="{&quot;height&quot;:309.374094488189,&quot;left&quot;:50.909133858267715,&quot;top&quot;:168.44409448818897,&quot;width&quot;:856.5823622047244}"/>
</p:tagLst>
</file>

<file path=ppt/tags/tag60.xml><?xml version="1.0" encoding="utf-8"?>
<p:tagLst xmlns:p="http://schemas.openxmlformats.org/presentationml/2006/main">
  <p:tag name="KSO_WM_DIAGRAM_VIRTUALLY_FRAME" val="{&quot;height&quot;:309.374094488189,&quot;left&quot;:50.909133858267715,&quot;top&quot;:168.44409448818897,&quot;width&quot;:856.5823622047244}"/>
</p:tagLst>
</file>

<file path=ppt/tags/tag61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62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63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64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65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66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67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68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69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0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1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2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3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4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5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6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7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8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79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0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1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2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3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4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5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6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7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8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89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90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91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92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93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94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95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96.xml><?xml version="1.0" encoding="utf-8"?>
<p:tagLst xmlns:p="http://schemas.openxmlformats.org/presentationml/2006/main">
  <p:tag name="KSO_WM_DIAGRAM_VIRTUALLY_FRAME" val="{&quot;height&quot;:256.69401574803146,&quot;left&quot;:67.63535433070867,&quot;top&quot;:212.84007874015748,&quot;width&quot;:613.3824409448819}"/>
</p:tagLst>
</file>

<file path=ppt/tags/tag97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98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99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0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1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2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3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4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5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6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7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8.xml><?xml version="1.0" encoding="utf-8"?>
<p:tagLst xmlns:p="http://schemas.openxmlformats.org/presentationml/2006/main">
  <p:tag name="KSO_WM_DIAGRAM_VIRTUALLY_FRAME" val="{&quot;height&quot;:200.87944881889763,&quot;left&quot;:66.65330708661418,&quot;top&quot;:263.63669291338584,&quot;width&quot;:613.8735433070866}"/>
</p:tagLst>
</file>

<file path=ppt/tags/tag109.xml><?xml version="1.0" encoding="utf-8"?>
<p:tagLst xmlns:p="http://schemas.openxmlformats.org/presentationml/2006/main">
  <p:tag name="KSO_WM_DIAGRAM_VIRTUALLY_FRAME" val="{&quot;height&quot;:287.4615748031496,&quot;left&quot;:49.32275590551181,&quot;top&quot;:184.03834645669292,&quot;width&quot;:849.5763779527558}"/>
</p:tagLst>
</file>

<file path=ppt/tags/tag110.xml><?xml version="1.0" encoding="utf-8"?>
<p:tagLst xmlns:p="http://schemas.openxmlformats.org/presentationml/2006/main">
  <p:tag name="PA" val="v5.2.7"/>
  <p:tag name="RESOURCELIBID_ANIM" val="453"/>
  <p:tag name="KSO_WM_DIAGRAM_VIRTUALLY_FRAME" val="{&quot;height&quot;:287.4615748031496,&quot;left&quot;:49.32275590551181,&quot;top&quot;:184.03834645669292,&quot;width&quot;:849.5763779527558}"/>
</p:tagLst>
</file>

<file path=ppt/tags/tag111.xml><?xml version="1.0" encoding="utf-8"?>
<p:tagLst xmlns:p="http://schemas.openxmlformats.org/presentationml/2006/main">
  <p:tag name="PA" val="v5.2.7"/>
  <p:tag name="RESOURCELIBID_ANIM" val="453"/>
  <p:tag name="KSO_WM_DIAGRAM_VIRTUALLY_FRAME" val="{&quot;height&quot;:287.4615748031496,&quot;left&quot;:49.32275590551181,&quot;top&quot;:184.03834645669292,&quot;width&quot;:849.5763779527558}"/>
</p:tagLst>
</file>

<file path=ppt/tags/tag112.xml><?xml version="1.0" encoding="utf-8"?>
<p:tagLst xmlns:p="http://schemas.openxmlformats.org/presentationml/2006/main">
  <p:tag name="KSO_WM_DIAGRAM_VIRTUALLY_FRAME" val="{&quot;height&quot;:287.4615748031496,&quot;left&quot;:49.32275590551181,&quot;top&quot;:184.03834645669292,&quot;width&quot;:849.5763779527558}"/>
</p:tagLst>
</file>

<file path=ppt/tags/tag113.xml><?xml version="1.0" encoding="utf-8"?>
<p:tagLst xmlns:p="http://schemas.openxmlformats.org/presentationml/2006/main">
  <p:tag name="KSO_WM_DIAGRAM_VIRTUALLY_FRAME" val="{&quot;height&quot;:287.4615748031496,&quot;left&quot;:49.32275590551181,&quot;top&quot;:184.03834645669292,&quot;width&quot;:849.5763779527558}"/>
</p:tagLst>
</file>

<file path=ppt/tags/tag114.xml><?xml version="1.0" encoding="utf-8"?>
<p:tagLst xmlns:p="http://schemas.openxmlformats.org/presentationml/2006/main">
  <p:tag name="KSO_WM_DIAGRAM_VIRTUALLY_FRAME" val="{&quot;height&quot;:287.4615748031496,&quot;left&quot;:49.32275590551181,&quot;top&quot;:184.03834645669292,&quot;width&quot;:849.5763779527558}"/>
</p:tagLst>
</file>

<file path=ppt/tags/tag115.xml><?xml version="1.0" encoding="utf-8"?>
<p:tagLst xmlns:p="http://schemas.openxmlformats.org/presentationml/2006/main">
  <p:tag name="KSO_WM_DIAGRAM_VIRTUALLY_FRAME" val="{&quot;height&quot;:287.4615748031496,&quot;left&quot;:49.32275590551181,&quot;top&quot;:184.03834645669292,&quot;width&quot;:849.5763779527558}"/>
</p:tagLst>
</file>

<file path=ppt/tags/tag116.xml><?xml version="1.0" encoding="utf-8"?>
<p:tagLst xmlns:p="http://schemas.openxmlformats.org/presentationml/2006/main">
  <p:tag name="KSO_WM_DIAGRAM_VIRTUALLY_FRAME" val="{&quot;height&quot;:281.86629921259834,&quot;left&quot;:0.03330708661414974,&quot;top&quot;:226.72015748031495,&quot;width&quot;:959.9666929133858}"/>
</p:tagLst>
</file>

<file path=ppt/tags/tag117.xml><?xml version="1.0" encoding="utf-8"?>
<p:tagLst xmlns:p="http://schemas.openxmlformats.org/presentationml/2006/main">
  <p:tag name="KSO_WM_DIAGRAM_VIRTUALLY_FRAME" val="{&quot;height&quot;:281.86629921259834,&quot;left&quot;:0.03330708661414974,&quot;top&quot;:226.72015748031495,&quot;width&quot;:959.9666929133858}"/>
</p:tagLst>
</file>

<file path=ppt/tags/tag118.xml><?xml version="1.0" encoding="utf-8"?>
<p:tagLst xmlns:p="http://schemas.openxmlformats.org/presentationml/2006/main">
  <p:tag name="KSO_WM_DIAGRAM_VIRTUALLY_FRAME" val="{&quot;height&quot;:281.86629921259834,&quot;left&quot;:0.03330708661414974,&quot;top&quot;:226.72015748031495,&quot;width&quot;:959.9666929133858}"/>
</p:tagLst>
</file>

<file path=ppt/tags/tag119.xml><?xml version="1.0" encoding="utf-8"?>
<p:tagLst xmlns:p="http://schemas.openxmlformats.org/presentationml/2006/main">
  <p:tag name="KSO_WM_DIAGRAM_VIRTUALLY_FRAME" val="{&quot;height&quot;:281.86629921259834,&quot;left&quot;:0.03330708661414974,&quot;top&quot;:226.72015748031495,&quot;width&quot;:959.9666929133858}"/>
</p:tagLst>
</file>

<file path=ppt/tags/tag120.xml><?xml version="1.0" encoding="utf-8"?>
<p:tagLst xmlns:p="http://schemas.openxmlformats.org/presentationml/2006/main">
  <p:tag name="KSO_WM_DIAGRAM_VIRTUALLY_FRAME" val="{&quot;height&quot;:281.86629921259834,&quot;left&quot;:0.03330708661414974,&quot;top&quot;:226.72015748031495,&quot;width&quot;:959.9666929133858}"/>
</p:tagLst>
</file>

<file path=ppt/tags/tag121.xml><?xml version="1.0" encoding="utf-8"?>
<p:tagLst xmlns:p="http://schemas.openxmlformats.org/presentationml/2006/main">
  <p:tag name="KSO_WM_DIAGRAM_VIRTUALLY_FRAME" val="{&quot;height&quot;:281.86629921259834,&quot;left&quot;:0.03330708661414974,&quot;top&quot;:226.72015748031495,&quot;width&quot;:959.9666929133858}"/>
</p:tagLst>
</file>

<file path=ppt/tags/tag122.xml><?xml version="1.0" encoding="utf-8"?>
<p:tagLst xmlns:p="http://schemas.openxmlformats.org/presentationml/2006/main">
  <p:tag name="KSO_WM_DIAGRAM_VIRTUALLY_FRAME" val="{&quot;height&quot;:281.86629921259834,&quot;left&quot;:0.03330708661414974,&quot;top&quot;:226.72015748031495,&quot;width&quot;:959.9666929133858}"/>
</p:tagLst>
</file>

<file path=ppt/tags/tag123.xml><?xml version="1.0" encoding="utf-8"?>
<p:tagLst xmlns:p="http://schemas.openxmlformats.org/presentationml/2006/main">
  <p:tag name="KSO_WM_DIAGRAM_VIRTUALLY_FRAME" val="{&quot;height&quot;:281.86629921259834,&quot;left&quot;:0.03330708661414974,&quot;top&quot;:226.72015748031495,&quot;width&quot;:959.9666929133858}"/>
</p:tagLst>
</file>

<file path=ppt/tags/tag124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25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26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27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28.xml><?xml version="1.0" encoding="utf-8"?>
<p:tagLst xmlns:p="http://schemas.openxmlformats.org/presentationml/2006/main">
  <p:tag name="OP_SCP_SHAPE_TYPE" val="Index"/>
  <p:tag name="OP_SCP_ITEM_INDEX" val="1"/>
  <p:tag name="OP_SCP_DEFAULT_TEXT" val="壹"/>
  <p:tag name="KSO_WM_DIAGRAM_VIRTUALLY_FRAME" val="{&quot;height&quot;:269.23629921259845,&quot;left&quot;:60.363543307086616,&quot;top&quot;:210.51433070866142,&quot;width&quot;:640.5702362204725}"/>
</p:tagLst>
</file>

<file path=ppt/tags/tag129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30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31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32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33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34.xml><?xml version="1.0" encoding="utf-8"?>
<p:tagLst xmlns:p="http://schemas.openxmlformats.org/presentationml/2006/main">
  <p:tag name="OP_SCP_SHAPE_TYPE" val="Index"/>
  <p:tag name="OP_SCP_ITEM_INDEX" val="1"/>
  <p:tag name="OP_SCP_DEFAULT_TEXT" val="壹"/>
  <p:tag name="KSO_WM_DIAGRAM_VIRTUALLY_FRAME" val="{&quot;height&quot;:269.23629921259845,&quot;left&quot;:60.363543307086616,&quot;top&quot;:210.51433070866142,&quot;width&quot;:640.5702362204725}"/>
</p:tagLst>
</file>

<file path=ppt/tags/tag135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36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37.xml><?xml version="1.0" encoding="utf-8"?>
<p:tagLst xmlns:p="http://schemas.openxmlformats.org/presentationml/2006/main">
  <p:tag name="KSO_WM_DIAGRAM_VIRTUALLY_FRAME" val="{&quot;height&quot;:269.23629921259845,&quot;left&quot;:60.363543307086616,&quot;top&quot;:210.51433070866142,&quot;width&quot;:640.5702362204725}"/>
</p:tagLst>
</file>

<file path=ppt/tags/tag138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39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40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41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42.xml><?xml version="1.0" encoding="utf-8"?>
<p:tagLst xmlns:p="http://schemas.openxmlformats.org/presentationml/2006/main">
  <p:tag name="OP_SCP_SHAPE_TYPE" val="Index"/>
  <p:tag name="OP_SCP_ITEM_INDEX" val="1"/>
  <p:tag name="OP_SCP_DEFAULT_TEXT" val="壹"/>
  <p:tag name="KSO_WM_DIAGRAM_VIRTUALLY_FRAME" val="{&quot;height&quot;:283.3038582677166,&quot;left&quot;:60.363543307086616,&quot;top&quot;:210.5142519685039,&quot;width&quot;:835.982440944882}"/>
</p:tagLst>
</file>

<file path=ppt/tags/tag143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44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45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46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47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48.xml><?xml version="1.0" encoding="utf-8"?>
<p:tagLst xmlns:p="http://schemas.openxmlformats.org/presentationml/2006/main">
  <p:tag name="OP_SCP_SHAPE_TYPE" val="Index"/>
  <p:tag name="OP_SCP_ITEM_INDEX" val="1"/>
  <p:tag name="OP_SCP_DEFAULT_TEXT" val="壹"/>
  <p:tag name="KSO_WM_DIAGRAM_VIRTUALLY_FRAME" val="{&quot;height&quot;:283.3038582677166,&quot;left&quot;:60.363543307086616,&quot;top&quot;:210.5142519685039,&quot;width&quot;:835.982440944882}"/>
</p:tagLst>
</file>

<file path=ppt/tags/tag149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50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51.xml><?xml version="1.0" encoding="utf-8"?>
<p:tagLst xmlns:p="http://schemas.openxmlformats.org/presentationml/2006/main">
  <p:tag name="KSO_WM_DIAGRAM_VIRTUALLY_FRAME" val="{&quot;height&quot;:283.3038582677166,&quot;left&quot;:60.363543307086616,&quot;top&quot;:210.5142519685039,&quot;width&quot;:835.982440944882}"/>
</p:tagLst>
</file>

<file path=ppt/tags/tag152.xml><?xml version="1.0" encoding="utf-8"?>
<p:tagLst xmlns:p="http://schemas.openxmlformats.org/presentationml/2006/main">
  <p:tag name="KSO_WM_DIAGRAM_VIRTUALLY_FRAME" val="{&quot;height&quot;:322.81031496062985,&quot;left&quot;:60.363543307086616,&quot;top&quot;:166.95102362204724,&quot;width&quot;:830.5633070866143}"/>
</p:tagLst>
</file>

<file path=ppt/tags/tag153.xml><?xml version="1.0" encoding="utf-8"?>
<p:tagLst xmlns:p="http://schemas.openxmlformats.org/presentationml/2006/main">
  <p:tag name="KSO_WM_DIAGRAM_VIRTUALLY_FRAME" val="{&quot;height&quot;:322.81031496062985,&quot;left&quot;:60.363543307086616,&quot;top&quot;:166.95102362204724,&quot;width&quot;:830.5633070866143}"/>
</p:tagLst>
</file>

<file path=ppt/tags/tag154.xml><?xml version="1.0" encoding="utf-8"?>
<p:tagLst xmlns:p="http://schemas.openxmlformats.org/presentationml/2006/main">
  <p:tag name="KSO_WM_DIAGRAM_VIRTUALLY_FRAME" val="{&quot;height&quot;:322.81031496062985,&quot;left&quot;:60.363543307086616,&quot;top&quot;:166.95102362204724,&quot;width&quot;:830.5633070866143}"/>
</p:tagLst>
</file>

<file path=ppt/tags/tag155.xml><?xml version="1.0" encoding="utf-8"?>
<p:tagLst xmlns:p="http://schemas.openxmlformats.org/presentationml/2006/main">
  <p:tag name="KSO_WM_DIAGRAM_VIRTUALLY_FRAME" val="{&quot;height&quot;:322.81031496062985,&quot;left&quot;:60.363543307086616,&quot;top&quot;:166.95102362204724,&quot;width&quot;:830.5633070866143}"/>
</p:tagLst>
</file>

<file path=ppt/tags/tag156.xml><?xml version="1.0" encoding="utf-8"?>
<p:tagLst xmlns:p="http://schemas.openxmlformats.org/presentationml/2006/main">
  <p:tag name="KSO_WM_DIAGRAM_VIRTUALLY_FRAME" val="{&quot;height&quot;:322.81031496062985,&quot;left&quot;:60.363543307086616,&quot;top&quot;:166.95102362204724,&quot;width&quot;:830.5633070866143}"/>
</p:tagLst>
</file>

<file path=ppt/tags/tag157.xml><?xml version="1.0" encoding="utf-8"?>
<p:tagLst xmlns:p="http://schemas.openxmlformats.org/presentationml/2006/main">
  <p:tag name="KSO_WM_DIAGRAM_VIRTUALLY_FRAME" val="{&quot;height&quot;:322.81031496062985,&quot;left&quot;:60.363543307086616,&quot;top&quot;:166.95102362204724,&quot;width&quot;:830.5633070866143}"/>
</p:tagLst>
</file>

<file path=ppt/tags/tag158.xml><?xml version="1.0" encoding="utf-8"?>
<p:tagLst xmlns:p="http://schemas.openxmlformats.org/presentationml/2006/main">
  <p:tag name="KSO_WM_DIAGRAM_VIRTUALLY_FRAME" val="{&quot;height&quot;:322.81031496062985,&quot;left&quot;:60.363543307086616,&quot;top&quot;:166.95102362204724,&quot;width&quot;:830.5633070866143}"/>
</p:tagLst>
</file>

<file path=ppt/tags/tag159.xml><?xml version="1.0" encoding="utf-8"?>
<p:tagLst xmlns:p="http://schemas.openxmlformats.org/presentationml/2006/main">
  <p:tag name="KSO_WM_DIAGRAM_VIRTUALLY_FRAME" val="{&quot;height&quot;:322.81031496062985,&quot;left&quot;:60.363543307086616,&quot;top&quot;:166.95102362204724,&quot;width&quot;:830.5633070866143}"/>
</p:tagLst>
</file>

<file path=ppt/tags/tag160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1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2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3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4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5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6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7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8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69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70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71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72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73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74.xml><?xml version="1.0" encoding="utf-8"?>
<p:tagLst xmlns:p="http://schemas.openxmlformats.org/presentationml/2006/main">
  <p:tag name="KSO_WM_DIAGRAM_VIRTUALLY_FRAME" val="{&quot;height&quot;:319.32157480314964,&quot;left&quot;:60.36338582677165,&quot;top&quot;:157.79062992125984,&quot;width&quot;:839.2732283464568}"/>
</p:tagLst>
</file>

<file path=ppt/tags/tag175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76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77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78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79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80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81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82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83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84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85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86.xml><?xml version="1.0" encoding="utf-8"?>
<p:tagLst xmlns:p="http://schemas.openxmlformats.org/presentationml/2006/main">
  <p:tag name="KSO_WM_DIAGRAM_VIRTUALLY_FRAME" val="{&quot;height&quot;:325.1275590551181,&quot;left&quot;:66.65330708661418,&quot;top&quot;:162.8724409448819,&quot;width&quot;:826.6933858267715}"/>
</p:tagLst>
</file>

<file path=ppt/tags/tag187.xml><?xml version="1.0" encoding="utf-8"?>
<p:tagLst xmlns:p="http://schemas.openxmlformats.org/presentationml/2006/main">
  <p:tag name="KSO_WM_BEAUTIFY_FLAG" val=""/>
  <p:tag name="KSO_WM_DIAGRAM_VIRTUALLY_FRAME" val="{&quot;height&quot;:346.75,&quot;left&quot;:80.55,&quot;top&quot;:145.2,&quot;width&quot;:795.1}"/>
</p:tagLst>
</file>

<file path=ppt/tags/tag188.xml><?xml version="1.0" encoding="utf-8"?>
<p:tagLst xmlns:p="http://schemas.openxmlformats.org/presentationml/2006/main">
  <p:tag name="KSO_WM_BEAUTIFY_FLAG" val=""/>
  <p:tag name="KSO_WM_DIAGRAM_VIRTUALLY_FRAME" val="{&quot;height&quot;:346.75,&quot;left&quot;:80.55,&quot;top&quot;:145.2,&quot;width&quot;:795.1}"/>
</p:tagLst>
</file>

<file path=ppt/tags/tag189.xml><?xml version="1.0" encoding="utf-8"?>
<p:tagLst xmlns:p="http://schemas.openxmlformats.org/presentationml/2006/main">
  <p:tag name="KSO_WM_BEAUTIFY_FLAG" val=""/>
  <p:tag name="KSO_WM_DIAGRAM_VIRTUALLY_FRAME" val="{&quot;height&quot;:346.75,&quot;left&quot;:80.55,&quot;top&quot;:145.2,&quot;width&quot;:795.1}"/>
</p:tagLst>
</file>

<file path=ppt/tags/tag190.xml><?xml version="1.0" encoding="utf-8"?>
<p:tagLst xmlns:p="http://schemas.openxmlformats.org/presentationml/2006/main">
  <p:tag name="KSO_WM_BEAUTIFY_FLAG" val=""/>
  <p:tag name="KSO_WM_DIAGRAM_VIRTUALLY_FRAME" val="{&quot;height&quot;:346.75,&quot;left&quot;:80.55,&quot;top&quot;:145.2,&quot;width&quot;:795.1}"/>
</p:tagLst>
</file>

<file path=ppt/tags/tag191.xml><?xml version="1.0" encoding="utf-8"?>
<p:tagLst xmlns:p="http://schemas.openxmlformats.org/presentationml/2006/main">
  <p:tag name="KSO_WM_BEAUTIFY_FLAG" val=""/>
  <p:tag name="KSO_WM_DIAGRAM_VIRTUALLY_FRAME" val="{&quot;height&quot;:346.75,&quot;left&quot;:80.55,&quot;top&quot;:145.2,&quot;width&quot;:795.1}"/>
</p:tagLst>
</file>

<file path=ppt/tags/tag192.xml><?xml version="1.0" encoding="utf-8"?>
<p:tagLst xmlns:p="http://schemas.openxmlformats.org/presentationml/2006/main">
  <p:tag name="KSO_WM_BEAUTIFY_FLAG" val=""/>
  <p:tag name="KSO_WM_DIAGRAM_VIRTUALLY_FRAME" val="{&quot;height&quot;:346.75,&quot;left&quot;:80.55,&quot;top&quot;:145.2,&quot;width&quot;:795.1}"/>
</p:tagLst>
</file>

<file path=ppt/tags/tag193.xml><?xml version="1.0" encoding="utf-8"?>
<p:tagLst xmlns:p="http://schemas.openxmlformats.org/presentationml/2006/main">
  <p:tag name="KSO_WM_BEAUTIFY_FLAG" val=""/>
  <p:tag name="KSO_WM_DIAGRAM_VIRTUALLY_FRAME" val="{&quot;height&quot;:346.75,&quot;left&quot;:80.55,&quot;top&quot;:145.2,&quot;width&quot;:795.1}"/>
</p:tagLst>
</file>

<file path=ppt/tags/tag194.xml><?xml version="1.0" encoding="utf-8"?>
<p:tagLst xmlns:p="http://schemas.openxmlformats.org/presentationml/2006/main">
  <p:tag name="KSO_WM_BEAUTIFY_FLAG" val=""/>
  <p:tag name="KSO_WM_DIAGRAM_VIRTUALLY_FRAME" val="{&quot;height&quot;:346.75,&quot;left&quot;:80.55,&quot;top&quot;:145.2,&quot;width&quot;:795.1}"/>
</p:tagLst>
</file>

<file path=ppt/theme/theme1.xml><?xml version="1.0" encoding="utf-8"?>
<a:theme xmlns:a="http://schemas.openxmlformats.org/drawingml/2006/main" name="1_Office 主题​​">
  <a:themeElements>
    <a:clrScheme name="中国夏季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0894D"/>
      </a:accent1>
      <a:accent2>
        <a:srgbClr val="2C9678"/>
      </a:accent2>
      <a:accent3>
        <a:srgbClr val="5DBE8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自定义 2">
      <a:majorFont>
        <a:latin typeface="OPPOSans M"/>
        <a:ea typeface="阿里妈妈东方大楷"/>
        <a:cs typeface=""/>
      </a:majorFont>
      <a:minorFont>
        <a:latin typeface="OPPOSans M"/>
        <a:ea typeface="OPPOSans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3210</ns0:Words>
  <ns0:Application>WPS 演示</ns0:Application>
  <ns0:PresentationFormat>宽屏</ns0:PresentationFormat>
  <ns0:Paragraphs>437</ns0:Paragraphs>
  <ns0:Slides>26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17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26</ns1:i4>
      </ns1:variant>
    </ns1:vector>
  </ns0:HeadingPairs>
  <ns0:TitlesOfParts>
    <ns1:vector size="44" baseType="lpstr">
      <ns1:lpstr>Arial</ns1:lpstr>
      <ns1:lpstr>宋体</ns1:lpstr>
      <ns1:lpstr>Wingdings</ns1:lpstr>
      <ns1:lpstr>等线</ns1:lpstr>
      <ns1:lpstr>黑体</ns1:lpstr>
      <ns1:lpstr>平方赖江湖飞扬体</ns1:lpstr>
      <ns1:lpstr>Arial</ns1:lpstr>
      <ns1:lpstr>杨任东竹石体-Regular</ns1:lpstr>
      <ns1:lpstr>微软雅黑 Light</ns1:lpstr>
      <ns1:lpstr>阿里妈妈东方大楷</ns1:lpstr>
      <ns1:lpstr>阿里巴巴普惠体</ns1:lpstr>
      <ns1:lpstr>OPPOSans M</ns1:lpstr>
      <ns1:lpstr>OPPOSans M</ns1:lpstr>
      <ns1:lpstr>阿里妈妈东方大楷</ns1:lpstr>
      <ns1:lpstr>思源黑体 CN Normal</ns1:lpstr>
      <ns1:lpstr>汉仪中秀体简</ns1:lpstr>
      <ns1:lpstr>Segoe Print</ns1:lpstr>
      <ns1:lpstr>1_Office 主题​​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