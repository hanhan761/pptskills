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353" r:id="rId5"/>
    <p:sldId id="452" r:id="rId6"/>
    <p:sldId id="453" r:id="rId7"/>
    <p:sldId id="460" r:id="rId8"/>
    <p:sldId id="457" r:id="rId9"/>
    <p:sldId id="316" r:id="rId10"/>
    <p:sldId id="458" r:id="rId11"/>
    <p:sldId id="459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34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slide" Target="slides/slide6.xml" /><ns0:Relationship Id="rId8" Type="http://schemas.openxmlformats.org/officeDocument/2006/relationships/slide" Target="slides/slide5.xml" /><ns0:Relationship Id="rId7" Type="http://schemas.openxmlformats.org/officeDocument/2006/relationships/slide" Target="slides/slide4.xml" /><ns0:Relationship Id="rId6" Type="http://schemas.openxmlformats.org/officeDocument/2006/relationships/slide" Target="slides/slide3.xml" /><ns0:Relationship Id="rId5" Type="http://schemas.openxmlformats.org/officeDocument/2006/relationships/slide" Target="slides/slide2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8" Type="http://schemas.openxmlformats.org/officeDocument/2006/relationships/tags" Target="tags/tag68.xml" /><ns0:Relationship Id="rId17" Type="http://schemas.openxmlformats.org/officeDocument/2006/relationships/commentAuthors" Target="commentAuthors.xml" /><ns0:Relationship Id="rId16" Type="http://schemas.openxmlformats.org/officeDocument/2006/relationships/tableStyles" Target="tableStyles.xml" /><ns0:Relationship Id="rId15" Type="http://schemas.openxmlformats.org/officeDocument/2006/relationships/viewProps" Target="viewProps.xml" /><ns0:Relationship Id="rId14" Type="http://schemas.openxmlformats.org/officeDocument/2006/relationships/presProps" Target="presProps.xml" /><ns0:Relationship Id="rId13" Type="http://schemas.openxmlformats.org/officeDocument/2006/relationships/handoutMaster" Target="handoutMasters/handoutMaster1.xml" /><ns0:Relationship Id="rId12" Type="http://schemas.openxmlformats.org/officeDocument/2006/relationships/slide" Target="slides/slide9.xml" /><ns0:Relationship Id="rId11" Type="http://schemas.openxmlformats.org/officeDocument/2006/relationships/slide" Target="slides/slide8.xml" /><ns0:Relationship Id="rId10" Type="http://schemas.openxmlformats.org/officeDocument/2006/relationships/slide" Target="slides/slide7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2.xml" /></ns0:Relationships>
</file>

<file path=ppt/notesSlides/_rels/notesSlide3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3.xml" /></ns0:Relationships>
</file>

<file path=ppt/notesSlides/_rels/notesSlide4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4.xml" /></ns0:Relationships>
</file>

<file path=ppt/notesSlides/_rels/notesSlide5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5.xml" /></ns0:Relationships>
</file>

<file path=ppt/notesSlides/_rels/notesSlide6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6.xml" /></ns0:Relationships>
</file>

<file path=ppt/notesSlides/_rels/notesSlide7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7.xml" /></ns0:Relationships>
</file>

<file path=ppt/notesSlides/_rels/notesSlide8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8.xml" /></ns0:Relationships>
</file>

<file path=ppt/notesSlides/_rels/notesSlide9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9.xml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示例内容公开模板示例内容公开</a:t>
            </a:r>
            <a:r>
              <a:rPr lang="en-US" altLang="zh-CN" dirty="0"/>
              <a:t>示例</a:t>
            </a:r>
            <a:r>
              <a:rPr lang="zh-CN" altLang="en-US" dirty="0"/>
              <a:t>示例内容公开模。板示例内容公开模板示例内容公。开模板示例内</a:t>
            </a:r>
            <a:r>
              <a:rPr lang="en-US" altLang="zh-CN" dirty="0"/>
              <a:t>示例内容公开模</a:t>
            </a:r>
            <a:r>
              <a:rPr lang="zh-CN" altLang="en-US" dirty="0"/>
              <a:t>、示例内容公</a:t>
            </a:r>
            <a:r>
              <a:rPr lang="en-US" altLang="zh-CN" dirty="0"/>
              <a:t>示例内容-公</a:t>
            </a:r>
            <a:r>
              <a:rPr lang="zh-CN" altLang="en-US" dirty="0"/>
              <a:t>示</a:t>
            </a:r>
            <a:r>
              <a:rPr lang="en-US" altLang="zh-CN" dirty="0"/>
              <a:t>示例内容公开模板示例,</a:t>
            </a:r>
            <a:r>
              <a:rPr lang="zh-CN" altLang="en-US" dirty="0"/>
              <a:t>示例内容公开</a:t>
            </a:r>
            <a:r>
              <a:rPr lang="en-US" altLang="zh-CN" dirty="0"/>
              <a:t>示例内容</a:t>
            </a:r>
            <a:r>
              <a:rPr lang="zh-CN" altLang="en-US" dirty="0"/>
              <a:t>示例内容公开模板示例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示例内容公开模板示例内容。公开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示例内容公开模板示例内容公开模板</a:t>
            </a:r>
            <a:r>
              <a:rPr lang="en-US" altLang="zh-CN" dirty="0"/>
              <a:t>示</a:t>
            </a:r>
            <a:r>
              <a:rPr lang="zh-CN" altLang="en-US" dirty="0"/>
              <a:t>示例内容公开模板示例内。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示例内容公开模板示例内容公开</a:t>
            </a:r>
            <a:r>
              <a:rPr lang="en-US" altLang="zh-CN" dirty="0"/>
              <a:t>示例</a:t>
            </a:r>
            <a:r>
              <a:rPr lang="zh-CN" altLang="en-US" dirty="0"/>
              <a:t>示例内容公开模。板示例内容公开模板示例内容公。开模板示例内</a:t>
            </a:r>
            <a:r>
              <a:rPr lang="en-US" altLang="zh-CN" dirty="0"/>
              <a:t>示例内容公开模</a:t>
            </a:r>
            <a:r>
              <a:rPr lang="zh-CN" altLang="en-US" dirty="0"/>
              <a:t>、示例内容公</a:t>
            </a:r>
            <a:r>
              <a:rPr lang="en-US" altLang="zh-CN" dirty="0"/>
              <a:t>示例内容-公</a:t>
            </a:r>
            <a:r>
              <a:rPr lang="zh-CN" altLang="en-US" dirty="0"/>
              <a:t>示</a:t>
            </a:r>
            <a:r>
              <a:rPr lang="en-US" altLang="zh-CN" dirty="0"/>
              <a:t>示例内容公开模板示例,</a:t>
            </a:r>
            <a:r>
              <a:rPr lang="zh-CN" altLang="en-US" dirty="0"/>
              <a:t>示例内容公开</a:t>
            </a:r>
            <a:r>
              <a:rPr lang="en-US" altLang="zh-CN" dirty="0"/>
              <a:t>示例内容</a:t>
            </a:r>
            <a:r>
              <a:rPr lang="zh-CN" altLang="en-US" dirty="0"/>
              <a:t>示例内容公开模板示例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示例内容公开模板示例内容。公开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示例内容公开模板示例内容公开模板</a:t>
            </a:r>
            <a:r>
              <a:rPr lang="en-US" altLang="zh-CN" dirty="0"/>
              <a:t>示</a:t>
            </a:r>
            <a:r>
              <a:rPr lang="zh-CN" altLang="en-US" dirty="0"/>
              <a:t>示例内容公开模板示例内。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示例内容公开模板示例内容公开</a:t>
            </a:r>
            <a:r>
              <a:rPr lang="en-US" altLang="zh-CN" dirty="0"/>
              <a:t>示例</a:t>
            </a:r>
            <a:r>
              <a:rPr lang="zh-CN" altLang="en-US" dirty="0"/>
              <a:t>示例内容公开模。板示例内容公开模板示例内容公。开模板示例内</a:t>
            </a:r>
            <a:r>
              <a:rPr lang="en-US" altLang="zh-CN" dirty="0"/>
              <a:t>示例内容公开模</a:t>
            </a:r>
            <a:r>
              <a:rPr lang="zh-CN" altLang="en-US" dirty="0"/>
              <a:t>、示例内容公</a:t>
            </a:r>
            <a:r>
              <a:rPr lang="en-US" altLang="zh-CN" dirty="0"/>
              <a:t>示例内容-公</a:t>
            </a:r>
            <a:r>
              <a:rPr lang="zh-CN" altLang="en-US" dirty="0"/>
              <a:t>示</a:t>
            </a:r>
            <a:r>
              <a:rPr lang="en-US" altLang="zh-CN" dirty="0"/>
              <a:t>示例内容公开模板示例,</a:t>
            </a:r>
            <a:r>
              <a:rPr lang="zh-CN" altLang="en-US" dirty="0"/>
              <a:t>示例内容公开</a:t>
            </a:r>
            <a:r>
              <a:rPr lang="en-US" altLang="zh-CN" dirty="0"/>
              <a:t>示例内容</a:t>
            </a:r>
            <a:r>
              <a:rPr lang="zh-CN" altLang="en-US" dirty="0"/>
              <a:t>示例内容公开模板示例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示例内容公开模板示例内容。公开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示例内容公开模板示例内容公开模板</a:t>
            </a:r>
            <a:r>
              <a:rPr lang="en-US" altLang="zh-CN" dirty="0"/>
              <a:t>示</a:t>
            </a:r>
            <a:r>
              <a:rPr lang="zh-CN" altLang="en-US" dirty="0"/>
              <a:t>示例内容公开模板示例内。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示例内容公开模板示例内容公开</a:t>
            </a:r>
            <a:r>
              <a:rPr lang="en-US" altLang="zh-CN" dirty="0"/>
              <a:t>示例</a:t>
            </a:r>
            <a:r>
              <a:rPr lang="zh-CN" altLang="en-US" dirty="0"/>
              <a:t>示例内容公开模。板示例内容公开模板示例内容公。开模板示例内</a:t>
            </a:r>
            <a:r>
              <a:rPr lang="en-US" altLang="zh-CN" dirty="0"/>
              <a:t>示例内容公开模</a:t>
            </a:r>
            <a:r>
              <a:rPr lang="zh-CN" altLang="en-US" dirty="0"/>
              <a:t>、示例内容公</a:t>
            </a:r>
            <a:r>
              <a:rPr lang="en-US" altLang="zh-CN" dirty="0"/>
              <a:t>示例内容-公</a:t>
            </a:r>
            <a:r>
              <a:rPr lang="zh-CN" altLang="en-US" dirty="0"/>
              <a:t>示</a:t>
            </a:r>
            <a:r>
              <a:rPr lang="en-US" altLang="zh-CN" dirty="0"/>
              <a:t>示例内容公开模板示例,</a:t>
            </a:r>
            <a:r>
              <a:rPr lang="zh-CN" altLang="en-US" dirty="0"/>
              <a:t>示例内容公开</a:t>
            </a:r>
            <a:r>
              <a:rPr lang="en-US" altLang="zh-CN" dirty="0"/>
              <a:t>示例内容</a:t>
            </a:r>
            <a:r>
              <a:rPr lang="zh-CN" altLang="en-US" dirty="0"/>
              <a:t>示例内容公开模板示例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示例内容公开模板示例内容。公开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示例内容公开模板示例内容公开模板</a:t>
            </a:r>
            <a:r>
              <a:rPr lang="en-US" altLang="zh-CN" dirty="0"/>
              <a:t>示</a:t>
            </a:r>
            <a:r>
              <a:rPr lang="zh-CN" altLang="en-US" dirty="0"/>
              <a:t>示例内容公开模板示例内。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示例内容公开模板示例内容公开</a:t>
            </a:r>
            <a:r>
              <a:rPr lang="en-US" altLang="zh-CN" dirty="0"/>
              <a:t>示例</a:t>
            </a:r>
            <a:r>
              <a:rPr lang="zh-CN" altLang="en-US" dirty="0"/>
              <a:t>示例内容公开模。板示例内容公开模板示例内容公。开模板示例内</a:t>
            </a:r>
            <a:r>
              <a:rPr lang="en-US" altLang="zh-CN" dirty="0"/>
              <a:t>示例内容公开模</a:t>
            </a:r>
            <a:r>
              <a:rPr lang="zh-CN" altLang="en-US" dirty="0"/>
              <a:t>、示例内容公</a:t>
            </a:r>
            <a:r>
              <a:rPr lang="en-US" altLang="zh-CN" dirty="0"/>
              <a:t>示例内容-公</a:t>
            </a:r>
            <a:r>
              <a:rPr lang="zh-CN" altLang="en-US" dirty="0"/>
              <a:t>示</a:t>
            </a:r>
            <a:r>
              <a:rPr lang="en-US" altLang="zh-CN" dirty="0"/>
              <a:t>示例内容公开模板示例,</a:t>
            </a:r>
            <a:r>
              <a:rPr lang="zh-CN" altLang="en-US" dirty="0"/>
              <a:t>示例内容公开</a:t>
            </a:r>
            <a:r>
              <a:rPr lang="en-US" altLang="zh-CN" dirty="0"/>
              <a:t>示例内容</a:t>
            </a:r>
            <a:r>
              <a:rPr lang="zh-CN" altLang="en-US" dirty="0"/>
              <a:t>示例内容公开模板示例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示例内容公开模板示例内容。公开</a:t>
            </a:r>
            <a:r>
              <a:rPr lang="en-US" altLang="zh-CN" dirty="0"/>
              <a:t>,</a:t>
            </a:r>
            <a:r>
              <a:rPr lang="zh-CN" altLang="en-US" dirty="0"/>
              <a:t>示例内</a:t>
            </a:r>
            <a:r>
              <a:rPr lang="en-US" altLang="zh-CN" dirty="0"/>
              <a:t>示例</a:t>
            </a:r>
            <a:r>
              <a:rPr lang="zh-CN" altLang="en-US" dirty="0"/>
              <a:t>示例内容公开模板示例内容公开模板</a:t>
            </a:r>
            <a:r>
              <a:rPr lang="en-US" altLang="zh-CN" dirty="0"/>
              <a:t>示</a:t>
            </a:r>
            <a:r>
              <a:rPr lang="zh-CN" altLang="en-US" dirty="0"/>
              <a:t>示例内容公开模板示例内。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CA06E-36F2-494A-AEF2-373EFCD4A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示例内容公开模板示例内容公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 userDrawn="1"/>
        </p:nvCxnSpPr>
        <p:spPr>
          <a:xfrm flipV="1">
            <a:off x="682067" y="615705"/>
            <a:ext cx="11509933" cy="0"/>
          </a:xfrm>
          <a:prstGeom prst="line">
            <a:avLst/>
          </a:prstGeom>
          <a:ln w="28575">
            <a:solidFill>
              <a:srgbClr val="123A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单圆角 205"/>
          <p:cNvSpPr/>
          <p:nvPr userDrawn="1"/>
        </p:nvSpPr>
        <p:spPr>
          <a:xfrm>
            <a:off x="1" y="146988"/>
            <a:ext cx="3552091" cy="468000"/>
          </a:xfrm>
          <a:prstGeom prst="round1Rect">
            <a:avLst>
              <a:gd name="adj" fmla="val 27228"/>
            </a:avLst>
          </a:prstGeom>
          <a:solidFill>
            <a:srgbClr val="123A85"/>
          </a:solidFill>
          <a:ln w="28575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示例内容公开模板示例内容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示例内容公开模板示例内容</a:t>
            </a:r>
            <a:endParaRPr lang="zh-CN" altLang="en-US" smtClean="0"/>
          </a:p>
          <a:p>
            <a:pPr lvl="1"/>
            <a:r>
              <a:rPr lang="zh-CN" altLang="en-US" smtClean="0"/>
              <a:t>示例内</a:t>
            </a:r>
            <a:endParaRPr lang="zh-CN" altLang="en-US" smtClean="0"/>
          </a:p>
          <a:p>
            <a:pPr lvl="2"/>
            <a:r>
              <a:rPr lang="zh-CN" altLang="en-US" smtClean="0"/>
              <a:t>示例内</a:t>
            </a:r>
            <a:endParaRPr lang="zh-CN" altLang="en-US" smtClean="0"/>
          </a:p>
          <a:p>
            <a:pPr lvl="3"/>
            <a:r>
              <a:rPr lang="zh-CN" altLang="en-US" smtClean="0"/>
              <a:t>示例内</a:t>
            </a:r>
            <a:endParaRPr lang="zh-CN" altLang="en-US" smtClean="0"/>
          </a:p>
          <a:p>
            <a:pPr lvl="4"/>
            <a:r>
              <a:rPr lang="zh-CN" altLang="en-US" smtClean="0"/>
              <a:t>示例内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2.xml" /><ns0:Relationship Id="rId1" Type="http://schemas.openxmlformats.org/officeDocument/2006/relationships/image" Target="../media/public-placeholder.png" /></ns0:Relationships>
</file>

<file path=ppt/slides/_rels/slide2.xml.rels><?xml version='1.0' encoding='utf-8'?>
<ns0:Relationships xmlns:ns0="http://schemas.openxmlformats.org/package/2006/relationships"><ns0:Relationship Id="rId9" Type="http://schemas.openxmlformats.org/officeDocument/2006/relationships/tags" Target="../tags/tag9.xml" /><ns0:Relationship Id="rId8" Type="http://schemas.openxmlformats.org/officeDocument/2006/relationships/tags" Target="../tags/tag8.xml" /><ns0:Relationship Id="rId7" Type="http://schemas.openxmlformats.org/officeDocument/2006/relationships/tags" Target="../tags/tag7.xml" /><ns0:Relationship Id="rId6" Type="http://schemas.openxmlformats.org/officeDocument/2006/relationships/tags" Target="../tags/tag6.xml" /><ns0:Relationship Id="rId5" Type="http://schemas.openxmlformats.org/officeDocument/2006/relationships/tags" Target="../tags/tag5.xml" /><ns0:Relationship Id="rId4" Type="http://schemas.openxmlformats.org/officeDocument/2006/relationships/tags" Target="../tags/tag4.xml" /><ns0:Relationship Id="rId3" Type="http://schemas.openxmlformats.org/officeDocument/2006/relationships/tags" Target="../tags/tag3.xml" /><ns0:Relationship Id="rId20" Type="http://schemas.openxmlformats.org/officeDocument/2006/relationships/notesSlide" Target="../notesSlides/notesSlide2.xml" /><ns0:Relationship Id="rId2" Type="http://schemas.openxmlformats.org/officeDocument/2006/relationships/tags" Target="../tags/tag2.xml" /><ns0:Relationship Id="rId19" Type="http://schemas.openxmlformats.org/officeDocument/2006/relationships/slideLayout" Target="../slideLayouts/slideLayout2.xml" /><ns0:Relationship Id="rId18" Type="http://schemas.openxmlformats.org/officeDocument/2006/relationships/tags" Target="../tags/tag18.xml" /><ns0:Relationship Id="rId17" Type="http://schemas.openxmlformats.org/officeDocument/2006/relationships/tags" Target="../tags/tag17.xml" /><ns0:Relationship Id="rId16" Type="http://schemas.openxmlformats.org/officeDocument/2006/relationships/tags" Target="../tags/tag16.xml" /><ns0:Relationship Id="rId15" Type="http://schemas.openxmlformats.org/officeDocument/2006/relationships/tags" Target="../tags/tag15.xml" /><ns0:Relationship Id="rId14" Type="http://schemas.openxmlformats.org/officeDocument/2006/relationships/tags" Target="../tags/tag14.xml" /><ns0:Relationship Id="rId13" Type="http://schemas.openxmlformats.org/officeDocument/2006/relationships/tags" Target="../tags/tag13.xml" /><ns0:Relationship Id="rId12" Type="http://schemas.openxmlformats.org/officeDocument/2006/relationships/tags" Target="../tags/tag12.xml" /><ns0:Relationship Id="rId11" Type="http://schemas.openxmlformats.org/officeDocument/2006/relationships/tags" Target="../tags/tag11.xml" /><ns0:Relationship Id="rId10" Type="http://schemas.openxmlformats.org/officeDocument/2006/relationships/tags" Target="../tags/tag10.xml" /><ns0:Relationship Id="rId1" Type="http://schemas.openxmlformats.org/officeDocument/2006/relationships/tags" Target="../tags/tag1.xml" /></ns0:Relationships>
</file>

<file path=ppt/slides/_rels/slide3.xml.rels><?xml version='1.0' encoding='utf-8'?>
<ns0:Relationships xmlns:ns0="http://schemas.openxmlformats.org/package/2006/relationships"><ns0:Relationship Id="rId9" Type="http://schemas.openxmlformats.org/officeDocument/2006/relationships/notesSlide" Target="../notesSlides/notesSlide3.xml" /><ns0:Relationship Id="rId8" Type="http://schemas.openxmlformats.org/officeDocument/2006/relationships/slideLayout" Target="../slideLayouts/slideLayout12.xml" /><ns0:Relationship Id="rId7" Type="http://schemas.openxmlformats.org/officeDocument/2006/relationships/tags" Target="../tags/tag25.xml" /><ns0:Relationship Id="rId6" Type="http://schemas.openxmlformats.org/officeDocument/2006/relationships/tags" Target="../tags/tag24.xml" /><ns0:Relationship Id="rId5" Type="http://schemas.openxmlformats.org/officeDocument/2006/relationships/tags" Target="../tags/tag23.xml" /><ns0:Relationship Id="rId4" Type="http://schemas.openxmlformats.org/officeDocument/2006/relationships/tags" Target="../tags/tag22.xml" /><ns0:Relationship Id="rId3" Type="http://schemas.openxmlformats.org/officeDocument/2006/relationships/tags" Target="../tags/tag21.xml" /><ns0:Relationship Id="rId2" Type="http://schemas.openxmlformats.org/officeDocument/2006/relationships/tags" Target="../tags/tag20.xml" /><ns0:Relationship Id="rId1" Type="http://schemas.openxmlformats.org/officeDocument/2006/relationships/tags" Target="../tags/tag19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4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5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_rels/slide6.xml.rels><?xml version='1.0' encoding='utf-8'?>
<ns0:Relationships xmlns:ns0="http://schemas.openxmlformats.org/package/2006/relationships"><ns0:Relationship Id="rId9" Type="http://schemas.openxmlformats.org/officeDocument/2006/relationships/tags" Target="../tags/tag34.xml" /><ns0:Relationship Id="rId8" Type="http://schemas.openxmlformats.org/officeDocument/2006/relationships/tags" Target="../tags/tag33.xml" /><ns0:Relationship Id="rId7" Type="http://schemas.openxmlformats.org/officeDocument/2006/relationships/tags" Target="../tags/tag32.xml" /><ns0:Relationship Id="rId6" Type="http://schemas.openxmlformats.org/officeDocument/2006/relationships/tags" Target="../tags/tag31.xml" /><ns0:Relationship Id="rId5" Type="http://schemas.openxmlformats.org/officeDocument/2006/relationships/tags" Target="../tags/tag30.xml" /><ns0:Relationship Id="rId4" Type="http://schemas.openxmlformats.org/officeDocument/2006/relationships/tags" Target="../tags/tag29.xml" /><ns0:Relationship Id="rId3" Type="http://schemas.openxmlformats.org/officeDocument/2006/relationships/tags" Target="../tags/tag28.xml" /><ns0:Relationship Id="rId20" Type="http://schemas.openxmlformats.org/officeDocument/2006/relationships/notesSlide" Target="../notesSlides/notesSlide6.xml" /><ns0:Relationship Id="rId2" Type="http://schemas.openxmlformats.org/officeDocument/2006/relationships/tags" Target="../tags/tag27.xml" /><ns0:Relationship Id="rId19" Type="http://schemas.openxmlformats.org/officeDocument/2006/relationships/slideLayout" Target="../slideLayouts/slideLayout2.xml" /><ns0:Relationship Id="rId18" Type="http://schemas.openxmlformats.org/officeDocument/2006/relationships/tags" Target="../tags/tag43.xml" /><ns0:Relationship Id="rId17" Type="http://schemas.openxmlformats.org/officeDocument/2006/relationships/tags" Target="../tags/tag42.xml" /><ns0:Relationship Id="rId16" Type="http://schemas.openxmlformats.org/officeDocument/2006/relationships/tags" Target="../tags/tag41.xml" /><ns0:Relationship Id="rId15" Type="http://schemas.openxmlformats.org/officeDocument/2006/relationships/tags" Target="../tags/tag40.xml" /><ns0:Relationship Id="rId14" Type="http://schemas.openxmlformats.org/officeDocument/2006/relationships/tags" Target="../tags/tag39.xml" /><ns0:Relationship Id="rId13" Type="http://schemas.openxmlformats.org/officeDocument/2006/relationships/tags" Target="../tags/tag38.xml" /><ns0:Relationship Id="rId12" Type="http://schemas.openxmlformats.org/officeDocument/2006/relationships/tags" Target="../tags/tag37.xml" /><ns0:Relationship Id="rId11" Type="http://schemas.openxmlformats.org/officeDocument/2006/relationships/tags" Target="../tags/tag36.xml" /><ns0:Relationship Id="rId10" Type="http://schemas.openxmlformats.org/officeDocument/2006/relationships/tags" Target="../tags/tag35.xml" /><ns0:Relationship Id="rId1" Type="http://schemas.openxmlformats.org/officeDocument/2006/relationships/tags" Target="../tags/tag26.xml" /></ns0:Relationships>
</file>

<file path=ppt/slides/_rels/slide7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7.xml" /><ns0:Relationship Id="rId4" Type="http://schemas.openxmlformats.org/officeDocument/2006/relationships/slideLayout" Target="../slideLayouts/slideLayout12.xml" /><ns0:Relationship Id="rId3" Type="http://schemas.openxmlformats.org/officeDocument/2006/relationships/tags" Target="../tags/tag46.xml" /><ns0:Relationship Id="rId2" Type="http://schemas.openxmlformats.org/officeDocument/2006/relationships/tags" Target="../tags/tag45.xml" /><ns0:Relationship Id="rId1" Type="http://schemas.openxmlformats.org/officeDocument/2006/relationships/tags" Target="../tags/tag44.xml" /></ns0:Relationships>
</file>

<file path=ppt/slides/_rels/slide8.xml.rels><?xml version='1.0' encoding='utf-8'?>
<ns0:Relationships xmlns:ns0="http://schemas.openxmlformats.org/package/2006/relationships"><ns0:Relationship Id="rId9" Type="http://schemas.openxmlformats.org/officeDocument/2006/relationships/tags" Target="../tags/tag55.xml" /><ns0:Relationship Id="rId8" Type="http://schemas.openxmlformats.org/officeDocument/2006/relationships/tags" Target="../tags/tag54.xml" /><ns0:Relationship Id="rId7" Type="http://schemas.openxmlformats.org/officeDocument/2006/relationships/tags" Target="../tags/tag53.xml" /><ns0:Relationship Id="rId6" Type="http://schemas.openxmlformats.org/officeDocument/2006/relationships/tags" Target="../tags/tag52.xml" /><ns0:Relationship Id="rId5" Type="http://schemas.openxmlformats.org/officeDocument/2006/relationships/tags" Target="../tags/tag51.xml" /><ns0:Relationship Id="rId4" Type="http://schemas.openxmlformats.org/officeDocument/2006/relationships/tags" Target="../tags/tag50.xml" /><ns0:Relationship Id="rId3" Type="http://schemas.openxmlformats.org/officeDocument/2006/relationships/tags" Target="../tags/tag49.xml" /><ns0:Relationship Id="rId20" Type="http://schemas.openxmlformats.org/officeDocument/2006/relationships/notesSlide" Target="../notesSlides/notesSlide8.xml" /><ns0:Relationship Id="rId2" Type="http://schemas.openxmlformats.org/officeDocument/2006/relationships/tags" Target="../tags/tag48.xml" /><ns0:Relationship Id="rId19" Type="http://schemas.openxmlformats.org/officeDocument/2006/relationships/slideLayout" Target="../slideLayouts/slideLayout2.xml" /><ns0:Relationship Id="rId18" Type="http://schemas.openxmlformats.org/officeDocument/2006/relationships/tags" Target="../tags/tag64.xml" /><ns0:Relationship Id="rId17" Type="http://schemas.openxmlformats.org/officeDocument/2006/relationships/tags" Target="../tags/tag63.xml" /><ns0:Relationship Id="rId16" Type="http://schemas.openxmlformats.org/officeDocument/2006/relationships/tags" Target="../tags/tag62.xml" /><ns0:Relationship Id="rId15" Type="http://schemas.openxmlformats.org/officeDocument/2006/relationships/tags" Target="../tags/tag61.xml" /><ns0:Relationship Id="rId14" Type="http://schemas.openxmlformats.org/officeDocument/2006/relationships/tags" Target="../tags/tag60.xml" /><ns0:Relationship Id="rId13" Type="http://schemas.openxmlformats.org/officeDocument/2006/relationships/tags" Target="../tags/tag59.xml" /><ns0:Relationship Id="rId12" Type="http://schemas.openxmlformats.org/officeDocument/2006/relationships/tags" Target="../tags/tag58.xml" /><ns0:Relationship Id="rId11" Type="http://schemas.openxmlformats.org/officeDocument/2006/relationships/tags" Target="../tags/tag57.xml" /><ns0:Relationship Id="rId10" Type="http://schemas.openxmlformats.org/officeDocument/2006/relationships/tags" Target="../tags/tag56.xml" /><ns0:Relationship Id="rId1" Type="http://schemas.openxmlformats.org/officeDocument/2006/relationships/tags" Target="../tags/tag47.xml" /></ns0:Relationships>
</file>

<file path=ppt/slides/_rels/slide9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9.xml" /><ns0:Relationship Id="rId4" Type="http://schemas.openxmlformats.org/officeDocument/2006/relationships/slideLayout" Target="../slideLayouts/slideLayout12.xml" /><ns0:Relationship Id="rId3" Type="http://schemas.openxmlformats.org/officeDocument/2006/relationships/tags" Target="../tags/tag67.xml" /><ns0:Relationship Id="rId2" Type="http://schemas.openxmlformats.org/officeDocument/2006/relationships/tags" Target="../tags/tag66.xml" /><ns0:Relationship Id="rId1" Type="http://schemas.openxmlformats.org/officeDocument/2006/relationships/tags" Target="../tags/tag65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4464685"/>
            <a:ext cx="1219136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</a:t>
            </a:r>
            <a:r>
              <a:rPr lang="zh-CN" altLang="en-US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示：</a:t>
            </a:r>
            <a:r>
              <a:rPr lang="en-US" altLang="zh-CN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示例内</a:t>
            </a:r>
            <a:endParaRPr lang="en-US" altLang="zh-CN" sz="3200" b="1" dirty="0">
              <a:solidFill>
                <a:srgbClr val="123A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0000</a:t>
            </a:r>
            <a:r>
              <a:rPr lang="zh-CN" altLang="en-US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</a:t>
            </a:r>
            <a:r>
              <a:rPr lang="en-US" altLang="zh-CN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</a:t>
            </a:r>
            <a:endParaRPr lang="en-US" altLang="zh-CN" sz="3200" b="1" dirty="0">
              <a:solidFill>
                <a:srgbClr val="123A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示例内容公开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23A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示例内容公开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06" y="114539"/>
            <a:ext cx="3992898" cy="1069308"/>
          </a:xfrm>
          <a:prstGeom prst="rect">
            <a:avLst/>
          </a:prstGeom>
        </p:spPr>
      </p:pic>
      <p:pic>
        <p:nvPicPr>
          <p:cNvPr id="3" name="Picture 8" descr="Public template placeholder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807" y="24204"/>
            <a:ext cx="1113637" cy="111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1605152"/>
            <a:ext cx="12192000" cy="2546272"/>
          </a:xfrm>
          <a:prstGeom prst="rect">
            <a:avLst/>
          </a:prstGeom>
          <a:solidFill>
            <a:srgbClr val="123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2091055"/>
            <a:ext cx="12192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45025" y="468630"/>
            <a:ext cx="4064000" cy="823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0463" y="0"/>
            <a:ext cx="3946849" cy="6858000"/>
          </a:xfrm>
          <a:prstGeom prst="rect">
            <a:avLst/>
          </a:prstGeom>
          <a:solidFill>
            <a:srgbClr val="123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21222" y="984706"/>
            <a:ext cx="2936243" cy="4437529"/>
          </a:xfrm>
          <a:prstGeom prst="rect">
            <a:avLst/>
          </a:prstGeom>
          <a:solidFill>
            <a:schemeClr val="bg1"/>
          </a:solidFill>
          <a:ln w="381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82066" y="1431023"/>
            <a:ext cx="1469147" cy="3564172"/>
          </a:xfrm>
          <a:prstGeom prst="rect">
            <a:avLst/>
          </a:prstGeom>
          <a:solidFill>
            <a:schemeClr val="bg1"/>
          </a:solidFill>
          <a:ln w="127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33043" y="1726151"/>
            <a:ext cx="10162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示例内容</a:t>
            </a:r>
            <a:endParaRPr lang="en-US" altLang="zh-CN" sz="4400" b="1" dirty="0">
              <a:solidFill>
                <a:srgbClr val="123A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246165" y="3967272"/>
            <a:ext cx="3200837" cy="2493614"/>
            <a:chOff x="3374572" y="431805"/>
            <a:chExt cx="5169870" cy="4027587"/>
          </a:xfrm>
          <a:solidFill>
            <a:schemeClr val="bg1">
              <a:alpha val="10196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3754467" y="1778917"/>
              <a:ext cx="4789975" cy="2680475"/>
            </a:xfrm>
            <a:custGeom>
              <a:avLst/>
              <a:gdLst>
                <a:gd name="T0" fmla="*/ 571 w 732"/>
                <a:gd name="T1" fmla="*/ 6 h 410"/>
                <a:gd name="T2" fmla="*/ 701 w 732"/>
                <a:gd name="T3" fmla="*/ 59 h 410"/>
                <a:gd name="T4" fmla="*/ 696 w 732"/>
                <a:gd name="T5" fmla="*/ 222 h 410"/>
                <a:gd name="T6" fmla="*/ 426 w 732"/>
                <a:gd name="T7" fmla="*/ 377 h 410"/>
                <a:gd name="T8" fmla="*/ 271 w 732"/>
                <a:gd name="T9" fmla="*/ 410 h 410"/>
                <a:gd name="T10" fmla="*/ 267 w 732"/>
                <a:gd name="T11" fmla="*/ 409 h 410"/>
                <a:gd name="T12" fmla="*/ 410 w 732"/>
                <a:gd name="T13" fmla="*/ 368 h 410"/>
                <a:gd name="T14" fmla="*/ 249 w 732"/>
                <a:gd name="T15" fmla="*/ 394 h 410"/>
                <a:gd name="T16" fmla="*/ 308 w 732"/>
                <a:gd name="T17" fmla="*/ 376 h 410"/>
                <a:gd name="T18" fmla="*/ 305 w 732"/>
                <a:gd name="T19" fmla="*/ 373 h 410"/>
                <a:gd name="T20" fmla="*/ 378 w 732"/>
                <a:gd name="T21" fmla="*/ 349 h 410"/>
                <a:gd name="T22" fmla="*/ 334 w 732"/>
                <a:gd name="T23" fmla="*/ 351 h 410"/>
                <a:gd name="T24" fmla="*/ 340 w 732"/>
                <a:gd name="T25" fmla="*/ 345 h 410"/>
                <a:gd name="T26" fmla="*/ 427 w 732"/>
                <a:gd name="T27" fmla="*/ 317 h 410"/>
                <a:gd name="T28" fmla="*/ 405 w 732"/>
                <a:gd name="T29" fmla="*/ 320 h 410"/>
                <a:gd name="T30" fmla="*/ 268 w 732"/>
                <a:gd name="T31" fmla="*/ 340 h 410"/>
                <a:gd name="T32" fmla="*/ 322 w 732"/>
                <a:gd name="T33" fmla="*/ 321 h 410"/>
                <a:gd name="T34" fmla="*/ 329 w 732"/>
                <a:gd name="T35" fmla="*/ 315 h 410"/>
                <a:gd name="T36" fmla="*/ 214 w 732"/>
                <a:gd name="T37" fmla="*/ 338 h 410"/>
                <a:gd name="T38" fmla="*/ 186 w 732"/>
                <a:gd name="T39" fmla="*/ 339 h 410"/>
                <a:gd name="T40" fmla="*/ 189 w 732"/>
                <a:gd name="T41" fmla="*/ 335 h 410"/>
                <a:gd name="T42" fmla="*/ 141 w 732"/>
                <a:gd name="T43" fmla="*/ 341 h 410"/>
                <a:gd name="T44" fmla="*/ 122 w 732"/>
                <a:gd name="T45" fmla="*/ 345 h 410"/>
                <a:gd name="T46" fmla="*/ 29 w 732"/>
                <a:gd name="T47" fmla="*/ 353 h 410"/>
                <a:gd name="T48" fmla="*/ 30 w 732"/>
                <a:gd name="T49" fmla="*/ 349 h 410"/>
                <a:gd name="T50" fmla="*/ 0 w 732"/>
                <a:gd name="T51" fmla="*/ 349 h 410"/>
                <a:gd name="T52" fmla="*/ 17 w 732"/>
                <a:gd name="T53" fmla="*/ 346 h 410"/>
                <a:gd name="T54" fmla="*/ 462 w 732"/>
                <a:gd name="T55" fmla="*/ 247 h 410"/>
                <a:gd name="T56" fmla="*/ 638 w 732"/>
                <a:gd name="T57" fmla="*/ 127 h 410"/>
                <a:gd name="T58" fmla="*/ 633 w 732"/>
                <a:gd name="T59" fmla="*/ 52 h 410"/>
                <a:gd name="T60" fmla="*/ 522 w 732"/>
                <a:gd name="T61" fmla="*/ 2 h 410"/>
                <a:gd name="T62" fmla="*/ 521 w 732"/>
                <a:gd name="T63" fmla="*/ 0 h 410"/>
                <a:gd name="T64" fmla="*/ 419 w 732"/>
                <a:gd name="T65" fmla="*/ 364 h 410"/>
                <a:gd name="T66" fmla="*/ 417 w 732"/>
                <a:gd name="T67" fmla="*/ 365 h 410"/>
                <a:gd name="T68" fmla="*/ 430 w 732"/>
                <a:gd name="T69" fmla="*/ 315 h 410"/>
                <a:gd name="T70" fmla="*/ 429 w 732"/>
                <a:gd name="T71" fmla="*/ 316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2" h="410">
                  <a:moveTo>
                    <a:pt x="521" y="0"/>
                  </a:moveTo>
                  <a:cubicBezTo>
                    <a:pt x="537" y="2"/>
                    <a:pt x="554" y="4"/>
                    <a:pt x="571" y="6"/>
                  </a:cubicBezTo>
                  <a:cubicBezTo>
                    <a:pt x="601" y="10"/>
                    <a:pt x="630" y="17"/>
                    <a:pt x="658" y="30"/>
                  </a:cubicBezTo>
                  <a:cubicBezTo>
                    <a:pt x="674" y="37"/>
                    <a:pt x="689" y="46"/>
                    <a:pt x="701" y="59"/>
                  </a:cubicBezTo>
                  <a:cubicBezTo>
                    <a:pt x="723" y="81"/>
                    <a:pt x="732" y="107"/>
                    <a:pt x="729" y="138"/>
                  </a:cubicBezTo>
                  <a:cubicBezTo>
                    <a:pt x="726" y="169"/>
                    <a:pt x="714" y="196"/>
                    <a:pt x="696" y="222"/>
                  </a:cubicBezTo>
                  <a:cubicBezTo>
                    <a:pt x="669" y="260"/>
                    <a:pt x="633" y="288"/>
                    <a:pt x="592" y="310"/>
                  </a:cubicBezTo>
                  <a:cubicBezTo>
                    <a:pt x="539" y="339"/>
                    <a:pt x="484" y="361"/>
                    <a:pt x="426" y="377"/>
                  </a:cubicBezTo>
                  <a:cubicBezTo>
                    <a:pt x="380" y="391"/>
                    <a:pt x="334" y="400"/>
                    <a:pt x="287" y="408"/>
                  </a:cubicBezTo>
                  <a:cubicBezTo>
                    <a:pt x="282" y="409"/>
                    <a:pt x="276" y="409"/>
                    <a:pt x="271" y="410"/>
                  </a:cubicBezTo>
                  <a:cubicBezTo>
                    <a:pt x="270" y="410"/>
                    <a:pt x="269" y="410"/>
                    <a:pt x="267" y="410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74" y="406"/>
                    <a:pt x="281" y="402"/>
                    <a:pt x="289" y="401"/>
                  </a:cubicBezTo>
                  <a:cubicBezTo>
                    <a:pt x="330" y="391"/>
                    <a:pt x="371" y="382"/>
                    <a:pt x="410" y="368"/>
                  </a:cubicBezTo>
                  <a:cubicBezTo>
                    <a:pt x="412" y="367"/>
                    <a:pt x="414" y="366"/>
                    <a:pt x="416" y="365"/>
                  </a:cubicBezTo>
                  <a:cubicBezTo>
                    <a:pt x="361" y="377"/>
                    <a:pt x="306" y="388"/>
                    <a:pt x="249" y="394"/>
                  </a:cubicBezTo>
                  <a:cubicBezTo>
                    <a:pt x="258" y="388"/>
                    <a:pt x="268" y="386"/>
                    <a:pt x="278" y="383"/>
                  </a:cubicBezTo>
                  <a:cubicBezTo>
                    <a:pt x="287" y="381"/>
                    <a:pt x="297" y="379"/>
                    <a:pt x="308" y="376"/>
                  </a:cubicBezTo>
                  <a:cubicBezTo>
                    <a:pt x="305" y="375"/>
                    <a:pt x="304" y="375"/>
                    <a:pt x="301" y="374"/>
                  </a:cubicBezTo>
                  <a:cubicBezTo>
                    <a:pt x="303" y="373"/>
                    <a:pt x="304" y="373"/>
                    <a:pt x="305" y="373"/>
                  </a:cubicBezTo>
                  <a:cubicBezTo>
                    <a:pt x="328" y="367"/>
                    <a:pt x="351" y="361"/>
                    <a:pt x="374" y="355"/>
                  </a:cubicBezTo>
                  <a:cubicBezTo>
                    <a:pt x="377" y="354"/>
                    <a:pt x="380" y="354"/>
                    <a:pt x="378" y="349"/>
                  </a:cubicBezTo>
                  <a:cubicBezTo>
                    <a:pt x="378" y="348"/>
                    <a:pt x="381" y="346"/>
                    <a:pt x="382" y="344"/>
                  </a:cubicBezTo>
                  <a:cubicBezTo>
                    <a:pt x="366" y="346"/>
                    <a:pt x="350" y="348"/>
                    <a:pt x="334" y="351"/>
                  </a:cubicBezTo>
                  <a:cubicBezTo>
                    <a:pt x="333" y="350"/>
                    <a:pt x="333" y="350"/>
                    <a:pt x="333" y="349"/>
                  </a:cubicBezTo>
                  <a:cubicBezTo>
                    <a:pt x="335" y="348"/>
                    <a:pt x="338" y="346"/>
                    <a:pt x="340" y="345"/>
                  </a:cubicBezTo>
                  <a:cubicBezTo>
                    <a:pt x="367" y="336"/>
                    <a:pt x="395" y="328"/>
                    <a:pt x="422" y="319"/>
                  </a:cubicBezTo>
                  <a:cubicBezTo>
                    <a:pt x="424" y="318"/>
                    <a:pt x="426" y="317"/>
                    <a:pt x="427" y="317"/>
                  </a:cubicBezTo>
                  <a:cubicBezTo>
                    <a:pt x="427" y="316"/>
                    <a:pt x="427" y="316"/>
                    <a:pt x="427" y="315"/>
                  </a:cubicBezTo>
                  <a:cubicBezTo>
                    <a:pt x="420" y="317"/>
                    <a:pt x="413" y="319"/>
                    <a:pt x="405" y="320"/>
                  </a:cubicBezTo>
                  <a:cubicBezTo>
                    <a:pt x="369" y="327"/>
                    <a:pt x="333" y="335"/>
                    <a:pt x="297" y="341"/>
                  </a:cubicBezTo>
                  <a:cubicBezTo>
                    <a:pt x="288" y="343"/>
                    <a:pt x="279" y="345"/>
                    <a:pt x="268" y="340"/>
                  </a:cubicBezTo>
                  <a:cubicBezTo>
                    <a:pt x="271" y="338"/>
                    <a:pt x="274" y="336"/>
                    <a:pt x="276" y="335"/>
                  </a:cubicBezTo>
                  <a:cubicBezTo>
                    <a:pt x="291" y="330"/>
                    <a:pt x="307" y="326"/>
                    <a:pt x="322" y="321"/>
                  </a:cubicBezTo>
                  <a:cubicBezTo>
                    <a:pt x="325" y="320"/>
                    <a:pt x="327" y="318"/>
                    <a:pt x="330" y="316"/>
                  </a:cubicBezTo>
                  <a:cubicBezTo>
                    <a:pt x="330" y="316"/>
                    <a:pt x="330" y="315"/>
                    <a:pt x="329" y="315"/>
                  </a:cubicBezTo>
                  <a:cubicBezTo>
                    <a:pt x="327" y="315"/>
                    <a:pt x="325" y="315"/>
                    <a:pt x="322" y="316"/>
                  </a:cubicBezTo>
                  <a:cubicBezTo>
                    <a:pt x="286" y="323"/>
                    <a:pt x="250" y="331"/>
                    <a:pt x="214" y="338"/>
                  </a:cubicBezTo>
                  <a:cubicBezTo>
                    <a:pt x="209" y="339"/>
                    <a:pt x="205" y="340"/>
                    <a:pt x="200" y="340"/>
                  </a:cubicBezTo>
                  <a:cubicBezTo>
                    <a:pt x="195" y="341"/>
                    <a:pt x="191" y="340"/>
                    <a:pt x="186" y="339"/>
                  </a:cubicBezTo>
                  <a:cubicBezTo>
                    <a:pt x="188" y="338"/>
                    <a:pt x="189" y="337"/>
                    <a:pt x="190" y="336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74" y="337"/>
                    <a:pt x="159" y="339"/>
                    <a:pt x="145" y="340"/>
                  </a:cubicBezTo>
                  <a:cubicBezTo>
                    <a:pt x="144" y="340"/>
                    <a:pt x="142" y="341"/>
                    <a:pt x="141" y="341"/>
                  </a:cubicBezTo>
                  <a:cubicBezTo>
                    <a:pt x="135" y="339"/>
                    <a:pt x="130" y="340"/>
                    <a:pt x="125" y="344"/>
                  </a:cubicBezTo>
                  <a:cubicBezTo>
                    <a:pt x="124" y="345"/>
                    <a:pt x="123" y="345"/>
                    <a:pt x="122" y="345"/>
                  </a:cubicBezTo>
                  <a:cubicBezTo>
                    <a:pt x="106" y="342"/>
                    <a:pt x="90" y="347"/>
                    <a:pt x="75" y="348"/>
                  </a:cubicBezTo>
                  <a:cubicBezTo>
                    <a:pt x="59" y="350"/>
                    <a:pt x="44" y="351"/>
                    <a:pt x="29" y="353"/>
                  </a:cubicBezTo>
                  <a:cubicBezTo>
                    <a:pt x="28" y="353"/>
                    <a:pt x="26" y="353"/>
                    <a:pt x="25" y="352"/>
                  </a:cubicBezTo>
                  <a:cubicBezTo>
                    <a:pt x="27" y="351"/>
                    <a:pt x="29" y="350"/>
                    <a:pt x="30" y="349"/>
                  </a:cubicBezTo>
                  <a:cubicBezTo>
                    <a:pt x="30" y="349"/>
                    <a:pt x="30" y="349"/>
                    <a:pt x="30" y="349"/>
                  </a:cubicBezTo>
                  <a:cubicBezTo>
                    <a:pt x="20" y="349"/>
                    <a:pt x="10" y="349"/>
                    <a:pt x="0" y="349"/>
                  </a:cubicBezTo>
                  <a:cubicBezTo>
                    <a:pt x="0" y="349"/>
                    <a:pt x="0" y="348"/>
                    <a:pt x="0" y="348"/>
                  </a:cubicBezTo>
                  <a:cubicBezTo>
                    <a:pt x="6" y="347"/>
                    <a:pt x="11" y="347"/>
                    <a:pt x="17" y="346"/>
                  </a:cubicBezTo>
                  <a:cubicBezTo>
                    <a:pt x="70" y="338"/>
                    <a:pt x="123" y="330"/>
                    <a:pt x="176" y="321"/>
                  </a:cubicBezTo>
                  <a:cubicBezTo>
                    <a:pt x="273" y="303"/>
                    <a:pt x="369" y="281"/>
                    <a:pt x="462" y="247"/>
                  </a:cubicBezTo>
                  <a:cubicBezTo>
                    <a:pt x="508" y="230"/>
                    <a:pt x="551" y="209"/>
                    <a:pt x="589" y="181"/>
                  </a:cubicBezTo>
                  <a:cubicBezTo>
                    <a:pt x="609" y="166"/>
                    <a:pt x="627" y="149"/>
                    <a:pt x="638" y="127"/>
                  </a:cubicBezTo>
                  <a:cubicBezTo>
                    <a:pt x="643" y="117"/>
                    <a:pt x="647" y="108"/>
                    <a:pt x="647" y="97"/>
                  </a:cubicBezTo>
                  <a:cubicBezTo>
                    <a:pt x="648" y="80"/>
                    <a:pt x="645" y="65"/>
                    <a:pt x="633" y="52"/>
                  </a:cubicBezTo>
                  <a:cubicBezTo>
                    <a:pt x="618" y="35"/>
                    <a:pt x="600" y="24"/>
                    <a:pt x="579" y="17"/>
                  </a:cubicBezTo>
                  <a:cubicBezTo>
                    <a:pt x="560" y="11"/>
                    <a:pt x="541" y="7"/>
                    <a:pt x="522" y="2"/>
                  </a:cubicBezTo>
                  <a:cubicBezTo>
                    <a:pt x="522" y="2"/>
                    <a:pt x="521" y="2"/>
                    <a:pt x="521" y="2"/>
                  </a:cubicBezTo>
                  <a:cubicBezTo>
                    <a:pt x="521" y="1"/>
                    <a:pt x="521" y="1"/>
                    <a:pt x="521" y="0"/>
                  </a:cubicBezTo>
                  <a:close/>
                  <a:moveTo>
                    <a:pt x="419" y="365"/>
                  </a:moveTo>
                  <a:cubicBezTo>
                    <a:pt x="419" y="365"/>
                    <a:pt x="419" y="364"/>
                    <a:pt x="419" y="364"/>
                  </a:cubicBezTo>
                  <a:cubicBezTo>
                    <a:pt x="418" y="364"/>
                    <a:pt x="418" y="364"/>
                    <a:pt x="417" y="364"/>
                  </a:cubicBezTo>
                  <a:cubicBezTo>
                    <a:pt x="417" y="365"/>
                    <a:pt x="417" y="365"/>
                    <a:pt x="417" y="365"/>
                  </a:cubicBezTo>
                  <a:cubicBezTo>
                    <a:pt x="418" y="365"/>
                    <a:pt x="418" y="365"/>
                    <a:pt x="419" y="365"/>
                  </a:cubicBezTo>
                  <a:close/>
                  <a:moveTo>
                    <a:pt x="430" y="315"/>
                  </a:moveTo>
                  <a:cubicBezTo>
                    <a:pt x="429" y="315"/>
                    <a:pt x="429" y="315"/>
                    <a:pt x="429" y="315"/>
                  </a:cubicBezTo>
                  <a:cubicBezTo>
                    <a:pt x="429" y="315"/>
                    <a:pt x="429" y="316"/>
                    <a:pt x="429" y="316"/>
                  </a:cubicBezTo>
                  <a:cubicBezTo>
                    <a:pt x="429" y="316"/>
                    <a:pt x="429" y="316"/>
                    <a:pt x="430" y="3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4"/>
            <p:cNvSpPr/>
            <p:nvPr/>
          </p:nvSpPr>
          <p:spPr bwMode="auto">
            <a:xfrm>
              <a:off x="3374572" y="967899"/>
              <a:ext cx="3650292" cy="2257098"/>
            </a:xfrm>
            <a:custGeom>
              <a:avLst/>
              <a:gdLst>
                <a:gd name="T0" fmla="*/ 558 w 558"/>
                <a:gd name="T1" fmla="*/ 1 h 345"/>
                <a:gd name="T2" fmla="*/ 557 w 558"/>
                <a:gd name="T3" fmla="*/ 5 h 345"/>
                <a:gd name="T4" fmla="*/ 450 w 558"/>
                <a:gd name="T5" fmla="*/ 164 h 345"/>
                <a:gd name="T6" fmla="*/ 275 w 558"/>
                <a:gd name="T7" fmla="*/ 287 h 345"/>
                <a:gd name="T8" fmla="*/ 135 w 558"/>
                <a:gd name="T9" fmla="*/ 336 h 345"/>
                <a:gd name="T10" fmla="*/ 54 w 558"/>
                <a:gd name="T11" fmla="*/ 343 h 345"/>
                <a:gd name="T12" fmla="*/ 26 w 558"/>
                <a:gd name="T13" fmla="*/ 338 h 345"/>
                <a:gd name="T14" fmla="*/ 7 w 558"/>
                <a:gd name="T15" fmla="*/ 293 h 345"/>
                <a:gd name="T16" fmla="*/ 43 w 558"/>
                <a:gd name="T17" fmla="*/ 248 h 345"/>
                <a:gd name="T18" fmla="*/ 146 w 558"/>
                <a:gd name="T19" fmla="*/ 190 h 345"/>
                <a:gd name="T20" fmla="*/ 318 w 558"/>
                <a:gd name="T21" fmla="*/ 140 h 345"/>
                <a:gd name="T22" fmla="*/ 406 w 558"/>
                <a:gd name="T23" fmla="*/ 126 h 345"/>
                <a:gd name="T24" fmla="*/ 413 w 558"/>
                <a:gd name="T25" fmla="*/ 127 h 345"/>
                <a:gd name="T26" fmla="*/ 385 w 558"/>
                <a:gd name="T27" fmla="*/ 133 h 345"/>
                <a:gd name="T28" fmla="*/ 225 w 558"/>
                <a:gd name="T29" fmla="*/ 185 h 345"/>
                <a:gd name="T30" fmla="*/ 153 w 558"/>
                <a:gd name="T31" fmla="*/ 230 h 345"/>
                <a:gd name="T32" fmla="*/ 141 w 558"/>
                <a:gd name="T33" fmla="*/ 244 h 345"/>
                <a:gd name="T34" fmla="*/ 148 w 558"/>
                <a:gd name="T35" fmla="*/ 260 h 345"/>
                <a:gd name="T36" fmla="*/ 185 w 558"/>
                <a:gd name="T37" fmla="*/ 258 h 345"/>
                <a:gd name="T38" fmla="*/ 294 w 558"/>
                <a:gd name="T39" fmla="*/ 219 h 345"/>
                <a:gd name="T40" fmla="*/ 529 w 558"/>
                <a:gd name="T41" fmla="*/ 39 h 345"/>
                <a:gd name="T42" fmla="*/ 555 w 558"/>
                <a:gd name="T43" fmla="*/ 4 h 345"/>
                <a:gd name="T44" fmla="*/ 557 w 558"/>
                <a:gd name="T45" fmla="*/ 0 h 345"/>
                <a:gd name="T46" fmla="*/ 558 w 558"/>
                <a:gd name="T47" fmla="*/ 1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8" h="345">
                  <a:moveTo>
                    <a:pt x="558" y="1"/>
                  </a:moveTo>
                  <a:cubicBezTo>
                    <a:pt x="558" y="2"/>
                    <a:pt x="557" y="4"/>
                    <a:pt x="557" y="5"/>
                  </a:cubicBezTo>
                  <a:cubicBezTo>
                    <a:pt x="531" y="64"/>
                    <a:pt x="495" y="118"/>
                    <a:pt x="450" y="164"/>
                  </a:cubicBezTo>
                  <a:cubicBezTo>
                    <a:pt x="399" y="216"/>
                    <a:pt x="341" y="257"/>
                    <a:pt x="275" y="287"/>
                  </a:cubicBezTo>
                  <a:cubicBezTo>
                    <a:pt x="230" y="309"/>
                    <a:pt x="184" y="326"/>
                    <a:pt x="135" y="336"/>
                  </a:cubicBezTo>
                  <a:cubicBezTo>
                    <a:pt x="108" y="341"/>
                    <a:pt x="82" y="345"/>
                    <a:pt x="54" y="343"/>
                  </a:cubicBezTo>
                  <a:cubicBezTo>
                    <a:pt x="45" y="342"/>
                    <a:pt x="35" y="341"/>
                    <a:pt x="26" y="338"/>
                  </a:cubicBezTo>
                  <a:cubicBezTo>
                    <a:pt x="0" y="330"/>
                    <a:pt x="0" y="309"/>
                    <a:pt x="7" y="293"/>
                  </a:cubicBezTo>
                  <a:cubicBezTo>
                    <a:pt x="14" y="275"/>
                    <a:pt x="28" y="261"/>
                    <a:pt x="43" y="248"/>
                  </a:cubicBezTo>
                  <a:cubicBezTo>
                    <a:pt x="74" y="223"/>
                    <a:pt x="109" y="205"/>
                    <a:pt x="146" y="190"/>
                  </a:cubicBezTo>
                  <a:cubicBezTo>
                    <a:pt x="202" y="167"/>
                    <a:pt x="259" y="151"/>
                    <a:pt x="318" y="140"/>
                  </a:cubicBezTo>
                  <a:cubicBezTo>
                    <a:pt x="347" y="134"/>
                    <a:pt x="377" y="131"/>
                    <a:pt x="406" y="126"/>
                  </a:cubicBezTo>
                  <a:cubicBezTo>
                    <a:pt x="408" y="126"/>
                    <a:pt x="410" y="126"/>
                    <a:pt x="413" y="127"/>
                  </a:cubicBezTo>
                  <a:cubicBezTo>
                    <a:pt x="404" y="129"/>
                    <a:pt x="394" y="131"/>
                    <a:pt x="385" y="133"/>
                  </a:cubicBezTo>
                  <a:cubicBezTo>
                    <a:pt x="330" y="145"/>
                    <a:pt x="276" y="161"/>
                    <a:pt x="225" y="185"/>
                  </a:cubicBezTo>
                  <a:cubicBezTo>
                    <a:pt x="199" y="197"/>
                    <a:pt x="174" y="211"/>
                    <a:pt x="153" y="230"/>
                  </a:cubicBezTo>
                  <a:cubicBezTo>
                    <a:pt x="148" y="234"/>
                    <a:pt x="144" y="239"/>
                    <a:pt x="141" y="244"/>
                  </a:cubicBezTo>
                  <a:cubicBezTo>
                    <a:pt x="136" y="252"/>
                    <a:pt x="139" y="258"/>
                    <a:pt x="148" y="260"/>
                  </a:cubicBezTo>
                  <a:cubicBezTo>
                    <a:pt x="160" y="262"/>
                    <a:pt x="173" y="261"/>
                    <a:pt x="185" y="258"/>
                  </a:cubicBezTo>
                  <a:cubicBezTo>
                    <a:pt x="223" y="250"/>
                    <a:pt x="259" y="235"/>
                    <a:pt x="294" y="219"/>
                  </a:cubicBezTo>
                  <a:cubicBezTo>
                    <a:pt x="386" y="177"/>
                    <a:pt x="464" y="117"/>
                    <a:pt x="529" y="39"/>
                  </a:cubicBezTo>
                  <a:cubicBezTo>
                    <a:pt x="538" y="28"/>
                    <a:pt x="546" y="16"/>
                    <a:pt x="555" y="4"/>
                  </a:cubicBezTo>
                  <a:cubicBezTo>
                    <a:pt x="556" y="3"/>
                    <a:pt x="557" y="2"/>
                    <a:pt x="557" y="0"/>
                  </a:cubicBezTo>
                  <a:cubicBezTo>
                    <a:pt x="558" y="1"/>
                    <a:pt x="558" y="1"/>
                    <a:pt x="5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6"/>
            <p:cNvSpPr/>
            <p:nvPr/>
          </p:nvSpPr>
          <p:spPr bwMode="auto">
            <a:xfrm>
              <a:off x="6719297" y="863430"/>
              <a:ext cx="831364" cy="2347821"/>
            </a:xfrm>
            <a:custGeom>
              <a:avLst/>
              <a:gdLst>
                <a:gd name="T0" fmla="*/ 32 w 127"/>
                <a:gd name="T1" fmla="*/ 359 h 359"/>
                <a:gd name="T2" fmla="*/ 13 w 127"/>
                <a:gd name="T3" fmla="*/ 317 h 359"/>
                <a:gd name="T4" fmla="*/ 3 w 127"/>
                <a:gd name="T5" fmla="*/ 264 h 359"/>
                <a:gd name="T6" fmla="*/ 9 w 127"/>
                <a:gd name="T7" fmla="*/ 166 h 359"/>
                <a:gd name="T8" fmla="*/ 68 w 127"/>
                <a:gd name="T9" fmla="*/ 2 h 359"/>
                <a:gd name="T10" fmla="*/ 69 w 127"/>
                <a:gd name="T11" fmla="*/ 0 h 359"/>
                <a:gd name="T12" fmla="*/ 61 w 127"/>
                <a:gd name="T13" fmla="*/ 36 h 359"/>
                <a:gd name="T14" fmla="*/ 64 w 127"/>
                <a:gd name="T15" fmla="*/ 200 h 359"/>
                <a:gd name="T16" fmla="*/ 83 w 127"/>
                <a:gd name="T17" fmla="*/ 251 h 359"/>
                <a:gd name="T18" fmla="*/ 117 w 127"/>
                <a:gd name="T19" fmla="*/ 300 h 359"/>
                <a:gd name="T20" fmla="*/ 127 w 127"/>
                <a:gd name="T21" fmla="*/ 312 h 359"/>
                <a:gd name="T22" fmla="*/ 32 w 127"/>
                <a:gd name="T23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359">
                  <a:moveTo>
                    <a:pt x="32" y="359"/>
                  </a:moveTo>
                  <a:cubicBezTo>
                    <a:pt x="23" y="346"/>
                    <a:pt x="17" y="332"/>
                    <a:pt x="13" y="317"/>
                  </a:cubicBezTo>
                  <a:cubicBezTo>
                    <a:pt x="7" y="300"/>
                    <a:pt x="4" y="282"/>
                    <a:pt x="3" y="264"/>
                  </a:cubicBezTo>
                  <a:cubicBezTo>
                    <a:pt x="0" y="231"/>
                    <a:pt x="3" y="198"/>
                    <a:pt x="9" y="166"/>
                  </a:cubicBezTo>
                  <a:cubicBezTo>
                    <a:pt x="20" y="108"/>
                    <a:pt x="42" y="54"/>
                    <a:pt x="68" y="2"/>
                  </a:cubicBezTo>
                  <a:cubicBezTo>
                    <a:pt x="68" y="1"/>
                    <a:pt x="68" y="1"/>
                    <a:pt x="69" y="0"/>
                  </a:cubicBezTo>
                  <a:cubicBezTo>
                    <a:pt x="66" y="12"/>
                    <a:pt x="63" y="24"/>
                    <a:pt x="61" y="36"/>
                  </a:cubicBezTo>
                  <a:cubicBezTo>
                    <a:pt x="51" y="90"/>
                    <a:pt x="49" y="145"/>
                    <a:pt x="64" y="200"/>
                  </a:cubicBezTo>
                  <a:cubicBezTo>
                    <a:pt x="68" y="218"/>
                    <a:pt x="75" y="235"/>
                    <a:pt x="83" y="251"/>
                  </a:cubicBezTo>
                  <a:cubicBezTo>
                    <a:pt x="92" y="269"/>
                    <a:pt x="104" y="285"/>
                    <a:pt x="117" y="300"/>
                  </a:cubicBezTo>
                  <a:cubicBezTo>
                    <a:pt x="120" y="304"/>
                    <a:pt x="123" y="308"/>
                    <a:pt x="127" y="312"/>
                  </a:cubicBezTo>
                  <a:cubicBezTo>
                    <a:pt x="98" y="332"/>
                    <a:pt x="65" y="346"/>
                    <a:pt x="32" y="3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7"/>
            <p:cNvSpPr/>
            <p:nvPr/>
          </p:nvSpPr>
          <p:spPr bwMode="auto">
            <a:xfrm>
              <a:off x="4723474" y="2081328"/>
              <a:ext cx="2086667" cy="1215149"/>
            </a:xfrm>
            <a:custGeom>
              <a:avLst/>
              <a:gdLst>
                <a:gd name="T0" fmla="*/ 319 w 319"/>
                <a:gd name="T1" fmla="*/ 175 h 186"/>
                <a:gd name="T2" fmla="*/ 303 w 319"/>
                <a:gd name="T3" fmla="*/ 169 h 186"/>
                <a:gd name="T4" fmla="*/ 225 w 319"/>
                <a:gd name="T5" fmla="*/ 157 h 186"/>
                <a:gd name="T6" fmla="*/ 97 w 319"/>
                <a:gd name="T7" fmla="*/ 167 h 186"/>
                <a:gd name="T8" fmla="*/ 4 w 319"/>
                <a:gd name="T9" fmla="*/ 186 h 186"/>
                <a:gd name="T10" fmla="*/ 0 w 319"/>
                <a:gd name="T11" fmla="*/ 186 h 186"/>
                <a:gd name="T12" fmla="*/ 282 w 319"/>
                <a:gd name="T13" fmla="*/ 0 h 186"/>
                <a:gd name="T14" fmla="*/ 319 w 319"/>
                <a:gd name="T15" fmla="*/ 17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9" h="186">
                  <a:moveTo>
                    <a:pt x="319" y="175"/>
                  </a:moveTo>
                  <a:cubicBezTo>
                    <a:pt x="313" y="173"/>
                    <a:pt x="308" y="171"/>
                    <a:pt x="303" y="169"/>
                  </a:cubicBezTo>
                  <a:cubicBezTo>
                    <a:pt x="277" y="161"/>
                    <a:pt x="251" y="158"/>
                    <a:pt x="225" y="157"/>
                  </a:cubicBezTo>
                  <a:cubicBezTo>
                    <a:pt x="182" y="156"/>
                    <a:pt x="139" y="159"/>
                    <a:pt x="97" y="167"/>
                  </a:cubicBezTo>
                  <a:cubicBezTo>
                    <a:pt x="66" y="172"/>
                    <a:pt x="35" y="180"/>
                    <a:pt x="4" y="186"/>
                  </a:cubicBezTo>
                  <a:cubicBezTo>
                    <a:pt x="2" y="186"/>
                    <a:pt x="1" y="186"/>
                    <a:pt x="0" y="186"/>
                  </a:cubicBezTo>
                  <a:cubicBezTo>
                    <a:pt x="109" y="147"/>
                    <a:pt x="207" y="93"/>
                    <a:pt x="282" y="0"/>
                  </a:cubicBezTo>
                  <a:cubicBezTo>
                    <a:pt x="269" y="64"/>
                    <a:pt x="279" y="122"/>
                    <a:pt x="319" y="1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5455734" y="4022267"/>
              <a:ext cx="470740" cy="233683"/>
            </a:xfrm>
            <a:custGeom>
              <a:avLst/>
              <a:gdLst>
                <a:gd name="T0" fmla="*/ 69 w 72"/>
                <a:gd name="T1" fmla="*/ 0 h 36"/>
                <a:gd name="T2" fmla="*/ 72 w 72"/>
                <a:gd name="T3" fmla="*/ 16 h 36"/>
                <a:gd name="T4" fmla="*/ 55 w 72"/>
                <a:gd name="T5" fmla="*/ 20 h 36"/>
                <a:gd name="T6" fmla="*/ 40 w 72"/>
                <a:gd name="T7" fmla="*/ 23 h 36"/>
                <a:gd name="T8" fmla="*/ 37 w 72"/>
                <a:gd name="T9" fmla="*/ 25 h 36"/>
                <a:gd name="T10" fmla="*/ 29 w 72"/>
                <a:gd name="T11" fmla="*/ 30 h 36"/>
                <a:gd name="T12" fmla="*/ 14 w 72"/>
                <a:gd name="T13" fmla="*/ 34 h 36"/>
                <a:gd name="T14" fmla="*/ 6 w 72"/>
                <a:gd name="T15" fmla="*/ 31 h 36"/>
                <a:gd name="T16" fmla="*/ 0 w 72"/>
                <a:gd name="T17" fmla="*/ 20 h 36"/>
                <a:gd name="T18" fmla="*/ 6 w 72"/>
                <a:gd name="T19" fmla="*/ 10 h 36"/>
                <a:gd name="T20" fmla="*/ 14 w 72"/>
                <a:gd name="T21" fmla="*/ 7 h 36"/>
                <a:gd name="T22" fmla="*/ 32 w 72"/>
                <a:gd name="T23" fmla="*/ 6 h 36"/>
                <a:gd name="T24" fmla="*/ 69 w 72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36">
                  <a:moveTo>
                    <a:pt x="69" y="0"/>
                  </a:moveTo>
                  <a:cubicBezTo>
                    <a:pt x="64" y="8"/>
                    <a:pt x="64" y="10"/>
                    <a:pt x="72" y="16"/>
                  </a:cubicBezTo>
                  <a:cubicBezTo>
                    <a:pt x="66" y="17"/>
                    <a:pt x="61" y="19"/>
                    <a:pt x="55" y="20"/>
                  </a:cubicBezTo>
                  <a:cubicBezTo>
                    <a:pt x="50" y="21"/>
                    <a:pt x="45" y="22"/>
                    <a:pt x="40" y="23"/>
                  </a:cubicBezTo>
                  <a:cubicBezTo>
                    <a:pt x="39" y="23"/>
                    <a:pt x="37" y="24"/>
                    <a:pt x="37" y="25"/>
                  </a:cubicBezTo>
                  <a:cubicBezTo>
                    <a:pt x="35" y="29"/>
                    <a:pt x="32" y="30"/>
                    <a:pt x="29" y="30"/>
                  </a:cubicBezTo>
                  <a:cubicBezTo>
                    <a:pt x="24" y="31"/>
                    <a:pt x="19" y="32"/>
                    <a:pt x="14" y="34"/>
                  </a:cubicBezTo>
                  <a:cubicBezTo>
                    <a:pt x="10" y="36"/>
                    <a:pt x="8" y="34"/>
                    <a:pt x="6" y="31"/>
                  </a:cubicBezTo>
                  <a:cubicBezTo>
                    <a:pt x="4" y="27"/>
                    <a:pt x="0" y="24"/>
                    <a:pt x="0" y="20"/>
                  </a:cubicBezTo>
                  <a:cubicBezTo>
                    <a:pt x="0" y="17"/>
                    <a:pt x="4" y="13"/>
                    <a:pt x="6" y="10"/>
                  </a:cubicBezTo>
                  <a:cubicBezTo>
                    <a:pt x="8" y="7"/>
                    <a:pt x="10" y="6"/>
                    <a:pt x="14" y="7"/>
                  </a:cubicBezTo>
                  <a:cubicBezTo>
                    <a:pt x="20" y="8"/>
                    <a:pt x="26" y="7"/>
                    <a:pt x="32" y="6"/>
                  </a:cubicBezTo>
                  <a:cubicBezTo>
                    <a:pt x="44" y="5"/>
                    <a:pt x="56" y="2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6980818" y="431805"/>
              <a:ext cx="399165" cy="346400"/>
            </a:xfrm>
            <a:custGeom>
              <a:avLst/>
              <a:gdLst>
                <a:gd name="T0" fmla="*/ 61 w 61"/>
                <a:gd name="T1" fmla="*/ 0 h 53"/>
                <a:gd name="T2" fmla="*/ 54 w 61"/>
                <a:gd name="T3" fmla="*/ 51 h 53"/>
                <a:gd name="T4" fmla="*/ 53 w 61"/>
                <a:gd name="T5" fmla="*/ 52 h 53"/>
                <a:gd name="T6" fmla="*/ 44 w 61"/>
                <a:gd name="T7" fmla="*/ 42 h 53"/>
                <a:gd name="T8" fmla="*/ 38 w 61"/>
                <a:gd name="T9" fmla="*/ 41 h 53"/>
                <a:gd name="T10" fmla="*/ 0 w 61"/>
                <a:gd name="T11" fmla="*/ 53 h 53"/>
                <a:gd name="T12" fmla="*/ 61 w 61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3">
                  <a:moveTo>
                    <a:pt x="61" y="0"/>
                  </a:moveTo>
                  <a:cubicBezTo>
                    <a:pt x="59" y="18"/>
                    <a:pt x="56" y="34"/>
                    <a:pt x="54" y="51"/>
                  </a:cubicBezTo>
                  <a:cubicBezTo>
                    <a:pt x="54" y="52"/>
                    <a:pt x="53" y="52"/>
                    <a:pt x="53" y="52"/>
                  </a:cubicBezTo>
                  <a:cubicBezTo>
                    <a:pt x="50" y="49"/>
                    <a:pt x="47" y="45"/>
                    <a:pt x="44" y="42"/>
                  </a:cubicBezTo>
                  <a:cubicBezTo>
                    <a:pt x="42" y="41"/>
                    <a:pt x="40" y="40"/>
                    <a:pt x="38" y="41"/>
                  </a:cubicBezTo>
                  <a:cubicBezTo>
                    <a:pt x="26" y="45"/>
                    <a:pt x="13" y="49"/>
                    <a:pt x="0" y="53"/>
                  </a:cubicBezTo>
                  <a:cubicBezTo>
                    <a:pt x="20" y="35"/>
                    <a:pt x="40" y="18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7"/>
            <p:cNvSpPr/>
            <p:nvPr/>
          </p:nvSpPr>
          <p:spPr bwMode="auto">
            <a:xfrm>
              <a:off x="7737855" y="1806408"/>
              <a:ext cx="264274" cy="85226"/>
            </a:xfrm>
            <a:custGeom>
              <a:avLst/>
              <a:gdLst>
                <a:gd name="T0" fmla="*/ 38 w 40"/>
                <a:gd name="T1" fmla="*/ 13 h 13"/>
                <a:gd name="T2" fmla="*/ 0 w 40"/>
                <a:gd name="T3" fmla="*/ 1 h 13"/>
                <a:gd name="T4" fmla="*/ 0 w 40"/>
                <a:gd name="T5" fmla="*/ 0 h 13"/>
                <a:gd name="T6" fmla="*/ 30 w 40"/>
                <a:gd name="T7" fmla="*/ 2 h 13"/>
                <a:gd name="T8" fmla="*/ 38 w 4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3">
                  <a:moveTo>
                    <a:pt x="38" y="13"/>
                  </a:moveTo>
                  <a:cubicBezTo>
                    <a:pt x="25" y="9"/>
                    <a:pt x="12" y="5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37" y="3"/>
                    <a:pt x="40" y="7"/>
                    <a:pt x="38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5255895" y="2079625"/>
            <a:ext cx="4258310" cy="643255"/>
            <a:chOff x="8277" y="2650"/>
            <a:chExt cx="6706" cy="1013"/>
          </a:xfrm>
        </p:grpSpPr>
        <p:sp>
          <p:nvSpPr>
            <p:cNvPr id="25" name="文本框 24"/>
            <p:cNvSpPr txBox="1"/>
            <p:nvPr>
              <p:custDataLst>
                <p:tags r:id="rId2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示例内容公开</a:t>
              </a:r>
              <a:endPara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/>
            <p:cNvGrpSpPr/>
            <p:nvPr>
              <p:custDataLst>
                <p:tags r:id="rId3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27" name="矩形 26"/>
              <p:cNvSpPr/>
              <p:nvPr>
                <p:custDataLst>
                  <p:tags r:id="rId4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6"/>
              </p:custDataLst>
            </p:nvPr>
          </p:nvSpPr>
          <p:spPr>
            <a:xfrm>
              <a:off x="8301" y="2718"/>
              <a:ext cx="122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7"/>
            </p:custDataLst>
          </p:nvPr>
        </p:nvGrpSpPr>
        <p:grpSpPr>
          <a:xfrm>
            <a:off x="5255895" y="2992755"/>
            <a:ext cx="4258310" cy="643255"/>
            <a:chOff x="8277" y="2650"/>
            <a:chExt cx="6706" cy="1013"/>
          </a:xfrm>
        </p:grpSpPr>
        <p:sp>
          <p:nvSpPr>
            <p:cNvPr id="44" name="文本框 43"/>
            <p:cNvSpPr txBox="1"/>
            <p:nvPr>
              <p:custDataLst>
                <p:tags r:id="rId8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</a:t>
              </a: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/>
            <p:cNvGrpSpPr/>
            <p:nvPr>
              <p:custDataLst>
                <p:tags r:id="rId9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46" name="矩形 45"/>
              <p:cNvSpPr/>
              <p:nvPr>
                <p:custDataLst>
                  <p:tags r:id="rId10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>
                <p:custDataLst>
                  <p:tags r:id="rId11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5255895" y="3905885"/>
            <a:ext cx="4258310" cy="643255"/>
            <a:chOff x="8277" y="2650"/>
            <a:chExt cx="6706" cy="1013"/>
          </a:xfrm>
        </p:grpSpPr>
        <p:sp>
          <p:nvSpPr>
            <p:cNvPr id="50" name="文本框 49"/>
            <p:cNvSpPr txBox="1"/>
            <p:nvPr>
              <p:custDataLst>
                <p:tags r:id="rId14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>
              <p:custDataLst>
                <p:tags r:id="rId15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52" name="矩形 51"/>
              <p:cNvSpPr/>
              <p:nvPr>
                <p:custDataLst>
                  <p:tags r:id="rId16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>
                <p:custDataLst>
                  <p:tags r:id="rId17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文本框 53"/>
            <p:cNvSpPr txBox="1"/>
            <p:nvPr>
              <p:custDataLst>
                <p:tags r:id="rId18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369" y="120623"/>
            <a:ext cx="162095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示例内容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21248"/>
            <a:ext cx="3568389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示例内容公开模板示例内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pitchFamily="2" charset="-122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4165" y="743585"/>
            <a:ext cx="11394440" cy="491490"/>
          </a:xfrm>
          <a:prstGeom prst="rect">
            <a:avLst/>
          </a:prstGeom>
          <a:solidFill>
            <a:srgbClr val="123A8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04800" y="1398270"/>
            <a:ext cx="11393805" cy="135890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示例内容</a:t>
            </a:r>
            <a:r>
              <a:rPr lang="zh-CN" altLang="en-US"/>
              <a:t>示例，内容公开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04165" y="5320030"/>
            <a:ext cx="11393805" cy="135890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n-US" altLang="zh-CN"/>
              <a:t>示例内</a:t>
            </a:r>
            <a:r>
              <a:rPr lang="zh-CN" altLang="en-US"/>
              <a:t>示例内容，公开模板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04165" y="2920365"/>
            <a:ext cx="1901190" cy="20586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示例</a:t>
            </a:r>
            <a:r>
              <a:rPr lang="en-US" altLang="zh-CN"/>
              <a:t>示例内</a:t>
            </a:r>
            <a:r>
              <a:rPr lang="zh-CN" altLang="en-US"/>
              <a:t>示例，内</a:t>
            </a:r>
            <a:r>
              <a:rPr lang="en-US" altLang="zh-CN"/>
              <a:t>示例内</a:t>
            </a:r>
            <a:r>
              <a:rPr lang="zh-CN" altLang="en-US"/>
              <a:t>示例内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736215" y="2920365"/>
            <a:ext cx="1901190" cy="20586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示例</a:t>
            </a:r>
            <a:r>
              <a:rPr lang="en-US" altLang="zh-CN"/>
              <a:t>示例内</a:t>
            </a:r>
            <a:r>
              <a:rPr lang="zh-CN" altLang="en-US"/>
              <a:t>示例内容公开模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168265" y="2920365"/>
            <a:ext cx="1901190" cy="20586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示例内容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7600315" y="2920365"/>
            <a:ext cx="1901190" cy="20586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n-US" altLang="zh-CN"/>
              <a:t>示例内容公开</a:t>
            </a:r>
            <a:br>
              <a:rPr lang="en-US" altLang="zh-CN"/>
            </a:br>
            <a:r>
              <a:rPr lang="zh-CN" altLang="en-US"/>
              <a:t>示例</a:t>
            </a:r>
            <a:r>
              <a:rPr lang="zh-CN" altLang="en-US"/>
              <a:t>示</a:t>
            </a:r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0032365" y="2920365"/>
            <a:ext cx="1901190" cy="20586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/>
              <a:t>示例</a:t>
            </a:r>
            <a:r>
              <a:rPr lang="en-US" altLang="zh-CN"/>
              <a:t>示例</a:t>
            </a:r>
            <a:r>
              <a:rPr lang="zh-CN" altLang="en-US"/>
              <a:t>示</a:t>
            </a:r>
            <a:r>
              <a:rPr lang="zh-CN" altLang="en-US"/>
              <a:t>示例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369" y="120623"/>
            <a:ext cx="162095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示例内容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21248"/>
            <a:ext cx="3568389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示例内容公开模板示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pitchFamily="2" charset="-122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4800" y="650240"/>
            <a:ext cx="11394440" cy="491490"/>
          </a:xfrm>
          <a:prstGeom prst="rect">
            <a:avLst/>
          </a:prstGeom>
          <a:solidFill>
            <a:srgbClr val="123A8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示例内容公开，模板示，例内容公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Public templat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20" y="1276350"/>
            <a:ext cx="11251565" cy="5243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369" y="120623"/>
            <a:ext cx="162095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示例内容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21248"/>
            <a:ext cx="3568389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示例内容公开模板示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pitchFamily="2" charset="-122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4800" y="650240"/>
            <a:ext cx="11394440" cy="491490"/>
          </a:xfrm>
          <a:prstGeom prst="rect">
            <a:avLst/>
          </a:prstGeom>
          <a:solidFill>
            <a:srgbClr val="123A8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示例内容公开，模板示，例内容公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Public template placeholder"/>
          <p:cNvPicPr>
            <a:picLocks noChangeAspect="1"/>
          </p:cNvPicPr>
          <p:nvPr/>
        </p:nvPicPr>
        <p:blipFill>
          <a:blip r:embed="rId1"/>
          <a:srcRect b="11380"/>
          <a:stretch>
            <a:fillRect/>
          </a:stretch>
        </p:blipFill>
        <p:spPr>
          <a:xfrm>
            <a:off x="927735" y="1141730"/>
            <a:ext cx="10337165" cy="5542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0463" y="0"/>
            <a:ext cx="3946849" cy="6858000"/>
          </a:xfrm>
          <a:prstGeom prst="rect">
            <a:avLst/>
          </a:prstGeom>
          <a:solidFill>
            <a:srgbClr val="123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21222" y="984706"/>
            <a:ext cx="2936243" cy="4437529"/>
          </a:xfrm>
          <a:prstGeom prst="rect">
            <a:avLst/>
          </a:prstGeom>
          <a:solidFill>
            <a:schemeClr val="bg1"/>
          </a:solidFill>
          <a:ln w="381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82066" y="1431023"/>
            <a:ext cx="1469147" cy="3564172"/>
          </a:xfrm>
          <a:prstGeom prst="rect">
            <a:avLst/>
          </a:prstGeom>
          <a:solidFill>
            <a:schemeClr val="bg1"/>
          </a:solidFill>
          <a:ln w="127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33043" y="1726151"/>
            <a:ext cx="10162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示例内容</a:t>
            </a:r>
            <a:endParaRPr lang="en-US" altLang="zh-CN" sz="4400" b="1" dirty="0">
              <a:solidFill>
                <a:srgbClr val="123A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246165" y="3967272"/>
            <a:ext cx="3200837" cy="2493614"/>
            <a:chOff x="3374572" y="431805"/>
            <a:chExt cx="5169870" cy="4027587"/>
          </a:xfrm>
          <a:solidFill>
            <a:schemeClr val="bg1">
              <a:alpha val="10196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3754467" y="1778917"/>
              <a:ext cx="4789975" cy="2680475"/>
            </a:xfrm>
            <a:custGeom>
              <a:avLst/>
              <a:gdLst>
                <a:gd name="T0" fmla="*/ 571 w 732"/>
                <a:gd name="T1" fmla="*/ 6 h 410"/>
                <a:gd name="T2" fmla="*/ 701 w 732"/>
                <a:gd name="T3" fmla="*/ 59 h 410"/>
                <a:gd name="T4" fmla="*/ 696 w 732"/>
                <a:gd name="T5" fmla="*/ 222 h 410"/>
                <a:gd name="T6" fmla="*/ 426 w 732"/>
                <a:gd name="T7" fmla="*/ 377 h 410"/>
                <a:gd name="T8" fmla="*/ 271 w 732"/>
                <a:gd name="T9" fmla="*/ 410 h 410"/>
                <a:gd name="T10" fmla="*/ 267 w 732"/>
                <a:gd name="T11" fmla="*/ 409 h 410"/>
                <a:gd name="T12" fmla="*/ 410 w 732"/>
                <a:gd name="T13" fmla="*/ 368 h 410"/>
                <a:gd name="T14" fmla="*/ 249 w 732"/>
                <a:gd name="T15" fmla="*/ 394 h 410"/>
                <a:gd name="T16" fmla="*/ 308 w 732"/>
                <a:gd name="T17" fmla="*/ 376 h 410"/>
                <a:gd name="T18" fmla="*/ 305 w 732"/>
                <a:gd name="T19" fmla="*/ 373 h 410"/>
                <a:gd name="T20" fmla="*/ 378 w 732"/>
                <a:gd name="T21" fmla="*/ 349 h 410"/>
                <a:gd name="T22" fmla="*/ 334 w 732"/>
                <a:gd name="T23" fmla="*/ 351 h 410"/>
                <a:gd name="T24" fmla="*/ 340 w 732"/>
                <a:gd name="T25" fmla="*/ 345 h 410"/>
                <a:gd name="T26" fmla="*/ 427 w 732"/>
                <a:gd name="T27" fmla="*/ 317 h 410"/>
                <a:gd name="T28" fmla="*/ 405 w 732"/>
                <a:gd name="T29" fmla="*/ 320 h 410"/>
                <a:gd name="T30" fmla="*/ 268 w 732"/>
                <a:gd name="T31" fmla="*/ 340 h 410"/>
                <a:gd name="T32" fmla="*/ 322 w 732"/>
                <a:gd name="T33" fmla="*/ 321 h 410"/>
                <a:gd name="T34" fmla="*/ 329 w 732"/>
                <a:gd name="T35" fmla="*/ 315 h 410"/>
                <a:gd name="T36" fmla="*/ 214 w 732"/>
                <a:gd name="T37" fmla="*/ 338 h 410"/>
                <a:gd name="T38" fmla="*/ 186 w 732"/>
                <a:gd name="T39" fmla="*/ 339 h 410"/>
                <a:gd name="T40" fmla="*/ 189 w 732"/>
                <a:gd name="T41" fmla="*/ 335 h 410"/>
                <a:gd name="T42" fmla="*/ 141 w 732"/>
                <a:gd name="T43" fmla="*/ 341 h 410"/>
                <a:gd name="T44" fmla="*/ 122 w 732"/>
                <a:gd name="T45" fmla="*/ 345 h 410"/>
                <a:gd name="T46" fmla="*/ 29 w 732"/>
                <a:gd name="T47" fmla="*/ 353 h 410"/>
                <a:gd name="T48" fmla="*/ 30 w 732"/>
                <a:gd name="T49" fmla="*/ 349 h 410"/>
                <a:gd name="T50" fmla="*/ 0 w 732"/>
                <a:gd name="T51" fmla="*/ 349 h 410"/>
                <a:gd name="T52" fmla="*/ 17 w 732"/>
                <a:gd name="T53" fmla="*/ 346 h 410"/>
                <a:gd name="T54" fmla="*/ 462 w 732"/>
                <a:gd name="T55" fmla="*/ 247 h 410"/>
                <a:gd name="T56" fmla="*/ 638 w 732"/>
                <a:gd name="T57" fmla="*/ 127 h 410"/>
                <a:gd name="T58" fmla="*/ 633 w 732"/>
                <a:gd name="T59" fmla="*/ 52 h 410"/>
                <a:gd name="T60" fmla="*/ 522 w 732"/>
                <a:gd name="T61" fmla="*/ 2 h 410"/>
                <a:gd name="T62" fmla="*/ 521 w 732"/>
                <a:gd name="T63" fmla="*/ 0 h 410"/>
                <a:gd name="T64" fmla="*/ 419 w 732"/>
                <a:gd name="T65" fmla="*/ 364 h 410"/>
                <a:gd name="T66" fmla="*/ 417 w 732"/>
                <a:gd name="T67" fmla="*/ 365 h 410"/>
                <a:gd name="T68" fmla="*/ 430 w 732"/>
                <a:gd name="T69" fmla="*/ 315 h 410"/>
                <a:gd name="T70" fmla="*/ 429 w 732"/>
                <a:gd name="T71" fmla="*/ 316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2" h="410">
                  <a:moveTo>
                    <a:pt x="521" y="0"/>
                  </a:moveTo>
                  <a:cubicBezTo>
                    <a:pt x="537" y="2"/>
                    <a:pt x="554" y="4"/>
                    <a:pt x="571" y="6"/>
                  </a:cubicBezTo>
                  <a:cubicBezTo>
                    <a:pt x="601" y="10"/>
                    <a:pt x="630" y="17"/>
                    <a:pt x="658" y="30"/>
                  </a:cubicBezTo>
                  <a:cubicBezTo>
                    <a:pt x="674" y="37"/>
                    <a:pt x="689" y="46"/>
                    <a:pt x="701" y="59"/>
                  </a:cubicBezTo>
                  <a:cubicBezTo>
                    <a:pt x="723" y="81"/>
                    <a:pt x="732" y="107"/>
                    <a:pt x="729" y="138"/>
                  </a:cubicBezTo>
                  <a:cubicBezTo>
                    <a:pt x="726" y="169"/>
                    <a:pt x="714" y="196"/>
                    <a:pt x="696" y="222"/>
                  </a:cubicBezTo>
                  <a:cubicBezTo>
                    <a:pt x="669" y="260"/>
                    <a:pt x="633" y="288"/>
                    <a:pt x="592" y="310"/>
                  </a:cubicBezTo>
                  <a:cubicBezTo>
                    <a:pt x="539" y="339"/>
                    <a:pt x="484" y="361"/>
                    <a:pt x="426" y="377"/>
                  </a:cubicBezTo>
                  <a:cubicBezTo>
                    <a:pt x="380" y="391"/>
                    <a:pt x="334" y="400"/>
                    <a:pt x="287" y="408"/>
                  </a:cubicBezTo>
                  <a:cubicBezTo>
                    <a:pt x="282" y="409"/>
                    <a:pt x="276" y="409"/>
                    <a:pt x="271" y="410"/>
                  </a:cubicBezTo>
                  <a:cubicBezTo>
                    <a:pt x="270" y="410"/>
                    <a:pt x="269" y="410"/>
                    <a:pt x="267" y="410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74" y="406"/>
                    <a:pt x="281" y="402"/>
                    <a:pt x="289" y="401"/>
                  </a:cubicBezTo>
                  <a:cubicBezTo>
                    <a:pt x="330" y="391"/>
                    <a:pt x="371" y="382"/>
                    <a:pt x="410" y="368"/>
                  </a:cubicBezTo>
                  <a:cubicBezTo>
                    <a:pt x="412" y="367"/>
                    <a:pt x="414" y="366"/>
                    <a:pt x="416" y="365"/>
                  </a:cubicBezTo>
                  <a:cubicBezTo>
                    <a:pt x="361" y="377"/>
                    <a:pt x="306" y="388"/>
                    <a:pt x="249" y="394"/>
                  </a:cubicBezTo>
                  <a:cubicBezTo>
                    <a:pt x="258" y="388"/>
                    <a:pt x="268" y="386"/>
                    <a:pt x="278" y="383"/>
                  </a:cubicBezTo>
                  <a:cubicBezTo>
                    <a:pt x="287" y="381"/>
                    <a:pt x="297" y="379"/>
                    <a:pt x="308" y="376"/>
                  </a:cubicBezTo>
                  <a:cubicBezTo>
                    <a:pt x="305" y="375"/>
                    <a:pt x="304" y="375"/>
                    <a:pt x="301" y="374"/>
                  </a:cubicBezTo>
                  <a:cubicBezTo>
                    <a:pt x="303" y="373"/>
                    <a:pt x="304" y="373"/>
                    <a:pt x="305" y="373"/>
                  </a:cubicBezTo>
                  <a:cubicBezTo>
                    <a:pt x="328" y="367"/>
                    <a:pt x="351" y="361"/>
                    <a:pt x="374" y="355"/>
                  </a:cubicBezTo>
                  <a:cubicBezTo>
                    <a:pt x="377" y="354"/>
                    <a:pt x="380" y="354"/>
                    <a:pt x="378" y="349"/>
                  </a:cubicBezTo>
                  <a:cubicBezTo>
                    <a:pt x="378" y="348"/>
                    <a:pt x="381" y="346"/>
                    <a:pt x="382" y="344"/>
                  </a:cubicBezTo>
                  <a:cubicBezTo>
                    <a:pt x="366" y="346"/>
                    <a:pt x="350" y="348"/>
                    <a:pt x="334" y="351"/>
                  </a:cubicBezTo>
                  <a:cubicBezTo>
                    <a:pt x="333" y="350"/>
                    <a:pt x="333" y="350"/>
                    <a:pt x="333" y="349"/>
                  </a:cubicBezTo>
                  <a:cubicBezTo>
                    <a:pt x="335" y="348"/>
                    <a:pt x="338" y="346"/>
                    <a:pt x="340" y="345"/>
                  </a:cubicBezTo>
                  <a:cubicBezTo>
                    <a:pt x="367" y="336"/>
                    <a:pt x="395" y="328"/>
                    <a:pt x="422" y="319"/>
                  </a:cubicBezTo>
                  <a:cubicBezTo>
                    <a:pt x="424" y="318"/>
                    <a:pt x="426" y="317"/>
                    <a:pt x="427" y="317"/>
                  </a:cubicBezTo>
                  <a:cubicBezTo>
                    <a:pt x="427" y="316"/>
                    <a:pt x="427" y="316"/>
                    <a:pt x="427" y="315"/>
                  </a:cubicBezTo>
                  <a:cubicBezTo>
                    <a:pt x="420" y="317"/>
                    <a:pt x="413" y="319"/>
                    <a:pt x="405" y="320"/>
                  </a:cubicBezTo>
                  <a:cubicBezTo>
                    <a:pt x="369" y="327"/>
                    <a:pt x="333" y="335"/>
                    <a:pt x="297" y="341"/>
                  </a:cubicBezTo>
                  <a:cubicBezTo>
                    <a:pt x="288" y="343"/>
                    <a:pt x="279" y="345"/>
                    <a:pt x="268" y="340"/>
                  </a:cubicBezTo>
                  <a:cubicBezTo>
                    <a:pt x="271" y="338"/>
                    <a:pt x="274" y="336"/>
                    <a:pt x="276" y="335"/>
                  </a:cubicBezTo>
                  <a:cubicBezTo>
                    <a:pt x="291" y="330"/>
                    <a:pt x="307" y="326"/>
                    <a:pt x="322" y="321"/>
                  </a:cubicBezTo>
                  <a:cubicBezTo>
                    <a:pt x="325" y="320"/>
                    <a:pt x="327" y="318"/>
                    <a:pt x="330" y="316"/>
                  </a:cubicBezTo>
                  <a:cubicBezTo>
                    <a:pt x="330" y="316"/>
                    <a:pt x="330" y="315"/>
                    <a:pt x="329" y="315"/>
                  </a:cubicBezTo>
                  <a:cubicBezTo>
                    <a:pt x="327" y="315"/>
                    <a:pt x="325" y="315"/>
                    <a:pt x="322" y="316"/>
                  </a:cubicBezTo>
                  <a:cubicBezTo>
                    <a:pt x="286" y="323"/>
                    <a:pt x="250" y="331"/>
                    <a:pt x="214" y="338"/>
                  </a:cubicBezTo>
                  <a:cubicBezTo>
                    <a:pt x="209" y="339"/>
                    <a:pt x="205" y="340"/>
                    <a:pt x="200" y="340"/>
                  </a:cubicBezTo>
                  <a:cubicBezTo>
                    <a:pt x="195" y="341"/>
                    <a:pt x="191" y="340"/>
                    <a:pt x="186" y="339"/>
                  </a:cubicBezTo>
                  <a:cubicBezTo>
                    <a:pt x="188" y="338"/>
                    <a:pt x="189" y="337"/>
                    <a:pt x="190" y="336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74" y="337"/>
                    <a:pt x="159" y="339"/>
                    <a:pt x="145" y="340"/>
                  </a:cubicBezTo>
                  <a:cubicBezTo>
                    <a:pt x="144" y="340"/>
                    <a:pt x="142" y="341"/>
                    <a:pt x="141" y="341"/>
                  </a:cubicBezTo>
                  <a:cubicBezTo>
                    <a:pt x="135" y="339"/>
                    <a:pt x="130" y="340"/>
                    <a:pt x="125" y="344"/>
                  </a:cubicBezTo>
                  <a:cubicBezTo>
                    <a:pt x="124" y="345"/>
                    <a:pt x="123" y="345"/>
                    <a:pt x="122" y="345"/>
                  </a:cubicBezTo>
                  <a:cubicBezTo>
                    <a:pt x="106" y="342"/>
                    <a:pt x="90" y="347"/>
                    <a:pt x="75" y="348"/>
                  </a:cubicBezTo>
                  <a:cubicBezTo>
                    <a:pt x="59" y="350"/>
                    <a:pt x="44" y="351"/>
                    <a:pt x="29" y="353"/>
                  </a:cubicBezTo>
                  <a:cubicBezTo>
                    <a:pt x="28" y="353"/>
                    <a:pt x="26" y="353"/>
                    <a:pt x="25" y="352"/>
                  </a:cubicBezTo>
                  <a:cubicBezTo>
                    <a:pt x="27" y="351"/>
                    <a:pt x="29" y="350"/>
                    <a:pt x="30" y="349"/>
                  </a:cubicBezTo>
                  <a:cubicBezTo>
                    <a:pt x="30" y="349"/>
                    <a:pt x="30" y="349"/>
                    <a:pt x="30" y="349"/>
                  </a:cubicBezTo>
                  <a:cubicBezTo>
                    <a:pt x="20" y="349"/>
                    <a:pt x="10" y="349"/>
                    <a:pt x="0" y="349"/>
                  </a:cubicBezTo>
                  <a:cubicBezTo>
                    <a:pt x="0" y="349"/>
                    <a:pt x="0" y="348"/>
                    <a:pt x="0" y="348"/>
                  </a:cubicBezTo>
                  <a:cubicBezTo>
                    <a:pt x="6" y="347"/>
                    <a:pt x="11" y="347"/>
                    <a:pt x="17" y="346"/>
                  </a:cubicBezTo>
                  <a:cubicBezTo>
                    <a:pt x="70" y="338"/>
                    <a:pt x="123" y="330"/>
                    <a:pt x="176" y="321"/>
                  </a:cubicBezTo>
                  <a:cubicBezTo>
                    <a:pt x="273" y="303"/>
                    <a:pt x="369" y="281"/>
                    <a:pt x="462" y="247"/>
                  </a:cubicBezTo>
                  <a:cubicBezTo>
                    <a:pt x="508" y="230"/>
                    <a:pt x="551" y="209"/>
                    <a:pt x="589" y="181"/>
                  </a:cubicBezTo>
                  <a:cubicBezTo>
                    <a:pt x="609" y="166"/>
                    <a:pt x="627" y="149"/>
                    <a:pt x="638" y="127"/>
                  </a:cubicBezTo>
                  <a:cubicBezTo>
                    <a:pt x="643" y="117"/>
                    <a:pt x="647" y="108"/>
                    <a:pt x="647" y="97"/>
                  </a:cubicBezTo>
                  <a:cubicBezTo>
                    <a:pt x="648" y="80"/>
                    <a:pt x="645" y="65"/>
                    <a:pt x="633" y="52"/>
                  </a:cubicBezTo>
                  <a:cubicBezTo>
                    <a:pt x="618" y="35"/>
                    <a:pt x="600" y="24"/>
                    <a:pt x="579" y="17"/>
                  </a:cubicBezTo>
                  <a:cubicBezTo>
                    <a:pt x="560" y="11"/>
                    <a:pt x="541" y="7"/>
                    <a:pt x="522" y="2"/>
                  </a:cubicBezTo>
                  <a:cubicBezTo>
                    <a:pt x="522" y="2"/>
                    <a:pt x="521" y="2"/>
                    <a:pt x="521" y="2"/>
                  </a:cubicBezTo>
                  <a:cubicBezTo>
                    <a:pt x="521" y="1"/>
                    <a:pt x="521" y="1"/>
                    <a:pt x="521" y="0"/>
                  </a:cubicBezTo>
                  <a:close/>
                  <a:moveTo>
                    <a:pt x="419" y="365"/>
                  </a:moveTo>
                  <a:cubicBezTo>
                    <a:pt x="419" y="365"/>
                    <a:pt x="419" y="364"/>
                    <a:pt x="419" y="364"/>
                  </a:cubicBezTo>
                  <a:cubicBezTo>
                    <a:pt x="418" y="364"/>
                    <a:pt x="418" y="364"/>
                    <a:pt x="417" y="364"/>
                  </a:cubicBezTo>
                  <a:cubicBezTo>
                    <a:pt x="417" y="365"/>
                    <a:pt x="417" y="365"/>
                    <a:pt x="417" y="365"/>
                  </a:cubicBezTo>
                  <a:cubicBezTo>
                    <a:pt x="418" y="365"/>
                    <a:pt x="418" y="365"/>
                    <a:pt x="419" y="365"/>
                  </a:cubicBezTo>
                  <a:close/>
                  <a:moveTo>
                    <a:pt x="430" y="315"/>
                  </a:moveTo>
                  <a:cubicBezTo>
                    <a:pt x="429" y="315"/>
                    <a:pt x="429" y="315"/>
                    <a:pt x="429" y="315"/>
                  </a:cubicBezTo>
                  <a:cubicBezTo>
                    <a:pt x="429" y="315"/>
                    <a:pt x="429" y="316"/>
                    <a:pt x="429" y="316"/>
                  </a:cubicBezTo>
                  <a:cubicBezTo>
                    <a:pt x="429" y="316"/>
                    <a:pt x="429" y="316"/>
                    <a:pt x="430" y="3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4"/>
            <p:cNvSpPr/>
            <p:nvPr/>
          </p:nvSpPr>
          <p:spPr bwMode="auto">
            <a:xfrm>
              <a:off x="3374572" y="967899"/>
              <a:ext cx="3650292" cy="2257098"/>
            </a:xfrm>
            <a:custGeom>
              <a:avLst/>
              <a:gdLst>
                <a:gd name="T0" fmla="*/ 558 w 558"/>
                <a:gd name="T1" fmla="*/ 1 h 345"/>
                <a:gd name="T2" fmla="*/ 557 w 558"/>
                <a:gd name="T3" fmla="*/ 5 h 345"/>
                <a:gd name="T4" fmla="*/ 450 w 558"/>
                <a:gd name="T5" fmla="*/ 164 h 345"/>
                <a:gd name="T6" fmla="*/ 275 w 558"/>
                <a:gd name="T7" fmla="*/ 287 h 345"/>
                <a:gd name="T8" fmla="*/ 135 w 558"/>
                <a:gd name="T9" fmla="*/ 336 h 345"/>
                <a:gd name="T10" fmla="*/ 54 w 558"/>
                <a:gd name="T11" fmla="*/ 343 h 345"/>
                <a:gd name="T12" fmla="*/ 26 w 558"/>
                <a:gd name="T13" fmla="*/ 338 h 345"/>
                <a:gd name="T14" fmla="*/ 7 w 558"/>
                <a:gd name="T15" fmla="*/ 293 h 345"/>
                <a:gd name="T16" fmla="*/ 43 w 558"/>
                <a:gd name="T17" fmla="*/ 248 h 345"/>
                <a:gd name="T18" fmla="*/ 146 w 558"/>
                <a:gd name="T19" fmla="*/ 190 h 345"/>
                <a:gd name="T20" fmla="*/ 318 w 558"/>
                <a:gd name="T21" fmla="*/ 140 h 345"/>
                <a:gd name="T22" fmla="*/ 406 w 558"/>
                <a:gd name="T23" fmla="*/ 126 h 345"/>
                <a:gd name="T24" fmla="*/ 413 w 558"/>
                <a:gd name="T25" fmla="*/ 127 h 345"/>
                <a:gd name="T26" fmla="*/ 385 w 558"/>
                <a:gd name="T27" fmla="*/ 133 h 345"/>
                <a:gd name="T28" fmla="*/ 225 w 558"/>
                <a:gd name="T29" fmla="*/ 185 h 345"/>
                <a:gd name="T30" fmla="*/ 153 w 558"/>
                <a:gd name="T31" fmla="*/ 230 h 345"/>
                <a:gd name="T32" fmla="*/ 141 w 558"/>
                <a:gd name="T33" fmla="*/ 244 h 345"/>
                <a:gd name="T34" fmla="*/ 148 w 558"/>
                <a:gd name="T35" fmla="*/ 260 h 345"/>
                <a:gd name="T36" fmla="*/ 185 w 558"/>
                <a:gd name="T37" fmla="*/ 258 h 345"/>
                <a:gd name="T38" fmla="*/ 294 w 558"/>
                <a:gd name="T39" fmla="*/ 219 h 345"/>
                <a:gd name="T40" fmla="*/ 529 w 558"/>
                <a:gd name="T41" fmla="*/ 39 h 345"/>
                <a:gd name="T42" fmla="*/ 555 w 558"/>
                <a:gd name="T43" fmla="*/ 4 h 345"/>
                <a:gd name="T44" fmla="*/ 557 w 558"/>
                <a:gd name="T45" fmla="*/ 0 h 345"/>
                <a:gd name="T46" fmla="*/ 558 w 558"/>
                <a:gd name="T47" fmla="*/ 1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8" h="345">
                  <a:moveTo>
                    <a:pt x="558" y="1"/>
                  </a:moveTo>
                  <a:cubicBezTo>
                    <a:pt x="558" y="2"/>
                    <a:pt x="557" y="4"/>
                    <a:pt x="557" y="5"/>
                  </a:cubicBezTo>
                  <a:cubicBezTo>
                    <a:pt x="531" y="64"/>
                    <a:pt x="495" y="118"/>
                    <a:pt x="450" y="164"/>
                  </a:cubicBezTo>
                  <a:cubicBezTo>
                    <a:pt x="399" y="216"/>
                    <a:pt x="341" y="257"/>
                    <a:pt x="275" y="287"/>
                  </a:cubicBezTo>
                  <a:cubicBezTo>
                    <a:pt x="230" y="309"/>
                    <a:pt x="184" y="326"/>
                    <a:pt x="135" y="336"/>
                  </a:cubicBezTo>
                  <a:cubicBezTo>
                    <a:pt x="108" y="341"/>
                    <a:pt x="82" y="345"/>
                    <a:pt x="54" y="343"/>
                  </a:cubicBezTo>
                  <a:cubicBezTo>
                    <a:pt x="45" y="342"/>
                    <a:pt x="35" y="341"/>
                    <a:pt x="26" y="338"/>
                  </a:cubicBezTo>
                  <a:cubicBezTo>
                    <a:pt x="0" y="330"/>
                    <a:pt x="0" y="309"/>
                    <a:pt x="7" y="293"/>
                  </a:cubicBezTo>
                  <a:cubicBezTo>
                    <a:pt x="14" y="275"/>
                    <a:pt x="28" y="261"/>
                    <a:pt x="43" y="248"/>
                  </a:cubicBezTo>
                  <a:cubicBezTo>
                    <a:pt x="74" y="223"/>
                    <a:pt x="109" y="205"/>
                    <a:pt x="146" y="190"/>
                  </a:cubicBezTo>
                  <a:cubicBezTo>
                    <a:pt x="202" y="167"/>
                    <a:pt x="259" y="151"/>
                    <a:pt x="318" y="140"/>
                  </a:cubicBezTo>
                  <a:cubicBezTo>
                    <a:pt x="347" y="134"/>
                    <a:pt x="377" y="131"/>
                    <a:pt x="406" y="126"/>
                  </a:cubicBezTo>
                  <a:cubicBezTo>
                    <a:pt x="408" y="126"/>
                    <a:pt x="410" y="126"/>
                    <a:pt x="413" y="127"/>
                  </a:cubicBezTo>
                  <a:cubicBezTo>
                    <a:pt x="404" y="129"/>
                    <a:pt x="394" y="131"/>
                    <a:pt x="385" y="133"/>
                  </a:cubicBezTo>
                  <a:cubicBezTo>
                    <a:pt x="330" y="145"/>
                    <a:pt x="276" y="161"/>
                    <a:pt x="225" y="185"/>
                  </a:cubicBezTo>
                  <a:cubicBezTo>
                    <a:pt x="199" y="197"/>
                    <a:pt x="174" y="211"/>
                    <a:pt x="153" y="230"/>
                  </a:cubicBezTo>
                  <a:cubicBezTo>
                    <a:pt x="148" y="234"/>
                    <a:pt x="144" y="239"/>
                    <a:pt x="141" y="244"/>
                  </a:cubicBezTo>
                  <a:cubicBezTo>
                    <a:pt x="136" y="252"/>
                    <a:pt x="139" y="258"/>
                    <a:pt x="148" y="260"/>
                  </a:cubicBezTo>
                  <a:cubicBezTo>
                    <a:pt x="160" y="262"/>
                    <a:pt x="173" y="261"/>
                    <a:pt x="185" y="258"/>
                  </a:cubicBezTo>
                  <a:cubicBezTo>
                    <a:pt x="223" y="250"/>
                    <a:pt x="259" y="235"/>
                    <a:pt x="294" y="219"/>
                  </a:cubicBezTo>
                  <a:cubicBezTo>
                    <a:pt x="386" y="177"/>
                    <a:pt x="464" y="117"/>
                    <a:pt x="529" y="39"/>
                  </a:cubicBezTo>
                  <a:cubicBezTo>
                    <a:pt x="538" y="28"/>
                    <a:pt x="546" y="16"/>
                    <a:pt x="555" y="4"/>
                  </a:cubicBezTo>
                  <a:cubicBezTo>
                    <a:pt x="556" y="3"/>
                    <a:pt x="557" y="2"/>
                    <a:pt x="557" y="0"/>
                  </a:cubicBezTo>
                  <a:cubicBezTo>
                    <a:pt x="558" y="1"/>
                    <a:pt x="558" y="1"/>
                    <a:pt x="5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6"/>
            <p:cNvSpPr/>
            <p:nvPr/>
          </p:nvSpPr>
          <p:spPr bwMode="auto">
            <a:xfrm>
              <a:off x="6719297" y="863430"/>
              <a:ext cx="831364" cy="2347821"/>
            </a:xfrm>
            <a:custGeom>
              <a:avLst/>
              <a:gdLst>
                <a:gd name="T0" fmla="*/ 32 w 127"/>
                <a:gd name="T1" fmla="*/ 359 h 359"/>
                <a:gd name="T2" fmla="*/ 13 w 127"/>
                <a:gd name="T3" fmla="*/ 317 h 359"/>
                <a:gd name="T4" fmla="*/ 3 w 127"/>
                <a:gd name="T5" fmla="*/ 264 h 359"/>
                <a:gd name="T6" fmla="*/ 9 w 127"/>
                <a:gd name="T7" fmla="*/ 166 h 359"/>
                <a:gd name="T8" fmla="*/ 68 w 127"/>
                <a:gd name="T9" fmla="*/ 2 h 359"/>
                <a:gd name="T10" fmla="*/ 69 w 127"/>
                <a:gd name="T11" fmla="*/ 0 h 359"/>
                <a:gd name="T12" fmla="*/ 61 w 127"/>
                <a:gd name="T13" fmla="*/ 36 h 359"/>
                <a:gd name="T14" fmla="*/ 64 w 127"/>
                <a:gd name="T15" fmla="*/ 200 h 359"/>
                <a:gd name="T16" fmla="*/ 83 w 127"/>
                <a:gd name="T17" fmla="*/ 251 h 359"/>
                <a:gd name="T18" fmla="*/ 117 w 127"/>
                <a:gd name="T19" fmla="*/ 300 h 359"/>
                <a:gd name="T20" fmla="*/ 127 w 127"/>
                <a:gd name="T21" fmla="*/ 312 h 359"/>
                <a:gd name="T22" fmla="*/ 32 w 127"/>
                <a:gd name="T23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359">
                  <a:moveTo>
                    <a:pt x="32" y="359"/>
                  </a:moveTo>
                  <a:cubicBezTo>
                    <a:pt x="23" y="346"/>
                    <a:pt x="17" y="332"/>
                    <a:pt x="13" y="317"/>
                  </a:cubicBezTo>
                  <a:cubicBezTo>
                    <a:pt x="7" y="300"/>
                    <a:pt x="4" y="282"/>
                    <a:pt x="3" y="264"/>
                  </a:cubicBezTo>
                  <a:cubicBezTo>
                    <a:pt x="0" y="231"/>
                    <a:pt x="3" y="198"/>
                    <a:pt x="9" y="166"/>
                  </a:cubicBezTo>
                  <a:cubicBezTo>
                    <a:pt x="20" y="108"/>
                    <a:pt x="42" y="54"/>
                    <a:pt x="68" y="2"/>
                  </a:cubicBezTo>
                  <a:cubicBezTo>
                    <a:pt x="68" y="1"/>
                    <a:pt x="68" y="1"/>
                    <a:pt x="69" y="0"/>
                  </a:cubicBezTo>
                  <a:cubicBezTo>
                    <a:pt x="66" y="12"/>
                    <a:pt x="63" y="24"/>
                    <a:pt x="61" y="36"/>
                  </a:cubicBezTo>
                  <a:cubicBezTo>
                    <a:pt x="51" y="90"/>
                    <a:pt x="49" y="145"/>
                    <a:pt x="64" y="200"/>
                  </a:cubicBezTo>
                  <a:cubicBezTo>
                    <a:pt x="68" y="218"/>
                    <a:pt x="75" y="235"/>
                    <a:pt x="83" y="251"/>
                  </a:cubicBezTo>
                  <a:cubicBezTo>
                    <a:pt x="92" y="269"/>
                    <a:pt x="104" y="285"/>
                    <a:pt x="117" y="300"/>
                  </a:cubicBezTo>
                  <a:cubicBezTo>
                    <a:pt x="120" y="304"/>
                    <a:pt x="123" y="308"/>
                    <a:pt x="127" y="312"/>
                  </a:cubicBezTo>
                  <a:cubicBezTo>
                    <a:pt x="98" y="332"/>
                    <a:pt x="65" y="346"/>
                    <a:pt x="32" y="3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7"/>
            <p:cNvSpPr/>
            <p:nvPr/>
          </p:nvSpPr>
          <p:spPr bwMode="auto">
            <a:xfrm>
              <a:off x="4723474" y="2081328"/>
              <a:ext cx="2086667" cy="1215149"/>
            </a:xfrm>
            <a:custGeom>
              <a:avLst/>
              <a:gdLst>
                <a:gd name="T0" fmla="*/ 319 w 319"/>
                <a:gd name="T1" fmla="*/ 175 h 186"/>
                <a:gd name="T2" fmla="*/ 303 w 319"/>
                <a:gd name="T3" fmla="*/ 169 h 186"/>
                <a:gd name="T4" fmla="*/ 225 w 319"/>
                <a:gd name="T5" fmla="*/ 157 h 186"/>
                <a:gd name="T6" fmla="*/ 97 w 319"/>
                <a:gd name="T7" fmla="*/ 167 h 186"/>
                <a:gd name="T8" fmla="*/ 4 w 319"/>
                <a:gd name="T9" fmla="*/ 186 h 186"/>
                <a:gd name="T10" fmla="*/ 0 w 319"/>
                <a:gd name="T11" fmla="*/ 186 h 186"/>
                <a:gd name="T12" fmla="*/ 282 w 319"/>
                <a:gd name="T13" fmla="*/ 0 h 186"/>
                <a:gd name="T14" fmla="*/ 319 w 319"/>
                <a:gd name="T15" fmla="*/ 17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9" h="186">
                  <a:moveTo>
                    <a:pt x="319" y="175"/>
                  </a:moveTo>
                  <a:cubicBezTo>
                    <a:pt x="313" y="173"/>
                    <a:pt x="308" y="171"/>
                    <a:pt x="303" y="169"/>
                  </a:cubicBezTo>
                  <a:cubicBezTo>
                    <a:pt x="277" y="161"/>
                    <a:pt x="251" y="158"/>
                    <a:pt x="225" y="157"/>
                  </a:cubicBezTo>
                  <a:cubicBezTo>
                    <a:pt x="182" y="156"/>
                    <a:pt x="139" y="159"/>
                    <a:pt x="97" y="167"/>
                  </a:cubicBezTo>
                  <a:cubicBezTo>
                    <a:pt x="66" y="172"/>
                    <a:pt x="35" y="180"/>
                    <a:pt x="4" y="186"/>
                  </a:cubicBezTo>
                  <a:cubicBezTo>
                    <a:pt x="2" y="186"/>
                    <a:pt x="1" y="186"/>
                    <a:pt x="0" y="186"/>
                  </a:cubicBezTo>
                  <a:cubicBezTo>
                    <a:pt x="109" y="147"/>
                    <a:pt x="207" y="93"/>
                    <a:pt x="282" y="0"/>
                  </a:cubicBezTo>
                  <a:cubicBezTo>
                    <a:pt x="269" y="64"/>
                    <a:pt x="279" y="122"/>
                    <a:pt x="319" y="1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5455734" y="4022267"/>
              <a:ext cx="470740" cy="233683"/>
            </a:xfrm>
            <a:custGeom>
              <a:avLst/>
              <a:gdLst>
                <a:gd name="T0" fmla="*/ 69 w 72"/>
                <a:gd name="T1" fmla="*/ 0 h 36"/>
                <a:gd name="T2" fmla="*/ 72 w 72"/>
                <a:gd name="T3" fmla="*/ 16 h 36"/>
                <a:gd name="T4" fmla="*/ 55 w 72"/>
                <a:gd name="T5" fmla="*/ 20 h 36"/>
                <a:gd name="T6" fmla="*/ 40 w 72"/>
                <a:gd name="T7" fmla="*/ 23 h 36"/>
                <a:gd name="T8" fmla="*/ 37 w 72"/>
                <a:gd name="T9" fmla="*/ 25 h 36"/>
                <a:gd name="T10" fmla="*/ 29 w 72"/>
                <a:gd name="T11" fmla="*/ 30 h 36"/>
                <a:gd name="T12" fmla="*/ 14 w 72"/>
                <a:gd name="T13" fmla="*/ 34 h 36"/>
                <a:gd name="T14" fmla="*/ 6 w 72"/>
                <a:gd name="T15" fmla="*/ 31 h 36"/>
                <a:gd name="T16" fmla="*/ 0 w 72"/>
                <a:gd name="T17" fmla="*/ 20 h 36"/>
                <a:gd name="T18" fmla="*/ 6 w 72"/>
                <a:gd name="T19" fmla="*/ 10 h 36"/>
                <a:gd name="T20" fmla="*/ 14 w 72"/>
                <a:gd name="T21" fmla="*/ 7 h 36"/>
                <a:gd name="T22" fmla="*/ 32 w 72"/>
                <a:gd name="T23" fmla="*/ 6 h 36"/>
                <a:gd name="T24" fmla="*/ 69 w 72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36">
                  <a:moveTo>
                    <a:pt x="69" y="0"/>
                  </a:moveTo>
                  <a:cubicBezTo>
                    <a:pt x="64" y="8"/>
                    <a:pt x="64" y="10"/>
                    <a:pt x="72" y="16"/>
                  </a:cubicBezTo>
                  <a:cubicBezTo>
                    <a:pt x="66" y="17"/>
                    <a:pt x="61" y="19"/>
                    <a:pt x="55" y="20"/>
                  </a:cubicBezTo>
                  <a:cubicBezTo>
                    <a:pt x="50" y="21"/>
                    <a:pt x="45" y="22"/>
                    <a:pt x="40" y="23"/>
                  </a:cubicBezTo>
                  <a:cubicBezTo>
                    <a:pt x="39" y="23"/>
                    <a:pt x="37" y="24"/>
                    <a:pt x="37" y="25"/>
                  </a:cubicBezTo>
                  <a:cubicBezTo>
                    <a:pt x="35" y="29"/>
                    <a:pt x="32" y="30"/>
                    <a:pt x="29" y="30"/>
                  </a:cubicBezTo>
                  <a:cubicBezTo>
                    <a:pt x="24" y="31"/>
                    <a:pt x="19" y="32"/>
                    <a:pt x="14" y="34"/>
                  </a:cubicBezTo>
                  <a:cubicBezTo>
                    <a:pt x="10" y="36"/>
                    <a:pt x="8" y="34"/>
                    <a:pt x="6" y="31"/>
                  </a:cubicBezTo>
                  <a:cubicBezTo>
                    <a:pt x="4" y="27"/>
                    <a:pt x="0" y="24"/>
                    <a:pt x="0" y="20"/>
                  </a:cubicBezTo>
                  <a:cubicBezTo>
                    <a:pt x="0" y="17"/>
                    <a:pt x="4" y="13"/>
                    <a:pt x="6" y="10"/>
                  </a:cubicBezTo>
                  <a:cubicBezTo>
                    <a:pt x="8" y="7"/>
                    <a:pt x="10" y="6"/>
                    <a:pt x="14" y="7"/>
                  </a:cubicBezTo>
                  <a:cubicBezTo>
                    <a:pt x="20" y="8"/>
                    <a:pt x="26" y="7"/>
                    <a:pt x="32" y="6"/>
                  </a:cubicBezTo>
                  <a:cubicBezTo>
                    <a:pt x="44" y="5"/>
                    <a:pt x="56" y="2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6980818" y="431805"/>
              <a:ext cx="399165" cy="346400"/>
            </a:xfrm>
            <a:custGeom>
              <a:avLst/>
              <a:gdLst>
                <a:gd name="T0" fmla="*/ 61 w 61"/>
                <a:gd name="T1" fmla="*/ 0 h 53"/>
                <a:gd name="T2" fmla="*/ 54 w 61"/>
                <a:gd name="T3" fmla="*/ 51 h 53"/>
                <a:gd name="T4" fmla="*/ 53 w 61"/>
                <a:gd name="T5" fmla="*/ 52 h 53"/>
                <a:gd name="T6" fmla="*/ 44 w 61"/>
                <a:gd name="T7" fmla="*/ 42 h 53"/>
                <a:gd name="T8" fmla="*/ 38 w 61"/>
                <a:gd name="T9" fmla="*/ 41 h 53"/>
                <a:gd name="T10" fmla="*/ 0 w 61"/>
                <a:gd name="T11" fmla="*/ 53 h 53"/>
                <a:gd name="T12" fmla="*/ 61 w 61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3">
                  <a:moveTo>
                    <a:pt x="61" y="0"/>
                  </a:moveTo>
                  <a:cubicBezTo>
                    <a:pt x="59" y="18"/>
                    <a:pt x="56" y="34"/>
                    <a:pt x="54" y="51"/>
                  </a:cubicBezTo>
                  <a:cubicBezTo>
                    <a:pt x="54" y="52"/>
                    <a:pt x="53" y="52"/>
                    <a:pt x="53" y="52"/>
                  </a:cubicBezTo>
                  <a:cubicBezTo>
                    <a:pt x="50" y="49"/>
                    <a:pt x="47" y="45"/>
                    <a:pt x="44" y="42"/>
                  </a:cubicBezTo>
                  <a:cubicBezTo>
                    <a:pt x="42" y="41"/>
                    <a:pt x="40" y="40"/>
                    <a:pt x="38" y="41"/>
                  </a:cubicBezTo>
                  <a:cubicBezTo>
                    <a:pt x="26" y="45"/>
                    <a:pt x="13" y="49"/>
                    <a:pt x="0" y="53"/>
                  </a:cubicBezTo>
                  <a:cubicBezTo>
                    <a:pt x="20" y="35"/>
                    <a:pt x="40" y="18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7"/>
            <p:cNvSpPr/>
            <p:nvPr/>
          </p:nvSpPr>
          <p:spPr bwMode="auto">
            <a:xfrm>
              <a:off x="7737855" y="1806408"/>
              <a:ext cx="264274" cy="85226"/>
            </a:xfrm>
            <a:custGeom>
              <a:avLst/>
              <a:gdLst>
                <a:gd name="T0" fmla="*/ 38 w 40"/>
                <a:gd name="T1" fmla="*/ 13 h 13"/>
                <a:gd name="T2" fmla="*/ 0 w 40"/>
                <a:gd name="T3" fmla="*/ 1 h 13"/>
                <a:gd name="T4" fmla="*/ 0 w 40"/>
                <a:gd name="T5" fmla="*/ 0 h 13"/>
                <a:gd name="T6" fmla="*/ 30 w 40"/>
                <a:gd name="T7" fmla="*/ 2 h 13"/>
                <a:gd name="T8" fmla="*/ 38 w 4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3">
                  <a:moveTo>
                    <a:pt x="38" y="13"/>
                  </a:moveTo>
                  <a:cubicBezTo>
                    <a:pt x="25" y="9"/>
                    <a:pt x="12" y="5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37" y="3"/>
                    <a:pt x="40" y="7"/>
                    <a:pt x="38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5255895" y="2079625"/>
            <a:ext cx="4258310" cy="643255"/>
            <a:chOff x="8277" y="2650"/>
            <a:chExt cx="6706" cy="1013"/>
          </a:xfrm>
        </p:grpSpPr>
        <p:sp>
          <p:nvSpPr>
            <p:cNvPr id="25" name="文本框 24"/>
            <p:cNvSpPr txBox="1"/>
            <p:nvPr>
              <p:custDataLst>
                <p:tags r:id="rId2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100"/>
                </a:lnSpc>
                <a:buClrTx/>
                <a:buSzTx/>
                <a:buFontTx/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示例内容公开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/>
            <p:cNvGrpSpPr/>
            <p:nvPr>
              <p:custDataLst>
                <p:tags r:id="rId3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27" name="矩形 26"/>
              <p:cNvSpPr/>
              <p:nvPr>
                <p:custDataLst>
                  <p:tags r:id="rId4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6"/>
              </p:custDataLst>
            </p:nvPr>
          </p:nvSpPr>
          <p:spPr>
            <a:xfrm>
              <a:off x="8301" y="2718"/>
              <a:ext cx="122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7"/>
            </p:custDataLst>
          </p:nvPr>
        </p:nvGrpSpPr>
        <p:grpSpPr>
          <a:xfrm>
            <a:off x="5255895" y="2992755"/>
            <a:ext cx="4258310" cy="643255"/>
            <a:chOff x="8277" y="2650"/>
            <a:chExt cx="6706" cy="1013"/>
          </a:xfrm>
        </p:grpSpPr>
        <p:sp>
          <p:nvSpPr>
            <p:cNvPr id="44" name="文本框 43"/>
            <p:cNvSpPr txBox="1"/>
            <p:nvPr>
              <p:custDataLst>
                <p:tags r:id="rId8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100"/>
                </a:lnSpc>
                <a:buClrTx/>
                <a:buSzTx/>
                <a:buFontTx/>
              </a:pPr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示例内容公开模</a:t>
              </a:r>
              <a:endPara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/>
            <p:cNvGrpSpPr/>
            <p:nvPr>
              <p:custDataLst>
                <p:tags r:id="rId9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46" name="矩形 45"/>
              <p:cNvSpPr/>
              <p:nvPr>
                <p:custDataLst>
                  <p:tags r:id="rId10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>
                <p:custDataLst>
                  <p:tags r:id="rId11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5255895" y="3905885"/>
            <a:ext cx="4258310" cy="643255"/>
            <a:chOff x="8277" y="2650"/>
            <a:chExt cx="6706" cy="1013"/>
          </a:xfrm>
        </p:grpSpPr>
        <p:sp>
          <p:nvSpPr>
            <p:cNvPr id="50" name="文本框 49"/>
            <p:cNvSpPr txBox="1"/>
            <p:nvPr>
              <p:custDataLst>
                <p:tags r:id="rId14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>
              <p:custDataLst>
                <p:tags r:id="rId15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52" name="矩形 51"/>
              <p:cNvSpPr/>
              <p:nvPr>
                <p:custDataLst>
                  <p:tags r:id="rId16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>
                <p:custDataLst>
                  <p:tags r:id="rId17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文本框 53"/>
            <p:cNvSpPr txBox="1"/>
            <p:nvPr>
              <p:custDataLst>
                <p:tags r:id="rId18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369" y="120623"/>
            <a:ext cx="162095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示例内容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21248"/>
            <a:ext cx="3568389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示例内容公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pitchFamily="2" charset="-122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523875" y="96075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/>
              <a:t>示例内容公开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23875" y="285305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/>
              <a:t>示例</a:t>
            </a:r>
            <a:r>
              <a:rPr lang="en-US" altLang="zh-CN"/>
              <a:t>示例内容公开模板示例内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23875" y="482536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/>
              <a:t>示例内容公开模板示</a:t>
            </a:r>
            <a:r>
              <a:rPr lang="zh-CN" altLang="en-US"/>
              <a:t>示例内容，公开，模板示例</a:t>
            </a:r>
            <a:r>
              <a:rPr lang="zh-CN" altLang="en-US"/>
              <a:t>示例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0463" y="0"/>
            <a:ext cx="3946849" cy="6858000"/>
          </a:xfrm>
          <a:prstGeom prst="rect">
            <a:avLst/>
          </a:prstGeom>
          <a:solidFill>
            <a:srgbClr val="123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21222" y="984706"/>
            <a:ext cx="2936243" cy="4437529"/>
          </a:xfrm>
          <a:prstGeom prst="rect">
            <a:avLst/>
          </a:prstGeom>
          <a:solidFill>
            <a:schemeClr val="bg1"/>
          </a:solidFill>
          <a:ln w="381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82066" y="1431023"/>
            <a:ext cx="1469147" cy="3564172"/>
          </a:xfrm>
          <a:prstGeom prst="rect">
            <a:avLst/>
          </a:prstGeom>
          <a:solidFill>
            <a:schemeClr val="bg1"/>
          </a:solidFill>
          <a:ln w="12700">
            <a:solidFill>
              <a:srgbClr val="123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33043" y="1726151"/>
            <a:ext cx="10162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示例内容</a:t>
            </a:r>
            <a:endParaRPr lang="en-US" altLang="zh-CN" sz="4400" b="1" dirty="0">
              <a:solidFill>
                <a:srgbClr val="123A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246165" y="3967272"/>
            <a:ext cx="3200837" cy="2493614"/>
            <a:chOff x="3374572" y="431805"/>
            <a:chExt cx="5169870" cy="4027587"/>
          </a:xfrm>
          <a:solidFill>
            <a:schemeClr val="bg1">
              <a:alpha val="10196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3754467" y="1778917"/>
              <a:ext cx="4789975" cy="2680475"/>
            </a:xfrm>
            <a:custGeom>
              <a:avLst/>
              <a:gdLst>
                <a:gd name="T0" fmla="*/ 571 w 732"/>
                <a:gd name="T1" fmla="*/ 6 h 410"/>
                <a:gd name="T2" fmla="*/ 701 w 732"/>
                <a:gd name="T3" fmla="*/ 59 h 410"/>
                <a:gd name="T4" fmla="*/ 696 w 732"/>
                <a:gd name="T5" fmla="*/ 222 h 410"/>
                <a:gd name="T6" fmla="*/ 426 w 732"/>
                <a:gd name="T7" fmla="*/ 377 h 410"/>
                <a:gd name="T8" fmla="*/ 271 w 732"/>
                <a:gd name="T9" fmla="*/ 410 h 410"/>
                <a:gd name="T10" fmla="*/ 267 w 732"/>
                <a:gd name="T11" fmla="*/ 409 h 410"/>
                <a:gd name="T12" fmla="*/ 410 w 732"/>
                <a:gd name="T13" fmla="*/ 368 h 410"/>
                <a:gd name="T14" fmla="*/ 249 w 732"/>
                <a:gd name="T15" fmla="*/ 394 h 410"/>
                <a:gd name="T16" fmla="*/ 308 w 732"/>
                <a:gd name="T17" fmla="*/ 376 h 410"/>
                <a:gd name="T18" fmla="*/ 305 w 732"/>
                <a:gd name="T19" fmla="*/ 373 h 410"/>
                <a:gd name="T20" fmla="*/ 378 w 732"/>
                <a:gd name="T21" fmla="*/ 349 h 410"/>
                <a:gd name="T22" fmla="*/ 334 w 732"/>
                <a:gd name="T23" fmla="*/ 351 h 410"/>
                <a:gd name="T24" fmla="*/ 340 w 732"/>
                <a:gd name="T25" fmla="*/ 345 h 410"/>
                <a:gd name="T26" fmla="*/ 427 w 732"/>
                <a:gd name="T27" fmla="*/ 317 h 410"/>
                <a:gd name="T28" fmla="*/ 405 w 732"/>
                <a:gd name="T29" fmla="*/ 320 h 410"/>
                <a:gd name="T30" fmla="*/ 268 w 732"/>
                <a:gd name="T31" fmla="*/ 340 h 410"/>
                <a:gd name="T32" fmla="*/ 322 w 732"/>
                <a:gd name="T33" fmla="*/ 321 h 410"/>
                <a:gd name="T34" fmla="*/ 329 w 732"/>
                <a:gd name="T35" fmla="*/ 315 h 410"/>
                <a:gd name="T36" fmla="*/ 214 w 732"/>
                <a:gd name="T37" fmla="*/ 338 h 410"/>
                <a:gd name="T38" fmla="*/ 186 w 732"/>
                <a:gd name="T39" fmla="*/ 339 h 410"/>
                <a:gd name="T40" fmla="*/ 189 w 732"/>
                <a:gd name="T41" fmla="*/ 335 h 410"/>
                <a:gd name="T42" fmla="*/ 141 w 732"/>
                <a:gd name="T43" fmla="*/ 341 h 410"/>
                <a:gd name="T44" fmla="*/ 122 w 732"/>
                <a:gd name="T45" fmla="*/ 345 h 410"/>
                <a:gd name="T46" fmla="*/ 29 w 732"/>
                <a:gd name="T47" fmla="*/ 353 h 410"/>
                <a:gd name="T48" fmla="*/ 30 w 732"/>
                <a:gd name="T49" fmla="*/ 349 h 410"/>
                <a:gd name="T50" fmla="*/ 0 w 732"/>
                <a:gd name="T51" fmla="*/ 349 h 410"/>
                <a:gd name="T52" fmla="*/ 17 w 732"/>
                <a:gd name="T53" fmla="*/ 346 h 410"/>
                <a:gd name="T54" fmla="*/ 462 w 732"/>
                <a:gd name="T55" fmla="*/ 247 h 410"/>
                <a:gd name="T56" fmla="*/ 638 w 732"/>
                <a:gd name="T57" fmla="*/ 127 h 410"/>
                <a:gd name="T58" fmla="*/ 633 w 732"/>
                <a:gd name="T59" fmla="*/ 52 h 410"/>
                <a:gd name="T60" fmla="*/ 522 w 732"/>
                <a:gd name="T61" fmla="*/ 2 h 410"/>
                <a:gd name="T62" fmla="*/ 521 w 732"/>
                <a:gd name="T63" fmla="*/ 0 h 410"/>
                <a:gd name="T64" fmla="*/ 419 w 732"/>
                <a:gd name="T65" fmla="*/ 364 h 410"/>
                <a:gd name="T66" fmla="*/ 417 w 732"/>
                <a:gd name="T67" fmla="*/ 365 h 410"/>
                <a:gd name="T68" fmla="*/ 430 w 732"/>
                <a:gd name="T69" fmla="*/ 315 h 410"/>
                <a:gd name="T70" fmla="*/ 429 w 732"/>
                <a:gd name="T71" fmla="*/ 316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2" h="410">
                  <a:moveTo>
                    <a:pt x="521" y="0"/>
                  </a:moveTo>
                  <a:cubicBezTo>
                    <a:pt x="537" y="2"/>
                    <a:pt x="554" y="4"/>
                    <a:pt x="571" y="6"/>
                  </a:cubicBezTo>
                  <a:cubicBezTo>
                    <a:pt x="601" y="10"/>
                    <a:pt x="630" y="17"/>
                    <a:pt x="658" y="30"/>
                  </a:cubicBezTo>
                  <a:cubicBezTo>
                    <a:pt x="674" y="37"/>
                    <a:pt x="689" y="46"/>
                    <a:pt x="701" y="59"/>
                  </a:cubicBezTo>
                  <a:cubicBezTo>
                    <a:pt x="723" y="81"/>
                    <a:pt x="732" y="107"/>
                    <a:pt x="729" y="138"/>
                  </a:cubicBezTo>
                  <a:cubicBezTo>
                    <a:pt x="726" y="169"/>
                    <a:pt x="714" y="196"/>
                    <a:pt x="696" y="222"/>
                  </a:cubicBezTo>
                  <a:cubicBezTo>
                    <a:pt x="669" y="260"/>
                    <a:pt x="633" y="288"/>
                    <a:pt x="592" y="310"/>
                  </a:cubicBezTo>
                  <a:cubicBezTo>
                    <a:pt x="539" y="339"/>
                    <a:pt x="484" y="361"/>
                    <a:pt x="426" y="377"/>
                  </a:cubicBezTo>
                  <a:cubicBezTo>
                    <a:pt x="380" y="391"/>
                    <a:pt x="334" y="400"/>
                    <a:pt x="287" y="408"/>
                  </a:cubicBezTo>
                  <a:cubicBezTo>
                    <a:pt x="282" y="409"/>
                    <a:pt x="276" y="409"/>
                    <a:pt x="271" y="410"/>
                  </a:cubicBezTo>
                  <a:cubicBezTo>
                    <a:pt x="270" y="410"/>
                    <a:pt x="269" y="410"/>
                    <a:pt x="267" y="410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74" y="406"/>
                    <a:pt x="281" y="402"/>
                    <a:pt x="289" y="401"/>
                  </a:cubicBezTo>
                  <a:cubicBezTo>
                    <a:pt x="330" y="391"/>
                    <a:pt x="371" y="382"/>
                    <a:pt x="410" y="368"/>
                  </a:cubicBezTo>
                  <a:cubicBezTo>
                    <a:pt x="412" y="367"/>
                    <a:pt x="414" y="366"/>
                    <a:pt x="416" y="365"/>
                  </a:cubicBezTo>
                  <a:cubicBezTo>
                    <a:pt x="361" y="377"/>
                    <a:pt x="306" y="388"/>
                    <a:pt x="249" y="394"/>
                  </a:cubicBezTo>
                  <a:cubicBezTo>
                    <a:pt x="258" y="388"/>
                    <a:pt x="268" y="386"/>
                    <a:pt x="278" y="383"/>
                  </a:cubicBezTo>
                  <a:cubicBezTo>
                    <a:pt x="287" y="381"/>
                    <a:pt x="297" y="379"/>
                    <a:pt x="308" y="376"/>
                  </a:cubicBezTo>
                  <a:cubicBezTo>
                    <a:pt x="305" y="375"/>
                    <a:pt x="304" y="375"/>
                    <a:pt x="301" y="374"/>
                  </a:cubicBezTo>
                  <a:cubicBezTo>
                    <a:pt x="303" y="373"/>
                    <a:pt x="304" y="373"/>
                    <a:pt x="305" y="373"/>
                  </a:cubicBezTo>
                  <a:cubicBezTo>
                    <a:pt x="328" y="367"/>
                    <a:pt x="351" y="361"/>
                    <a:pt x="374" y="355"/>
                  </a:cubicBezTo>
                  <a:cubicBezTo>
                    <a:pt x="377" y="354"/>
                    <a:pt x="380" y="354"/>
                    <a:pt x="378" y="349"/>
                  </a:cubicBezTo>
                  <a:cubicBezTo>
                    <a:pt x="378" y="348"/>
                    <a:pt x="381" y="346"/>
                    <a:pt x="382" y="344"/>
                  </a:cubicBezTo>
                  <a:cubicBezTo>
                    <a:pt x="366" y="346"/>
                    <a:pt x="350" y="348"/>
                    <a:pt x="334" y="351"/>
                  </a:cubicBezTo>
                  <a:cubicBezTo>
                    <a:pt x="333" y="350"/>
                    <a:pt x="333" y="350"/>
                    <a:pt x="333" y="349"/>
                  </a:cubicBezTo>
                  <a:cubicBezTo>
                    <a:pt x="335" y="348"/>
                    <a:pt x="338" y="346"/>
                    <a:pt x="340" y="345"/>
                  </a:cubicBezTo>
                  <a:cubicBezTo>
                    <a:pt x="367" y="336"/>
                    <a:pt x="395" y="328"/>
                    <a:pt x="422" y="319"/>
                  </a:cubicBezTo>
                  <a:cubicBezTo>
                    <a:pt x="424" y="318"/>
                    <a:pt x="426" y="317"/>
                    <a:pt x="427" y="317"/>
                  </a:cubicBezTo>
                  <a:cubicBezTo>
                    <a:pt x="427" y="316"/>
                    <a:pt x="427" y="316"/>
                    <a:pt x="427" y="315"/>
                  </a:cubicBezTo>
                  <a:cubicBezTo>
                    <a:pt x="420" y="317"/>
                    <a:pt x="413" y="319"/>
                    <a:pt x="405" y="320"/>
                  </a:cubicBezTo>
                  <a:cubicBezTo>
                    <a:pt x="369" y="327"/>
                    <a:pt x="333" y="335"/>
                    <a:pt x="297" y="341"/>
                  </a:cubicBezTo>
                  <a:cubicBezTo>
                    <a:pt x="288" y="343"/>
                    <a:pt x="279" y="345"/>
                    <a:pt x="268" y="340"/>
                  </a:cubicBezTo>
                  <a:cubicBezTo>
                    <a:pt x="271" y="338"/>
                    <a:pt x="274" y="336"/>
                    <a:pt x="276" y="335"/>
                  </a:cubicBezTo>
                  <a:cubicBezTo>
                    <a:pt x="291" y="330"/>
                    <a:pt x="307" y="326"/>
                    <a:pt x="322" y="321"/>
                  </a:cubicBezTo>
                  <a:cubicBezTo>
                    <a:pt x="325" y="320"/>
                    <a:pt x="327" y="318"/>
                    <a:pt x="330" y="316"/>
                  </a:cubicBezTo>
                  <a:cubicBezTo>
                    <a:pt x="330" y="316"/>
                    <a:pt x="330" y="315"/>
                    <a:pt x="329" y="315"/>
                  </a:cubicBezTo>
                  <a:cubicBezTo>
                    <a:pt x="327" y="315"/>
                    <a:pt x="325" y="315"/>
                    <a:pt x="322" y="316"/>
                  </a:cubicBezTo>
                  <a:cubicBezTo>
                    <a:pt x="286" y="323"/>
                    <a:pt x="250" y="331"/>
                    <a:pt x="214" y="338"/>
                  </a:cubicBezTo>
                  <a:cubicBezTo>
                    <a:pt x="209" y="339"/>
                    <a:pt x="205" y="340"/>
                    <a:pt x="200" y="340"/>
                  </a:cubicBezTo>
                  <a:cubicBezTo>
                    <a:pt x="195" y="341"/>
                    <a:pt x="191" y="340"/>
                    <a:pt x="186" y="339"/>
                  </a:cubicBezTo>
                  <a:cubicBezTo>
                    <a:pt x="188" y="338"/>
                    <a:pt x="189" y="337"/>
                    <a:pt x="190" y="336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74" y="337"/>
                    <a:pt x="159" y="339"/>
                    <a:pt x="145" y="340"/>
                  </a:cubicBezTo>
                  <a:cubicBezTo>
                    <a:pt x="144" y="340"/>
                    <a:pt x="142" y="341"/>
                    <a:pt x="141" y="341"/>
                  </a:cubicBezTo>
                  <a:cubicBezTo>
                    <a:pt x="135" y="339"/>
                    <a:pt x="130" y="340"/>
                    <a:pt x="125" y="344"/>
                  </a:cubicBezTo>
                  <a:cubicBezTo>
                    <a:pt x="124" y="345"/>
                    <a:pt x="123" y="345"/>
                    <a:pt x="122" y="345"/>
                  </a:cubicBezTo>
                  <a:cubicBezTo>
                    <a:pt x="106" y="342"/>
                    <a:pt x="90" y="347"/>
                    <a:pt x="75" y="348"/>
                  </a:cubicBezTo>
                  <a:cubicBezTo>
                    <a:pt x="59" y="350"/>
                    <a:pt x="44" y="351"/>
                    <a:pt x="29" y="353"/>
                  </a:cubicBezTo>
                  <a:cubicBezTo>
                    <a:pt x="28" y="353"/>
                    <a:pt x="26" y="353"/>
                    <a:pt x="25" y="352"/>
                  </a:cubicBezTo>
                  <a:cubicBezTo>
                    <a:pt x="27" y="351"/>
                    <a:pt x="29" y="350"/>
                    <a:pt x="30" y="349"/>
                  </a:cubicBezTo>
                  <a:cubicBezTo>
                    <a:pt x="30" y="349"/>
                    <a:pt x="30" y="349"/>
                    <a:pt x="30" y="349"/>
                  </a:cubicBezTo>
                  <a:cubicBezTo>
                    <a:pt x="20" y="349"/>
                    <a:pt x="10" y="349"/>
                    <a:pt x="0" y="349"/>
                  </a:cubicBezTo>
                  <a:cubicBezTo>
                    <a:pt x="0" y="349"/>
                    <a:pt x="0" y="348"/>
                    <a:pt x="0" y="348"/>
                  </a:cubicBezTo>
                  <a:cubicBezTo>
                    <a:pt x="6" y="347"/>
                    <a:pt x="11" y="347"/>
                    <a:pt x="17" y="346"/>
                  </a:cubicBezTo>
                  <a:cubicBezTo>
                    <a:pt x="70" y="338"/>
                    <a:pt x="123" y="330"/>
                    <a:pt x="176" y="321"/>
                  </a:cubicBezTo>
                  <a:cubicBezTo>
                    <a:pt x="273" y="303"/>
                    <a:pt x="369" y="281"/>
                    <a:pt x="462" y="247"/>
                  </a:cubicBezTo>
                  <a:cubicBezTo>
                    <a:pt x="508" y="230"/>
                    <a:pt x="551" y="209"/>
                    <a:pt x="589" y="181"/>
                  </a:cubicBezTo>
                  <a:cubicBezTo>
                    <a:pt x="609" y="166"/>
                    <a:pt x="627" y="149"/>
                    <a:pt x="638" y="127"/>
                  </a:cubicBezTo>
                  <a:cubicBezTo>
                    <a:pt x="643" y="117"/>
                    <a:pt x="647" y="108"/>
                    <a:pt x="647" y="97"/>
                  </a:cubicBezTo>
                  <a:cubicBezTo>
                    <a:pt x="648" y="80"/>
                    <a:pt x="645" y="65"/>
                    <a:pt x="633" y="52"/>
                  </a:cubicBezTo>
                  <a:cubicBezTo>
                    <a:pt x="618" y="35"/>
                    <a:pt x="600" y="24"/>
                    <a:pt x="579" y="17"/>
                  </a:cubicBezTo>
                  <a:cubicBezTo>
                    <a:pt x="560" y="11"/>
                    <a:pt x="541" y="7"/>
                    <a:pt x="522" y="2"/>
                  </a:cubicBezTo>
                  <a:cubicBezTo>
                    <a:pt x="522" y="2"/>
                    <a:pt x="521" y="2"/>
                    <a:pt x="521" y="2"/>
                  </a:cubicBezTo>
                  <a:cubicBezTo>
                    <a:pt x="521" y="1"/>
                    <a:pt x="521" y="1"/>
                    <a:pt x="521" y="0"/>
                  </a:cubicBezTo>
                  <a:close/>
                  <a:moveTo>
                    <a:pt x="419" y="365"/>
                  </a:moveTo>
                  <a:cubicBezTo>
                    <a:pt x="419" y="365"/>
                    <a:pt x="419" y="364"/>
                    <a:pt x="419" y="364"/>
                  </a:cubicBezTo>
                  <a:cubicBezTo>
                    <a:pt x="418" y="364"/>
                    <a:pt x="418" y="364"/>
                    <a:pt x="417" y="364"/>
                  </a:cubicBezTo>
                  <a:cubicBezTo>
                    <a:pt x="417" y="365"/>
                    <a:pt x="417" y="365"/>
                    <a:pt x="417" y="365"/>
                  </a:cubicBezTo>
                  <a:cubicBezTo>
                    <a:pt x="418" y="365"/>
                    <a:pt x="418" y="365"/>
                    <a:pt x="419" y="365"/>
                  </a:cubicBezTo>
                  <a:close/>
                  <a:moveTo>
                    <a:pt x="430" y="315"/>
                  </a:moveTo>
                  <a:cubicBezTo>
                    <a:pt x="429" y="315"/>
                    <a:pt x="429" y="315"/>
                    <a:pt x="429" y="315"/>
                  </a:cubicBezTo>
                  <a:cubicBezTo>
                    <a:pt x="429" y="315"/>
                    <a:pt x="429" y="316"/>
                    <a:pt x="429" y="316"/>
                  </a:cubicBezTo>
                  <a:cubicBezTo>
                    <a:pt x="429" y="316"/>
                    <a:pt x="429" y="316"/>
                    <a:pt x="430" y="3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4"/>
            <p:cNvSpPr/>
            <p:nvPr/>
          </p:nvSpPr>
          <p:spPr bwMode="auto">
            <a:xfrm>
              <a:off x="3374572" y="967899"/>
              <a:ext cx="3650292" cy="2257098"/>
            </a:xfrm>
            <a:custGeom>
              <a:avLst/>
              <a:gdLst>
                <a:gd name="T0" fmla="*/ 558 w 558"/>
                <a:gd name="T1" fmla="*/ 1 h 345"/>
                <a:gd name="T2" fmla="*/ 557 w 558"/>
                <a:gd name="T3" fmla="*/ 5 h 345"/>
                <a:gd name="T4" fmla="*/ 450 w 558"/>
                <a:gd name="T5" fmla="*/ 164 h 345"/>
                <a:gd name="T6" fmla="*/ 275 w 558"/>
                <a:gd name="T7" fmla="*/ 287 h 345"/>
                <a:gd name="T8" fmla="*/ 135 w 558"/>
                <a:gd name="T9" fmla="*/ 336 h 345"/>
                <a:gd name="T10" fmla="*/ 54 w 558"/>
                <a:gd name="T11" fmla="*/ 343 h 345"/>
                <a:gd name="T12" fmla="*/ 26 w 558"/>
                <a:gd name="T13" fmla="*/ 338 h 345"/>
                <a:gd name="T14" fmla="*/ 7 w 558"/>
                <a:gd name="T15" fmla="*/ 293 h 345"/>
                <a:gd name="T16" fmla="*/ 43 w 558"/>
                <a:gd name="T17" fmla="*/ 248 h 345"/>
                <a:gd name="T18" fmla="*/ 146 w 558"/>
                <a:gd name="T19" fmla="*/ 190 h 345"/>
                <a:gd name="T20" fmla="*/ 318 w 558"/>
                <a:gd name="T21" fmla="*/ 140 h 345"/>
                <a:gd name="T22" fmla="*/ 406 w 558"/>
                <a:gd name="T23" fmla="*/ 126 h 345"/>
                <a:gd name="T24" fmla="*/ 413 w 558"/>
                <a:gd name="T25" fmla="*/ 127 h 345"/>
                <a:gd name="T26" fmla="*/ 385 w 558"/>
                <a:gd name="T27" fmla="*/ 133 h 345"/>
                <a:gd name="T28" fmla="*/ 225 w 558"/>
                <a:gd name="T29" fmla="*/ 185 h 345"/>
                <a:gd name="T30" fmla="*/ 153 w 558"/>
                <a:gd name="T31" fmla="*/ 230 h 345"/>
                <a:gd name="T32" fmla="*/ 141 w 558"/>
                <a:gd name="T33" fmla="*/ 244 h 345"/>
                <a:gd name="T34" fmla="*/ 148 w 558"/>
                <a:gd name="T35" fmla="*/ 260 h 345"/>
                <a:gd name="T36" fmla="*/ 185 w 558"/>
                <a:gd name="T37" fmla="*/ 258 h 345"/>
                <a:gd name="T38" fmla="*/ 294 w 558"/>
                <a:gd name="T39" fmla="*/ 219 h 345"/>
                <a:gd name="T40" fmla="*/ 529 w 558"/>
                <a:gd name="T41" fmla="*/ 39 h 345"/>
                <a:gd name="T42" fmla="*/ 555 w 558"/>
                <a:gd name="T43" fmla="*/ 4 h 345"/>
                <a:gd name="T44" fmla="*/ 557 w 558"/>
                <a:gd name="T45" fmla="*/ 0 h 345"/>
                <a:gd name="T46" fmla="*/ 558 w 558"/>
                <a:gd name="T47" fmla="*/ 1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8" h="345">
                  <a:moveTo>
                    <a:pt x="558" y="1"/>
                  </a:moveTo>
                  <a:cubicBezTo>
                    <a:pt x="558" y="2"/>
                    <a:pt x="557" y="4"/>
                    <a:pt x="557" y="5"/>
                  </a:cubicBezTo>
                  <a:cubicBezTo>
                    <a:pt x="531" y="64"/>
                    <a:pt x="495" y="118"/>
                    <a:pt x="450" y="164"/>
                  </a:cubicBezTo>
                  <a:cubicBezTo>
                    <a:pt x="399" y="216"/>
                    <a:pt x="341" y="257"/>
                    <a:pt x="275" y="287"/>
                  </a:cubicBezTo>
                  <a:cubicBezTo>
                    <a:pt x="230" y="309"/>
                    <a:pt x="184" y="326"/>
                    <a:pt x="135" y="336"/>
                  </a:cubicBezTo>
                  <a:cubicBezTo>
                    <a:pt x="108" y="341"/>
                    <a:pt x="82" y="345"/>
                    <a:pt x="54" y="343"/>
                  </a:cubicBezTo>
                  <a:cubicBezTo>
                    <a:pt x="45" y="342"/>
                    <a:pt x="35" y="341"/>
                    <a:pt x="26" y="338"/>
                  </a:cubicBezTo>
                  <a:cubicBezTo>
                    <a:pt x="0" y="330"/>
                    <a:pt x="0" y="309"/>
                    <a:pt x="7" y="293"/>
                  </a:cubicBezTo>
                  <a:cubicBezTo>
                    <a:pt x="14" y="275"/>
                    <a:pt x="28" y="261"/>
                    <a:pt x="43" y="248"/>
                  </a:cubicBezTo>
                  <a:cubicBezTo>
                    <a:pt x="74" y="223"/>
                    <a:pt x="109" y="205"/>
                    <a:pt x="146" y="190"/>
                  </a:cubicBezTo>
                  <a:cubicBezTo>
                    <a:pt x="202" y="167"/>
                    <a:pt x="259" y="151"/>
                    <a:pt x="318" y="140"/>
                  </a:cubicBezTo>
                  <a:cubicBezTo>
                    <a:pt x="347" y="134"/>
                    <a:pt x="377" y="131"/>
                    <a:pt x="406" y="126"/>
                  </a:cubicBezTo>
                  <a:cubicBezTo>
                    <a:pt x="408" y="126"/>
                    <a:pt x="410" y="126"/>
                    <a:pt x="413" y="127"/>
                  </a:cubicBezTo>
                  <a:cubicBezTo>
                    <a:pt x="404" y="129"/>
                    <a:pt x="394" y="131"/>
                    <a:pt x="385" y="133"/>
                  </a:cubicBezTo>
                  <a:cubicBezTo>
                    <a:pt x="330" y="145"/>
                    <a:pt x="276" y="161"/>
                    <a:pt x="225" y="185"/>
                  </a:cubicBezTo>
                  <a:cubicBezTo>
                    <a:pt x="199" y="197"/>
                    <a:pt x="174" y="211"/>
                    <a:pt x="153" y="230"/>
                  </a:cubicBezTo>
                  <a:cubicBezTo>
                    <a:pt x="148" y="234"/>
                    <a:pt x="144" y="239"/>
                    <a:pt x="141" y="244"/>
                  </a:cubicBezTo>
                  <a:cubicBezTo>
                    <a:pt x="136" y="252"/>
                    <a:pt x="139" y="258"/>
                    <a:pt x="148" y="260"/>
                  </a:cubicBezTo>
                  <a:cubicBezTo>
                    <a:pt x="160" y="262"/>
                    <a:pt x="173" y="261"/>
                    <a:pt x="185" y="258"/>
                  </a:cubicBezTo>
                  <a:cubicBezTo>
                    <a:pt x="223" y="250"/>
                    <a:pt x="259" y="235"/>
                    <a:pt x="294" y="219"/>
                  </a:cubicBezTo>
                  <a:cubicBezTo>
                    <a:pt x="386" y="177"/>
                    <a:pt x="464" y="117"/>
                    <a:pt x="529" y="39"/>
                  </a:cubicBezTo>
                  <a:cubicBezTo>
                    <a:pt x="538" y="28"/>
                    <a:pt x="546" y="16"/>
                    <a:pt x="555" y="4"/>
                  </a:cubicBezTo>
                  <a:cubicBezTo>
                    <a:pt x="556" y="3"/>
                    <a:pt x="557" y="2"/>
                    <a:pt x="557" y="0"/>
                  </a:cubicBezTo>
                  <a:cubicBezTo>
                    <a:pt x="558" y="1"/>
                    <a:pt x="558" y="1"/>
                    <a:pt x="5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6"/>
            <p:cNvSpPr/>
            <p:nvPr/>
          </p:nvSpPr>
          <p:spPr bwMode="auto">
            <a:xfrm>
              <a:off x="6719297" y="863430"/>
              <a:ext cx="831364" cy="2347821"/>
            </a:xfrm>
            <a:custGeom>
              <a:avLst/>
              <a:gdLst>
                <a:gd name="T0" fmla="*/ 32 w 127"/>
                <a:gd name="T1" fmla="*/ 359 h 359"/>
                <a:gd name="T2" fmla="*/ 13 w 127"/>
                <a:gd name="T3" fmla="*/ 317 h 359"/>
                <a:gd name="T4" fmla="*/ 3 w 127"/>
                <a:gd name="T5" fmla="*/ 264 h 359"/>
                <a:gd name="T6" fmla="*/ 9 w 127"/>
                <a:gd name="T7" fmla="*/ 166 h 359"/>
                <a:gd name="T8" fmla="*/ 68 w 127"/>
                <a:gd name="T9" fmla="*/ 2 h 359"/>
                <a:gd name="T10" fmla="*/ 69 w 127"/>
                <a:gd name="T11" fmla="*/ 0 h 359"/>
                <a:gd name="T12" fmla="*/ 61 w 127"/>
                <a:gd name="T13" fmla="*/ 36 h 359"/>
                <a:gd name="T14" fmla="*/ 64 w 127"/>
                <a:gd name="T15" fmla="*/ 200 h 359"/>
                <a:gd name="T16" fmla="*/ 83 w 127"/>
                <a:gd name="T17" fmla="*/ 251 h 359"/>
                <a:gd name="T18" fmla="*/ 117 w 127"/>
                <a:gd name="T19" fmla="*/ 300 h 359"/>
                <a:gd name="T20" fmla="*/ 127 w 127"/>
                <a:gd name="T21" fmla="*/ 312 h 359"/>
                <a:gd name="T22" fmla="*/ 32 w 127"/>
                <a:gd name="T23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359">
                  <a:moveTo>
                    <a:pt x="32" y="359"/>
                  </a:moveTo>
                  <a:cubicBezTo>
                    <a:pt x="23" y="346"/>
                    <a:pt x="17" y="332"/>
                    <a:pt x="13" y="317"/>
                  </a:cubicBezTo>
                  <a:cubicBezTo>
                    <a:pt x="7" y="300"/>
                    <a:pt x="4" y="282"/>
                    <a:pt x="3" y="264"/>
                  </a:cubicBezTo>
                  <a:cubicBezTo>
                    <a:pt x="0" y="231"/>
                    <a:pt x="3" y="198"/>
                    <a:pt x="9" y="166"/>
                  </a:cubicBezTo>
                  <a:cubicBezTo>
                    <a:pt x="20" y="108"/>
                    <a:pt x="42" y="54"/>
                    <a:pt x="68" y="2"/>
                  </a:cubicBezTo>
                  <a:cubicBezTo>
                    <a:pt x="68" y="1"/>
                    <a:pt x="68" y="1"/>
                    <a:pt x="69" y="0"/>
                  </a:cubicBezTo>
                  <a:cubicBezTo>
                    <a:pt x="66" y="12"/>
                    <a:pt x="63" y="24"/>
                    <a:pt x="61" y="36"/>
                  </a:cubicBezTo>
                  <a:cubicBezTo>
                    <a:pt x="51" y="90"/>
                    <a:pt x="49" y="145"/>
                    <a:pt x="64" y="200"/>
                  </a:cubicBezTo>
                  <a:cubicBezTo>
                    <a:pt x="68" y="218"/>
                    <a:pt x="75" y="235"/>
                    <a:pt x="83" y="251"/>
                  </a:cubicBezTo>
                  <a:cubicBezTo>
                    <a:pt x="92" y="269"/>
                    <a:pt x="104" y="285"/>
                    <a:pt x="117" y="300"/>
                  </a:cubicBezTo>
                  <a:cubicBezTo>
                    <a:pt x="120" y="304"/>
                    <a:pt x="123" y="308"/>
                    <a:pt x="127" y="312"/>
                  </a:cubicBezTo>
                  <a:cubicBezTo>
                    <a:pt x="98" y="332"/>
                    <a:pt x="65" y="346"/>
                    <a:pt x="32" y="3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7"/>
            <p:cNvSpPr/>
            <p:nvPr/>
          </p:nvSpPr>
          <p:spPr bwMode="auto">
            <a:xfrm>
              <a:off x="4723474" y="2081328"/>
              <a:ext cx="2086667" cy="1215149"/>
            </a:xfrm>
            <a:custGeom>
              <a:avLst/>
              <a:gdLst>
                <a:gd name="T0" fmla="*/ 319 w 319"/>
                <a:gd name="T1" fmla="*/ 175 h 186"/>
                <a:gd name="T2" fmla="*/ 303 w 319"/>
                <a:gd name="T3" fmla="*/ 169 h 186"/>
                <a:gd name="T4" fmla="*/ 225 w 319"/>
                <a:gd name="T5" fmla="*/ 157 h 186"/>
                <a:gd name="T6" fmla="*/ 97 w 319"/>
                <a:gd name="T7" fmla="*/ 167 h 186"/>
                <a:gd name="T8" fmla="*/ 4 w 319"/>
                <a:gd name="T9" fmla="*/ 186 h 186"/>
                <a:gd name="T10" fmla="*/ 0 w 319"/>
                <a:gd name="T11" fmla="*/ 186 h 186"/>
                <a:gd name="T12" fmla="*/ 282 w 319"/>
                <a:gd name="T13" fmla="*/ 0 h 186"/>
                <a:gd name="T14" fmla="*/ 319 w 319"/>
                <a:gd name="T15" fmla="*/ 17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9" h="186">
                  <a:moveTo>
                    <a:pt x="319" y="175"/>
                  </a:moveTo>
                  <a:cubicBezTo>
                    <a:pt x="313" y="173"/>
                    <a:pt x="308" y="171"/>
                    <a:pt x="303" y="169"/>
                  </a:cubicBezTo>
                  <a:cubicBezTo>
                    <a:pt x="277" y="161"/>
                    <a:pt x="251" y="158"/>
                    <a:pt x="225" y="157"/>
                  </a:cubicBezTo>
                  <a:cubicBezTo>
                    <a:pt x="182" y="156"/>
                    <a:pt x="139" y="159"/>
                    <a:pt x="97" y="167"/>
                  </a:cubicBezTo>
                  <a:cubicBezTo>
                    <a:pt x="66" y="172"/>
                    <a:pt x="35" y="180"/>
                    <a:pt x="4" y="186"/>
                  </a:cubicBezTo>
                  <a:cubicBezTo>
                    <a:pt x="2" y="186"/>
                    <a:pt x="1" y="186"/>
                    <a:pt x="0" y="186"/>
                  </a:cubicBezTo>
                  <a:cubicBezTo>
                    <a:pt x="109" y="147"/>
                    <a:pt x="207" y="93"/>
                    <a:pt x="282" y="0"/>
                  </a:cubicBezTo>
                  <a:cubicBezTo>
                    <a:pt x="269" y="64"/>
                    <a:pt x="279" y="122"/>
                    <a:pt x="319" y="1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5455734" y="4022267"/>
              <a:ext cx="470740" cy="233683"/>
            </a:xfrm>
            <a:custGeom>
              <a:avLst/>
              <a:gdLst>
                <a:gd name="T0" fmla="*/ 69 w 72"/>
                <a:gd name="T1" fmla="*/ 0 h 36"/>
                <a:gd name="T2" fmla="*/ 72 w 72"/>
                <a:gd name="T3" fmla="*/ 16 h 36"/>
                <a:gd name="T4" fmla="*/ 55 w 72"/>
                <a:gd name="T5" fmla="*/ 20 h 36"/>
                <a:gd name="T6" fmla="*/ 40 w 72"/>
                <a:gd name="T7" fmla="*/ 23 h 36"/>
                <a:gd name="T8" fmla="*/ 37 w 72"/>
                <a:gd name="T9" fmla="*/ 25 h 36"/>
                <a:gd name="T10" fmla="*/ 29 w 72"/>
                <a:gd name="T11" fmla="*/ 30 h 36"/>
                <a:gd name="T12" fmla="*/ 14 w 72"/>
                <a:gd name="T13" fmla="*/ 34 h 36"/>
                <a:gd name="T14" fmla="*/ 6 w 72"/>
                <a:gd name="T15" fmla="*/ 31 h 36"/>
                <a:gd name="T16" fmla="*/ 0 w 72"/>
                <a:gd name="T17" fmla="*/ 20 h 36"/>
                <a:gd name="T18" fmla="*/ 6 w 72"/>
                <a:gd name="T19" fmla="*/ 10 h 36"/>
                <a:gd name="T20" fmla="*/ 14 w 72"/>
                <a:gd name="T21" fmla="*/ 7 h 36"/>
                <a:gd name="T22" fmla="*/ 32 w 72"/>
                <a:gd name="T23" fmla="*/ 6 h 36"/>
                <a:gd name="T24" fmla="*/ 69 w 72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36">
                  <a:moveTo>
                    <a:pt x="69" y="0"/>
                  </a:moveTo>
                  <a:cubicBezTo>
                    <a:pt x="64" y="8"/>
                    <a:pt x="64" y="10"/>
                    <a:pt x="72" y="16"/>
                  </a:cubicBezTo>
                  <a:cubicBezTo>
                    <a:pt x="66" y="17"/>
                    <a:pt x="61" y="19"/>
                    <a:pt x="55" y="20"/>
                  </a:cubicBezTo>
                  <a:cubicBezTo>
                    <a:pt x="50" y="21"/>
                    <a:pt x="45" y="22"/>
                    <a:pt x="40" y="23"/>
                  </a:cubicBezTo>
                  <a:cubicBezTo>
                    <a:pt x="39" y="23"/>
                    <a:pt x="37" y="24"/>
                    <a:pt x="37" y="25"/>
                  </a:cubicBezTo>
                  <a:cubicBezTo>
                    <a:pt x="35" y="29"/>
                    <a:pt x="32" y="30"/>
                    <a:pt x="29" y="30"/>
                  </a:cubicBezTo>
                  <a:cubicBezTo>
                    <a:pt x="24" y="31"/>
                    <a:pt x="19" y="32"/>
                    <a:pt x="14" y="34"/>
                  </a:cubicBezTo>
                  <a:cubicBezTo>
                    <a:pt x="10" y="36"/>
                    <a:pt x="8" y="34"/>
                    <a:pt x="6" y="31"/>
                  </a:cubicBezTo>
                  <a:cubicBezTo>
                    <a:pt x="4" y="27"/>
                    <a:pt x="0" y="24"/>
                    <a:pt x="0" y="20"/>
                  </a:cubicBezTo>
                  <a:cubicBezTo>
                    <a:pt x="0" y="17"/>
                    <a:pt x="4" y="13"/>
                    <a:pt x="6" y="10"/>
                  </a:cubicBezTo>
                  <a:cubicBezTo>
                    <a:pt x="8" y="7"/>
                    <a:pt x="10" y="6"/>
                    <a:pt x="14" y="7"/>
                  </a:cubicBezTo>
                  <a:cubicBezTo>
                    <a:pt x="20" y="8"/>
                    <a:pt x="26" y="7"/>
                    <a:pt x="32" y="6"/>
                  </a:cubicBezTo>
                  <a:cubicBezTo>
                    <a:pt x="44" y="5"/>
                    <a:pt x="56" y="2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6980818" y="431805"/>
              <a:ext cx="399165" cy="346400"/>
            </a:xfrm>
            <a:custGeom>
              <a:avLst/>
              <a:gdLst>
                <a:gd name="T0" fmla="*/ 61 w 61"/>
                <a:gd name="T1" fmla="*/ 0 h 53"/>
                <a:gd name="T2" fmla="*/ 54 w 61"/>
                <a:gd name="T3" fmla="*/ 51 h 53"/>
                <a:gd name="T4" fmla="*/ 53 w 61"/>
                <a:gd name="T5" fmla="*/ 52 h 53"/>
                <a:gd name="T6" fmla="*/ 44 w 61"/>
                <a:gd name="T7" fmla="*/ 42 h 53"/>
                <a:gd name="T8" fmla="*/ 38 w 61"/>
                <a:gd name="T9" fmla="*/ 41 h 53"/>
                <a:gd name="T10" fmla="*/ 0 w 61"/>
                <a:gd name="T11" fmla="*/ 53 h 53"/>
                <a:gd name="T12" fmla="*/ 61 w 61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3">
                  <a:moveTo>
                    <a:pt x="61" y="0"/>
                  </a:moveTo>
                  <a:cubicBezTo>
                    <a:pt x="59" y="18"/>
                    <a:pt x="56" y="34"/>
                    <a:pt x="54" y="51"/>
                  </a:cubicBezTo>
                  <a:cubicBezTo>
                    <a:pt x="54" y="52"/>
                    <a:pt x="53" y="52"/>
                    <a:pt x="53" y="52"/>
                  </a:cubicBezTo>
                  <a:cubicBezTo>
                    <a:pt x="50" y="49"/>
                    <a:pt x="47" y="45"/>
                    <a:pt x="44" y="42"/>
                  </a:cubicBezTo>
                  <a:cubicBezTo>
                    <a:pt x="42" y="41"/>
                    <a:pt x="40" y="40"/>
                    <a:pt x="38" y="41"/>
                  </a:cubicBezTo>
                  <a:cubicBezTo>
                    <a:pt x="26" y="45"/>
                    <a:pt x="13" y="49"/>
                    <a:pt x="0" y="53"/>
                  </a:cubicBezTo>
                  <a:cubicBezTo>
                    <a:pt x="20" y="35"/>
                    <a:pt x="40" y="18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7"/>
            <p:cNvSpPr/>
            <p:nvPr/>
          </p:nvSpPr>
          <p:spPr bwMode="auto">
            <a:xfrm>
              <a:off x="7737855" y="1806408"/>
              <a:ext cx="264274" cy="85226"/>
            </a:xfrm>
            <a:custGeom>
              <a:avLst/>
              <a:gdLst>
                <a:gd name="T0" fmla="*/ 38 w 40"/>
                <a:gd name="T1" fmla="*/ 13 h 13"/>
                <a:gd name="T2" fmla="*/ 0 w 40"/>
                <a:gd name="T3" fmla="*/ 1 h 13"/>
                <a:gd name="T4" fmla="*/ 0 w 40"/>
                <a:gd name="T5" fmla="*/ 0 h 13"/>
                <a:gd name="T6" fmla="*/ 30 w 40"/>
                <a:gd name="T7" fmla="*/ 2 h 13"/>
                <a:gd name="T8" fmla="*/ 38 w 4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3">
                  <a:moveTo>
                    <a:pt x="38" y="13"/>
                  </a:moveTo>
                  <a:cubicBezTo>
                    <a:pt x="25" y="9"/>
                    <a:pt x="12" y="5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37" y="3"/>
                    <a:pt x="40" y="7"/>
                    <a:pt x="38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5255895" y="2079625"/>
            <a:ext cx="4258310" cy="643255"/>
            <a:chOff x="8277" y="2650"/>
            <a:chExt cx="6706" cy="1013"/>
          </a:xfrm>
        </p:grpSpPr>
        <p:sp>
          <p:nvSpPr>
            <p:cNvPr id="25" name="文本框 24"/>
            <p:cNvSpPr txBox="1"/>
            <p:nvPr>
              <p:custDataLst>
                <p:tags r:id="rId2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100"/>
                </a:lnSpc>
                <a:buClrTx/>
                <a:buSzTx/>
                <a:buFontTx/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示例内容公开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/>
            <p:cNvGrpSpPr/>
            <p:nvPr>
              <p:custDataLst>
                <p:tags r:id="rId3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27" name="矩形 26"/>
              <p:cNvSpPr/>
              <p:nvPr>
                <p:custDataLst>
                  <p:tags r:id="rId4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6"/>
              </p:custDataLst>
            </p:nvPr>
          </p:nvSpPr>
          <p:spPr>
            <a:xfrm>
              <a:off x="8301" y="2718"/>
              <a:ext cx="122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7"/>
            </p:custDataLst>
          </p:nvPr>
        </p:nvGrpSpPr>
        <p:grpSpPr>
          <a:xfrm>
            <a:off x="5255895" y="2992755"/>
            <a:ext cx="4258310" cy="643255"/>
            <a:chOff x="8277" y="2650"/>
            <a:chExt cx="6706" cy="1013"/>
          </a:xfrm>
        </p:grpSpPr>
        <p:sp>
          <p:nvSpPr>
            <p:cNvPr id="44" name="文本框 43"/>
            <p:cNvSpPr txBox="1"/>
            <p:nvPr>
              <p:custDataLst>
                <p:tags r:id="rId8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100"/>
                </a:lnSpc>
                <a:buClrTx/>
                <a:buSzTx/>
                <a:buFontTx/>
              </a:pPr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示例内容公开模</a:t>
              </a:r>
              <a:endPara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/>
            <p:cNvGrpSpPr/>
            <p:nvPr>
              <p:custDataLst>
                <p:tags r:id="rId9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46" name="矩形 45"/>
              <p:cNvSpPr/>
              <p:nvPr>
                <p:custDataLst>
                  <p:tags r:id="rId10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>
                <p:custDataLst>
                  <p:tags r:id="rId11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5255895" y="3905885"/>
            <a:ext cx="4258310" cy="643255"/>
            <a:chOff x="8277" y="2650"/>
            <a:chExt cx="6706" cy="1013"/>
          </a:xfrm>
        </p:grpSpPr>
        <p:sp>
          <p:nvSpPr>
            <p:cNvPr id="50" name="文本框 49"/>
            <p:cNvSpPr txBox="1"/>
            <p:nvPr>
              <p:custDataLst>
                <p:tags r:id="rId14"/>
              </p:custDataLst>
            </p:nvPr>
          </p:nvSpPr>
          <p:spPr>
            <a:xfrm>
              <a:off x="9460" y="2889"/>
              <a:ext cx="5523" cy="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zh-CN" altLang="en-US" sz="2800" b="1" dirty="0">
                  <a:solidFill>
                    <a:srgbClr val="123A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示例</a:t>
              </a:r>
              <a:endParaRPr lang="zh-CN" altLang="en-US" sz="2800" b="1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>
              <p:custDataLst>
                <p:tags r:id="rId15"/>
              </p:custDataLst>
            </p:nvPr>
          </p:nvGrpSpPr>
          <p:grpSpPr>
            <a:xfrm>
              <a:off x="8277" y="2650"/>
              <a:ext cx="1048" cy="1013"/>
              <a:chOff x="6407452" y="775296"/>
              <a:chExt cx="571766" cy="540000"/>
            </a:xfrm>
          </p:grpSpPr>
          <p:sp>
            <p:nvSpPr>
              <p:cNvPr id="52" name="矩形 51"/>
              <p:cNvSpPr/>
              <p:nvPr>
                <p:custDataLst>
                  <p:tags r:id="rId16"/>
                </p:custDataLst>
              </p:nvPr>
            </p:nvSpPr>
            <p:spPr>
              <a:xfrm>
                <a:off x="6407452" y="775296"/>
                <a:ext cx="571766" cy="54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>
                <p:custDataLst>
                  <p:tags r:id="rId17"/>
                </p:custDataLst>
              </p:nvPr>
            </p:nvSpPr>
            <p:spPr>
              <a:xfrm>
                <a:off x="6443135" y="811296"/>
                <a:ext cx="500400" cy="468000"/>
              </a:xfrm>
              <a:prstGeom prst="rect">
                <a:avLst/>
              </a:prstGeom>
              <a:solidFill>
                <a:srgbClr val="123A85"/>
              </a:solidFill>
              <a:ln w="12700">
                <a:solidFill>
                  <a:srgbClr val="123A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文本框 53"/>
            <p:cNvSpPr txBox="1"/>
            <p:nvPr>
              <p:custDataLst>
                <p:tags r:id="rId18"/>
              </p:custDataLst>
            </p:nvPr>
          </p:nvSpPr>
          <p:spPr>
            <a:xfrm>
              <a:off x="8301" y="2718"/>
              <a:ext cx="12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369" y="120623"/>
            <a:ext cx="1620958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srgbClr val="123A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示例内容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3A8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21248"/>
            <a:ext cx="3568389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lt"/>
              </a:rPr>
              <a:t>示例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pitchFamily="2" charset="-122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523875" y="96075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/>
              <a:t>示例内容公开，模板示例内容公开模板示例，内容公</a:t>
            </a:r>
            <a:r>
              <a:rPr lang="en-US" altLang="zh-CN"/>
              <a:t>示例内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23875" y="285305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>
                <a:sym typeface="+mn-ea"/>
              </a:rPr>
              <a:t>示例内容</a:t>
            </a:r>
            <a:r>
              <a:rPr lang="zh-CN" altLang="en-US">
                <a:sym typeface="+mn-ea"/>
              </a:rPr>
              <a:t>示例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23875" y="4825365"/>
            <a:ext cx="10695940" cy="1741170"/>
          </a:xfrm>
          <a:prstGeom prst="rect">
            <a:avLst/>
          </a:prstGeom>
          <a:gradFill>
            <a:gsLst>
              <a:gs pos="0">
                <a:srgbClr val="F6F8FC"/>
              </a:gs>
              <a:gs pos="49000">
                <a:schemeClr val="bg1"/>
              </a:gs>
              <a:gs pos="100000">
                <a:srgbClr val="F3F6FB"/>
              </a:gs>
            </a:gsLst>
            <a:lin ang="8100000" scaled="1"/>
          </a:gradFill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457200" indent="-457200" algn="ctr">
              <a:buFont typeface="Wingdings" panose="05000000000000000000" charset="0"/>
              <a:buChar char="p"/>
              <a:defRPr sz="2800" b="1">
                <a:solidFill>
                  <a:srgbClr val="003E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buFont typeface="Wingdings" panose="05000000000000000000" charset="0"/>
              <a:buChar char="p"/>
            </a:pPr>
            <a:r>
              <a:rPr lang="zh-CN" altLang="en-US"/>
              <a:t>示例内容公开模板示例内容公开模，板示例内容公开模板</a:t>
            </a:r>
            <a:r>
              <a:rPr lang="zh-CN" altLang="en-US"/>
              <a:t>示例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4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8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9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10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1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3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4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5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16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8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19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0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1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2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3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4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5.xml><?xml version="1.0" encoding="utf-8"?>
<p:tagLst xmlns:p="http://schemas.openxmlformats.org/presentationml/2006/main">
  <p:tag name="KSO_WM_DIAGRAM_VIRTUALLY_FRAME" val="{&quot;height&quot;:617.1,&quot;left&quot;:8.2,&quot;top&quot;:17.75,&quot;width&quot;:913.05}"/>
</p:tagLst>
</file>

<file path=ppt/tags/tag26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2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28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29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0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1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3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4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35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6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8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39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0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41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3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4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45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46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4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8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49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50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1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3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4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5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56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7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8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59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0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1.xml><?xml version="1.0" encoding="utf-8"?>
<p:tagLst xmlns:p="http://schemas.openxmlformats.org/presentationml/2006/main">
  <p:tag name="KSO_WM_DIAGRAM_VIRTUALLY_FRAME" val="{&quot;height&quot;:295.55748031496057,&quot;left&quot;:416,&quot;top&quot;:104.37732283464568,&quot;width&quot;:395.5196850393701}"/>
</p:tagLst>
</file>

<file path=ppt/tags/tag62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3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4.xml><?xml version="1.0" encoding="utf-8"?>
<p:tagLst xmlns:p="http://schemas.openxmlformats.org/presentationml/2006/main">
  <p:tag name="KSO_WM_DIAGRAM_VIRTUALLY_FRAME" val="{&quot;height&quot;:266.35,&quot;left&quot;:413.85,&quot;top&quot;:91.85,&quot;width&quot;:335.3}"/>
</p:tagLst>
</file>

<file path=ppt/tags/tag65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66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67.xml><?xml version="1.0" encoding="utf-8"?>
<p:tagLst xmlns:p="http://schemas.openxmlformats.org/presentationml/2006/main">
  <p:tag name="KSO_WM_DIAGRAM_VIRTUALLY_FRAME" val="{&quot;height&quot;:617.1,&quot;left&quot;:8.2,&quot;top&quot;:17.75,&quot;width&quot;:903.4}"/>
</p:tagLst>
</file>

<file path=ppt/tags/tag68.xml><?xml version="1.0" encoding="utf-8"?>
<p:tagLst xmlns:p="http://schemas.openxmlformats.org/presentationml/2006/main">
  <p:tag name="resource_record_key" val="{&quot;10&quot;:[472139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388</ns0:Words>
  <ns0:Application>WPS 演示</ns0:Application>
  <ns0:PresentationFormat>宽屏</ns0:PresentationFormat>
  <ns0:Paragraphs>100</ns0:Paragraphs>
  <ns0:Slides>9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8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9</ns1:i4>
      </ns1:variant>
    </ns1:vector>
  </ns0:HeadingPairs>
  <ns0:TitlesOfParts>
    <ns1:vector size="18" baseType="lpstr">
      <ns1:lpstr>Arial</ns1:lpstr>
      <ns1:lpstr>宋体</ns1:lpstr>
      <ns1:lpstr>Wingdings</ns1:lpstr>
      <ns1:lpstr>微软雅黑</ns1:lpstr>
      <ns1:lpstr>Times New Roman</ns1:lpstr>
      <ns1:lpstr>华文中宋</ns1:lpstr>
      <ns1:lpstr>Wingdings</ns1:lpstr>
      <ns1:lpstr>Calibri</ns1:lpstr>
      <ns1:lpstr>WPS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