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8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6" Type="http://schemas.openxmlformats.org/officeDocument/2006/relationships/notesSlide" Target="../notesSlides/notesSlide1.xml" /><ns0:Relationship Id="rId5" Type="http://schemas.openxmlformats.org/officeDocument/2006/relationships/slideLayout" Target="../slideLayouts/slideLayout12.xml" /><ns0:Relationship Id="rId4" Type="http://schemas.openxmlformats.org/officeDocument/2006/relationships/image" Target="../media/public-placeholder.png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9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9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：示例、内容、公开模板示例内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9_镜头底_1"/>
          <ns0:cNvSpPr/>
          <ns0:nvPr/>
        </ns0:nvSpPr>
        <ns0:spPr>
          <ns1:xfrm>
            <ns1:off x="502285" y="1480820"/>
            <ns1:ext cx="2524125" cy="404177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V10_P09_镜头号底_1"/>
          <ns0:cNvSpPr/>
          <ns0:nvPr/>
        </ns0:nvSpPr>
        <ns0:spPr>
          <ns1:xfrm>
            <ns1:off x="502285" y="1480820"/>
            <ns1:ext cx="548640" cy="5029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V10_P09_镜头号_1"/>
          <ns0:cNvSpPr txBox="1"/>
          <ns0:nvPr/>
        </ns0:nvSpPr>
        <ns0:spPr>
          <ns1:xfrm>
            <ns1:off x="557530" y="1572260"/>
            <ns1:ext cx="4387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7" name="RDV10_P09_镜头标题_1"/>
          <ns0:cNvSpPr txBox="1"/>
          <ns0:nvPr/>
        </ns0:nvSpPr>
        <ns0:spPr>
          <ns1:xfrm>
            <ns1:off x="1160780" y="1563370"/>
            <ns1:ext cx="166370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8" name="RDV10_P09_镜头图片_1_图片框"/>
          <ns0:cNvSpPr/>
          <ns0:nvPr/>
        </ns0:nvSpPr>
        <ns0:spPr>
          <ns1:xfrm>
            <ns1:off x="612140" y="2084705"/>
            <ns1:ext cx="2304415" cy="14262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9" name="RDV10_P09_镜头图片_1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962127" y="2130552"/>
            <ns1:ext cx="1605330" cy="1335024"/>
          </ns1:xfrm>
          <ns1:prstGeom prst="rect">
            <ns1:avLst/>
          </ns1:prstGeom>
        </ns0:spPr>
      </ns0:pic>
      <ns0:sp>
        <ns0:nvSpPr>
          <ns0:cNvPr id="20" name="RDV10_P09_镜头图片_1_图注底"/>
          <ns0:cNvSpPr/>
          <ns0:nvPr/>
        </ns0:nvSpPr>
        <ns0:spPr>
          <ns1:xfrm>
            <ns1:off x="612140" y="3510915"/>
            <ns1:ext cx="230441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V10_P09_镜头图片_1_图注"/>
          <ns0:cNvSpPr txBox="1"/>
          <ns0:nvPr/>
        </ns0:nvSpPr>
        <ns0:spPr>
          <ns1:xfrm>
            <ns1:off x="703580" y="3529330"/>
            <ns1:ext cx="212090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/0000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2" name="RDV10_P09_镜头正文_1"/>
          <ns0:cNvSpPr txBox="1"/>
          <ns0:nvPr/>
        </ns0:nvSpPr>
        <ns0:spPr>
          <ns1:xfrm>
            <ns1:off x="703580" y="4022725"/>
            <ns1:ext cx="212090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V10_P09_交接底_1"/>
          <ns0:cNvSpPr/>
          <ns0:nvPr/>
        </ns0:nvSpPr>
        <ns0:spPr>
          <ns1:xfrm>
            <ns1:off x="703580" y="4965065"/>
            <ns1:ext cx="2121535" cy="328930"/>
          </ns1:xfrm>
          <ns1:prstGeom prst="roundRect">
            <ns1:avLst/>
          </ns1:prstGeom>
          <ns1:solidFill>
            <ns1:srgbClr val="E8F0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V10_P09_交接_1"/>
          <ns0:cNvSpPr txBox="1"/>
          <ns0:nvPr/>
        </ns0:nvSpPr>
        <ns0:spPr>
          <ns1:xfrm>
            <ns1:off x="777240" y="5010785"/>
            <ns1:ext cx="1974850" cy="23749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5" name="RDV10_P09_镜头箭头_1"/>
          <ns0:cNvCxnSpPr/>
          <ns0:nvPr/>
        </ns0:nvCxnSpPr>
        <ns0:spPr>
          <ns1:xfrm>
            <ns1:off x="3063240" y="2980690"/>
            <ns1:ext cx="228600" cy="635"/>
          </ns1:xfrm>
          <ns1:prstGeom prst="line">
            <ns1:avLst/>
          </ns1:prstGeom>
          <ns1:ln w="2794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6" name="RDV10_P09_镜头底_2"/>
          <ns0:cNvSpPr/>
          <ns0:nvPr/>
        </ns0:nvSpPr>
        <ns0:spPr>
          <ns1:xfrm>
            <ns1:off x="3364865" y="1480820"/>
            <ns1:ext cx="2523490" cy="404177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V10_P09_镜头号底_2"/>
          <ns0:cNvSpPr/>
          <ns0:nvPr/>
        </ns0:nvSpPr>
        <ns0:spPr>
          <ns1:xfrm>
            <ns1:off x="3364865" y="1480820"/>
            <ns1:ext cx="548640" cy="5029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V10_P09_镜头号_2"/>
          <ns0:cNvSpPr txBox="1"/>
          <ns0:nvPr/>
        </ns0:nvSpPr>
        <ns0:spPr>
          <ns1:xfrm>
            <ns1:off x="3419475" y="1572260"/>
            <ns1:ext cx="4387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V10_P09_镜头标题_2"/>
          <ns0:cNvSpPr txBox="1"/>
          <ns0:nvPr/>
        </ns0:nvSpPr>
        <ns0:spPr>
          <ns1:xfrm>
            <ns1:off x="4022725" y="1563370"/>
            <ns1:ext cx="166370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V10_P09_镜头图片_2_图片框"/>
          <ns0:cNvSpPr/>
          <ns0:nvPr/>
        </ns0:nvSpPr>
        <ns0:spPr>
          <ns1:xfrm>
            <ns1:off x="3474720" y="2084705"/>
            <ns1:ext cx="2303780" cy="14262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1" name="RDV10_P09_镜头图片_2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632317" y="2130552"/>
            <ns1:ext cx="1989093" cy="1335024"/>
          </ns1:xfrm>
          <ns1:prstGeom prst="rect">
            <ns1:avLst/>
          </ns1:prstGeom>
        </ns0:spPr>
      </ns0:pic>
      <ns0:sp>
        <ns0:nvSpPr>
          <ns0:cNvPr id="32" name="RDV10_P09_镜头图片_2_图注底"/>
          <ns0:cNvSpPr/>
          <ns0:nvPr/>
        </ns0:nvSpPr>
        <ns0:spPr>
          <ns1:xfrm>
            <ns1:off x="3474720" y="3510915"/>
            <ns1:ext cx="230378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V10_P09_镜头图片_2_图注"/>
          <ns0:cNvSpPr txBox="1"/>
          <ns0:nvPr/>
        </ns0:nvSpPr>
        <ns0:spPr>
          <ns1:xfrm>
            <ns1:off x="3565525" y="3529330"/>
            <ns1:ext cx="212090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/示例内容,0000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4" name="RDV10_P09_镜头正文_2"/>
          <ns0:cNvSpPr txBox="1"/>
          <ns0:nvPr/>
        </ns0:nvSpPr>
        <ns0:spPr>
          <ns1:xfrm>
            <ns1:off x="3565525" y="4022725"/>
            <ns1:ext cx="212090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V10_P09_交接底_2"/>
          <ns0:cNvSpPr/>
          <ns0:nvPr/>
        </ns0:nvSpPr>
        <ns0:spPr>
          <ns1:xfrm>
            <ns1:off x="3565525" y="4965065"/>
            <ns1:ext cx="2121535" cy="328930"/>
          </ns1:xfrm>
          <ns1:prstGeom prst="roundRect">
            <ns1:avLst/>
          </ns1:prstGeom>
          <ns1:solidFill>
            <ns1:srgbClr val="E8F0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V10_P09_交接_2"/>
          <ns0:cNvSpPr txBox="1"/>
          <ns0:nvPr/>
        </ns0:nvSpPr>
        <ns0:spPr>
          <ns1:xfrm>
            <ns1:off x="3639185" y="5010785"/>
            <ns1:ext cx="1974850" cy="23749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7" name="RDV10_P09_镜头箭头_2"/>
          <ns0:cNvCxnSpPr/>
          <ns0:nvPr/>
        </ns0:nvCxnSpPr>
        <ns0:spPr>
          <ns1:xfrm>
            <ns1:off x="5925185" y="2980690"/>
            <ns1:ext cx="228600" cy="635"/>
          </ns1:xfrm>
          <ns1:prstGeom prst="line">
            <ns1:avLst/>
          </ns1:prstGeom>
          <ns1:ln w="2794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8" name="RDV10_P09_镜头底_3"/>
          <ns0:cNvSpPr/>
          <ns0:nvPr/>
        </ns0:nvSpPr>
        <ns0:spPr>
          <ns1:xfrm>
            <ns1:off x="6226810" y="1480820"/>
            <ns1:ext cx="2523490" cy="404177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9" name="RDV10_P09_镜头号底_3"/>
          <ns0:cNvSpPr/>
          <ns0:nvPr/>
        </ns0:nvSpPr>
        <ns0:spPr>
          <ns1:xfrm>
            <ns1:off x="6226810" y="1480820"/>
            <ns1:ext cx="548640" cy="5029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V10_P09_镜头号_3"/>
          <ns0:cNvSpPr txBox="1"/>
          <ns0:nvPr/>
        </ns0:nvSpPr>
        <ns0:spPr>
          <ns1:xfrm>
            <ns1:off x="6281420" y="1572260"/>
            <ns1:ext cx="4387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V10_P09_镜头标题_3"/>
          <ns0:cNvSpPr txBox="1"/>
          <ns0:nvPr/>
        </ns0:nvSpPr>
        <ns0:spPr>
          <ns1:xfrm>
            <ns1:off x="6885305" y="1563370"/>
            <ns1:ext cx="166370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V10_P09_镜头图片_3_图片框"/>
          <ns0:cNvSpPr/>
          <ns0:nvPr/>
        </ns0:nvSpPr>
        <ns0:spPr>
          <ns1:xfrm>
            <ns1:off x="6336665" y="2084705"/>
            <ns1:ext cx="2303780" cy="14262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43" name="RDV10_P09_镜头图片_3" descr="Public template placeholder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6382512" y="2488895"/>
            <ns1:ext cx="2212848" cy="618339"/>
          </ns1:xfrm>
          <ns1:prstGeom prst="rect">
            <ns1:avLst/>
          </ns1:prstGeom>
        </ns0:spPr>
      </ns0:pic>
      <ns0:sp>
        <ns0:nvSpPr>
          <ns0:cNvPr id="44" name="RDV10_P09_镜头图片_3_图注底"/>
          <ns0:cNvSpPr/>
          <ns0:nvPr/>
        </ns0:nvSpPr>
        <ns0:spPr>
          <ns1:xfrm>
            <ns1:off x="6336665" y="3510915"/>
            <ns1:ext cx="230378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5" name="RDV10_P09_镜头图片_3_图注"/>
          <ns0:cNvSpPr txBox="1"/>
          <ns0:nvPr/>
        </ns0:nvSpPr>
        <ns0:spPr>
          <ns1:xfrm>
            <ns1:off x="6428105" y="3529330"/>
            <ns1:ext cx="212090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/示例内容,0000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6" name="RDV10_P09_镜头正文_3"/>
          <ns0:cNvSpPr txBox="1"/>
          <ns0:nvPr/>
        </ns0:nvSpPr>
        <ns0:spPr>
          <ns1:xfrm>
            <ns1:off x="6428105" y="4022725"/>
            <ns1:ext cx="212090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7" name="RDV10_P09_交接底_3"/>
          <ns0:cNvSpPr/>
          <ns0:nvPr/>
        </ns0:nvSpPr>
        <ns0:spPr>
          <ns1:xfrm>
            <ns1:off x="6428105" y="4965065"/>
            <ns1:ext cx="2120900" cy="328930"/>
          </ns1:xfrm>
          <ns1:prstGeom prst="roundRect">
            <ns1:avLst/>
          </ns1:prstGeom>
          <ns1:solidFill>
            <ns1:srgbClr val="E8F0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8" name="RDV10_P09_交接_3"/>
          <ns0:cNvSpPr txBox="1"/>
          <ns0:nvPr/>
        </ns0:nvSpPr>
        <ns0:spPr>
          <ns1:xfrm>
            <ns1:off x="6501130" y="5010785"/>
            <ns1:ext cx="1974850" cy="23749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49" name="RDV10_P09_镜头箭头_3"/>
          <ns0:cNvCxnSpPr/>
          <ns0:nvPr/>
        </ns0:nvCxnSpPr>
        <ns0:spPr>
          <ns1:xfrm>
            <ns1:off x="8787130" y="2980690"/>
            <ns1:ext cx="228600" cy="635"/>
          </ns1:xfrm>
          <ns1:prstGeom prst="line">
            <ns1:avLst/>
          </ns1:prstGeom>
          <ns1:ln w="2794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50" name="RDV10_P09_镜头底_4"/>
          <ns0:cNvSpPr/>
          <ns0:nvPr/>
        </ns0:nvSpPr>
        <ns0:spPr>
          <ns1:xfrm>
            <ns1:off x="9088755" y="1480820"/>
            <ns1:ext cx="2523490" cy="4041775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1" name="RDV10_P09_镜头号底_4"/>
          <ns0:cNvSpPr/>
          <ns0:nvPr/>
        </ns0:nvSpPr>
        <ns0:spPr>
          <ns1:xfrm>
            <ns1:off x="9088755" y="1480820"/>
            <ns1:ext cx="548640" cy="50292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2" name="RDV10_P09_镜头号_4"/>
          <ns0:cNvSpPr txBox="1"/>
          <ns0:nvPr/>
        </ns0:nvSpPr>
        <ns0:spPr>
          <ns1:xfrm>
            <ns1:off x="9144000" y="1572260"/>
            <ns1:ext cx="4387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3" name="RDV10_P09_镜头标题_4"/>
          <ns0:cNvSpPr txBox="1"/>
          <ns0:nvPr/>
        </ns0:nvSpPr>
        <ns0:spPr>
          <ns1:xfrm>
            <ns1:off x="9747250" y="1563370"/>
            <ns1:ext cx="166370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9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4" name="RDV10_P09_镜头图片_4_图片框"/>
          <ns0:cNvSpPr/>
          <ns0:nvPr/>
        </ns0:nvSpPr>
        <ns0:spPr>
          <ns1:xfrm>
            <ns1:off x="9198610" y="2084705"/>
            <ns1:ext cx="2304415" cy="14262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55" name="RDV10_P09_镜头图片_4" descr="Public template placeholder"/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9409930" y="2130552"/>
            <ns1:ext cx="1882156" cy="1335024"/>
          </ns1:xfrm>
          <ns1:prstGeom prst="rect">
            <ns1:avLst/>
          </ns1:prstGeom>
        </ns0:spPr>
      </ns0:pic>
      <ns0:sp>
        <ns0:nvSpPr>
          <ns0:cNvPr id="56" name="RDV10_P09_镜头图片_4_图注底"/>
          <ns0:cNvSpPr/>
          <ns0:nvPr/>
        </ns0:nvSpPr>
        <ns0:spPr>
          <ns1:xfrm>
            <ns1:off x="9198610" y="3510915"/>
            <ns1:ext cx="230441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7" name="RDV10_P09_镜头图片_4_图注"/>
          <ns0:cNvSpPr txBox="1"/>
          <ns0:nvPr/>
        </ns0:nvSpPr>
        <ns0:spPr>
          <ns1:xfrm>
            <ns1:off x="9290050" y="3529330"/>
            <ns1:ext cx="212090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/示例内容,0000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58" name="RDV10_P09_镜头正文_4"/>
          <ns0:cNvSpPr txBox="1"/>
          <ns0:nvPr/>
        </ns0:nvSpPr>
        <ns0:spPr>
          <ns1:xfrm>
            <ns1:off x="9290050" y="4022725"/>
            <ns1:ext cx="212090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9" name="RDV10_P09_交接底_4"/>
          <ns0:cNvSpPr/>
          <ns0:nvPr/>
        </ns0:nvSpPr>
        <ns0:spPr>
          <ns1:xfrm>
            <ns1:off x="9290050" y="4965065"/>
            <ns1:ext cx="2121535" cy="32893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60" name="RDV10_P09_交接_4"/>
          <ns0:cNvSpPr txBox="1"/>
          <ns0:nvPr/>
        </ns0:nvSpPr>
        <ns0:spPr>
          <ns1:xfrm>
            <ns1:off x="9363075" y="5010785"/>
            <ns1:ext cx="1974850" cy="23749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61" name="RDV10_P09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62" name="RDV10_P09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，示例内容公开模板示例内容公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220</ns0:Words>
  <ns0:Application>WPS 演示</ns0:Application>
  <ns0:PresentationFormat>宽屏</ns0:PresentationFormat>
  <ns0:Paragraphs>48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