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9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2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10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10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示例内容：公开模板、示例内容公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10_P10_矩阵面板"/>
          <ns0:cNvSpPr/>
          <ns0:nvPr/>
        </ns0:nvSpPr>
        <ns0:spPr>
          <ns1:xfrm>
            <ns1:off x="502285" y="1536065"/>
            <ns1:ext cx="5532755" cy="4242435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10_P10_矩阵标题"/>
          <ns0:cNvSpPr txBox="1"/>
          <ns0:nvPr/>
        </ns0:nvSpPr>
        <ns0:spPr>
          <ns1:xfrm>
            <ns1:off x="749300" y="1700530"/>
            <ns1:ext cx="502920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×</ns1:t>
            </ns1:r>
            <ns1:r>
              <ns1:rPr lang="en-US" altLang="zh-CN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</ns1:t>
            </ns1:r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2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6" name="RD10_P10_概率标题"/>
          <ns0:cNvSpPr txBox="1"/>
          <ns0:nvPr/>
        </ns0:nvSpPr>
        <ns0:spPr>
          <ns1:xfrm>
            <ns1:off x="2157730" y="2047875"/>
            <ns1:ext cx="274320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　开</ns1:t>
            </ns1:r>
            <ns1:r>
              <ns1:rPr lang="en-US" altLang="zh-CN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 </ns1:t>
            </ns1:r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10_影响标题"/>
          <ns0:cNvSpPr txBox="1"/>
          <ns0:nvPr/>
        </ns0:nvSpPr>
        <ns0:spPr>
          <ns1:xfrm>
            <ns1:off x="566420" y="2047875"/>
            <ns1:ext cx="96901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10_P10_行标签_1"/>
          <ns0:cNvSpPr txBox="1"/>
          <ns0:nvPr/>
        </ns0:nvSpPr>
        <ns0:spPr>
          <ns1:xfrm>
            <ns1:off x="640080" y="2633345"/>
            <ns1:ext cx="62166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10_P10_风险格_1_1"/>
          <ns0:cNvSpPr/>
          <ns0:nvPr/>
        </ns0:nvSpPr>
        <ns0:spPr>
          <ns1:xfrm>
            <ns1:off x="1371600" y="2413635"/>
            <ns1:ext cx="1325880" cy="85979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RD10_P10_风险字_1_1"/>
          <ns0:cNvSpPr txBox="1"/>
          <ns0:nvPr/>
        </ns0:nvSpPr>
        <ns0:spPr>
          <ns1:xfrm>
            <ns1:off x="1444625" y="250507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10_风险格_1_2"/>
          <ns0:cNvSpPr/>
          <ns0:nvPr/>
        </ns0:nvSpPr>
        <ns0:spPr>
          <ns1:xfrm>
            <ns1:off x="2816225" y="2413635"/>
            <ns1:ext cx="1325880" cy="859790"/>
          </ns1:xfrm>
          <ns1:prstGeom prst="roundRect">
            <ns1:avLst/>
          </ns1:prstGeom>
          <ns1:solidFill>
            <ns1:srgbClr val="FBECEC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10_P10_风险字_1_2"/>
          <ns0:cNvSpPr txBox="1"/>
          <ns0:nvPr/>
        </ns0:nvSpPr>
        <ns0:spPr>
          <ns1:xfrm>
            <ns1:off x="2889250" y="250507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10_风险格_1_3"/>
          <ns0:cNvSpPr/>
          <ns0:nvPr/>
        </ns0:nvSpPr>
        <ns0:spPr>
          <ns1:xfrm>
            <ns1:off x="4260850" y="2413635"/>
            <ns1:ext cx="1325880" cy="859790"/>
          </ns1:xfrm>
          <ns1:prstGeom prst="roundRect">
            <ns1:avLst/>
          </ns1:prstGeom>
          <ns1:solidFill>
            <ns1:srgbClr val="FBECEC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10_风险字_1_3"/>
          <ns0:cNvSpPr txBox="1"/>
          <ns0:nvPr/>
        </ns0:nvSpPr>
        <ns0:spPr>
          <ns1:xfrm>
            <ns1:off x="4333875" y="250507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10_P10_行标签_2"/>
          <ns0:cNvSpPr txBox="1"/>
          <ns0:nvPr/>
        </ns0:nvSpPr>
        <ns0:spPr>
          <ns1:xfrm>
            <ns1:off x="640080" y="3620770"/>
            <ns1:ext cx="62166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10_风险格_2_1"/>
          <ns0:cNvSpPr/>
          <ns0:nvPr/>
        </ns0:nvSpPr>
        <ns0:spPr>
          <ns1:xfrm>
            <ns1:off x="1371600" y="3401060"/>
            <ns1:ext cx="1325880" cy="85979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10_P10_风险字_2_1"/>
          <ns0:cNvSpPr txBox="1"/>
          <ns0:nvPr/>
        </ns0:nvSpPr>
        <ns0:spPr>
          <ns1:xfrm>
            <ns1:off x="1444625" y="3492500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10_P10_风险格_2_2"/>
          <ns0:cNvSpPr/>
          <ns0:nvPr/>
        </ns0:nvSpPr>
        <ns0:spPr>
          <ns1:xfrm>
            <ns1:off x="2816225" y="3401060"/>
            <ns1:ext cx="1325880" cy="85979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10_P10_风险字_2_2"/>
          <ns0:cNvSpPr txBox="1"/>
          <ns0:nvPr/>
        </ns0:nvSpPr>
        <ns0:spPr>
          <ns1:xfrm>
            <ns1:off x="2889250" y="3492500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10_P10_风险格_2_3"/>
          <ns0:cNvSpPr/>
          <ns0:nvPr/>
        </ns0:nvSpPr>
        <ns0:spPr>
          <ns1:xfrm>
            <ns1:off x="4260850" y="3401060"/>
            <ns1:ext cx="1325880" cy="859790"/>
          </ns1:xfrm>
          <ns1:prstGeom prst="roundRect">
            <ns1:avLst/>
          </ns1:prstGeom>
          <ns1:solidFill>
            <ns1:srgbClr val="FBECEC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10_P10_风险字_2_3"/>
          <ns0:cNvSpPr txBox="1"/>
          <ns0:nvPr/>
        </ns0:nvSpPr>
        <ns0:spPr>
          <ns1:xfrm>
            <ns1:off x="4333875" y="3492500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10_行标签_3"/>
          <ns0:cNvSpPr txBox="1"/>
          <ns0:nvPr/>
        </ns0:nvSpPr>
        <ns0:spPr>
          <ns1:xfrm>
            <ns1:off x="640080" y="4608195"/>
            <ns1:ext cx="62166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10_P10_风险格_3_1"/>
          <ns0:cNvSpPr/>
          <ns0:nvPr/>
        </ns0:nvSpPr>
        <ns0:spPr>
          <ns1:xfrm>
            <ns1:off x="1371600" y="4389120"/>
            <ns1:ext cx="1325880" cy="859155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10_P10_风险字_3_1"/>
          <ns0:cNvSpPr txBox="1"/>
          <ns0:nvPr/>
        </ns0:nvSpPr>
        <ns0:spPr>
          <ns1:xfrm>
            <ns1:off x="1444625" y="447992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10_P10_风险格_3_2"/>
          <ns0:cNvSpPr/>
          <ns0:nvPr/>
        </ns0:nvSpPr>
        <ns0:spPr>
          <ns1:xfrm>
            <ns1:off x="2816225" y="4389120"/>
            <ns1:ext cx="1325880" cy="85915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10_P10_风险字_3_2"/>
          <ns0:cNvSpPr txBox="1"/>
          <ns0:nvPr/>
        </ns0:nvSpPr>
        <ns0:spPr>
          <ns1:xfrm>
            <ns1:off x="2889250" y="447992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10_P10_风险格_3_3"/>
          <ns0:cNvSpPr/>
          <ns0:nvPr/>
        </ns0:nvSpPr>
        <ns0:spPr>
          <ns1:xfrm>
            <ns1:off x="4260850" y="4389120"/>
            <ns1:ext cx="1325880" cy="85915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10_P10_风险字_3_3"/>
          <ns0:cNvSpPr txBox="1"/>
          <ns0:nvPr/>
        </ns0:nvSpPr>
        <ns0:spPr>
          <ns1:xfrm>
            <ns1:off x="4333875" y="4479925"/>
            <ns1:ext cx="1179195" cy="6578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10_矩阵判断"/>
          <ns0:cNvSpPr txBox="1"/>
          <ns0:nvPr/>
        </ns0:nvSpPr>
        <ns0:spPr>
          <ns1:xfrm>
            <ns1:off x="1078865" y="5412740"/>
            <ns1:ext cx="4370705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示例内容，公开模板示例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10_P10_责任面板"/>
          <ns0:cNvSpPr/>
          <ns0:nvPr/>
        </ns0:nvSpPr>
        <ns0:spPr>
          <ns1:xfrm>
            <ns1:off x="6263640" y="1536065"/>
            <ns1:ext cx="5422265" cy="4242435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10_P10_责任标题"/>
          <ns0:cNvSpPr txBox="1"/>
          <ns0:nvPr/>
        </ns0:nvSpPr>
        <ns0:spPr>
          <ns1:xfrm>
            <ns1:off x="6546850" y="1700530"/>
            <ns1:ext cx="484632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2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10_P10_责任副标题"/>
          <ns0:cNvSpPr txBox="1"/>
          <ns0:nvPr/>
        </ns0:nvSpPr>
        <ns0:spPr>
          <ns1:xfrm>
            <ns1:off x="6546850" y="2084705"/>
            <ns1:ext cx="484632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7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示例内容，公开模板示例</ns1:t>
            </ns1:r>
            <ns1:endParaRPr lang="zh-CN" altLang="en-US" sz="17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43" name="RD10_P10_阶梯主线"/>
          <ns0:cNvCxnSpPr/>
          <ns0:nvPr/>
        </ns0:nvCxnSpPr>
        <ns0:spPr>
          <ns1:xfrm>
            <ns1:off x="6748145" y="2541905"/>
            <ns1:ext cx="635" cy="267906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4" name="RD10_P10_门序号底_1"/>
          <ns0:cNvSpPr/>
          <ns0:nvPr/>
        </ns0:nvSpPr>
        <ns0:spPr>
          <ns1:xfrm>
            <ns1:off x="6492240" y="2486660"/>
            <ns1:ext cx="511810" cy="56705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5" name="RD10_P10_门序号_1"/>
          <ns0:cNvSpPr txBox="1"/>
          <ns0:nvPr/>
        </ns0:nvSpPr>
        <ns0:spPr>
          <ns1:xfrm>
            <ns1:off x="6492240" y="2486660"/>
            <ns1:ext cx="51181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6" name="RD10_P10_门底_1"/>
          <ns0:cNvSpPr/>
          <ns0:nvPr/>
        </ns0:nvSpPr>
        <ns0:spPr>
          <ns1:xfrm>
            <ns1:off x="7150100" y="2486660"/>
            <ns1:ext cx="4114800" cy="56705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7" name="RD10_P10_门标题_1"/>
          <ns0:cNvSpPr txBox="1"/>
          <ns0:nvPr/>
        </ns0:nvSpPr>
        <ns0:spPr>
          <ns1:xfrm>
            <ns1:off x="7332980" y="2560320"/>
            <ns1:ext cx="11880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8" name="RD10_P10_门正文_1"/>
          <ns0:cNvSpPr txBox="1"/>
          <ns0:nvPr/>
        </ns0:nvSpPr>
        <ns0:spPr>
          <ns1:xfrm>
            <ns1:off x="8540115" y="2523490"/>
            <ns1:ext cx="250507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9" name="RD10_P10_门序号底_2"/>
          <ns0:cNvSpPr/>
          <ns0:nvPr/>
        </ns0:nvSpPr>
        <ns0:spPr>
          <ns1:xfrm>
            <ns1:off x="6492240" y="3181985"/>
            <ns1:ext cx="511810" cy="5664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0" name="RD10_P10_门序号_2"/>
          <ns0:cNvSpPr txBox="1"/>
          <ns0:nvPr/>
        </ns0:nvSpPr>
        <ns0:spPr>
          <ns1:xfrm>
            <ns1:off x="6492240" y="3181985"/>
            <ns1:ext cx="51181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1" name="RD10_P10_门底_2"/>
          <ns0:cNvSpPr/>
          <ns0:nvPr/>
        </ns0:nvSpPr>
        <ns0:spPr>
          <ns1:xfrm>
            <ns1:off x="7150100" y="3181985"/>
            <ns1:ext cx="4114800" cy="5664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2" name="RD10_P10_门标题_2"/>
          <ns0:cNvSpPr txBox="1"/>
          <ns0:nvPr/>
        </ns0:nvSpPr>
        <ns0:spPr>
          <ns1:xfrm>
            <ns1:off x="7332980" y="3255010"/>
            <ns1:ext cx="11880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3" name="RD10_P10_门正文_2"/>
          <ns0:cNvSpPr txBox="1"/>
          <ns0:nvPr/>
        </ns0:nvSpPr>
        <ns0:spPr>
          <ns1:xfrm>
            <ns1:off x="8540115" y="3218180"/>
            <ns1:ext cx="250507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4" name="RD10_P10_门序号底_3"/>
          <ns0:cNvSpPr/>
          <ns0:nvPr/>
        </ns0:nvSpPr>
        <ns0:spPr>
          <ns1:xfrm>
            <ns1:off x="6492240" y="3876675"/>
            <ns1:ext cx="511810" cy="56705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5" name="RD10_P10_门序号_3"/>
          <ns0:cNvSpPr txBox="1"/>
          <ns0:nvPr/>
        </ns0:nvSpPr>
        <ns0:spPr>
          <ns1:xfrm>
            <ns1:off x="6492240" y="3876675"/>
            <ns1:ext cx="51181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6" name="RD10_P10_门底_3"/>
          <ns0:cNvSpPr/>
          <ns0:nvPr/>
        </ns0:nvSpPr>
        <ns0:spPr>
          <ns1:xfrm>
            <ns1:off x="7150100" y="3876675"/>
            <ns1:ext cx="4114800" cy="567055"/>
          </ns1:xfrm>
          <ns1:prstGeom prst="roundRect">
            <ns1:avLst/>
          </ns1:prstGeom>
          <ns1:solidFill>
            <ns1:srgbClr val="FBEC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7" name="RD10_P10_门标题_3"/>
          <ns0:cNvSpPr txBox="1"/>
          <ns0:nvPr/>
        </ns0:nvSpPr>
        <ns0:spPr>
          <ns1:xfrm>
            <ns1:off x="7332980" y="3949700"/>
            <ns1:ext cx="11880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8" name="RD10_P10_门正文_3"/>
          <ns0:cNvSpPr txBox="1"/>
          <ns0:nvPr/>
        </ns0:nvSpPr>
        <ns0:spPr>
          <ns1:xfrm>
            <ns1:off x="8540115" y="3913505"/>
            <ns1:ext cx="250507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9" name="RD10_P10_门序号底_4"/>
          <ns0:cNvSpPr/>
          <ns0:nvPr/>
        </ns0:nvSpPr>
        <ns0:spPr>
          <ns1:xfrm>
            <ns1:off x="6492240" y="4572000"/>
            <ns1:ext cx="511810" cy="56642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60" name="RD10_P10_门序号_4"/>
          <ns0:cNvSpPr txBox="1"/>
          <ns0:nvPr/>
        </ns0:nvSpPr>
        <ns0:spPr>
          <ns1:xfrm>
            <ns1:off x="6492240" y="4572000"/>
            <ns1:ext cx="511810" cy="56642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1" name="RD10_P10_门底_4"/>
          <ns0:cNvSpPr/>
          <ns0:nvPr/>
        </ns0:nvSpPr>
        <ns0:spPr>
          <ns1:xfrm>
            <ns1:off x="7150100" y="4572000"/>
            <ns1:ext cx="4114800" cy="566420"/>
          </ns1:xfrm>
          <ns1:prstGeom prst="roundRect">
            <ns1:avLst/>
          </ns1:prstGeom>
          <ns1:solidFill>
            <ns1:srgbClr val="FBEC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62" name="RD10_P10_门标题_4"/>
          <ns0:cNvSpPr txBox="1"/>
          <ns0:nvPr/>
        </ns0:nvSpPr>
        <ns0:spPr>
          <ns1:xfrm>
            <ns1:off x="7332980" y="4645025"/>
            <ns1:ext cx="118808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3" name="RD10_P10_门正文_4"/>
          <ns0:cNvSpPr txBox="1"/>
          <ns0:nvPr/>
        </ns0:nvSpPr>
        <ns0:spPr>
          <ns1:xfrm>
            <ns1:off x="8540115" y="4608195"/>
            <ns1:ext cx="250507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5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4" name="RD10_P10_结论底"/>
          <ns0:cNvSpPr/>
          <ns0:nvPr/>
        </ns0:nvSpPr>
        <ns0:spPr>
          <ns1:xfrm>
            <ns1:off x="502285" y="5906770"/>
            <ns1:ext cx="11183620" cy="457200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65" name="RD10_P10_结论"/>
          <ns0:cNvSpPr txBox="1"/>
          <ns0:nvPr/>
        </ns0:nvSpPr>
        <ns0:spPr>
          <ns1:xfrm>
            <ns1:off x="749300" y="5925185"/>
            <ns1:ext cx="10698480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示例内容公开模板示，例内容公开模板示例内、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228</ns0:Words>
  <ns0:Application>WPS 演示</ns0:Application>
  <ns0:PresentationFormat>宽屏</ns0:PresentationFormat>
  <ns0:Paragraphs>68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