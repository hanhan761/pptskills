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3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04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04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：示例、内容公开模板示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10" name="RD10_P04_主图表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02285" y="1416685"/>
            <ns1:ext cx="6565265" cy="4562475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15" name="RD10_P04_主图表_图注底"/>
          <ns0:cNvSpPr/>
          <ns0:nvPr/>
        </ns0:nvSpPr>
        <ns0:spPr>
          <ns1:xfrm>
            <ns1:off x="502285" y="5668645"/>
            <ns1:ext cx="656590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10_P04_主图表_图注"/>
          <ns0:cNvSpPr txBox="1"/>
          <ns0:nvPr/>
        </ns0:nvSpPr>
        <ns0:spPr>
          <ns1:xfrm>
            <ns1:off x="593725" y="5687060"/>
            <ns1:ext cx="6382385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示例内容公开模板示例内容公开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 内容 公开.模 板示例内 容-公开模板示,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7" name="RD10_P04_规则底_1"/>
          <ns0:cNvSpPr/>
          <ns0:nvPr/>
        </ns0:nvSpPr>
        <ns0:spPr>
          <ns1:xfrm>
            <ns1:off x="7351395" y="1416685"/>
            <ns1:ext cx="4370705" cy="11430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8" name="RD10_P04_规则序号底_1"/>
          <ns0:cNvSpPr/>
          <ns0:nvPr/>
        </ns0:nvSpPr>
        <ns0:spPr>
          <ns1:xfrm>
            <ns1:off x="7351395" y="1416685"/>
            <ns1:ext cx="567055" cy="114300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10_P04_规则序号_1"/>
          <ns0:cNvSpPr txBox="1"/>
          <ns0:nvPr/>
        </ns0:nvSpPr>
        <ns0:spPr>
          <ns1:xfrm>
            <ns1:off x="7351395" y="1416685"/>
            <ns1:ext cx="566420" cy="11430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10_P04_规则标题_1"/>
          <ns0:cNvSpPr txBox="1"/>
          <ns0:nvPr/>
        </ns0:nvSpPr>
        <ns0:spPr>
          <ns1:xfrm>
            <ns1:off x="8082915" y="1508760"/>
            <ns1:ext cx="334645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10_P04_规则正文_1"/>
          <ns0:cNvSpPr txBox="1"/>
          <ns0:nvPr/>
        </ns0:nvSpPr>
        <ns0:spPr>
          <ns1:xfrm>
            <ns1:off x="8082915" y="1874520"/>
            <ns1:ext cx="3309620" cy="5664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示例内容公、开模板示例内容公，开模板示例内容公开模。</ns1:t>
            </ns1:r>
            <ns1:endParaRPr lang="zh-CN" altLang="en-US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10_P04_规则底_2"/>
          <ns0:cNvSpPr/>
          <ns0:nvPr/>
        </ns0:nvSpPr>
        <ns0:spPr>
          <ns1:xfrm>
            <ns1:off x="7351395" y="2743200"/>
            <ns1:ext cx="4370705" cy="11430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10_P04_规则序号底_2"/>
          <ns0:cNvSpPr/>
          <ns0:nvPr/>
        </ns0:nvSpPr>
        <ns0:spPr>
          <ns1:xfrm>
            <ns1:off x="7351395" y="2743200"/>
            <ns1:ext cx="567055" cy="114300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10_P04_规则序号_2"/>
          <ns0:cNvSpPr txBox="1"/>
          <ns0:nvPr/>
        </ns0:nvSpPr>
        <ns0:spPr>
          <ns1:xfrm>
            <ns1:off x="7351395" y="2743200"/>
            <ns1:ext cx="566420" cy="11430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5" name="RD10_P04_规则标题_2"/>
          <ns0:cNvSpPr txBox="1"/>
          <ns0:nvPr/>
        </ns0:nvSpPr>
        <ns0:spPr>
          <ns1:xfrm>
            <ns1:off x="8082915" y="2834005"/>
            <ns1:ext cx="334645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10_P04_规则正文_2"/>
          <ns0:cNvSpPr txBox="1"/>
          <ns0:nvPr/>
        </ns0:nvSpPr>
        <ns0:spPr>
          <ns1:xfrm>
            <ns1:off x="8082915" y="3200400"/>
            <ns1:ext cx="3309620" cy="5664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示例内容公开、模板示例内容公，开模板示例内容公。</ns1:t>
            </ns1:r>
            <ns1:endParaRPr lang="zh-CN" altLang="en-US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10_P04_规则底_3"/>
          <ns0:cNvSpPr/>
          <ns0:nvPr/>
        </ns0:nvSpPr>
        <ns0:spPr>
          <ns1:xfrm>
            <ns1:off x="7351395" y="4068445"/>
            <ns1:ext cx="4370705" cy="11430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10_P04_规则序号底_3"/>
          <ns0:cNvSpPr/>
          <ns0:nvPr/>
        </ns0:nvSpPr>
        <ns0:spPr>
          <ns1:xfrm>
            <ns1:off x="7351395" y="4068445"/>
            <ns1:ext cx="567055" cy="114300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10_P04_规则序号_3"/>
          <ns0:cNvSpPr txBox="1"/>
          <ns0:nvPr/>
        </ns0:nvSpPr>
        <ns0:spPr>
          <ns1:xfrm>
            <ns1:off x="7351395" y="4068445"/>
            <ns1:ext cx="566420" cy="11430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10_P04_规则标题_3"/>
          <ns0:cNvSpPr txBox="1"/>
          <ns0:nvPr/>
        </ns0:nvSpPr>
        <ns0:spPr>
          <ns1:xfrm>
            <ns1:off x="8082915" y="4160520"/>
            <ns1:ext cx="334645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10_P04_规则正文_3"/>
          <ns0:cNvSpPr txBox="1"/>
          <ns0:nvPr/>
        </ns0:nvSpPr>
        <ns0:spPr>
          <ns1:xfrm>
            <ns1:off x="8082915" y="4525645"/>
            <ns1:ext cx="3309620" cy="5664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示例内容公开、模板示例内容公开模板示例内。</ns1:t>
            </ns1:r>
            <ns1:endParaRPr lang="zh-CN" altLang="en-US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10_P04_判断底"/>
          <ns0:cNvSpPr/>
          <ns0:nvPr/>
        </ns0:nvSpPr>
        <ns0:spPr>
          <ns1:xfrm>
            <ns1:off x="7351395" y="5486400"/>
            <ns1:ext cx="4370705" cy="493395"/>
          </ns1:xfrm>
          <ns1:prstGeom prst="round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3" name="RD10_P04_判断"/>
          <ns0:cNvSpPr txBox="1"/>
          <ns0:nvPr/>
        </ns0:nvSpPr>
        <ns0:spPr>
          <ns1:xfrm>
            <ns1:off x="7424420" y="5513705"/>
            <ns1:ext cx="422402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示例内容公开模板示例内容、公开模板示。</ns1:t>
            </ns1:r>
            <ns1:endParaRPr lang="zh-CN" altLang="en-US" sz="17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188</ns0:Words>
  <ns0:Application>WPS 演示</ns0:Application>
  <ns0:PresentationFormat>宽屏</ns0:PresentationFormat>
  <ns0:Paragraphs>28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