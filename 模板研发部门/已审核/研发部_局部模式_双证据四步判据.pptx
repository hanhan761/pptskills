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5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4" Type="http://schemas.openxmlformats.org/officeDocument/2006/relationships/notesSlide" Target="../notesSlides/notesSlide1.xml" /><ns0:Relationship Id="rId3" Type="http://schemas.openxmlformats.org/officeDocument/2006/relationships/slideLayout" Target="../slideLayouts/slideLayout12.xml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M5_P01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M5_P01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示例内容公开模板示例，内容公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M5_P01_缺陷差分图_图片框"/>
          <ns0:cNvSpPr/>
          <ns0:nvPr/>
        </ns0:nvSpPr>
        <ns0:spPr>
          <ns1:xfrm>
            <ns1:off x="502285" y="1480820"/>
            <ns1:ext cx="6492875" cy="33832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M5_P01_缺陷差分图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48640" y="2278676"/>
            <ns1:ext cx="6400800" cy="1788583"/>
          </ns1:xfrm>
          <ns1:prstGeom prst="rect">
            <ns1:avLst/>
          </ns1:prstGeom>
        </ns0:spPr>
      </ns0:pic>
      <ns0:sp>
        <ns0:nvSpPr>
          <ns0:cNvPr id="16" name="RDM5_P01_缺陷差分图_图注底"/>
          <ns0:cNvSpPr/>
          <ns0:nvPr/>
        </ns0:nvSpPr>
        <ns0:spPr>
          <ns1:xfrm>
            <ns1:off x="502285" y="4864100"/>
            <ns1:ext cx="649287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M5_P01_缺陷差分图_图注"/>
          <ns0:cNvSpPr txBox="1"/>
          <ns0:nvPr/>
        </ns0:nvSpPr>
        <ns0:spPr>
          <ns1:xfrm>
            <ns1:off x="593725" y="4882515"/>
            <ns1:ext cx="630872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102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</ns1:t>
            </ns1:r>
            <ns1:r>
              <ns1:rPr lang="en-US" altLang="zh-CN" sz="102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2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M5_P01_熔池近景_图片框"/>
          <ns0:cNvSpPr/>
          <ns0:nvPr/>
        </ns0:nvSpPr>
        <ns0:spPr>
          <ns1:xfrm>
            <ns1:off x="7269480" y="1480820"/>
            <ns1:ext cx="4416425" cy="184721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9" name="RDM5_P01_熔池近景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8169859" y="1527048"/>
            <ns1:ext cx="2615794" cy="1755648"/>
          </ns1:xfrm>
          <ns1:prstGeom prst="rect">
            <ns1:avLst/>
          </ns1:prstGeom>
        </ns0:spPr>
      </ns0:pic>
      <ns0:sp>
        <ns0:nvSpPr>
          <ns0:cNvPr id="20" name="RDM5_P01_熔池近景_图注底"/>
          <ns0:cNvSpPr/>
          <ns0:nvPr/>
        </ns0:nvSpPr>
        <ns0:spPr>
          <ns1:xfrm>
            <ns1:off x="7269480" y="3328035"/>
            <ns1:ext cx="441642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M5_P01_熔池近景_图注"/>
          <ns0:cNvSpPr txBox="1"/>
          <ns0:nvPr/>
        </ns0:nvSpPr>
        <ns0:spPr>
          <ns1:xfrm>
            <ns1:off x="7360285" y="3346450"/>
            <ns1:ext cx="423354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2" name="RDM5_P01_解读_1_底"/>
          <ns0:cNvSpPr/>
          <ns0:nvPr/>
        </ns0:nvSpPr>
        <ns0:spPr>
          <ns1:xfrm>
            <ns1:off x="7269480" y="3730625"/>
            <ns1:ext cx="4416425" cy="694690"/>
          </ns1:xfrm>
          <ns1:prstGeom prst="roundRect">
            <ns1:avLst/>
          </ns1:prstGeom>
          <ns1:solidFill>
            <ns1:srgbClr val="FFFFFF"/>
          </ns1:solidFill>
          <ns1:ln w="1524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M5_P01_解读_1_标签底"/>
          <ns0:cNvSpPr/>
          <ns0:nvPr/>
        </ns0:nvSpPr>
        <ns0:spPr>
          <ns1:xfrm>
            <ns1:off x="7269480" y="3730625"/>
            <ns1:ext cx="1115060" cy="69469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M5_P01_解读_1_标签"/>
          <ns0:cNvSpPr txBox="1"/>
          <ns0:nvPr/>
        </ns0:nvSpPr>
        <ns0:spPr>
          <ns1:xfrm>
            <ns1:off x="7324090" y="3776345"/>
            <ns1:ext cx="1005205" cy="6032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7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5" name="RDM5_P01_解读_1_正文"/>
          <ns0:cNvSpPr txBox="1"/>
          <ns0:nvPr/>
        </ns0:nvSpPr>
        <ns0:spPr>
          <ns1:xfrm>
            <ns1:off x="8549640" y="3803650"/>
            <ns1:ext cx="2989580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52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示例内容公开模板示例内。</ns1:t>
            </ns1:r>
            <ns1:endParaRPr lang="zh-CN" altLang="en-US" sz="152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M5_P01_解读_2_底"/>
          <ns0:cNvSpPr/>
          <ns0:nvPr/>
        </ns0:nvSpPr>
        <ns0:spPr>
          <ns1:xfrm>
            <ns1:off x="7269480" y="4553585"/>
            <ns1:ext cx="4416425" cy="694690"/>
          </ns1:xfrm>
          <ns1:prstGeom prst="roundRect">
            <ns1:avLst/>
          </ns1:prstGeom>
          <ns1:solidFill>
            <ns1:srgbClr val="FFFFFF"/>
          </ns1:solidFill>
          <ns1:ln w="1524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M5_P01_解读_2_标签底"/>
          <ns0:cNvSpPr/>
          <ns0:nvPr/>
        </ns0:nvSpPr>
        <ns0:spPr>
          <ns1:xfrm>
            <ns1:off x="7269480" y="4553585"/>
            <ns1:ext cx="1115060" cy="69469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M5_P01_解读_2_标签"/>
          <ns0:cNvSpPr txBox="1"/>
          <ns0:nvPr/>
        </ns0:nvSpPr>
        <ns0:spPr>
          <ns1:xfrm>
            <ns1:off x="7324090" y="4599305"/>
            <ns1:ext cx="1005205" cy="6032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7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M5_P01_解读_2_正文"/>
          <ns0:cNvSpPr txBox="1"/>
          <ns0:nvPr/>
        </ns0:nvSpPr>
        <ns0:spPr>
          <ns1:xfrm>
            <ns1:off x="8549640" y="4626610"/>
            <ns1:ext cx="2989580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52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示例内容公开模板示例内容公开模板示。</ns1:t>
            </ns1:r>
            <ns1:endParaRPr lang="zh-CN" altLang="en-US" sz="152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M5_P01_步骤底_1"/>
          <ns0:cNvSpPr/>
          <ns0:nvPr/>
        </ns0:nvSpPr>
        <ns0:spPr>
          <ns1:xfrm>
            <ns1:off x="502285" y="5403850"/>
            <ns1:ext cx="2590165" cy="36576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M5_P01_步骤_1"/>
          <ns0:cNvSpPr txBox="1"/>
          <ns0:nvPr/>
        </ns0:nvSpPr>
        <ns0:spPr>
          <ns1:xfrm>
            <ns1:off x="575945" y="5440045"/>
            <ns1:ext cx="2443480" cy="28321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58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58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2" name="RDM5_P01_步骤箭头_1"/>
          <ns0:cNvCxnSpPr/>
          <ns0:nvPr/>
        </ns0:nvCxnSpPr>
        <ns0:spPr>
          <ns1:xfrm>
            <ns1:off x="3120390" y="5586730"/>
            <ns1:ext cx="219075" cy="635"/>
          </ns1:xfrm>
          <ns1:prstGeom prst="line">
            <ns1:avLst/>
          </ns1:prstGeom>
          <ns1:ln w="2159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3" name="RDM5_P01_步骤底_2"/>
          <ns0:cNvSpPr/>
          <ns0:nvPr/>
        </ns0:nvSpPr>
        <ns0:spPr>
          <ns1:xfrm>
            <ns1:off x="3366770" y="5403850"/>
            <ns1:ext cx="2590165" cy="365760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M5_P01_步骤_2"/>
          <ns0:cNvSpPr txBox="1"/>
          <ns0:nvPr/>
        </ns0:nvSpPr>
        <ns0:spPr>
          <ns1:xfrm>
            <ns1:off x="3439795" y="5440045"/>
            <ns1:ext cx="2443480" cy="28321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58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58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5" name="RDM5_P01_步骤箭头_2"/>
          <ns0:cNvCxnSpPr/>
          <ns0:nvPr/>
        </ns0:nvCxnSpPr>
        <ns0:spPr>
          <ns1:xfrm>
            <ns1:off x="5984240" y="5586730"/>
            <ns1:ext cx="219075" cy="635"/>
          </ns1:xfrm>
          <ns1:prstGeom prst="line">
            <ns1:avLst/>
          </ns1:prstGeom>
          <ns1:ln w="2159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6" name="RDM5_P01_步骤底_3"/>
          <ns0:cNvSpPr/>
          <ns0:nvPr/>
        </ns0:nvSpPr>
        <ns0:spPr>
          <ns1:xfrm>
            <ns1:off x="6231255" y="5403850"/>
            <ns1:ext cx="2590165" cy="365760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7" name="RDM5_P01_步骤_3"/>
          <ns0:cNvSpPr txBox="1"/>
          <ns0:nvPr/>
        </ns0:nvSpPr>
        <ns0:spPr>
          <ns1:xfrm>
            <ns1:off x="6304280" y="5440045"/>
            <ns1:ext cx="2443480" cy="28321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58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58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8" name="RDM5_P01_步骤箭头_3"/>
          <ns0:cNvCxnSpPr/>
          <ns0:nvPr/>
        </ns0:nvCxnSpPr>
        <ns0:spPr>
          <ns1:xfrm>
            <ns1:off x="8848725" y="5586730"/>
            <ns1:ext cx="219075" cy="635"/>
          </ns1:xfrm>
          <ns1:prstGeom prst="line">
            <ns1:avLst/>
          </ns1:prstGeom>
          <ns1:ln w="2159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9" name="RDM5_P01_步骤底_4"/>
          <ns0:cNvSpPr/>
          <ns0:nvPr/>
        </ns0:nvSpPr>
        <ns0:spPr>
          <ns1:xfrm>
            <ns1:off x="9095740" y="5403850"/>
            <ns1:ext cx="2590165" cy="36576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0" name="RDM5_P01_步骤_4"/>
          <ns0:cNvSpPr txBox="1"/>
          <ns0:nvPr/>
        </ns0:nvSpPr>
        <ns0:spPr>
          <ns1:xfrm>
            <ns1:off x="9168765" y="5440045"/>
            <ns1:ext cx="2443480" cy="28321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58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58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1" name="RDM5_P01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2" name="RDM5_P01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，示例内容公开模板示例。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161</ns0:Words>
  <ns0:Application>WPS 演示</ns0:Application>
  <ns0:PresentationFormat>宽屏</ns0:PresentationFormat>
  <ns0:Paragraphs>28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