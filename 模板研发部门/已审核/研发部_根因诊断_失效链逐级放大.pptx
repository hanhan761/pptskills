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5_P03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5_P03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：示例、内容公开模板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5_P03_缺陷证据_图片框"/>
          <ns0:cNvSpPr/>
          <ns0:nvPr/>
        </ns0:nvSpPr>
        <ns0:spPr>
          <ns1:xfrm>
            <ns1:off x="502285" y="1480820"/>
            <ns1:ext cx="4892675" cy="15544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5_P03_缺陷证据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48640" y="1587849"/>
            <ns1:ext cx="4800600" cy="1341438"/>
          </ns1:xfrm>
          <ns1:prstGeom prst="rect">
            <ns1:avLst/>
          </ns1:prstGeom>
        </ns0:spPr>
      </ns0:pic>
      <ns0:sp>
        <ns0:nvSpPr>
          <ns0:cNvPr id="16" name="RD5_P03_缺陷证据_图注底"/>
          <ns0:cNvSpPr/>
          <ns0:nvPr/>
        </ns0:nvSpPr>
        <ns0:spPr>
          <ns1:xfrm>
            <ns1:off x="502285" y="3035300"/>
            <ns1:ext cx="489267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5_P03_缺陷证据_图注"/>
          <ns0:cNvSpPr txBox="1"/>
          <ns0:nvPr/>
        </ns0:nvSpPr>
        <ns0:spPr>
          <ns1:xfrm>
            <ns1:off x="593725" y="3053715"/>
            <ns1:ext cx="470852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</ns1:t>
            </ns1:r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、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5_P03_证据判断底"/>
          <ns0:cNvSpPr/>
          <ns0:nvPr/>
        </ns0:nvSpPr>
        <ns0:spPr>
          <ns1:xfrm>
            <ns1:off x="5622925" y="1480820"/>
            <ns1:ext cx="6062980" cy="186563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5_P03_证据判断标题"/>
          <ns0:cNvSpPr txBox="1"/>
          <ns0:nvPr/>
        </ns0:nvSpPr>
        <ns0:spPr>
          <ns1:xfrm>
            <ns1:off x="5925185" y="1718945"/>
            <ns1:ext cx="5458460" cy="47498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3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示例内容：</ns1:t>
            </ns1:r>
            <ns1:r>
              <ns1:rPr lang="zh-CN" altLang="en-US" sz="23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3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endParaRPr lang="zh-CN" altLang="en-US" sz="23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5_P03_证据判断正文"/>
          <ns0:cNvSpPr txBox="1"/>
          <ns0:nvPr/>
        </ns0:nvSpPr>
        <ns0:spPr>
          <ns1:xfrm>
            <ns1:off x="5989320" y="2267585"/>
            <ns1:ext cx="5330825" cy="8318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7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zh-CN" altLang="en-US" sz="17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示例内容公开模板示例内容公开模，板示例内容公开模板示例内容公开；模板示例内容公开模，板示例内容公开模。</ns1:t>
            </ns1:r>
            <ns1:endParaRPr lang="zh-CN" altLang="en-US" sz="17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1" name="RD5_P03_失效链底"/>
          <ns0:cNvSpPr/>
          <ns0:nvPr/>
        </ns0:nvSpPr>
        <ns0:spPr>
          <ns1:xfrm>
            <ns1:off x="502285" y="3510915"/>
            <ns1:ext cx="11183620" cy="207581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5_P03_失效链标签"/>
          <ns0:cNvSpPr txBox="1"/>
          <ns0:nvPr/>
        </ns0:nvSpPr>
        <ns0:spPr>
          <ns1:xfrm>
            <ns1:off x="749300" y="3629660"/>
            <ns1:ext cx="1993265" cy="34734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9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19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示</ns1:t>
            </ns1:r>
            <ns1:endParaRPr lang="en-US" altLang="zh-CN" sz="19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3" name="RD5_P03_阶段底_1"/>
          <ns0:cNvSpPr/>
          <ns0:nvPr/>
        </ns0:nvSpPr>
        <ns0:spPr>
          <ns1:xfrm>
            <ns1:off x="749300" y="4150995"/>
            <ns1:ext cx="2176780" cy="1198245"/>
          </ns1:xfrm>
          <ns1:prstGeom prst="roundRect">
            <ns1:avLst/>
          </ns1:prstGeom>
          <ns1:solidFill>
            <ns1:srgbClr val="FFFFFF"/>
          </ns1:solidFill>
          <ns1:ln w="17145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5_P03_阶段标题_1"/>
          <ns0:cNvSpPr txBox="1"/>
          <ns0:nvPr/>
        </ns0:nvSpPr>
        <ns0:spPr>
          <ns1:xfrm>
            <ns1:off x="895985" y="4269740"/>
            <ns1:ext cx="188341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5" name="RD5_P03_阶段正文_1"/>
          <ns0:cNvSpPr txBox="1"/>
          <ns0:nvPr/>
        </ns0:nvSpPr>
        <ns0:spPr>
          <ns1:xfrm>
            <ns1:off x="932180" y="4672330"/>
            <ns1:ext cx="1810385" cy="5937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en-US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6" name="RD5_P03_阶段箭头_1"/>
          <ns0:cNvCxnSpPr/>
          <ns0:nvPr/>
        </ns0:nvCxnSpPr>
        <ns0:spPr>
          <ns1:xfrm>
            <ns1:off x="2999105" y="4791075"/>
            <ns1:ext cx="264795" cy="635"/>
          </ns1:xfrm>
          <ns1:prstGeom prst="line">
            <ns1:avLst/>
          </ns1:prstGeom>
          <ns1:ln w="2794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7" name="RD5_P03_阶段底_2"/>
          <ns0:cNvSpPr/>
          <ns0:nvPr/>
        </ns0:nvSpPr>
        <ns0:spPr>
          <ns1:xfrm>
            <ns1:off x="3336925" y="3968115"/>
            <ns1:ext cx="2176780" cy="1381125"/>
          </ns1:xfrm>
          <ns1:prstGeom prst="roundRect">
            <ns1:avLst/>
          </ns1:prstGeom>
          <ns1:solidFill>
            <ns1:srgbClr val="E8F0FA"/>
          </ns1:solidFill>
          <ns1:ln w="17145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5_P03_阶段标题_2"/>
          <ns0:cNvSpPr txBox="1"/>
          <ns0:nvPr/>
        </ns0:nvSpPr>
        <ns0:spPr>
          <ns1:xfrm>
            <ns1:off x="3483610" y="4086860"/>
            <ns1:ext cx="188341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9" name="RD5_P03_阶段正文_2"/>
          <ns0:cNvSpPr txBox="1"/>
          <ns0:nvPr/>
        </ns0:nvSpPr>
        <ns0:spPr>
          <ns1:xfrm>
            <ns1:off x="3520440" y="4489450"/>
            <ns1:ext cx="1810385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</ns1:t>
            </ns1:r>
            <ns1:endParaRPr lang="en-US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zh-CN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0" name="RD5_P03_阶段箭头_2"/>
          <ns0:cNvCxnSpPr/>
          <ns0:nvPr/>
        </ns0:nvCxnSpPr>
        <ns0:spPr>
          <ns1:xfrm>
            <ns1:off x="5586730" y="4791075"/>
            <ns1:ext cx="264795" cy="635"/>
          </ns1:xfrm>
          <ns1:prstGeom prst="line">
            <ns1:avLst/>
          </ns1:prstGeom>
          <ns1:ln w="2794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1" name="RD5_P03_阶段底_3"/>
          <ns0:cNvSpPr/>
          <ns0:nvPr/>
        </ns0:nvSpPr>
        <ns0:spPr>
          <ns1:xfrm>
            <ns1:off x="5925185" y="3785235"/>
            <ns1:ext cx="2176145" cy="1563370"/>
          </ns1:xfrm>
          <ns1:prstGeom prst="roundRect">
            <ns1:avLst/>
          </ns1:prstGeom>
          <ns1:solidFill>
            <ns1:srgbClr val="123A85"/>
          </ns1:solidFill>
          <ns1:ln w="17145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2" name="RD5_P03_阶段标题_3"/>
          <ns0:cNvSpPr txBox="1"/>
          <ns0:nvPr/>
        </ns0:nvSpPr>
        <ns0:spPr>
          <ns1:xfrm>
            <ns1:off x="6071235" y="3903980"/>
            <ns1:ext cx="188341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3" name="RD5_P03_阶段正文_3"/>
          <ns0:cNvSpPr txBox="1"/>
          <ns0:nvPr/>
        </ns0:nvSpPr>
        <ns0:spPr>
          <ns1:xfrm>
            <ns1:off x="6108065" y="4306570"/>
            <ns1:ext cx="1810385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en-US" altLang="zh-CN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zh-CN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4" name="RD5_P03_阶段箭头_3"/>
          <ns0:cNvCxnSpPr/>
          <ns0:nvPr/>
        </ns0:nvCxnSpPr>
        <ns0:spPr>
          <ns1:xfrm>
            <ns1:off x="8174355" y="4791075"/>
            <ns1:ext cx="264795" cy="635"/>
          </ns1:xfrm>
          <ns1:prstGeom prst="line">
            <ns1:avLst/>
          </ns1:prstGeom>
          <ns1:ln w="2794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5" name="RD5_P03_阶段底_4"/>
          <ns0:cNvSpPr/>
          <ns0:nvPr/>
        </ns0:nvSpPr>
        <ns0:spPr>
          <ns1:xfrm>
            <ns1:off x="8512810" y="3602355"/>
            <ns1:ext cx="2926080" cy="1746250"/>
          </ns1:xfrm>
          <ns1:prstGeom prst="roundRect">
            <ns1:avLst/>
          </ns1:prstGeom>
          <ns1:solidFill>
            <ns1:srgbClr val="C00000"/>
          </ns1:solidFill>
          <ns1:ln w="17145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5_P03_阶段标题_4"/>
          <ns0:cNvSpPr txBox="1"/>
          <ns0:nvPr/>
        </ns0:nvSpPr>
        <ns0:spPr>
          <ns1:xfrm>
            <ns1:off x="8658860" y="3721100"/>
            <ns1:ext cx="2633345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2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22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22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7" name="RD5_P03_阶段正文_4"/>
          <ns0:cNvSpPr txBox="1"/>
          <ns0:nvPr/>
        </ns0:nvSpPr>
        <ns0:spPr>
          <ns1:xfrm>
            <ns1:off x="8695690" y="4123690"/>
            <ns1:ext cx="256032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en-US" altLang="zh-CN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zh-CN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5_P03_结论底"/>
          <ns0:cNvSpPr/>
          <ns0:nvPr/>
        </ns0:nvSpPr>
        <ns0:spPr>
          <ns1:xfrm>
            <ns1:off x="502285" y="5769610"/>
            <ns1:ext cx="11183620" cy="55753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9" name="RD5_P03_结论"/>
          <ns0:cNvSpPr txBox="1"/>
          <ns0:nvPr/>
        </ns0:nvSpPr>
        <ns0:spPr>
          <ns1:xfrm>
            <ns1:off x="749300" y="5806440"/>
            <ns1:ext cx="10698480" cy="48450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示例内容公开模：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，示例内容公，开模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259</ns0:Words>
  <ns0:Application>WPS 演示</ns0:Application>
  <ns0:PresentationFormat>宽屏</ns0:PresentationFormat>
  <ns0:Paragraphs>36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