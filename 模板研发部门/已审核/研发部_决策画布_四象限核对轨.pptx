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4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12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5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5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：示例、内容公开模板示例内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10_P05_画布底"/>
          <ns0:cNvSpPr/>
          <ns0:nvPr/>
        </ns0:nvSpPr>
        <ns0:spPr>
          <ns1:xfrm>
            <ns1:off x="502285" y="1536065"/>
            <ns1:ext cx="6903720" cy="4663440"/>
          </ns1:xfrm>
          <ns1:prstGeom prst="roundRect">
            <ns1:avLst/>
          </ns1:prstGeom>
          <ns1:solidFill>
            <ns1:srgbClr val="F6F8FB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cxnSp>
        <ns0:nvCxnSpPr>
          <ns0:cNvPr id="15" name="RD10_P05_竖轴"/>
          <ns0:cNvCxnSpPr/>
          <ns0:nvPr/>
        </ns0:nvCxnSpPr>
        <ns0:spPr>
          <ns1:xfrm>
            <ns1:off x="3959225" y="1856105"/>
            <ns1:ext cx="635" cy="3940810"/>
          </ns1:xfrm>
          <ns1:prstGeom prst="line">
            <ns1:avLst/>
          </ns1:prstGeom>
          <ns1:ln w="25400">
            <ns1:solidFill>
              <ns1:srgbClr val="123A85"/>
            </ns1:solidFill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16" name="RD10_P05_横轴"/>
          <ns0:cNvCxnSpPr/>
          <ns0:nvPr/>
        </ns0:nvCxnSpPr>
        <ns0:spPr>
          <ns1:xfrm>
            <ns1:off x="850265" y="3675380"/>
            <ns1:ext cx="6208395" cy="635"/>
          </ns1:xfrm>
          <ns1:prstGeom prst="line">
            <ns1:avLst/>
          </ns1:prstGeom>
          <ns1:ln w="25400">
            <ns1:solidFill>
              <ns1:srgbClr val="123A85"/>
            </ns1:solidFill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17" name="RD10_P05_纵轴高"/>
          <ns0:cNvSpPr txBox="1"/>
          <ns0:nvPr/>
        </ns0:nvSpPr>
        <ns0:spPr>
          <ns1:xfrm>
            <ns1:off x="640080" y="1663700"/>
            <ns1:ext cx="135318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8" name="RD10_P05_纵轴低"/>
          <ns0:cNvSpPr txBox="1"/>
          <ns0:nvPr/>
        </ns0:nvSpPr>
        <ns0:spPr>
          <ns1:xfrm>
            <ns1:off x="640080" y="5806440"/>
            <ns1:ext cx="1353185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15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5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9" name="RD10_P05_横轴低"/>
          <ns0:cNvSpPr txBox="1"/>
          <ns0:nvPr/>
        </ns0:nvSpPr>
        <ns0:spPr>
          <ns1:xfrm>
            <ns1:off x="932180" y="6125845"/>
            <ns1:ext cx="1663700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15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5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10_P05_横轴高"/>
          <ns0:cNvSpPr txBox="1"/>
          <ns0:nvPr/>
        </ns0:nvSpPr>
        <ns0:spPr>
          <ns1:xfrm>
            <ns1:off x="5504180" y="6125845"/>
            <ns1:ext cx="1663700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10_P05_选项底_1"/>
          <ns0:cNvSpPr/>
          <ns0:nvPr/>
        </ns0:nvSpPr>
        <ns0:spPr>
          <ns1:xfrm>
            <ns1:off x="932180" y="2057400"/>
            <ns1:ext cx="2697480" cy="12617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10_P05_选项标题_1"/>
          <ns0:cNvSpPr txBox="1"/>
          <ns0:nvPr/>
        </ns0:nvSpPr>
        <ns0:spPr>
          <ns1:xfrm>
            <ns1:off x="1097280" y="2166620"/>
            <ns1:ext cx="236791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10_P05_选项正文_1"/>
          <ns0:cNvSpPr txBox="1"/>
          <ns0:nvPr/>
        </ns0:nvSpPr>
        <ns0:spPr>
          <ns1:xfrm>
            <ns1:off x="1115060" y="2541905"/>
            <ns1:ext cx="2331720" cy="65786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en-US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10_P05_选项底_2"/>
          <ns0:cNvSpPr/>
          <ns0:nvPr/>
        </ns0:nvSpPr>
        <ns0:spPr>
          <ns1:xfrm>
            <ns1:off x="4297045" y="2057400"/>
            <ns1:ext cx="2697480" cy="1261745"/>
          </ns1:xfrm>
          <ns1:prstGeom prst="roundRect">
            <ns1:avLst/>
          </ns1:prstGeom>
          <ns1:solidFill>
            <ns1:srgbClr val="FFFFFF"/>
          </ns1:solidFill>
          <ns1:ln w="1905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10_P05_选项标题_2"/>
          <ns0:cNvSpPr txBox="1"/>
          <ns0:nvPr/>
        </ns0:nvSpPr>
        <ns0:spPr>
          <ns1:xfrm>
            <ns1:off x="4462145" y="2166620"/>
            <ns1:ext cx="236791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0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10_P05_选项正文_2"/>
          <ns0:cNvSpPr txBox="1"/>
          <ns0:nvPr/>
        </ns0:nvSpPr>
        <ns0:spPr>
          <ns1:xfrm>
            <ns1:off x="4479925" y="2541905"/>
            <ns1:ext cx="2331720" cy="65786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en-US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10_P05_选项底_3"/>
          <ns0:cNvSpPr/>
          <ns0:nvPr/>
        </ns0:nvSpPr>
        <ns0:spPr>
          <ns1:xfrm>
            <ns1:off x="932180" y="3931920"/>
            <ns1:ext cx="2697480" cy="12617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10_P05_选项标题_3"/>
          <ns0:cNvSpPr txBox="1"/>
          <ns0:nvPr/>
        </ns0:nvSpPr>
        <ns0:spPr>
          <ns1:xfrm>
            <ns1:off x="1097280" y="4041140"/>
            <ns1:ext cx="236791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示例内</ns1:t>
            </ns1:r>
            <ns1:endParaRPr lang="en-US" altLang="zh-CN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9" name="RD10_P05_选项正文_3"/>
          <ns0:cNvSpPr txBox="1"/>
          <ns0:nvPr/>
        </ns0:nvSpPr>
        <ns0:spPr>
          <ns1:xfrm>
            <ns1:off x="1115060" y="4416425"/>
            <ns1:ext cx="2331720" cy="65786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en-US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10_P05_选项底_4"/>
          <ns0:cNvSpPr/>
          <ns0:nvPr/>
        </ns0:nvSpPr>
        <ns0:spPr>
          <ns1:xfrm>
            <ns1:off x="4297045" y="3931920"/>
            <ns1:ext cx="2697480" cy="12617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10_P05_选项标题_4"/>
          <ns0:cNvSpPr txBox="1"/>
          <ns0:nvPr/>
        </ns0:nvSpPr>
        <ns0:spPr>
          <ns1:xfrm>
            <ns1:off x="4462145" y="4041140"/>
            <ns1:ext cx="236791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05_选项正文_4"/>
          <ns0:cNvSpPr txBox="1"/>
          <ns0:nvPr/>
        </ns0:nvSpPr>
        <ns0:spPr>
          <ns1:xfrm>
            <ns1:off x="4479925" y="4416425"/>
            <ns1:ext cx="2331720" cy="65786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en-US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10_P05_右轨"/>
          <ns0:cNvSpPr/>
          <ns0:nvPr/>
        </ns0:nvSpPr>
        <ns0:spPr>
          <ns1:xfrm>
            <ns1:off x="7662545" y="1536065"/>
            <ns1:ext cx="4023360" cy="466344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10_P05_右轨标题"/>
          <ns0:cNvSpPr txBox="1"/>
          <ns0:nvPr/>
        </ns0:nvSpPr>
        <ns0:spPr>
          <ns1:xfrm>
            <ns1:off x="7973060" y="1782445"/>
            <ns1:ext cx="3401060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4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4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10_P05_问题点_1"/>
          <ns0:cNvSpPr/>
          <ns0:nvPr/>
        </ns0:nvSpPr>
        <ns0:spPr>
          <ns1:xfrm>
            <ns1:off x="8009890" y="2587625"/>
            <ns1:ext cx="283210" cy="283210"/>
          </ns1:xfrm>
          <ns1:prstGeom prst="ellipse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10_P05_问题_1"/>
          <ns0:cNvSpPr txBox="1"/>
          <ns0:nvPr/>
        </ns0:nvSpPr>
        <ns0:spPr>
          <ns1:xfrm>
            <ns1:off x="8485505" y="2560320"/>
            <ns1:ext cx="268795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10_P05_问题点_2"/>
          <ns0:cNvSpPr/>
          <ns0:nvPr/>
        </ns0:nvSpPr>
        <ns0:spPr>
          <ns1:xfrm>
            <ns1:off x="8009890" y="3282315"/>
            <ns1:ext cx="283210" cy="283845"/>
          </ns1:xfrm>
          <ns1:prstGeom prst="ellipse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8" name="RD10_P05_问题_2"/>
          <ns0:cNvSpPr txBox="1"/>
          <ns0:nvPr/>
        </ns0:nvSpPr>
        <ns0:spPr>
          <ns1:xfrm>
            <ns1:off x="8485505" y="3255010"/>
            <ns1:ext cx="268795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10_P05_问题点_3"/>
          <ns0:cNvSpPr/>
          <ns0:nvPr/>
        </ns0:nvSpPr>
        <ns0:spPr>
          <ns1:xfrm>
            <ns1:off x="8009890" y="3977640"/>
            <ns1:ext cx="283210" cy="283210"/>
          </ns1:xfrm>
          <ns1:prstGeom prst="ellipse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10_P05_问题_3"/>
          <ns0:cNvSpPr txBox="1"/>
          <ns0:nvPr/>
        </ns0:nvSpPr>
        <ns0:spPr>
          <ns1:xfrm>
            <ns1:off x="8485505" y="3949700"/>
            <ns1:ext cx="268795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10_P05_问题点_4"/>
          <ns0:cNvSpPr/>
          <ns0:nvPr/>
        </ns0:nvSpPr>
        <ns0:spPr>
          <ns1:xfrm>
            <ns1:off x="8009890" y="4672330"/>
            <ns1:ext cx="283210" cy="283210"/>
          </ns1:xfrm>
          <ns1:prstGeom prst="ellipse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10_P05_问题_4"/>
          <ns0:cNvSpPr txBox="1"/>
          <ns0:nvPr/>
        </ns0:nvSpPr>
        <ns0:spPr>
          <ns1:xfrm>
            <ns1:off x="8485505" y="4645025"/>
            <ns1:ext cx="268795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10_P05_出口底"/>
          <ns0:cNvSpPr/>
          <ns0:nvPr/>
        </ns0:nvSpPr>
        <ns0:spPr>
          <ns1:xfrm>
            <ns1:off x="7973060" y="5513705"/>
            <ns1:ext cx="3401695" cy="457200"/>
          </ns1:xfrm>
          <ns1:prstGeom prst="roundRect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10_P05_出口"/>
          <ns0:cNvSpPr txBox="1"/>
          <ns0:nvPr/>
        </ns0:nvSpPr>
        <ns0:spPr>
          <ns1:xfrm>
            <ns1:off x="8101330" y="5532120"/>
            <ns1:ext cx="3145155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210</ns0:Words>
  <ns0:Application>WPS 演示</ns0:Application>
  <ns0:PresentationFormat>宽屏</ns0:PresentationFormat>
  <ns0:Paragraphs>46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