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4" Type="http://schemas.openxmlformats.org/officeDocument/2006/relationships/notesSlide" Target="../notesSlides/notesSlide1.xml" /><ns0:Relationship Id="rId3" Type="http://schemas.openxmlformats.org/officeDocument/2006/relationships/slideLayout" Target="../slideLayouts/slideLayout12.xml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M5_P03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M5_P03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示例内容公开模板示例内，容公开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M5_P03_生成框架_图片框"/>
          <ns0:cNvSpPr/>
          <ns0:nvPr/>
        </ns0:nvSpPr>
        <ns0:spPr>
          <ns1:xfrm>
            <ns1:off x="2907665" y="1480820"/>
            <ns1:ext cx="6144895" cy="3383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M5_P03_生成框架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2953512" y="1602313"/>
            <ns1:ext cx="6053328" cy="3141310"/>
          </ns1:xfrm>
          <ns1:prstGeom prst="rect">
            <ns1:avLst/>
          </ns1:prstGeom>
        </ns0:spPr>
      </ns0:pic>
      <ns0:sp>
        <ns0:nvSpPr>
          <ns0:cNvPr id="16" name="RDM5_P03_生成框架_图注底"/>
          <ns0:cNvSpPr/>
          <ns0:nvPr/>
        </ns0:nvSpPr>
        <ns0:spPr>
          <ns1:xfrm>
            <ns1:off x="2907665" y="4864100"/>
            <ns1:ext cx="614489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M5_P03_生成框架_图注"/>
          <ns0:cNvSpPr txBox="1"/>
          <ns0:nvPr/>
        </ns0:nvSpPr>
        <ns0:spPr>
          <ns1:xfrm>
            <ns1:off x="2999105" y="4882515"/>
            <ns1:ext cx="596138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M5_P03_左卡_1_底"/>
          <ns0:cNvSpPr/>
          <ns0:nvPr/>
        </ns0:nvSpPr>
        <ns0:spPr>
          <ns1:xfrm>
            <ns1:off x="502285" y="1572260"/>
            <ns1:ext cx="2085340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M5_P03_左卡_1_序号底"/>
          <ns0:cNvSpPr/>
          <ns0:nvPr/>
        </ns0:nvSpPr>
        <ns0:spPr>
          <ns1:xfrm>
            <ns1:off x="593725" y="1737360"/>
            <ns1:ext cx="475615" cy="474980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0" name="RDM5_P03_左卡_1_序号"/>
          <ns0:cNvSpPr txBox="1"/>
          <ns0:nvPr/>
        </ns0:nvSpPr>
        <ns0:spPr>
          <ns1:xfrm>
            <ns1:off x="593725" y="173736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M5_P03_左卡_1_标题"/>
          <ns0:cNvSpPr txBox="1"/>
          <ns0:nvPr/>
        </ns0:nvSpPr>
        <ns0:spPr>
          <ns1:xfrm>
            <ns1:off x="1179195" y="1663700"/>
            <ns1:ext cx="131635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2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M5_P03_左卡_1_正文"/>
          <ns0:cNvSpPr txBox="1"/>
          <ns0:nvPr/>
        </ns0:nvSpPr>
        <ns0:spPr>
          <ns1:xfrm>
            <ns1:off x="1179195" y="2011045"/>
            <ns1:ext cx="131635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3" name="RDM5_P03_汇入线_1"/>
          <ns0:cNvCxnSpPr/>
          <ns0:nvPr/>
        </ns0:nvCxnSpPr>
        <ns0:spPr>
          <ns1:xfrm>
            <ns1:off x="2614930" y="2029460"/>
            <ns1:ext cx="237490" cy="635"/>
          </ns1:xfrm>
          <ns1:prstGeom prst="line">
            <ns1:avLst/>
          </ns1:prstGeom>
          <ns1:ln w="2032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4" name="RDM5_P03_左卡_2_底"/>
          <ns0:cNvSpPr/>
          <ns0:nvPr/>
        </ns0:nvSpPr>
        <ns0:spPr>
          <ns1:xfrm>
            <ns1:off x="502285" y="2760980"/>
            <ns1:ext cx="2085340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M5_P03_左卡_2_序号底"/>
          <ns0:cNvSpPr/>
          <ns0:nvPr/>
        </ns0:nvSpPr>
        <ns0:spPr>
          <ns1:xfrm>
            <ns1:off x="593725" y="2925445"/>
            <ns1:ext cx="475615" cy="475615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M5_P03_左卡_2_序号"/>
          <ns0:cNvSpPr txBox="1"/>
          <ns0:nvPr/>
        </ns0:nvSpPr>
        <ns0:spPr>
          <ns1:xfrm>
            <ns1:off x="593725" y="2925445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RDM5_P03_左卡_2_标题"/>
          <ns0:cNvSpPr txBox="1"/>
          <ns0:nvPr/>
        </ns0:nvSpPr>
        <ns0:spPr>
          <ns1:xfrm>
            <ns1:off x="1179195" y="2852420"/>
            <ns1:ext cx="131635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2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8" name="RDM5_P03_左卡_2_正文"/>
          <ns0:cNvSpPr txBox="1"/>
          <ns0:nvPr/>
        </ns0:nvSpPr>
        <ns0:spPr>
          <ns1:xfrm>
            <ns1:off x="1179195" y="3200400"/>
            <ns1:ext cx="131635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9" name="RDM5_P03_汇入线_2"/>
          <ns0:cNvCxnSpPr/>
          <ns0:nvPr/>
        </ns0:nvCxnSpPr>
        <ns0:spPr>
          <ns1:xfrm>
            <ns1:off x="2614930" y="3218180"/>
            <ns1:ext cx="237490" cy="635"/>
          </ns1:xfrm>
          <ns1:prstGeom prst="line">
            <ns1:avLst/>
          </ns1:prstGeom>
          <ns1:ln w="2032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0" name="RDM5_P03_左卡_3_底"/>
          <ns0:cNvSpPr/>
          <ns0:nvPr/>
        </ns0:nvSpPr>
        <ns0:spPr>
          <ns1:xfrm>
            <ns1:off x="502285" y="3949700"/>
            <ns1:ext cx="2085340" cy="1024255"/>
          </ns1:xfrm>
          <ns1:prstGeom prst="roundRect">
            <ns1:avLst/>
          </ns1:prstGeom>
          <ns1:solidFill>
            <ns1:srgbClr val="FFFFFF"/>
          </ns1:solidFill>
          <ns1:ln w="1397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M5_P03_左卡_3_序号底"/>
          <ns0:cNvSpPr/>
          <ns0:nvPr/>
        </ns0:nvSpPr>
        <ns0:spPr>
          <ns1:xfrm>
            <ns1:off x="593725" y="4114800"/>
            <ns1:ext cx="475615" cy="474980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M5_P03_左卡_3_序号"/>
          <ns0:cNvSpPr txBox="1"/>
          <ns0:nvPr/>
        </ns0:nvSpPr>
        <ns0:spPr>
          <ns1:xfrm>
            <ns1:off x="593725" y="411480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5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5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M5_P03_左卡_3_标题"/>
          <ns0:cNvSpPr txBox="1"/>
          <ns0:nvPr/>
        </ns0:nvSpPr>
        <ns0:spPr>
          <ns1:xfrm>
            <ns1:off x="1179195" y="4041140"/>
            <ns1:ext cx="1316355" cy="310515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l"/>
            <ns1:r>
              <ns1:rPr lang="zh-CN" altLang="en-US" sz="172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72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4" name="RDM5_P03_左卡_3_正文"/>
          <ns0:cNvSpPr txBox="1"/>
          <ns0:nvPr/>
        </ns0:nvSpPr>
        <ns0:spPr>
          <ns1:xfrm>
            <ns1:off x="1179195" y="4389120"/>
            <ns1:ext cx="1316355" cy="4933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4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sz="14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5" name="RDM5_P03_汇入线_3"/>
          <ns0:cNvCxnSpPr/>
          <ns0:nvPr/>
        </ns0:nvCxnSpPr>
        <ns0:spPr>
          <ns1:xfrm>
            <ns1:off x="2614930" y="4406900"/>
            <ns1:ext cx="237490" cy="635"/>
          </ns1:xfrm>
          <ns1:prstGeom prst="line">
            <ns1:avLst/>
          </ns1:prstGeom>
          <ns1:ln w="2032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6" name="RDM5_P03_潜空间图_图片框"/>
          <ns0:cNvSpPr/>
          <ns0:nvPr/>
        </ns0:nvSpPr>
        <ns0:spPr>
          <ns1:xfrm>
            <ns1:off x="9354185" y="1480820"/>
            <ns1:ext cx="2331720" cy="199390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7" name="RDM5_P03_潜空间图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9400032" y="1869231"/>
            <ns1:ext cx="2240280" cy="1217587"/>
          </ns1:xfrm>
          <ns1:prstGeom prst="rect">
            <ns1:avLst/>
          </ns1:prstGeom>
        </ns0:spPr>
      </ns0:pic>
      <ns0:sp>
        <ns0:nvSpPr>
          <ns0:cNvPr id="38" name="RDM5_P03_潜空间图_图注底"/>
          <ns0:cNvSpPr/>
          <ns0:nvPr/>
        </ns0:nvSpPr>
        <ns0:spPr>
          <ns1:xfrm>
            <ns1:off x="9354185" y="3474720"/>
            <ns1:ext cx="233172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9" name="RDM5_P03_潜空间图_图注"/>
          <ns0:cNvSpPr txBox="1"/>
          <ns0:nvPr/>
        </ns0:nvSpPr>
        <ns0:spPr>
          <ns1:xfrm>
            <ns1:off x="9445625" y="3492500"/>
            <ns1:ext cx="214820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0" name="RDM5_P03_右判断底"/>
          <ns0:cNvSpPr/>
          <ns0:nvPr/>
        </ns0:nvSpPr>
        <ns0:spPr>
          <ns1:xfrm>
            <ns1:off x="9354185" y="3886200"/>
            <ns1:ext cx="2331720" cy="1297940"/>
          </ns1:xfrm>
          <ns1:prstGeom prst="roundRect">
            <ns1:avLst/>
          </ns1:prstGeom>
          <ns1:solidFill>
            <ns1:srgbClr val="FBEAEC"/>
          </ns1:solidFill>
          <ns1:ln w="1524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M5_P03_右判断标题"/>
          <ns0:cNvSpPr txBox="1"/>
          <ns0:nvPr/>
        </ns0:nvSpPr>
        <ns0:spPr>
          <ns1:xfrm>
            <ns1:off x="9491345" y="4004945"/>
            <ns1:ext cx="2057400" cy="32893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M5_P03_右判断正文"/>
          <ns0:cNvSpPr txBox="1"/>
          <ns0:nvPr/>
        </ns0:nvSpPr>
        <ns0:spPr>
          <ns1:xfrm>
            <ns1:off x="9509125" y="4406900"/>
            <ns1:ext cx="2020570" cy="62166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0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示例内容公开模板，示例内容公开模。</ns1:t>
            </ns1:r>
            <ns1:endParaRPr lang="zh-CN" altLang="en-US" sz="150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M5_P03_公式底"/>
          <ns0:cNvSpPr/>
          <ns0:nvPr/>
        </ns0:nvSpPr>
        <ns0:spPr>
          <ns1:xfrm>
            <ns1:off x="502285" y="5403850"/>
            <ns1:ext cx="11183620" cy="36576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M5_P03_公式"/>
          <ns0:cNvSpPr txBox="1"/>
          <ns0:nvPr/>
        </ns0:nvSpPr>
        <ns0:spPr>
          <ns1:xfrm>
            <ns1:off x="694690" y="5440045"/>
            <ns1:ext cx="10798810" cy="28321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 </ns1:t>
            </ns1:r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+ </ns1:t>
            </ns1:r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+ </ns1:t>
            </ns1:r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5" name="RDM5_P03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6" name="RDM5_P03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：示例、内容公开模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203</ns0:Words>
  <ns0:Application>WPS 演示</ns0:Application>
  <ns0:PresentationFormat>宽屏</ns0:PresentationFormat>
  <ns0:Paragraphs>36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