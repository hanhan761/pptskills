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5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10_P06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10_P06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：示例内容、公开模板示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pic>
        <ns0:nvPicPr>
          <ns0:cNvPr id="10" name="RD10_P06_主视觉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3931920" y="1536065"/>
            <ns1:ext cx="7753985" cy="3822065"/>
          </ns1:xfrm>
          <ns1:prstGeom prst="rect">
            <ns1:avLst/>
          </ns1:prstGeom>
          <ns1:ln w="12700">
            <ns1:solidFill>
              <ns1:srgbClr val="123A85"/>
            </ns1:solidFill>
          </ns1:ln>
        </ns0:spPr>
      </ns0:pic>
      <ns0:sp>
        <ns0:nvSpPr>
          <ns0:cNvPr id="15" name="RD10_P06_主视觉_图注底"/>
          <ns0:cNvSpPr/>
          <ns0:nvPr/>
        </ns0:nvSpPr>
        <ns0:spPr>
          <ns1:xfrm>
            <ns1:off x="3931920" y="5358130"/>
            <ns1:ext cx="775398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6" name="RD10_P06_主视觉_图注"/>
          <ns0:cNvSpPr txBox="1"/>
          <ns0:nvPr/>
        </ns0:nvSpPr>
        <ns0:spPr>
          <ns1:xfrm>
            <ns1:off x="4022725" y="5376545"/>
            <ns1:ext cx="7571105" cy="2647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 </ns1:t>
            </ns1:r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示例内容公开模板：示例、内容公开模板示例内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 公开模板, 0000</ns1:t>
            </ns1:r>
            <ns1:endParaRPr lang="en-US" altLang="zh-CN" sz="10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7" name="RD10_P06_阶段底_1"/>
          <ns0:cNvSpPr/>
          <ns0:nvPr/>
        </ns0:nvSpPr>
        <ns0:spPr>
          <ns1:xfrm>
            <ns1:off x="502285" y="1536065"/>
            <ns1:ext cx="3154680" cy="11430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8" name="RD10_P06_阶段序号底_1"/>
          <ns0:cNvSpPr/>
          <ns0:nvPr/>
        </ns0:nvSpPr>
        <ns0:spPr>
          <ns1:xfrm>
            <ns1:off x="502285" y="1536065"/>
            <ns1:ext cx="567055" cy="114300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10_P06_阶段序号_1"/>
          <ns0:cNvSpPr txBox="1"/>
          <ns0:nvPr/>
        </ns0:nvSpPr>
        <ns0:spPr>
          <ns1:xfrm>
            <ns1:off x="502285" y="1536065"/>
            <ns1:ext cx="566420" cy="11430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6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0" name="RD10_P06_阶段标题_1"/>
          <ns0:cNvSpPr txBox="1"/>
          <ns0:nvPr/>
        </ns0:nvSpPr>
        <ns0:spPr>
          <ns1:xfrm>
            <ns1:off x="1252220" y="1590675"/>
            <ns1:ext cx="210312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1" name="RD10_P06_阶段正文_1"/>
          <ns0:cNvSpPr txBox="1"/>
          <ns0:nvPr/>
        </ns0:nvSpPr>
        <ns0:spPr>
          <ns1:xfrm>
            <ns1:off x="1252220" y="1919605"/>
            <ns1:ext cx="2286000" cy="7219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示例内容公开、模板示例内容公，开模板示例内容公开模板示。</ns1:t>
            </ns1:r>
            <ns1:endParaRPr lang="zh-CN" altLang="en-US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2" name="RD10_P06_阶段底_2"/>
          <ns0:cNvSpPr/>
          <ns0:nvPr/>
        </ns0:nvSpPr>
        <ns0:spPr>
          <ns1:xfrm>
            <ns1:off x="502285" y="2870835"/>
            <ns1:ext cx="3154680" cy="11430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10_P06_阶段序号底_2"/>
          <ns0:cNvSpPr/>
          <ns0:nvPr/>
        </ns0:nvSpPr>
        <ns0:spPr>
          <ns1:xfrm>
            <ns1:off x="502285" y="2870835"/>
            <ns1:ext cx="567055" cy="114300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4" name="RD10_P06_阶段序号_2"/>
          <ns0:cNvSpPr txBox="1"/>
          <ns0:nvPr/>
        </ns0:nvSpPr>
        <ns0:spPr>
          <ns1:xfrm>
            <ns1:off x="502285" y="2870835"/>
            <ns1:ext cx="566420" cy="11430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6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5" name="RD10_P06_阶段标题_2"/>
          <ns0:cNvSpPr txBox="1"/>
          <ns0:nvPr/>
        </ns0:nvSpPr>
        <ns0:spPr>
          <ns1:xfrm>
            <ns1:off x="1252220" y="2925445"/>
            <ns1:ext cx="210312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6" name="RD10_P06_阶段正文_2"/>
          <ns0:cNvSpPr txBox="1"/>
          <ns0:nvPr/>
        </ns0:nvSpPr>
        <ns0:spPr>
          <ns1:xfrm>
            <ns1:off x="1252220" y="3255010"/>
            <ns1:ext cx="2286000" cy="7219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示例内容公开模板示例内容公，开模板示例内容公开模板。</ns1:t>
            </ns1:r>
            <ns1:endParaRPr lang="zh-CN" altLang="en-US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7" name="RD10_P06_阶段底_3"/>
          <ns0:cNvSpPr/>
          <ns0:nvPr/>
        </ns0:nvSpPr>
        <ns0:spPr>
          <ns1:xfrm>
            <ns1:off x="502285" y="4206240"/>
            <ns1:ext cx="3154680" cy="11430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10_P06_阶段序号底_3"/>
          <ns0:cNvSpPr/>
          <ns0:nvPr/>
        </ns0:nvSpPr>
        <ns0:spPr>
          <ns1:xfrm>
            <ns1:off x="502285" y="4206240"/>
            <ns1:ext cx="567055" cy="114300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9" name="RD10_P06_阶段序号_3"/>
          <ns0:cNvSpPr txBox="1"/>
          <ns0:nvPr/>
        </ns0:nvSpPr>
        <ns0:spPr>
          <ns1:xfrm>
            <ns1:off x="502285" y="4206240"/>
            <ns1:ext cx="566420" cy="11430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6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10_P06_阶段标题_3"/>
          <ns0:cNvSpPr txBox="1"/>
          <ns0:nvPr/>
        </ns0:nvSpPr>
        <ns0:spPr>
          <ns1:xfrm>
            <ns1:off x="1252220" y="4260850"/>
            <ns1:ext cx="210312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l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D10_P06_阶段正文_3"/>
          <ns0:cNvSpPr txBox="1"/>
          <ns0:nvPr/>
        </ns0:nvSpPr>
        <ns0:spPr>
          <ns1:xfrm>
            <ns1:off x="1252220" y="4589780"/>
            <ns1:ext cx="2286000" cy="7219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示例内容公开模板示，例内容公开模板示例内容公开。</ns1:t>
            </ns1:r>
            <ns1:endParaRPr lang="zh-CN" altLang="en-US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D10_P06_结论底"/>
          <ns0:cNvSpPr/>
          <ns0:nvPr/>
        </ns0:nvSpPr>
        <ns0:spPr>
          <ns1:xfrm>
            <ns1:off x="502285" y="5806440"/>
            <ns1:ext cx="11183620" cy="530225"/>
          </ns1:xfrm>
          <ns1:prstGeom prst="roundRect">
            <ns1:avLst/>
          </ns1:prstGeom>
          <ns1:solidFill>
            <ns1:srgbClr val="EEF3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3" name="RD10_P06_结论"/>
          <ns0:cNvSpPr txBox="1"/>
          <ns0:nvPr/>
        </ns0:nvSpPr>
        <ns0:spPr>
          <ns1:xfrm>
            <ns1:off x="786130" y="5833745"/>
            <ns1:ext cx="10624820" cy="4387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9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示例内容公开模板示例，内容公开模板示例内容公、开模板示例内容公开。</ns1:t>
            </ns1:r>
            <ns1:endParaRPr lang="zh-CN" altLang="en-US" sz="19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205</ns0:Words>
  <ns0:Application>WPS 演示</ns0:Application>
  <ns0:PresentationFormat>宽屏</ns0:PresentationFormat>
  <ns0:Paragraphs>28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