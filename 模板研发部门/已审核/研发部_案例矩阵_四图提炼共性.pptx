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7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6" Type="http://schemas.openxmlformats.org/officeDocument/2006/relationships/notesSlide" Target="../notesSlides/notesSlide1.xml" /><ns0:Relationship Id="rId5" Type="http://schemas.openxmlformats.org/officeDocument/2006/relationships/slideLayout" Target="../slideLayouts/slideLayout12.xml" /><ns0:Relationship Id="rId4" Type="http://schemas.openxmlformats.org/officeDocument/2006/relationships/image" Target="../media/public-placeholder.png" /><ns0:Relationship Id="rId3" Type="http://schemas.openxmlformats.org/officeDocument/2006/relationships/image" Target="../media/public-placeholder.png" /><ns0:Relationship Id="rId2" Type="http://schemas.openxmlformats.org/officeDocument/2006/relationships/image" Target="../media/public-placeholder.png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10_P08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10_P08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zh-CN" altLang="en-US" sz="23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zh-CN" altLang="en-US" sz="2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，示例内</ns1:t>
            </ns1:r>
            <ns1:r>
              <ns1:rPr lang="en-US" altLang="zh-CN" sz="2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—</ns1:t>
            </ns1:r>
            <ns1:r>
              <ns1:rPr lang="zh-CN" altLang="en-US" sz="2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2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—</ns1:t>
            </ns1:r>
            <ns1:r>
              <ns1:rPr lang="zh-CN" altLang="en-US" sz="2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2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—</ns1:t>
            </ns1:r>
            <ns1:r>
              <ns1:rPr lang="zh-CN" altLang="en-US" sz="23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</ns1:t>
            </ns1:r>
            <ns1:r>
              <ns1:rPr lang="zh-CN" altLang="en-US" sz="23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endParaRPr lang="zh-CN" altLang="en-US" sz="23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0" name="RD10_P08_案例底_1"/>
          <ns0:cNvSpPr/>
          <ns0:nvPr/>
        </ns0:nvSpPr>
        <ns0:spPr>
          <ns1:xfrm>
            <ns1:off x="502285" y="1536065"/>
            <ns1:ext cx="5450205" cy="18834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15" name="RD10_P08_图片_AlphaGo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502285" y="1536065"/>
            <ns1:ext cx="2578100" cy="1572260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16" name="RD10_P08_AlphaGo_图注底"/>
          <ns0:cNvSpPr/>
          <ns0:nvPr/>
        </ns0:nvSpPr>
        <ns0:spPr>
          <ns1:xfrm>
            <ns1:off x="502285" y="3108960"/>
            <ns1:ext cx="2578735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10_P08_AlphaGo_图注"/>
          <ns0:cNvSpPr txBox="1"/>
          <ns0:nvPr/>
        </ns0:nvSpPr>
        <ns0:spPr>
          <ns1:xfrm>
            <ns1:off x="593725" y="3126740"/>
            <ns1:ext cx="2395220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 </ns1:t>
            </ns1: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示例内容公开模板,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8" name="RD10_P08_解读底_1"/>
          <ns0:cNvSpPr/>
          <ns0:nvPr/>
        </ns0:nvSpPr>
        <ns0:spPr>
          <ns1:xfrm>
            <ns1:off x="3190875" y="1536065"/>
            <ns1:ext cx="2761615" cy="1883410"/>
          </ns1:xfrm>
          <ns1:prstGeom prst="round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9" name="RD10_P08_案例序号_1"/>
          <ns0:cNvSpPr txBox="1"/>
          <ns0:nvPr/>
        </ns0:nvSpPr>
        <ns0:spPr>
          <ns1:xfrm>
            <ns1:off x="3392170" y="1700530"/>
            <ns1:ext cx="47498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7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7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0" name="RD10_P08_案例标题_1"/>
          <ns0:cNvSpPr txBox="1"/>
          <ns0:nvPr/>
        </ns0:nvSpPr>
        <ns0:spPr>
          <ns1:xfrm>
            <ns1:off x="3886200" y="1663700"/>
            <ns1:ext cx="175514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21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1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1" name="RD10_P08_案例判断_1"/>
          <ns0:cNvSpPr txBox="1"/>
          <ns0:nvPr/>
        </ns0:nvSpPr>
        <ns0:spPr>
          <ns1:xfrm>
            <ns1:off x="3392170" y="2130425"/>
            <ns1:ext cx="2359025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示例、内容公开模板示</ns1:t>
            </ns1:r>
            <ns1:endParaRPr lang="zh-CN" altLang="en-US" sz="17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2" name="RD10_P08_案例正文_1"/>
          <ns0:cNvSpPr txBox="1"/>
          <ns0:nvPr/>
        </ns0:nvSpPr>
        <ns0:spPr>
          <ns1:xfrm>
            <ns1:off x="3392170" y="2706370"/>
            <ns1:ext cx="2359025" cy="51181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3" name="RD10_P08_案例底_2"/>
          <ns0:cNvSpPr/>
          <ns0:nvPr/>
        </ns0:nvSpPr>
        <ns0:spPr>
          <ns1:xfrm>
            <ns1:off x="6235700" y="1536065"/>
            <ns1:ext cx="5450205" cy="18834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24" name="RD10_P08_图片_MatterGen" descr="Public template placeholder"/>
          <ns0:cNvPicPr>
            <ns1:picLocks noChangeAspect="1"/>
          </ns0:cNvPicPr>
          <ns0:nvPr/>
        </ns0:nvPicPr>
        <ns0:blipFill>
          <ns1:blip ns3:embed="rId2"/>
          <ns1:stretch>
            <ns1:fillRect/>
          </ns1:stretch>
        </ns0:blipFill>
        <ns0:spPr>
          <ns1:xfrm>
            <ns1:off x="6235700" y="1536065"/>
            <ns1:ext cx="2578100" cy="1572260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25" name="RD10_P08_MatterGen_图注底"/>
          <ns0:cNvSpPr/>
          <ns0:nvPr/>
        </ns0:nvSpPr>
        <ns0:spPr>
          <ns1:xfrm>
            <ns1:off x="6235700" y="3108960"/>
            <ns1:ext cx="2578735" cy="31051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6" name="RD10_P08_MatterGen_图注"/>
          <ns0:cNvSpPr txBox="1"/>
          <ns0:nvPr/>
        </ns0:nvSpPr>
        <ns0:spPr>
          <ns1:xfrm>
            <ns1:off x="6327140" y="3126740"/>
            <ns1:ext cx="2395220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 </ns1:t>
            </ns1:r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27" name="RD10_P08_解读底_2"/>
          <ns0:cNvSpPr/>
          <ns0:nvPr/>
        </ns0:nvSpPr>
        <ns0:spPr>
          <ns1:xfrm>
            <ns1:off x="8924290" y="1536065"/>
            <ns1:ext cx="2761615" cy="1883410"/>
          </ns1:xfrm>
          <ns1:prstGeom prst="roundRect">
            <ns1:avLst/>
          </ns1:prstGeom>
          <ns1:solidFill>
            <ns1:srgbClr val="F6F8FB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10_P08_案例序号_2"/>
          <ns0:cNvSpPr txBox="1"/>
          <ns0:nvPr/>
        </ns0:nvSpPr>
        <ns0:spPr>
          <ns1:xfrm>
            <ns1:off x="9125585" y="1700530"/>
            <ns1:ext cx="47498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7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7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9" name="RD10_P08_案例标题_2"/>
          <ns0:cNvSpPr txBox="1"/>
          <ns0:nvPr/>
        </ns0:nvSpPr>
        <ns0:spPr>
          <ns1:xfrm>
            <ns1:off x="9618980" y="1663700"/>
            <ns1:ext cx="175514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21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1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10_P08_案例判断_2"/>
          <ns0:cNvSpPr txBox="1"/>
          <ns0:nvPr/>
        </ns0:nvSpPr>
        <ns0:spPr>
          <ns1:xfrm>
            <ns1:off x="9125585" y="2130425"/>
            <ns1:ext cx="2359025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17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10_P08_案例正文_2"/>
          <ns0:cNvSpPr txBox="1"/>
          <ns0:nvPr/>
        </ns0:nvSpPr>
        <ns0:spPr>
          <ns1:xfrm>
            <ns1:off x="9125585" y="2706370"/>
            <ns1:ext cx="2359025" cy="51181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示例内容公开模板示例内容公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2" name="RD10_P08_案例底_3"/>
          <ns0:cNvSpPr/>
          <ns0:nvPr/>
        </ns0:nvSpPr>
        <ns0:spPr>
          <ns1:xfrm>
            <ns1:off x="502285" y="3703320"/>
            <ns1:ext cx="5450205" cy="18834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33" name="RD10_P08_图片_PBF" descr="Public template placeholder"/>
          <ns0:cNvPicPr>
            <ns1:picLocks noChangeAspect="1"/>
          </ns0:cNvPicPr>
          <ns0:nvPr/>
        </ns0:nvPicPr>
        <ns0:blipFill>
          <ns1:blip ns3:embed="rId3"/>
          <ns1:stretch>
            <ns1:fillRect/>
          </ns1:stretch>
        </ns0:blipFill>
        <ns0:spPr>
          <ns1:xfrm>
            <ns1:off x="502285" y="3703320"/>
            <ns1:ext cx="2578100" cy="1572260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34" name="RD10_P08_PBF_图注底"/>
          <ns0:cNvSpPr/>
          <ns0:nvPr/>
        </ns0:nvSpPr>
        <ns0:spPr>
          <ns1:xfrm>
            <ns1:off x="502285" y="5275580"/>
            <ns1:ext cx="257873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5" name="RD10_P08_PBF_图注"/>
          <ns0:cNvSpPr txBox="1"/>
          <ns0:nvPr/>
        </ns0:nvSpPr>
        <ns0:spPr>
          <ns1:xfrm>
            <ns1:off x="593725" y="5293995"/>
            <ns1:ext cx="2395220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36" name="RD10_P08_解读底_3"/>
          <ns0:cNvSpPr/>
          <ns0:nvPr/>
        </ns0:nvSpPr>
        <ns0:spPr>
          <ns1:xfrm>
            <ns1:off x="3190875" y="3703320"/>
            <ns1:ext cx="2761615" cy="1883410"/>
          </ns1:xfrm>
          <ns1:prstGeom prst="roundRect">
            <ns1:avLst/>
          </ns1:prstGeom>
          <ns1:solidFill>
            <ns1:srgbClr val="F6F8FB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7" name="RD10_P08_案例序号_3"/>
          <ns0:cNvSpPr txBox="1"/>
          <ns0:nvPr/>
        </ns0:nvSpPr>
        <ns0:spPr>
          <ns1:xfrm>
            <ns1:off x="3392170" y="3867785"/>
            <ns1:ext cx="47498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7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7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10_P08_案例标题_3"/>
          <ns0:cNvSpPr txBox="1"/>
          <ns0:nvPr/>
        </ns0:nvSpPr>
        <ns0:spPr>
          <ns1:xfrm>
            <ns1:off x="3886200" y="3830955"/>
            <ns1:ext cx="175514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21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1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10_P08_案例判断_3"/>
          <ns0:cNvSpPr txBox="1"/>
          <ns0:nvPr/>
        </ns0:nvSpPr>
        <ns0:spPr>
          <ns1:xfrm>
            <ns1:off x="3392170" y="4297045"/>
            <ns1:ext cx="2359025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en-US" sz="17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0" name="RD10_P08_案例正文_3"/>
          <ns0:cNvSpPr txBox="1"/>
          <ns0:nvPr/>
        </ns0:nvSpPr>
        <ns0:spPr>
          <ns1:xfrm>
            <ns1:off x="3392170" y="4873625"/>
            <ns1:ext cx="2359025" cy="51181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示例、内容公开模板示例内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1" name="RD10_P08_案例底_4"/>
          <ns0:cNvSpPr/>
          <ns0:nvPr/>
        </ns0:nvSpPr>
        <ns0:spPr>
          <ns1:xfrm>
            <ns1:off x="6235700" y="3703320"/>
            <ns1:ext cx="5450205" cy="188341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42" name="RD10_P08_图片_Twin" descr="Public template placeholder"/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6235700" y="3703320"/>
            <ns1:ext cx="2578100" cy="1572260"/>
          </ns1:xfrm>
          <ns1:prstGeom prst="rect">
            <ns1:avLst/>
          </ns1:prstGeom>
          <ns1:ln w="12700">
            <ns1:solidFill>
              <ns1:srgbClr val="123A85"/>
            </ns1:solidFill>
          </ns1:ln>
        </ns0:spPr>
      </ns0:pic>
      <ns0:sp>
        <ns0:nvSpPr>
          <ns0:cNvPr id="43" name="RD10_P08_Twin_图注底"/>
          <ns0:cNvSpPr/>
          <ns0:nvPr/>
        </ns0:nvSpPr>
        <ns0:spPr>
          <ns1:xfrm>
            <ns1:off x="6235700" y="5275580"/>
            <ns1:ext cx="257873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RD10_P08_Twin_图注"/>
          <ns0:cNvSpPr txBox="1"/>
          <ns0:nvPr/>
        </ns0:nvSpPr>
        <ns0:spPr>
          <ns1:xfrm>
            <ns1:off x="6327140" y="5293995"/>
            <ns1:ext cx="2395220" cy="26479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</ns1:t>
            </ns1:r>
            <ns1:r>
              <ns1:rPr lang="en-US" altLang="zh-CN" sz="10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示例内容, 0000</ns1:t>
            </ns1:r>
            <ns1:endParaRPr lang="en-US" altLang="zh-CN" sz="10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5" name="RD10_P08_解读底_4"/>
          <ns0:cNvSpPr/>
          <ns0:nvPr/>
        </ns0:nvSpPr>
        <ns0:spPr>
          <ns1:xfrm>
            <ns1:off x="8924290" y="3703320"/>
            <ns1:ext cx="2761615" cy="1883410"/>
          </ns1:xfrm>
          <ns1:prstGeom prst="roundRect">
            <ns1:avLst/>
          </ns1:prstGeom>
          <ns1:solidFill>
            <ns1:srgbClr val="EEF3FA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6" name="RD10_P08_案例序号_4"/>
          <ns0:cNvSpPr txBox="1"/>
          <ns0:nvPr/>
        </ns0:nvSpPr>
        <ns0:spPr>
          <ns1:xfrm>
            <ns1:off x="9125585" y="3867785"/>
            <ns1:ext cx="474980" cy="31051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en-US" altLang="en-US" sz="17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17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7" name="RD10_P08_案例标题_4"/>
          <ns0:cNvSpPr txBox="1"/>
          <ns0:nvPr/>
        </ns0:nvSpPr>
        <ns0:spPr>
          <ns1:xfrm>
            <ns1:off x="9618980" y="3830955"/>
            <ns1:ext cx="1755140" cy="3835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l"/>
            <ns1:r>
              <ns1:rPr lang="zh-CN" altLang="en-US" sz="21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endParaRPr lang="zh-CN" altLang="en-US" sz="21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8" name="RD10_P08_案例判断_4"/>
          <ns0:cNvSpPr txBox="1"/>
          <ns0:nvPr/>
        </ns0:nvSpPr>
        <ns0:spPr>
          <ns1:xfrm>
            <ns1:off x="9125585" y="4297045"/>
            <ns1:ext cx="2359025" cy="47498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7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en-US" sz="17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49" name="RD10_P08_案例正文_4"/>
          <ns0:cNvSpPr txBox="1"/>
          <ns0:nvPr/>
        </ns0:nvSpPr>
        <ns0:spPr>
          <ns1:xfrm>
            <ns1:off x="9125585" y="4873625"/>
            <ns1:ext cx="2359025" cy="51181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示例内容公开、模板示例内容公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0" name="RD10_P08_共同规律底"/>
          <ns0:cNvSpPr/>
          <ns0:nvPr/>
        </ns0:nvSpPr>
        <ns0:spPr>
          <ns1:xfrm>
            <ns1:off x="502285" y="5778500"/>
            <ns1:ext cx="11183620" cy="530860"/>
          </ns1:xfrm>
          <ns1:prstGeom prst="roundRect">
            <ns1:avLst/>
          </ns1:prstGeom>
          <ns1:solidFill>
            <ns1:srgbClr val="F6F8FB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51" name="RD10_P08_共同规律标签"/>
          <ns0:cNvSpPr txBox="1"/>
          <ns0:nvPr/>
        </ns0:nvSpPr>
        <ns0:spPr>
          <ns1:xfrm>
            <ns1:off x="749300" y="5851525"/>
            <ns1:ext cx="1353185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9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</ns1:t>
            </ns1:r>
            <ns1:endParaRPr lang="zh-CN" altLang="en-US" sz="19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52" name="RD10_P08_共同规律正文"/>
          <ns0:cNvSpPr txBox="1"/>
          <ns0:nvPr/>
        </ns0:nvSpPr>
        <ns0:spPr>
          <ns1:xfrm>
            <ns1:off x="2103120" y="5815330"/>
            <ns1:ext cx="9235440" cy="42037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示例内容公开，模板示</ns1:t>
            </ns1:r>
            <ns1:r>
              <ns1:rPr lang="en-US" altLang="zh-CN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—</ns1:t>
            </ns1:r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—</ns1:t>
            </ns1:r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—</ns1:t>
            </ns1:r>
            <ns1:r>
              <ns1:rPr lang="zh-CN" altLang="en-US" sz="19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示例内容公开模板示例。</ns1:t>
            </ns1:r>
            <ns1:endParaRPr lang="zh-CN" altLang="en-US" sz="19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275</ns0:Words>
  <ns0:Application>WPS 演示</ns0:Application>
  <ns0:PresentationFormat>宽屏</ns0:PresentationFormat>
  <ns0:Paragraphs>50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