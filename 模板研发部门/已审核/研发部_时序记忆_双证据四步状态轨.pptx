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1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4" Type="http://schemas.openxmlformats.org/officeDocument/2006/relationships/notesSlide" Target="../notesSlides/notesSlide1.xml" /><ns0:Relationship Id="rId3" Type="http://schemas.openxmlformats.org/officeDocument/2006/relationships/slideLayout" Target="../slideLayouts/slideLayout12.xml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M5_P02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M5_P02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示例内容公开模板示例内容公，开模板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M5_P02_时间步_1_底"/>
          <ns0:cNvSpPr/>
          <ns0:nvPr/>
        </ns0:nvSpPr>
        <ns0:spPr>
          <ns1:xfrm>
            <ns1:off x="502285" y="1480820"/>
            <ns1:ext cx="2441575" cy="1024255"/>
          </ns1:xfrm>
          <ns1:prstGeom prst="roundRect">
            <ns1:avLst/>
          </ns1:prstGeom>
          <ns1:solidFill>
            <ns1:srgbClr val="FFFFFF"/>
          </ns1:solidFill>
          <ns1:ln w="1397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5" name="RDM5_P02_时间步_1_序号底"/>
          <ns0:cNvSpPr/>
          <ns0:nvPr/>
        </ns0:nvSpPr>
        <ns0:spPr>
          <ns1:xfrm>
            <ns1:off x="593725" y="1645920"/>
            <ns1:ext cx="475615" cy="474980"/>
          </ns1:xfrm>
          <ns1:prstGeom prst="ellipse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6" name="RDM5_P02_时间步_1_序号"/>
          <ns0:cNvSpPr txBox="1"/>
          <ns0:nvPr/>
        </ns0:nvSpPr>
        <ns0:spPr>
          <ns1:xfrm>
            <ns1:off x="593725" y="1645920"/>
            <ns1:ext cx="47498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5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5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7" name="RDM5_P02_时间步_1_标题"/>
          <ns0:cNvSpPr txBox="1"/>
          <ns0:nvPr/>
        </ns0:nvSpPr>
        <ns0:spPr>
          <ns1:xfrm>
            <ns1:off x="1179195" y="1572260"/>
            <ns1:ext cx="1673225" cy="310515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l"/>
            <ns1:r>
              <ns1:rPr lang="zh-CN" altLang="en-US" sz="172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72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8" name="RDM5_P02_时间步_1_正文"/>
          <ns0:cNvSpPr txBox="1"/>
          <ns0:nvPr/>
        </ns0:nvSpPr>
        <ns0:spPr>
          <ns1:xfrm>
            <ns1:off x="1179195" y="1919605"/>
            <ns1:ext cx="1673225" cy="4933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19" name="RDM5_P02_时间箭头_1"/>
          <ns0:cNvCxnSpPr/>
          <ns0:nvPr/>
        </ns0:nvCxnSpPr>
        <ns0:spPr>
          <ns1:xfrm>
            <ns1:off x="2971800" y="1947545"/>
            <ns1:ext cx="274320" cy="635"/>
          </ns1:xfrm>
          <ns1:prstGeom prst="line">
            <ns1:avLst/>
          </ns1:prstGeom>
          <ns1:ln w="2540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0" name="RDM5_P02_时间步_2_底"/>
          <ns0:cNvSpPr/>
          <ns0:nvPr/>
        </ns0:nvSpPr>
        <ns0:spPr>
          <ns1:xfrm>
            <ns1:off x="3319145" y="1480820"/>
            <ns1:ext cx="2440940" cy="1024255"/>
          </ns1:xfrm>
          <ns1:prstGeom prst="roundRect">
            <ns1:avLst/>
          </ns1:prstGeom>
          <ns1:solidFill>
            <ns1:srgbClr val="FFFFFF"/>
          </ns1:solidFill>
          <ns1:ln w="1397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1" name="RDM5_P02_时间步_2_序号底"/>
          <ns0:cNvSpPr/>
          <ns0:nvPr/>
        </ns0:nvSpPr>
        <ns0:spPr>
          <ns1:xfrm>
            <ns1:off x="3410585" y="1645920"/>
            <ns1:ext cx="474980" cy="474980"/>
          </ns1:xfrm>
          <ns1:prstGeom prst="ellipse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2" name="RDM5_P02_时间步_2_序号"/>
          <ns0:cNvSpPr txBox="1"/>
          <ns0:nvPr/>
        </ns0:nvSpPr>
        <ns0:spPr>
          <ns1:xfrm>
            <ns1:off x="3410585" y="1645920"/>
            <ns1:ext cx="47498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5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5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3" name="RDM5_P02_时间步_2_标题"/>
          <ns0:cNvSpPr txBox="1"/>
          <ns0:nvPr/>
        </ns0:nvSpPr>
        <ns0:spPr>
          <ns1:xfrm>
            <ns1:off x="3995420" y="1572260"/>
            <ns1:ext cx="1673225" cy="310515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l"/>
            <ns1:r>
              <ns1:rPr lang="zh-CN" altLang="en-US" sz="172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72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4" name="RDM5_P02_时间步_2_正文"/>
          <ns0:cNvSpPr txBox="1"/>
          <ns0:nvPr/>
        </ns0:nvSpPr>
        <ns0:spPr>
          <ns1:xfrm>
            <ns1:off x="3995420" y="1919605"/>
            <ns1:ext cx="1673225" cy="4933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5" name="RDM5_P02_时间箭头_2"/>
          <ns0:cNvCxnSpPr/>
          <ns0:nvPr/>
        </ns0:nvCxnSpPr>
        <ns0:spPr>
          <ns1:xfrm>
            <ns1:off x="5788025" y="1947545"/>
            <ns1:ext cx="273685" cy="635"/>
          </ns1:xfrm>
          <ns1:prstGeom prst="line">
            <ns1:avLst/>
          </ns1:prstGeom>
          <ns1:ln w="2540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6" name="RDM5_P02_时间步_3_底"/>
          <ns0:cNvSpPr/>
          <ns0:nvPr/>
        </ns0:nvSpPr>
        <ns0:spPr>
          <ns1:xfrm>
            <ns1:off x="6135370" y="1480820"/>
            <ns1:ext cx="2441575" cy="1024255"/>
          </ns1:xfrm>
          <ns1:prstGeom prst="roundRect">
            <ns1:avLst/>
          </ns1:prstGeom>
          <ns1:solidFill>
            <ns1:srgbClr val="FFFFFF"/>
          </ns1:solidFill>
          <ns1:ln w="1397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7" name="RDM5_P02_时间步_3_序号底"/>
          <ns0:cNvSpPr/>
          <ns0:nvPr/>
        </ns0:nvSpPr>
        <ns0:spPr>
          <ns1:xfrm>
            <ns1:off x="6226810" y="1645920"/>
            <ns1:ext cx="475615" cy="474980"/>
          </ns1:xfrm>
          <ns1:prstGeom prst="ellipse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M5_P02_时间步_3_序号"/>
          <ns0:cNvSpPr txBox="1"/>
          <ns0:nvPr/>
        </ns0:nvSpPr>
        <ns0:spPr>
          <ns1:xfrm>
            <ns1:off x="6226810" y="1645920"/>
            <ns1:ext cx="47498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5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5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9" name="RDM5_P02_时间步_3_标题"/>
          <ns0:cNvSpPr txBox="1"/>
          <ns0:nvPr/>
        </ns0:nvSpPr>
        <ns0:spPr>
          <ns1:xfrm>
            <ns1:off x="6812280" y="1572260"/>
            <ns1:ext cx="1673225" cy="310515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l"/>
            <ns1:r>
              <ns1:rPr lang="zh-CN" altLang="en-US" sz="172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72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M5_P02_时间步_3_正文"/>
          <ns0:cNvSpPr txBox="1"/>
          <ns0:nvPr/>
        </ns0:nvSpPr>
        <ns0:spPr>
          <ns1:xfrm>
            <ns1:off x="6812280" y="1919605"/>
            <ns1:ext cx="1673225" cy="4933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1" name="RDM5_P02_时间箭头_3"/>
          <ns0:cNvCxnSpPr/>
          <ns0:nvPr/>
        </ns0:nvCxnSpPr>
        <ns0:spPr>
          <ns1:xfrm>
            <ns1:off x="8604250" y="1947545"/>
            <ns1:ext cx="274320" cy="635"/>
          </ns1:xfrm>
          <ns1:prstGeom prst="line">
            <ns1:avLst/>
          </ns1:prstGeom>
          <ns1:ln w="25400">
            <ns1:solidFill>
              <ns1:srgbClr val="C00000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2" name="RDM5_P02_时间步_4_底"/>
          <ns0:cNvSpPr/>
          <ns0:nvPr/>
        </ns0:nvSpPr>
        <ns0:spPr>
          <ns1:xfrm>
            <ns1:off x="8951595" y="1480820"/>
            <ns1:ext cx="2441575" cy="1024255"/>
          </ns1:xfrm>
          <ns1:prstGeom prst="roundRect">
            <ns1:avLst/>
          </ns1:prstGeom>
          <ns1:solidFill>
            <ns1:srgbClr val="FFFFFF"/>
          </ns1:solidFill>
          <ns1:ln w="1397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3" name="RDM5_P02_时间步_4_序号底"/>
          <ns0:cNvSpPr/>
          <ns0:nvPr/>
        </ns0:nvSpPr>
        <ns0:spPr>
          <ns1:xfrm>
            <ns1:off x="9043035" y="1645920"/>
            <ns1:ext cx="475615" cy="474980"/>
          </ns1:xfrm>
          <ns1:prstGeom prst="ellipse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M5_P02_时间步_4_序号"/>
          <ns0:cNvSpPr txBox="1"/>
          <ns0:nvPr/>
        </ns0:nvSpPr>
        <ns0:spPr>
          <ns1:xfrm>
            <ns1:off x="9043035" y="1645920"/>
            <ns1:ext cx="47498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5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5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5" name="RDM5_P02_时间步_4_标题"/>
          <ns0:cNvSpPr txBox="1"/>
          <ns0:nvPr/>
        </ns0:nvSpPr>
        <ns0:spPr>
          <ns1:xfrm>
            <ns1:off x="9628505" y="1572260"/>
            <ns1:ext cx="1673225" cy="310515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l"/>
            <ns1:r>
              <ns1:rPr lang="zh-CN" altLang="en-US" sz="172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72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6" name="RDM5_P02_时间步_4_正文"/>
          <ns0:cNvSpPr txBox="1"/>
          <ns0:nvPr/>
        </ns0:nvSpPr>
        <ns0:spPr>
          <ns1:xfrm>
            <ns1:off x="9628505" y="1919605"/>
            <ns1:ext cx="1673225" cy="4933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endParaRPr lang="zh-CN" altLang="en-US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7" name="RDM5_P02_寿命曲线_图片框"/>
          <ns0:cNvSpPr/>
          <ns0:nvPr/>
        </ns0:nvSpPr>
        <ns0:spPr>
          <ns1:xfrm>
            <ns1:off x="502285" y="2596515"/>
            <ns1:ext cx="5413375" cy="239585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38" name="RDM5_P02_寿命曲线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1555183" y="2642616"/>
            <ns1:ext cx="3308721" cy="2304288"/>
          </ns1:xfrm>
          <ns1:prstGeom prst="rect">
            <ns1:avLst/>
          </ns1:prstGeom>
        </ns0:spPr>
      </ns0:pic>
      <ns0:sp>
        <ns0:nvSpPr>
          <ns0:cNvPr id="39" name="RDM5_P02_寿命曲线_图注底"/>
          <ns0:cNvSpPr/>
          <ns0:nvPr/>
        </ns0:nvSpPr>
        <ns0:spPr>
          <ns1:xfrm>
            <ns1:off x="502285" y="4992370"/>
            <ns1:ext cx="5413375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0" name="RDM5_P02_寿命曲线_图注"/>
          <ns0:cNvSpPr txBox="1"/>
          <ns0:nvPr/>
        </ns0:nvSpPr>
        <ns0:spPr>
          <ns1:xfrm>
            <ns1:off x="593725" y="5010785"/>
            <ns1:ext cx="522986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示例内容公开模板示例内容</ns1:t>
            </ns1:r>
            <ns1:r>
              <ns1:rPr lang="en-US" altLang="zh-CN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 </ns1:t>
            </ns1:r>
            <ns1:r>
              <ns1:rPr lang="zh-CN" altLang="en-US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r>
              <ns1:rPr lang="en-US" altLang="zh-CN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, 示例内容, 0000</ns1:t>
            </ns1:r>
            <ns1:endParaRPr lang="en-US" altLang="zh-CN" sz="98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41" name="RDM5_P02_孪生轨迹_图片框"/>
          <ns0:cNvSpPr/>
          <ns0:nvPr/>
        </ns0:nvSpPr>
        <ns0:spPr>
          <ns1:xfrm>
            <ns1:off x="6272530" y="2596515"/>
            <ns1:ext cx="5413375" cy="239585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42" name="RDM5_P02_孪生轨迹" descr="Public template placeholder"/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7035758" y="2642616"/>
            <ns1:ext cx="3887300" cy="2304288"/>
          </ns1:xfrm>
          <ns1:prstGeom prst="rect">
            <ns1:avLst/>
          </ns1:prstGeom>
        </ns0:spPr>
      </ns0:pic>
      <ns0:sp>
        <ns0:nvSpPr>
          <ns0:cNvPr id="43" name="RDM5_P02_孪生轨迹_图注底"/>
          <ns0:cNvSpPr/>
          <ns0:nvPr/>
        </ns0:nvSpPr>
        <ns0:spPr>
          <ns1:xfrm>
            <ns1:off x="6272530" y="4992370"/>
            <ns1:ext cx="5413375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4" name="RDM5_P02_孪生轨迹_图注"/>
          <ns0:cNvSpPr txBox="1"/>
          <ns0:nvPr/>
        </ns0:nvSpPr>
        <ns0:spPr>
          <ns1:xfrm>
            <ns1:off x="6363970" y="5010785"/>
            <ns1:ext cx="522986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en-US" altLang="en-US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 </ns1:t>
            </ns1:r>
            <ns1:r>
              <ns1:rPr lang="zh-CN" altLang="en-US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</ns1:t>
            </ns1:r>
            <ns1:r>
              <ns1:rPr lang="en-US" altLang="zh-CN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 公开模板, 0000</ns1:t>
            </ns1:r>
            <ns1:endParaRPr lang="en-US" altLang="zh-CN" sz="98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45" name="RDM5_P02_状态轨底"/>
          <ns0:cNvSpPr/>
          <ns0:nvPr/>
        </ns0:nvSpPr>
        <ns0:spPr>
          <ns1:xfrm>
            <ns1:off x="502285" y="5403850"/>
            <ns1:ext cx="11183620" cy="36576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6" name="RDM5_P02_状态轨"/>
          <ns0:cNvSpPr txBox="1"/>
          <ns0:nvPr/>
        </ns0:nvSpPr>
        <ns0:spPr>
          <ns1:xfrm>
            <ns1:off x="713105" y="5440045"/>
            <ns1:ext cx="10761980" cy="28321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62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示例内容公开模板示例内容，公开模板示例，内容公开模板示例内容</ns1:t>
            </ns1:r>
            <ns1:endParaRPr lang="zh-CN" altLang="en-US" sz="162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7" name="RDM5_P02_结论底"/>
          <ns0:cNvSpPr/>
          <ns0:nvPr/>
        </ns0:nvSpPr>
        <ns0:spPr>
          <ns1:xfrm>
            <ns1:off x="502285" y="5879465"/>
            <ns1:ext cx="11183620" cy="47498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8" name="RDM5_P02_结论"/>
          <ns0:cNvSpPr txBox="1"/>
          <ns0:nvPr/>
        </ns0:nvSpPr>
        <ns0:spPr>
          <ns1:xfrm>
            <ns1:off x="749300" y="5915660"/>
            <ns1:ext cx="10698480" cy="40195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示例内容公开模，板示例内容公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，示例内容公开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206</ns0:Words>
  <ns0:Application>WPS 演示</ns0:Application>
  <ns0:PresentationFormat>宽屏</ns0:PresentationFormat>
  <ns0:Paragraphs>38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