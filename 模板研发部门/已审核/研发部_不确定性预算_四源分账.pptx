
<file path=[Content_Types].xml><?xml version="1.0" encoding="utf-8"?>
<ns0:Types xmlns:ns0="http://schemas.openxmlformats.org/package/2006/content-types">
  <ns0:Default Extension="jpeg" ContentType="image/jpeg"/>
  <ns0:Default Extension="JPG" ContentType="image/.jp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docProps/custom.xml" ContentType="application/vnd.openxmlformats-officedocument.custom-properties+xml"/>
  <ns0:Override PartName="/ppt/commentAuthors.xml" ContentType="application/vnd.openxmlformats-officedocument.presentationml.commentAuthors+xml"/>
  <ns0:Override PartName="/ppt/handoutMasters/handoutMaster1.xml" ContentType="application/vnd.openxmlformats-officedocument.presentationml.handoutMaster+xml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tableStyles.xml" ContentType="application/vnd.openxmlformats-officedocument.presentationml.tableStyles+xml"/>
  <ns0:Override PartName="/ppt/tags/tag1.xml" ContentType="application/vnd.openxmlformats-officedocument.presentationml.tag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theme/theme3.xml" ContentType="application/vnd.openxmlformats-officedocument.theme+xml"/>
  <ns0:Override PartName="/ppt/viewProps.xml" ContentType="application/vnd.openxmlformats-officedocument.presentationml.viewProps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4" Type="http://schemas.openxmlformats.org/package/2006/relationships/metadata/thumbnail" Target="docProps/thumbnail.png" /><ns0:Relationship Id="rId3" Type="http://schemas.openxmlformats.org/package/2006/relationships/metadata/core-properties" Target="docProps/core.xml" /><ns0:Relationship Id="rId2" Type="http://schemas.openxmlformats.org/officeDocument/2006/relationships/extended-properties" Target="docProps/app.xml" /><ns0:Relationship Id="rId5" Type="http://schemas.openxmlformats.org/officeDocument/2006/relationships/custom-properties" Target="docProps/custom.xml" /></ns0: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>
  <ns0:sldMasterIdLst>
    <ns0:sldMasterId id="2147483648" ns1:id="rId1"/>
  </ns0:sldMasterIdLst>
  <ns0:notesMasterIdLst>
    <ns0:notesMasterId ns1:id="rId4"/>
  </ns0:notesMasterIdLst>
  <ns0:handoutMasterIdLst>
    <ns0:handoutMasterId ns1:id="rId5"/>
  </ns0:handoutMasterIdLst>
  <ns0:sldIdLst>
    <ns0:sldId id="464" ns1:id="rId3"/>
  </ns0:sldIdLst>
  <ns0:sldSz cx="12192000" cy="6858000"/>
  <ns0:notesSz cx="6858000" cy="9144000"/>
  <ns0:custDataLst>
    <ns0:tags ns1:id="rId10"/>
  </ns0:custDataLst>
  <ns0:defaultTextStyle>
    <ns2:defPPr>
      <ns2:defRPr lang="zh-CN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orient="horz" pos="2346" userDrawn="1">
          <ns3:clr>
            <ns2:srgbClr val="A4A3A4"/>
          </ns3:clr>
        </ns3:guide>
        <ns3:guide id="2" pos="3840" userDrawn="1">
          <ns3:clr>
            <ns2:srgbClr val="A4A3A4"/>
          </ns3:clr>
        </ns3:guide>
      </ns3:sldGuideLst>
    </ns0:ext>
  </ns0:extLst>
</ns0:presentation>
</file>

<file path=ppt/commentAuthors.xml><?xml version="1.0" encoding="utf-8"?>
<ns0:cmAuthorLst xmlns:ns0="http://schemas.openxmlformats.org/presentationml/2006/main">
  <ns0:cmAuthor id="1" name="YChen" initials="public" lastIdx="0" clrIdx="0"/>
  <ns0:cmAuthor id="2" name="作者" initials="public" lastIdx="0" clrIdx="1"/>
  <ns0:cmAuthor id="3" name="公开示例。" initials="public" lastIdx="2" clrIdx="2"/>
</ns0:cmAuthorLst>
</file>

<file path=ppt/presProps.xml><?xml version="1.0" encoding="utf-8"?>
<ns0:presentationPr xmlns:ns0="http://schemas.openxmlformats.org/presentationml/2006/main" xmlns:ns1="http://schemas.openxmlformats.org/drawingml/2006/main" xmlns:ns2="http://schemas.microsoft.com/office/powerpoint/2010/main">
  <ns0:clrMru>
    <ns1:srgbClr val="C00000"/>
  </ns0:clrMru>
  <ns0:extLst>
    <ns0:ext uri="{E76CE94A-603C-4142-B9EB-6D1370010A27}">
      <ns2:discardImageEditData val="0"/>
    </ns0:ext>
    <ns0:ext uri="{D31A062A-798A-4329-ABDD-BBA856620510}">
      <ns2:defaultImageDpi val="220"/>
    </ns0:ext>
  </ns0:extLst>
</ns0:presentationPr>
</file>

<file path=ppt/tableStyles.xml><?xml version="1.0" encoding="utf-8"?>
<ns0:tblStyleLst xmlns:ns0="http://schemas.openxmlformats.org/drawingml/2006/main" def="{5C22544A-7EE6-4342-B048-85BDC9FD1C3A}"/>
</file>

<file path=ppt/viewProps.xml><?xml version="1.0" encoding="utf-8"?>
<ns0:viewPr xmlns:ns0="http://schemas.openxmlformats.org/presentationml/2006/main" xmlns:ns1="http://schemas.openxmlformats.org/drawingml/2006/main" lastView="sldThumbnailView">
  <ns0:normalViewPr horzBarState="maximized">
    <ns0:restoredLeft sz="15987" autoAdjust="0"/>
    <ns0:restoredTop sz="94660"/>
  </ns0:normalViewPr>
  <ns0:slideViewPr>
    <ns0:cSldViewPr snapToGrid="0" showGuides="1">
      <ns0:cViewPr varScale="1">
        <ns0:scale>
          <ns1:sx n="116" d="100"/>
          <ns1:sy n="116" d="100"/>
        </ns0:scale>
        <ns0:origin x="336" y="108"/>
      </ns0:cViewPr>
      <ns0:guideLst>
        <ns0:guide orient="horz" pos="2346"/>
        <ns0:guide pos="3840"/>
      </ns0:guideLst>
    </ns0:cSldViewPr>
  </ns0:slideViewPr>
  <ns0:notesTextViewPr>
    <ns0:cViewPr>
      <ns0:scale>
        <ns1:sx n="1" d="1"/>
        <ns1:sy n="1" d="1"/>
      </ns0:scale>
      <ns0:origin x="0" y="0"/>
    </ns0:cViewPr>
  </ns0:notesTextViewPr>
  <ns0:gridSpacing cx="72008" cy="72008"/>
</ns0:viewPr>
</file>

<file path=ppt/_rels/presentation.xml.rels><?xml version='1.0' encoding='utf-8'?>
<ns0:Relationships xmlns:ns0="http://schemas.openxmlformats.org/package/2006/relationships"><ns0:Relationship Id="rId9" Type="http://schemas.openxmlformats.org/officeDocument/2006/relationships/commentAuthors" Target="commentAuthors.xml" /><ns0:Relationship Id="rId8" Type="http://schemas.openxmlformats.org/officeDocument/2006/relationships/tableStyles" Target="tableStyles.xml" /><ns0:Relationship Id="rId7" Type="http://schemas.openxmlformats.org/officeDocument/2006/relationships/viewProps" Target="viewProps.xml" /><ns0:Relationship Id="rId6" Type="http://schemas.openxmlformats.org/officeDocument/2006/relationships/presProps" Target="presProps.xml" /><ns0:Relationship Id="rId5" Type="http://schemas.openxmlformats.org/officeDocument/2006/relationships/handoutMaster" Target="handoutMasters/handoutMaster1.xml" /><ns0:Relationship Id="rId4" Type="http://schemas.openxmlformats.org/officeDocument/2006/relationships/notesMaster" Target="notesMasters/notesMaster1.xml" /><ns0:Relationship Id="rId3" Type="http://schemas.openxmlformats.org/officeDocument/2006/relationships/slide" Target="slides/slide1.xml" /><ns0:Relationship Id="rId2" Type="http://schemas.openxmlformats.org/officeDocument/2006/relationships/theme" Target="theme/theme1.xml" /><ns0:Relationship Id="rId10" Type="http://schemas.openxmlformats.org/officeDocument/2006/relationships/tags" Target="tags/tag1.xml" /><ns0:Relationship Id="rId1" Type="http://schemas.openxmlformats.org/officeDocument/2006/relationships/slideMaster" Target="slideMasters/slideMaster1.xml" /></ns0:Relationships>
</file>

<file path=ppt/handoutMasters/_rels/handoutMaster1.xml.rels><?xml version='1.0' encoding='utf-8'?>
<ns0:Relationships xmlns:ns0="http://schemas.openxmlformats.org/package/2006/relationships"><ns0:Relationship Id="rId1" Type="http://schemas.openxmlformats.org/officeDocument/2006/relationships/theme" Target="../theme/theme3.xml" /></ns0:Relationships>
</file>

<file path=ppt/handoutMasters/handoutMaster1.xml><?xml version="1.0" encoding="utf-8"?>
<ns0:handout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quarter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0F9B84EA-7D68-4D60-9CB1-D50884785D1C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2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3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8D4E0FC9-F1F8-4FAE-9988-3BA365CFD46F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</ns0:handoutMaster>
</file>

<file path=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notesMasters/notesMaster1.xml><?xml version="1.0" encoding="utf-8"?>
<ns0:notes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D2A48B96-639E-45A3-A0BA-2464DFDB1FAA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幻灯片图像占位符 3"/>
          <ns0:cNvSpPr>
            <ns1:spLocks noGrp="1" noRot="1" noChangeAspect="1"/>
          </ns0:cNvSpPr>
          <ns0:nvPr>
            <ns0:ph type="sldImg" idx="2"/>
          </ns0:nvPr>
        </ns0:nvSpPr>
        <ns0:spPr>
          <ns1:xfrm>
            <ns1:off x="685800" y="1143000"/>
            <ns1:ext cx="5486400" cy="3086100"/>
          </ns1:xfrm>
          <ns1:prstGeom prst="rect">
            <ns1:avLst/>
          </ns1:prstGeom>
          <ns1:noFill/>
          <ns1:ln w="12700">
            <ns1:solidFill>
              <ns1:prstClr val="black"/>
            </ns1:solidFill>
          </ns1:ln>
        </ns0:spPr>
        <ns0:txBody>
          <ns1:bodyPr vert="horz" lIns="91440" tIns="45720" rIns="91440" bIns="45720" rtlCol="0" anchor="ctr"/>
          <ns1:lstStyle/>
          <ns1:p>
            <ns1:endParaRPr lang="zh-CN" altLang="en-US"/>
          </ns1:p>
        </ns0:txBody>
      </ns0:sp>
      <ns0:sp>
        <ns0:nvSpPr>
          <ns0:cNvPr id="5" name="备注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85800" y="4400550"/>
            <ns1:ext cx="5486400" cy="3600450"/>
          </ns1:xfrm>
          <ns1:prstGeom prst="rect">
            <ns1:avLst/>
          </ns1:prstGeom>
        </ns0:spPr>
        <ns0:txBody>
          <ns1:bodyPr vert="horz" lIns="91440" tIns="45720" rIns="91440" bIns="45720" rtlCol="0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4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5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A6837353-30EB-4A48-80EB-173D804AEFBD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notesStyle>
    <ns1:lvl1pPr marL="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1pPr>
    <ns1:lvl2pPr marL="457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2pPr>
    <ns1:lvl3pPr marL="914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3pPr>
    <ns1:lvl4pPr marL="1371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4pPr>
    <ns1:lvl5pPr marL="18288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5pPr>
    <ns1:lvl6pPr marL="22860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6pPr>
    <ns1:lvl7pPr marL="2743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7pPr>
    <ns1:lvl8pPr marL="3200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8pPr>
    <ns1:lvl9pPr marL="3657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9pPr>
  </ns0:notesStyle>
</ns0:notesMaster>
</file>

<file path=ppt/notesSlides/_rels/notesSlide1.xml.rels><?xml version='1.0' encoding='utf-8'?>
<ns0:Relationships xmlns:ns0="http://schemas.openxmlformats.org/package/2006/relationships"><ns0:Relationship Id="rId2" Type="http://schemas.openxmlformats.org/officeDocument/2006/relationships/notesMaster" Target="../notesMasters/notesMaster1.xml" /><ns0:Relationship Id="rId1" Type="http://schemas.openxmlformats.org/officeDocument/2006/relationships/slide" Target="../slides/slide1.xml" /></ns0: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幻灯片图像占位符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备注占位符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pPr marL="0" marR="0" lvl="0" indent="0" algn="l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dirty="0"/>
              <ns1:t>示例内容公开模板示例内容公开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示例内容公开模。板示例内容公开模板示例内容公。开模板示例内</ns1:t>
            </ns1:r>
            <ns1:r>
              <ns1:rPr lang="en-US" altLang="zh-CN" dirty="0"/>
              <ns1:t>示例内容公开模</ns1:t>
            </ns1:r>
            <ns1:r>
              <ns1:rPr lang="zh-CN" altLang="en-US" dirty="0"/>
              <ns1:t>、示例内容公</ns1:t>
            </ns1:r>
            <ns1:r>
              <ns1:rPr lang="en-US" altLang="zh-CN" dirty="0"/>
              <ns1:t>示例内容-公</ns1:t>
            </ns1:r>
            <ns1:r>
              <ns1:rPr lang="zh-CN" altLang="en-US" dirty="0"/>
              <ns1:t>示</ns1:t>
            </ns1:r>
            <ns1:r>
              <ns1:rPr lang="en-US" altLang="zh-CN" dirty="0"/>
              <ns1:t>示例内容公开模板示例,</ns1:t>
            </ns1:r>
            <ns1:r>
              <ns1:rPr lang="zh-CN" altLang="en-US" dirty="0"/>
              <ns1:t>示例内容公开</ns1:t>
            </ns1:r>
            <ns1:r>
              <ns1:rPr lang="en-US" altLang="zh-CN" dirty="0"/>
              <ns1:t>示例内容</ns1:t>
            </ns1:r>
            <ns1:r>
              <ns1:rPr lang="zh-CN" altLang="en-US" dirty="0"/>
              <ns1:t>示例内容公开模板示例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示例内容公开模板示例内容。公开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示例内容公开模板示例内容公开模板</ns1:t>
            </ns1:r>
            <ns1:r>
              <ns1:rPr lang="en-US" altLang="zh-CN" dirty="0"/>
              <ns1:t>示</ns1:t>
            </ns1:r>
            <ns1:r>
              <ns1:rPr lang="zh-CN" altLang="en-US" dirty="0"/>
              <ns1:t>示例内容公开模板示例内。</ns1:t>
            </ns1:r>
            <ns1:endParaRPr lang="zh-CN" altLang="en-US" dirty="0"/>
          </ns1:p>
          <ns1:p>
            <ns1:endParaRPr lang="zh-CN" altLang="en-US" dirty="0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E6DCA06E-36F2-494A-AEF2-373EFCD4A317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note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ns0:sldLayout xmlns:ns0="http://schemas.openxmlformats.org/presentationml/2006/main" xmlns:ns1="http://schemas.openxmlformats.org/drawingml/2006/main" type="title" preserve="1">
  <ns0:cSld name="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ctrTitle"/>
          </ns0:nvPr>
        </ns0:nvSpPr>
        <ns0:spPr>
          <ns1:xfrm>
            <ns1:off x="1524000" y="1122363"/>
            <ns1:ext cx="9144000" cy="2387600"/>
          </ns1:xfrm>
        </ns0:spPr>
        <ns0:txBody>
          <ns1:bodyPr anchor="b"/>
          <ns1:lstStyle>
            <ns1:lvl1pPr algn="ctr"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副标题 2"/>
          <ns0:cNvSpPr>
            <ns1:spLocks noGrp="1"/>
          </ns0:cNvSpPr>
          <ns0:nvPr>
            <ns0:ph type="subTitle" idx="1"/>
          </ns0:nvPr>
        </ns0:nvSpPr>
        <ns0:spPr>
          <ns1:xfrm>
            <ns1:off x="1524000" y="3602038"/>
            <ns1:ext cx="9144000" cy="1655762"/>
          </ns1:xfrm>
        </ns0:spPr>
        <ns0:txBody>
          <ns1:bodyPr/>
          <ns1:lstStyle>
            <ns1:lvl1pPr marL="0" indent="0" algn="ctr">
              <ns1:buNone/>
              <ns1:defRPr sz="2400"/>
            </ns1:lvl1pPr>
            <ns1:lvl2pPr marL="457200" indent="0" algn="ctr">
              <ns1:buNone/>
              <ns1:defRPr sz="2000"/>
            </ns1:lvl2pPr>
            <ns1:lvl3pPr marL="914400" indent="0" algn="ctr">
              <ns1:buNone/>
              <ns1:defRPr sz="1800"/>
            </ns1:lvl3pPr>
            <ns1:lvl4pPr marL="1371600" indent="0" algn="ctr">
              <ns1:buNone/>
              <ns1:defRPr sz="1600"/>
            </ns1:lvl4pPr>
            <ns1:lvl5pPr marL="1828800" indent="0" algn="ctr">
              <ns1:buNone/>
              <ns1:defRPr sz="1600"/>
            </ns1:lvl5pPr>
            <ns1:lvl6pPr marL="2286000" indent="0" algn="ctr">
              <ns1:buNone/>
              <ns1:defRPr sz="1600"/>
            </ns1:lvl6pPr>
            <ns1:lvl7pPr marL="2743200" indent="0" algn="ctr">
              <ns1:buNone/>
              <ns1:defRPr sz="1600"/>
            </ns1:lvl7pPr>
            <ns1:lvl8pPr marL="3200400" indent="0" algn="ctr">
              <ns1:buNone/>
              <ns1:defRPr sz="1600"/>
            </ns1:lvl8pPr>
            <ns1:lvl9pPr marL="3657600" indent="0" algn="ctr">
              <ns1:buNone/>
              <ns1:defRPr sz="1600"/>
            </ns1:lvl9pPr>
          </ns1:lstStyle>
          <ns1:p>
            <ns1:r>
              <ns1:rPr lang="zh-CN" altLang="en-US" smtClean="0"/>
              <ns1:t>示例内容公开模板示例内容公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.xml><?xml version="1.0" encoding="utf-8"?>
<ns0:sldLayout xmlns:ns0="http://schemas.openxmlformats.org/presentationml/2006/main" xmlns:ns1="http://schemas.openxmlformats.org/drawingml/2006/main" type="obj" preserve="1">
  <ns0:cSld name="标题和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3.xml><?xml version="1.0" encoding="utf-8"?>
<ns0:sldLayout xmlns:ns0="http://schemas.openxmlformats.org/presentationml/2006/main" xmlns:ns1="http://schemas.openxmlformats.org/drawingml/2006/main" type="secHead" preserve="1">
  <ns0:cSld name="节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1850" y="1709738"/>
            <ns1:ext cx="10515600" cy="2852737"/>
          </ns1:xfrm>
        </ns0:spPr>
        <ns0:txBody>
          <ns1:bodyPr anchor="b"/>
          <ns1:lstStyle>
            <ns1:lvl1pPr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1850" y="4589463"/>
            <ns1:ext cx="10515600" cy="1500187"/>
          </ns1:xfrm>
        </ns0:spPr>
        <ns0:txBody>
          <ns1:bodyPr/>
          <ns1:lstStyle>
            <ns1:lvl1pPr marL="0" indent="0">
              <ns1:buNone/>
              <ns1:defRPr sz="2400">
                <ns1:solidFill>
                  <ns1:schemeClr val="tx1">
                    <ns1:tint val="75000"/>
                  </ns1:schemeClr>
                </ns1:solidFill>
              </ns1:defRPr>
            </ns1:lvl1pPr>
            <ns1:lvl2pPr marL="457200" indent="0">
              <ns1:buNone/>
              <ns1:defRPr sz="2000">
                <ns1:solidFill>
                  <ns1:schemeClr val="tx1">
                    <ns1:tint val="75000"/>
                  </ns1:schemeClr>
                </ns1:solidFill>
              </ns1:defRPr>
            </ns1:lvl2pPr>
            <ns1:lvl3pPr marL="914400" indent="0">
              <ns1:buNone/>
              <ns1:defRPr sz="1800">
                <ns1:solidFill>
                  <ns1:schemeClr val="tx1">
                    <ns1:tint val="75000"/>
                  </ns1:schemeClr>
                </ns1:solidFill>
              </ns1:defRPr>
            </ns1:lvl3pPr>
            <ns1:lvl4pPr marL="1371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4pPr>
            <ns1:lvl5pPr marL="18288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5pPr>
            <ns1:lvl6pPr marL="22860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6pPr>
            <ns1:lvl7pPr marL="27432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7pPr>
            <ns1:lvl8pPr marL="32004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8pPr>
            <ns1:lvl9pPr marL="3657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4.xml><?xml version="1.0" encoding="utf-8"?>
<ns0:sldLayout xmlns:ns0="http://schemas.openxmlformats.org/presentationml/2006/main" xmlns:ns1="http://schemas.openxmlformats.org/drawingml/2006/main" type="twoObj" preserve="1">
  <ns0:cSld name="两栏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sz="half" idx="1"/>
          </ns0:nvPr>
        </ns0:nvSpPr>
        <ns0:spPr>
          <ns1:xfrm>
            <ns1:off x="838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6172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5.xml><?xml version="1.0" encoding="utf-8"?>
<ns0:sldLayout xmlns:ns0="http://schemas.openxmlformats.org/presentationml/2006/main" xmlns:ns1="http://schemas.openxmlformats.org/drawingml/2006/main" type="twoTxTwoObj" preserve="1">
  <ns0:cSld name="比较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365125"/>
            <ns1:ext cx="10515600" cy="1325563"/>
          </ns1:xfrm>
        </ns0:spPr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9788" y="1681163"/>
            <ns1:ext cx="5157787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839788" y="2505075"/>
            <ns1:ext cx="5157787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文本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172200" y="1681163"/>
            <ns1:ext cx="5183188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6" name="内容占位符 5"/>
          <ns0:cNvSpPr>
            <ns1:spLocks noGrp="1"/>
          </ns0:cNvSpPr>
          <ns0:nvPr>
            <ns0:ph sz="quarter" idx="4"/>
          </ns0:nvPr>
        </ns0:nvSpPr>
        <ns0:spPr>
          <ns1:xfrm>
            <ns1:off x="6172200" y="2505075"/>
            <ns1:ext cx="5183188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7" name="日期占位符 6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8" name="页脚占位符 7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9" name="灯片编号占位符 8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6.xml><?xml version="1.0" encoding="utf-8"?>
<ns0:sldLayout xmlns:ns0="http://schemas.openxmlformats.org/presentationml/2006/main" xmlns:ns1="http://schemas.openxmlformats.org/drawingml/2006/main" type="titleOnly" preserve="1">
  <ns0:cSld name="仅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7.xml><?xml version="1.0" encoding="utf-8"?>
<ns0:sldLayout xmlns:ns0="http://schemas.openxmlformats.org/presentationml/2006/main" xmlns:ns1="http://schemas.openxmlformats.org/drawingml/2006/main" type="blank" preserve="1">
  <ns0:cSld name="空白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日期占位符 1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3" name="页脚占位符 2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8.xml><?xml version="1.0" encoding="utf-8"?>
<ns0:sldLayout xmlns:ns0="http://schemas.openxmlformats.org/presentationml/2006/main" xmlns:ns1="http://schemas.openxmlformats.org/drawingml/2006/main" type="objTx" preserve="1">
  <ns0:cSld name="内容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>
              <ns1:defRPr sz="3200"/>
            </ns1:lvl1pPr>
            <ns1:lvl2pPr>
              <ns1:defRPr sz="2800"/>
            </ns1:lvl2pPr>
            <ns1:lvl3pPr>
              <ns1:defRPr sz="2400"/>
            </ns1:lvl3pPr>
            <ns1:lvl4pPr>
              <ns1:defRPr sz="2000"/>
            </ns1:lvl4pPr>
            <ns1:lvl5pPr>
              <ns1:defRPr sz="2000"/>
            </ns1:lvl5pPr>
            <ns1:lvl6pPr>
              <ns1:defRPr sz="2000"/>
            </ns1:lvl6pPr>
            <ns1:lvl7pPr>
              <ns1:defRPr sz="2000"/>
            </ns1:lvl7pPr>
            <ns1:lvl8pPr>
              <ns1:defRPr sz="2000"/>
            </ns1:lvl8pPr>
            <ns1:lvl9pPr>
              <ns1:defRPr sz="2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9.xml><?xml version="1.0" encoding="utf-8"?>
<ns0:sldLayout xmlns:ns0="http://schemas.openxmlformats.org/presentationml/2006/main" xmlns:ns1="http://schemas.openxmlformats.org/drawingml/2006/main" type="picTx" preserve="1">
  <ns0:cSld name="图片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图片占位符 2"/>
          <ns0:cNvSpPr>
            <ns1:spLocks noGrp="1"/>
          </ns0:cNvSpPr>
          <ns0:nvPr>
            <ns0:ph type="pic"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 marL="0" indent="0">
              <ns1:buNone/>
              <ns1:defRPr sz="3200"/>
            </ns1:lvl1pPr>
            <ns1:lvl2pPr marL="457200" indent="0">
              <ns1:buNone/>
              <ns1:defRPr sz="2800"/>
            </ns1:lvl2pPr>
            <ns1:lvl3pPr marL="914400" indent="0">
              <ns1:buNone/>
              <ns1:defRPr sz="2400"/>
            </ns1:lvl3pPr>
            <ns1:lvl4pPr marL="1371600" indent="0">
              <ns1:buNone/>
              <ns1:defRPr sz="2000"/>
            </ns1:lvl4pPr>
            <ns1:lvl5pPr marL="1828800" indent="0">
              <ns1:buNone/>
              <ns1:defRPr sz="2000"/>
            </ns1:lvl5pPr>
            <ns1:lvl6pPr marL="2286000" indent="0">
              <ns1:buNone/>
              <ns1:defRPr sz="2000"/>
            </ns1:lvl6pPr>
            <ns1:lvl7pPr marL="2743200" indent="0">
              <ns1:buNone/>
              <ns1:defRPr sz="2000"/>
            </ns1:lvl7pPr>
            <ns1:lvl8pPr marL="3200400" indent="0">
              <ns1:buNone/>
              <ns1:defRPr sz="2000"/>
            </ns1:lvl8pPr>
            <ns1:lvl9pPr marL="3657600" indent="0">
              <ns1:buNone/>
              <ns1:defRPr sz="2000"/>
            </ns1:lvl9pPr>
          </ns1:lstStyle>
          <ns1:p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0.xml><?xml version="1.0" encoding="utf-8"?>
<ns0:sldLayout xmlns:ns0="http://schemas.openxmlformats.org/presentationml/2006/main" xmlns:ns1="http://schemas.openxmlformats.org/drawingml/2006/main" type="vertTx" preserve="1">
  <ns0:cSld name="标题和竖排文字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/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1.xml><?xml version="1.0" encoding="utf-8"?>
<ns0:sldLayout xmlns:ns0="http://schemas.openxmlformats.org/presentationml/2006/main" xmlns:ns1="http://schemas.openxmlformats.org/drawingml/2006/main" type="vertTitleAndTx" preserve="1">
  <ns0:cSld name="垂直排列标题与&#10;文本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竖排标题 1"/>
          <ns0:cNvSpPr>
            <ns1:spLocks noGrp="1"/>
          </ns0:cNvSpPr>
          <ns0:nvPr>
            <ns0:ph type="title" orient="vert"/>
          </ns0:nvPr>
        </ns0:nvSpPr>
        <ns0:spPr>
          <ns1:xfrm>
            <ns1:off x="8724900" y="365125"/>
            <ns1:ext cx="2628900" cy="5811838"/>
          </ns1:xfrm>
        </ns0:spPr>
        <ns0:txBody>
          <ns1:bodyPr vert="eaVert"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>
          <ns1:xfrm>
            <ns1:off x="838200" y="365125"/>
            <ns1:ext cx="7734300" cy="5811838"/>
          </ns1:xfrm>
        </ns0:spPr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2.xml><?xml version="1.0" encoding="utf-8"?>
<ns0:sldLayout xmlns:ns0="http://schemas.openxmlformats.org/presentationml/2006/main" xmlns:ns1="http://schemas.openxmlformats.org/drawingml/2006/main" preserve="1" userDrawn="1">
  <ns0:cSld name="4_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cxnSp>
        <ns0:nvCxnSpPr>
          <ns0:cNvPr id="60" name="直接连接符 59"/>
          <ns0:cNvCxnSpPr/>
          <ns0:nvPr userDrawn="1"/>
        </ns0:nvCxnSpPr>
        <ns0:spPr>
          <ns1:xfrm flipV="1">
            <ns1:off x="682067" y="615705"/>
            <ns1:ext cx="11509933" cy="0"/>
          </ns1:xfrm>
          <ns1:prstGeom prst="line">
            <ns1:avLst/>
          </ns1:prstGeom>
          <ns1:ln w="28575">
            <ns1:solidFill>
              <ns1:srgbClr val="123A85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61" name="矩形: 单圆角 205"/>
          <ns0:cNvSpPr/>
          <ns0:nvPr userDrawn="1"/>
        </ns0:nvSpPr>
        <ns0:spPr>
          <ns1:xfrm>
            <ns1:off x="1" y="146988"/>
            <ns1:ext cx="3552091" cy="468000"/>
          </ns1:xfrm>
          <ns1:prstGeom prst="round1Rect">
            <ns1:avLst>
              <ns1:gd name="adj" fmla="val 27228"/>
            </ns1:avLst>
          </ns1:prstGeom>
          <ns1:solidFill>
            <ns1:srgbClr val="123A85"/>
          </ns1:solidFill>
          <ns1:ln w="28575">
            <ns1:solidFill>
              <ns1:srgbClr val="123A85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</ns0:spTree>
  </ns0:cSld>
  <ns0:clrMapOvr>
    <ns1:masterClrMapping/>
  </ns0:clrMapOvr>
</ns0:sldLayout>
</file>

<file path=ppt/slideMasters/_rels/slideMaster1.xml.rels><?xml version='1.0' encoding='utf-8'?>
<ns0:Relationships xmlns:ns0="http://schemas.openxmlformats.org/package/2006/relationships"><ns0:Relationship Id="rId9" Type="http://schemas.openxmlformats.org/officeDocument/2006/relationships/slideLayout" Target="../slideLayouts/slideLayout9.xml" /><ns0:Relationship Id="rId8" Type="http://schemas.openxmlformats.org/officeDocument/2006/relationships/slideLayout" Target="../slideLayouts/slideLayout8.xml" /><ns0:Relationship Id="rId7" Type="http://schemas.openxmlformats.org/officeDocument/2006/relationships/slideLayout" Target="../slideLayouts/slideLayout7.xml" /><ns0:Relationship Id="rId6" Type="http://schemas.openxmlformats.org/officeDocument/2006/relationships/slideLayout" Target="../slideLayouts/slideLayout6.xml" /><ns0:Relationship Id="rId5" Type="http://schemas.openxmlformats.org/officeDocument/2006/relationships/slideLayout" Target="../slideLayouts/slideLayout5.xml" /><ns0:Relationship Id="rId4" Type="http://schemas.openxmlformats.org/officeDocument/2006/relationships/slideLayout" Target="../slideLayouts/slideLayout4.xml" /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3" Type="http://schemas.openxmlformats.org/officeDocument/2006/relationships/theme" Target="../theme/theme1.xml" /><ns0:Relationship Id="rId12" Type="http://schemas.openxmlformats.org/officeDocument/2006/relationships/slideLayout" Target="../slideLayouts/slideLayout12.xml" /><ns0:Relationship Id="rId11" Type="http://schemas.openxmlformats.org/officeDocument/2006/relationships/slideLayout" Target="../slideLayouts/slideLayout11.xml" /><ns0:Relationship Id="rId10" Type="http://schemas.openxmlformats.org/officeDocument/2006/relationships/slideLayout" Target="../slideLayouts/slideLayout10.xml" /><ns0:Relationship Id="rId1" Type="http://schemas.openxmlformats.org/officeDocument/2006/relationships/slideLayout" Target="../slideLayouts/slideLayout1.xml" /></ns0: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openxmlformats.org/officeDocument/2006/relationships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占位符 1"/>
          <ns0:cNvSpPr>
            <ns1:spLocks noGrp="1"/>
          </ns0:cNvSpPr>
          <ns0:nvPr>
            <ns0:ph type="title"/>
          </ns0:nvPr>
        </ns0:nvSpPr>
        <ns0:spPr>
          <ns1:xfrm>
            <ns1:off x="838200" y="365125"/>
            <ns1:ext cx="10515600" cy="1325563"/>
          </ns1:xfrm>
          <ns1:prstGeom prst="rect">
            <ns1:avLst/>
          </ns1:prstGeom>
        </ns0:spPr>
        <ns0:txBody>
          <ns1:bodyPr vert="horz" lIns="91440" tIns="45720" rIns="91440" bIns="45720" rtlCol="0" anchor="ctr">
            <ns1:normAutofit/>
          </ns1:bodyPr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8200" y="1825625"/>
            <ns1:ext cx="10515600" cy="4351338"/>
          </ns1:xfrm>
          <ns1:prstGeom prst="rect">
            <ns1:avLst/>
          </ns1:prstGeom>
        </ns0:spPr>
        <ns0:txBody>
          <ns1:bodyPr vert="horz" lIns="91440" tIns="45720" rIns="91440" bIns="45720" rtlCol="0">
            <ns1:normAutofit/>
          </ns1:bodyPr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2"/>
          </ns0:nvPr>
        </ns0:nvSpPr>
        <ns0:spPr>
          <ns1:xfrm>
            <ns1:off x="8382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l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3"/>
          </ns0:nvPr>
        </ns0:nvSpPr>
        <ns0:spPr>
          <ns1:xfrm>
            <ns1:off x="4038600" y="6356350"/>
            <ns1:ext cx="41148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ct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4"/>
          </ns0:nvPr>
        </ns0:nvSpPr>
        <ns0:spPr>
          <ns1:xfrm>
            <ns1:off x="86106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649" ns2:id="rId1"/>
    <ns0:sldLayoutId id="2147483650" ns2:id="rId2"/>
    <ns0:sldLayoutId id="2147483651" ns2:id="rId3"/>
    <ns0:sldLayoutId id="2147483652" ns2:id="rId4"/>
    <ns0:sldLayoutId id="2147483653" ns2:id="rId5"/>
    <ns0:sldLayoutId id="2147483654" ns2:id="rId6"/>
    <ns0:sldLayoutId id="2147483655" ns2:id="rId7"/>
    <ns0:sldLayoutId id="2147483656" ns2:id="rId8"/>
    <ns0:sldLayoutId id="2147483657" ns2:id="rId9"/>
    <ns0:sldLayoutId id="2147483658" ns2:id="rId10"/>
    <ns0:sldLayoutId id="2147483659" ns2:id="rId11"/>
    <ns0:sldLayoutId id="2147483660" ns2:id="rId12"/>
  </ns0:sldLayoutIdLst>
  <ns0:txStyles>
    <ns0:titleStyle>
      <ns1:lvl1pPr algn="l" defTabSz="914400" rtl="0" eaLnBrk="1" latinLnBrk="0" hangingPunct="1">
        <ns1:lnSpc>
          <ns1:spcPct val="90000"/>
        </ns1:lnSpc>
        <ns1:spcBef>
          <ns1:spcPct val="0"/>
        </ns1:spcBef>
        <ns1:buNone/>
        <ns1:defRPr sz="4400" kern="1200">
          <ns1:solidFill>
            <ns1:schemeClr val="tx1"/>
          </ns1:solidFill>
          <ns1:latin typeface="+mj-lt"/>
          <ns1:ea typeface="+mj-ea"/>
          <ns1:cs typeface="+mj-cs"/>
        </ns1:defRPr>
      </ns1:lvl1pPr>
    </ns0:titleStyle>
    <ns0:bodyStyle>
      <ns1:lvl1pPr marL="228600" indent="-228600" algn="l" defTabSz="914400" rtl="0" eaLnBrk="1" latinLnBrk="0" hangingPunct="1">
        <ns1:lnSpc>
          <ns1:spcPct val="90000"/>
        </ns1:lnSpc>
        <ns1:spcBef>
          <ns1:spcPts val="1000"/>
        </ns1:spcBef>
        <ns1:buFont typeface="Arial" panose="020B0604020202020204" pitchFamily="34" charset="0"/>
        <ns1:buChar char="•"/>
        <ns1:defRPr sz="2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685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4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1143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600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20574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5146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971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429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886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bodyStyle>
    <ns0:otherStyle>
      <ns1:defPPr>
        <ns1:defRPr lang="zh-CN"/>
      </ns1:defPPr>
      <ns1:lvl1pPr marL="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457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914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371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18288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2860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743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200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657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otherStyle>
  </ns0:txStyles>
</ns0:sldMaster>
</file>

<file path=ppt/slides/_rels/slide1.xml.rels><?xml version='1.0' encoding='utf-8'?>
<ns0:Relationships xmlns:ns0="http://schemas.openxmlformats.org/package/2006/relationships"><ns0:Relationship Id="rId3" Type="http://schemas.openxmlformats.org/officeDocument/2006/relationships/notesSlide" Target="../notesSlides/notesSlide1.xml" /><ns0:Relationship Id="rId2" Type="http://schemas.openxmlformats.org/officeDocument/2006/relationships/slideLayout" Target="../slideLayouts/slideLayout12.xml" /><ns0:Relationship Id="rId1" Type="http://schemas.openxmlformats.org/officeDocument/2006/relationships/image" Target="../media/public-placeholder.png" /></ns0: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0/main" xmlns:ns3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/>
        </ns0:nvSpPr>
        <ns0:spPr>
          <ns1:xfrm>
            <ns1:off x="787369" y="120623"/>
            <ns1:ext cx="1620958" cy="523220"/>
          </ns1:xfrm>
          <ns1:prstGeom prst="rect">
            <ns1:avLst/>
          </ns1:prstGeom>
        </ns0:spPr>
        <ns0:txBody>
          <ns1:bodyPr wrap="none" anchor="ctr">
            <ns1:spAutoFit/>
          </ns1:bodyPr>
          <ns1:lstStyle/>
          <ns1:p>
            <ns1:pPr marL="0" marR="0" lvl="0" indent="0" algn="ctr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sz="2800" b="1" noProof="0" dirty="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ea"/>
                <ns1:sym typeface="+mn-lt"/>
              </ns1:rPr>
              <ns1:t>示例内容</ns1:t>
            </ns1:r>
            <ns1:endParaRPr kumimoji="0" lang="zh-CN" altLang="en-US" sz="2800" b="1" i="0" u="none" strike="noStrike" kern="1200" cap="none" spc="0" normalizeH="0" baseline="0" noProof="0" dirty="0">
              <ns1:ln>
                <ns1:noFill/>
              </ns1:ln>
              <ns1:solidFill>
                <ns1:srgbClr val="123A85"/>
              </ns1:solidFill>
              <ns1:effectLst/>
              <ns1:uLnTx/>
              <ns1:uFillTx/>
              <ns1:cs typeface="+mn-ea"/>
              <ns1:sym typeface="+mn-lt"/>
            </ns1:endParaRPr>
          </ns1:p>
        </ns0:txBody>
      </ns0:sp>
      <ns0:sp>
        <ns0:nvSpPr>
          <ns0:cNvPr id="3" name="文本框 2"/>
          <ns0:cNvSpPr txBox="1"/>
          <ns0:nvPr/>
        </ns0:nvSpPr>
        <ns0:spPr>
          <ns1:xfrm>
            <ns1:off x="0" y="152046"/>
            <ns1:ext cx="3568389" cy="460375"/>
          </ns1:xfrm>
          <ns1:prstGeom prst="rect">
            <ns1:avLst/>
          </ns1:prstGeom>
          <ns1:noFill/>
        </ns0:spPr>
        <ns0:txBody>
          <ns1:bodyPr wrap="square" rtlCol="0" anchor="ctr">
            <ns1:spAutoFit/>
          </ns1:bodyPr>
          <ns1:lstStyle/>
          <ns1:p>
            <ns1:pPr lvl="0" algn="ctr">
              <ns1:defRPr/>
            </ns1:pPr>
            <ns1:r>
              <ns1:rPr lang="zh-CN" altLang="zh-CN" sz="2400" b="1" dirty="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华文中宋" panose="02010600040101010101" pitchFamily="2" charset="-122"/>
                <ns1:sym typeface="+mn-lt"/>
              </ns1:rPr>
              <ns1:t>示例内容公开</ns1:t>
            </ns1:r>
            <ns1:endParaRPr lang="zh-CN" altLang="zh-CN" sz="2400" b="1" dirty="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华文中宋" panose="02010600040101010101" pitchFamily="2" charset="-122"/>
              <ns1:sym typeface="+mn-lt"/>
            </ns1:endParaRPr>
          </ns1:p>
        </ns0:txBody>
      </ns0:sp>
      <ns0:sp>
        <ns0:nvSpPr>
          <ns0:cNvPr id="4" name="RDV10_P05_标题底"/>
          <ns0:cNvSpPr/>
          <ns0:nvPr/>
        </ns0:nvSpPr>
        <ns0:spPr>
          <ns1:xfrm>
            <ns1:off x="411480" y="749300"/>
            <ns1:ext cx="11337925" cy="567055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7" name="RDV10_P05_标题"/>
          <ns0:cNvSpPr txBox="1"/>
          <ns0:nvPr/>
        </ns0:nvSpPr>
        <ns0:spPr>
          <ns1:xfrm>
            <ns1:off x="575945" y="749300"/>
            <ns1:ext cx="11008995" cy="566420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</ns1:t>
            </ns1:r>
            <ns1:r>
              <ns1:rPr lang="zh-CN" altLang="en-US" sz="24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r>
              <ns1:rPr lang="zh-CN" altLang="en-US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：示例内、容公、开模板示例内容</ns1:t>
            </ns1:r>
            <ns1:r>
              <ns1:rPr lang="zh-CN" altLang="en-US" sz="24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</ns1:t>
            </ns1:r>
            <ns1:endParaRPr lang="zh-CN" altLang="en-US" sz="245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10" name="RDV10_P05_预算底"/>
          <ns0:cNvSpPr/>
          <ns0:nvPr/>
        </ns0:nvSpPr>
        <ns0:spPr>
          <ns1:xfrm>
            <ns1:off x="502285" y="1480820"/>
            <ns1:ext cx="6447155" cy="4316095"/>
          </ns1:xfrm>
          <ns1:prstGeom prst="roundRect">
            <ns1:avLst/>
          </ns1:prstGeom>
          <ns1:solidFill>
            <ns1:srgbClr val="F5F7FA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5" name="RDV10_P05_预算标题"/>
          <ns0:cNvSpPr txBox="1"/>
          <ns0:nvPr/>
        </ns0:nvSpPr>
        <ns0:spPr>
          <ns1:xfrm>
            <ns1:off x="767715" y="1682115"/>
            <ns1:ext cx="5915660" cy="38354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en-US" altLang="en-US" sz="20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000%</ns1:t>
            </ns1:r>
            <ns1:r>
              <ns1:rPr lang="zh-CN" altLang="en-US" sz="20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示例内容公开模板示例内容公</ns1:t>
            </ns1:r>
            <ns1:endParaRPr lang="zh-CN" altLang="en-US" sz="205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16" name="RDV10_P05_总条_1"/>
          <ns0:cNvSpPr/>
          <ns0:nvPr/>
        </ns0:nvSpPr>
        <ns0:spPr>
          <ns1:xfrm>
            <ns1:off x="840740" y="2212340"/>
            <ns1:ext cx="2073910" cy="841375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7" name="RDV10_P05_总条比例_1"/>
          <ns0:cNvSpPr txBox="1"/>
          <ns0:nvPr/>
        </ns0:nvSpPr>
        <ns0:spPr>
          <ns1:xfrm>
            <ns1:off x="840740" y="2322195"/>
            <ns1:ext cx="2073275" cy="31051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en-US" altLang="en-US" sz="20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00%</ns1:t>
            </ns1:r>
            <ns1:endParaRPr lang="en-US" altLang="en-US" sz="200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18" name="RDV10_P05_总条标签_1"/>
          <ns0:cNvSpPr txBox="1"/>
          <ns0:nvPr/>
        </ns0:nvSpPr>
        <ns0:spPr>
          <ns1:xfrm>
            <ns1:off x="840740" y="2669540"/>
            <ns1:ext cx="2073275" cy="228600"/>
          </ns1:xfrm>
          <ns1:prstGeom prst="rect">
            <ns1:avLst/>
          </ns1:prstGeom>
          <ns1:noFill/>
        </ns0:spPr>
        <ns0:txBody>
          <ns1:bodyPr wrap="none" lIns="0" tIns="0" rIns="0" bIns="0" rtlCol="0" anchor="t">
            <ns1:noAutofit/>
          </ns1:bodyPr>
          <ns1:p>
            <ns1:pPr algn="ctr"/>
            <ns1:r>
              <ns1:rPr lang="zh-CN" altLang="en-US" sz="13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13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19" name="RDV10_P05_总条_2"/>
          <ns0:cNvSpPr/>
          <ns0:nvPr/>
        </ns0:nvSpPr>
        <ns0:spPr>
          <ns1:xfrm>
            <ns1:off x="2914650" y="2212340"/>
            <ns1:ext cx="1670685" cy="841375"/>
          </ns1:xfrm>
          <ns1:prstGeom prst="rect">
            <ns1:avLst/>
          </ns1:prstGeom>
          <ns1:solidFill>
            <ns1:srgbClr val="245BA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0" name="RDV10_P05_总条比例_2"/>
          <ns0:cNvSpPr txBox="1"/>
          <ns0:nvPr/>
        </ns0:nvSpPr>
        <ns0:spPr>
          <ns1:xfrm>
            <ns1:off x="2914650" y="2322195"/>
            <ns1:ext cx="1670050" cy="31051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en-US" altLang="en-US" sz="20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00%</ns1:t>
            </ns1:r>
            <ns1:endParaRPr lang="en-US" altLang="en-US" sz="200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1" name="RDV10_P05_总条标签_2"/>
          <ns0:cNvSpPr txBox="1"/>
          <ns0:nvPr/>
        </ns0:nvSpPr>
        <ns0:spPr>
          <ns1:xfrm>
            <ns1:off x="2914650" y="2669540"/>
            <ns1:ext cx="1670050" cy="228600"/>
          </ns1:xfrm>
          <ns1:prstGeom prst="rect">
            <ns1:avLst/>
          </ns1:prstGeom>
          <ns1:noFill/>
        </ns0:spPr>
        <ns0:txBody>
          <ns1:bodyPr wrap="none" lIns="0" tIns="0" rIns="0" bIns="0" rtlCol="0" anchor="t">
            <ns1:noAutofit/>
          </ns1:bodyPr>
          <ns1:p>
            <ns1:pPr algn="ctr"/>
            <ns1:r>
              <ns1:rPr lang="zh-CN" altLang="en-US" sz="13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13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2" name="RDV10_P05_总条_3"/>
          <ns0:cNvSpPr/>
          <ns0:nvPr/>
        </ns0:nvSpPr>
        <ns0:spPr>
          <ns1:xfrm>
            <ns1:off x="4585335" y="2212340"/>
            <ns1:ext cx="1267460" cy="841375"/>
          </ns1:xfrm>
          <ns1:prstGeom prst="rect">
            <ns1:avLst/>
          </ns1:prstGeom>
          <ns1:solidFill>
            <ns1:srgbClr val="C99B24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3" name="RDV10_P05_总条比例_3"/>
          <ns0:cNvSpPr txBox="1"/>
          <ns0:nvPr/>
        </ns0:nvSpPr>
        <ns0:spPr>
          <ns1:xfrm>
            <ns1:off x="4585335" y="2322195"/>
            <ns1:ext cx="1266825" cy="31051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en-US" altLang="en-US" sz="20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00%</ns1:t>
            </ns1:r>
            <ns1:endParaRPr lang="en-US" altLang="en-US" sz="200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4" name="RDV10_P05_总条标签_3"/>
          <ns0:cNvSpPr txBox="1"/>
          <ns0:nvPr/>
        </ns0:nvSpPr>
        <ns0:spPr>
          <ns1:xfrm>
            <ns1:off x="4585335" y="2669540"/>
            <ns1:ext cx="1266825" cy="228600"/>
          </ns1:xfrm>
          <ns1:prstGeom prst="rect">
            <ns1:avLst/>
          </ns1:prstGeom>
          <ns1:noFill/>
        </ns0:spPr>
        <ns0:txBody>
          <ns1:bodyPr wrap="none" lIns="0" tIns="0" rIns="0" bIns="0" rtlCol="0" anchor="t">
            <ns1:noAutofit/>
          </ns1:bodyPr>
          <ns1:p>
            <ns1:pPr algn="ctr"/>
            <ns1:r>
              <ns1:rPr lang="zh-CN" altLang="en-US" sz="13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13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5" name="RDV10_P05_总条_4"/>
          <ns0:cNvSpPr/>
          <ns0:nvPr/>
        </ns0:nvSpPr>
        <ns0:spPr>
          <ns1:xfrm>
            <ns1:off x="5852795" y="2212340"/>
            <ns1:ext cx="748665" cy="841375"/>
          </ns1:xfrm>
          <ns1:prstGeom prst="rect">
            <ns1:avLst/>
          </ns1:prstGeom>
          <ns1:solidFill>
            <ns1:srgbClr val="C00000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6" name="RDV10_P05_总条比例_4"/>
          <ns0:cNvSpPr txBox="1"/>
          <ns0:nvPr/>
        </ns0:nvSpPr>
        <ns0:spPr>
          <ns1:xfrm>
            <ns1:off x="5852795" y="2322195"/>
            <ns1:ext cx="748665" cy="31051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en-US" altLang="en-US" sz="20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00%</ns1:t>
            </ns1:r>
            <ns1:endParaRPr lang="en-US" altLang="en-US" sz="200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7" name="RDV10_P05_总条标签_4"/>
          <ns0:cNvSpPr txBox="1"/>
          <ns0:nvPr/>
        </ns0:nvSpPr>
        <ns0:spPr>
          <ns1:xfrm>
            <ns1:off x="5852795" y="2669540"/>
            <ns1:ext cx="748665" cy="228600"/>
          </ns1:xfrm>
          <ns1:prstGeom prst="rect">
            <ns1:avLst/>
          </ns1:prstGeom>
          <ns1:noFill/>
        </ns0:spPr>
        <ns0:txBody>
          <ns1:bodyPr wrap="none" lIns="0" tIns="0" rIns="0" bIns="0" rtlCol="0" anchor="t">
            <ns1:noAutofit/>
          </ns1:bodyPr>
          <ns1:p>
            <ns1:pPr algn="ctr"/>
            <ns1:r>
              <ns1:rPr lang="zh-CN" altLang="en-US" sz="13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13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8" name="RDV10_P05_动作底_1"/>
          <ns0:cNvSpPr/>
          <ns0:nvPr/>
        </ns0:nvSpPr>
        <ns0:spPr>
          <ns1:xfrm>
            <ns1:off x="840740" y="3382645"/>
            <ns1:ext cx="1298575" cy="1536700"/>
          </ns1:xfrm>
          <ns1:prstGeom prst="roundRect">
            <ns1:avLst/>
          </ns1:prstGeom>
          <ns1:solidFill>
            <ns1:srgbClr val="FFFFFF"/>
          </ns1:solidFill>
          <ns1:ln w="16510">
            <ns1:solidFill>
              <ns1:srgbClr val="123A85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9" name="RDV10_P05_动作标题_1"/>
          <ns0:cNvSpPr txBox="1"/>
          <ns0:nvPr/>
        </ns0:nvSpPr>
        <ns0:spPr>
          <ns1:xfrm>
            <ns1:off x="914400" y="3529330"/>
            <ns1:ext cx="1151890" cy="31051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en-US" altLang="en-US" sz="16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00 </ns1:t>
            </ns1:r>
            <ns1:r>
              <ns1:rPr lang="zh-CN" altLang="en-US" sz="16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</ns1:t>
            </ns1:r>
            <ns1:endParaRPr lang="zh-CN" altLang="en-US" sz="165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30" name="RDV10_P05_动作正文_1"/>
          <ns0:cNvSpPr txBox="1"/>
          <ns0:nvPr/>
        </ns0:nvSpPr>
        <ns0:spPr>
          <ns1:xfrm>
            <ns1:off x="932180" y="3913505"/>
            <ns1:ext cx="1115060" cy="78613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3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</ns1:t>
            </ns1:r>
            <ns1:endParaRPr lang="en-US" altLang="zh-CN" sz="13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algn="ctr"/>
            <ns1:r>
              <ns1:rPr lang="zh-CN" altLang="zh-CN" sz="13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</ns1:t>
            </ns1:r>
            <ns1:endParaRPr lang="zh-CN" altLang="zh-CN" sz="13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cxnSp>
        <ns0:nvCxnSpPr>
          <ns0:cNvPr id="31" name="RDV10_P05_动作箭头_1"/>
          <ns0:cNvCxnSpPr/>
          <ns0:nvPr/>
        </ns0:nvCxnSpPr>
        <ns0:spPr>
          <ns1:xfrm>
            <ns1:off x="2157730" y="4150995"/>
            <ns1:ext cx="118745" cy="635"/>
          </ns1:xfrm>
          <ns1:prstGeom prst="line">
            <ns1:avLst/>
          </ns1:prstGeom>
          <ns1:ln w="19050">
            <ns1:solidFill>
              <ns1:srgbClr val="123A85"/>
            </ns1:solidFill>
            <ns1:tailEnd type="arrow"/>
          </ns1:ln>
        </ns0:spPr>
        <ns0:style>
          <ns1:lnRef idx="2">
            <ns1:schemeClr val="accent1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sp>
        <ns0:nvSpPr>
          <ns0:cNvPr id="32" name="RDV10_P05_动作底_2"/>
          <ns0:cNvSpPr/>
          <ns0:nvPr/>
        </ns0:nvSpPr>
        <ns0:spPr>
          <ns1:xfrm>
            <ns1:off x="2313305" y="3382645"/>
            <ns1:ext cx="1298575" cy="1536700"/>
          </ns1:xfrm>
          <ns1:prstGeom prst="roundRect">
            <ns1:avLst/>
          </ns1:prstGeom>
          <ns1:solidFill>
            <ns1:srgbClr val="FFFFFF"/>
          </ns1:solidFill>
          <ns1:ln w="16510">
            <ns1:solidFill>
              <ns1:srgbClr val="245BA5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3" name="RDV10_P05_动作标题_2"/>
          <ns0:cNvSpPr txBox="1"/>
          <ns0:nvPr/>
        </ns0:nvSpPr>
        <ns0:spPr>
          <ns1:xfrm>
            <ns1:off x="2386330" y="3529330"/>
            <ns1:ext cx="1151890" cy="31051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en-US" altLang="en-US" sz="1650" b="1">
                <ns1:solidFill>
                  <ns1:srgbClr val="245BA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00 </ns1:t>
            </ns1:r>
            <ns1:r>
              <ns1:rPr lang="zh-CN" altLang="en-US" sz="1650" b="1">
                <ns1:solidFill>
                  <ns1:srgbClr val="245BA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</ns1:t>
            </ns1:r>
            <ns1:endParaRPr lang="zh-CN" altLang="en-US" sz="1650" b="1">
              <ns1:solidFill>
                <ns1:srgbClr val="245BA5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34" name="RDV10_P05_动作正文_2"/>
          <ns0:cNvSpPr txBox="1"/>
          <ns0:nvPr/>
        </ns0:nvSpPr>
        <ns0:spPr>
          <ns1:xfrm>
            <ns1:off x="2404745" y="3913505"/>
            <ns1:ext cx="1115060" cy="78613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3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en-US" altLang="zh-CN" sz="13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algn="ctr"/>
            <ns1:r>
              <ns1:rPr lang="zh-CN" altLang="zh-CN" sz="13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</ns1:t>
            </ns1:r>
            <ns1:endParaRPr lang="zh-CN" altLang="zh-CN" sz="13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cxnSp>
        <ns0:nvCxnSpPr>
          <ns0:cNvPr id="35" name="RDV10_P05_动作箭头_2"/>
          <ns0:cNvCxnSpPr/>
          <ns0:nvPr/>
        </ns0:nvCxnSpPr>
        <ns0:spPr>
          <ns1:xfrm>
            <ns1:off x="3629660" y="4150995"/>
            <ns1:ext cx="118745" cy="635"/>
          </ns1:xfrm>
          <ns1:prstGeom prst="line">
            <ns1:avLst/>
          </ns1:prstGeom>
          <ns1:ln w="19050">
            <ns1:solidFill>
              <ns1:srgbClr val="123A85"/>
            </ns1:solidFill>
            <ns1:tailEnd type="arrow"/>
          </ns1:ln>
        </ns0:spPr>
        <ns0:style>
          <ns1:lnRef idx="2">
            <ns1:schemeClr val="accent1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sp>
        <ns0:nvSpPr>
          <ns0:cNvPr id="36" name="RDV10_P05_动作底_3"/>
          <ns0:cNvSpPr/>
          <ns0:nvPr/>
        </ns0:nvSpPr>
        <ns0:spPr>
          <ns1:xfrm>
            <ns1:off x="3785235" y="3382645"/>
            <ns1:ext cx="1298575" cy="1536700"/>
          </ns1:xfrm>
          <ns1:prstGeom prst="roundRect">
            <ns1:avLst/>
          </ns1:prstGeom>
          <ns1:solidFill>
            <ns1:srgbClr val="FFFFFF"/>
          </ns1:solidFill>
          <ns1:ln w="16510">
            <ns1:solidFill>
              <ns1:srgbClr val="C99B24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7" name="RDV10_P05_动作标题_3"/>
          <ns0:cNvSpPr txBox="1"/>
          <ns0:nvPr/>
        </ns0:nvSpPr>
        <ns0:spPr>
          <ns1:xfrm>
            <ns1:off x="3858260" y="3529330"/>
            <ns1:ext cx="1151890" cy="31051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en-US" altLang="en-US" sz="1650" b="1">
                <ns1:solidFill>
                  <ns1:srgbClr val="C99B24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00 </ns1:t>
            </ns1:r>
            <ns1:r>
              <ns1:rPr lang="zh-CN" altLang="en-US" sz="1650" b="1">
                <ns1:solidFill>
                  <ns1:srgbClr val="C99B24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</ns1:t>
            </ns1:r>
            <ns1:endParaRPr lang="zh-CN" altLang="en-US" sz="1650" b="1">
              <ns1:solidFill>
                <ns1:srgbClr val="C99B24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38" name="RDV10_P05_动作正文_3"/>
          <ns0:cNvSpPr txBox="1"/>
          <ns0:nvPr/>
        </ns0:nvSpPr>
        <ns0:spPr>
          <ns1:xfrm>
            <ns1:off x="3876675" y="3913505"/>
            <ns1:ext cx="1115060" cy="78613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3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</ns1:t>
            </ns1:r>
            <ns1:endParaRPr lang="en-US" altLang="zh-CN" sz="13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algn="ctr"/>
            <ns1:r>
              <ns1:rPr lang="zh-CN" altLang="zh-CN" sz="13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</ns1:t>
            </ns1:r>
            <ns1:endParaRPr lang="zh-CN" altLang="zh-CN" sz="13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cxnSp>
        <ns0:nvCxnSpPr>
          <ns0:cNvPr id="39" name="RDV10_P05_动作箭头_3"/>
          <ns0:cNvCxnSpPr/>
          <ns0:nvPr/>
        </ns0:nvCxnSpPr>
        <ns0:spPr>
          <ns1:xfrm>
            <ns1:off x="5102225" y="4150995"/>
            <ns1:ext cx="118745" cy="635"/>
          </ns1:xfrm>
          <ns1:prstGeom prst="line">
            <ns1:avLst/>
          </ns1:prstGeom>
          <ns1:ln w="19050">
            <ns1:solidFill>
              <ns1:srgbClr val="123A85"/>
            </ns1:solidFill>
            <ns1:tailEnd type="arrow"/>
          </ns1:ln>
        </ns0:spPr>
        <ns0:style>
          <ns1:lnRef idx="2">
            <ns1:schemeClr val="accent1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sp>
        <ns0:nvSpPr>
          <ns0:cNvPr id="40" name="RDV10_P05_动作底_4"/>
          <ns0:cNvSpPr/>
          <ns0:nvPr/>
        </ns0:nvSpPr>
        <ns0:spPr>
          <ns1:xfrm>
            <ns1:off x="5257800" y="3382645"/>
            <ns1:ext cx="1297940" cy="1536700"/>
          </ns1:xfrm>
          <ns1:prstGeom prst="roundRect">
            <ns1:avLst/>
          </ns1:prstGeom>
          <ns1:solidFill>
            <ns1:srgbClr val="FFFFFF"/>
          </ns1:solidFill>
          <ns1:ln w="16510">
            <ns1:solidFill>
              <ns1:srgbClr val="C00000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41" name="RDV10_P05_动作标题_4"/>
          <ns0:cNvSpPr txBox="1"/>
          <ns0:nvPr/>
        </ns0:nvSpPr>
        <ns0:spPr>
          <ns1:xfrm>
            <ns1:off x="5330825" y="3529330"/>
            <ns1:ext cx="1151890" cy="31051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en-US" altLang="en-US" sz="16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00 </ns1:t>
            </ns1:r>
            <ns1:r>
              <ns1:rPr lang="zh-CN" altLang="en-US" sz="16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</ns1:t>
            </ns1:r>
            <ns1:endParaRPr lang="zh-CN" altLang="en-US" sz="165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42" name="RDV10_P05_动作正文_4"/>
          <ns0:cNvSpPr txBox="1"/>
          <ns0:nvPr/>
        </ns0:nvSpPr>
        <ns0:spPr>
          <ns1:xfrm>
            <ns1:off x="5349240" y="3913505"/>
            <ns1:ext cx="1115060" cy="78613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3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</ns1:t>
            </ns1:r>
            <ns1:endParaRPr lang="en-US" altLang="zh-CN" sz="13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algn="ctr"/>
            <ns1:r>
              <ns1:rPr lang="zh-CN" altLang="zh-CN" sz="13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</ns1:t>
            </ns1:r>
            <ns1:endParaRPr lang="zh-CN" altLang="zh-CN" sz="13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43" name="RDV10_P05_优先级底"/>
          <ns0:cNvSpPr/>
          <ns0:nvPr/>
        </ns0:nvSpPr>
        <ns0:spPr>
          <ns1:xfrm>
            <ns1:off x="840740" y="5138420"/>
            <ns1:ext cx="5760720" cy="421005"/>
          </ns1:xfrm>
          <ns1:prstGeom prst="round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44" name="RDV10_P05_优先级"/>
          <ns0:cNvSpPr txBox="1"/>
          <ns0:nvPr/>
        </ns0:nvSpPr>
        <ns0:spPr>
          <ns1:xfrm>
            <ns1:off x="987425" y="5202555"/>
            <ns1:ext cx="5467985" cy="29210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16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示例内容：公开模板示，例内容公开</ns1:t>
            </ns1:r>
            <ns1:endParaRPr lang="zh-CN" altLang="en-US" sz="16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45" name="RDV10_P05_复杂度曲线_图片框"/>
          <ns0:cNvSpPr/>
          <ns0:nvPr/>
        </ns0:nvSpPr>
        <ns0:spPr>
          <ns1:xfrm>
            <ns1:off x="7223125" y="1480820"/>
            <ns1:ext cx="4462780" cy="3347085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pic>
        <ns0:nvPicPr>
          <ns0:cNvPr id="46" name="RDV10_P05_复杂度曲线" descr="Public template placeholder"/>
          <ns0:cNvPicPr>
            <ns1:picLocks noChangeAspect="1"/>
          </ns0:cNvPicPr>
          <ns0:nvPr/>
        </ns0:nvPicPr>
        <ns0:blipFill>
          <ns1:blip ns3:embed="rId1"/>
          <ns1:stretch>
            <ns1:fillRect/>
          </ns1:stretch>
        </ns0:blipFill>
        <ns0:spPr>
          <ns1:xfrm>
            <ns1:off x="7269480" y="1730257"/>
            <ns1:ext cx="4370832" cy="2848846"/>
          </ns1:xfrm>
          <ns1:prstGeom prst="rect">
            <ns1:avLst/>
          </ns1:prstGeom>
        </ns0:spPr>
      </ns0:pic>
      <ns0:sp>
        <ns0:nvSpPr>
          <ns0:cNvPr id="47" name="RDV10_P05_复杂度曲线_图注底"/>
          <ns0:cNvSpPr/>
          <ns0:nvPr/>
        </ns0:nvSpPr>
        <ns0:spPr>
          <ns1:xfrm>
            <ns1:off x="7223125" y="4827905"/>
            <ns1:ext cx="4462780" cy="310515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48" name="RDV10_P05_复杂度曲线_图注"/>
          <ns0:cNvSpPr txBox="1"/>
          <ns0:nvPr/>
        </ns0:nvSpPr>
        <ns0:spPr>
          <ns1:xfrm>
            <ns1:off x="7315200" y="4846320"/>
            <ns1:ext cx="4279265" cy="264795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l"/>
            <ns1:r>
              <ns1:rPr lang="zh-CN" altLang="en-US" sz="98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</ns1:t>
            </ns1:r>
            <ns1:r>
              <ns1:rPr lang="en-US" altLang="zh-CN" sz="98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—</ns1:t>
            </ns1:r>
            <ns1:r>
              <ns1:rPr lang="zh-CN" altLang="en-US" sz="98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</ns1:t>
            </ns1:r>
            <ns1:r>
              <ns1:rPr lang="en-US" altLang="zh-CN" sz="98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/ 示例内容公开模板示例 内容公开模板示, 0000</ns1:t>
            </ns1:r>
            <ns1:endParaRPr lang="en-US" altLang="zh-CN" sz="98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49" name="RDV10_P05_图后判断底"/>
          <ns0:cNvSpPr/>
          <ns0:nvPr/>
        </ns0:nvSpPr>
        <ns0:spPr>
          <ns1:xfrm>
            <ns1:off x="7223125" y="5229860"/>
            <ns1:ext cx="4462780" cy="567055"/>
          </ns1:xfrm>
          <ns1:prstGeom prst="roundRect">
            <ns1:avLst/>
          </ns1:prstGeom>
          <ns1:solidFill>
            <ns1:srgbClr val="FBEAEC"/>
          </ns1:solidFill>
          <ns1:ln w="12700">
            <ns1:solidFill>
              <ns1:srgbClr val="C00000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50" name="RDV10_P05_图后判断"/>
          <ns0:cNvSpPr txBox="1"/>
          <ns0:nvPr/>
        </ns0:nvSpPr>
        <ns0:spPr>
          <ns1:xfrm>
            <ns1:off x="7388225" y="5321300"/>
            <ns1:ext cx="4132580" cy="36512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16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示例内容，公开模板示例内容公开模板</ns1:t>
            </ns1:r>
            <ns1:endParaRPr lang="zh-CN" altLang="en-US" sz="165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51" name="RDV10_P05_结论底"/>
          <ns0:cNvSpPr/>
          <ns0:nvPr/>
        </ns0:nvSpPr>
        <ns0:spPr>
          <ns1:xfrm>
            <ns1:off x="502285" y="5879465"/>
            <ns1:ext cx="11183620" cy="474980"/>
          </ns1:xfrm>
          <ns1:prstGeom prst="roundRect">
            <ns1:avLst/>
          </ns1:prstGeom>
          <ns1:solidFill>
            <ns1:srgbClr val="EEF3FA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52" name="RDV10_P05_结论"/>
          <ns0:cNvSpPr txBox="1"/>
          <ns0:nvPr/>
        </ns0:nvSpPr>
        <ns0:spPr>
          <ns1:xfrm>
            <ns1:off x="749300" y="5915660"/>
            <ns1:ext cx="10698480" cy="401955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示例内容公开模</ns1:t>
            </ns1:r>
            <ns1:r>
              <ns1:rPr lang="en-US" altLang="zh-CN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</ns1:t>
            </ns1:r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</ns1:t>
            </ns1:r>
            <ns1:r>
              <ns1:rPr lang="en-US" altLang="zh-CN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</ns1:t>
            </ns1:r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</ns1:t>
            </ns1:r>
            <ns1:r>
              <ns1:rPr lang="zh-CN" altLang="en-US" sz="18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示例、内容公开模</ns1:t>
            </ns1:r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示例内容公。</ns1:t>
            </ns1:r>
            <ns1:endParaRPr lang="zh-CN" altLang="en-US" sz="185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</ns0:spTree>
  </ns0:cSld>
  <ns0:clrMapOvr>
    <ns1:masterClrMapping/>
  </ns0:clrMapOvr>
</ns0:sld>
</file>

<file path=ppt/tags/tag1.xml><?xml version="1.0" encoding="utf-8"?>
<ns0:tagLst xmlns:ns0="http://schemas.openxmlformats.org/presentationml/2006/main">
  <ns0:tag name="resource_record_key" val="{&quot;10&quot;:[4721390]}"/>
</ns0:tagLst>
</file>

<file path=ppt/theme/theme1.xml><?xml version="1.0" encoding="utf-8"?>
<ns0:theme xmlns:ns0="http://schemas.openxmlformats.org/drawingml/2006/main" xmlns:ns1="http://schemas.microsoft.com/office/thememl/2012/main" name="WPS">
  <ns0:themeElements>
    <ns0:clrScheme name="WPS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4874CB"/>
      </ns0:accent1>
      <ns0:accent2>
        <ns0:srgbClr val="EE822F"/>
      </ns0:accent2>
      <ns0:accent3>
        <ns0:srgbClr val="F2BA02"/>
      </ns0:accent3>
      <ns0:accent4>
        <ns0:srgbClr val="75BD42"/>
      </ns0:accent4>
      <ns0:accent5>
        <ns0:srgbClr val="30C0B4"/>
      </ns0:accent5>
      <ns0:accent6>
        <ns0:srgbClr val="E54C5E"/>
      </ns0:accent6>
      <ns0:hlink>
        <ns0:srgbClr val="0026E5"/>
      </ns0:hlink>
      <ns0:folHlink>
        <ns0:srgbClr val="7E1FAD"/>
      </ns0:folHlink>
    </ns0:clrScheme>
    <ns0:fontScheme name="WPS">
      <ns0:maj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WPS">
      <ns0:fillStyleLst>
        <ns0:solidFill>
          <ns0:schemeClr val="phClr"/>
        </ns0:solidFill>
        <ns0:gradFill>
          <ns0:gsLst>
            <ns0:gs pos="0">
              <ns0:schemeClr val="phClr">
                <ns0:lumOff val="17500"/>
              </ns0:schemeClr>
            </ns0:gs>
            <ns0:gs pos="100000">
              <ns0:schemeClr val="phClr"/>
            </ns0:gs>
          </ns0:gsLst>
          <ns0:lin ang="2700000" scaled="0"/>
        </ns0:gradFill>
        <ns0:gradFill>
          <ns0:gsLst>
            <ns0:gs pos="0">
              <ns0:schemeClr val="phClr">
                <ns0:hueOff val="-2520000"/>
              </ns0:schemeClr>
            </ns0:gs>
            <ns0:gs pos="100000">
              <ns0:schemeClr val="phClr"/>
            </ns0:gs>
          </ns0:gsLst>
          <ns0:lin ang="2700000" scaled="0"/>
        </ns0:gradFill>
      </ns0:fillStyleLst>
      <ns0:lnStyleLst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gradFill>
            <ns0:gsLst>
              <ns0:gs pos="0">
                <ns0:schemeClr val="phClr">
                  <ns0:hueOff val="-4200000"/>
                </ns0:schemeClr>
              </ns0:gs>
              <ns0:gs pos="100000">
                <ns0:schemeClr val="phClr"/>
              </ns0:gs>
            </ns0:gsLst>
            <ns0:lin ang="2700000" scaled="1"/>
          </ns0:gradFill>
          <ns0:prstDash val="solid"/>
          <ns0:miter lim="800000"/>
        </ns0:ln>
      </ns0:lnStyleLst>
      <ns0:effectStyleLst>
        <ns0:effectStyle>
          <ns0:effectLst>
            <ns0:outerShdw blurRad="101600" dist="50800" dir="5400000" algn="ctr" rotWithShape="0">
              <ns0:schemeClr val="phClr">
                <ns0:alpha val="60000"/>
              </ns0:schemeClr>
            </ns0:outerShdw>
          </ns0:effectLst>
        </ns0:effectStyle>
        <ns0:effectStyle>
          <ns0:effectLst>
            <ns0:reflection stA="50000" endA="300" endPos="40000" dist="25400" dir="5400000" sy="-100000" algn="bl" rotWithShape="0"/>
          </ns0:effectLst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2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3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254</ns0:Words>
  <ns0:Application>WPS 演示</ns0:Application>
  <ns0:PresentationFormat>宽屏</ns0:PresentationFormat>
  <ns0:Paragraphs>52</ns0:Paragraphs>
  <ns0:Slides>1</ns0:Slides>
  <ns0:Notes>0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6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1</ns1:i4>
      </ns1:variant>
    </ns1:vector>
  </ns0:HeadingPairs>
  <ns0:TitlesOfParts>
    <ns1:vector size="8" baseType="lpstr">
      <ns1:lpstr>Arial</ns1:lpstr>
      <ns1:lpstr>宋体</ns1:lpstr>
      <ns1:lpstr>Wingdings</ns1:lpstr>
      <ns1:lpstr>微软雅黑</ns1:lpstr>
      <ns1:lpstr>华文中宋</ns1:lpstr>
      <ns1:lpstr>Calibri</ns1:lpstr>
      <ns1:lpstr>WPS</ns1:lpstr>
      <ns1:lpstr>PowerPoint 演示文稿</ns1:lpstr>
    </ns1:vector>
  </ns0:TitlesOfParts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public template</dc:title>
  <dc:creator>pptskills</dc:creator>
  <ns0:lastModifiedBy>pptskills</ns0:lastModifiedBy>
  <ns0:revision>1</ns0:revision>
  <ns2:created xsi:type="dcterms:W3CDTF">2026-01-01T00:00:00Z</ns2:created>
  <ns2:modified xsi:type="dcterms:W3CDTF">2026-01-01T00:00:00Z</ns2:modified>
</ns0:coreProperties>
</file>

<file path=docProps/custom.xml><?xml version="1.0" encoding="utf-8"?>
<ns0:Properties xmlns:ns0="http://schemas.openxmlformats.org/officeDocument/2006/custom-properties" xmlns:ns1="http://schemas.openxmlformats.org/officeDocument/2006/docPropsVTypes">
  <ns0:property fmtid="{D5CDD505-2E9C-101B-9397-08002B2CF9AE}" pid="2" name="KSOProductBuildVer">
    <ns1:lpwstr>public</ns1:lpwstr>
  </ns0:property>
  <ns0:property fmtid="{D5CDD505-2E9C-101B-9397-08002B2CF9AE}" pid="3" name="ICV">
    <ns1:lpwstr>public</ns1:lpwstr>
  </ns0:property>
</ns0:Properties>
</file>