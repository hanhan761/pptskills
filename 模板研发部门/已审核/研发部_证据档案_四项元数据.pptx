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9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10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10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：示例、内容、公开模板示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10_主文件_图片框"/>
          <ns0:cNvSpPr/>
          <ns0:nvPr/>
        </ns0:nvSpPr>
        <ns0:spPr>
          <ns1:xfrm>
            <ns1:off x="502285" y="1480820"/>
            <ns1:ext cx="4892675" cy="404177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V10_P10_主文件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422723" y="1527048"/>
            <ns1:ext cx="3052433" cy="3950208"/>
          </ns1:xfrm>
          <ns1:prstGeom prst="rect">
            <ns1:avLst/>
          </ns1:prstGeom>
        </ns0:spPr>
      </ns0:pic>
      <ns0:sp>
        <ns0:nvSpPr>
          <ns0:cNvPr id="16" name="RDV10_P10_主文件_图注底"/>
          <ns0:cNvSpPr/>
          <ns0:nvPr/>
        </ns0:nvSpPr>
        <ns0:spPr>
          <ns1:xfrm>
            <ns1:off x="502285" y="5522595"/>
            <ns1:ext cx="489267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V10_P10_主文件_图注"/>
          <ns0:cNvSpPr txBox="1"/>
          <ns0:nvPr/>
        </ns0:nvSpPr>
        <ns0:spPr>
          <ns1:xfrm>
            <ns1:off x="593725" y="5541010"/>
            <ns1:ext cx="470852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示例内-0</ns1:t>
            </ns1:r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V10_P10_档案底"/>
          <ns0:cNvSpPr/>
          <ns0:nvPr/>
        </ns0:nvSpPr>
        <ns0:spPr>
          <ns1:xfrm>
            <ns1:off x="5705475" y="1480820"/>
            <ns1:ext cx="5980430" cy="404177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V10_P10_档案标题"/>
          <ns0:cNvSpPr txBox="1"/>
          <ns0:nvPr/>
        </ns0:nvSpPr>
        <ns0:spPr>
          <ns1:xfrm>
            <ns1:off x="5979795" y="1673225"/>
            <ns1:ext cx="5431155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示例内容公开模，板示例内容公开模板示例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V10_P10_字段底_1"/>
          <ns0:cNvSpPr/>
          <ns0:nvPr/>
        </ns0:nvSpPr>
        <ns0:spPr>
          <ns1:xfrm>
            <ns1:off x="5989320" y="2331720"/>
            <ns1:ext cx="2413635" cy="987425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V10_P10_字段标签底_1"/>
          <ns0:cNvSpPr/>
          <ns0:nvPr/>
        </ns0:nvSpPr>
        <ns0:spPr>
          <ns1:xfrm>
            <ns1:off x="5989320" y="2331720"/>
            <ns1:ext cx="694690" cy="98742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V10_P10_字段标签_1"/>
          <ns0:cNvSpPr txBox="1"/>
          <ns0:nvPr/>
        </ns0:nvSpPr>
        <ns0:spPr>
          <ns1:xfrm>
            <ns1:off x="6062345" y="2633345"/>
            <ns1:ext cx="54864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V10_P10_字段正文_1"/>
          <ns0:cNvSpPr txBox="1"/>
          <ns0:nvPr/>
        </ns0:nvSpPr>
        <ns0:spPr>
          <ns1:xfrm>
            <ns1:off x="6812280" y="2459355"/>
            <ns1:ext cx="1407795" cy="7308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en-US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V10_P10_字段底_2"/>
          <ns0:cNvSpPr/>
          <ns0:nvPr/>
        </ns0:nvSpPr>
        <ns0:spPr>
          <ns1:xfrm>
            <ns1:off x="8677275" y="2331720"/>
            <ns1:ext cx="2414270" cy="987425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245BA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V10_P10_字段标签底_2"/>
          <ns0:cNvSpPr/>
          <ns0:nvPr/>
        </ns0:nvSpPr>
        <ns0:spPr>
          <ns1:xfrm>
            <ns1:off x="8677275" y="2331720"/>
            <ns1:ext cx="695325" cy="987425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6" name="RDV10_P10_字段标签_2"/>
          <ns0:cNvSpPr txBox="1"/>
          <ns0:nvPr/>
        </ns0:nvSpPr>
        <ns0:spPr>
          <ns1:xfrm>
            <ns1:off x="8750300" y="2633345"/>
            <ns1:ext cx="54864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V10_P10_字段正文_2"/>
          <ns0:cNvSpPr txBox="1"/>
          <ns0:nvPr/>
        </ns0:nvSpPr>
        <ns0:spPr>
          <ns1:xfrm>
            <ns1:off x="9500235" y="2459355"/>
            <ns1:ext cx="1407795" cy="7308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en-US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8" name="RDV10_P10_字段底_3"/>
          <ns0:cNvSpPr/>
          <ns0:nvPr/>
        </ns0:nvSpPr>
        <ns0:spPr>
          <ns1:xfrm>
            <ns1:off x="5989320" y="3556635"/>
            <ns1:ext cx="2413635" cy="987425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C99B24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V10_P10_字段标签底_3"/>
          <ns0:cNvSpPr/>
          <ns0:nvPr/>
        </ns0:nvSpPr>
        <ns0:spPr>
          <ns1:xfrm>
            <ns1:off x="5989320" y="3556635"/>
            <ns1:ext cx="694690" cy="987425"/>
          </ns1:xfrm>
          <ns1:prstGeom prst="roundRect">
            <ns1:avLst/>
          </ns1:prstGeom>
          <ns1:solidFill>
            <ns1:srgbClr val="C99B24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0" name="RDV10_P10_字段标签_3"/>
          <ns0:cNvSpPr txBox="1"/>
          <ns0:nvPr/>
        </ns0:nvSpPr>
        <ns0:spPr>
          <ns1:xfrm>
            <ns1:off x="6062345" y="3858260"/>
            <ns1:ext cx="54864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V10_P10_字段正文_3"/>
          <ns0:cNvSpPr txBox="1"/>
          <ns0:nvPr/>
        </ns0:nvSpPr>
        <ns0:spPr>
          <ns1:xfrm>
            <ns1:off x="6812280" y="3684905"/>
            <ns1:ext cx="1407795" cy="7308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示例、内容公开模板示</ns1:t>
            </ns1:r>
            <ns1:endParaRPr lang="en-US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V10_P10_字段底_4"/>
          <ns0:cNvSpPr/>
          <ns0:nvPr/>
        </ns0:nvSpPr>
        <ns0:spPr>
          <ns1:xfrm>
            <ns1:off x="8677275" y="3556635"/>
            <ns1:ext cx="2414270" cy="987425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V10_P10_字段标签底_4"/>
          <ns0:cNvSpPr/>
          <ns0:nvPr/>
        </ns0:nvSpPr>
        <ns0:spPr>
          <ns1:xfrm>
            <ns1:off x="8677275" y="3556635"/>
            <ns1:ext cx="695325" cy="98742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V10_P10_字段标签_4"/>
          <ns0:cNvSpPr txBox="1"/>
          <ns0:nvPr/>
        </ns0:nvSpPr>
        <ns0:spPr>
          <ns1:xfrm>
            <ns1:off x="8750300" y="3858260"/>
            <ns1:ext cx="54864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V10_P10_字段正文_4"/>
          <ns0:cNvSpPr txBox="1"/>
          <ns0:nvPr/>
        </ns0:nvSpPr>
        <ns0:spPr>
          <ns1:xfrm>
            <ns1:off x="9500235" y="3684905"/>
            <ns1:ext cx="1407795" cy="7308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en-US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8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48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V10_P10_签发条底"/>
          <ns0:cNvSpPr/>
          <ns0:nvPr/>
        </ns0:nvSpPr>
        <ns0:spPr>
          <ns1:xfrm>
            <ns1:off x="5989320" y="4745355"/>
            <ns1:ext cx="5376545" cy="53022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V10_P10_签发条"/>
          <ns0:cNvSpPr txBox="1"/>
          <ns0:nvPr/>
        </ns0:nvSpPr>
        <ns0:spPr>
          <ns1:xfrm>
            <ns1:off x="6181090" y="4809490"/>
            <ns1:ext cx="499237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　容公开模板　示例内容公开</ns1:t>
            </ns1:r>
            <ns1:endParaRPr lang="zh-CN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V10_P10_签章底"/>
          <ns0:cNvSpPr/>
          <ns0:nvPr/>
        </ns0:nvSpPr>
        <ns0:spPr>
          <ns1:xfrm>
            <ns1:off x="10579100" y="4041140"/>
            <ns1:ext cx="603885" cy="603885"/>
          </ns1:xfrm>
          <ns1:prstGeom prst="ellipse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9" name="RDV10_P10_签章"/>
          <ns0:cNvSpPr txBox="1"/>
          <ns0:nvPr/>
        </ns0:nvSpPr>
        <ns0:spPr>
          <ns1:xfrm>
            <ns1:off x="10579100" y="4041140"/>
            <ns1:ext cx="603250" cy="6032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RDV10_P10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V10_P10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示例、内容、公开模板示例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，示例内容公开模板示例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204</ns0:Words>
  <ns0:Application>WPS 演示</ns0:Application>
  <ns0:PresentationFormat>宽屏</ns0:PresentationFormat>
  <ns0:Paragraphs>36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