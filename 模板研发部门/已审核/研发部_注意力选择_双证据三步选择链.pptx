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3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4" Type="http://schemas.openxmlformats.org/officeDocument/2006/relationships/notesSlide" Target="../notesSlides/notesSlide1.xml" /><ns0:Relationship Id="rId3" Type="http://schemas.openxmlformats.org/officeDocument/2006/relationships/slideLayout" Target="../slideLayouts/slideLayout12.xml" /><ns0:Relationship Id="rId2" Type="http://schemas.openxmlformats.org/officeDocument/2006/relationships/image" Target="../media/public-placeholder.png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示例内容公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M5_P04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M5_P04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示例内容公开模板示例内容，公开模板示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endParaRPr lang="zh-CN" altLang="en-US" sz="2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0" name="RDM5_P04_架构图_图片框"/>
          <ns0:cNvSpPr/>
          <ns0:nvPr/>
        </ns0:nvSpPr>
        <ns0:spPr>
          <ns1:xfrm>
            <ns1:off x="502285" y="1480820"/>
            <ns1:ext cx="3703955" cy="354774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15" name="RDM5_P04_架构图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548640" y="2334899"/>
            <ns1:ext cx="3611880" cy="1840730"/>
          </ns1:xfrm>
          <ns1:prstGeom prst="rect">
            <ns1:avLst/>
          </ns1:prstGeom>
        </ns0:spPr>
      </ns0:pic>
      <ns0:sp>
        <ns0:nvSpPr>
          <ns0:cNvPr id="16" name="RDM5_P04_架构图_图注底"/>
          <ns0:cNvSpPr/>
          <ns0:nvPr/>
        </ns0:nvSpPr>
        <ns0:spPr>
          <ns1:xfrm>
            <ns1:off x="502285" y="5029200"/>
            <ns1:ext cx="3703955" cy="31051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7" name="RDM5_P04_架构图_图注"/>
          <ns0:cNvSpPr txBox="1"/>
          <ns0:nvPr/>
        </ns0:nvSpPr>
        <ns0:spPr>
          <ns1:xfrm>
            <ns1:off x="593725" y="5046980"/>
            <ns1:ext cx="3520440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en-US" altLang="en-US" sz="97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示例内容公开模板示例内 </ns1:t>
            </ns1:r>
            <ns1:r>
              <ns1:rPr lang="zh-CN" altLang="en-US" sz="97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r>
              <ns1:rPr lang="en-US" altLang="zh-CN" sz="97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示例内容公开模 </ns1:t>
            </ns1:r>
            <ns1:r>
              <ns1:rPr lang="zh-CN" altLang="en-US" sz="97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</ns1:t>
            </ns1:r>
            <ns1:r>
              <ns1:rPr lang="en-US" altLang="zh-CN" sz="97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, 0000</ns1:t>
            </ns1:r>
            <ns1:endParaRPr lang="en-US" altLang="zh-CN" sz="97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8" name="RDM5_P04_选择底_1"/>
          <ns0:cNvSpPr/>
          <ns0:nvPr/>
        </ns0:nvSpPr>
        <ns0:spPr>
          <ns1:xfrm>
            <ns1:off x="4462145" y="1554480"/>
            <ns1:ext cx="1901825" cy="93218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9" name="RDM5_P04_选择标题_1"/>
          <ns0:cNvSpPr txBox="1"/>
          <ns0:nvPr/>
        </ns0:nvSpPr>
        <ns0:spPr>
          <ns1:xfrm>
            <ns1:off x="4589780" y="1645920"/>
            <ns1:ext cx="1645920" cy="310515"/>
          </ns1:xfrm>
          <ns1:prstGeom prst="rect">
            <ns1:avLst/>
          </ns1:prstGeom>
          <ns1:noFill/>
        </ns0:spPr>
        <ns0:txBody>
          <ns1:bodyPr wrap="none" lIns="0" tIns="0" rIns="0" bIns="0" rtlCol="0" anchor="t">
            <ns1:noAutofit/>
          </ns1:bodyPr>
          <ns1:p>
            <ns1:pPr algn="ctr"/>
            <ns1:r>
              <ns1:rPr lang="en-US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</ns1:t>
            </ns1:r>
            <ns1:r>
              <ns1:rPr lang="zh-CN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</ns1:t>
            </ns1:r>
            <ns1:endParaRPr lang="zh-CN" altLang="en-US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0" name="RDM5_P04_选择正文_1"/>
          <ns0:cNvSpPr txBox="1"/>
          <ns0:nvPr/>
        </ns0:nvSpPr>
        <ns0:spPr>
          <ns1:xfrm>
            <ns1:off x="4589780" y="1993265"/>
            <ns1:ext cx="1645920" cy="4749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43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endParaRPr lang="zh-CN" altLang="en-US" sz="143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21" name="RDM5_P04_选择箭头_1"/>
          <ns0:cNvCxnSpPr/>
          <ns0:nvPr/>
        </ns0:nvCxnSpPr>
        <ns0:spPr>
          <ns1:xfrm>
            <ns1:off x="5412740" y="2514600"/>
            <ns1:ext cx="635" cy="237490"/>
          </ns1:xfrm>
          <ns1:prstGeom prst="line">
            <ns1:avLst/>
          </ns1:prstGeom>
          <ns1:ln w="25400">
            <ns1:solidFill>
              <ns1:srgbClr val="C00000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22" name="RDM5_P04_选择底_2"/>
          <ns0:cNvSpPr/>
          <ns0:nvPr/>
        </ns0:nvSpPr>
        <ns0:spPr>
          <ns1:xfrm>
            <ns1:off x="4462145" y="2816225"/>
            <ns1:ext cx="1901825" cy="932180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3" name="RDM5_P04_选择标题_2"/>
          <ns0:cNvSpPr txBox="1"/>
          <ns0:nvPr/>
        </ns0:nvSpPr>
        <ns0:spPr>
          <ns1:xfrm>
            <ns1:off x="4589780" y="2907665"/>
            <ns1:ext cx="1645920" cy="310515"/>
          </ns1:xfrm>
          <ns1:prstGeom prst="rect">
            <ns1:avLst/>
          </ns1:prstGeom>
          <ns1:noFill/>
        </ns0:spPr>
        <ns0:txBody>
          <ns1:bodyPr wrap="none" lIns="0" tIns="0" rIns="0" bIns="0" rtlCol="0" anchor="t">
            <ns1:noAutofit/>
          </ns1:bodyPr>
          <ns1:p>
            <ns1:pPr algn="ctr"/>
            <ns1:r>
              <ns1:rPr lang="en-US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</ns1:t>
            </ns1:r>
            <ns1:r>
              <ns1:rPr lang="zh-CN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</ns1:t>
            </ns1:r>
            <ns1:endParaRPr lang="zh-CN" altLang="en-US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4" name="RDM5_P04_选择正文_2"/>
          <ns0:cNvSpPr txBox="1"/>
          <ns0:nvPr/>
        </ns0:nvSpPr>
        <ns0:spPr>
          <ns1:xfrm>
            <ns1:off x="4589780" y="3255010"/>
            <ns1:ext cx="1645920" cy="4749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43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</ns1:t>
            </ns1:r>
            <ns1:endParaRPr lang="zh-CN" altLang="en-US" sz="143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25" name="RDM5_P04_选择箭头_2"/>
          <ns0:cNvCxnSpPr/>
          <ns0:nvPr/>
        </ns0:nvCxnSpPr>
        <ns0:spPr>
          <ns1:xfrm>
            <ns1:off x="5412740" y="3776345"/>
            <ns1:ext cx="635" cy="237490"/>
          </ns1:xfrm>
          <ns1:prstGeom prst="line">
            <ns1:avLst/>
          </ns1:prstGeom>
          <ns1:ln w="2540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26" name="RDM5_P04_选择底_3"/>
          <ns0:cNvSpPr/>
          <ns0:nvPr/>
        </ns0:nvSpPr>
        <ns0:spPr>
          <ns1:xfrm>
            <ns1:off x="4462145" y="4077970"/>
            <ns1:ext cx="1901825" cy="932815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7" name="RDM5_P04_选择标题_3"/>
          <ns0:cNvSpPr txBox="1"/>
          <ns0:nvPr/>
        </ns0:nvSpPr>
        <ns0:spPr>
          <ns1:xfrm>
            <ns1:off x="4589780" y="4169410"/>
            <ns1:ext cx="1645920" cy="310515"/>
          </ns1:xfrm>
          <ns1:prstGeom prst="rect">
            <ns1:avLst/>
          </ns1:prstGeom>
          <ns1:noFill/>
        </ns0:spPr>
        <ns0:txBody>
          <ns1:bodyPr wrap="none" lIns="0" tIns="0" rIns="0" bIns="0" rtlCol="0" anchor="t">
            <ns1:noAutofit/>
          </ns1:bodyPr>
          <ns1:p>
            <ns1:pPr algn="ctr"/>
            <ns1:r>
              <ns1:rPr lang="en-US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</ns1:t>
            </ns1:r>
            <ns1:r>
              <ns1:rPr lang="zh-CN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</ns1:t>
            </ns1:r>
            <ns1:endParaRPr lang="zh-CN" altLang="en-US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8" name="RDM5_P04_选择正文_3"/>
          <ns0:cNvSpPr txBox="1"/>
          <ns0:nvPr/>
        </ns0:nvSpPr>
        <ns0:spPr>
          <ns1:xfrm>
            <ns1:off x="4589780" y="4516755"/>
            <ns1:ext cx="1645920" cy="4749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43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</ns1:t>
            </ns1:r>
            <ns1:endParaRPr lang="zh-CN" altLang="en-US" sz="143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9" name="RDM5_P04_注意力图_图片框"/>
          <ns0:cNvSpPr/>
          <ns0:nvPr/>
        </ns0:nvSpPr>
        <ns0:spPr>
          <ns1:xfrm>
            <ns1:off x="6629400" y="1480820"/>
            <ns1:ext cx="5056505" cy="354774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30" name="RDM5_P04_注意力图" descr="Public template placeholder"/>
          <ns0:cNvPicPr>
            <ns1:picLocks noChangeAspect="1"/>
          </ns0:cNvPicPr>
          <ns0:nvPr/>
        </ns0:nvPicPr>
        <ns0:blipFill>
          <ns1:blip ns3:embed="rId2"/>
          <ns1:stretch>
            <ns1:fillRect/>
          </ns1:stretch>
        </ns0:blipFill>
        <ns0:spPr>
          <ns1:xfrm>
            <ns1:off x="8032157" y="1527048"/>
            <ns1:ext cx="2251118" cy="3456432"/>
          </ns1:xfrm>
          <ns1:prstGeom prst="rect">
            <ns1:avLst/>
          </ns1:prstGeom>
        </ns0:spPr>
      </ns0:pic>
      <ns0:sp>
        <ns0:nvSpPr>
          <ns0:cNvPr id="31" name="RDM5_P04_注意力图_图注底"/>
          <ns0:cNvSpPr/>
          <ns0:nvPr/>
        </ns0:nvSpPr>
        <ns0:spPr>
          <ns1:xfrm>
            <ns1:off x="6629400" y="5029200"/>
            <ns1:ext cx="5056505" cy="31051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2" name="RDM5_P04_注意力图_图注"/>
          <ns0:cNvSpPr txBox="1"/>
          <ns0:nvPr/>
        </ns0:nvSpPr>
        <ns0:spPr>
          <ns1:xfrm>
            <ns1:off x="6720840" y="5046980"/>
            <ns1:ext cx="4873625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97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</ns1:t>
            </ns1:r>
            <ns1:r>
              <ns1:rPr lang="en-US" altLang="zh-CN" sz="97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示例内容公开模 </ns1:t>
            </ns1:r>
            <ns1:r>
              <ns1:rPr lang="zh-CN" altLang="en-US" sz="97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</ns1:t>
            </ns1:r>
            <ns1:r>
              <ns1:rPr lang="en-US" altLang="zh-CN" sz="97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, 0000</ns1:t>
            </ns1:r>
            <ns1:endParaRPr lang="en-US" altLang="zh-CN" sz="97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33" name="RDM5_P04_规则底"/>
          <ns0:cNvSpPr/>
          <ns0:nvPr/>
        </ns0:nvSpPr>
        <ns0:spPr>
          <ns1:xfrm>
            <ns1:off x="502285" y="5403850"/>
            <ns1:ext cx="11183620" cy="36576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4" name="RDM5_P04_规则"/>
          <ns0:cNvSpPr txBox="1"/>
          <ns0:nvPr/>
        </ns0:nvSpPr>
        <ns0:spPr>
          <ns1:xfrm>
            <ns1:off x="713105" y="5440045"/>
            <ns1:ext cx="10761980" cy="28321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6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示例内容公开模板示例内，容公开模板示，例内容公开模板示</ns1:t>
            </ns1:r>
            <ns1:endParaRPr lang="zh-CN" altLang="en-US" sz="16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5" name="RDM5_P04_结论底"/>
          <ns0:cNvSpPr/>
          <ns0:nvPr/>
        </ns0:nvSpPr>
        <ns0:spPr>
          <ns1:xfrm>
            <ns1:off x="502285" y="5879465"/>
            <ns1:ext cx="11183620" cy="474980"/>
          </ns1:xfrm>
          <ns1:prstGeom prst="roundRect">
            <ns1:avLst/>
          </ns1:prstGeom>
          <ns1:solidFill>
            <ns1:srgbClr val="EEF3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6" name="RDM5_P04_结论"/>
          <ns0:cNvSpPr txBox="1"/>
          <ns0:nvPr/>
        </ns0:nvSpPr>
        <ns0:spPr>
          <ns1:xfrm>
            <ns1:off x="749300" y="5915660"/>
            <ns1:ext cx="10698480" cy="40195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示例内容公开模板示例内，容公开模板示例内容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。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196</ns0:Words>
  <ns0:Application>WPS 演示</ns0:Application>
  <ns0:PresentationFormat>宽屏</ns0:PresentationFormat>
  <ns0:Paragraphs>26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