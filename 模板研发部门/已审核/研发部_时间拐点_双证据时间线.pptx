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52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4" Type="http://schemas.openxmlformats.org/officeDocument/2006/relationships/notesSlide" Target="../notesSlides/notesSlide1.xml" /><ns0:Relationship Id="rId3" Type="http://schemas.openxmlformats.org/officeDocument/2006/relationships/slideLayout" Target="../slideLayouts/slideLayout12.xml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10_P01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10_P01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：示例、内容公开模板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24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10" name="RD10_P01_AlphaGo图片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02285" y="1554480"/>
            <ns1:ext cx="3246120" cy="1572260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15" name="RD10_P01_AlphaGo_图注底"/>
          <ns0:cNvSpPr/>
          <ns0:nvPr/>
        </ns0:nvSpPr>
        <ns0:spPr>
          <ns1:xfrm>
            <ns1:off x="502285" y="3126740"/>
            <ns1:ext cx="324675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RD10_P01_AlphaGo_图注"/>
          <ns0:cNvSpPr txBox="1"/>
          <ns0:nvPr/>
        </ns0:nvSpPr>
        <ns0:spPr>
          <ns1:xfrm>
            <ns1:off x="593725" y="3145155"/>
            <ns1:ext cx="3062605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 </ns1:t>
            </ns1:r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 模板示例内容公开, 0000</ns1:t>
            </ns1:r>
            <ns1:endParaRPr lang="en-US" altLang="zh-CN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7" name="RD10_P01_中心判断底"/>
          <ns0:cNvSpPr/>
          <ns0:nvPr/>
        </ns0:nvSpPr>
        <ns0:spPr>
          <ns1:xfrm>
            <ns1:off x="4004945" y="1554480"/>
            <ns1:ext cx="3703320" cy="1883410"/>
          </ns1:xfrm>
          <ns1:prstGeom prst="roundRect">
            <ns1:avLst/>
          </ns1:prstGeom>
          <ns1:solidFill>
            <ns1:srgbClr val="EEF3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8" name="RD10_P01_中心判断标题"/>
          <ns0:cNvSpPr txBox="1"/>
          <ns0:nvPr/>
        </ns0:nvSpPr>
        <ns0:spPr>
          <ns1:xfrm>
            <ns1:off x="4315460" y="1755140"/>
            <ns1:ext cx="3081020" cy="43878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9" name="RD10_P01_中心判断关键词"/>
          <ns0:cNvSpPr txBox="1"/>
          <ns0:nvPr/>
        </ns0:nvSpPr>
        <ns0:spPr>
          <ns1:xfrm>
            <ns1:off x="4297045" y="2239645"/>
            <ns1:ext cx="3108960" cy="5302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5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en-US" altLang="zh-CN" sz="25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</ns1:t>
            </ns1:r>
            <ns1:r>
              <ns1:rPr lang="zh-CN" altLang="en-US" sz="25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×</ns1:t>
            </ns1:r>
            <ns1:r>
              <ns1:rPr lang="en-US" altLang="zh-CN" sz="25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</ns1:t>
            </ns1:r>
            <ns1:r>
              <ns1:rPr lang="zh-CN" altLang="en-US" sz="25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en-US" altLang="zh-CN" sz="25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</ns1:t>
            </ns1:r>
            <ns1:r>
              <ns1:rPr lang="zh-CN" altLang="en-US" sz="25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×</ns1:t>
            </ns1:r>
            <ns1:r>
              <ns1:rPr lang="en-US" altLang="zh-CN" sz="25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</ns1:t>
            </ns1:r>
            <ns1:r>
              <ns1:rPr lang="zh-CN" altLang="en-US" sz="25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endParaRPr lang="zh-CN" altLang="en-US" sz="25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0" name="RD10_P01_中心判断正文"/>
          <ns0:cNvSpPr txBox="1"/>
          <ns0:nvPr/>
        </ns0:nvSpPr>
        <ns0:spPr>
          <ns1:xfrm>
            <ns1:off x="4343400" y="2788920"/>
            <ns1:ext cx="3017520" cy="5022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示例内容公开，模板示例内容公开模板。</ns1:t>
            </ns1:r>
            <ns1:endParaRPr lang="zh-CN" altLang="en-US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21" name="RD10_P01_MatterGen图片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7973060" y="1554480"/>
            <ns1:ext cx="3712210" cy="1572260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22" name="RD10_P01_MatterGen_图注底"/>
          <ns0:cNvSpPr/>
          <ns0:nvPr/>
        </ns0:nvSpPr>
        <ns0:spPr>
          <ns1:xfrm>
            <ns1:off x="7973060" y="3126740"/>
            <ns1:ext cx="371284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10_P01_MatterGen_图注"/>
          <ns0:cNvSpPr txBox="1"/>
          <ns0:nvPr/>
        </ns0:nvSpPr>
        <ns0:spPr>
          <ns1:xfrm>
            <ns1:off x="8064500" y="3145155"/>
            <ns1:ext cx="3529330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 </ns1:t>
            </ns1:r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 公开 模板., 示例内容公开, 0000</ns1:t>
            </ns1:r>
            <ns1:endParaRPr lang="en-US" altLang="zh-CN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cxnSp>
        <ns0:nvCxnSpPr>
          <ns0:cNvPr id="24" name="RD10_P01_主轴"/>
          <ns0:cNvCxnSpPr/>
          <ns0:nvPr/>
        </ns0:nvCxnSpPr>
        <ns0:spPr>
          <ns1:xfrm>
            <ns1:off x="822960" y="3968115"/>
            <ns1:ext cx="10515600" cy="635"/>
          </ns1:xfrm>
          <ns1:prstGeom prst="line">
            <ns1:avLst/>
          </ns1:prstGeom>
          <ns1:ln w="30480">
            <ns1:solidFill>
              <ns1:srgbClr val="123A85"/>
            </ns1:solidFill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5" name="RD10_P01_节点_1"/>
          <ns0:cNvSpPr/>
          <ns0:nvPr/>
        </ns0:nvSpPr>
        <ns0:spPr>
          <ns1:xfrm>
            <ns1:off x="1097280" y="3776345"/>
            <ns1:ext cx="383540" cy="383540"/>
          </ns1:xfrm>
          <ns1:prstGeom prst="ellipse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6" name="RD10_P01_年份_1"/>
          <ns0:cNvSpPr txBox="1"/>
          <ns0:nvPr/>
        </ns0:nvSpPr>
        <ns0:spPr>
          <ns1:xfrm>
            <ns1:off x="886460" y="4178300"/>
            <ns1:ext cx="822960" cy="3200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0000</ns1:t>
            </ns1:r>
            <ns1:endParaRPr lang="en-US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7" name="RD10_P01_节点标题_1"/>
          <ns0:cNvSpPr txBox="1"/>
          <ns0:nvPr/>
        </ns0:nvSpPr>
        <ns0:spPr>
          <ns1:xfrm>
            <ns1:off x="420370" y="4553585"/>
            <ns1:ext cx="1782445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8" name="RD10_P01_节点正文_1"/>
          <ns0:cNvSpPr txBox="1"/>
          <ns0:nvPr/>
        </ns0:nvSpPr>
        <ns0:spPr>
          <ns1:xfrm>
            <ns1:off x="191770" y="4955540"/>
            <ns1:ext cx="2194560" cy="62166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</ns1:t>
            </ns1:r>
            <ns1:endParaRPr lang="zh-CN" altLang="en-US" sz="16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9" name="RD10_P01_节点_2"/>
          <ns0:cNvSpPr/>
          <ns0:nvPr/>
        </ns0:nvSpPr>
        <ns0:spPr>
          <ns1:xfrm>
            <ns1:off x="3703320" y="3776345"/>
            <ns1:ext cx="383540" cy="383540"/>
          </ns1:xfrm>
          <ns1:prstGeom prst="ellipse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0" name="RD10_P01_年份_2"/>
          <ns0:cNvSpPr txBox="1"/>
          <ns0:nvPr/>
        </ns0:nvSpPr>
        <ns0:spPr>
          <ns1:xfrm>
            <ns1:off x="3492500" y="4178300"/>
            <ns1:ext cx="822960" cy="3200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0000</ns1:t>
            </ns1:r>
            <ns1:endParaRPr lang="en-US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10_P01_节点标题_2"/>
          <ns0:cNvSpPr txBox="1"/>
          <ns0:nvPr/>
        </ns0:nvSpPr>
        <ns0:spPr>
          <ns1:xfrm>
            <ns1:off x="3026410" y="4553585"/>
            <ns1:ext cx="1782445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10_P01_节点正文_2"/>
          <ns0:cNvSpPr txBox="1"/>
          <ns0:nvPr/>
        </ns0:nvSpPr>
        <ns0:spPr>
          <ns1:xfrm>
            <ns1:off x="2797810" y="4955540"/>
            <ns1:ext cx="2194560" cy="62166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</ns1:t>
            </ns1:r>
            <ns1:r>
              <ns1:rPr lang="en-US" altLang="zh-CN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示例内 </ns1:t>
            </ns1:r>
            <ns1:r>
              <ns1:rPr lang="zh-CN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zh-CN" altLang="en-US" sz="16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3" name="RD10_P01_节点_3"/>
          <ns0:cNvSpPr/>
          <ns0:nvPr/>
        </ns0:nvSpPr>
        <ns0:spPr>
          <ns1:xfrm>
            <ns1:off x="6400800" y="3776345"/>
            <ns1:ext cx="383540" cy="383540"/>
          </ns1:xfrm>
          <ns1:prstGeom prst="ellipse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10_P01_年份_3"/>
          <ns0:cNvSpPr txBox="1"/>
          <ns0:nvPr/>
        </ns0:nvSpPr>
        <ns0:spPr>
          <ns1:xfrm>
            <ns1:off x="6189980" y="4178300"/>
            <ns1:ext cx="822960" cy="3200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20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0000</ns1:t>
            </ns1:r>
            <ns1:endParaRPr lang="en-US" altLang="en-US" sz="20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5" name="RD10_P01_节点标题_3"/>
          <ns0:cNvSpPr txBox="1"/>
          <ns0:nvPr/>
        </ns0:nvSpPr>
        <ns0:spPr>
          <ns1:xfrm>
            <ns1:off x="5723890" y="4553585"/>
            <ns1:ext cx="1782445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6" name="RD10_P01_节点正文_3"/>
          <ns0:cNvSpPr txBox="1"/>
          <ns0:nvPr/>
        </ns0:nvSpPr>
        <ns0:spPr>
          <ns1:xfrm>
            <ns1:off x="5495290" y="4955540"/>
            <ns1:ext cx="2194560" cy="62166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 </ns1:t>
            </ns1:r>
            <ns1:r>
              <ns1:rPr lang="zh-CN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endParaRPr lang="zh-CN" altLang="en-US" sz="16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7" name="RD10_P01_节点_4"/>
          <ns0:cNvSpPr/>
          <ns0:nvPr/>
        </ns0:nvSpPr>
        <ns0:spPr>
          <ns1:xfrm>
            <ns1:off x="9326880" y="3776345"/>
            <ns1:ext cx="383540" cy="383540"/>
          </ns1:xfrm>
          <ns1:prstGeom prst="ellipse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8" name="RD10_P01_年份_4"/>
          <ns0:cNvSpPr txBox="1"/>
          <ns0:nvPr/>
        </ns0:nvSpPr>
        <ns0:spPr>
          <ns1:xfrm>
            <ns1:off x="9116060" y="4178300"/>
            <ns1:ext cx="822960" cy="3200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0000+</ns1:t>
            </ns1:r>
            <ns1:endParaRPr lang="en-US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9" name="RD10_P01_节点标题_4"/>
          <ns0:cNvSpPr txBox="1"/>
          <ns0:nvPr/>
        </ns0:nvSpPr>
        <ns0:spPr>
          <ns1:xfrm>
            <ns1:off x="8649970" y="4553585"/>
            <ns1:ext cx="1782445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0" name="RD10_P01_节点正文_4"/>
          <ns0:cNvSpPr txBox="1"/>
          <ns0:nvPr/>
        </ns0:nvSpPr>
        <ns0:spPr>
          <ns1:xfrm>
            <ns1:off x="8421370" y="4955540"/>
            <ns1:ext cx="2194560" cy="62166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zh-CN" altLang="en-US" sz="16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1" name="RD10_P01_结论底"/>
          <ns0:cNvSpPr/>
          <ns0:nvPr/>
        </ns0:nvSpPr>
        <ns0:spPr>
          <ns1:xfrm>
            <ns1:off x="502285" y="5796915"/>
            <ns1:ext cx="10836275" cy="530225"/>
          </ns1:xfrm>
          <ns1:prstGeom prst="roundRect">
            <ns1:avLst/>
          </ns1:prstGeom>
          <ns1:solidFill>
            <ns1:srgbClr val="EEF3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2" name="RD10_P01_结论"/>
          <ns0:cNvSpPr txBox="1"/>
          <ns0:nvPr/>
        </ns0:nvSpPr>
        <ns0:spPr>
          <ns1:xfrm>
            <ns1:off x="749300" y="5833745"/>
            <ns1:ext cx="10332085" cy="42037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示例内容公开模板示，例内容公开、模板示例内容公开模板示例内容公。</ns1:t>
            </ns1:r>
            <ns1:endParaRPr lang="zh-CN" altLang="en-US" sz="19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277</ns0:Words>
  <ns0:Application>WPS 演示</ns0:Application>
  <ns0:PresentationFormat>宽屏</ns0:PresentationFormat>
  <ns0:Paragraphs>42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