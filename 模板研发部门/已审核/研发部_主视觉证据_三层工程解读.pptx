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ags/tag10.xml" ContentType="application/vnd.openxmlformats-officedocument.presentationml.tags+xml"/>
  <ns0:Override PartName="/ppt/tags/tag11.xml" ContentType="application/vnd.openxmlformats-officedocument.presentationml.tags+xml"/>
  <ns0:Override PartName="/ppt/tags/tag12.xml" ContentType="application/vnd.openxmlformats-officedocument.presentationml.tags+xml"/>
  <ns0:Override PartName="/ppt/tags/tag13.xml" ContentType="application/vnd.openxmlformats-officedocument.presentationml.tags+xml"/>
  <ns0:Override PartName="/ppt/tags/tag14.xml" ContentType="application/vnd.openxmlformats-officedocument.presentationml.tags+xml"/>
  <ns0:Override PartName="/ppt/tags/tag15.xml" ContentType="application/vnd.openxmlformats-officedocument.presentationml.tags+xml"/>
  <ns0:Override PartName="/ppt/tags/tag16.xml" ContentType="application/vnd.openxmlformats-officedocument.presentationml.tags+xml"/>
  <ns0:Override PartName="/ppt/tags/tag2.xml" ContentType="application/vnd.openxmlformats-officedocument.presentationml.tags+xml"/>
  <ns0:Override PartName="/ppt/tags/tag3.xml" ContentType="application/vnd.openxmlformats-officedocument.presentationml.tags+xml"/>
  <ns0:Override PartName="/ppt/tags/tag4.xml" ContentType="application/vnd.openxmlformats-officedocument.presentationml.tags+xml"/>
  <ns0:Override PartName="/ppt/tags/tag5.xml" ContentType="application/vnd.openxmlformats-officedocument.presentationml.tags+xml"/>
  <ns0:Override PartName="/ppt/tags/tag6.xml" ContentType="application/vnd.openxmlformats-officedocument.presentationml.tags+xml"/>
  <ns0:Override PartName="/ppt/tags/tag7.xml" ContentType="application/vnd.openxmlformats-officedocument.presentationml.tags+xml"/>
  <ns0:Override PartName="/ppt/tags/tag8.xml" ContentType="application/vnd.openxmlformats-officedocument.presentationml.tags+xml"/>
  <ns0:Override PartName="/ppt/tags/tag9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52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6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9" Type="http://schemas.openxmlformats.org/officeDocument/2006/relationships/tags" Target="../tags/tag8.xml" /><ns0:Relationship Id="rId8" Type="http://schemas.openxmlformats.org/officeDocument/2006/relationships/tags" Target="../tags/tag7.xml" /><ns0:Relationship Id="rId7" Type="http://schemas.openxmlformats.org/officeDocument/2006/relationships/tags" Target="../tags/tag6.xml" /><ns0:Relationship Id="rId6" Type="http://schemas.openxmlformats.org/officeDocument/2006/relationships/tags" Target="../tags/tag5.xml" /><ns0:Relationship Id="rId5" Type="http://schemas.openxmlformats.org/officeDocument/2006/relationships/tags" Target="../tags/tag4.xml" /><ns0:Relationship Id="rId4" Type="http://schemas.openxmlformats.org/officeDocument/2006/relationships/tags" Target="../tags/tag3.xml" /><ns0:Relationship Id="rId3" Type="http://schemas.openxmlformats.org/officeDocument/2006/relationships/tags" Target="../tags/tag2.xml" /><ns0:Relationship Id="rId2" Type="http://schemas.openxmlformats.org/officeDocument/2006/relationships/tags" Target="../tags/tag1.xml" /><ns0:Relationship Id="rId18" Type="http://schemas.openxmlformats.org/officeDocument/2006/relationships/notesSlide" Target="../notesSlides/notesSlide1.xml" /><ns0:Relationship Id="rId17" Type="http://schemas.openxmlformats.org/officeDocument/2006/relationships/slideLayout" Target="../slideLayouts/slideLayout12.xml" /><ns0:Relationship Id="rId16" Type="http://schemas.openxmlformats.org/officeDocument/2006/relationships/tags" Target="../tags/tag15.xml" /><ns0:Relationship Id="rId15" Type="http://schemas.openxmlformats.org/officeDocument/2006/relationships/tags" Target="../tags/tag14.xml" /><ns0:Relationship Id="rId14" Type="http://schemas.openxmlformats.org/officeDocument/2006/relationships/tags" Target="../tags/tag13.xml" /><ns0:Relationship Id="rId13" Type="http://schemas.openxmlformats.org/officeDocument/2006/relationships/tags" Target="../tags/tag12.xml" /><ns0:Relationship Id="rId12" Type="http://schemas.openxmlformats.org/officeDocument/2006/relationships/tags" Target="../tags/tag11.xml" /><ns0:Relationship Id="rId11" Type="http://schemas.openxmlformats.org/officeDocument/2006/relationships/tags" Target="../tags/tag10.xml" /><ns0:Relationship Id="rId10" Type="http://schemas.openxmlformats.org/officeDocument/2006/relationships/tags" Target="../tags/tag9.xml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pic>
        <ns0:nvPicPr>
          <ns0:cNvPr id="10" name="RD_主视觉图片" descr="Public template placeholder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383540" y="1572260"/>
            <ns1:ext cx="6537960" cy="3876675"/>
          </ns1:xfrm>
          <ns1:prstGeom prst="rect">
            <ns1:avLst/>
          </ns1:prstGeom>
          <ns1:ln w="15875">
            <ns1:solidFill>
              <ns1:srgbClr val="123A85"/>
            </ns1:solidFill>
          </ns1:ln>
        </ns0:spPr>
      </ns0:pic>
      <ns0:sp>
        <ns0:nvSpPr>
          <ns0:cNvPr id="15" name="RD_主视觉图注底"/>
          <ns0:cNvSpPr/>
          <ns0:nvPr/>
        </ns0:nvSpPr>
        <ns0:spPr>
          <ns1:xfrm>
            <ns1:off x="383540" y="5046980"/>
            <ns1:ext cx="6537960" cy="402590"/>
          </ns1:xfrm>
          <ns1:prstGeom prst="rect">
            <ns1:avLst/>
          </ns1:prstGeom>
          <ns1:solidFill>
            <ns1:srgbClr val="123A85">
              <ns1:alpha val="92000"/>
            </ns1:srgbClr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3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3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6" name="RD_主视觉图注"/>
          <ns0:cNvSpPr txBox="1"/>
          <ns0:nvPr/>
        </ns0:nvSpPr>
        <ns0:spPr>
          <ns1:xfrm>
            <ns1:off x="530225" y="5074920"/>
            <ns1:ext cx="6254115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en-US" altLang="en-US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 </ns1:t>
            </ns1:r>
            <ns1:r>
              <ns1:rPr lang="zh-CN" altLang="en-US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示例内容公开模板：示例、内容公开模板示例内</ns1:t>
            </ns1:r>
            <ns1:r>
              <ns1:rPr lang="en-US" altLang="zh-CN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 公开模板, 0000</ns1:t>
            </ns1:r>
            <ns1:endParaRPr lang="en-US" altLang="zh-CN" sz="9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7" name="RD_解读卡片_01_底"/>
          <ns0:cNvSpPr/>
          <ns0:nvPr>
            <ns0:custDataLst>
              <ns0:tags ns2:id="rId2"/>
            </ns0:custDataLst>
          </ns0:nvPr>
        </ns0:nvSpPr>
        <ns0:spPr>
          <ns1:xfrm>
            <ns1:off x="7150100" y="1572260"/>
            <ns1:ext cx="4645025" cy="113411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8" name="RD_解读卡片_01_序号底"/>
          <ns0:cNvSpPr/>
          <ns0:nvPr>
            <ns0:custDataLst>
              <ns0:tags ns2:id="rId3"/>
            </ns0:custDataLst>
          </ns0:nvPr>
        </ns0:nvSpPr>
        <ns0:spPr>
          <ns1:xfrm>
            <ns1:off x="7150100" y="1572260"/>
            <ns1:ext cx="658495" cy="113411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3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3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9" name="RD_解读卡片_01_序号"/>
          <ns0:cNvSpPr txBox="1"/>
          <ns0:nvPr>
            <ns0:custDataLst>
              <ns0:tags ns2:id="rId4"/>
            </ns0:custDataLst>
          </ns0:nvPr>
        </ns0:nvSpPr>
        <ns0:spPr>
          <ns1:xfrm>
            <ns1:off x="7150100" y="1572260"/>
            <ns1:ext cx="657860" cy="113347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6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6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0" name="RD_解读卡片_01_标题"/>
          <ns0:cNvSpPr txBox="1"/>
          <ns0:nvPr>
            <ns0:custDataLst>
              <ns0:tags ns2:id="rId5"/>
            </ns0:custDataLst>
          </ns0:nvPr>
        </ns0:nvSpPr>
        <ns0:spPr>
          <ns1:xfrm>
            <ns1:off x="8009890" y="1691005"/>
            <ns1:ext cx="3520440" cy="2921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7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</ns1:t>
            </ns1:r>
            <ns1:endParaRPr lang="zh-CN" altLang="en-US" sz="17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1" name="RD_解读卡片_01_正文"/>
          <ns0:cNvSpPr txBox="1"/>
          <ns0:nvPr>
            <ns0:custDataLst>
              <ns0:tags ns2:id="rId6"/>
            </ns0:custDataLst>
          </ns0:nvPr>
        </ns0:nvSpPr>
        <ns0:spPr>
          <ns1:xfrm>
            <ns1:off x="8009890" y="2038985"/>
            <ns1:ext cx="3492500" cy="5302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1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示例内容公开模板示例内，容公开模板示例内容公开模板示例。</ns1:t>
            </ns1:r>
            <ns1:endParaRPr lang="zh-CN" altLang="en-US" sz="11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2" name="RD_解读卡片_02_底"/>
          <ns0:cNvSpPr/>
          <ns0:nvPr>
            <ns0:custDataLst>
              <ns0:tags ns2:id="rId7"/>
            </ns0:custDataLst>
          </ns0:nvPr>
        </ns0:nvSpPr>
        <ns0:spPr>
          <ns1:xfrm>
            <ns1:off x="7150100" y="2852420"/>
            <ns1:ext cx="4645025" cy="113411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3" name="RD_解读卡片_02_序号底"/>
          <ns0:cNvSpPr/>
          <ns0:nvPr>
            <ns0:custDataLst>
              <ns0:tags ns2:id="rId8"/>
            </ns0:custDataLst>
          </ns0:nvPr>
        </ns0:nvSpPr>
        <ns0:spPr>
          <ns1:xfrm>
            <ns1:off x="7150100" y="2852420"/>
            <ns1:ext cx="658495" cy="1134110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3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3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4" name="RD_解读卡片_02_序号"/>
          <ns0:cNvSpPr txBox="1"/>
          <ns0:nvPr>
            <ns0:custDataLst>
              <ns0:tags ns2:id="rId9"/>
            </ns0:custDataLst>
          </ns0:nvPr>
        </ns0:nvSpPr>
        <ns0:spPr>
          <ns1:xfrm>
            <ns1:off x="7150100" y="2852420"/>
            <ns1:ext cx="657860" cy="113347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6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6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5" name="RD_解读卡片_02_标题"/>
          <ns0:cNvSpPr txBox="1"/>
          <ns0:nvPr>
            <ns0:custDataLst>
              <ns0:tags ns2:id="rId10"/>
            </ns0:custDataLst>
          </ns0:nvPr>
        </ns0:nvSpPr>
        <ns0:spPr>
          <ns1:xfrm>
            <ns1:off x="8009890" y="2971800"/>
            <ns1:ext cx="3520440" cy="2921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7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</ns1:t>
            </ns1:r>
            <ns1:endParaRPr lang="zh-CN" altLang="en-US" sz="17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6" name="RD_解读卡片_02_正文"/>
          <ns0:cNvSpPr txBox="1"/>
          <ns0:nvPr>
            <ns0:custDataLst>
              <ns0:tags ns2:id="rId11"/>
            </ns0:custDataLst>
          </ns0:nvPr>
        </ns0:nvSpPr>
        <ns0:spPr>
          <ns1:xfrm>
            <ns1:off x="8009890" y="3319145"/>
            <ns1:ext cx="3492500" cy="5302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1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示例内容公开模板，示例内容公开模板、示例内容公开模板示。</ns1:t>
            </ns1:r>
            <ns1:endParaRPr lang="zh-CN" altLang="en-US" sz="11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7" name="RD_解读卡片_03_底"/>
          <ns0:cNvSpPr/>
          <ns0:nvPr>
            <ns0:custDataLst>
              <ns0:tags ns2:id="rId12"/>
            </ns0:custDataLst>
          </ns0:nvPr>
        </ns0:nvSpPr>
        <ns0:spPr>
          <ns1:xfrm>
            <ns1:off x="7150100" y="4132580"/>
            <ns1:ext cx="4645025" cy="113411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8" name="RD_解读卡片_03_序号底"/>
          <ns0:cNvSpPr/>
          <ns0:nvPr>
            <ns0:custDataLst>
              <ns0:tags ns2:id="rId13"/>
            </ns0:custDataLst>
          </ns0:nvPr>
        </ns0:nvSpPr>
        <ns0:spPr>
          <ns1:xfrm>
            <ns1:off x="7150100" y="4132580"/>
            <ns1:ext cx="658495" cy="113411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3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3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9" name="RD_解读卡片_03_序号"/>
          <ns0:cNvSpPr txBox="1"/>
          <ns0:nvPr>
            <ns0:custDataLst>
              <ns0:tags ns2:id="rId14"/>
            </ns0:custDataLst>
          </ns0:nvPr>
        </ns0:nvSpPr>
        <ns0:spPr>
          <ns1:xfrm>
            <ns1:off x="7150100" y="4132580"/>
            <ns1:ext cx="657860" cy="113347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6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6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0" name="RD_解读卡片_03_标题"/>
          <ns0:cNvSpPr txBox="1"/>
          <ns0:nvPr>
            <ns0:custDataLst>
              <ns0:tags ns2:id="rId15"/>
            </ns0:custDataLst>
          </ns0:nvPr>
        </ns0:nvSpPr>
        <ns0:spPr>
          <ns1:xfrm>
            <ns1:off x="8009890" y="4251325"/>
            <ns1:ext cx="3520440" cy="2921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7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</ns1:t>
            </ns1:r>
            <ns1:endParaRPr lang="zh-CN" altLang="en-US" sz="17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1" name="RD_解读卡片_03_正文"/>
          <ns0:cNvSpPr txBox="1"/>
          <ns0:nvPr>
            <ns0:custDataLst>
              <ns0:tags ns2:id="rId16"/>
            </ns0:custDataLst>
          </ns0:nvPr>
        </ns0:nvSpPr>
        <ns0:spPr>
          <ns1:xfrm>
            <ns1:off x="8009890" y="4599305"/>
            <ns1:ext cx="3492500" cy="5302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1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示例内容公开、模板示例内容公，开模板示例内容公开模板示。</ns1:t>
            </ns1:r>
            <ns1:endParaRPr lang="zh-CN" altLang="en-US" sz="11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2" name="RD_验收判断底"/>
          <ns0:cNvSpPr/>
          <ns0:nvPr/>
        </ns0:nvSpPr>
        <ns0:spPr>
          <ns1:xfrm>
            <ns1:off x="383540" y="5650865"/>
            <ns1:ext cx="11411585" cy="749300"/>
          </ns1:xfrm>
          <ns1:prstGeom prst="roundRect">
            <ns1:avLst/>
          </ns1:prstGeom>
          <ns1:solidFill>
            <ns1:srgbClr val="EEF3FA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3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3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3" name="RD_验收判断强调线"/>
          <ns0:cNvSpPr/>
          <ns0:nvPr/>
        </ns0:nvSpPr>
        <ns0:spPr>
          <ns1:xfrm>
            <ns1:off x="593725" y="5799138"/>
            <ns1:ext cx="64135" cy="457200"/>
          </ns1:xfrm>
          <ns1:prstGeom prst="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3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3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4" name="RD_验收判断标签"/>
          <ns0:cNvSpPr txBox="1"/>
          <ns0:nvPr/>
        </ns0:nvSpPr>
        <ns0:spPr>
          <ns1:xfrm>
            <ns1:off x="786130" y="5733098"/>
            <ns1:ext cx="1115695" cy="5892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5" name="RD_验收判断正文"/>
          <ns0:cNvSpPr txBox="1"/>
          <ns0:nvPr/>
        </ns0:nvSpPr>
        <ns0:spPr>
          <ns1:xfrm>
            <ns1:off x="1901825" y="5650865"/>
            <ns1:ext cx="9564370" cy="75374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20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示例内容公开模板示例内容公开模板，示例内容公开模板示例内，容公开模板示例。</ns1:t>
            </ns1:r>
            <ns1:endParaRPr lang="zh-CN" altLang="en-US" sz="20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9" name="矩形 8"/>
          <ns0:cNvSpPr/>
          <ns0:nvPr/>
        </ns0:nvSpPr>
        <ns0:spPr>
          <ns1:xfrm>
            <ns1:off x="346075" y="778510"/>
            <ns1:ext cx="11394440" cy="491490"/>
          </ns1:xfrm>
          <ns1:prstGeom prst="rect">
            <ns1:avLst/>
          </ns1:prstGeom>
          <ns1:solidFill>
            <ns1:srgbClr val="123A85"/>
          </ns1:solidFill>
        </ns0:spPr>
        <ns0:txBody>
          <ns1:bodyPr wrap="square">
            <ns1:spAutoFit/>
          </ns1:bodyPr>
          <ns1:lstStyle/>
          <ns1:p>
            <ns1:pPr algn="ctr"/>
            <ns1:r>
              <ns1:rPr lang="zh-CN" altLang="en-US" sz="2600" b="1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+mn-ea"/>
              </ns1:rPr>
              <ns1:t>示例内容</ns1:t>
            </ns1:r>
            <ns1:r>
              <ns1:rPr lang="zh-CN" altLang="en-US" sz="26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+mn-ea"/>
              </ns1:rPr>
              <ns1:t>示例内容公开，</ns1:t>
            </ns1:r>
            <ns1:r>
              <ns1:rPr lang="zh-CN" altLang="en-US" sz="2600" b="1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+mn-ea"/>
              </ns1:rPr>
              <ns1:t>示例</ns1:t>
            </ns1:r>
            <ns1:r>
              <ns1:rPr lang="zh-CN" altLang="zh-CN" sz="26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+mn-ea"/>
              </ns1:rPr>
              <ns1:t>示例内容</ns1:t>
            </ns1:r>
            <ns1:r>
              <ns1:rPr lang="zh-CN" altLang="zh-CN" sz="2600" b="1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+mn-ea"/>
              </ns1:rPr>
              <ns1:t>示例内容公开模板</ns1:t>
            </ns1:r>
            <ns1:endParaRPr lang="zh-CN" altLang="zh-CN" sz="2600" b="1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+mn-ea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KSO_WM_DIAGRAM_VIRTUALLY_FRAME" val="{&quot;height&quot;:290.9,&quot;left&quot;:563,&quot;top&quot;:123.8,&quot;width&quot;:365.75}"/>
</ns0:tagLst>
</file>

<file path=ppt/tags/tag2.xml><?xml version="1.0" encoding="utf-8"?>
<ns0:tagLst xmlns:ns0="http://schemas.openxmlformats.org/presentationml/2006/main">
  <ns0:tag name="KSO_WM_DIAGRAM_VIRTUALLY_FRAME" val="{&quot;height&quot;:290.9,&quot;left&quot;:563,&quot;top&quot;:123.8,&quot;width&quot;:365.75}"/>
</ns0:tagLst>
</file>

<file path=ppt/tags/tag3.xml><?xml version="1.0" encoding="utf-8"?>
<ns0:tagLst xmlns:ns0="http://schemas.openxmlformats.org/presentationml/2006/main">
  <ns0:tag name="KSO_WM_DIAGRAM_VIRTUALLY_FRAME" val="{&quot;height&quot;:290.9,&quot;left&quot;:563,&quot;top&quot;:123.8,&quot;width&quot;:365.75}"/>
</ns0:tagLst>
</file>

<file path=ppt/tags/tag4.xml><?xml version="1.0" encoding="utf-8"?>
<ns0:tagLst xmlns:ns0="http://schemas.openxmlformats.org/presentationml/2006/main">
  <ns0:tag name="KSO_WM_DIAGRAM_VIRTUALLY_FRAME" val="{&quot;height&quot;:290.9,&quot;left&quot;:563,&quot;top&quot;:123.8,&quot;width&quot;:365.75}"/>
</ns0:tagLst>
</file>

<file path=ppt/tags/tag5.xml><?xml version="1.0" encoding="utf-8"?>
<ns0:tagLst xmlns:ns0="http://schemas.openxmlformats.org/presentationml/2006/main">
  <ns0:tag name="KSO_WM_DIAGRAM_VIRTUALLY_FRAME" val="{&quot;height&quot;:290.9,&quot;left&quot;:563,&quot;top&quot;:123.8,&quot;width&quot;:365.75}"/>
</ns0:tagLst>
</file>

<file path=ppt/tags/tag6.xml><?xml version="1.0" encoding="utf-8"?>
<ns0:tagLst xmlns:ns0="http://schemas.openxmlformats.org/presentationml/2006/main">
  <ns0:tag name="KSO_WM_DIAGRAM_VIRTUALLY_FRAME" val="{&quot;height&quot;:290.9,&quot;left&quot;:563,&quot;top&quot;:123.8,&quot;width&quot;:365.75}"/>
</ns0:tagLst>
</file>

<file path=ppt/tags/tag7.xml><?xml version="1.0" encoding="utf-8"?>
<ns0:tagLst xmlns:ns0="http://schemas.openxmlformats.org/presentationml/2006/main">
  <ns0:tag name="KSO_WM_DIAGRAM_VIRTUALLY_FRAME" val="{&quot;height&quot;:290.9,&quot;left&quot;:563,&quot;top&quot;:123.8,&quot;width&quot;:365.75}"/>
</ns0:tagLst>
</file>

<file path=ppt/tags/tag8.xml><?xml version="1.0" encoding="utf-8"?>
<ns0:tagLst xmlns:ns0="http://schemas.openxmlformats.org/presentationml/2006/main">
  <ns0:tag name="KSO_WM_DIAGRAM_VIRTUALLY_FRAME" val="{&quot;height&quot;:290.9,&quot;left&quot;:563,&quot;top&quot;:123.8,&quot;width&quot;:365.75}"/>
</ns0:tagLst>
</file>

<file path=ppt/tags/tag9.xml><?xml version="1.0" encoding="utf-8"?>
<ns0:tagLst xmlns:ns0="http://schemas.openxmlformats.org/presentationml/2006/main">
  <ns0:tag name="KSO_WM_DIAGRAM_VIRTUALLY_FRAME" val="{&quot;height&quot;:290.9,&quot;left&quot;:563,&quot;top&quot;:123.8,&quot;width&quot;:365.75}"/>
</ns0:tagLst>
</file>

<file path=ppt/tags/tag10.xml><?xml version="1.0" encoding="utf-8"?>
<ns0:tagLst xmlns:ns0="http://schemas.openxmlformats.org/presentationml/2006/main">
  <ns0:tag name="KSO_WM_DIAGRAM_VIRTUALLY_FRAME" val="{&quot;height&quot;:290.9,&quot;left&quot;:563,&quot;top&quot;:123.8,&quot;width&quot;:365.75}"/>
</ns0:tagLst>
</file>

<file path=ppt/tags/tag11.xml><?xml version="1.0" encoding="utf-8"?>
<ns0:tagLst xmlns:ns0="http://schemas.openxmlformats.org/presentationml/2006/main">
  <ns0:tag name="KSO_WM_DIAGRAM_VIRTUALLY_FRAME" val="{&quot;height&quot;:290.9,&quot;left&quot;:563,&quot;top&quot;:123.8,&quot;width&quot;:365.75}"/>
</ns0:tagLst>
</file>

<file path=ppt/tags/tag12.xml><?xml version="1.0" encoding="utf-8"?>
<ns0:tagLst xmlns:ns0="http://schemas.openxmlformats.org/presentationml/2006/main">
  <ns0:tag name="KSO_WM_DIAGRAM_VIRTUALLY_FRAME" val="{&quot;height&quot;:290.9,&quot;left&quot;:563,&quot;top&quot;:123.8,&quot;width&quot;:365.75}"/>
</ns0:tagLst>
</file>

<file path=ppt/tags/tag13.xml><?xml version="1.0" encoding="utf-8"?>
<ns0:tagLst xmlns:ns0="http://schemas.openxmlformats.org/presentationml/2006/main">
  <ns0:tag name="KSO_WM_DIAGRAM_VIRTUALLY_FRAME" val="{&quot;height&quot;:290.9,&quot;left&quot;:563,&quot;top&quot;:123.8,&quot;width&quot;:365.75}"/>
</ns0:tagLst>
</file>

<file path=ppt/tags/tag14.xml><?xml version="1.0" encoding="utf-8"?>
<ns0:tagLst xmlns:ns0="http://schemas.openxmlformats.org/presentationml/2006/main">
  <ns0:tag name="KSO_WM_DIAGRAM_VIRTUALLY_FRAME" val="{&quot;height&quot;:290.9,&quot;left&quot;:563,&quot;top&quot;:123.8,&quot;width&quot;:365.75}"/>
</ns0:tagLst>
</file>

<file path=ppt/tags/tag15.xml><?xml version="1.0" encoding="utf-8"?>
<ns0:tagLst xmlns:ns0="http://schemas.openxmlformats.org/presentationml/2006/main">
  <ns0:tag name="KSO_WM_DIAGRAM_VIRTUALLY_FRAME" val="{&quot;height&quot;:290.9,&quot;left&quot;:563,&quot;top&quot;:123.8,&quot;width&quot;:365.75}"/>
</ns0:tagLst>
</file>

<file path=ppt/tags/tag16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241</ns0:Words>
  <ns0:Application>WPS 演示</ns0:Application>
  <ns0:PresentationFormat>宽屏</ns0:PresentationFormat>
  <ns0:Paragraphs>30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7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9" baseType="lpstr">
      <ns1:lpstr>Arial</ns1:lpstr>
      <ns1:lpstr>宋体</ns1:lpstr>
      <ns1:lpstr>Wingdings</ns1:lpstr>
      <ns1:lpstr>微软雅黑</ns1:lpstr>
      <ns1:lpstr>华文中宋</ns1:lpstr>
      <ns1:lpstr>Calibri</ns1:lpstr>
      <ns1:lpstr>Arial Unicode MS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