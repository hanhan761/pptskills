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4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5_P05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5_P05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：示例内容公开模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5_P05_主证据底"/>
          <ns0:cNvSpPr/>
          <ns0:nvPr/>
        </ns0:nvSpPr>
        <ns0:spPr>
          <ns1:xfrm>
            <ns1:off x="502285" y="1480820"/>
            <ns1:ext cx="6144895" cy="409638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5_P05_主证据标题"/>
          <ns0:cNvSpPr txBox="1"/>
          <ns0:nvPr/>
        </ns0:nvSpPr>
        <ns0:spPr>
          <ns1:xfrm>
            <ns1:off x="749300" y="1617980"/>
            <ns1:ext cx="4589780" cy="41148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示例内容，公开模板</ns1:t>
            </ns1:r>
            <ns1:r>
              <ns1:rPr lang="zh-CN" altLang="en-US" sz="22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22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sz="22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endParaRPr lang="zh-CN" altLang="en-US" sz="22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6" name="RD5_P05_曲线非结论底"/>
          <ns0:cNvSpPr/>
          <ns0:nvPr/>
        </ns0:nvSpPr>
        <ns0:spPr>
          <ns1:xfrm>
            <ns1:off x="4982845" y="1617980"/>
            <ns1:ext cx="1390015" cy="384175"/>
          </ns1:xfrm>
          <ns1:prstGeom prst="roundRect">
            <ns1:avLst/>
          </ns1:prstGeom>
          <ns1:solidFill>
            <ns1:srgbClr val="FBEAEC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5_P05_曲线非结论"/>
          <ns0:cNvSpPr txBox="1"/>
          <ns0:nvPr/>
        </ns0:nvSpPr>
        <ns0:spPr>
          <ns1:xfrm>
            <ns1:off x="5074920" y="1673225"/>
            <ns1:ext cx="1206500" cy="25590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zh-CN" altLang="en-US" sz="15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5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5_P05_量化证据_图片框"/>
          <ns0:cNvSpPr/>
          <ns0:nvPr/>
        </ns0:nvSpPr>
        <ns0:spPr>
          <ns1:xfrm>
            <ns1:off x="1005205" y="2029460"/>
            <ns1:ext cx="5139055" cy="29083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9" name="RD5_P05_量化证据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414815" y="2075688"/>
            <ns1:ext cx="4320978" cy="2816352"/>
          </ns1:xfrm>
          <ns1:prstGeom prst="rect">
            <ns1:avLst/>
          </ns1:prstGeom>
        </ns0:spPr>
      </ns0:pic>
      <ns0:sp>
        <ns0:nvSpPr>
          <ns0:cNvPr id="20" name="RD5_P05_量化证据_图注底"/>
          <ns0:cNvSpPr/>
          <ns0:nvPr/>
        </ns0:nvSpPr>
        <ns0:spPr>
          <ns1:xfrm>
            <ns1:off x="749300" y="5010785"/>
            <ns1:ext cx="565086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5_P05_量化证据_图注"/>
          <ns0:cNvSpPr txBox="1"/>
          <ns0:nvPr/>
        </ns0:nvSpPr>
        <ns0:spPr>
          <ns1:xfrm>
            <ns1:off x="840740" y="5029200"/>
            <ns1:ext cx="546798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示例内容公开模板示例 内容公开模板示,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2" name="RD5_P05_认证轨底"/>
          <ns0:cNvSpPr/>
          <ns0:nvPr/>
        </ns0:nvSpPr>
        <ns0:spPr>
          <ns1:xfrm>
            <ns1:off x="6858000" y="1480820"/>
            <ns1:ext cx="4827905" cy="409638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5_P05_认证轨标题"/>
          <ns0:cNvSpPr txBox="1"/>
          <ns0:nvPr/>
        </ns0:nvSpPr>
        <ns0:spPr>
          <ns1:xfrm>
            <ns1:off x="7131685" y="1617980"/>
            <ns1:ext cx="4279265" cy="41148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2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22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2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5_P05_认证轨副标题"/>
          <ns0:cNvSpPr txBox="1"/>
          <ns0:nvPr/>
        </ns0:nvSpPr>
        <ns0:spPr>
          <ns1:xfrm>
            <ns1:off x="7131685" y="1974850"/>
            <ns1:ext cx="4279265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示例内容公开，模板示例内容公开</ns1:t>
            </ns1:r>
            <ns1:endParaRPr lang="zh-CN" altLang="en-US" sz="16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5" name="RD5_P05_认证主轴"/>
          <ns0:cNvCxnSpPr/>
          <ns0:nvPr/>
        </ns0:nvCxnSpPr>
        <ns0:spPr>
          <ns1:xfrm>
            <ns1:off x="7406640" y="2514600"/>
            <ns1:ext cx="635" cy="2715260"/>
          </ns1:xfrm>
          <ns1:prstGeom prst="line">
            <ns1:avLst/>
          </ns1:prstGeom>
          <ns1:ln w="2794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6" name="RD5_P05_认证行_1_底"/>
          <ns0:cNvSpPr/>
          <ns0:nvPr/>
        </ns0:nvSpPr>
        <ns0:spPr>
          <ns1:xfrm>
            <ns1:off x="7131685" y="2331720"/>
            <ns1:ext cx="4279900" cy="69469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5_P05_认证行_1_序号底"/>
          <ns0:cNvSpPr/>
          <ns0:nvPr/>
        </ns0:nvSpPr>
        <ns0:spPr>
          <ns1:xfrm>
            <ns1:off x="7131685" y="2331720"/>
            <ns1:ext cx="567055" cy="69469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5_P05_认证行_1_序号"/>
          <ns0:cNvSpPr txBox="1"/>
          <ns0:nvPr/>
        </ns0:nvSpPr>
        <ns0:spPr>
          <ns1:xfrm>
            <ns1:off x="7205345" y="2496185"/>
            <ns1:ext cx="42037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5_P05_认证行_1_标题"/>
          <ns0:cNvSpPr txBox="1"/>
          <ns0:nvPr/>
        </ns0:nvSpPr>
        <ns0:spPr>
          <ns1:xfrm>
            <ns1:off x="7845425" y="2496185"/>
            <ns1:ext cx="6946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5_P05_认证行_1_正文"/>
          <ns0:cNvSpPr txBox="1"/>
          <ns0:nvPr/>
        </ns0:nvSpPr>
        <ns0:spPr>
          <ns1:xfrm>
            <ns1:off x="8622665" y="2413635"/>
            <ns1:ext cx="1691005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5_P05_认证行_1_权限底"/>
          <ns0:cNvSpPr/>
          <ns0:nvPr/>
        </ns0:nvSpPr>
        <ns0:spPr>
          <ns1:xfrm>
            <ns1:off x="10433050" y="2440940"/>
            <ns1:ext cx="804545" cy="47561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5_P05_认证行_1_权限"/>
          <ns0:cNvSpPr txBox="1"/>
          <ns0:nvPr/>
        </ns0:nvSpPr>
        <ns0:spPr>
          <ns1:xfrm>
            <ns1:off x="10506075" y="2532380"/>
            <ns1:ext cx="657860" cy="25590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5_P05_认证行_2_底"/>
          <ns0:cNvSpPr/>
          <ns0:nvPr/>
        </ns0:nvSpPr>
        <ns0:spPr>
          <ns1:xfrm>
            <ns1:off x="7131685" y="3126740"/>
            <ns1:ext cx="4279900" cy="69532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5_P05_认证行_2_序号底"/>
          <ns0:cNvSpPr/>
          <ns0:nvPr/>
        </ns0:nvSpPr>
        <ns0:spPr>
          <ns1:xfrm>
            <ns1:off x="7131685" y="3126740"/>
            <ns1:ext cx="567055" cy="695325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5" name="RD5_P05_认证行_2_序号"/>
          <ns0:cNvSpPr txBox="1"/>
          <ns0:nvPr/>
        </ns0:nvSpPr>
        <ns0:spPr>
          <ns1:xfrm>
            <ns1:off x="7205345" y="3291840"/>
            <ns1:ext cx="42037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5_P05_认证行_2_标题"/>
          <ns0:cNvSpPr txBox="1"/>
          <ns0:nvPr/>
        </ns0:nvSpPr>
        <ns0:spPr>
          <ns1:xfrm>
            <ns1:off x="7845425" y="3291840"/>
            <ns1:ext cx="6946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245BA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850" b="1">
              <ns1:solidFill>
                <ns1:srgbClr val="245BA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5_P05_认证行_2_正文"/>
          <ns0:cNvSpPr txBox="1"/>
          <ns0:nvPr/>
        </ns0:nvSpPr>
        <ns0:spPr>
          <ns1:xfrm>
            <ns1:off x="8622665" y="3209290"/>
            <ns1:ext cx="1691005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5_P05_认证行_2_权限底"/>
          <ns0:cNvSpPr/>
          <ns0:nvPr/>
        </ns0:nvSpPr>
        <ns0:spPr>
          <ns1:xfrm>
            <ns1:off x="10433050" y="3236595"/>
            <ns1:ext cx="804545" cy="475615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9" name="RD5_P05_认证行_2_权限"/>
          <ns0:cNvSpPr txBox="1"/>
          <ns0:nvPr/>
        </ns0:nvSpPr>
        <ns0:spPr>
          <ns1:xfrm>
            <ns1:off x="10506075" y="3328035"/>
            <ns1:ext cx="657860" cy="25590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5_P05_认证行_3_底"/>
          <ns0:cNvSpPr/>
          <ns0:nvPr/>
        </ns0:nvSpPr>
        <ns0:spPr>
          <ns1:xfrm>
            <ns1:off x="7131685" y="3922395"/>
            <ns1:ext cx="4279900" cy="69532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5_P05_认证行_3_序号底"/>
          <ns0:cNvSpPr/>
          <ns0:nvPr/>
        </ns0:nvSpPr>
        <ns0:spPr>
          <ns1:xfrm>
            <ns1:off x="7131685" y="3922395"/>
            <ns1:ext cx="567055" cy="69532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5_P05_认证行_3_序号"/>
          <ns0:cNvSpPr txBox="1"/>
          <ns0:nvPr/>
        </ns0:nvSpPr>
        <ns0:spPr>
          <ns1:xfrm>
            <ns1:off x="7205345" y="4086860"/>
            <ns1:ext cx="42037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5_P05_认证行_3_标题"/>
          <ns0:cNvSpPr txBox="1"/>
          <ns0:nvPr/>
        </ns0:nvSpPr>
        <ns0:spPr>
          <ns1:xfrm>
            <ns1:off x="7845425" y="4086860"/>
            <ns1:ext cx="6946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4" name="RD5_P05_认证行_3_正文"/>
          <ns0:cNvSpPr txBox="1"/>
          <ns0:nvPr/>
        </ns0:nvSpPr>
        <ns0:spPr>
          <ns1:xfrm>
            <ns1:off x="8622665" y="4004945"/>
            <ns1:ext cx="1691005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en-US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5" name="RD5_P05_认证行_3_权限底"/>
          <ns0:cNvSpPr/>
          <ns0:nvPr/>
        </ns0:nvSpPr>
        <ns0:spPr>
          <ns1:xfrm>
            <ns1:off x="10433050" y="4032250"/>
            <ns1:ext cx="804545" cy="47561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6" name="RD5_P05_认证行_3_权限"/>
          <ns0:cNvSpPr txBox="1"/>
          <ns0:nvPr/>
        </ns0:nvSpPr>
        <ns0:spPr>
          <ns1:xfrm>
            <ns1:off x="10506075" y="4123690"/>
            <ns1:ext cx="657860" cy="25590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7" name="RD5_P05_认证行_4_底"/>
          <ns0:cNvSpPr/>
          <ns0:nvPr/>
        </ns0:nvSpPr>
        <ns0:spPr>
          <ns1:xfrm>
            <ns1:off x="7131685" y="4718050"/>
            <ns1:ext cx="4279900" cy="694690"/>
          </ns1:xfrm>
          <ns1:prstGeom prst="roundRect">
            <ns1:avLst/>
          </ns1:prstGeom>
          <ns1:solidFill>
            <ns1:srgbClr val="FBEAEC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8" name="RD5_P05_认证行_4_序号底"/>
          <ns0:cNvSpPr/>
          <ns0:nvPr/>
        </ns0:nvSpPr>
        <ns0:spPr>
          <ns1:xfrm>
            <ns1:off x="7131685" y="4718050"/>
            <ns1:ext cx="567055" cy="69469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9" name="RD5_P05_认证行_4_序号"/>
          <ns0:cNvSpPr txBox="1"/>
          <ns0:nvPr/>
        </ns0:nvSpPr>
        <ns0:spPr>
          <ns1:xfrm>
            <ns1:off x="7205345" y="4882515"/>
            <ns1:ext cx="42037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0" name="RD5_P05_认证行_4_标题"/>
          <ns0:cNvSpPr txBox="1"/>
          <ns0:nvPr/>
        </ns0:nvSpPr>
        <ns0:spPr>
          <ns1:xfrm>
            <ns1:off x="7845425" y="4882515"/>
            <ns1:ext cx="69469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18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1" name="RD5_P05_认证行_4_正文"/>
          <ns0:cNvSpPr txBox="1"/>
          <ns0:nvPr/>
        </ns0:nvSpPr>
        <ns0:spPr>
          <ns1:xfrm>
            <ns1:off x="8622665" y="4800600"/>
            <ns1:ext cx="1691005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en-US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45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2" name="RD5_P05_认证行_4_权限底"/>
          <ns0:cNvSpPr/>
          <ns0:nvPr/>
        </ns0:nvSpPr>
        <ns0:spPr>
          <ns1:xfrm>
            <ns1:off x="10433050" y="4827905"/>
            <ns1:ext cx="804545" cy="47561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3" name="RD5_P05_认证行_4_权限"/>
          <ns0:cNvSpPr txBox="1"/>
          <ns0:nvPr/>
        </ns0:nvSpPr>
        <ns0:spPr>
          <ns1:xfrm>
            <ns1:off x="10506075" y="4919345"/>
            <ns1:ext cx="657860" cy="25590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4" name="RD5_P05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5" name="RD5_P05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示例内容公开，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；示例内容公开模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220</ns0:Words>
  <ns0:Application>WPS 演示</ns0:Application>
  <ns0:PresentationFormat>宽屏</ns0:PresentationFormat>
  <ns0:Paragraphs>54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