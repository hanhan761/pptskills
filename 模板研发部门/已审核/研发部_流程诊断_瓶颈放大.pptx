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6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7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7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：示例内容公开模板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7_参考架构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36065"/>
            <ns1:ext cx="3309620" cy="166370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7_参考架构_图注底"/>
          <ns0:cNvSpPr/>
          <ns0:nvPr/>
        </ns0:nvSpPr>
        <ns0:spPr>
          <ns1:xfrm>
            <ns1:off x="502285" y="3200400"/>
            <ns1:ext cx="3310255" cy="310515"/>
          </ns1:xfrm>
          <ns1:prstGeom prst="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7_参考架构_图注"/>
          <ns0:cNvSpPr txBox="1"/>
          <ns0:nvPr/>
        </ns0:nvSpPr>
        <ns0:spPr>
          <ns1:xfrm>
            <ns1:off x="593725" y="3218180"/>
            <ns1:ext cx="312674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示例0内容 </ns1:t>
            </ns1:r>
            <ns1:r>
              <ns1:rPr lang="zh-CN" altLang="en-US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7_步骤底_1"/>
          <ns0:cNvSpPr/>
          <ns0:nvPr/>
        </ns0:nvSpPr>
        <ns0:spPr>
          <ns1:xfrm>
            <ns1:off x="4041140" y="1627505"/>
            <ns1:ext cx="1152525" cy="65849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7_步骤_1"/>
          <ns0:cNvSpPr txBox="1"/>
          <ns0:nvPr/>
        </ns0:nvSpPr>
        <ns0:spPr>
          <ns1:xfrm>
            <ns1:off x="4041140" y="1627505"/>
            <ns1:ext cx="115189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19" name="RD10_P07_步骤箭头_1"/>
          <ns0:cNvCxnSpPr/>
          <ns0:nvPr/>
        </ns0:nvCxnSpPr>
        <ns0:spPr>
          <ns1:xfrm>
            <ns1:off x="5212080" y="1956435"/>
            <ns1:ext cx="255905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0" name="RD10_P07_步骤底_2"/>
          <ns0:cNvSpPr/>
          <ns0:nvPr/>
        </ns0:nvSpPr>
        <ns0:spPr>
          <ns1:xfrm>
            <ns1:off x="5522595" y="1627505"/>
            <ns1:ext cx="1152525" cy="65849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10_P07_步骤_2"/>
          <ns0:cNvSpPr txBox="1"/>
          <ns0:nvPr/>
        </ns0:nvSpPr>
        <ns0:spPr>
          <ns1:xfrm>
            <ns1:off x="5522595" y="1627505"/>
            <ns1:ext cx="115189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2" name="RD10_P07_步骤箭头_2"/>
          <ns0:cNvCxnSpPr/>
          <ns0:nvPr/>
        </ns0:nvCxnSpPr>
        <ns0:spPr>
          <ns1:xfrm>
            <ns1:off x="6692900" y="1956435"/>
            <ns1:ext cx="255905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3" name="RD10_P07_步骤底_3"/>
          <ns0:cNvSpPr/>
          <ns0:nvPr/>
        </ns0:nvSpPr>
        <ns0:spPr>
          <ns1:xfrm>
            <ns1:off x="7004050" y="1627505"/>
            <ns1:ext cx="1151890" cy="65849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07_步骤_3"/>
          <ns0:cNvSpPr txBox="1"/>
          <ns0:nvPr/>
        </ns0:nvSpPr>
        <ns0:spPr>
          <ns1:xfrm>
            <ns1:off x="7004050" y="1627505"/>
            <ns1:ext cx="115189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5" name="RD10_P07_步骤箭头_3"/>
          <ns0:cNvCxnSpPr/>
          <ns0:nvPr/>
        </ns0:nvCxnSpPr>
        <ns0:spPr>
          <ns1:xfrm>
            <ns1:off x="8174355" y="1956435"/>
            <ns1:ext cx="255905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6" name="RD10_P07_步骤底_4"/>
          <ns0:cNvSpPr/>
          <ns0:nvPr/>
        </ns0:nvSpPr>
        <ns0:spPr>
          <ns1:xfrm>
            <ns1:off x="8485505" y="1627505"/>
            <ns1:ext cx="1151890" cy="65849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10_P07_步骤_4"/>
          <ns0:cNvSpPr txBox="1"/>
          <ns0:nvPr/>
        </ns0:nvSpPr>
        <ns0:spPr>
          <ns1:xfrm>
            <ns1:off x="8485505" y="1627505"/>
            <ns1:ext cx="115189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8" name="RD10_P07_步骤箭头_4"/>
          <ns0:cNvCxnSpPr/>
          <ns0:nvPr/>
        </ns0:nvCxnSpPr>
        <ns0:spPr>
          <ns1:xfrm>
            <ns1:off x="9655810" y="1956435"/>
            <ns1:ext cx="255905" cy="635"/>
          </ns1:xfrm>
          <ns1:prstGeom prst="line">
            <ns1:avLst/>
          </ns1:prstGeom>
          <ns1:ln w="2286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9" name="RD10_P07_步骤底_5"/>
          <ns0:cNvSpPr/>
          <ns0:nvPr/>
        </ns0:nvSpPr>
        <ns0:spPr>
          <ns1:xfrm>
            <ns1:off x="9966325" y="1627505"/>
            <ns1:ext cx="1152525" cy="65849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10_P07_步骤_5"/>
          <ns0:cNvSpPr txBox="1"/>
          <ns0:nvPr/>
        </ns0:nvSpPr>
        <ns0:spPr>
          <ns1:xfrm>
            <ns1:off x="9966325" y="1627505"/>
            <ns1:ext cx="115189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7_左说明底"/>
          <ns0:cNvSpPr/>
          <ns0:nvPr/>
        </ns0:nvSpPr>
        <ns0:spPr>
          <ns1:xfrm>
            <ns1:off x="502285" y="3703320"/>
            <ns1:ext cx="3310255" cy="224028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10_P07_左说明标题"/>
          <ns0:cNvSpPr txBox="1"/>
          <ns0:nvPr/>
        </ns0:nvSpPr>
        <ns0:spPr>
          <ns1:xfrm>
            <ns1:off x="593725" y="3913505"/>
            <ns1:ext cx="312674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示例内容，公开模板示</ns1:t>
            </ns1:r>
            <ns1:endParaRPr lang="zh-CN" altLang="en-US" sz="22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10_P07_左说明正文"/>
          <ns0:cNvSpPr txBox="1"/>
          <ns0:nvPr/>
        </ns0:nvSpPr>
        <ns0:spPr>
          <ns1:xfrm>
            <ns1:off x="804545" y="4462145"/>
            <ns1:ext cx="2687955" cy="11880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示例、内容、公开模板示例内容公；开模板示例内容公开模板示例。</ns1:t>
            </ns1:r>
            <ns1:endParaRPr lang="zh-CN" altLang="en-US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4" name="RD10_P07_瓶颈底"/>
          <ns0:cNvSpPr/>
          <ns0:nvPr/>
        </ns0:nvSpPr>
        <ns0:spPr>
          <ns1:xfrm>
            <ns1:off x="4041140" y="2578100"/>
            <ns1:ext cx="7425055" cy="3364865"/>
          </ns1:xfrm>
          <ns1:prstGeom prst="roundRect">
            <ns1:avLst/>
          </ns1:prstGeom>
          <ns1:solidFill>
            <ns1:srgbClr val="EEF3FA"/>
          </ns1:solidFill>
          <ns1:ln w="1524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5" name="RD10_P07_瓶颈标题"/>
          <ns0:cNvSpPr txBox="1"/>
          <ns0:nvPr/>
        </ns0:nvSpPr>
        <ns0:spPr>
          <ns1:xfrm>
            <ns1:off x="4315460" y="2760980"/>
            <ns1:ext cx="6875780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示例内容公开模板，示例内容公开模板示</ns1:t>
            </ns1:r>
            <ns1:endParaRPr lang="zh-CN" altLang="en-US" sz="22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10_P07_验收底_1"/>
          <ns0:cNvSpPr/>
          <ns0:nvPr/>
        </ns0:nvSpPr>
        <ns0:spPr>
          <ns1:xfrm>
            <ns1:off x="4370705" y="3456305"/>
            <ns1:ext cx="1993265" cy="16637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10_P07_验收标题_1"/>
          <ns0:cNvSpPr txBox="1"/>
          <ns0:nvPr/>
        </ns0:nvSpPr>
        <ns0:spPr>
          <ns1:xfrm>
            <ns1:off x="4516755" y="3620770"/>
            <ns1:ext cx="1700530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10_P07_验收正文_1"/>
          <ns0:cNvSpPr txBox="1"/>
          <ns0:nvPr/>
        </ns0:nvSpPr>
        <ns0:spPr>
          <ns1:xfrm>
            <ns1:off x="4516755" y="4041140"/>
            <ns1:ext cx="1700530" cy="85915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示例、内容、公开模板示例内容公开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07_验收底_2"/>
          <ns0:cNvSpPr/>
          <ns0:nvPr/>
        </ns0:nvSpPr>
        <ns0:spPr>
          <ns1:xfrm>
            <ns1:off x="6638290" y="3456305"/>
            <ns1:ext cx="1993265" cy="16637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10_P07_验收标题_2"/>
          <ns0:cNvSpPr txBox="1"/>
          <ns0:nvPr/>
        </ns0:nvSpPr>
        <ns0:spPr>
          <ns1:xfrm>
            <ns1:off x="6784340" y="3620770"/>
            <ns1:ext cx="1700530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10_P07_验收正文_2"/>
          <ns0:cNvSpPr txBox="1"/>
          <ns0:nvPr/>
        </ns0:nvSpPr>
        <ns0:spPr>
          <ns1:xfrm>
            <ns1:off x="6784340" y="4041140"/>
            <ns1:ext cx="1700530" cy="85915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示例、内容、公开模板示例内容公开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10_P07_验收底_3"/>
          <ns0:cNvSpPr/>
          <ns0:nvPr/>
        </ns0:nvSpPr>
        <ns0:spPr>
          <ns1:xfrm>
            <ns1:off x="8905875" y="3456305"/>
            <ns1:ext cx="1993265" cy="16637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3" name="RD10_P07_验收标题_3"/>
          <ns0:cNvSpPr txBox="1"/>
          <ns0:nvPr/>
        </ns0:nvSpPr>
        <ns0:spPr>
          <ns1:xfrm>
            <ns1:off x="9051925" y="3620770"/>
            <ns1:ext cx="1700530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RD10_P07_验收正文_3"/>
          <ns0:cNvSpPr txBox="1"/>
          <ns0:nvPr/>
        </ns0:nvSpPr>
        <ns0:spPr>
          <ns1:xfrm>
            <ns1:off x="9051925" y="4041140"/>
            <ns1:ext cx="1700530" cy="85915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示例内容、公开模板示例内容公开模板示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10_P07_底部结论"/>
          <ns0:cNvSpPr txBox="1"/>
          <ns0:nvPr/>
        </ns0:nvSpPr>
        <ns0:spPr>
          <ns1:xfrm>
            <ns1:off x="4315460" y="5339715"/>
            <ns1:ext cx="687578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示例内容公开模板，示例内容公开模板示。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203</ns0:Words>
  <ns0:Application>WPS 演示</ns0:Application>
  <ns0:PresentationFormat>宽屏</ns0:PresentationFormat>
  <ns0:Paragraphs>38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