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4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1.xml" /><ns0:Relationship Id="rId4" Type="http://schemas.openxmlformats.org/officeDocument/2006/relationships/slideLayout" Target="../slideLayouts/slideLayout12.xml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M5_P05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M5_P05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示例内容公开模：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M5_P05_复材设计_图片框"/>
          <ns0:cNvSpPr/>
          <ns0:nvPr/>
        </ns0:nvSpPr>
        <ns0:spPr>
          <ns1:xfrm>
            <ns1:off x="502285" y="1480820"/>
            <ns1:ext cx="3274060" cy="14268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M5_P05_复材设计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616099" y="1527048"/>
            <ns1:ext cx="1047195" cy="1335024"/>
          </ns1:xfrm>
          <ns1:prstGeom prst="rect">
            <ns1:avLst/>
          </ns1:prstGeom>
        </ns0:spPr>
      </ns0:pic>
      <ns0:sp>
        <ns0:nvSpPr>
          <ns0:cNvPr id="16" name="RDM5_P05_复材设计_图注底"/>
          <ns0:cNvSpPr/>
          <ns0:nvPr/>
        </ns0:nvSpPr>
        <ns0:spPr>
          <ns1:xfrm>
            <ns1:off x="502285" y="2907665"/>
            <ns1:ext cx="327406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M5_P05_复材设计_图注"/>
          <ns0:cNvSpPr txBox="1"/>
          <ns0:nvPr/>
        </ns0:nvSpPr>
        <ns0:spPr>
          <ns1:xfrm>
            <ns1:off x="593725" y="2925445"/>
            <ns1:ext cx="30905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示例内容公开模板示 例内容公开模板示例内,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M5_P05_制造检测_图片框"/>
          <ns0:cNvSpPr/>
          <ns0:nvPr/>
        </ns0:nvSpPr>
        <ns0:spPr>
          <ns1:xfrm>
            <ns1:off x="502285" y="3364865"/>
            <ns1:ext cx="3274060" cy="14262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9" name="RDM5_P05_制造检测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1198618" y="3410712"/>
            <ns1:ext cx="1882156" cy="1335024"/>
          </ns1:xfrm>
          <ns1:prstGeom prst="rect">
            <ns1:avLst/>
          </ns1:prstGeom>
        </ns0:spPr>
      </ns0:pic>
      <ns0:sp>
        <ns0:nvSpPr>
          <ns0:cNvPr id="20" name="RDM5_P05_制造检测_图注底"/>
          <ns0:cNvSpPr/>
          <ns0:nvPr/>
        </ns0:nvSpPr>
        <ns0:spPr>
          <ns1:xfrm>
            <ns1:off x="502285" y="4791075"/>
            <ns1:ext cx="327406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M5_P05_制造检测_图注"/>
          <ns0:cNvSpPr txBox="1"/>
          <ns0:nvPr/>
        </ns0:nvSpPr>
        <ns0:spPr>
          <ns1:xfrm>
            <ns1:off x="593725" y="4809490"/>
            <ns1:ext cx="30905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2" name="RDM5_P05_系统架构_图片框"/>
          <ns0:cNvSpPr/>
          <ns0:nvPr/>
        </ns0:nvSpPr>
        <ns0:spPr>
          <ns1:xfrm>
            <ns1:off x="4068445" y="1480820"/>
            <ns1:ext cx="7617460" cy="362140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3" name="RDM5_P05_系统架构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4493859" y="1527048"/>
            <ns1:ext cx="6767393" cy="3529584"/>
          </ns1:xfrm>
          <ns1:prstGeom prst="rect">
            <ns1:avLst/>
          </ns1:prstGeom>
        </ns0:spPr>
      </ns0:pic>
      <ns0:sp>
        <ns0:nvSpPr>
          <ns0:cNvPr id="24" name="RDM5_P05_系统架构_图注底"/>
          <ns0:cNvSpPr/>
          <ns0:nvPr/>
        </ns0:nvSpPr>
        <ns0:spPr>
          <ns1:xfrm>
            <ns1:off x="4068445" y="5102225"/>
            <ns1:ext cx="761746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M5_P05_系统架构_图注"/>
          <ns0:cNvSpPr txBox="1"/>
          <ns0:nvPr/>
        </ns0:nvSpPr>
        <ns0:spPr>
          <ns1:xfrm>
            <ns1:off x="4160520" y="5120640"/>
            <ns1:ext cx="74339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示例0内容 </ns1:t>
            </ns1:r>
            <ns1:r>
              <ns1:rPr lang="zh-CN" altLang="en-US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示例、内容公开模板示例内容公</ns1:t>
            </ns1:r>
            <ns1:r>
              <ns1:rPr lang="en-US" altLang="zh-CN" sz="98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8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6" name="RDM5_P05_左出口底"/>
          <ns0:cNvSpPr/>
          <ns0:nvPr/>
        </ns0:nvSpPr>
        <ns0:spPr>
          <ns1:xfrm>
            <ns1:off x="502285" y="5339715"/>
            <ns1:ext cx="3274060" cy="36576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M5_P05_左出口"/>
          <ns0:cNvSpPr txBox="1"/>
          <ns0:nvPr/>
        </ns0:nvSpPr>
        <ns0:spPr>
          <ns1:xfrm>
            <ns1:off x="667385" y="5376545"/>
            <ns1:ext cx="294386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M5_P05_判据底_1"/>
          <ns0:cNvSpPr/>
          <ns0:nvPr/>
        </ns0:nvSpPr>
        <ns0:spPr>
          <ns1:xfrm>
            <ns1:off x="4068445" y="5431155"/>
            <ns1:ext cx="2332355" cy="2743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M5_P05_判据_1"/>
          <ns0:cNvSpPr txBox="1"/>
          <ns0:nvPr/>
        </ns0:nvSpPr>
        <ns0:spPr>
          <ns1:xfrm>
            <ns1:off x="4123690" y="5440045"/>
            <ns1:ext cx="2221865" cy="24638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M5_P05_判据底_2"/>
          <ns0:cNvSpPr/>
          <ns0:nvPr/>
        </ns0:nvSpPr>
        <ns0:spPr>
          <ns1:xfrm>
            <ns1:off x="6684010" y="5431155"/>
            <ns1:ext cx="2331720" cy="27432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M5_P05_判据_2"/>
          <ns0:cNvSpPr txBox="1"/>
          <ns0:nvPr/>
        </ns0:nvSpPr>
        <ns0:spPr>
          <ns1:xfrm>
            <ns1:off x="6738620" y="5440045"/>
            <ns1:ext cx="2221865" cy="24638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M5_P05_判据底_3"/>
          <ns0:cNvSpPr/>
          <ns0:nvPr/>
        </ns0:nvSpPr>
        <ns0:spPr>
          <ns1:xfrm>
            <ns1:off x="9298940" y="5431155"/>
            <ns1:ext cx="2331720" cy="27432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M5_P05_判据_3"/>
          <ns0:cNvSpPr txBox="1"/>
          <ns0:nvPr/>
        </ns0:nvSpPr>
        <ns0:spPr>
          <ns1:xfrm>
            <ns1:off x="9354185" y="5440045"/>
            <ns1:ext cx="2221865" cy="24638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4" name="RDM5_P05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5" name="RDM5_P05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示例、内容公开模板示例，内容公开模板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197</ns0:Words>
  <ns0:Application>WPS 演示</ns0:Application>
  <ns0:PresentationFormat>宽屏</ns0:PresentationFormat>
  <ns0:Paragraphs>22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