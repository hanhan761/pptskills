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8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9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9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示例内容公开模板示例内：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0" name="RD10_P09_架构证据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02285" y="1536065"/>
            <ns1:ext cx="3840480" cy="2359025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5" name="RD10_P09_架构证据_图注底"/>
          <ns0:cNvSpPr/>
          <ns0:nvPr/>
        </ns0:nvSpPr>
        <ns0:spPr>
          <ns1:xfrm>
            <ns1:off x="502285" y="3895090"/>
            <ns1:ext cx="3840480" cy="311150"/>
          </ns1:xfrm>
          <ns1:prstGeom prst="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10_P09_架构证据_图注"/>
          <ns0:cNvSpPr txBox="1"/>
          <ns0:nvPr/>
        </ns0:nvSpPr>
        <ns0:spPr>
          <ns1:xfrm>
            <ns1:off x="593725" y="3913505"/>
            <ns1:ext cx="365760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示例0内容 </ns1:t>
            </ns1:r>
            <ns1:r>
              <ns1:rPr lang="zh-CN" altLang="en-US" sz="10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示例、内容公开模板示例内</ns1:t>
            </ns1:r>
            <ns1:r>
              <ns1:rPr lang="en-US" altLang="zh-CN" sz="10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7" name="RD10_P09_证据判断底"/>
          <ns0:cNvSpPr/>
          <ns0:nvPr/>
        </ns0:nvSpPr>
        <ns0:spPr>
          <ns1:xfrm>
            <ns1:off x="502285" y="4406900"/>
            <ns1:ext cx="3840480" cy="104267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8" name="RD10_P09_证据判断标题"/>
          <ns0:cNvSpPr txBox="1"/>
          <ns0:nvPr/>
        </ns0:nvSpPr>
        <ns0:spPr>
          <ns1:xfrm>
            <ns1:off x="749300" y="4553585"/>
            <ns1:ext cx="3346450" cy="34734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示例内，容公开</ns1:t>
            </ns1:r>
            <ns1:endParaRPr lang="zh-CN" altLang="en-US" sz="2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9" name="RD10_P09_证据判断正文"/>
          <ns0:cNvSpPr txBox="1"/>
          <ns0:nvPr/>
        </ns0:nvSpPr>
        <ns0:spPr>
          <ns1:xfrm>
            <ns1:off x="767715" y="4937125"/>
            <ns1:ext cx="330962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示例内容公开，模板示例内容。</ns1:t>
            </ns1:r>
            <ns1:endParaRPr lang="zh-CN" altLang="en-US" sz="15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10_P09_架构面板"/>
          <ns0:cNvSpPr/>
          <ns0:nvPr/>
        </ns0:nvSpPr>
        <ns0:spPr>
          <ns1:xfrm>
            <ns1:off x="4553585" y="1536065"/>
            <ns1:ext cx="7132320" cy="3913505"/>
          </ns1:xfrm>
          <ns1:prstGeom prst="roundRect">
            <ns1:avLst/>
          </ns1:prstGeom>
          <ns1:solidFill>
            <ns1:srgbClr val="F6F8FB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10_P09_能力列标题"/>
          <ns0:cNvSpPr txBox="1"/>
          <ns0:nvPr/>
        </ns0:nvSpPr>
        <ns0:spPr>
          <ns1:xfrm>
            <ns1:off x="4754245" y="1700530"/>
            <ns1:ext cx="310896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10_P09_可信列标题"/>
          <ns0:cNvSpPr txBox="1"/>
          <ns0:nvPr/>
        </ns0:nvSpPr>
        <ns0:spPr>
          <ns1:xfrm>
            <ns1:off x="8668385" y="1700530"/>
            <ns1:ext cx="261493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1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10_P09_层底_1"/>
          <ns0:cNvSpPr/>
          <ns0:nvPr/>
        </ns0:nvSpPr>
        <ns0:spPr>
          <ns1:xfrm>
            <ns1:off x="4754245" y="2176145"/>
            <ns1:ext cx="6711950" cy="64008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10_P09_层标题_1"/>
          <ns0:cNvSpPr txBox="1"/>
          <ns0:nvPr/>
        </ns0:nvSpPr>
        <ns0:spPr>
          <ns1:xfrm>
            <ns1:off x="4955540" y="2230755"/>
            <ns1:ext cx="1316355" cy="34734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5" name="RD10_P09_层正文_1"/>
          <ns0:cNvSpPr txBox="1"/>
          <ns0:nvPr/>
        </ns0:nvSpPr>
        <ns0:spPr>
          <ns1:xfrm>
            <ns1:off x="6272530" y="2221865"/>
            <ns1:ext cx="204787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7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10_P09_可信底_1"/>
          <ns0:cNvSpPr/>
          <ns0:nvPr/>
        </ns0:nvSpPr>
        <ns0:spPr>
          <ns1:xfrm>
            <ns1:off x="8613140" y="2258060"/>
            <ns1:ext cx="2578735" cy="475615"/>
          </ns1:xfrm>
          <ns1:prstGeom prst="roundRect">
            <ns1:avLst/>
          </ns1:prstGeom>
          <ns1:solidFill>
            <ns1:srgbClr val="FBECEC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10_P09_可信_1"/>
          <ns0:cNvSpPr txBox="1"/>
          <ns0:nvPr/>
        </ns0:nvSpPr>
        <ns0:spPr>
          <ns1:xfrm>
            <ns1:off x="8759825" y="2276475"/>
            <ns1:ext cx="228600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7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8" name="RD10_P09_层底_2"/>
          <ns0:cNvSpPr/>
          <ns0:nvPr/>
        </ns0:nvSpPr>
        <ns0:spPr>
          <ns1:xfrm>
            <ns1:off x="4754245" y="2943860"/>
            <ns1:ext cx="6711950" cy="64008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10_P09_层标题_2"/>
          <ns0:cNvSpPr txBox="1"/>
          <ns0:nvPr/>
        </ns0:nvSpPr>
        <ns0:spPr>
          <ns1:xfrm>
            <ns1:off x="4955540" y="2999105"/>
            <ns1:ext cx="1316355" cy="34734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0" name="RD10_P09_层正文_2"/>
          <ns0:cNvSpPr txBox="1"/>
          <ns0:nvPr/>
        </ns0:nvSpPr>
        <ns0:spPr>
          <ns1:xfrm>
            <ns1:off x="6272530" y="2989580"/>
            <ns1:ext cx="204787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7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10_P09_可信底_2"/>
          <ns0:cNvSpPr/>
          <ns0:nvPr/>
        </ns0:nvSpPr>
        <ns0:spPr>
          <ns1:xfrm>
            <ns1:off x="8613140" y="3026410"/>
            <ns1:ext cx="2578735" cy="475615"/>
          </ns1:xfrm>
          <ns1:prstGeom prst="roundRect">
            <ns1:avLst/>
          </ns1:prstGeom>
          <ns1:solidFill>
            <ns1:srgbClr val="FFFFFF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2" name="RD10_P09_可信_2"/>
          <ns0:cNvSpPr txBox="1"/>
          <ns0:nvPr/>
        </ns0:nvSpPr>
        <ns0:spPr>
          <ns1:xfrm>
            <ns1:off x="8759825" y="3044825"/>
            <ns1:ext cx="228600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7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10_P09_层底_3"/>
          <ns0:cNvSpPr/>
          <ns0:nvPr/>
        </ns0:nvSpPr>
        <ns0:spPr>
          <ns1:xfrm>
            <ns1:off x="4754245" y="3712210"/>
            <ns1:ext cx="6711950" cy="640080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10_P09_层标题_3"/>
          <ns0:cNvSpPr txBox="1"/>
          <ns0:nvPr/>
        </ns0:nvSpPr>
        <ns0:spPr>
          <ns1:xfrm>
            <ns1:off x="4955540" y="3766820"/>
            <ns1:ext cx="1316355" cy="34734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5" name="RD10_P09_层正文_3"/>
          <ns0:cNvSpPr txBox="1"/>
          <ns0:nvPr/>
        </ns0:nvSpPr>
        <ns0:spPr>
          <ns1:xfrm>
            <ns1:off x="6272530" y="3757930"/>
            <ns1:ext cx="204787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7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10_P09_可信底_3"/>
          <ns0:cNvSpPr/>
          <ns0:nvPr/>
        </ns0:nvSpPr>
        <ns0:spPr>
          <ns1:xfrm>
            <ns1:off x="8613140" y="3794125"/>
            <ns1:ext cx="2578735" cy="475615"/>
          </ns1:xfrm>
          <ns1:prstGeom prst="roundRect">
            <ns1:avLst/>
          </ns1:prstGeom>
          <ns1:solidFill>
            <ns1:srgbClr val="FFFFFF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10_P09_可信_3"/>
          <ns0:cNvSpPr txBox="1"/>
          <ns0:nvPr/>
        </ns0:nvSpPr>
        <ns0:spPr>
          <ns1:xfrm>
            <ns1:off x="8759825" y="3812540"/>
            <ns1:ext cx="228600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7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10_P09_层底_4"/>
          <ns0:cNvSpPr/>
          <ns0:nvPr/>
        </ns0:nvSpPr>
        <ns0:spPr>
          <ns1:xfrm>
            <ns1:off x="4754245" y="4479925"/>
            <ns1:ext cx="6711950" cy="640080"/>
          </ns1:xfrm>
          <ns1:prstGeom prst="roundRect">
            <ns1:avLst/>
          </ns1:prstGeom>
          <ns1:solidFill>
            <ns1:srgbClr val="5D7FB8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9" name="RD10_P09_层标题_4"/>
          <ns0:cNvSpPr txBox="1"/>
          <ns0:nvPr/>
        </ns0:nvSpPr>
        <ns0:spPr>
          <ns1:xfrm>
            <ns1:off x="4955540" y="4535170"/>
            <ns1:ext cx="1316355" cy="34734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0" name="RD10_P09_层正文_4"/>
          <ns0:cNvSpPr txBox="1"/>
          <ns0:nvPr/>
        </ns0:nvSpPr>
        <ns0:spPr>
          <ns1:xfrm>
            <ns1:off x="6272530" y="4525645"/>
            <ns1:ext cx="204787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7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1" name="RD10_P09_可信底_4"/>
          <ns0:cNvSpPr/>
          <ns0:nvPr/>
        </ns0:nvSpPr>
        <ns0:spPr>
          <ns1:xfrm>
            <ns1:off x="8613140" y="4562475"/>
            <ns1:ext cx="2578735" cy="475615"/>
          </ns1:xfrm>
          <ns1:prstGeom prst="roundRect">
            <ns1:avLst/>
          </ns1:prstGeom>
          <ns1:solidFill>
            <ns1:srgbClr val="FFFFFF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10_P09_可信_4"/>
          <ns0:cNvSpPr txBox="1"/>
          <ns0:nvPr/>
        </ns0:nvSpPr>
        <ns0:spPr>
          <ns1:xfrm>
            <ns1:off x="8759825" y="4580890"/>
            <ns1:ext cx="228600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17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RD10_P09_架构原则底"/>
          <ns0:cNvSpPr/>
          <ns0:nvPr/>
        </ns0:nvSpPr>
        <ns0:spPr>
          <ns1:xfrm>
            <ns1:off x="502285" y="5742305"/>
            <ns1:ext cx="11183620" cy="567055"/>
          </ns1:xfrm>
          <ns1:prstGeom prst="roundRect">
            <ns1:avLst/>
          </ns1:prstGeom>
          <ns1:solidFill>
            <ns1:srgbClr val="F6F8FB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10_P09_架构原则标签"/>
          <ns0:cNvSpPr txBox="1"/>
          <ns0:nvPr/>
        </ns0:nvSpPr>
        <ns0:spPr>
          <ns1:xfrm>
            <ns1:off x="749300" y="5833745"/>
            <ns1:ext cx="1353185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9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9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5" name="RD10_P09_架构原则正文"/>
          <ns0:cNvSpPr txBox="1"/>
          <ns0:nvPr/>
        </ns0:nvSpPr>
        <ns0:spPr>
          <ns1:xfrm>
            <ns1:off x="2103120" y="5796915"/>
            <ns1:ext cx="923544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示例内容公开模板示，例内容公开模板示例，内容公开模板示例内。</ns1:t>
            </ns1:r>
            <ns1:endParaRPr lang="zh-CN" altLang="en-US" sz="19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203</ns0:Words>
  <ns0:Application>WPS 演示</ns0:Application>
  <ns0:PresentationFormat>宽屏</ns0:PresentationFormat>
  <ns0:Paragraphs>44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