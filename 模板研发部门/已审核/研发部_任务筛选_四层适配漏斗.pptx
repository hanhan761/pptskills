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1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5_P02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5_P02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en-US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示例内、容公开、模板示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0" name="RD5_P02_漏斗底"/>
          <ns0:cNvSpPr/>
          <ns0:nvPr/>
        </ns0:nvSpPr>
        <ns0:spPr>
          <ns1:xfrm>
            <ns1:off x="502285" y="1480820"/>
            <ns1:ext cx="6017260" cy="4114800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5_P02_漏斗标题"/>
          <ns0:cNvSpPr txBox="1"/>
          <ns0:nvPr/>
        </ns0:nvSpPr>
        <ns0:spPr>
          <ns1:xfrm>
            <ns1:off x="749300" y="1609090"/>
            <ns1:ext cx="5522595" cy="43878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3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23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23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，示例</ns1:t>
            </ns1:r>
            <ns1:r>
              <ns1:rPr lang="zh-CN" altLang="en-US" sz="23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3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6" name="RD5_P02_层底_1"/>
          <ns0:cNvSpPr/>
          <ns0:nvPr/>
        </ns0:nvSpPr>
        <ns0:spPr>
          <ns1:xfrm>
            <ns1:off x="914400" y="2112010"/>
            <ns1:ext cx="5211445" cy="621665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5_P02_层标题_1"/>
          <ns0:cNvSpPr txBox="1"/>
          <ns0:nvPr/>
        </ns0:nvSpPr>
        <ns0:spPr>
          <ns1:xfrm>
            <ns1:off x="1078865" y="2185035"/>
            <ns1:ext cx="11703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5_P02_层正文_1"/>
          <ns0:cNvSpPr txBox="1"/>
          <ns0:nvPr/>
        </ns0:nvSpPr>
        <ns0:spPr>
          <ns1:xfrm>
            <ns1:off x="2194560" y="2148205"/>
            <ns1:ext cx="3766820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示例内容公开模板，示例内容公开模板示例内</ns1:t>
            </ns1:r>
            <ns1:endParaRPr lang="zh-CN" altLang="en-US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19" name="RD5_P02_下行箭头_1"/>
          <ns0:cNvCxnSpPr/>
          <ns0:nvPr/>
        </ns0:nvCxnSpPr>
        <ns0:spPr>
          <ns1:xfrm>
            <ns1:off x="3510915" y="2743200"/>
            <ns1:ext cx="635" cy="91440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0" name="RD5_P02_层底_2"/>
          <ns0:cNvSpPr/>
          <ns0:nvPr/>
        </ns0:nvSpPr>
        <ns0:spPr>
          <ns1:xfrm>
            <ns1:off x="1206500" y="2843530"/>
            <ns1:ext cx="4627245" cy="621665"/>
          </ns1:xfrm>
          <ns1:prstGeom prst="roundRect">
            <ns1:avLst/>
          </ns1:prstGeom>
          <ns1:solidFill>
            <ns1:srgbClr val="245BA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5_P02_层标题_2"/>
          <ns0:cNvSpPr txBox="1"/>
          <ns0:nvPr/>
        </ns0:nvSpPr>
        <ns0:spPr>
          <ns1:xfrm>
            <ns1:off x="1371600" y="2916555"/>
            <ns1:ext cx="11703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5_P02_层正文_2"/>
          <ns0:cNvSpPr txBox="1"/>
          <ns0:nvPr/>
        </ns0:nvSpPr>
        <ns0:spPr>
          <ns1:xfrm>
            <ns1:off x="2486660" y="2880360"/>
            <ns1:ext cx="3181985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示例内容，公开模板示例内容公开模板示例</ns1:t>
            </ns1:r>
            <ns1:endParaRPr lang="zh-CN" altLang="en-US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3" name="RD5_P02_下行箭头_2"/>
          <ns0:cNvCxnSpPr/>
          <ns0:nvPr/>
        </ns0:nvCxnSpPr>
        <ns0:spPr>
          <ns1:xfrm>
            <ns1:off x="3510915" y="3474720"/>
            <ns1:ext cx="635" cy="91440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4" name="RD5_P02_层底_3"/>
          <ns0:cNvSpPr/>
          <ns0:nvPr/>
        </ns0:nvSpPr>
        <ns0:spPr>
          <ns1:xfrm>
            <ns1:off x="1499235" y="3575050"/>
            <ns1:ext cx="4041775" cy="621665"/>
          </ns1:xfrm>
          <ns1:prstGeom prst="roundRect">
            <ns1:avLst/>
          </ns1:prstGeom>
          <ns1:solidFill>
            <ns1:srgbClr val="5E7FB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5_P02_层标题_3"/>
          <ns0:cNvSpPr txBox="1"/>
          <ns0:nvPr/>
        </ns0:nvSpPr>
        <ns0:spPr>
          <ns1:xfrm>
            <ns1:off x="1663700" y="3648075"/>
            <ns1:ext cx="11703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5_P02_层正文_3"/>
          <ns0:cNvSpPr txBox="1"/>
          <ns0:nvPr/>
        </ns0:nvSpPr>
        <ns0:spPr>
          <ns1:xfrm>
            <ns1:off x="2779395" y="3611245"/>
            <ns1:ext cx="2596515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示例内容公开模、板示例内容公开模板示例</ns1:t>
            </ns1:r>
            <ns1:endParaRPr lang="zh-CN" altLang="en-US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7" name="RD5_P02_下行箭头_3"/>
          <ns0:cNvCxnSpPr/>
          <ns0:nvPr/>
        </ns0:nvCxnSpPr>
        <ns0:spPr>
          <ns1:xfrm>
            <ns1:off x="3510915" y="4206240"/>
            <ns1:ext cx="635" cy="91440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8" name="RD5_P02_层底_4"/>
          <ns0:cNvSpPr/>
          <ns0:nvPr/>
        </ns0:nvSpPr>
        <ns0:spPr>
          <ns1:xfrm>
            <ns1:off x="1791970" y="4306570"/>
            <ns1:ext cx="3456305" cy="621665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5_P02_层标题_4"/>
          <ns0:cNvSpPr txBox="1"/>
          <ns0:nvPr/>
        </ns0:nvSpPr>
        <ns0:spPr>
          <ns1:xfrm>
            <ns1:off x="1956435" y="4379595"/>
            <ns1:ext cx="1170305" cy="4572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5_P02_层正文_4"/>
          <ns0:cNvSpPr txBox="1"/>
          <ns0:nvPr/>
        </ns0:nvSpPr>
        <ns0:spPr>
          <ns1:xfrm>
            <ns1:off x="3072130" y="4343400"/>
            <ns1:ext cx="2011045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示例内容公开，模板示例内容公开模</ns1:t>
            </ns1:r>
            <ns1:endParaRPr lang="zh-CN" altLang="en-US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5_P02_漏斗出口底"/>
          <ns0:cNvSpPr/>
          <ns0:nvPr/>
        </ns0:nvSpPr>
        <ns0:spPr>
          <ns1:xfrm>
            <ns1:off x="1938020" y="5010785"/>
            <ns1:ext cx="3145790" cy="548640"/>
          </ns1:xfrm>
          <ns1:prstGeom prst="chevron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5_P02_漏斗出口"/>
          <ns0:cNvSpPr txBox="1"/>
          <ns0:nvPr/>
        </ns0:nvSpPr>
        <ns0:spPr>
          <ns1:xfrm>
            <ns1:off x="2057400" y="5010785"/>
            <ns1:ext cx="2797810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en-US" sz="17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5_P02_现场图片_图片框"/>
          <ns0:cNvSpPr/>
          <ns0:nvPr/>
        </ns0:nvSpPr>
        <ns0:spPr>
          <ns1:xfrm>
            <ns1:off x="6729730" y="1480820"/>
            <ns1:ext cx="4956175" cy="225869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4" name="RD5_P02_现场图片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7853446" y="1527048"/>
            <ns1:ext cx="2709124" cy="2167128"/>
          </ns1:xfrm>
          <ns1:prstGeom prst="rect">
            <ns1:avLst/>
          </ns1:prstGeom>
        </ns0:spPr>
      </ns0:pic>
      <ns0:sp>
        <ns0:nvSpPr>
          <ns0:cNvPr id="35" name="RD5_P02_现场图片_图注底"/>
          <ns0:cNvSpPr/>
          <ns0:nvPr/>
        </ns0:nvSpPr>
        <ns0:spPr>
          <ns1:xfrm>
            <ns1:off x="6729730" y="3739515"/>
            <ns1:ext cx="495617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5_P02_现场图片_图注"/>
          <ns0:cNvSpPr txBox="1"/>
          <ns0:nvPr/>
        </ns0:nvSpPr>
        <ns0:spPr>
          <ns1:xfrm>
            <ns1:off x="6821170" y="3757930"/>
            <ns1:ext cx="477266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7" name="RD5_P02_适合底"/>
          <ns0:cNvSpPr/>
          <ns0:nvPr/>
        </ns0:nvSpPr>
        <ns0:spPr>
          <ns1:xfrm>
            <ns1:off x="6729730" y="4178300"/>
            <ns1:ext cx="2386330" cy="141732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5_P02_适合标题"/>
          <ns0:cNvSpPr txBox="1"/>
          <ns0:nvPr/>
        </ns0:nvSpPr>
        <ns0:spPr>
          <ns1:xfrm>
            <ns1:off x="6967220" y="4324985"/>
            <ns1:ext cx="191960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en-US" altLang="zh-CN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9" name="RD5_P02_适合正文"/>
          <ns0:cNvSpPr txBox="1"/>
          <ns0:nvPr/>
        </ns0:nvSpPr>
        <ns0:spPr>
          <ns1:xfrm>
            <ns1:off x="6976745" y="4736465"/>
            <ns1:ext cx="1901825" cy="6400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6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5_P02_慎用底"/>
          <ns0:cNvSpPr/>
          <ns0:nvPr/>
        </ns0:nvSpPr>
        <ns0:spPr>
          <ns1:xfrm>
            <ns1:off x="9298940" y="4178300"/>
            <ns1:ext cx="2386965" cy="1417320"/>
          </ns1:xfrm>
          <ns1:prstGeom prst="roundRect">
            <ns1:avLst/>
          </ns1:prstGeom>
          <ns1:solidFill>
            <ns1:srgbClr val="FBEAEC"/>
          </ns1:solidFill>
          <ns1:ln w="1651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1" name="RD5_P02_慎用标题"/>
          <ns0:cNvSpPr txBox="1"/>
          <ns0:nvPr/>
        </ns0:nvSpPr>
        <ns0:spPr>
          <ns1:xfrm>
            <ns1:off x="9537065" y="4324985"/>
            <ns1:ext cx="191960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zh-CN" altLang="en-US" sz="21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2" name="RD5_P02_慎用正文"/>
          <ns0:cNvSpPr txBox="1"/>
          <ns0:nvPr/>
        </ns0:nvSpPr>
        <ns0:spPr>
          <ns1:xfrm>
            <ns1:off x="9509125" y="4736465"/>
            <ns1:ext cx="1974850" cy="6400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endParaRPr lang="en-US" altLang="zh-CN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0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zh-CN" sz="160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3" name="RD5_P02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5_P02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示例内容公、开模板示、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，</ns1:t>
            </ns1:r>
            <ns1:r>
              <ns1:rPr lang="en-US" altLang="zh-CN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244</ns0:Words>
  <ns0:Application>WPS 演示</ns0:Application>
  <ns0:PresentationFormat>宽屏</ns0:PresentationFormat>
  <ns0:Paragraphs>40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