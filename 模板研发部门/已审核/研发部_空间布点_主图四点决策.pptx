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5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06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06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：示例、内容、公开模板示例内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06_中心系统图_图片框"/>
          <ns0:cNvSpPr/>
          <ns0:nvPr/>
        </ns0:nvSpPr>
        <ns0:spPr>
          <ns1:xfrm>
            <ns1:off x="502285" y="1480820"/>
            <ns1:ext cx="7882255" cy="415163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V10_P06_中心系统图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51857" y="1527048"/>
            <ns1:ext cx="7784254" cy="4059936"/>
          </ns1:xfrm>
          <ns1:prstGeom prst="rect">
            <ns1:avLst/>
          </ns1:prstGeom>
        </ns0:spPr>
      </ns0:pic>
      <ns0:sp>
        <ns0:nvSpPr>
          <ns0:cNvPr id="16" name="RDV10_P06_中心系统图_图注底"/>
          <ns0:cNvSpPr/>
          <ns0:nvPr/>
        </ns0:nvSpPr>
        <ns0:spPr>
          <ns1:xfrm>
            <ns1:off x="502285" y="5632450"/>
            <ns1:ext cx="7882255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V10_P06_中心系统图_图注"/>
          <ns0:cNvSpPr txBox="1"/>
          <ns0:nvPr/>
        </ns0:nvSpPr>
        <ns0:spPr>
          <ns1:xfrm>
            <ns1:off x="593725" y="5650865"/>
            <ns1:ext cx="769874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示例0内容</ns1:t>
            </ns1:r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示例内容公开模板示例内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V10_P06_标记底_1"/>
          <ns0:cNvSpPr/>
          <ns0:nvPr/>
        </ns0:nvSpPr>
        <ns0:spPr>
          <ns1:xfrm>
            <ns1:off x="1233805" y="2120900"/>
            <ns1:ext cx="475615" cy="475615"/>
          </ns1:xfrm>
          <ns1:prstGeom prst="ellipse">
            <ns1:avLst/>
          </ns1:prstGeom>
          <ns1:solidFill>
            <ns1:srgbClr val="123A85"/>
          </ns1:solidFill>
          <ns1:ln w="15240">
            <ns1:solidFill>
              <ns1:srgbClr val="FFFFFF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V10_P06_标记_1"/>
          <ns0:cNvSpPr txBox="1"/>
          <ns0:nvPr/>
        </ns0:nvSpPr>
        <ns0:spPr>
          <ns1:xfrm>
            <ns1:off x="1233805" y="2120900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V10_P06_标记底_2"/>
          <ns0:cNvSpPr/>
          <ns0:nvPr/>
        </ns0:nvSpPr>
        <ns0:spPr>
          <ns1:xfrm>
            <ns1:off x="6382385" y="2011045"/>
            <ns1:ext cx="474980" cy="475615"/>
          </ns1:xfrm>
          <ns1:prstGeom prst="ellipse">
            <ns1:avLst/>
          </ns1:prstGeom>
          <ns1:solidFill>
            <ns1:srgbClr val="C00000"/>
          </ns1:solidFill>
          <ns1:ln w="15240">
            <ns1:solidFill>
              <ns1:srgbClr val="FFFFFF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1" name="RDV10_P06_标记_2"/>
          <ns0:cNvSpPr txBox="1"/>
          <ns0:nvPr/>
        </ns0:nvSpPr>
        <ns0:spPr>
          <ns1:xfrm>
            <ns1:off x="6382385" y="2011045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V10_P06_标记底_3"/>
          <ns0:cNvSpPr/>
          <ns0:nvPr/>
        </ns0:nvSpPr>
        <ns0:spPr>
          <ns1:xfrm>
            <ns1:off x="2669540" y="4315460"/>
            <ns1:ext cx="475615" cy="475615"/>
          </ns1:xfrm>
          <ns1:prstGeom prst="ellipse">
            <ns1:avLst/>
          </ns1:prstGeom>
          <ns1:solidFill>
            <ns1:srgbClr val="245BA5"/>
          </ns1:solidFill>
          <ns1:ln w="15240">
            <ns1:solidFill>
              <ns1:srgbClr val="FFFFFF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V10_P06_标记_3"/>
          <ns0:cNvSpPr txBox="1"/>
          <ns0:nvPr/>
        </ns0:nvSpPr>
        <ns0:spPr>
          <ns1:xfrm>
            <ns1:off x="2669540" y="4315460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V10_P06_标记底_4"/>
          <ns0:cNvSpPr/>
          <ns0:nvPr/>
        </ns0:nvSpPr>
        <ns0:spPr>
          <ns1:xfrm>
            <ns1:off x="6583680" y="4315460"/>
            <ns1:ext cx="474980" cy="475615"/>
          </ns1:xfrm>
          <ns1:prstGeom prst="ellipse">
            <ns1:avLst/>
          </ns1:prstGeom>
          <ns1:solidFill>
            <ns1:srgbClr val="C99B24"/>
          </ns1:solidFill>
          <ns1:ln w="15240">
            <ns1:solidFill>
              <ns1:srgbClr val="FFFFFF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5" name="RDV10_P06_标记_4"/>
          <ns0:cNvSpPr txBox="1"/>
          <ns0:nvPr/>
        </ns0:nvSpPr>
        <ns0:spPr>
          <ns1:xfrm>
            <ns1:off x="6583680" y="4315460"/>
            <ns1:ext cx="47498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6" name="RDV10_P06_决策轨底"/>
          <ns0:cNvSpPr/>
          <ns0:nvPr/>
        </ns0:nvSpPr>
        <ns0:spPr>
          <ns1:xfrm>
            <ns1:off x="8649970" y="1480820"/>
            <ns1:ext cx="3035935" cy="4462145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7" name="RDV10_P06_决策底_1"/>
          <ns0:cNvSpPr/>
          <ns0:nvPr/>
        </ns0:nvSpPr>
        <ns0:spPr>
          <ns1:xfrm>
            <ns1:off x="8869680" y="1700530"/>
            <ns1:ext cx="2596515" cy="786130"/>
          </ns1:xfrm>
          <ns1:prstGeom prst="roundRect">
            <ns1:avLst/>
          </ns1:prstGeom>
          <ns1:solidFill>
            <ns1:srgbClr val="FFFFFF"/>
          </ns1:solidFill>
          <ns1:ln w="1524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V10_P06_决策标题_1"/>
          <ns0:cNvSpPr txBox="1"/>
          <ns0:nvPr/>
        </ns0:nvSpPr>
        <ns0:spPr>
          <ns1:xfrm>
            <ns1:off x="8997315" y="1810385"/>
            <ns1:ext cx="84074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6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9" name="RDV10_P06_决策正文_1"/>
          <ns0:cNvSpPr txBox="1"/>
          <ns0:nvPr/>
        </ns0:nvSpPr>
        <ns0:spPr>
          <ns1:xfrm>
            <ns1:off x="9911715" y="1773555"/>
            <ns1:ext cx="1407795" cy="6032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en-US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V10_P06_决策底_2"/>
          <ns0:cNvSpPr/>
          <ns0:nvPr/>
        </ns0:nvSpPr>
        <ns0:spPr>
          <ns1:xfrm>
            <ns1:off x="8869680" y="2687955"/>
            <ns1:ext cx="2596515" cy="786130"/>
          </ns1:xfrm>
          <ns1:prstGeom prst="roundRect">
            <ns1:avLst/>
          </ns1:prstGeom>
          <ns1:solidFill>
            <ns1:srgbClr val="FFFFFF"/>
          </ns1:solidFill>
          <ns1:ln w="1524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1" name="RDV10_P06_决策标题_2"/>
          <ns0:cNvSpPr txBox="1"/>
          <ns0:nvPr/>
        </ns0:nvSpPr>
        <ns0:spPr>
          <ns1:xfrm>
            <ns1:off x="8997315" y="2797810"/>
            <ns1:ext cx="84074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6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2" name="RDV10_P06_决策正文_2"/>
          <ns0:cNvSpPr txBox="1"/>
          <ns0:nvPr/>
        </ns0:nvSpPr>
        <ns0:spPr>
          <ns1:xfrm>
            <ns1:off x="9911715" y="2760980"/>
            <ns1:ext cx="1407795" cy="6032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</ns1:t>
            </ns1:r>
            <ns1:endParaRPr lang="zh-CN" altLang="en-US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V10_P06_决策底_3"/>
          <ns0:cNvSpPr/>
          <ns0:nvPr/>
        </ns0:nvSpPr>
        <ns0:spPr>
          <ns1:xfrm>
            <ns1:off x="8869680" y="3675380"/>
            <ns1:ext cx="2596515" cy="786765"/>
          </ns1:xfrm>
          <ns1:prstGeom prst="roundRect">
            <ns1:avLst/>
          </ns1:prstGeom>
          <ns1:solidFill>
            <ns1:srgbClr val="FFFFFF"/>
          </ns1:solidFill>
          <ns1:ln w="15240">
            <ns1:solidFill>
              <ns1:srgbClr val="245BA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V10_P06_决策标题_3"/>
          <ns0:cNvSpPr txBox="1"/>
          <ns0:nvPr/>
        </ns0:nvSpPr>
        <ns0:spPr>
          <ns1:xfrm>
            <ns1:off x="8997315" y="3785235"/>
            <ns1:ext cx="84074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245BA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650" b="1">
                <ns1:solidFill>
                  <ns1:srgbClr val="245BA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245BA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5" name="RDV10_P06_决策正文_3"/>
          <ns0:cNvSpPr txBox="1"/>
          <ns0:nvPr/>
        </ns0:nvSpPr>
        <ns0:spPr>
          <ns1:xfrm>
            <ns1:off x="9911715" y="3749040"/>
            <ns1:ext cx="1407795" cy="6032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</ns1:t>
            </ns1:r>
            <ns1:endParaRPr lang="zh-CN" altLang="en-US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6" name="RDV10_P06_决策底_4"/>
          <ns0:cNvSpPr/>
          <ns0:nvPr/>
        </ns0:nvSpPr>
        <ns0:spPr>
          <ns1:xfrm>
            <ns1:off x="8869680" y="4663440"/>
            <ns1:ext cx="2596515" cy="786130"/>
          </ns1:xfrm>
          <ns1:prstGeom prst="roundRect">
            <ns1:avLst/>
          </ns1:prstGeom>
          <ns1:solidFill>
            <ns1:srgbClr val="FFFFFF"/>
          </ns1:solidFill>
          <ns1:ln w="15240">
            <ns1:solidFill>
              <ns1:srgbClr val="C99B24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7" name="RDV10_P06_决策标题_4"/>
          <ns0:cNvSpPr txBox="1"/>
          <ns0:nvPr/>
        </ns0:nvSpPr>
        <ns0:spPr>
          <ns1:xfrm>
            <ns1:off x="8997315" y="4772660"/>
            <ns1:ext cx="84074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650" b="1">
                <ns1:solidFill>
                  <ns1:srgbClr val="C99B24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00 </ns1:t>
            </ns1:r>
            <ns1:r>
              <ns1:rPr lang="zh-CN" altLang="en-US" sz="1650" b="1">
                <ns1:solidFill>
                  <ns1:srgbClr val="C99B24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endParaRPr lang="zh-CN" altLang="en-US" sz="1650" b="1">
              <ns1:solidFill>
                <ns1:srgbClr val="C99B24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8" name="RDV10_P06_决策正文_4"/>
          <ns0:cNvSpPr txBox="1"/>
          <ns0:nvPr/>
        </ns0:nvSpPr>
        <ns0:spPr>
          <ns1:xfrm>
            <ns1:off x="9911715" y="4736465"/>
            <ns1:ext cx="1407795" cy="60325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</ns1:t>
            </ns1:r>
            <ns1:endParaRPr lang="zh-CN" altLang="en-US" sz="13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V10_P06_排序底"/>
          <ns0:cNvSpPr/>
          <ns0:nvPr/>
        </ns0:nvSpPr>
        <ns0:spPr>
          <ns1:xfrm>
            <ns1:off x="8869680" y="5541010"/>
            <ns1:ext cx="2596515" cy="23749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0" name="RDV10_P06_排序"/>
          <ns0:cNvSpPr txBox="1"/>
          <ns0:nvPr/>
        </ns0:nvSpPr>
        <ns0:spPr>
          <ns1:xfrm>
            <ns1:off x="8960485" y="5559425"/>
            <ns1:ext cx="2413635" cy="20066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2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示例内：容公开模板</ns1:t>
            </ns1:r>
            <ns1:r>
              <ns1:rPr lang="en-US" altLang="zh-CN" sz="12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示 </ns1:t>
            </ns1:r>
            <ns1:r>
              <ns1:rPr lang="zh-CN" altLang="en-US" sz="12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12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1" name="RDV10_P06_结论底"/>
          <ns0:cNvSpPr/>
          <ns0:nvPr/>
        </ns0:nvSpPr>
        <ns0:spPr>
          <ns1:xfrm>
            <ns1:off x="502285" y="5879465"/>
            <ns1:ext cx="11183620" cy="47498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2" name="RDV10_P06_结论"/>
          <ns0:cNvSpPr txBox="1"/>
          <ns0:nvPr/>
        </ns0:nvSpPr>
        <ns0:spPr>
          <ns1:xfrm>
            <ns1:off x="749300" y="5915660"/>
            <ns1:ext cx="10698480" cy="40195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，示例内容公开模板示例内容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188</ns0:Words>
  <ns0:Application>WPS 演示</ns0:Application>
  <ns0:PresentationFormat>宽屏</ns0:PresentationFormat>
  <ns0:Paragraphs>36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