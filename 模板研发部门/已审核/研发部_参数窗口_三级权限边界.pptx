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3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4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4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示例内、容公开模板示例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4_寿命曲线_图片框"/>
          <ns0:cNvSpPr/>
          <ns0:nvPr/>
        </ns0:nvSpPr>
        <ns0:spPr>
          <ns1:xfrm>
            <ns1:off x="502285" y="1480820"/>
            <ns1:ext cx="6903720" cy="371284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4_寿命曲线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355070" y="1527048"/>
            <ns1:ext cx="5199419" cy="3621024"/>
          </ns1:xfrm>
          <ns1:prstGeom prst="rect">
            <ns1:avLst/>
          </ns1:prstGeom>
        </ns0:spPr>
      </ns0:pic>
      <ns0:sp>
        <ns0:nvSpPr>
          <ns0:cNvPr id="16" name="RDV10_P04_寿命曲线_图注底"/>
          <ns0:cNvSpPr/>
          <ns0:nvPr/>
        </ns0:nvSpPr>
        <ns0:spPr>
          <ns1:xfrm>
            <ns1:off x="502285" y="5193665"/>
            <ns1:ext cx="690372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4_寿命曲线_图注"/>
          <ns0:cNvSpPr txBox="1"/>
          <ns0:nvPr/>
        </ns0:nvSpPr>
        <ns0:spPr>
          <ns1:xfrm>
            <ns1:off x="593725" y="5211445"/>
            <ns1:ext cx="672084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4_读图底"/>
          <ns0:cNvSpPr/>
          <ns0:nvPr/>
        </ns0:nvSpPr>
        <ns0:spPr>
          <ns1:xfrm>
            <ns1:off x="502285" y="5522595"/>
            <ns1:ext cx="6903720" cy="2743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4_读图"/>
          <ns0:cNvSpPr txBox="1"/>
          <ns0:nvPr/>
        </ns0:nvSpPr>
        <ns0:spPr>
          <ns1:xfrm>
            <ns1:off x="657860" y="5549900"/>
            <ns1:ext cx="6592570" cy="21907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示例内容公开模，板示例内容公开模板示</ns1:t>
            </ns1:r>
            <ns1:endParaRPr lang="zh-CN" altLang="en-US" sz="14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V10_P04_权限轨底"/>
          <ns0:cNvSpPr/>
          <ns0:nvPr/>
        </ns0:nvSpPr>
        <ns0:spPr>
          <ns1:xfrm>
            <ns1:off x="7625715" y="1480820"/>
            <ns1:ext cx="4060190" cy="431609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V10_P04_窗口底_1"/>
          <ns0:cNvSpPr/>
          <ns0:nvPr/>
        </ns0:nvSpPr>
        <ns0:spPr>
          <ns1:xfrm>
            <ns1:off x="7845425" y="1663700"/>
            <ns1:ext cx="3620770" cy="1061085"/>
          </ns1:xfrm>
          <ns1:prstGeom prst="roundRect">
            <ns1:avLst/>
          </ns1:prstGeom>
          <ns1:solidFill>
            <ns1:srgbClr val="FFFFFF"/>
          </ns1:solidFill>
          <ns1:ln w="1778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V10_P04_窗口标签底_1"/>
          <ns0:cNvSpPr/>
          <ns0:nvPr/>
        </ns0:nvSpPr>
        <ns0:spPr>
          <ns1:xfrm>
            <ns1:off x="7845425" y="1663700"/>
            <ns1:ext cx="1005840" cy="106108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4_窗口标签_1"/>
          <ns0:cNvSpPr txBox="1"/>
          <ns0:nvPr/>
        </ns0:nvSpPr>
        <ns0:spPr>
          <ns1:xfrm>
            <ns1:off x="7927340" y="1965960"/>
            <ns1:ext cx="8407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V10_P04_窗口正文_1"/>
          <ns0:cNvSpPr txBox="1"/>
          <ns0:nvPr/>
        </ns0:nvSpPr>
        <ns0:spPr>
          <ns1:xfrm>
            <ns1:off x="9034145" y="1810385"/>
            <ns1:ext cx="219456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en-US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V10_P04_窗口底_2"/>
          <ns0:cNvSpPr/>
          <ns0:nvPr/>
        </ns0:nvSpPr>
        <ns0:spPr>
          <ns1:xfrm>
            <ns1:off x="7845425" y="2925445"/>
            <ns1:ext cx="3620770" cy="1061085"/>
          </ns1:xfrm>
          <ns1:prstGeom prst="roundRect">
            <ns1:avLst/>
          </ns1:prstGeom>
          <ns1:solidFill>
            <ns1:srgbClr val="FFF4CF"/>
          </ns1:solidFill>
          <ns1:ln w="17780">
            <ns1:solidFill>
              <ns1:srgbClr val="C99B24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V10_P04_窗口标签底_2"/>
          <ns0:cNvSpPr/>
          <ns0:nvPr/>
        </ns0:nvSpPr>
        <ns0:spPr>
          <ns1:xfrm>
            <ns1:off x="7845425" y="2925445"/>
            <ns1:ext cx="1005840" cy="1061085"/>
          </ns1:xfrm>
          <ns1:prstGeom prst="roundRect">
            <ns1:avLst/>
          </ns1:prstGeom>
          <ns1:solidFill>
            <ns1:srgbClr val="C99B24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V10_P04_窗口标签_2"/>
          <ns0:cNvSpPr txBox="1"/>
          <ns0:nvPr/>
        </ns0:nvSpPr>
        <ns0:spPr>
          <ns1:xfrm>
            <ns1:off x="7927340" y="3227705"/>
            <ns1:ext cx="8407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V10_P04_窗口正文_2"/>
          <ns0:cNvSpPr txBox="1"/>
          <ns0:nvPr/>
        </ns0:nvSpPr>
        <ns0:spPr>
          <ns1:xfrm>
            <ns1:off x="9034145" y="3072130"/>
            <ns1:ext cx="219456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en-US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V10_P04_窗口底_3"/>
          <ns0:cNvSpPr/>
          <ns0:nvPr/>
        </ns0:nvSpPr>
        <ns0:spPr>
          <ns1:xfrm>
            <ns1:off x="7845425" y="4187825"/>
            <ns1:ext cx="3620770" cy="1060450"/>
          </ns1:xfrm>
          <ns1:prstGeom prst="roundRect">
            <ns1:avLst/>
          </ns1:prstGeom>
          <ns1:solidFill>
            <ns1:srgbClr val="FBEAEC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V10_P04_窗口标签底_3"/>
          <ns0:cNvSpPr/>
          <ns0:nvPr/>
        </ns0:nvSpPr>
        <ns0:spPr>
          <ns1:xfrm>
            <ns1:off x="7845425" y="4187825"/>
            <ns1:ext cx="1005840" cy="106045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V10_P04_窗口标签_3"/>
          <ns0:cNvSpPr txBox="1"/>
          <ns0:nvPr/>
        </ns0:nvSpPr>
        <ns0:spPr>
          <ns1:xfrm>
            <ns1:off x="7927340" y="4489450"/>
            <ns1:ext cx="8407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V10_P04_窗口正文_3"/>
          <ns0:cNvSpPr txBox="1"/>
          <ns0:nvPr/>
        </ns0:nvSpPr>
        <ns0:spPr>
          <ns1:xfrm>
            <ns1:off x="9034145" y="4333875"/>
            <ns1:ext cx="219456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en-US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V10_P04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04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示例内容公开模板示例内容，公开模板示例内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、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185</ns0:Words>
  <ns0:Application>WPS 演示</ns0:Application>
  <ns0:PresentationFormat>宽屏</ns0:PresentationFormat>
  <ns0:Paragraphs>27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