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1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4" Type="http://schemas.openxmlformats.org/officeDocument/2006/relationships/notesSlide" Target="../notesSlides/notesSlide1.xml" /><ns0:Relationship Id="rId3" Type="http://schemas.openxmlformats.org/officeDocument/2006/relationships/slideLayout" Target="../slideLayouts/slideLayout12.xml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2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2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：示例内容公开模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2_左区底"/>
          <ns0:cNvSpPr/>
          <ns0:nvPr/>
        </ns0:nvSpPr>
        <ns0:spPr>
          <ns1:xfrm>
            <ns1:off x="502285" y="1480820"/>
            <ns1:ext cx="4846955" cy="358457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V10_P02_左标签_底"/>
          <ns0:cNvSpPr/>
          <ns0:nvPr/>
        </ns0:nvSpPr>
        <ns0:spPr>
          <ns1:xfrm>
            <ns1:off x="685800" y="1645920"/>
            <ns1:ext cx="4479925" cy="40195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V10_P02_左标签"/>
          <ns0:cNvSpPr txBox="1"/>
          <ns0:nvPr/>
        </ns0:nvSpPr>
        <ns0:spPr>
          <ns1:xfrm>
            <ns1:off x="777240" y="1663700"/>
            <ns1:ext cx="4297045" cy="34734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7" name="RDV10_P02_升级前图片_图片框"/>
          <ns0:cNvSpPr/>
          <ns0:nvPr/>
        </ns0:nvSpPr>
        <ns0:spPr>
          <ns1:xfrm>
            <ns1:off x="713105" y="2176145"/>
            <ns1:ext cx="4425315" cy="230441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8" name="RDV10_P02_升级前图片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662264" y="2221992"/>
            <ns1:ext cx="2527632" cy="2212848"/>
          </ns1:xfrm>
          <ns1:prstGeom prst="rect">
            <ns1:avLst/>
          </ns1:prstGeom>
        </ns0:spPr>
      </ns0:pic>
      <ns0:sp>
        <ns0:nvSpPr>
          <ns0:cNvPr id="19" name="RDV10_P02_升级前图片_图注底"/>
          <ns0:cNvSpPr/>
          <ns0:nvPr/>
        </ns0:nvSpPr>
        <ns0:spPr>
          <ns1:xfrm>
            <ns1:off x="713105" y="4479925"/>
            <ns1:ext cx="442531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0" name="RDV10_P02_升级前图片_图注"/>
          <ns0:cNvSpPr txBox="1"/>
          <ns0:nvPr/>
        </ns0:nvSpPr>
        <ns0:spPr>
          <ns1:xfrm>
            <ns1:off x="804545" y="4498340"/>
            <ns1:ext cx="424243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1" name="RDV10_P02_右区底"/>
          <ns0:cNvSpPr/>
          <ns0:nvPr/>
        </ns0:nvSpPr>
        <ns0:spPr>
          <ns1:xfrm>
            <ns1:off x="6839585" y="1480820"/>
            <ns1:ext cx="4846320" cy="3584575"/>
          </ns1:xfrm>
          <ns1:prstGeom prst="roundRect">
            <ns1:avLst/>
          </ns1:prstGeom>
          <ns1:solidFill>
            <ns1:srgbClr val="FFF8F8"/>
          </ns1:solidFill>
          <ns1:ln w="1524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V10_P02_右标签_底"/>
          <ns0:cNvSpPr/>
          <ns0:nvPr/>
        </ns0:nvSpPr>
        <ns0:spPr>
          <ns1:xfrm>
            <ns1:off x="7022465" y="1645920"/>
            <ns1:ext cx="4480560" cy="40195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V10_P02_右标签"/>
          <ns0:cNvSpPr txBox="1"/>
          <ns0:nvPr/>
        </ns0:nvSpPr>
        <ns0:spPr>
          <ns1:xfrm>
            <ns1:off x="7113905" y="1663700"/>
            <ns1:ext cx="4297045" cy="34734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V10_P02_升级后图片_图片框"/>
          <ns0:cNvSpPr/>
          <ns0:nvPr/>
        </ns0:nvSpPr>
        <ns0:spPr>
          <ns1:xfrm>
            <ns1:off x="7049770" y="2176145"/>
            <ns1:ext cx="4425950" cy="230441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25" name="RDV10_P02_升级后图片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7095744" y="2722853"/>
            <ns1:ext cx="4334256" cy="1211126"/>
          </ns1:xfrm>
          <ns1:prstGeom prst="rect">
            <ns1:avLst/>
          </ns1:prstGeom>
        </ns0:spPr>
      </ns0:pic>
      <ns0:sp>
        <ns0:nvSpPr>
          <ns0:cNvPr id="26" name="RDV10_P02_升级后图片_图注底"/>
          <ns0:cNvSpPr/>
          <ns0:nvPr/>
        </ns0:nvSpPr>
        <ns0:spPr>
          <ns1:xfrm>
            <ns1:off x="7049770" y="4479925"/>
            <ns1:ext cx="442595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V10_P02_升级后图片_图注"/>
          <ns0:cNvSpPr txBox="1"/>
          <ns0:nvPr/>
        </ns0:nvSpPr>
        <ns0:spPr>
          <ns1:xfrm>
            <ns1:off x="7141210" y="4498340"/>
            <ns1:ext cx="424243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8" name="RDV10_P02_跃迁柱底"/>
          <ns0:cNvSpPr/>
          <ns0:nvPr/>
        </ns0:nvSpPr>
        <ns0:spPr>
          <ns1:xfrm>
            <ns1:off x="5559425" y="1480820"/>
            <ns1:ext cx="1115695" cy="358457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V10_P02_跃迁柱"/>
          <ns0:cNvSpPr txBox="1"/>
          <ns0:nvPr/>
        </ns0:nvSpPr>
        <ns0:spPr>
          <ns1:xfrm>
            <ns1:off x="5668645" y="1782445"/>
            <ns1:ext cx="895985" cy="2889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9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en-US" altLang="zh-CN" sz="19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  <ns1:p>
            <ns1:pPr algn="ctr"/>
            <ns1:r>
              <ns1:rPr lang="en-US" altLang="zh-CN" sz="19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endParaRPr lang="en-US" altLang="zh-CN" sz="19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  <ns1:p>
            <ns1:pPr algn="ctr"/>
            <ns1:r>
              <ns1:rPr lang="zh-CN" altLang="zh-CN" sz="19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en-US" altLang="zh-CN" sz="19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  <ns1:p>
            <ns1:pPr algn="ctr"/>
            <ns1:r>
              <ns1:rPr lang="en-US" altLang="zh-CN" sz="19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endParaRPr lang="en-US" altLang="zh-CN" sz="19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  <ns1:p>
            <ns1:pPr algn="ctr"/>
            <ns1:r>
              <ns1:rPr lang="zh-CN" altLang="zh-CN" sz="19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zh-CN" sz="19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0" name="RDV10_P02_变化底_1"/>
          <ns0:cNvSpPr/>
          <ns0:nvPr/>
        </ns0:nvSpPr>
        <ns0:spPr>
          <ns1:xfrm>
            <ns1:off x="502285" y="5229860"/>
            <ns1:ext cx="3511550" cy="5124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V10_P02_变化标签_1"/>
          <ns0:cNvSpPr txBox="1"/>
          <ns0:nvPr/>
        </ns0:nvSpPr>
        <ns0:spPr>
          <ns1:xfrm>
            <ns1:off x="612140" y="5321300"/>
            <ns1:ext cx="65786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6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V10_P02_变化前_1"/>
          <ns0:cNvSpPr txBox="1"/>
          <ns0:nvPr/>
        </ns0:nvSpPr>
        <ns0:spPr>
          <ns1:xfrm>
            <ns1:off x="1325880" y="5321300"/>
            <ns1:ext cx="96901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V10_P02_变化箭头_1"/>
          <ns0:cNvSpPr txBox="1"/>
          <ns0:nvPr/>
        </ns0:nvSpPr>
        <ns0:spPr>
          <ns1:xfrm>
            <ns1:off x="2276475" y="5303520"/>
            <ns1:ext cx="383540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4" name="RDV10_P02_变化后_1"/>
          <ns0:cNvSpPr txBox="1"/>
          <ns0:nvPr/>
        </ns0:nvSpPr>
        <ns0:spPr>
          <ns1:xfrm>
            <ns1:off x="2623820" y="5321300"/>
            <ns1:ext cx="1224915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V10_P02_变化底_2"/>
          <ns0:cNvSpPr/>
          <ns0:nvPr/>
        </ns0:nvSpPr>
        <ns0:spPr>
          <ns1:xfrm>
            <ns1:off x="4279265" y="5229860"/>
            <ns1:ext cx="3510915" cy="5124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V10_P02_变化标签_2"/>
          <ns0:cNvSpPr txBox="1"/>
          <ns0:nvPr/>
        </ns0:nvSpPr>
        <ns0:spPr>
          <ns1:xfrm>
            <ns1:off x="4389120" y="5321300"/>
            <ns1:ext cx="65786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6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V10_P02_变化前_2"/>
          <ns0:cNvSpPr txBox="1"/>
          <ns0:nvPr/>
        </ns0:nvSpPr>
        <ns0:spPr>
          <ns1:xfrm>
            <ns1:off x="5102225" y="5321300"/>
            <ns1:ext cx="96901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V10_P02_变化箭头_2"/>
          <ns0:cNvSpPr txBox="1"/>
          <ns0:nvPr/>
        </ns0:nvSpPr>
        <ns0:spPr>
          <ns1:xfrm>
            <ns1:off x="6052820" y="5303520"/>
            <ns1:ext cx="383540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V10_P02_变化后_2"/>
          <ns0:cNvSpPr txBox="1"/>
          <ns0:nvPr/>
        </ns0:nvSpPr>
        <ns0:spPr>
          <ns1:xfrm>
            <ns1:off x="6400800" y="5321300"/>
            <ns1:ext cx="1224915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V10_P02_变化底_3"/>
          <ns0:cNvSpPr/>
          <ns0:nvPr/>
        </ns0:nvSpPr>
        <ns0:spPr>
          <ns1:xfrm>
            <ns1:off x="8055610" y="5229860"/>
            <ns1:ext cx="3511550" cy="5124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V10_P02_变化标签_3"/>
          <ns0:cNvSpPr txBox="1"/>
          <ns0:nvPr/>
        </ns0:nvSpPr>
        <ns0:spPr>
          <ns1:xfrm>
            <ns1:off x="8165465" y="5321300"/>
            <ns1:ext cx="65786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6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V10_P02_变化前_3"/>
          <ns0:cNvSpPr txBox="1"/>
          <ns0:nvPr/>
        </ns0:nvSpPr>
        <ns0:spPr>
          <ns1:xfrm>
            <ns1:off x="8878570" y="5321300"/>
            <ns1:ext cx="96901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V10_P02_变化箭头_3"/>
          <ns0:cNvSpPr txBox="1"/>
          <ns0:nvPr/>
        </ns0:nvSpPr>
        <ns0:spPr>
          <ns1:xfrm>
            <ns1:off x="9829800" y="5303520"/>
            <ns1:ext cx="383540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4" name="RDV10_P02_变化后_3"/>
          <ns0:cNvSpPr txBox="1"/>
          <ns0:nvPr/>
        </ns0:nvSpPr>
        <ns0:spPr>
          <ns1:xfrm>
            <ns1:off x="10177145" y="5321300"/>
            <ns1:ext cx="1224915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5" name="RDV10_P02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6" name="RDV10_P02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178</ns0:Words>
  <ns0:Application>WPS 演示</ns0:Application>
  <ns0:PresentationFormat>宽屏</ns0:PresentationFormat>
  <ns0:Paragraphs>46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