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1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2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2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zh-CN" altLang="en-US" sz="24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：示例、内容、公开、模板</ns1:t>
            </ns1:r>
            <ns1:r>
              <ns1:rPr lang="zh-CN" altLang="en-US" sz="24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2_机制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36065"/>
            <ns1:ext cx="6858000" cy="307213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2_机制_图注底"/>
          <ns0:cNvSpPr/>
          <ns0:nvPr/>
        </ns0:nvSpPr>
        <ns0:spPr>
          <ns1:xfrm>
            <ns1:off x="502285" y="4608195"/>
            <ns1:ext cx="685800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2_机制_图注"/>
          <ns0:cNvSpPr txBox="1"/>
          <ns0:nvPr/>
        </ns0:nvSpPr>
        <ns0:spPr>
          <ns1:xfrm>
            <ns1:off x="593725" y="4626610"/>
            <ns1:ext cx="6674485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 模板., 示例内容公开,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2_判断面板"/>
          <ns0:cNvSpPr/>
          <ns0:nvPr/>
        </ns0:nvSpPr>
        <ns0:spPr>
          <ns1:xfrm>
            <ns1:off x="7588885" y="1536065"/>
            <ns1:ext cx="4097020" cy="338328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2_判断标题"/>
          <ns0:cNvSpPr txBox="1"/>
          <ns0:nvPr/>
        </ns0:nvSpPr>
        <ns0:spPr>
          <ns1:xfrm>
            <ns1:off x="7918450" y="1810385"/>
            <ns1:ext cx="3437890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8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8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en-US" altLang="zh-CN" sz="28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 </ns1:t>
            </ns1:r>
            <ns1:r>
              <ns1:rPr lang="zh-CN" altLang="en-US" sz="28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28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9" name="RD10_P02_判断副标题"/>
          <ns0:cNvSpPr txBox="1"/>
          <ns0:nvPr/>
        </ns0:nvSpPr>
        <ns0:spPr>
          <ns1:xfrm>
            <ns1:off x="7918450" y="2486660"/>
            <ns1:ext cx="343789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2_判断正文"/>
          <ns0:cNvSpPr txBox="1"/>
          <ns0:nvPr/>
        </ns0:nvSpPr>
        <ns0:spPr>
          <ns1:xfrm>
            <ns1:off x="7991475" y="2999105"/>
            <ns1:ext cx="3291840" cy="100520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示例内容公开，模板示例内容；公开模板示例内容，公开模板示例内容公开模板。</ns1:t>
            </ns1:r>
            <ns1:endParaRPr lang="zh-CN" altLang="en-US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02_判据底"/>
          <ns0:cNvSpPr/>
          <ns0:nvPr/>
        </ns0:nvSpPr>
        <ns0:spPr>
          <ns1:xfrm>
            <ns1:off x="7936865" y="4279265"/>
            <ns1:ext cx="3401695" cy="438785"/>
          </ns1:xfrm>
          <ns1:prstGeom prst="roundRect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10_P02_工程判据"/>
          <ns0:cNvSpPr txBox="1"/>
          <ns0:nvPr/>
        </ns0:nvSpPr>
        <ns0:spPr>
          <ns1:xfrm>
            <ns1:off x="8064500" y="4306570"/>
            <ns1:ext cx="3145155" cy="3746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示例内容：</ns1:t>
            </ns1:r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02_步骤底_1"/>
          <ns0:cNvSpPr/>
          <ns0:nvPr/>
        </ns0:nvSpPr>
        <ns0:spPr>
          <ns1:xfrm>
            <ns1:off x="502285" y="5193665"/>
            <ns1:ext cx="2514600" cy="104203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02_步骤序号底_1"/>
          <ns0:cNvSpPr/>
          <ns0:nvPr/>
        </ns0:nvSpPr>
        <ns0:spPr>
          <ns1:xfrm>
            <ns1:off x="502285" y="5193665"/>
            <ns1:ext cx="530860" cy="104203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10_P02_步骤序号_1"/>
          <ns0:cNvSpPr txBox="1"/>
          <ns0:nvPr/>
        </ns0:nvSpPr>
        <ns0:spPr>
          <ns1:xfrm>
            <ns1:off x="502285" y="5193665"/>
            <ns1:ext cx="530225" cy="104203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2_步骤标题_1"/>
          <ns0:cNvSpPr txBox="1"/>
          <ns0:nvPr/>
        </ns0:nvSpPr>
        <ns0:spPr>
          <ns1:xfrm>
            <ns1:off x="1197610" y="5285105"/>
            <ns1:ext cx="162750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2_步骤正文_1"/>
          <ns0:cNvSpPr txBox="1"/>
          <ns0:nvPr/>
        </ns0:nvSpPr>
        <ns0:spPr>
          <ns1:xfrm>
            <ns1:off x="1197610" y="5650865"/>
            <ns1:ext cx="16275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8" name="RD10_P02_步骤箭头_1"/>
          <ns0:cNvCxnSpPr/>
          <ns0:nvPr/>
        </ns0:nvCxnSpPr>
        <ns0:spPr>
          <ns1:xfrm>
            <ns1:off x="3081020" y="5715000"/>
            <ns1:ext cx="246380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9" name="RD10_P02_步骤底_2"/>
          <ns0:cNvSpPr/>
          <ns0:nvPr/>
        </ns0:nvSpPr>
        <ns0:spPr>
          <ns1:xfrm>
            <ns1:off x="3392170" y="5193665"/>
            <ns1:ext cx="2514600" cy="104203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10_P02_步骤序号底_2"/>
          <ns0:cNvSpPr/>
          <ns0:nvPr/>
        </ns0:nvSpPr>
        <ns0:spPr>
          <ns1:xfrm>
            <ns1:off x="3392170" y="5193665"/>
            <ns1:ext cx="530225" cy="104203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10_P02_步骤序号_2"/>
          <ns0:cNvSpPr txBox="1"/>
          <ns0:nvPr/>
        </ns0:nvSpPr>
        <ns0:spPr>
          <ns1:xfrm>
            <ns1:off x="3392170" y="5193665"/>
            <ns1:ext cx="530225" cy="104203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2_步骤标题_2"/>
          <ns0:cNvSpPr txBox="1"/>
          <ns0:nvPr/>
        </ns0:nvSpPr>
        <ns0:spPr>
          <ns1:xfrm>
            <ns1:off x="4086860" y="5285105"/>
            <ns1:ext cx="162750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10_P02_步骤正文_2"/>
          <ns0:cNvSpPr txBox="1"/>
          <ns0:nvPr/>
        </ns0:nvSpPr>
        <ns0:spPr>
          <ns1:xfrm>
            <ns1:off x="4086860" y="5650865"/>
            <ns1:ext cx="16275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4" name="RD10_P02_步骤箭头_2"/>
          <ns0:cNvCxnSpPr/>
          <ns0:nvPr/>
        </ns0:nvCxnSpPr>
        <ns0:spPr>
          <ns1:xfrm>
            <ns1:off x="5970905" y="5715000"/>
            <ns1:ext cx="246380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5" name="RD10_P02_步骤底_3"/>
          <ns0:cNvSpPr/>
          <ns0:nvPr/>
        </ns0:nvSpPr>
        <ns0:spPr>
          <ns1:xfrm>
            <ns1:off x="6281420" y="5193665"/>
            <ns1:ext cx="2514600" cy="104203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10_P02_步骤序号底_3"/>
          <ns0:cNvSpPr/>
          <ns0:nvPr/>
        </ns0:nvSpPr>
        <ns0:spPr>
          <ns1:xfrm>
            <ns1:off x="6281420" y="5193665"/>
            <ns1:ext cx="530860" cy="104203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10_P02_步骤序号_3"/>
          <ns0:cNvSpPr txBox="1"/>
          <ns0:nvPr/>
        </ns0:nvSpPr>
        <ns0:spPr>
          <ns1:xfrm>
            <ns1:off x="6281420" y="5193665"/>
            <ns1:ext cx="530225" cy="104203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10_P02_步骤标题_3"/>
          <ns0:cNvSpPr txBox="1"/>
          <ns0:nvPr/>
        </ns0:nvSpPr>
        <ns0:spPr>
          <ns1:xfrm>
            <ns1:off x="6976745" y="5285105"/>
            <ns1:ext cx="162750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02_步骤正文_3"/>
          <ns0:cNvSpPr txBox="1"/>
          <ns0:nvPr/>
        </ns0:nvSpPr>
        <ns0:spPr>
          <ns1:xfrm>
            <ns1:off x="6976745" y="5650865"/>
            <ns1:ext cx="16275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40" name="RD10_P02_步骤箭头_3"/>
          <ns0:cNvCxnSpPr/>
          <ns0:nvPr/>
        </ns0:nvCxnSpPr>
        <ns0:spPr>
          <ns1:xfrm>
            <ns1:off x="8860155" y="5715000"/>
            <ns1:ext cx="246380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1" name="RD10_P02_步骤底_4"/>
          <ns0:cNvSpPr/>
          <ns0:nvPr/>
        </ns0:nvSpPr>
        <ns0:spPr>
          <ns1:xfrm>
            <ns1:off x="9171305" y="5193665"/>
            <ns1:ext cx="2514600" cy="1042035"/>
          </ns1:xfrm>
          <ns1:prstGeom prst="roundRect">
            <ns1:avLst/>
          </ns1:prstGeom>
          <ns1:solidFill>
            <ns1:srgbClr val="FFFFFF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10_P02_步骤序号底_4"/>
          <ns0:cNvSpPr/>
          <ns0:nvPr/>
        </ns0:nvSpPr>
        <ns0:spPr>
          <ns1:xfrm>
            <ns1:off x="9171305" y="5193665"/>
            <ns1:ext cx="530225" cy="104203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3" name="RD10_P02_步骤序号_4"/>
          <ns0:cNvSpPr txBox="1"/>
          <ns0:nvPr/>
        </ns0:nvSpPr>
        <ns0:spPr>
          <ns1:xfrm>
            <ns1:off x="9171305" y="5193665"/>
            <ns1:ext cx="530225" cy="104203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RD10_P02_步骤标题_4"/>
          <ns0:cNvSpPr txBox="1"/>
          <ns0:nvPr/>
        </ns0:nvSpPr>
        <ns0:spPr>
          <ns1:xfrm>
            <ns1:off x="9865995" y="5285105"/>
            <ns1:ext cx="162750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0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10_P02_步骤正文_4"/>
          <ns0:cNvSpPr txBox="1"/>
          <ns0:nvPr/>
        </ns0:nvSpPr>
        <ns0:spPr>
          <ns1:xfrm>
            <ns1:off x="9865995" y="5650865"/>
            <ns1:ext cx="16275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l"/>
            <ns1:r>
              <ns1:rPr lang="zh-CN" altLang="zh-CN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190</ns0:Words>
  <ns0:Application>WPS 演示</ns0:Application>
  <ns0:PresentationFormat>宽屏</ns0:PresentationFormat>
  <ns0:Paragraphs>44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