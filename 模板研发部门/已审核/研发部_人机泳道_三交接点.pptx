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66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notesSlide" Target="../notesSlides/notesSlide1.xml" /><ns0:Relationship Id="rId2" Type="http://schemas.openxmlformats.org/officeDocument/2006/relationships/slideLayout" Target="../slideLayouts/slideLayout12.xml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RDV10_P07_标题底"/>
          <ns0:cNvSpPr/>
          <ns0:nvPr/>
        </ns0:nvSpPr>
        <ns0:spPr>
          <ns1:xfrm>
            <ns1:off x="411480" y="749300"/>
            <ns1:ext cx="11337925" cy="56705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RDV10_P07_标题"/>
          <ns0:cNvSpPr txBox="1"/>
          <ns0:nvPr/>
        </ns0:nvSpPr>
        <ns0:spPr>
          <ns1:xfrm>
            <ns1:off x="575945" y="749300"/>
            <ns1:ext cx="11008995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：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示例内容、公开模板示、例内容公</ns1:t>
            </ns1:r>
            <ns1:endParaRPr lang="zh-CN" altLang="en-US" sz="24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0" name="RDV10_P07_团队图片_图片框"/>
          <ns0:cNvSpPr/>
          <ns0:nvPr/>
        </ns0:nvSpPr>
        <ns0:spPr>
          <ns1:xfrm>
            <ns1:off x="502285" y="1480820"/>
            <ns1:ext cx="3822700" cy="254254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15" name="RDV10_P07_团队图片" descr="Public template placeholder"/>
          <ns0:cNvPicPr>
            <ns1:picLocks noChangeAspect="1"/>
          </ns0:cNvPicPr>
          <ns0:nvPr/>
        </ns0:nvPicPr>
        <ns0:blipFill>
          <ns1:blip ns3:embed="rId1"/>
          <ns1:stretch>
            <ns1:fillRect/>
          </ns1:stretch>
        </ns0:blipFill>
        <ns0:spPr>
          <ns1:xfrm>
            <ns1:off x="548640" y="1703004"/>
            <ns1:ext cx="3730752" cy="2098680"/>
          </ns1:xfrm>
          <ns1:prstGeom prst="rect">
            <ns1:avLst/>
          </ns1:prstGeom>
        </ns0:spPr>
      </ns0:pic>
      <ns0:sp>
        <ns0:nvSpPr>
          <ns0:cNvPr id="16" name="RDV10_P07_团队图片_图注底"/>
          <ns0:cNvSpPr/>
          <ns0:nvPr/>
        </ns0:nvSpPr>
        <ns0:spPr>
          <ns1:xfrm>
            <ns1:off x="502285" y="4022725"/>
            <ns1:ext cx="3822700" cy="31115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7" name="RDV10_P07_团队图片_图注"/>
          <ns0:cNvSpPr txBox="1"/>
          <ns0:nvPr/>
        </ns0:nvSpPr>
        <ns0:spPr>
          <ns1:xfrm>
            <ns1:off x="593725" y="4041140"/>
            <ns1:ext cx="3639185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en-US" altLang="en-US" sz="98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</ns1:t>
            </ns1:r>
            <ns1:r>
              <ns1:rPr lang="zh-CN" altLang="en-US" sz="98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r>
              <ns1:rPr lang="en-US" altLang="zh-CN" sz="98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示例内容公开模板, 0000</ns1:t>
            </ns1:r>
            <ns1:endParaRPr lang="en-US" altLang="zh-CN" sz="98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8" name="RDV10_P07_左判断底"/>
          <ns0:cNvSpPr/>
          <ns0:nvPr/>
        </ns0:nvSpPr>
        <ns0:spPr>
          <ns1:xfrm>
            <ns1:off x="502285" y="4406900"/>
            <ns1:ext cx="3822700" cy="1335405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9" name="RDV10_P07_左判断标题"/>
          <ns0:cNvSpPr txBox="1"/>
          <ns0:nvPr/>
        </ns0:nvSpPr>
        <ns0:spPr>
          <ns1:xfrm>
            <ns1:off x="749300" y="4589780"/>
            <ns1:ext cx="3328035" cy="38354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0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</ns1:t>
            </ns1:r>
            <ns1:endParaRPr lang="zh-CN" altLang="en-US" sz="20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0" name="RDV10_P07_左判断正文"/>
          <ns0:cNvSpPr txBox="1"/>
          <ns0:nvPr/>
        </ns0:nvSpPr>
        <ns0:spPr>
          <ns1:xfrm>
            <ns1:off x="822960" y="5038090"/>
            <ns1:ext cx="3181985" cy="53022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6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</ns1:t>
            </ns1:r>
            <ns1:endParaRPr lang="en-US" altLang="zh-CN" sz="16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6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示例、内容公开模板示</ns1:t>
            </ns1:r>
            <ns1:endParaRPr lang="zh-CN" altLang="zh-CN" sz="16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1" name="RDV10_P07_模型泳道底"/>
          <ns0:cNvSpPr/>
          <ns0:nvPr/>
        </ns0:nvSpPr>
        <ns0:spPr>
          <ns1:xfrm>
            <ns1:off x="4608195" y="1480820"/>
            <ns1:ext cx="7077710" cy="1664335"/>
          </ns1:xfrm>
          <ns1:prstGeom prst="roundRect">
            <ns1:avLst/>
          </ns1:prstGeom>
          <ns1:solidFill>
            <ns1:srgbClr val="E8F0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2" name="RDV10_P07_工程泳道底"/>
          <ns0:cNvSpPr/>
          <ns0:nvPr/>
        </ns0:nvSpPr>
        <ns0:spPr>
          <ns1:xfrm>
            <ns1:off x="4608195" y="3364865"/>
            <ns1:ext cx="7077710" cy="166370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3" name="RDV10_P07_模型标签底"/>
          <ns0:cNvSpPr/>
          <ns0:nvPr/>
        </ns0:nvSpPr>
        <ns0:spPr>
          <ns1:xfrm>
            <ns1:off x="4608195" y="1480820"/>
            <ns1:ext cx="951230" cy="1664335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4" name="RDV10_P07_工程标签底"/>
          <ns0:cNvSpPr/>
          <ns0:nvPr/>
        </ns0:nvSpPr>
        <ns0:spPr>
          <ns1:xfrm>
            <ns1:off x="4608195" y="3364865"/>
            <ns1:ext cx="951230" cy="1663700"/>
          </ns1:xfrm>
          <ns1:prstGeom prst="round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5" name="RDV10_P07_模型标签"/>
          <ns0:cNvSpPr txBox="1"/>
          <ns0:nvPr/>
        </ns0:nvSpPr>
        <ns0:spPr>
          <ns1:xfrm>
            <ns1:off x="4681220" y="1956435"/>
            <ns1:ext cx="804545" cy="64008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en-US" altLang="zh-CN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zh-CN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6" name="RDV10_P07_工程标签"/>
          <ns0:cNvSpPr txBox="1"/>
          <ns0:nvPr/>
        </ns0:nvSpPr>
        <ns0:spPr>
          <ns1:xfrm>
            <ns1:off x="4681220" y="3839845"/>
            <ns1:ext cx="804545" cy="64008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endParaRPr lang="en-US" altLang="zh-CN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zh-CN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7" name="RDV10_P07_阶段号底_1"/>
          <ns0:cNvSpPr/>
          <ns0:nvPr/>
        </ns0:nvSpPr>
        <ns0:spPr>
          <ns1:xfrm>
            <ns1:off x="5796915" y="1718945"/>
            <ns1:ext cx="438785" cy="438785"/>
          </ns1:xfrm>
          <ns1:prstGeom prst="ellipse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8" name="RDV10_P07_阶段号_1"/>
          <ns0:cNvSpPr txBox="1"/>
          <ns0:nvPr/>
        </ns0:nvSpPr>
        <ns0:spPr>
          <ns1:xfrm>
            <ns1:off x="5796915" y="1718945"/>
            <ns1:ext cx="438785" cy="43878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3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3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9" name="RDV10_P07_模型动作_1"/>
          <ns0:cNvSpPr txBox="1"/>
          <ns0:nvPr/>
        </ns0:nvSpPr>
        <ns0:spPr>
          <ns1:xfrm>
            <ns1:off x="6327140" y="1682115"/>
            <ns1:ext cx="1224915" cy="38354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l"/>
            <ns1:r>
              <ns1:rPr lang="zh-CN" altLang="en-US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0" name="RDV10_P07_模型正文_1"/>
          <ns0:cNvSpPr txBox="1"/>
          <ns0:nvPr/>
        </ns0:nvSpPr>
        <ns0:spPr>
          <ns1:xfrm>
            <ns1:off x="6327140" y="2084705"/>
            <ns1:ext cx="1297940" cy="65786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48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en-US" altLang="zh-CN" sz="148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l"/>
            <ns1:r>
              <ns1:rPr lang="zh-CN" altLang="zh-CN" sz="148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endParaRPr lang="zh-CN" altLang="zh-CN" sz="148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1" name="RDV10_P07_工程动作_1"/>
          <ns0:cNvSpPr txBox="1"/>
          <ns0:nvPr/>
        </ns0:nvSpPr>
        <ns0:spPr>
          <ns1:xfrm>
            <ns1:off x="5851525" y="3712210"/>
            <ns1:ext cx="1718945" cy="82296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580" b="1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en-US" altLang="zh-CN" sz="1580" b="1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580" b="1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zh-CN" altLang="zh-CN" sz="1580" b="1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32" name="RDV10_P07_交接线_1"/>
          <ns0:cNvCxnSpPr/>
          <ns0:nvPr/>
        </ns0:nvCxnSpPr>
        <ns0:spPr>
          <ns1:xfrm>
            <ns1:off x="6638290" y="2797810"/>
            <ns1:ext cx="635" cy="859155"/>
          </ns1:xfrm>
          <ns1:prstGeom prst="line">
            <ns1:avLst/>
          </ns1:prstGeom>
          <ns1:ln w="2540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33" name="RDV10_P07_阶段号底_2"/>
          <ns0:cNvSpPr/>
          <ns0:nvPr/>
        </ns0:nvSpPr>
        <ns0:spPr>
          <ns1:xfrm>
            <ns1:off x="7790180" y="1718945"/>
            <ns1:ext cx="439420" cy="438785"/>
          </ns1:xfrm>
          <ns1:prstGeom prst="ellipse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4" name="RDV10_P07_阶段号_2"/>
          <ns0:cNvSpPr txBox="1"/>
          <ns0:nvPr/>
        </ns0:nvSpPr>
        <ns0:spPr>
          <ns1:xfrm>
            <ns1:off x="7790180" y="1718945"/>
            <ns1:ext cx="438785" cy="43878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3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3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5" name="RDV10_P07_模型动作_2"/>
          <ns0:cNvSpPr txBox="1"/>
          <ns0:nvPr/>
        </ns0:nvSpPr>
        <ns0:spPr>
          <ns1:xfrm>
            <ns1:off x="8321040" y="1682115"/>
            <ns1:ext cx="1224915" cy="38354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l"/>
            <ns1:r>
              <ns1:rPr lang="zh-CN" altLang="en-US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6" name="RDV10_P07_模型正文_2"/>
          <ns0:cNvSpPr txBox="1"/>
          <ns0:nvPr/>
        </ns0:nvSpPr>
        <ns0:spPr>
          <ns1:xfrm>
            <ns1:off x="8321040" y="2084705"/>
            <ns1:ext cx="1297940" cy="65786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48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en-US" altLang="zh-CN" sz="148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l"/>
            <ns1:r>
              <ns1:rPr lang="zh-CN" altLang="zh-CN" sz="148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zh-CN" sz="148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7" name="RDV10_P07_工程动作_2"/>
          <ns0:cNvSpPr txBox="1"/>
          <ns0:nvPr/>
        </ns0:nvSpPr>
        <ns0:spPr>
          <ns1:xfrm>
            <ns1:off x="7845425" y="3712210"/>
            <ns1:ext cx="1718945" cy="82296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580" b="1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en-US" altLang="zh-CN" sz="1580" b="1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580" b="1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zh-CN" altLang="zh-CN" sz="1580" b="1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38" name="RDV10_P07_交接线_2"/>
          <ns0:cNvCxnSpPr/>
          <ns0:nvPr/>
        </ns0:nvCxnSpPr>
        <ns0:spPr>
          <ns1:xfrm>
            <ns1:off x="8631555" y="2797810"/>
            <ns1:ext cx="635" cy="859155"/>
          </ns1:xfrm>
          <ns1:prstGeom prst="line">
            <ns1:avLst/>
          </ns1:prstGeom>
          <ns1:ln w="2540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39" name="RDV10_P07_阶段号底_3"/>
          <ns0:cNvSpPr/>
          <ns0:nvPr/>
        </ns0:nvSpPr>
        <ns0:spPr>
          <ns1:xfrm>
            <ns1:off x="9784080" y="1718945"/>
            <ns1:ext cx="438785" cy="438785"/>
          </ns1:xfrm>
          <ns1:prstGeom prst="ellipse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0" name="RDV10_P07_阶段号_3"/>
          <ns0:cNvSpPr txBox="1"/>
          <ns0:nvPr/>
        </ns0:nvSpPr>
        <ns0:spPr>
          <ns1:xfrm>
            <ns1:off x="9784080" y="1718945"/>
            <ns1:ext cx="438785" cy="43878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3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3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1" name="RDV10_P07_模型动作_3"/>
          <ns0:cNvSpPr txBox="1"/>
          <ns0:nvPr/>
        </ns0:nvSpPr>
        <ns0:spPr>
          <ns1:xfrm>
            <ns1:off x="10314305" y="1682115"/>
            <ns1:ext cx="1224915" cy="38354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l"/>
            <ns1:r>
              <ns1:rPr lang="zh-CN" altLang="en-US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2" name="RDV10_P07_模型正文_3"/>
          <ns0:cNvSpPr txBox="1"/>
          <ns0:nvPr/>
        </ns0:nvSpPr>
        <ns0:spPr>
          <ns1:xfrm>
            <ns1:off x="10314305" y="2084705"/>
            <ns1:ext cx="1297940" cy="65786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48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en-US" altLang="zh-CN" sz="148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l"/>
            <ns1:r>
              <ns1:rPr lang="zh-CN" altLang="zh-CN" sz="148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zh-CN" sz="148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3" name="RDV10_P07_工程动作_3"/>
          <ns0:cNvSpPr txBox="1"/>
          <ns0:nvPr/>
        </ns0:nvSpPr>
        <ns0:spPr>
          <ns1:xfrm>
            <ns1:off x="9838690" y="3712210"/>
            <ns1:ext cx="1718945" cy="82296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580" b="1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en-US" altLang="zh-CN" sz="1580" b="1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580" b="1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zh-CN" altLang="zh-CN" sz="1580" b="1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44" name="RDV10_P07_交接线_3"/>
          <ns0:cNvCxnSpPr/>
          <ns0:nvPr/>
        </ns0:nvCxnSpPr>
        <ns0:spPr>
          <ns1:xfrm>
            <ns1:off x="10624820" y="2797810"/>
            <ns1:ext cx="635" cy="859155"/>
          </ns1:xfrm>
          <ns1:prstGeom prst="line">
            <ns1:avLst/>
          </ns1:prstGeom>
          <ns1:ln w="25400">
            <ns1:solidFill>
              <ns1:srgbClr val="C00000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45" name="RDV10_P07_留痕底"/>
          <ns0:cNvSpPr/>
          <ns0:nvPr/>
        </ns0:nvSpPr>
        <ns0:spPr>
          <ns1:xfrm>
            <ns1:off x="4608195" y="5285105"/>
            <ns1:ext cx="7077710" cy="45720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6" name="RDV10_P07_留痕"/>
          <ns0:cNvSpPr txBox="1"/>
          <ns0:nvPr/>
        </ns0:nvSpPr>
        <ns0:spPr>
          <ns1:xfrm>
            <ns1:off x="4772660" y="5339715"/>
            <ns1:ext cx="6748145" cy="32893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6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示例内容公开模板示、例内容公、开模板示例内容公开模板示例内容</ns1:t>
            </ns1:r>
            <ns1:endParaRPr lang="zh-CN" altLang="en-US" sz="16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7" name="RDV10_P07_结论底"/>
          <ns0:cNvSpPr/>
          <ns0:nvPr/>
        </ns0:nvSpPr>
        <ns0:spPr>
          <ns1:xfrm>
            <ns1:off x="502285" y="5879465"/>
            <ns1:ext cx="11183620" cy="474980"/>
          </ns1:xfrm>
          <ns1:prstGeom prst="roundRect">
            <ns1:avLst/>
          </ns1:prstGeom>
          <ns1:solidFill>
            <ns1:srgbClr val="EEF3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8" name="RDV10_P07_结论"/>
          <ns0:cNvSpPr txBox="1"/>
          <ns0:nvPr/>
        </ns0:nvSpPr>
        <ns0:spPr>
          <ns1:xfrm>
            <ns1:off x="749300" y="5915660"/>
            <ns1:ext cx="10698480" cy="40195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，示例内容公开模板示例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示例、内容公开模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。</ns1:t>
            </ns1:r>
            <ns1:endParaRPr lang="zh-CN" altLang="en-US" sz="18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240</ns0:Words>
  <ns0:Application>WPS 演示</ns0:Application>
  <ns0:PresentationFormat>宽屏</ns0:PresentationFormat>
  <ns0:Paragraphs>53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8" baseType="lpstr">
      <ns1:lpstr>Arial</ns1:lpstr>
      <ns1:lpstr>宋体</ns1:lpstr>
      <ns1:lpstr>Wingdings</ns1:lpstr>
      <ns1:lpstr>微软雅黑</ns1:lpstr>
      <ns1:lpstr>华文中宋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