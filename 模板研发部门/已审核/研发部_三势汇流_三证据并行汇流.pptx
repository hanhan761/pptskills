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5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1.xml" /><ns0:Relationship Id="rId4" Type="http://schemas.openxmlformats.org/officeDocument/2006/relationships/slideLayout" Target="../slideLayouts/slideLayout12.xml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5_P01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5_P01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：示例、内容、公开模板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5_P01_证据面板_1"/>
          <ns0:cNvSpPr/>
          <ns0:nvPr/>
        </ns0:nvSpPr>
        <ns0:spPr>
          <ns1:xfrm>
            <ns1:off x="502285" y="1480820"/>
            <ns1:ext cx="3447415" cy="3493135"/>
          </ns1:xfrm>
          <ns1:prstGeom prst="roundRect">
            <ns1:avLst/>
          </ns1:prstGeom>
          <ns1:solidFill>
            <ns1:srgbClr val="FFFFFF"/>
          </ns1:solidFill>
          <ns1:ln w="17145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5_P01_证据图_1_图片框"/>
          <ns0:cNvSpPr/>
          <ns0:nvPr/>
        </ns0:nvSpPr>
        <ns0:spPr>
          <ns1:xfrm>
            <ns1:off x="648970" y="1627505"/>
            <ns1:ext cx="3154680" cy="1517650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6" name="RD5_P01_证据图_1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658924" y="1664208"/>
            <ns1:ext cx="1135280" cy="1444752"/>
          </ns1:xfrm>
          <ns1:prstGeom prst="rect">
            <ns1:avLst/>
          </ns1:prstGeom>
        </ns0:spPr>
      </ns0:pic>
      <ns0:sp>
        <ns0:nvSpPr>
          <ns0:cNvPr id="17" name="RD5_P01_证据图_1_图注底"/>
          <ns0:cNvSpPr/>
          <ns0:nvPr/>
        </ns0:nvSpPr>
        <ns0:spPr>
          <ns1:xfrm>
            <ns1:off x="648970" y="3145155"/>
            <ns1:ext cx="3154680" cy="311150"/>
          </ns1:xfrm>
          <ns1:prstGeom prst="rect">
            <ns1:avLst/>
          </ns1:prstGeom>
          <ns1:solidFill>
            <ns1:srgbClr val="E8F0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5_P01_证据图_1_图注"/>
          <ns0:cNvSpPr txBox="1"/>
          <ns0:nvPr/>
        </ns0:nvSpPr>
        <ns0:spPr>
          <ns1:xfrm>
            <ns1:off x="740410" y="3163570"/>
            <ns1:ext cx="297180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示例内容公开模板示</ns1:t>
            </ns1:r>
            <ns1:r>
              <ns1:rPr lang="zh-CN" altLang="en-US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, 示例内容公开, 0000</ns1:t>
            </ns1:r>
            <ns1:endParaRPr lang="en-US" altLang="zh-CN" sz="9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9" name="RD5_P01_标签底_1"/>
          <ns0:cNvSpPr/>
          <ns0:nvPr/>
        </ns0:nvSpPr>
        <ns0:spPr>
          <ns1:xfrm>
            <ns1:off x="648970" y="3575050"/>
            <ns1:ext cx="3154680" cy="43878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0" name="RD5_P01_标签_1"/>
          <ns0:cNvSpPr txBox="1"/>
          <ns0:nvPr/>
        </ns0:nvSpPr>
        <ns0:spPr>
          <ns1:xfrm>
            <ns1:off x="758825" y="3575050"/>
            <ns1:ext cx="2934970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5_P01_正文_1"/>
          <ns0:cNvSpPr txBox="1"/>
          <ns0:nvPr/>
        </ns0:nvSpPr>
        <ns0:spPr>
          <ns1:xfrm>
            <ns1:off x="777240" y="4077970"/>
            <ns1:ext cx="289814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示例内容公开模板示例内容公开模板示，例内容公开模板示例内容公开。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5_P01_证据面板_2"/>
          <ns0:cNvSpPr/>
          <ns0:nvPr/>
        </ns0:nvSpPr>
        <ns0:spPr>
          <ns1:xfrm>
            <ns1:off x="4297045" y="1480820"/>
            <ns1:ext cx="3447415" cy="3493135"/>
          </ns1:xfrm>
          <ns1:prstGeom prst="roundRect">
            <ns1:avLst/>
          </ns1:prstGeom>
          <ns1:solidFill>
            <ns1:srgbClr val="FFFFFF"/>
          </ns1:solidFill>
          <ns1:ln w="17145">
            <ns1:solidFill>
              <ns1:srgbClr val="245BA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5_P01_证据图_2_图片框"/>
          <ns0:cNvSpPr/>
          <ns0:nvPr/>
        </ns0:nvSpPr>
        <ns0:spPr>
          <ns1:xfrm>
            <ns1:off x="4443730" y="1627505"/>
            <ns1:ext cx="3154680" cy="1517650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4" name="RD5_P01_证据图_2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5020576" y="1664208"/>
            <ns1:ext cx="2001497" cy="1444752"/>
          </ns1:xfrm>
          <ns1:prstGeom prst="rect">
            <ns1:avLst/>
          </ns1:prstGeom>
        </ns0:spPr>
      </ns0:pic>
      <ns0:sp>
        <ns0:nvSpPr>
          <ns0:cNvPr id="25" name="RD5_P01_证据图_2_图注底"/>
          <ns0:cNvSpPr/>
          <ns0:nvPr/>
        </ns0:nvSpPr>
        <ns0:spPr>
          <ns1:xfrm>
            <ns1:off x="4443730" y="3145155"/>
            <ns1:ext cx="3154680" cy="311150"/>
          </ns1:xfrm>
          <ns1:prstGeom prst="rect">
            <ns1:avLst/>
          </ns1:prstGeom>
          <ns1:solidFill>
            <ns1:srgbClr val="E8F0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5_P01_证据图_2_图注"/>
          <ns0:cNvSpPr txBox="1"/>
          <ns0:nvPr/>
        </ns0:nvSpPr>
        <ns0:spPr>
          <ns1:xfrm>
            <ns1:off x="4535170" y="3163570"/>
            <ns1:ext cx="297180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zh-CN" altLang="en-US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公开模板, 0000</ns1:t>
            </ns1:r>
            <ns1:endParaRPr lang="en-US" altLang="zh-CN" sz="9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7" name="RD5_P01_标签底_2"/>
          <ns0:cNvSpPr/>
          <ns0:nvPr/>
        </ns0:nvSpPr>
        <ns0:spPr>
          <ns1:xfrm>
            <ns1:off x="4443730" y="3575050"/>
            <ns1:ext cx="3154680" cy="438785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5_P01_标签_2"/>
          <ns0:cNvSpPr txBox="1"/>
          <ns0:nvPr/>
        </ns0:nvSpPr>
        <ns0:spPr>
          <ns1:xfrm>
            <ns1:off x="4553585" y="3575050"/>
            <ns1:ext cx="2934970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5_P01_正文_2"/>
          <ns0:cNvSpPr txBox="1"/>
          <ns0:nvPr/>
        </ns0:nvSpPr>
        <ns0:spPr>
          <ns1:xfrm>
            <ns1:off x="4572000" y="4077970"/>
            <ns1:ext cx="289814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示例内容公开模板、示例内容公开模板示例内容公开模板。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0" name="RD5_P01_证据面板_3"/>
          <ns0:cNvSpPr/>
          <ns0:nvPr/>
        </ns0:nvSpPr>
        <ns0:spPr>
          <ns1:xfrm>
            <ns1:off x="8092440" y="1480820"/>
            <ns1:ext cx="3593465" cy="3493135"/>
          </ns1:xfrm>
          <ns1:prstGeom prst="roundRect">
            <ns1:avLst/>
          </ns1:prstGeom>
          <ns1:solidFill>
            <ns1:srgbClr val="FFFFFF"/>
          </ns1:solidFill>
          <ns1:ln w="17145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5_P01_证据图_3_图片框"/>
          <ns0:cNvSpPr/>
          <ns0:nvPr/>
        </ns0:nvSpPr>
        <ns0:spPr>
          <ns1:xfrm>
            <ns1:off x="8238490" y="1627505"/>
            <ns1:ext cx="3300730" cy="1517650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2" name="RD5_P01_证据图_3" descr="Public template placeholder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9020598" y="1664208"/>
            <ns1:ext cx="1737275" cy="1444752"/>
          </ns1:xfrm>
          <ns1:prstGeom prst="rect">
            <ns1:avLst/>
          </ns1:prstGeom>
        </ns0:spPr>
      </ns0:pic>
      <ns0:sp>
        <ns0:nvSpPr>
          <ns0:cNvPr id="33" name="RD5_P01_证据图_3_图注底"/>
          <ns0:cNvSpPr/>
          <ns0:nvPr/>
        </ns0:nvSpPr>
        <ns0:spPr>
          <ns1:xfrm>
            <ns1:off x="8238490" y="3145155"/>
            <ns1:ext cx="3300730" cy="311150"/>
          </ns1:xfrm>
          <ns1:prstGeom prst="rect">
            <ns1:avLst/>
          </ns1:prstGeom>
          <ns1:solidFill>
            <ns1:srgbClr val="E8F0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5_P01_证据图_3_图注"/>
          <ns0:cNvSpPr txBox="1"/>
          <ns0:nvPr/>
        </ns0:nvSpPr>
        <ns0:spPr>
          <ns1:xfrm>
            <ns1:off x="8329930" y="3163570"/>
            <ns1:ext cx="311785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9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9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5" name="RD5_P01_标签底_3"/>
          <ns0:cNvSpPr/>
          <ns0:nvPr/>
        </ns0:nvSpPr>
        <ns0:spPr>
          <ns1:xfrm>
            <ns1:off x="8238490" y="3575050"/>
            <ns1:ext cx="3300730" cy="43878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5_P01_标签_3"/>
          <ns0:cNvSpPr txBox="1"/>
          <ns0:nvPr/>
        </ns0:nvSpPr>
        <ns0:spPr>
          <ns1:xfrm>
            <ns1:off x="8348345" y="3575050"/>
            <ns1:ext cx="3081020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5_P01_正文_3"/>
          <ns0:cNvSpPr txBox="1"/>
          <ns0:nvPr/>
        </ns0:nvSpPr>
        <ns0:spPr>
          <ns1:xfrm>
            <ns1:off x="8366125" y="4077970"/>
            <ns1:ext cx="3044825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示例内容公开模板示例内容公开模板示、例内容公开模，板示例内容公开模。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5_P01_加号_1"/>
          <ns0:cNvSpPr txBox="1"/>
          <ns0:nvPr/>
        </ns0:nvSpPr>
        <ns0:spPr>
          <ns1:xfrm>
            <ns1:off x="3940810" y="2587625"/>
            <ns1:ext cx="34734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8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+</ns1:t>
            </ns1:r>
            <ns1:endParaRPr lang="en-US" altLang="en-US" sz="28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5_P01_加号_2"/>
          <ns0:cNvSpPr txBox="1"/>
          <ns0:nvPr/>
        </ns0:nvSpPr>
        <ns0:spPr>
          <ns1:xfrm>
            <ns1:off x="7744460" y="2587625"/>
            <ns1:ext cx="34734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8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+</ns1:t>
            </ns1:r>
            <ns1:endParaRPr lang="en-US" altLang="en-US" sz="28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5_P01_汇流判断底"/>
          <ns0:cNvSpPr/>
          <ns0:nvPr/>
        </ns0:nvSpPr>
        <ns0:spPr>
          <ns1:xfrm>
            <ns1:off x="502285" y="5111115"/>
            <ns1:ext cx="11183620" cy="53022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5_P01_汇流判断标签"/>
          <ns0:cNvSpPr txBox="1"/>
          <ns0:nvPr/>
        </ns0:nvSpPr>
        <ns0:spPr>
          <ns1:xfrm>
            <ns1:off x="749300" y="5147945"/>
            <ns1:ext cx="1490345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21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1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5_P01_汇流判断正文"/>
          <ns0:cNvSpPr txBox="1"/>
          <ns0:nvPr/>
        </ns0:nvSpPr>
        <ns0:spPr>
          <ns1:xfrm>
            <ns1:off x="2176145" y="5129530"/>
            <ns1:ext cx="9217025" cy="47498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示例内容公开模板示例内容公开模，</ns1:t>
            </ns1:r>
            <ns1:r>
              <ns1:rPr lang="en-US" altLang="zh-CN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示例内容公开模板示例内容公开。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3" name="RD5_P01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5_P01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示例内容公开模板示例内，容公开模、板示例内容公开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301</ns0:Words>
  <ns0:Application>WPS 演示</ns0:Application>
  <ns0:PresentationFormat>宽屏</ns0:PresentationFormat>
  <ns0:Paragraphs>34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