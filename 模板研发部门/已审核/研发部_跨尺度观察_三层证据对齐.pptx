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>
  <ns0:sldMasterIdLst>
    <ns0:sldMasterId id="2147483648" ns1:id="rId1"/>
  </ns0:sldMasterIdLst>
  <ns0:notesMasterIdLst>
    <ns0:notesMasterId ns1:id="rId4"/>
  </ns0:notesMasterIdLst>
  <ns0:handoutMasterIdLst>
    <ns0:handoutMasterId ns1:id="rId5"/>
  </ns0:handoutMasterIdLst>
  <ns0:sldIdLst>
    <ns0:sldId id="452" ns1:id="rId3"/>
  </ns0:sldIdLst>
  <ns0:sldSz cx="12192000" cy="6858000"/>
  <ns0:notesSz cx="6858000" cy="9144000"/>
  <ns0:custDataLst>
    <ns0:tags ns1:id="rId10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2346" userDrawn="1">
          <ns3:clr>
            <ns2:srgbClr val="A4A3A4"/>
          </ns3:clr>
        </ns3:guide>
        <ns3:guide id="2" pos="3840" userDrawn="1">
          <ns3:clr>
            <ns2:srgbClr val="A4A3A4"/>
          </ns3:clr>
        </ns3:guide>
      </ns3:sldGuideLst>
    </ns0:ext>
  </ns0:extLst>
</ns0:presentation>
</file>

<file path=ppt/commentAuthors.xml><?xml version="1.0" encoding="utf-8"?>
<ns0:cmAuthorLst xmlns:ns0="http://schemas.openxmlformats.org/presentationml/2006/main">
  <ns0:cmAuthor id="1" name="YChen" initials="public" lastIdx="0" clrIdx="0"/>
  <ns0:cmAuthor id="2" name="作者" initials="public" lastIdx="0" clrIdx="1"/>
  <ns0:cmAuthor id="3" name="公开示例。" initials="public" lastIdx="2" clrIdx="2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clrMru>
    <ns1:srgbClr val="C00000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 horzBarState="maximized">
    <ns0:restoredLeft sz="15987" autoAdjust="0"/>
    <ns0:restoredTop sz="94660"/>
  </ns0:normalViewPr>
  <ns0:slideViewPr>
    <ns0:cSldViewPr snapToGrid="0" showGuides="1">
      <ns0:cViewPr varScale="1">
        <ns0:scale>
          <ns1:sx n="116" d="100"/>
          <ns1:sy n="116" d="100"/>
        </ns0:scale>
        <ns0:origin x="336" y="108"/>
      </ns0:cViewPr>
      <ns0:guideLst>
        <ns0:guide orient="horz" pos="2346"/>
        <ns0:guide pos="3840"/>
      </ns0:guideLst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commentAuthors" Target="commentAuthors.xml" /><ns0:Relationship Id="rId8" Type="http://schemas.openxmlformats.org/officeDocument/2006/relationships/tableStyles" Target="tableStyles.xml" /><ns0:Relationship Id="rId7" Type="http://schemas.openxmlformats.org/officeDocument/2006/relationships/viewProps" Target="viewProps.xml" /><ns0:Relationship Id="rId6" Type="http://schemas.openxmlformats.org/officeDocument/2006/relationships/presProps" Target="presProps.xml" /><ns0:Relationship Id="rId5" Type="http://schemas.openxmlformats.org/officeDocument/2006/relationships/handoutMaster" Target="handoutMasters/handoutMaster1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0" Type="http://schemas.openxmlformats.org/officeDocument/2006/relationships/tags" Target="tags/tag1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handoutMasters/handoutMaster1.xml><?xml version="1.0" encoding="utf-8"?>
<ns0:handout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quarter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0F9B84EA-7D68-4D60-9CB1-D50884785D1C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2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3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8D4E0FC9-F1F8-4FAE-9988-3BA365CFD46F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</ns0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D2A48B96-639E-45A3-A0BA-2464DFDB1FAA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A6837353-30EB-4A48-80EB-173D804AEFBD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dirty="0"/>
              <ns1:t>示例内容公开模板示例内容公开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示例内容公开模。板示例内容公开模板示例内容公。开模板示例内</ns1:t>
            </ns1:r>
            <ns1:r>
              <ns1:rPr lang="en-US" altLang="zh-CN" dirty="0"/>
              <ns1:t>示例内容公开模</ns1:t>
            </ns1:r>
            <ns1:r>
              <ns1:rPr lang="zh-CN" altLang="en-US" dirty="0"/>
              <ns1:t>、示例内容公</ns1:t>
            </ns1:r>
            <ns1:r>
              <ns1:rPr lang="en-US" altLang="zh-CN" dirty="0"/>
              <ns1:t>示例内容-公</ns1:t>
            </ns1:r>
            <ns1:r>
              <ns1:rPr lang="zh-CN" altLang="en-US" dirty="0"/>
              <ns1:t>示</ns1:t>
            </ns1:r>
            <ns1:r>
              <ns1:rPr lang="en-US" altLang="zh-CN" dirty="0"/>
              <ns1:t>示例内容公开模板示例,</ns1:t>
            </ns1:r>
            <ns1:r>
              <ns1:rPr lang="zh-CN" altLang="en-US" dirty="0"/>
              <ns1:t>示例内容公开</ns1:t>
            </ns1:r>
            <ns1:r>
              <ns1:rPr lang="en-US" altLang="zh-CN" dirty="0"/>
              <ns1:t>示例内容</ns1:t>
            </ns1:r>
            <ns1:r>
              <ns1:rPr lang="zh-CN" altLang="en-US" dirty="0"/>
              <ns1:t>示例内容公开模板示例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示例内容公开模板示例内容。公开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示例内容公开模板示例内容公开模板</ns1:t>
            </ns1:r>
            <ns1:r>
              <ns1:rPr lang="en-US" altLang="zh-CN" dirty="0"/>
              <ns1:t>示</ns1:t>
            </ns1:r>
            <ns1:r>
              <ns1:rPr lang="zh-CN" altLang="en-US" dirty="0"/>
              <ns1:t>示例内容公开模板示例内。</ns1:t>
            </ns1:r>
            <ns1:endParaRPr lang="zh-CN" altLang="en-US" dirty="0"/>
          </ns1:p>
          <ns1:p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 smtClean="0"/>
              <ns1:t>示例内容公开模板示例内容公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type="vertTitleAndTx" preserve="1">
  <ns0:cSld name="垂直排列标题与&#10;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preserve="1" userDrawn="1">
  <ns0:cSld name="4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60" name="直接连接符 59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61" name="矩形: 单圆角 205"/>
          <ns0:cNvSpPr/>
          <ns0:nvPr userDrawn="1"/>
        </ns0:nvSpPr>
        <ns0:spPr>
          <ns1:xfrm>
            <ns1:off x="1" y="146988"/>
            <ns1:ext cx="3552091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3" Type="http://schemas.openxmlformats.org/officeDocument/2006/relationships/theme" Target="../theme/theme1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</ns0:sldLayoutIdLst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5" Type="http://schemas.openxmlformats.org/officeDocument/2006/relationships/notesSlide" Target="../notesSlides/notesSlide1.xml" /><ns0:Relationship Id="rId4" Type="http://schemas.openxmlformats.org/officeDocument/2006/relationships/slideLayout" Target="../slideLayouts/slideLayout12.xml" /><ns0:Relationship Id="rId3" Type="http://schemas.openxmlformats.org/officeDocument/2006/relationships/image" Target="../media/public-placeholder.png" /><ns0:Relationship Id="rId2" Type="http://schemas.openxmlformats.org/officeDocument/2006/relationships/image" Target="../media/public-placeholder.png" /><ns0:Relationship Id="rId1" Type="http://schemas.openxmlformats.org/officeDocument/2006/relationships/image" Target="../media/public-placeholder.png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/>
        </ns0:nvSpPr>
        <ns0:spPr>
          <ns1:xfrm>
            <ns1:off x="787369" y="120623"/>
            <ns1:ext cx="1620958" cy="523220"/>
          </ns1:xfrm>
          <ns1:prstGeom prst="rect">
            <ns1:avLst/>
          </ns1:prstGeom>
        </ns0:spPr>
        <ns0:txBody>
          <ns1:bodyPr wrap="none" anchor="ctr">
            <ns1:spAutoFit/>
          </ns1:bodyPr>
          <ns1:lstStyle/>
          <ns1:p>
            <ns1:pPr marL="0" marR="0" lvl="0" indent="0" algn="ctr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sz="2800" b="1" noProof="0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>示例内容</ns1:t>
            </ns1:r>
            <ns1:endParaRPr kumimoji="0" lang="zh-CN" altLang="en-US" sz="2800" b="1" i="0" u="none" strike="noStrike" kern="1200" cap="none" spc="0" normalizeH="0" baseline="0" noProof="0" dirty="0">
              <ns1:ln>
                <ns1:noFill/>
              </ns1:ln>
              <ns1:solidFill>
                <ns1:srgbClr val="123A85"/>
              </ns1:solidFill>
              <ns1:effectLst/>
              <ns1:uLnTx/>
              <ns1:uFillTx/>
              <ns1:cs typeface="+mn-ea"/>
              <ns1:sym typeface="+mn-lt"/>
            </ns1:endParaRPr>
          </ns1:p>
        </ns0:txBody>
      </ns0:sp>
      <ns0:sp>
        <ns0:nvSpPr>
          <ns0:cNvPr id="3" name="文本框 2"/>
          <ns0:cNvSpPr txBox="1"/>
          <ns0:nvPr/>
        </ns0:nvSpPr>
        <ns0:spPr>
          <ns1:xfrm>
            <ns1:off x="0" y="152046"/>
            <ns1:ext cx="3568389" cy="460375"/>
          </ns1:xfrm>
          <ns1:prstGeom prst="rect">
            <ns1:avLst/>
          </ns1:prstGeom>
          <ns1:noFill/>
        </ns0:spPr>
        <ns0:txBody>
          <ns1:bodyPr wrap="square" rtlCol="0" anchor="ctr">
            <ns1:spAutoFit/>
          </ns1:bodyPr>
          <ns1:lstStyle/>
          <ns1:p>
            <ns1:pPr lvl="0" algn="ctr">
              <ns1:defRPr/>
            </ns1:pPr>
            <ns1:r>
              <ns1:rPr lang="zh-CN" altLang="zh-CN" sz="2400" b="1" dirty="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华文中宋" panose="02010600040101010101" pitchFamily="2" charset="-122"/>
                <ns1:sym typeface="+mn-lt"/>
              </ns1:rPr>
              <ns1:t>示例内容公</ns1:t>
            </ns1:r>
            <ns1:endParaRPr lang="zh-CN" altLang="zh-CN" sz="2400" b="1" dirty="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华文中宋" panose="02010600040101010101" pitchFamily="2" charset="-122"/>
              <ns1:sym typeface="+mn-lt"/>
            </ns1:endParaRPr>
          </ns1:p>
        </ns0:txBody>
      </ns0:sp>
      <ns0:sp>
        <ns0:nvSpPr>
          <ns0:cNvPr id="4" name="RDV10_P01_标题底"/>
          <ns0:cNvSpPr/>
          <ns0:nvPr/>
        </ns0:nvSpPr>
        <ns0:spPr>
          <ns1:xfrm>
            <ns1:off x="411480" y="749300"/>
            <ns1:ext cx="11337925" cy="56705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7" name="RDV10_P01_标题"/>
          <ns0:cNvSpPr txBox="1"/>
          <ns0:nvPr/>
        </ns0:nvSpPr>
        <ns0:spPr>
          <ns1:xfrm>
            <ns1:off x="575945" y="749300"/>
            <ns1:ext cx="11008995" cy="56642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示例内容公开模板示例：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endParaRPr lang="zh-CN" altLang="en-US" sz="24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0" name="RDV10_P01_系统图_图片框"/>
          <ns0:cNvSpPr/>
          <ns0:nvPr/>
        </ns0:nvSpPr>
        <ns0:spPr>
          <ns1:xfrm>
            <ns1:off x="502285" y="1480820"/>
            <ns1:ext cx="4828540" cy="351155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15" name="RDV10_P01_系统图" descr="Public template placeholder"/>
          <ns0:cNvPicPr>
            <ns1:picLocks noChangeAspect="1"/>
          </ns0:cNvPicPr>
          <ns0:nvPr/>
        </ns0:nvPicPr>
        <ns0:blipFill>
          <ns1:blip ns3:embed="rId1"/>
          <ns1:stretch>
            <ns1:fillRect/>
          </ns1:stretch>
        </ns0:blipFill>
        <ns0:spPr>
          <ns1:xfrm>
            <ns1:off x="548640" y="1833113"/>
            <ns1:ext cx="4736592" cy="2807726"/>
          </ns1:xfrm>
          <ns1:prstGeom prst="rect">
            <ns1:avLst/>
          </ns1:prstGeom>
        </ns0:spPr>
      </ns0:pic>
      <ns0:sp>
        <ns0:nvSpPr>
          <ns0:cNvPr id="16" name="RDV10_P01_系统图_图注底"/>
          <ns0:cNvSpPr/>
          <ns0:nvPr/>
        </ns0:nvSpPr>
        <ns0:spPr>
          <ns1:xfrm>
            <ns1:off x="502285" y="4992370"/>
            <ns1:ext cx="4828540" cy="31051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7" name="RDV10_P01_系统图_图注"/>
          <ns0:cNvSpPr txBox="1"/>
          <ns0:nvPr/>
        </ns0:nvSpPr>
        <ns0:spPr>
          <ns1:xfrm>
            <ns1:off x="593725" y="5010785"/>
            <ns1:ext cx="4645025" cy="26479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l"/>
            <ns1:r>
              <ns1:rPr lang="en-US" altLang="en-US" sz="10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</ns1:t>
            </ns1:r>
            <ns1:r>
              <ns1:rPr lang="zh-CN" altLang="en-US" sz="10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</ns1:t>
            </ns1:r>
            <ns1:r>
              <ns1:rPr lang="en-US" altLang="zh-CN" sz="10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 公开模板, 0000</ns1:t>
            </ns1:r>
            <ns1:endParaRPr lang="en-US" altLang="zh-CN" sz="100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18" name="RDV10_P01_系统标签底"/>
          <ns0:cNvSpPr/>
          <ns0:nvPr/>
        </ns0:nvSpPr>
        <ns0:spPr>
          <ns1:xfrm>
            <ns1:off x="713105" y="1691005"/>
            <ns1:ext cx="1572260" cy="439420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9" name="RDV10_P01_系统标签"/>
          <ns0:cNvSpPr txBox="1"/>
          <ns0:nvPr/>
        </ns0:nvSpPr>
        <ns0:spPr>
          <ns1:xfrm>
            <ns1:off x="804545" y="1746250"/>
            <ns1:ext cx="1389380" cy="32004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en-US" altLang="en-US" sz="17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00</ns1:t>
            </ns1:r>
            <ns1:r>
              <ns1:rPr lang="zh-CN" altLang="en-US" sz="17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</ns1:t>
            </ns1:r>
            <ns1:endParaRPr lang="zh-CN" altLang="en-US" sz="17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20" name="RDV10_P01_结构图_图片框"/>
          <ns0:cNvSpPr/>
          <ns0:nvPr/>
        </ns0:nvSpPr>
        <ns0:spPr>
          <ns1:xfrm>
            <ns1:off x="5595620" y="1480820"/>
            <ns1:ext cx="3274060" cy="205740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21" name="RDV10_P01_结构图" descr="Public template placeholder"/>
          <ns0:cNvPicPr>
            <ns1:picLocks noChangeAspect="1"/>
          </ns0:cNvPicPr>
          <ns0:nvPr/>
        </ns0:nvPicPr>
        <ns0:blipFill>
          <ns1:blip ns3:embed="rId2"/>
          <ns1:stretch>
            <ns1:fillRect/>
          </ns1:stretch>
        </ns0:blipFill>
        <ns0:spPr>
          <ns1:xfrm>
            <ns1:off x="5641848" y="1684366"/>
            <ns1:ext cx="3182112" cy="1651323"/>
          </ns1:xfrm>
          <ns1:prstGeom prst="rect">
            <ns1:avLst/>
          </ns1:prstGeom>
        </ns0:spPr>
      </ns0:pic>
      <ns0:sp>
        <ns0:nvSpPr>
          <ns0:cNvPr id="22" name="RDV10_P01_结构图_图注底"/>
          <ns0:cNvSpPr/>
          <ns0:nvPr/>
        </ns0:nvSpPr>
        <ns0:spPr>
          <ns1:xfrm>
            <ns1:off x="5595620" y="3538220"/>
            <ns1:ext cx="3274060" cy="311150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3" name="RDV10_P01_结构图_图注"/>
          <ns0:cNvSpPr txBox="1"/>
          <ns0:nvPr/>
        </ns0:nvSpPr>
        <ns0:spPr>
          <ns1:xfrm>
            <ns1:off x="5687060" y="3556635"/>
            <ns1:ext cx="3090545" cy="26479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l"/>
            <ns1:r>
              <ns1:rPr lang="zh-CN" altLang="en-US" sz="96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</ns1:t>
            </ns1:r>
            <ns1:r>
              <ns1:rPr lang="en-US" altLang="zh-CN" sz="96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示例内, 0000</ns1:t>
            </ns1:r>
            <ns1:endParaRPr lang="en-US" altLang="zh-CN" sz="96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24" name="RDV10_P01_结构标签底"/>
          <ns0:cNvSpPr/>
          <ns0:nvPr/>
        </ns0:nvSpPr>
        <ns0:spPr>
          <ns1:xfrm>
            <ns1:off x="5778500" y="1682115"/>
            <ns1:ext cx="1572895" cy="420370"/>
          </ns1:xfrm>
          <ns1:prstGeom prst="roundRect">
            <ns1:avLst/>
          </ns1:prstGeom>
          <ns1:solidFill>
            <ns1:srgbClr val="245BA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5" name="RDV10_P01_结构标签"/>
          <ns0:cNvSpPr txBox="1"/>
          <ns0:nvPr/>
        </ns0:nvSpPr>
        <ns0:spPr>
          <ns1:xfrm>
            <ns1:off x="5869940" y="1737360"/>
            <ns1:ext cx="1389380" cy="30162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en-US" altLang="en-US" sz="16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00</ns1:t>
            </ns1:r>
            <ns1:r>
              <ns1:rPr lang="zh-CN" altLang="en-US" sz="16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</ns1:t>
            </ns1:r>
            <ns1:endParaRPr lang="zh-CN" altLang="en-US" sz="16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26" name="RDV10_P01_信号图_图片框"/>
          <ns0:cNvSpPr/>
          <ns0:nvPr/>
        </ns0:nvSpPr>
        <ns0:spPr>
          <ns1:xfrm>
            <ns1:off x="9051925" y="1480820"/>
            <ns1:ext cx="2633980" cy="205740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27" name="RDV10_P01_信号图" descr="Public template placeholder"/>
          <ns0:cNvPicPr>
            <ns1:picLocks noChangeAspect="1"/>
          </ns0:cNvPicPr>
          <ns0:nvPr/>
        </ns0:nvPicPr>
        <ns0:blipFill>
          <ns1:blip ns3:embed="rId3"/>
          <ns1:stretch>
            <ns1:fillRect/>
          </ns1:stretch>
        </ns0:blipFill>
        <ns0:spPr>
          <ns1:xfrm>
            <ns1:off x="9098280" y="2154867"/>
            <ns1:ext cx="2542032" cy="710323"/>
          </ns1:xfrm>
          <ns1:prstGeom prst="rect">
            <ns1:avLst/>
          </ns1:prstGeom>
        </ns0:spPr>
      </ns0:pic>
      <ns0:sp>
        <ns0:nvSpPr>
          <ns0:cNvPr id="28" name="RDV10_P01_信号图_图注底"/>
          <ns0:cNvSpPr/>
          <ns0:nvPr/>
        </ns0:nvSpPr>
        <ns0:spPr>
          <ns1:xfrm>
            <ns1:off x="9051925" y="3538220"/>
            <ns1:ext cx="2633980" cy="311150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9" name="RDV10_P01_信号图_图注"/>
          <ns0:cNvSpPr txBox="1"/>
          <ns0:nvPr/>
        </ns0:nvSpPr>
        <ns0:spPr>
          <ns1:xfrm>
            <ns1:off x="9144000" y="3556635"/>
            <ns1:ext cx="2450465" cy="26479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l"/>
            <ns1:r>
              <ns1:rPr lang="zh-CN" altLang="en-US" sz="96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</ns1:t>
            </ns1:r>
            <ns1:r>
              <ns1:rPr lang="en-US" altLang="zh-CN" sz="96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示例内容, 0000</ns1:t>
            </ns1:r>
            <ns1:endParaRPr lang="en-US" altLang="zh-CN" sz="96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30" name="RDV10_P01_信号标签底"/>
          <ns0:cNvSpPr/>
          <ns0:nvPr/>
        </ns0:nvSpPr>
        <ns0:spPr>
          <ns1:xfrm>
            <ns1:off x="9217025" y="1682115"/>
            <ns1:ext cx="1572895" cy="420370"/>
          </ns1:xfrm>
          <ns1:prstGeom prst="roundRect">
            <ns1:avLst/>
          </ns1:prstGeom>
          <ns1:solidFill>
            <ns1:srgbClr val="5E7FB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1" name="RDV10_P01_信号标签"/>
          <ns0:cNvSpPr txBox="1"/>
          <ns0:nvPr/>
        </ns0:nvSpPr>
        <ns0:spPr>
          <ns1:xfrm>
            <ns1:off x="9308465" y="1737360"/>
            <ns1:ext cx="1389380" cy="30162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en-US" altLang="en-US" sz="16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00</ns1:t>
            </ns1:r>
            <ns1:r>
              <ns1:rPr lang="zh-CN" altLang="en-US" sz="16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</ns1:t>
            </ns1:r>
            <ns1:endParaRPr lang="zh-CN" altLang="en-US" sz="16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32" name="RDV10_P01_判断轨底"/>
          <ns0:cNvSpPr/>
          <ns0:nvPr/>
        </ns0:nvSpPr>
        <ns0:spPr>
          <ns1:xfrm>
            <ns1:off x="5595620" y="4022725"/>
            <ns1:ext cx="6090285" cy="1280160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3" name="RDV10_P01_判断轨标题"/>
          <ns0:cNvSpPr txBox="1"/>
          <ns0:nvPr/>
        </ns0:nvSpPr>
        <ns0:spPr>
          <ns1:xfrm>
            <ns1:off x="5869940" y="4187825"/>
            <ns1:ext cx="5541010" cy="36512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9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示例内容公开模板示例内，容公开模板示例内容公</ns1:t>
            </ns1:r>
            <ns1:endParaRPr lang="zh-CN" altLang="en-US" sz="19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4" name="RDV10_P01_问题底_1"/>
          <ns0:cNvSpPr/>
          <ns0:nvPr/>
        </ns0:nvSpPr>
        <ns0:spPr>
          <ns1:xfrm>
            <ns1:off x="5888355" y="4663440"/>
            <ns1:ext cx="1627505" cy="438785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245BA5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5" name="RDV10_P01_问题_1"/>
          <ns0:cNvSpPr txBox="1"/>
          <ns0:nvPr/>
        </ns0:nvSpPr>
        <ns0:spPr>
          <ns1:xfrm>
            <ns1:off x="5961380" y="4718050"/>
            <ns1:ext cx="1480820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550" b="1">
                <ns1:solidFill>
                  <ns1:srgbClr val="245BA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endParaRPr lang="zh-CN" altLang="en-US" sz="1550" b="1">
              <ns1:solidFill>
                <ns1:srgbClr val="245BA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36" name="RDV10_P01_问题箭头_1"/>
          <ns0:cNvCxnSpPr/>
          <ns0:nvPr/>
        </ns0:nvCxnSpPr>
        <ns0:spPr>
          <ns1:xfrm>
            <ns1:off x="7552690" y="4882515"/>
            <ns1:ext cx="146050" cy="635"/>
          </ns1:xfrm>
          <ns1:prstGeom prst="line">
            <ns1:avLst/>
          </ns1:prstGeom>
          <ns1:ln w="22860">
            <ns1:solidFill>
              <ns1:srgbClr val="FFFFFF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37" name="RDV10_P01_问题底_2"/>
          <ns0:cNvSpPr/>
          <ns0:nvPr/>
        </ns0:nvSpPr>
        <ns0:spPr>
          <ns1:xfrm>
            <ns1:off x="7735570" y="4663440"/>
            <ns1:ext cx="1627505" cy="438785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5E7FB5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8" name="RDV10_P01_问题_2"/>
          <ns0:cNvSpPr txBox="1"/>
          <ns0:nvPr/>
        </ns0:nvSpPr>
        <ns0:spPr>
          <ns1:xfrm>
            <ns1:off x="7808595" y="4718050"/>
            <ns1:ext cx="1480820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550" b="1">
                <ns1:solidFill>
                  <ns1:srgbClr val="5E7FB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endParaRPr lang="zh-CN" altLang="en-US" sz="1550" b="1">
              <ns1:solidFill>
                <ns1:srgbClr val="5E7FB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39" name="RDV10_P01_问题箭头_2"/>
          <ns0:cNvCxnSpPr/>
          <ns0:nvPr/>
        </ns0:nvCxnSpPr>
        <ns0:spPr>
          <ns1:xfrm>
            <ns1:off x="9399905" y="4882515"/>
            <ns1:ext cx="146050" cy="635"/>
          </ns1:xfrm>
          <ns1:prstGeom prst="line">
            <ns1:avLst/>
          </ns1:prstGeom>
          <ns1:ln w="22860">
            <ns1:solidFill>
              <ns1:srgbClr val="FFFFFF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40" name="RDV10_P01_问题底_3"/>
          <ns0:cNvSpPr/>
          <ns0:nvPr/>
        </ns0:nvSpPr>
        <ns0:spPr>
          <ns1:xfrm>
            <ns1:off x="9582785" y="4663440"/>
            <ns1:ext cx="1627505" cy="438785"/>
          </ns1:xfrm>
          <ns1:prstGeom prst="roundRect">
            <ns1:avLst/>
          </ns1:prstGeom>
          <ns1:solidFill>
            <ns1:srgbClr val="FBEAEC"/>
          </ns1:solidFill>
          <ns1:ln w="12700">
            <ns1:solidFill>
              <ns1:srgbClr val="C00000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1" name="RDV10_P01_问题_3"/>
          <ns0:cNvSpPr txBox="1"/>
          <ns0:nvPr/>
        </ns0:nvSpPr>
        <ns0:spPr>
          <ns1:xfrm>
            <ns1:off x="9655810" y="4718050"/>
            <ns1:ext cx="1480820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5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endParaRPr lang="zh-CN" altLang="en-US" sz="15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42" name="RDV10_P01_主连接_1"/>
          <ns0:cNvCxnSpPr/>
          <ns0:nvPr/>
        </ns0:nvCxnSpPr>
        <ns0:spPr>
          <ns1:xfrm flipV="1">
            <ns1:off x="5330825" y="2523490"/>
            <ns1:ext cx="200660" cy="274320"/>
          </ns1:xfrm>
          <ns1:prstGeom prst="line">
            <ns1:avLst/>
          </ns1:prstGeom>
          <ns1:ln w="26670">
            <ns1:solidFill>
              <ns1:srgbClr val="C00000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cxnSp>
        <ns0:nvCxnSpPr>
          <ns0:cNvPr id="43" name="RDV10_P01_主连接_2"/>
          <ns0:cNvCxnSpPr/>
          <ns0:nvPr/>
        </ns0:nvCxnSpPr>
        <ns0:spPr>
          <ns1:xfrm>
            <ns1:off x="8869680" y="2523490"/>
            <ns1:ext cx="137160" cy="635"/>
          </ns1:xfrm>
          <ns1:prstGeom prst="line">
            <ns1:avLst/>
          </ns1:prstGeom>
          <ns1:ln w="26670">
            <ns1:solidFill>
              <ns1:srgbClr val="C00000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44" name="RDV10_P01_结论底"/>
          <ns0:cNvSpPr/>
          <ns0:nvPr/>
        </ns0:nvSpPr>
        <ns0:spPr>
          <ns1:xfrm>
            <ns1:off x="502285" y="5769610"/>
            <ns1:ext cx="11183620" cy="557530"/>
          </ns1:xfrm>
          <ns1:prstGeom prst="roundRect">
            <ns1:avLst/>
          </ns1:prstGeom>
          <ns1:solidFill>
            <ns1:srgbClr val="EEF3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5" name="RDV10_P01_结论"/>
          <ns0:cNvSpPr txBox="1"/>
          <ns0:nvPr/>
        </ns0:nvSpPr>
        <ns0:spPr>
          <ns1:xfrm>
            <ns1:off x="749300" y="5806440"/>
            <ns1:ext cx="10698480" cy="48450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示例、内容公开模板示例内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示，例内容公开模板示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。</ns1:t>
            </ns1:r>
            <ns1:endParaRPr lang="zh-CN" altLang="en-US" sz="18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resource_record_key" val="{&quot;10&quot;:[4721390]}"/>
</ns0:tagLst>
</file>

<file path=ppt/theme/theme1.xml><?xml version="1.0" encoding="utf-8"?>
<ns0:theme xmlns:ns0="http://schemas.openxmlformats.org/drawingml/2006/main" xmlns:ns1="http://schemas.microsoft.com/office/thememl/2012/main" name="WPS">
  <ns0:themeElements>
    <ns0:clrScheme name="WPS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874CB"/>
      </ns0:accent1>
      <ns0:accent2>
        <ns0:srgbClr val="EE822F"/>
      </ns0:accent2>
      <ns0:accent3>
        <ns0:srgbClr val="F2BA02"/>
      </ns0:accent3>
      <ns0:accent4>
        <ns0:srgbClr val="75BD42"/>
      </ns0:accent4>
      <ns0:accent5>
        <ns0:srgbClr val="30C0B4"/>
      </ns0:accent5>
      <ns0:accent6>
        <ns0:srgbClr val="E54C5E"/>
      </ns0:accent6>
      <ns0:hlink>
        <ns0:srgbClr val="0026E5"/>
      </ns0:hlink>
      <ns0:folHlink>
        <ns0:srgbClr val="7E1FAD"/>
      </ns0:folHlink>
    </ns0:clrScheme>
    <ns0:fontScheme name="WPS">
      <ns0:maj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WPS">
      <ns0:fillStyleLst>
        <ns0:solidFill>
          <ns0:schemeClr val="phClr"/>
        </ns0:solidFill>
        <ns0:gradFill>
          <ns0:gsLst>
            <ns0:gs pos="0">
              <ns0:schemeClr val="phClr">
                <ns0:lumOff val="17500"/>
              </ns0:schemeClr>
            </ns0:gs>
            <ns0:gs pos="100000">
              <ns0:schemeClr val="phClr"/>
            </ns0:gs>
          </ns0:gsLst>
          <ns0:lin ang="2700000" scaled="0"/>
        </ns0:gradFill>
        <ns0:gradFill>
          <ns0:gsLst>
            <ns0:gs pos="0">
              <ns0:schemeClr val="phClr">
                <ns0:hueOff val="-2520000"/>
              </ns0:schemeClr>
            </ns0:gs>
            <ns0:gs pos="100000">
              <ns0:schemeClr val="phClr"/>
            </ns0:gs>
          </ns0:gsLst>
          <ns0:lin ang="2700000" scaled="0"/>
        </ns0:gradFill>
      </ns0:fillStyleLst>
      <ns0:lnStyleLst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gradFill>
            <ns0:gsLst>
              <ns0:gs pos="0">
                <ns0:schemeClr val="phClr">
                  <ns0:hueOff val="-4200000"/>
                </ns0:schemeClr>
              </ns0:gs>
              <ns0:gs pos="100000">
                <ns0:schemeClr val="phClr"/>
              </ns0:gs>
            </ns0:gsLst>
            <ns0:lin ang="2700000" scaled="1"/>
          </ns0:gradFill>
          <ns0:prstDash val="solid"/>
          <ns0:miter lim="800000"/>
        </ns0:ln>
      </ns0:lnStyleLst>
      <ns0:effectStyleLst>
        <ns0:effectStyle>
          <ns0:effectLst>
            <ns0:outerShdw blurRad="101600" dist="50800" dir="5400000" algn="ctr" rotWithShape="0">
              <ns0:schemeClr val="phClr">
                <ns0:alpha val="60000"/>
              </ns0:schemeClr>
            </ns0:outerShdw>
          </ns0:effectLst>
        </ns0:effectStyle>
        <ns0:effectStyle>
          <ns0:effectLst>
            <ns0:reflection stA="50000" endA="300" endPos="40000" dist="25400" dir="5400000" sy="-100000" algn="bl" rotWithShape="0"/>
          </ns0:effectLst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3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195</ns0:Words>
  <ns0:Application>WPS 演示</ns0:Application>
  <ns0:PresentationFormat>宽屏</ns0:PresentationFormat>
  <ns0:Paragraphs>28</ns0:Paragraphs>
  <ns0:Slides>1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6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</ns1:i4>
      </ns1:variant>
    </ns1:vector>
  </ns0:HeadingPairs>
  <ns0:TitlesOfParts>
    <ns1:vector size="8" baseType="lpstr">
      <ns1:lpstr>Arial</ns1:lpstr>
      <ns1:lpstr>宋体</ns1:lpstr>
      <ns1:lpstr>Wingdings</ns1:lpstr>
      <ns1:lpstr>微软雅黑</ns1:lpstr>
      <ns1:lpstr>华文中宋</ns1:lpstr>
      <ns1:lpstr>Calibri</ns1:lpstr>
      <ns1:lpstr>WPS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KSOProductBuildVer">
    <ns1:lpwstr>public</ns1:lpwstr>
  </ns0:property>
  <ns0:property fmtid="{D5CDD505-2E9C-101B-9397-08002B2CF9AE}" pid="3" name="ICV">
    <ns1:lpwstr>public</ns1:lpwstr>
  </ns0:property>
</ns0:Properties>
</file>