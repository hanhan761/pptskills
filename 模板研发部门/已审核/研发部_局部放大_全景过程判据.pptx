
<file path=[Content_Types].xml><?xml version="1.0" encoding="utf-8"?>
<ns0:Types xmlns:ns0="http://schemas.openxmlformats.org/package/2006/content-types">
  <ns0:Default Extension="jpeg" ContentType="image/jpeg"/>
  <ns0:Default Extension="JPG" ContentType="image/.jp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docProps/custom.xml" ContentType="application/vnd.openxmlformats-officedocument.custom-properties+xml"/>
  <ns0:Override PartName="/ppt/commentAuthors.xml" ContentType="application/vnd.openxmlformats-officedocument.presentationml.commentAuthors+xml"/>
  <ns0:Override PartName="/ppt/handoutMasters/handoutMaster1.xml" ContentType="application/vnd.openxmlformats-officedocument.presentationml.handoutMaster+xml"/>
  <ns0:Override PartName="/ppt/notesMasters/notesMaster1.xml" ContentType="application/vnd.openxmlformats-officedocument.presentationml.notesMaster+xml"/>
  <ns0:Override PartName="/ppt/notesSlides/notesSlide1.xml" ContentType="application/vnd.openxmlformats-officedocument.presentationml.notesSlide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12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tableStyles.xml" ContentType="application/vnd.openxmlformats-officedocument.presentationml.tableStyles+xml"/>
  <ns0:Override PartName="/ppt/tags/tag1.xml" ContentType="application/vnd.openxmlformats-officedocument.presentationml.tags+xml"/>
  <ns0:Override PartName="/ppt/theme/theme1.xml" ContentType="application/vnd.openxmlformats-officedocument.theme+xml"/>
  <ns0:Override PartName="/ppt/theme/theme2.xml" ContentType="application/vnd.openxmlformats-officedocument.theme+xml"/>
  <ns0:Override PartName="/ppt/theme/theme3.xml" ContentType="application/vnd.openxmlformats-officedocument.theme+xml"/>
  <ns0:Override PartName="/ppt/viewProps.xml" ContentType="application/vnd.openxmlformats-officedocument.presentationml.viewProps+xml"/>
  <ns0:Default Extension="png" ContentType="image/png"/>
</ns0:Types>
</file>

<file path=_rels/.rels><?xml version='1.0' encoding='utf-8'?>
<ns0:Relationships xmlns:ns0="http://schemas.openxmlformats.org/package/2006/relationships"><ns0:Relationship Id="rId1" Type="http://schemas.openxmlformats.org/officeDocument/2006/relationships/officeDocument" Target="ppt/presentation.xml" /><ns0:Relationship Id="rId4" Type="http://schemas.openxmlformats.org/package/2006/relationships/metadata/thumbnail" Target="docProps/thumbnail.png" /><ns0:Relationship Id="rId3" Type="http://schemas.openxmlformats.org/package/2006/relationships/metadata/core-properties" Target="docProps/core.xml" /><ns0:Relationship Id="rId2" Type="http://schemas.openxmlformats.org/officeDocument/2006/relationships/extended-properties" Target="docProps/app.xml" /><ns0:Relationship Id="rId5" Type="http://schemas.openxmlformats.org/officeDocument/2006/relationships/custom-properties" Target="docProps/custom.xml" /></ns0: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>
  <ns0:sldMasterIdLst>
    <ns0:sldMasterId id="2147483648" ns1:id="rId1"/>
  </ns0:sldMasterIdLst>
  <ns0:notesMasterIdLst>
    <ns0:notesMasterId ns1:id="rId4"/>
  </ns0:notesMasterIdLst>
  <ns0:handoutMasterIdLst>
    <ns0:handoutMasterId ns1:id="rId5"/>
  </ns0:handoutMasterIdLst>
  <ns0:sldIdLst>
    <ns0:sldId id="462" ns1:id="rId3"/>
  </ns0:sldIdLst>
  <ns0:sldSz cx="12192000" cy="6858000"/>
  <ns0:notesSz cx="6858000" cy="9144000"/>
  <ns0:custDataLst>
    <ns0:tags ns1:id="rId10"/>
  </ns0:custDataLst>
  <ns0:defaultTextStyle>
    <ns2:defPPr>
      <ns2:defRPr lang="zh-CN"/>
    </ns2:defPPr>
    <ns2:lvl1pPr marL="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EFAFB233-063F-42B5-8137-9DF3F51BA10A}">
      <ns3:sldGuideLst>
        <ns3:guide id="1" orient="horz" pos="2346" userDrawn="1">
          <ns3:clr>
            <ns2:srgbClr val="A4A3A4"/>
          </ns3:clr>
        </ns3:guide>
        <ns3:guide id="2" pos="3840" userDrawn="1">
          <ns3:clr>
            <ns2:srgbClr val="A4A3A4"/>
          </ns3:clr>
        </ns3:guide>
      </ns3:sldGuideLst>
    </ns0:ext>
  </ns0:extLst>
</ns0:presentation>
</file>

<file path=ppt/commentAuthors.xml><?xml version="1.0" encoding="utf-8"?>
<ns0:cmAuthorLst xmlns:ns0="http://schemas.openxmlformats.org/presentationml/2006/main">
  <ns0:cmAuthor id="1" name="YChen" initials="public" lastIdx="0" clrIdx="0"/>
  <ns0:cmAuthor id="2" name="作者" initials="public" lastIdx="0" clrIdx="1"/>
  <ns0:cmAuthor id="3" name="公开示例。" initials="public" lastIdx="2" clrIdx="2"/>
</ns0:cmAuthorLst>
</file>

<file path=ppt/presProps.xml><?xml version="1.0" encoding="utf-8"?>
<ns0:presentationPr xmlns:ns0="http://schemas.openxmlformats.org/presentationml/2006/main" xmlns:ns1="http://schemas.openxmlformats.org/drawingml/2006/main" xmlns:ns2="http://schemas.microsoft.com/office/powerpoint/2010/main">
  <ns0:clrMru>
    <ns1:srgbClr val="C00000"/>
  </ns0:clrMru>
  <ns0:extLst>
    <ns0:ext uri="{E76CE94A-603C-4142-B9EB-6D1370010A27}">
      <ns2:discardImageEditData val="0"/>
    </ns0:ext>
    <ns0:ext uri="{D31A062A-798A-4329-ABDD-BBA856620510}">
      <ns2:defaultImageDpi val="220"/>
    </ns0:ext>
  </ns0:extLst>
</ns0:presentationPr>
</file>

<file path=ppt/tableStyles.xml><?xml version="1.0" encoding="utf-8"?>
<ns0:tblStyleLst xmlns:ns0="http://schemas.openxmlformats.org/drawingml/2006/main" def="{5C22544A-7EE6-4342-B048-85BDC9FD1C3A}"/>
</file>

<file path=ppt/viewProps.xml><?xml version="1.0" encoding="utf-8"?>
<ns0:viewPr xmlns:ns0="http://schemas.openxmlformats.org/presentationml/2006/main" xmlns:ns1="http://schemas.openxmlformats.org/drawingml/2006/main" lastView="sldThumbnailView">
  <ns0:normalViewPr horzBarState="maximized">
    <ns0:restoredLeft sz="15987" autoAdjust="0"/>
    <ns0:restoredTop sz="94660"/>
  </ns0:normalViewPr>
  <ns0:slideViewPr>
    <ns0:cSldViewPr snapToGrid="0" showGuides="1">
      <ns0:cViewPr varScale="1">
        <ns0:scale>
          <ns1:sx n="116" d="100"/>
          <ns1:sy n="116" d="100"/>
        </ns0:scale>
        <ns0:origin x="336" y="108"/>
      </ns0:cViewPr>
      <ns0:guideLst>
        <ns0:guide orient="horz" pos="2346"/>
        <ns0:guide pos="3840"/>
      </ns0:guideLst>
    </ns0:cSldViewPr>
  </ns0:slideViewPr>
  <ns0:notesTextViewPr>
    <ns0:cViewPr>
      <ns0:scale>
        <ns1:sx n="1" d="1"/>
        <ns1:sy n="1" d="1"/>
      </ns0:scale>
      <ns0:origin x="0" y="0"/>
    </ns0:cViewPr>
  </ns0:notesTextViewPr>
  <ns0:gridSpacing cx="72008" cy="72008"/>
</ns0:viewPr>
</file>

<file path=ppt/_rels/presentation.xml.rels><?xml version='1.0' encoding='utf-8'?>
<ns0:Relationships xmlns:ns0="http://schemas.openxmlformats.org/package/2006/relationships"><ns0:Relationship Id="rId9" Type="http://schemas.openxmlformats.org/officeDocument/2006/relationships/commentAuthors" Target="commentAuthors.xml" /><ns0:Relationship Id="rId8" Type="http://schemas.openxmlformats.org/officeDocument/2006/relationships/tableStyles" Target="tableStyles.xml" /><ns0:Relationship Id="rId7" Type="http://schemas.openxmlformats.org/officeDocument/2006/relationships/viewProps" Target="viewProps.xml" /><ns0:Relationship Id="rId6" Type="http://schemas.openxmlformats.org/officeDocument/2006/relationships/presProps" Target="presProps.xml" /><ns0:Relationship Id="rId5" Type="http://schemas.openxmlformats.org/officeDocument/2006/relationships/handoutMaster" Target="handoutMasters/handoutMaster1.xml" /><ns0:Relationship Id="rId4" Type="http://schemas.openxmlformats.org/officeDocument/2006/relationships/notesMaster" Target="notesMasters/notesMaster1.xml" /><ns0:Relationship Id="rId3" Type="http://schemas.openxmlformats.org/officeDocument/2006/relationships/slide" Target="slides/slide1.xml" /><ns0:Relationship Id="rId2" Type="http://schemas.openxmlformats.org/officeDocument/2006/relationships/theme" Target="theme/theme1.xml" /><ns0:Relationship Id="rId10" Type="http://schemas.openxmlformats.org/officeDocument/2006/relationships/tags" Target="tags/tag1.xml" /><ns0:Relationship Id="rId1" Type="http://schemas.openxmlformats.org/officeDocument/2006/relationships/slideMaster" Target="slideMasters/slideMaster1.xml" /></ns0:Relationships>
</file>

<file path=ppt/handoutMasters/_rels/handoutMaster1.xml.rels><?xml version='1.0' encoding='utf-8'?>
<ns0:Relationships xmlns:ns0="http://schemas.openxmlformats.org/package/2006/relationships"><ns0:Relationship Id="rId1" Type="http://schemas.openxmlformats.org/officeDocument/2006/relationships/theme" Target="../theme/theme3.xml" /></ns0:Relationships>
</file>

<file path=ppt/handoutMasters/handoutMaster1.xml><?xml version="1.0" encoding="utf-8"?>
<ns0:handoutMaster xmlns:ns0="http://schemas.openxmlformats.org/presentationml/2006/main" xmlns:ns1="http://schemas.openxmlformats.org/drawingml/2006/main">
  <ns0:cSld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页眉占位符 1"/>
          <ns0:cNvSpPr>
            <ns1:spLocks noGrp="1"/>
          </ns0:cNvSpPr>
          <ns0:nvPr>
            <ns0:ph type="hdr" sz="quarter"/>
          </ns0:nvPr>
        </ns0:nvSpPr>
        <ns0:spPr>
          <ns1:xfrm>
            <ns1:off x="0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3" name="日期占位符 2"/>
          <ns0:cNvSpPr>
            <ns1:spLocks noGrp="1"/>
          </ns0:cNvSpPr>
          <ns0:nvPr>
            <ns0:ph type="dt" sz="quarter" idx="1"/>
          </ns0:nvPr>
        </ns0:nvSpPr>
        <ns0:spPr>
          <ns1:xfrm>
            <ns1:off x="3884613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r">
              <ns1:defRPr sz="1200"/>
            </ns1:lvl1pPr>
          </ns1:lstStyle>
          <ns1:p>
            <ns1:fld id="{0F9B84EA-7D68-4D60-9CB1-D50884785D1C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4" name="页脚占位符 3"/>
          <ns0:cNvSpPr>
            <ns1:spLocks noGrp="1"/>
          </ns0:cNvSpPr>
          <ns0:nvPr>
            <ns0:ph type="ftr" sz="quarter" idx="2"/>
          </ns0:nvPr>
        </ns0:nvSpPr>
        <ns0:spPr>
          <ns1:xfrm>
            <ns1:off x="0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5" name="灯片编号占位符 4"/>
          <ns0:cNvSpPr>
            <ns1:spLocks noGrp="1"/>
          </ns0:cNvSpPr>
          <ns0:nvPr>
            <ns0:ph type="sldNum" sz="quarter" idx="3"/>
          </ns0:nvPr>
        </ns0:nvSpPr>
        <ns0:spPr>
          <ns1:xfrm>
            <ns1:off x="3884613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r">
              <ns1:defRPr sz="1200"/>
            </ns1:lvl1pPr>
          </ns1:lstStyle>
          <ns1:p>
            <ns1:fld id="{8D4E0FC9-F1F8-4FAE-9988-3BA365CFD46F}" type="slidenum">
              <ns1:rPr lang="zh-CN" altLang="en-US" smtClean="0"/>
            </ns1:fld>
            <ns1:endParaRPr lang="zh-CN" altLang="en-US"/>
          </ns1:p>
        </ns0:txBody>
      </ns0:sp>
    </ns0:spTree>
  </ns0:cSld>
  <ns0:clrMap bg1="lt1" tx1="dk1" bg2="lt2" tx2="dk2" accent1="accent1" accent2="accent2" accent3="accent3" accent4="accent4" accent5="accent5" accent6="accent6" hlink="hlink" folHlink="folHlink"/>
</ns0:handoutMaster>
</file>

<file path=ppt/notesMasters/_rels/notesMaster1.xml.rels><?xml version='1.0' encoding='utf-8'?>
<ns0:Relationships xmlns:ns0="http://schemas.openxmlformats.org/package/2006/relationships"><ns0:Relationship Id="rId1" Type="http://schemas.openxmlformats.org/officeDocument/2006/relationships/theme" Target="../theme/theme2.xml" /></ns0:Relationships>
</file>

<file path=ppt/notesMasters/notesMaster1.xml><?xml version="1.0" encoding="utf-8"?>
<ns0:notesMaster xmlns:ns0="http://schemas.openxmlformats.org/presentationml/2006/main" xmlns:ns1="http://schemas.openxmlformats.org/drawingml/2006/main">
  <ns0:cSld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页眉占位符 1"/>
          <ns0:cNvSpPr>
            <ns1:spLocks noGrp="1"/>
          </ns0:cNvSpPr>
          <ns0:nvPr>
            <ns0:ph type="hdr" sz="quarter"/>
          </ns0:nvPr>
        </ns0:nvSpPr>
        <ns0:spPr>
          <ns1:xfrm>
            <ns1:off x="0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3" name="日期占位符 2"/>
          <ns0:cNvSpPr>
            <ns1:spLocks noGrp="1"/>
          </ns0:cNvSpPr>
          <ns0:nvPr>
            <ns0:ph type="dt" idx="1"/>
          </ns0:nvPr>
        </ns0:nvSpPr>
        <ns0:spPr>
          <ns1:xfrm>
            <ns1:off x="3884613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r">
              <ns1:defRPr sz="1200"/>
            </ns1:lvl1pPr>
          </ns1:lstStyle>
          <ns1:p>
            <ns1:fld id="{D2A48B96-639E-45A3-A0BA-2464DFDB1FAA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4" name="幻灯片图像占位符 3"/>
          <ns0:cNvSpPr>
            <ns1:spLocks noGrp="1" noRot="1" noChangeAspect="1"/>
          </ns0:cNvSpPr>
          <ns0:nvPr>
            <ns0:ph type="sldImg" idx="2"/>
          </ns0:nvPr>
        </ns0:nvSpPr>
        <ns0:spPr>
          <ns1:xfrm>
            <ns1:off x="685800" y="1143000"/>
            <ns1:ext cx="5486400" cy="3086100"/>
          </ns1:xfrm>
          <ns1:prstGeom prst="rect">
            <ns1:avLst/>
          </ns1:prstGeom>
          <ns1:noFill/>
          <ns1:ln w="12700">
            <ns1:solidFill>
              <ns1:prstClr val="black"/>
            </ns1:solidFill>
          </ns1:ln>
        </ns0:spPr>
        <ns0:txBody>
          <ns1:bodyPr vert="horz" lIns="91440" tIns="45720" rIns="91440" bIns="45720" rtlCol="0" anchor="ctr"/>
          <ns1:lstStyle/>
          <ns1:p>
            <ns1:endParaRPr lang="zh-CN" altLang="en-US"/>
          </ns1:p>
        </ns0:txBody>
      </ns0:sp>
      <ns0:sp>
        <ns0:nvSpPr>
          <ns0:cNvPr id="5" name="备注占位符 4"/>
          <ns0:cNvSpPr>
            <ns1:spLocks noGrp="1"/>
          </ns0:cNvSpPr>
          <ns0:nvPr>
            <ns0:ph type="body" sz="quarter" idx="3"/>
          </ns0:nvPr>
        </ns0:nvSpPr>
        <ns0:spPr>
          <ns1:xfrm>
            <ns1:off x="685800" y="4400550"/>
            <ns1:ext cx="5486400" cy="3600450"/>
          </ns1:xfrm>
          <ns1:prstGeom prst="rect">
            <ns1:avLst/>
          </ns1:prstGeom>
        </ns0:spPr>
        <ns0:txBody>
          <ns1:bodyPr vert="horz" lIns="91440" tIns="45720" rIns="91440" bIns="45720" rtlCol="0"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4"/>
          </ns0:nvPr>
        </ns0:nvSpPr>
        <ns0:spPr>
          <ns1:xfrm>
            <ns1:off x="0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5"/>
          </ns0:nvPr>
        </ns0:nvSpPr>
        <ns0:spPr>
          <ns1:xfrm>
            <ns1:off x="3884613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r">
              <ns1:defRPr sz="1200"/>
            </ns1:lvl1pPr>
          </ns1:lstStyle>
          <ns1:p>
            <ns1:fld id="{A6837353-30EB-4A48-80EB-173D804AEFBD}" type="slidenum">
              <ns1:rPr lang="zh-CN" altLang="en-US" smtClean="0"/>
            </ns1:fld>
            <ns1:endParaRPr lang="zh-CN" altLang="en-US"/>
          </ns1:p>
        </ns0:txBody>
      </ns0:sp>
    </ns0:spTree>
  </ns0:cSld>
  <ns0:clrMap bg1="lt1" tx1="dk1" bg2="lt2" tx2="dk2" accent1="accent1" accent2="accent2" accent3="accent3" accent4="accent4" accent5="accent5" accent6="accent6" hlink="hlink" folHlink="folHlink"/>
  <ns0:notesStyle>
    <ns1:lvl1pPr marL="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1pPr>
    <ns1:lvl2pPr marL="4572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2pPr>
    <ns1:lvl3pPr marL="9144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3pPr>
    <ns1:lvl4pPr marL="13716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4pPr>
    <ns1:lvl5pPr marL="18288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5pPr>
    <ns1:lvl6pPr marL="22860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6pPr>
    <ns1:lvl7pPr marL="27432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7pPr>
    <ns1:lvl8pPr marL="32004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8pPr>
    <ns1:lvl9pPr marL="36576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9pPr>
  </ns0:notesStyle>
</ns0:notesMaster>
</file>

<file path=ppt/notesSlides/_rels/notesSlide1.xml.rels><?xml version='1.0' encoding='utf-8'?>
<ns0:Relationships xmlns:ns0="http://schemas.openxmlformats.org/package/2006/relationships"><ns0:Relationship Id="rId2" Type="http://schemas.openxmlformats.org/officeDocument/2006/relationships/notesMaster" Target="../notesMasters/notesMaster1.xml" /><ns0:Relationship Id="rId1" Type="http://schemas.openxmlformats.org/officeDocument/2006/relationships/slide" Target="../slides/slide1.xml" /></ns0: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幻灯片图像占位符 1"/>
          <ns0:cNvSpPr>
            <ns1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备注占位符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pPr marL="0" marR="0" lvl="0" indent="0" algn="l" defTabSz="9144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r>
              <ns1:rPr lang="zh-CN" altLang="en-US" dirty="0"/>
              <ns1:t>示例内容公开模板示例内容公开</ns1:t>
            </ns1:r>
            <ns1:r>
              <ns1:rPr lang="en-US" altLang="zh-CN" dirty="0"/>
              <ns1:t>示例</ns1:t>
            </ns1:r>
            <ns1:r>
              <ns1:rPr lang="zh-CN" altLang="en-US" dirty="0"/>
              <ns1:t>示例内容公开模。板示例内容公开模板示例内容公。开模板示例内</ns1:t>
            </ns1:r>
            <ns1:r>
              <ns1:rPr lang="en-US" altLang="zh-CN" dirty="0"/>
              <ns1:t>示例内容公开模</ns1:t>
            </ns1:r>
            <ns1:r>
              <ns1:rPr lang="zh-CN" altLang="en-US" dirty="0"/>
              <ns1:t>、示例内容公</ns1:t>
            </ns1:r>
            <ns1:r>
              <ns1:rPr lang="en-US" altLang="zh-CN" dirty="0"/>
              <ns1:t>示例内容-公</ns1:t>
            </ns1:r>
            <ns1:r>
              <ns1:rPr lang="zh-CN" altLang="en-US" dirty="0"/>
              <ns1:t>示</ns1:t>
            </ns1:r>
            <ns1:r>
              <ns1:rPr lang="en-US" altLang="zh-CN" dirty="0"/>
              <ns1:t>示例内容公开模板示例,</ns1:t>
            </ns1:r>
            <ns1:r>
              <ns1:rPr lang="zh-CN" altLang="en-US" dirty="0"/>
              <ns1:t>示例内容公开</ns1:t>
            </ns1:r>
            <ns1:r>
              <ns1:rPr lang="en-US" altLang="zh-CN" dirty="0"/>
              <ns1:t>示例内容</ns1:t>
            </ns1:r>
            <ns1:r>
              <ns1:rPr lang="zh-CN" altLang="en-US" dirty="0"/>
              <ns1:t>示例内容公开模板示例</ns1:t>
            </ns1:r>
            <ns1:r>
              <ns1:rPr lang="en-US" altLang="zh-CN" dirty="0"/>
              <ns1:t>,</ns1:t>
            </ns1:r>
            <ns1:r>
              <ns1:rPr lang="zh-CN" altLang="en-US" dirty="0"/>
              <ns1:t>示例内</ns1:t>
            </ns1:r>
            <ns1:r>
              <ns1:rPr lang="en-US" altLang="zh-CN" dirty="0"/>
              <ns1:t>示例</ns1:t>
            </ns1:r>
            <ns1:r>
              <ns1:rPr lang="zh-CN" altLang="en-US" dirty="0"/>
              <ns1:t>示例内容公开模板示例内容。公开</ns1:t>
            </ns1:r>
            <ns1:r>
              <ns1:rPr lang="en-US" altLang="zh-CN" dirty="0"/>
              <ns1:t>,</ns1:t>
            </ns1:r>
            <ns1:r>
              <ns1:rPr lang="zh-CN" altLang="en-US" dirty="0"/>
              <ns1:t>示例内</ns1:t>
            </ns1:r>
            <ns1:r>
              <ns1:rPr lang="en-US" altLang="zh-CN" dirty="0"/>
              <ns1:t>示例</ns1:t>
            </ns1:r>
            <ns1:r>
              <ns1:rPr lang="zh-CN" altLang="en-US" dirty="0"/>
              <ns1:t>示例内容公开模板示例内容公开模板</ns1:t>
            </ns1:r>
            <ns1:r>
              <ns1:rPr lang="en-US" altLang="zh-CN" dirty="0"/>
              <ns1:t>示</ns1:t>
            </ns1:r>
            <ns1:r>
              <ns1:rPr lang="zh-CN" altLang="en-US" dirty="0"/>
              <ns1:t>示例内容公开模板示例内。</ns1:t>
            </ns1:r>
            <ns1:endParaRPr lang="zh-CN" altLang="en-US" dirty="0"/>
          </ns1:p>
          <ns1:p>
            <ns1:endParaRPr lang="zh-CN" altLang="en-US" dirty="0"/>
          </ns1:p>
        </ns0:txBody>
      </ns0:sp>
      <ns0:sp>
        <ns0:nvSpPr>
          <ns0:cNvPr id="4" name="灯片编号占位符 3"/>
          <ns0:cNvSpPr>
            <ns1:spLocks noGrp="1"/>
          </ns0:cNvSpPr>
          <ns0:nvPr>
            <ns0:ph type="sldNum" sz="quarter" idx="10"/>
          </ns0:nvPr>
        </ns0:nvSpPr>
        <ns0:spPr/>
        <ns0:txBody>
          <ns1:bodyPr/>
          <ns1:lstStyle/>
          <ns1:p>
            <ns1:fld id="{E6DCA06E-36F2-494A-AEF2-373EFCD4A317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notes>
</file>

<file path=ppt/slideLayouts/_rels/slideLayout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3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4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5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6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7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8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9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0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slideLayout1.xml><?xml version="1.0" encoding="utf-8"?>
<ns0:sldLayout xmlns:ns0="http://schemas.openxmlformats.org/presentationml/2006/main" xmlns:ns1="http://schemas.openxmlformats.org/drawingml/2006/main" type="title" preserve="1">
  <ns0:cSld name="标题幻灯片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ctrTitle"/>
          </ns0:nvPr>
        </ns0:nvSpPr>
        <ns0:spPr>
          <ns1:xfrm>
            <ns1:off x="1524000" y="1122363"/>
            <ns1:ext cx="9144000" cy="2387600"/>
          </ns1:xfrm>
        </ns0:spPr>
        <ns0:txBody>
          <ns1:bodyPr anchor="b"/>
          <ns1:lstStyle>
            <ns1:lvl1pPr algn="ctr">
              <ns1:defRPr sz="6000"/>
            </ns1:lvl1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副标题 2"/>
          <ns0:cNvSpPr>
            <ns1:spLocks noGrp="1"/>
          </ns0:cNvSpPr>
          <ns0:nvPr>
            <ns0:ph type="subTitle" idx="1"/>
          </ns0:nvPr>
        </ns0:nvSpPr>
        <ns0:spPr>
          <ns1:xfrm>
            <ns1:off x="1524000" y="3602038"/>
            <ns1:ext cx="9144000" cy="1655762"/>
          </ns1:xfrm>
        </ns0:spPr>
        <ns0:txBody>
          <ns1:bodyPr/>
          <ns1:lstStyle>
            <ns1:lvl1pPr marL="0" indent="0" algn="ctr">
              <ns1:buNone/>
              <ns1:defRPr sz="2400"/>
            </ns1:lvl1pPr>
            <ns1:lvl2pPr marL="457200" indent="0" algn="ctr">
              <ns1:buNone/>
              <ns1:defRPr sz="2000"/>
            </ns1:lvl2pPr>
            <ns1:lvl3pPr marL="914400" indent="0" algn="ctr">
              <ns1:buNone/>
              <ns1:defRPr sz="1800"/>
            </ns1:lvl3pPr>
            <ns1:lvl4pPr marL="1371600" indent="0" algn="ctr">
              <ns1:buNone/>
              <ns1:defRPr sz="1600"/>
            </ns1:lvl4pPr>
            <ns1:lvl5pPr marL="1828800" indent="0" algn="ctr">
              <ns1:buNone/>
              <ns1:defRPr sz="1600"/>
            </ns1:lvl5pPr>
            <ns1:lvl6pPr marL="2286000" indent="0" algn="ctr">
              <ns1:buNone/>
              <ns1:defRPr sz="1600"/>
            </ns1:lvl6pPr>
            <ns1:lvl7pPr marL="2743200" indent="0" algn="ctr">
              <ns1:buNone/>
              <ns1:defRPr sz="1600"/>
            </ns1:lvl7pPr>
            <ns1:lvl8pPr marL="3200400" indent="0" algn="ctr">
              <ns1:buNone/>
              <ns1:defRPr sz="1600"/>
            </ns1:lvl8pPr>
            <ns1:lvl9pPr marL="3657600" indent="0" algn="ctr">
              <ns1:buNone/>
              <ns1:defRPr sz="1600"/>
            </ns1:lvl9pPr>
          </ns1:lstStyle>
          <ns1:p>
            <ns1:r>
              <ns1:rPr lang="zh-CN" altLang="en-US" smtClean="0"/>
              <ns1:t>示例内容公开模板示例内容公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2.xml><?xml version="1.0" encoding="utf-8"?>
<ns0:sldLayout xmlns:ns0="http://schemas.openxmlformats.org/presentationml/2006/main" xmlns:ns1="http://schemas.openxmlformats.org/drawingml/2006/main" type="obj" preserve="1">
  <ns0:cSld name="标题和内容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内容占位符 2"/>
          <ns0:cNvSpPr>
            <ns1:spLocks noGrp="1"/>
          </ns0:cNvSpPr>
          <ns0:nvPr>
            <ns0:ph idx="1"/>
          </ns0:nvPr>
        </ns0:nvSpPr>
        <ns0:spPr/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3.xml><?xml version="1.0" encoding="utf-8"?>
<ns0:sldLayout xmlns:ns0="http://schemas.openxmlformats.org/presentationml/2006/main" xmlns:ns1="http://schemas.openxmlformats.org/drawingml/2006/main" type="secHead" preserve="1">
  <ns0:cSld name="节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1850" y="1709738"/>
            <ns1:ext cx="10515600" cy="2852737"/>
          </ns1:xfrm>
        </ns0:spPr>
        <ns0:txBody>
          <ns1:bodyPr anchor="b"/>
          <ns1:lstStyle>
            <ns1:lvl1pPr>
              <ns1:defRPr sz="6000"/>
            </ns1:lvl1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文本占位符 2"/>
          <ns0:cNvSpPr>
            <ns1:spLocks noGrp="1"/>
          </ns0:cNvSpPr>
          <ns0:nvPr>
            <ns0:ph type="body" idx="1"/>
          </ns0:nvPr>
        </ns0:nvSpPr>
        <ns0:spPr>
          <ns1:xfrm>
            <ns1:off x="831850" y="4589463"/>
            <ns1:ext cx="10515600" cy="1500187"/>
          </ns1:xfrm>
        </ns0:spPr>
        <ns0:txBody>
          <ns1:bodyPr/>
          <ns1:lstStyle>
            <ns1:lvl1pPr marL="0" indent="0">
              <ns1:buNone/>
              <ns1:defRPr sz="2400">
                <ns1:solidFill>
                  <ns1:schemeClr val="tx1">
                    <ns1:tint val="75000"/>
                  </ns1:schemeClr>
                </ns1:solidFill>
              </ns1:defRPr>
            </ns1:lvl1pPr>
            <ns1:lvl2pPr marL="457200" indent="0">
              <ns1:buNone/>
              <ns1:defRPr sz="2000">
                <ns1:solidFill>
                  <ns1:schemeClr val="tx1">
                    <ns1:tint val="75000"/>
                  </ns1:schemeClr>
                </ns1:solidFill>
              </ns1:defRPr>
            </ns1:lvl2pPr>
            <ns1:lvl3pPr marL="914400" indent="0">
              <ns1:buNone/>
              <ns1:defRPr sz="1800">
                <ns1:solidFill>
                  <ns1:schemeClr val="tx1">
                    <ns1:tint val="75000"/>
                  </ns1:schemeClr>
                </ns1:solidFill>
              </ns1:defRPr>
            </ns1:lvl3pPr>
            <ns1:lvl4pPr marL="13716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4pPr>
            <ns1:lvl5pPr marL="18288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5pPr>
            <ns1:lvl6pPr marL="22860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6pPr>
            <ns1:lvl7pPr marL="27432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7pPr>
            <ns1:lvl8pPr marL="32004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8pPr>
            <ns1:lvl9pPr marL="36576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4.xml><?xml version="1.0" encoding="utf-8"?>
<ns0:sldLayout xmlns:ns0="http://schemas.openxmlformats.org/presentationml/2006/main" xmlns:ns1="http://schemas.openxmlformats.org/drawingml/2006/main" type="twoObj" preserve="1">
  <ns0:cSld name="两栏内容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内容占位符 2"/>
          <ns0:cNvSpPr>
            <ns1:spLocks noGrp="1"/>
          </ns0:cNvSpPr>
          <ns0:nvPr>
            <ns0:ph sz="half" idx="1"/>
          </ns0:nvPr>
        </ns0:nvSpPr>
        <ns0:spPr>
          <ns1:xfrm>
            <ns1:off x="838200" y="1825625"/>
            <ns1:ext cx="5181600" cy="4351338"/>
          </ns1:xfrm>
        </ns0:spPr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内容占位符 3"/>
          <ns0:cNvSpPr>
            <ns1:spLocks noGrp="1"/>
          </ns0:cNvSpPr>
          <ns0:nvPr>
            <ns0:ph sz="half" idx="2"/>
          </ns0:nvPr>
        </ns0:nvSpPr>
        <ns0:spPr>
          <ns1:xfrm>
            <ns1:off x="6172200" y="1825625"/>
            <ns1:ext cx="5181600" cy="4351338"/>
          </ns1:xfrm>
        </ns0:spPr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5" name="日期占位符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5.xml><?xml version="1.0" encoding="utf-8"?>
<ns0:sldLayout xmlns:ns0="http://schemas.openxmlformats.org/presentationml/2006/main" xmlns:ns1="http://schemas.openxmlformats.org/drawingml/2006/main" type="twoTxTwoObj" preserve="1">
  <ns0:cSld name="比较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9788" y="365125"/>
            <ns1:ext cx="10515600" cy="1325563"/>
          </ns1:xfrm>
        </ns0:spPr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文本占位符 2"/>
          <ns0:cNvSpPr>
            <ns1:spLocks noGrp="1"/>
          </ns0:cNvSpPr>
          <ns0:nvPr>
            <ns0:ph type="body" idx="1"/>
          </ns0:nvPr>
        </ns0:nvSpPr>
        <ns0:spPr>
          <ns1:xfrm>
            <ns1:off x="839788" y="1681163"/>
            <ns1:ext cx="5157787" cy="823912"/>
          </ns1:xfrm>
        </ns0:spPr>
        <ns0:txBody>
          <ns1:bodyPr anchor="b"/>
          <ns1:lstStyle>
            <ns1:lvl1pPr marL="0" indent="0">
              <ns1:buNone/>
              <ns1:defRPr sz="2400" b="1"/>
            </ns1:lvl1pPr>
            <ns1:lvl2pPr marL="457200" indent="0">
              <ns1:buNone/>
              <ns1:defRPr sz="2000" b="1"/>
            </ns1:lvl2pPr>
            <ns1:lvl3pPr marL="914400" indent="0">
              <ns1:buNone/>
              <ns1:defRPr sz="1800" b="1"/>
            </ns1:lvl3pPr>
            <ns1:lvl4pPr marL="1371600" indent="0">
              <ns1:buNone/>
              <ns1:defRPr sz="1600" b="1"/>
            </ns1:lvl4pPr>
            <ns1:lvl5pPr marL="1828800" indent="0">
              <ns1:buNone/>
              <ns1:defRPr sz="1600" b="1"/>
            </ns1:lvl5pPr>
            <ns1:lvl6pPr marL="2286000" indent="0">
              <ns1:buNone/>
              <ns1:defRPr sz="1600" b="1"/>
            </ns1:lvl6pPr>
            <ns1:lvl7pPr marL="2743200" indent="0">
              <ns1:buNone/>
              <ns1:defRPr sz="1600" b="1"/>
            </ns1:lvl7pPr>
            <ns1:lvl8pPr marL="3200400" indent="0">
              <ns1:buNone/>
              <ns1:defRPr sz="1600" b="1"/>
            </ns1:lvl8pPr>
            <ns1:lvl9pPr marL="3657600" indent="0">
              <ns1:buNone/>
              <ns1:defRPr sz="1600" b="1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4" name="内容占位符 3"/>
          <ns0:cNvSpPr>
            <ns1:spLocks noGrp="1"/>
          </ns0:cNvSpPr>
          <ns0:nvPr>
            <ns0:ph sz="half" idx="2"/>
          </ns0:nvPr>
        </ns0:nvSpPr>
        <ns0:spPr>
          <ns1:xfrm>
            <ns1:off x="839788" y="2505075"/>
            <ns1:ext cx="5157787" cy="3684588"/>
          </ns1:xfrm>
        </ns0:spPr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5" name="文本占位符 4"/>
          <ns0:cNvSpPr>
            <ns1:spLocks noGrp="1"/>
          </ns0:cNvSpPr>
          <ns0:nvPr>
            <ns0:ph type="body" sz="quarter" idx="3"/>
          </ns0:nvPr>
        </ns0:nvSpPr>
        <ns0:spPr>
          <ns1:xfrm>
            <ns1:off x="6172200" y="1681163"/>
            <ns1:ext cx="5183188" cy="823912"/>
          </ns1:xfrm>
        </ns0:spPr>
        <ns0:txBody>
          <ns1:bodyPr anchor="b"/>
          <ns1:lstStyle>
            <ns1:lvl1pPr marL="0" indent="0">
              <ns1:buNone/>
              <ns1:defRPr sz="2400" b="1"/>
            </ns1:lvl1pPr>
            <ns1:lvl2pPr marL="457200" indent="0">
              <ns1:buNone/>
              <ns1:defRPr sz="2000" b="1"/>
            </ns1:lvl2pPr>
            <ns1:lvl3pPr marL="914400" indent="0">
              <ns1:buNone/>
              <ns1:defRPr sz="1800" b="1"/>
            </ns1:lvl3pPr>
            <ns1:lvl4pPr marL="1371600" indent="0">
              <ns1:buNone/>
              <ns1:defRPr sz="1600" b="1"/>
            </ns1:lvl4pPr>
            <ns1:lvl5pPr marL="1828800" indent="0">
              <ns1:buNone/>
              <ns1:defRPr sz="1600" b="1"/>
            </ns1:lvl5pPr>
            <ns1:lvl6pPr marL="2286000" indent="0">
              <ns1:buNone/>
              <ns1:defRPr sz="1600" b="1"/>
            </ns1:lvl6pPr>
            <ns1:lvl7pPr marL="2743200" indent="0">
              <ns1:buNone/>
              <ns1:defRPr sz="1600" b="1"/>
            </ns1:lvl7pPr>
            <ns1:lvl8pPr marL="3200400" indent="0">
              <ns1:buNone/>
              <ns1:defRPr sz="1600" b="1"/>
            </ns1:lvl8pPr>
            <ns1:lvl9pPr marL="3657600" indent="0">
              <ns1:buNone/>
              <ns1:defRPr sz="1600" b="1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6" name="内容占位符 5"/>
          <ns0:cNvSpPr>
            <ns1:spLocks noGrp="1"/>
          </ns0:cNvSpPr>
          <ns0:nvPr>
            <ns0:ph sz="quarter" idx="4"/>
          </ns0:nvPr>
        </ns0:nvSpPr>
        <ns0:spPr>
          <ns1:xfrm>
            <ns1:off x="6172200" y="2505075"/>
            <ns1:ext cx="5183188" cy="3684588"/>
          </ns1:xfrm>
        </ns0:spPr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7" name="日期占位符 6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8" name="页脚占位符 7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9" name="灯片编号占位符 8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6.xml><?xml version="1.0" encoding="utf-8"?>
<ns0:sldLayout xmlns:ns0="http://schemas.openxmlformats.org/presentationml/2006/main" xmlns:ns1="http://schemas.openxmlformats.org/drawingml/2006/main" type="titleOnly" preserve="1">
  <ns0:cSld name="仅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日期占位符 2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4" name="页脚占位符 3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5" name="灯片编号占位符 4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7.xml><?xml version="1.0" encoding="utf-8"?>
<ns0:sldLayout xmlns:ns0="http://schemas.openxmlformats.org/presentationml/2006/main" xmlns:ns1="http://schemas.openxmlformats.org/drawingml/2006/main" type="blank" preserve="1">
  <ns0:cSld name="空白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日期占位符 1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3" name="页脚占位符 2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4" name="灯片编号占位符 3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8.xml><?xml version="1.0" encoding="utf-8"?>
<ns0:sldLayout xmlns:ns0="http://schemas.openxmlformats.org/presentationml/2006/main" xmlns:ns1="http://schemas.openxmlformats.org/drawingml/2006/main" type="objTx" preserve="1">
  <ns0:cSld name="内容与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9788" y="457200"/>
            <ns1:ext cx="3932237" cy="1600200"/>
          </ns1:xfrm>
        </ns0:spPr>
        <ns0:txBody>
          <ns1:bodyPr anchor="b"/>
          <ns1:lstStyle>
            <ns1:lvl1pPr>
              <ns1:defRPr sz="3200"/>
            </ns1:lvl1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内容占位符 2"/>
          <ns0:cNvSpPr>
            <ns1:spLocks noGrp="1"/>
          </ns0:cNvSpPr>
          <ns0:nvPr>
            <ns0:ph idx="1"/>
          </ns0:nvPr>
        </ns0:nvSpPr>
        <ns0:spPr>
          <ns1:xfrm>
            <ns1:off x="5183188" y="987425"/>
            <ns1:ext cx="6172200" cy="4873625"/>
          </ns1:xfrm>
        </ns0:spPr>
        <ns0:txBody>
          <ns1:bodyPr/>
          <ns1:lstStyle>
            <ns1:lvl1pPr>
              <ns1:defRPr sz="3200"/>
            </ns1:lvl1pPr>
            <ns1:lvl2pPr>
              <ns1:defRPr sz="2800"/>
            </ns1:lvl2pPr>
            <ns1:lvl3pPr>
              <ns1:defRPr sz="2400"/>
            </ns1:lvl3pPr>
            <ns1:lvl4pPr>
              <ns1:defRPr sz="2000"/>
            </ns1:lvl4pPr>
            <ns1:lvl5pPr>
              <ns1:defRPr sz="2000"/>
            </ns1:lvl5pPr>
            <ns1:lvl6pPr>
              <ns1:defRPr sz="2000"/>
            </ns1:lvl6pPr>
            <ns1:lvl7pPr>
              <ns1:defRPr sz="2000"/>
            </ns1:lvl7pPr>
            <ns1:lvl8pPr>
              <ns1:defRPr sz="2000"/>
            </ns1:lvl8pPr>
            <ns1:lvl9pPr>
              <ns1:defRPr sz="2000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文本占位符 3"/>
          <ns0:cNvSpPr>
            <ns1:spLocks noGrp="1"/>
          </ns0:cNvSpPr>
          <ns0:nvPr>
            <ns0:ph type="body" sz="half" idx="2"/>
          </ns0:nvPr>
        </ns0:nvSpPr>
        <ns0:spPr>
          <ns1:xfrm>
            <ns1:off x="839788" y="2057400"/>
            <ns1:ext cx="3932237" cy="3811588"/>
          </ns1:xfrm>
        </ns0:spPr>
        <ns0:txBody>
          <ns1:bodyPr/>
          <ns1:lstStyle>
            <ns1:lvl1pPr marL="0" indent="0">
              <ns1:buNone/>
              <ns1:defRPr sz="1600"/>
            </ns1:lvl1pPr>
            <ns1:lvl2pPr marL="457200" indent="0">
              <ns1:buNone/>
              <ns1:defRPr sz="1400"/>
            </ns1:lvl2pPr>
            <ns1:lvl3pPr marL="914400" indent="0">
              <ns1:buNone/>
              <ns1:defRPr sz="1200"/>
            </ns1:lvl3pPr>
            <ns1:lvl4pPr marL="1371600" indent="0">
              <ns1:buNone/>
              <ns1:defRPr sz="1000"/>
            </ns1:lvl4pPr>
            <ns1:lvl5pPr marL="1828800" indent="0">
              <ns1:buNone/>
              <ns1:defRPr sz="1000"/>
            </ns1:lvl5pPr>
            <ns1:lvl6pPr marL="2286000" indent="0">
              <ns1:buNone/>
              <ns1:defRPr sz="1000"/>
            </ns1:lvl6pPr>
            <ns1:lvl7pPr marL="2743200" indent="0">
              <ns1:buNone/>
              <ns1:defRPr sz="1000"/>
            </ns1:lvl7pPr>
            <ns1:lvl8pPr marL="3200400" indent="0">
              <ns1:buNone/>
              <ns1:defRPr sz="1000"/>
            </ns1:lvl8pPr>
            <ns1:lvl9pPr marL="3657600" indent="0">
              <ns1:buNone/>
              <ns1:defRPr sz="1000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5" name="日期占位符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9.xml><?xml version="1.0" encoding="utf-8"?>
<ns0:sldLayout xmlns:ns0="http://schemas.openxmlformats.org/presentationml/2006/main" xmlns:ns1="http://schemas.openxmlformats.org/drawingml/2006/main" type="picTx" preserve="1">
  <ns0:cSld name="图片与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9788" y="457200"/>
            <ns1:ext cx="3932237" cy="1600200"/>
          </ns1:xfrm>
        </ns0:spPr>
        <ns0:txBody>
          <ns1:bodyPr anchor="b"/>
          <ns1:lstStyle>
            <ns1:lvl1pPr>
              <ns1:defRPr sz="3200"/>
            </ns1:lvl1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图片占位符 2"/>
          <ns0:cNvSpPr>
            <ns1:spLocks noGrp="1"/>
          </ns0:cNvSpPr>
          <ns0:nvPr>
            <ns0:ph type="pic" idx="1"/>
          </ns0:nvPr>
        </ns0:nvSpPr>
        <ns0:spPr>
          <ns1:xfrm>
            <ns1:off x="5183188" y="987425"/>
            <ns1:ext cx="6172200" cy="4873625"/>
          </ns1:xfrm>
        </ns0:spPr>
        <ns0:txBody>
          <ns1:bodyPr/>
          <ns1:lstStyle>
            <ns1:lvl1pPr marL="0" indent="0">
              <ns1:buNone/>
              <ns1:defRPr sz="3200"/>
            </ns1:lvl1pPr>
            <ns1:lvl2pPr marL="457200" indent="0">
              <ns1:buNone/>
              <ns1:defRPr sz="2800"/>
            </ns1:lvl2pPr>
            <ns1:lvl3pPr marL="914400" indent="0">
              <ns1:buNone/>
              <ns1:defRPr sz="2400"/>
            </ns1:lvl3pPr>
            <ns1:lvl4pPr marL="1371600" indent="0">
              <ns1:buNone/>
              <ns1:defRPr sz="2000"/>
            </ns1:lvl4pPr>
            <ns1:lvl5pPr marL="1828800" indent="0">
              <ns1:buNone/>
              <ns1:defRPr sz="2000"/>
            </ns1:lvl5pPr>
            <ns1:lvl6pPr marL="2286000" indent="0">
              <ns1:buNone/>
              <ns1:defRPr sz="2000"/>
            </ns1:lvl6pPr>
            <ns1:lvl7pPr marL="2743200" indent="0">
              <ns1:buNone/>
              <ns1:defRPr sz="2000"/>
            </ns1:lvl7pPr>
            <ns1:lvl8pPr marL="3200400" indent="0">
              <ns1:buNone/>
              <ns1:defRPr sz="2000"/>
            </ns1:lvl8pPr>
            <ns1:lvl9pPr marL="3657600" indent="0">
              <ns1:buNone/>
              <ns1:defRPr sz="2000"/>
            </ns1:lvl9pPr>
          </ns1:lstStyle>
          <ns1:p>
            <ns1:endParaRPr lang="zh-CN" altLang="en-US"/>
          </ns1:p>
        </ns0:txBody>
      </ns0:sp>
      <ns0:sp>
        <ns0:nvSpPr>
          <ns0:cNvPr id="4" name="文本占位符 3"/>
          <ns0:cNvSpPr>
            <ns1:spLocks noGrp="1"/>
          </ns0:cNvSpPr>
          <ns0:nvPr>
            <ns0:ph type="body" sz="half" idx="2"/>
          </ns0:nvPr>
        </ns0:nvSpPr>
        <ns0:spPr>
          <ns1:xfrm>
            <ns1:off x="839788" y="2057400"/>
            <ns1:ext cx="3932237" cy="3811588"/>
          </ns1:xfrm>
        </ns0:spPr>
        <ns0:txBody>
          <ns1:bodyPr/>
          <ns1:lstStyle>
            <ns1:lvl1pPr marL="0" indent="0">
              <ns1:buNone/>
              <ns1:defRPr sz="1600"/>
            </ns1:lvl1pPr>
            <ns1:lvl2pPr marL="457200" indent="0">
              <ns1:buNone/>
              <ns1:defRPr sz="1400"/>
            </ns1:lvl2pPr>
            <ns1:lvl3pPr marL="914400" indent="0">
              <ns1:buNone/>
              <ns1:defRPr sz="1200"/>
            </ns1:lvl3pPr>
            <ns1:lvl4pPr marL="1371600" indent="0">
              <ns1:buNone/>
              <ns1:defRPr sz="1000"/>
            </ns1:lvl4pPr>
            <ns1:lvl5pPr marL="1828800" indent="0">
              <ns1:buNone/>
              <ns1:defRPr sz="1000"/>
            </ns1:lvl5pPr>
            <ns1:lvl6pPr marL="2286000" indent="0">
              <ns1:buNone/>
              <ns1:defRPr sz="1000"/>
            </ns1:lvl6pPr>
            <ns1:lvl7pPr marL="2743200" indent="0">
              <ns1:buNone/>
              <ns1:defRPr sz="1000"/>
            </ns1:lvl7pPr>
            <ns1:lvl8pPr marL="3200400" indent="0">
              <ns1:buNone/>
              <ns1:defRPr sz="1000"/>
            </ns1:lvl8pPr>
            <ns1:lvl9pPr marL="3657600" indent="0">
              <ns1:buNone/>
              <ns1:defRPr sz="1000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5" name="日期占位符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10.xml><?xml version="1.0" encoding="utf-8"?>
<ns0:sldLayout xmlns:ns0="http://schemas.openxmlformats.org/presentationml/2006/main" xmlns:ns1="http://schemas.openxmlformats.org/drawingml/2006/main" type="vertTx" preserve="1">
  <ns0:cSld name="标题和竖排文字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竖排文字占位符 2"/>
          <ns0:cNvSpPr>
            <ns1:spLocks noGrp="1"/>
          </ns0:cNvSpPr>
          <ns0:nvPr>
            <ns0:ph type="body" orient="vert" idx="1"/>
          </ns0:nvPr>
        </ns0:nvSpPr>
        <ns0:spPr/>
        <ns0:txBody>
          <ns1:bodyPr vert="eaVert"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11.xml><?xml version="1.0" encoding="utf-8"?>
<ns0:sldLayout xmlns:ns0="http://schemas.openxmlformats.org/presentationml/2006/main" xmlns:ns1="http://schemas.openxmlformats.org/drawingml/2006/main" type="vertTitleAndTx" preserve="1">
  <ns0:cSld name="垂直排列标题与&#10;文本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竖排标题 1"/>
          <ns0:cNvSpPr>
            <ns1:spLocks noGrp="1"/>
          </ns0:cNvSpPr>
          <ns0:nvPr>
            <ns0:ph type="title" orient="vert"/>
          </ns0:nvPr>
        </ns0:nvSpPr>
        <ns0:spPr>
          <ns1:xfrm>
            <ns1:off x="8724900" y="365125"/>
            <ns1:ext cx="2628900" cy="5811838"/>
          </ns1:xfrm>
        </ns0:spPr>
        <ns0:txBody>
          <ns1:bodyPr vert="eaVert"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竖排文字占位符 2"/>
          <ns0:cNvSpPr>
            <ns1:spLocks noGrp="1"/>
          </ns0:cNvSpPr>
          <ns0:nvPr>
            <ns0:ph type="body" orient="vert" idx="1"/>
          </ns0:nvPr>
        </ns0:nvSpPr>
        <ns0:spPr>
          <ns1:xfrm>
            <ns1:off x="838200" y="365125"/>
            <ns1:ext cx="7734300" cy="5811838"/>
          </ns1:xfrm>
        </ns0:spPr>
        <ns0:txBody>
          <ns1:bodyPr vert="eaVert"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12.xml><?xml version="1.0" encoding="utf-8"?>
<ns0:sldLayout xmlns:ns0="http://schemas.openxmlformats.org/presentationml/2006/main" xmlns:ns1="http://schemas.openxmlformats.org/drawingml/2006/main" preserve="1" userDrawn="1">
  <ns0:cSld name="4_标题幻灯片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cxnSp>
        <ns0:nvCxnSpPr>
          <ns0:cNvPr id="60" name="直接连接符 59"/>
          <ns0:cNvCxnSpPr/>
          <ns0:nvPr userDrawn="1"/>
        </ns0:nvCxnSpPr>
        <ns0:spPr>
          <ns1:xfrm flipV="1">
            <ns1:off x="682067" y="615705"/>
            <ns1:ext cx="11509933" cy="0"/>
          </ns1:xfrm>
          <ns1:prstGeom prst="line">
            <ns1:avLst/>
          </ns1:prstGeom>
          <ns1:ln w="28575">
            <ns1:solidFill>
              <ns1:srgbClr val="123A85"/>
            </ns1:solidFill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sp>
        <ns0:nvSpPr>
          <ns0:cNvPr id="61" name="矩形: 单圆角 205"/>
          <ns0:cNvSpPr/>
          <ns0:nvPr userDrawn="1"/>
        </ns0:nvSpPr>
        <ns0:spPr>
          <ns1:xfrm>
            <ns1:off x="1" y="146988"/>
            <ns1:ext cx="3552091" cy="468000"/>
          </ns1:xfrm>
          <ns1:prstGeom prst="round1Rect">
            <ns1:avLst>
              <ns1:gd name="adj" fmla="val 27228"/>
            </ns1:avLst>
          </ns1:prstGeom>
          <ns1:solidFill>
            <ns1:srgbClr val="123A85"/>
          </ns1:solidFill>
          <ns1:ln w="28575">
            <ns1:solidFill>
              <ns1:srgbClr val="123A85"/>
            </ns1:solidFill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zh-CN" altLang="en-US" dirty="0"/>
          </ns1:p>
        </ns0:txBody>
      </ns0:sp>
    </ns0:spTree>
  </ns0:cSld>
  <ns0:clrMapOvr>
    <ns1:masterClrMapping/>
  </ns0:clrMapOvr>
</ns0:sldLayout>
</file>

<file path=ppt/slideMasters/_rels/slideMaster1.xml.rels><?xml version='1.0' encoding='utf-8'?>
<ns0:Relationships xmlns:ns0="http://schemas.openxmlformats.org/package/2006/relationships"><ns0:Relationship Id="rId9" Type="http://schemas.openxmlformats.org/officeDocument/2006/relationships/slideLayout" Target="../slideLayouts/slideLayout9.xml" /><ns0:Relationship Id="rId8" Type="http://schemas.openxmlformats.org/officeDocument/2006/relationships/slideLayout" Target="../slideLayouts/slideLayout8.xml" /><ns0:Relationship Id="rId7" Type="http://schemas.openxmlformats.org/officeDocument/2006/relationships/slideLayout" Target="../slideLayouts/slideLayout7.xml" /><ns0:Relationship Id="rId6" Type="http://schemas.openxmlformats.org/officeDocument/2006/relationships/slideLayout" Target="../slideLayouts/slideLayout6.xml" /><ns0:Relationship Id="rId5" Type="http://schemas.openxmlformats.org/officeDocument/2006/relationships/slideLayout" Target="../slideLayouts/slideLayout5.xml" /><ns0:Relationship Id="rId4" Type="http://schemas.openxmlformats.org/officeDocument/2006/relationships/slideLayout" Target="../slideLayouts/slideLayout4.xml" /><ns0:Relationship Id="rId3" Type="http://schemas.openxmlformats.org/officeDocument/2006/relationships/slideLayout" Target="../slideLayouts/slideLayout3.xml" /><ns0:Relationship Id="rId2" Type="http://schemas.openxmlformats.org/officeDocument/2006/relationships/slideLayout" Target="../slideLayouts/slideLayout2.xml" /><ns0:Relationship Id="rId13" Type="http://schemas.openxmlformats.org/officeDocument/2006/relationships/theme" Target="../theme/theme1.xml" /><ns0:Relationship Id="rId12" Type="http://schemas.openxmlformats.org/officeDocument/2006/relationships/slideLayout" Target="../slideLayouts/slideLayout12.xml" /><ns0:Relationship Id="rId11" Type="http://schemas.openxmlformats.org/officeDocument/2006/relationships/slideLayout" Target="../slideLayouts/slideLayout11.xml" /><ns0:Relationship Id="rId10" Type="http://schemas.openxmlformats.org/officeDocument/2006/relationships/slideLayout" Target="../slideLayouts/slideLayout10.xml" /><ns0:Relationship Id="rId1" Type="http://schemas.openxmlformats.org/officeDocument/2006/relationships/slideLayout" Target="../slideLayouts/slideLayout1.xml" /></ns0:Relationships>
</file>

<file path=ppt/slideMasters/slideMaster1.xml><?xml version="1.0" encoding="utf-8"?>
<ns0:sldMaster xmlns:ns0="http://schemas.openxmlformats.org/presentationml/2006/main" xmlns:ns1="http://schemas.openxmlformats.org/drawingml/2006/main" xmlns:ns2="http://schemas.openxmlformats.org/officeDocument/2006/relationships">
  <ns0:cSld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占位符 1"/>
          <ns0:cNvSpPr>
            <ns1:spLocks noGrp="1"/>
          </ns0:cNvSpPr>
          <ns0:nvPr>
            <ns0:ph type="title"/>
          </ns0:nvPr>
        </ns0:nvSpPr>
        <ns0:spPr>
          <ns1:xfrm>
            <ns1:off x="838200" y="365125"/>
            <ns1:ext cx="10515600" cy="1325563"/>
          </ns1:xfrm>
          <ns1:prstGeom prst="rect">
            <ns1:avLst/>
          </ns1:prstGeom>
        </ns0:spPr>
        <ns0:txBody>
          <ns1:bodyPr vert="horz" lIns="91440" tIns="45720" rIns="91440" bIns="45720" rtlCol="0" anchor="ctr">
            <ns1:normAutofit/>
          </ns1:bodyPr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文本占位符 2"/>
          <ns0:cNvSpPr>
            <ns1:spLocks noGrp="1"/>
          </ns0:cNvSpPr>
          <ns0:nvPr>
            <ns0:ph type="body" idx="1"/>
          </ns0:nvPr>
        </ns0:nvSpPr>
        <ns0:spPr>
          <ns1:xfrm>
            <ns1:off x="838200" y="1825625"/>
            <ns1:ext cx="10515600" cy="4351338"/>
          </ns1:xfrm>
          <ns1:prstGeom prst="rect">
            <ns1:avLst/>
          </ns1:prstGeom>
        </ns0:spPr>
        <ns0:txBody>
          <ns1:bodyPr vert="horz" lIns="91440" tIns="45720" rIns="91440" bIns="45720" rtlCol="0">
            <ns1:normAutofit/>
          </ns1:bodyPr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2"/>
          </ns0:nvPr>
        </ns0:nvSpPr>
        <ns0:spPr>
          <ns1:xfrm>
            <ns1:off x="838200" y="6356350"/>
            <ns1:ext cx="27432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l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3"/>
          </ns0:nvPr>
        </ns0:nvSpPr>
        <ns0:spPr>
          <ns1:xfrm>
            <ns1:off x="4038600" y="6356350"/>
            <ns1:ext cx="41148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ctr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4"/>
          </ns0:nvPr>
        </ns0:nvSpPr>
        <ns0:spPr>
          <ns1:xfrm>
            <ns1:off x="8610600" y="6356350"/>
            <ns1:ext cx="27432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r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 bg1="lt1" tx1="dk1" bg2="lt2" tx2="dk2" accent1="accent1" accent2="accent2" accent3="accent3" accent4="accent4" accent5="accent5" accent6="accent6" hlink="hlink" folHlink="folHlink"/>
  <ns0:sldLayoutIdLst>
    <ns0:sldLayoutId id="2147483649" ns2:id="rId1"/>
    <ns0:sldLayoutId id="2147483650" ns2:id="rId2"/>
    <ns0:sldLayoutId id="2147483651" ns2:id="rId3"/>
    <ns0:sldLayoutId id="2147483652" ns2:id="rId4"/>
    <ns0:sldLayoutId id="2147483653" ns2:id="rId5"/>
    <ns0:sldLayoutId id="2147483654" ns2:id="rId6"/>
    <ns0:sldLayoutId id="2147483655" ns2:id="rId7"/>
    <ns0:sldLayoutId id="2147483656" ns2:id="rId8"/>
    <ns0:sldLayoutId id="2147483657" ns2:id="rId9"/>
    <ns0:sldLayoutId id="2147483658" ns2:id="rId10"/>
    <ns0:sldLayoutId id="2147483659" ns2:id="rId11"/>
    <ns0:sldLayoutId id="2147483660" ns2:id="rId12"/>
  </ns0:sldLayoutIdLst>
  <ns0:txStyles>
    <ns0:titleStyle>
      <ns1:lvl1pPr algn="l" defTabSz="914400" rtl="0" eaLnBrk="1" latinLnBrk="0" hangingPunct="1">
        <ns1:lnSpc>
          <ns1:spcPct val="90000"/>
        </ns1:lnSpc>
        <ns1:spcBef>
          <ns1:spcPct val="0"/>
        </ns1:spcBef>
        <ns1:buNone/>
        <ns1:defRPr sz="4400" kern="1200">
          <ns1:solidFill>
            <ns1:schemeClr val="tx1"/>
          </ns1:solidFill>
          <ns1:latin typeface="+mj-lt"/>
          <ns1:ea typeface="+mj-ea"/>
          <ns1:cs typeface="+mj-cs"/>
        </ns1:defRPr>
      </ns1:lvl1pPr>
    </ns0:titleStyle>
    <ns0:bodyStyle>
      <ns1:lvl1pPr marL="228600" indent="-228600" algn="l" defTabSz="914400" rtl="0" eaLnBrk="1" latinLnBrk="0" hangingPunct="1">
        <ns1:lnSpc>
          <ns1:spcPct val="90000"/>
        </ns1:lnSpc>
        <ns1:spcBef>
          <ns1:spcPts val="1000"/>
        </ns1:spcBef>
        <ns1:buFont typeface="Arial" panose="020B0604020202020204" pitchFamily="34" charset="0"/>
        <ns1:buChar char="•"/>
        <ns1:defRPr sz="2800" kern="1200">
          <ns1:solidFill>
            <ns1:schemeClr val="tx1"/>
          </ns1:solidFill>
          <ns1:latin typeface="+mn-lt"/>
          <ns1:ea typeface="+mn-ea"/>
          <ns1:cs typeface="+mn-cs"/>
        </ns1:defRPr>
      </ns1:lvl1pPr>
      <ns1:lvl2pPr marL="6858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2400" kern="1200">
          <ns1:solidFill>
            <ns1:schemeClr val="tx1"/>
          </ns1:solidFill>
          <ns1:latin typeface="+mn-lt"/>
          <ns1:ea typeface="+mn-ea"/>
          <ns1:cs typeface="+mn-cs"/>
        </ns1:defRPr>
      </ns1:lvl2pPr>
      <ns1:lvl3pPr marL="11430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2000" kern="1200">
          <ns1:solidFill>
            <ns1:schemeClr val="tx1"/>
          </ns1:solidFill>
          <ns1:latin typeface="+mn-lt"/>
          <ns1:ea typeface="+mn-ea"/>
          <ns1:cs typeface="+mn-cs"/>
        </ns1:defRPr>
      </ns1:lvl3pPr>
      <ns1:lvl4pPr marL="16002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4pPr>
      <ns1:lvl5pPr marL="20574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5pPr>
      <ns1:lvl6pPr marL="25146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6pPr>
      <ns1:lvl7pPr marL="29718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7pPr>
      <ns1:lvl8pPr marL="34290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8pPr>
      <ns1:lvl9pPr marL="38862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9pPr>
    </ns0:bodyStyle>
    <ns0:otherStyle>
      <ns1:defPPr>
        <ns1:defRPr lang="zh-CN"/>
      </ns1:defPPr>
      <ns1:lvl1pPr marL="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1pPr>
      <ns1:lvl2pPr marL="4572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2pPr>
      <ns1:lvl3pPr marL="9144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3pPr>
      <ns1:lvl4pPr marL="13716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4pPr>
      <ns1:lvl5pPr marL="18288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5pPr>
      <ns1:lvl6pPr marL="22860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6pPr>
      <ns1:lvl7pPr marL="27432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7pPr>
      <ns1:lvl8pPr marL="32004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8pPr>
      <ns1:lvl9pPr marL="36576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9pPr>
    </ns0:otherStyle>
  </ns0:txStyles>
</ns0:sldMaster>
</file>

<file path=ppt/slides/_rels/slide1.xml.rels><?xml version='1.0' encoding='utf-8'?>
<ns0:Relationships xmlns:ns0="http://schemas.openxmlformats.org/package/2006/relationships"><ns0:Relationship Id="rId5" Type="http://schemas.openxmlformats.org/officeDocument/2006/relationships/notesSlide" Target="../notesSlides/notesSlide1.xml" /><ns0:Relationship Id="rId4" Type="http://schemas.openxmlformats.org/officeDocument/2006/relationships/slideLayout" Target="../slideLayouts/slideLayout12.xml" /><ns0:Relationship Id="rId3" Type="http://schemas.openxmlformats.org/officeDocument/2006/relationships/image" Target="../media/public-placeholder.png" /><ns0:Relationship Id="rId2" Type="http://schemas.openxmlformats.org/officeDocument/2006/relationships/image" Target="../media/public-placeholder.png" /><ns0:Relationship Id="rId1" Type="http://schemas.openxmlformats.org/officeDocument/2006/relationships/image" Target="../media/public-placeholder.png" /></ns0:Relationships>
</file>

<file path=ppt/slides/slide1.xml><?xml version="1.0" encoding="utf-8"?>
<ns0:sld xmlns:ns0="http://schemas.openxmlformats.org/presentationml/2006/main" xmlns:ns1="http://schemas.openxmlformats.org/drawingml/2006/main" xmlns:ns2="http://schemas.microsoft.com/office/drawing/2010/main" xmlns:ns3="http://schemas.openxmlformats.org/officeDocument/2006/relationships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矩形 1"/>
          <ns0:cNvSpPr/>
          <ns0:nvPr/>
        </ns0:nvSpPr>
        <ns0:spPr>
          <ns1:xfrm>
            <ns1:off x="787369" y="120623"/>
            <ns1:ext cx="1620958" cy="523220"/>
          </ns1:xfrm>
          <ns1:prstGeom prst="rect">
            <ns1:avLst/>
          </ns1:prstGeom>
        </ns0:spPr>
        <ns0:txBody>
          <ns1:bodyPr wrap="none" anchor="ctr">
            <ns1:spAutoFit/>
          </ns1:bodyPr>
          <ns1:lstStyle/>
          <ns1:p>
            <ns1:pPr marL="0" marR="0" lvl="0" indent="0" algn="ctr" defTabSz="9144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r>
              <ns1:rPr lang="zh-CN" altLang="en-US" sz="2800" b="1" noProof="0" dirty="0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+mn-ea"/>
                <ns1:sym typeface="+mn-lt"/>
              </ns1:rPr>
              <ns1:t>示例内容</ns1:t>
            </ns1:r>
            <ns1:endParaRPr kumimoji="0" lang="zh-CN" altLang="en-US" sz="2800" b="1" i="0" u="none" strike="noStrike" kern="1200" cap="none" spc="0" normalizeH="0" baseline="0" noProof="0" dirty="0">
              <ns1:ln>
                <ns1:noFill/>
              </ns1:ln>
              <ns1:solidFill>
                <ns1:srgbClr val="123A85"/>
              </ns1:solidFill>
              <ns1:effectLst/>
              <ns1:uLnTx/>
              <ns1:uFillTx/>
              <ns1:cs typeface="+mn-ea"/>
              <ns1:sym typeface="+mn-lt"/>
            </ns1:endParaRPr>
          </ns1:p>
        </ns0:txBody>
      </ns0:sp>
      <ns0:sp>
        <ns0:nvSpPr>
          <ns0:cNvPr id="3" name="文本框 2"/>
          <ns0:cNvSpPr txBox="1"/>
          <ns0:nvPr/>
        </ns0:nvSpPr>
        <ns0:spPr>
          <ns1:xfrm>
            <ns1:off x="0" y="152046"/>
            <ns1:ext cx="3568389" cy="460375"/>
          </ns1:xfrm>
          <ns1:prstGeom prst="rect">
            <ns1:avLst/>
          </ns1:prstGeom>
          <ns1:noFill/>
        </ns0:spPr>
        <ns0:txBody>
          <ns1:bodyPr wrap="square" rtlCol="0" anchor="ctr">
            <ns1:spAutoFit/>
          </ns1:bodyPr>
          <ns1:lstStyle/>
          <ns1:p>
            <ns1:pPr lvl="0" algn="ctr">
              <ns1:defRPr/>
            </ns1:pPr>
            <ns1:r>
              <ns1:rPr lang="zh-CN" altLang="zh-CN" sz="2400" b="1" dirty="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华文中宋" panose="02010600040101010101" pitchFamily="2" charset="-122"/>
                <ns1:sym typeface="+mn-lt"/>
              </ns1:rPr>
              <ns1:t>示例内容</ns1:t>
            </ns1:r>
            <ns1:endParaRPr lang="zh-CN" altLang="zh-CN" sz="2400" b="1" dirty="0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华文中宋" panose="02010600040101010101" pitchFamily="2" charset="-122"/>
              <ns1:sym typeface="+mn-lt"/>
            </ns1:endParaRPr>
          </ns1:p>
        </ns0:txBody>
      </ns0:sp>
      <ns0:sp>
        <ns0:nvSpPr>
          <ns0:cNvPr id="4" name="RDV10_P03_标题底"/>
          <ns0:cNvSpPr/>
          <ns0:nvPr/>
        </ns0:nvSpPr>
        <ns0:spPr>
          <ns1:xfrm>
            <ns1:off x="411480" y="749300"/>
            <ns1:ext cx="11337925" cy="567055"/>
          </ns1:xfrm>
          <ns1:prstGeom prst="rect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7" name="RDV10_P03_标题"/>
          <ns0:cNvSpPr txBox="1"/>
          <ns0:nvPr/>
        </ns0:nvSpPr>
        <ns0:spPr>
          <ns1:xfrm>
            <ns1:off x="575945" y="749300"/>
            <ns1:ext cx="11008995" cy="566420"/>
          </ns1:xfrm>
          <ns1:prstGeom prst="rect">
            <ns1:avLst/>
          </ns1:prstGeom>
          <ns1:noFill/>
        </ns0:spPr>
        <ns0:txBody>
          <ns1:bodyPr wrap="none" lIns="0" tIns="0" rIns="0" bIns="0" rtlCol="0" anchor="ctr">
            <ns1:noAutofit/>
          </ns1:bodyPr>
          <ns1:p>
            <ns1:pPr algn="ctr"/>
            <ns1:r>
              <ns1:rPr lang="zh-CN" altLang="en-US" sz="24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</ns1:t>
            </ns1:r>
            <ns1:r>
              <ns1:rPr lang="zh-CN" altLang="en-US" sz="245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</ns1:t>
            </ns1:r>
            <ns1:r>
              <ns1:rPr lang="zh-CN" altLang="en-US" sz="24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：示例内容、公开模板、示例内容</ns1:t>
            </ns1:r>
            <ns1:r>
              <ns1:rPr lang="zh-CN" altLang="en-US" sz="245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endParaRPr lang="zh-CN" altLang="en-US" sz="2450" b="1">
              <ns1:solidFill>
                <ns1:srgbClr val="C00000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10" name="RDV10_P03_全景图片_图片框"/>
          <ns0:cNvSpPr/>
          <ns0:nvPr/>
        </ns0:nvSpPr>
        <ns0:spPr>
          <ns1:xfrm>
            <ns1:off x="502285" y="1480820"/>
            <ns1:ext cx="7480300" cy="4060190"/>
          </ns1:xfrm>
          <ns1:prstGeom prst="roundRect">
            <ns1:avLst/>
          </ns1:prstGeom>
          <ns1:solidFill>
            <ns1:srgbClr val="FFFFFF"/>
          </ns1:solidFill>
          <ns1:ln w="12700">
            <ns1:solidFill>
              <ns1:srgbClr val="C8D5E8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pic>
        <ns0:nvPicPr>
          <ns0:cNvPr id="15" name="RDV10_P03_全景图片" descr="Public template placeholder"/>
          <ns0:cNvPicPr>
            <ns1:picLocks noChangeAspect="1"/>
          </ns0:cNvPicPr>
          <ns0:nvPr/>
        </ns0:nvPicPr>
        <ns0:blipFill>
          <ns1:blip ns3:embed="rId1"/>
          <ns1:stretch>
            <ns1:fillRect/>
          </ns1:stretch>
        </ns0:blipFill>
        <ns0:spPr>
          <ns1:xfrm>
            <ns1:off x="1856811" y="1527048"/>
            <ns1:ext cx="4772009" cy="3968496"/>
          </ns1:xfrm>
          <ns1:prstGeom prst="rect">
            <ns1:avLst/>
          </ns1:prstGeom>
        </ns0:spPr>
      </ns0:pic>
      <ns0:sp>
        <ns0:nvSpPr>
          <ns0:cNvPr id="16" name="RDV10_P03_全景图片_图注底"/>
          <ns0:cNvSpPr/>
          <ns0:nvPr/>
        </ns0:nvSpPr>
        <ns0:spPr>
          <ns1:xfrm>
            <ns1:off x="502285" y="5541010"/>
            <ns1:ext cx="7480300" cy="311150"/>
          </ns1:xfrm>
          <ns1:prstGeom prst="rect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17" name="RDV10_P03_全景图片_图注"/>
          <ns0:cNvSpPr txBox="1"/>
          <ns0:nvPr/>
        </ns0:nvSpPr>
        <ns0:spPr>
          <ns1:xfrm>
            <ns1:off x="593725" y="5559425"/>
            <ns1:ext cx="7296785" cy="264795"/>
          </ns1:xfrm>
          <ns1:prstGeom prst="rect">
            <ns1:avLst/>
          </ns1:prstGeom>
          <ns1:noFill/>
        </ns0:spPr>
        <ns0:txBody>
          <ns1:bodyPr wrap="none" lIns="0" tIns="0" rIns="0" bIns="0" rtlCol="0" anchor="ctr">
            <ns1:noAutofit/>
          </ns1:bodyPr>
          <ns1:p>
            <ns1:pPr algn="l"/>
            <ns1:r>
              <ns1:rPr lang="zh-CN" altLang="en-US" sz="100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示例内容公开模板示例</ns1:t>
            </ns1:r>
            <ns1:r>
              <ns1:rPr lang="en-US" altLang="zh-CN" sz="100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 / 示例内容, 0000</ns1:t>
            </ns1:r>
            <ns1:endParaRPr lang="en-US" altLang="zh-CN" sz="1000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</ns1:endParaRPr>
          </ns1:p>
        </ns0:txBody>
      </ns0:sp>
      <ns0:sp>
        <ns0:nvSpPr>
          <ns0:cNvPr id="18" name="RDV10_P03_全景标签底"/>
          <ns0:cNvSpPr/>
          <ns0:nvPr/>
        </ns0:nvSpPr>
        <ns0:spPr>
          <ns1:xfrm>
            <ns1:off x="749300" y="1718945"/>
            <ns1:ext cx="1828800" cy="438785"/>
          </ns1:xfrm>
          <ns1:prstGeom prst="roundRect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19" name="RDV10_P03_全景标签"/>
          <ns0:cNvSpPr txBox="1"/>
          <ns0:nvPr/>
        </ns0:nvSpPr>
        <ns0:spPr>
          <ns1:xfrm>
            <ns1:off x="859155" y="1773555"/>
            <ns1:ext cx="1609090" cy="320040"/>
          </ns1:xfrm>
          <ns1:prstGeom prst="rect">
            <ns1:avLst/>
          </ns1:prstGeom>
          <ns1:noFill/>
        </ns0:spPr>
        <ns0:txBody>
          <ns1:bodyPr wrap="square" lIns="0" tIns="0" rIns="0" bIns="0" rtlCol="0" anchor="t">
            <ns1:noAutofit/>
          </ns1:bodyPr>
          <ns1:p>
            <ns1:pPr algn="ctr"/>
            <ns1:r>
              <ns1:rPr lang="en-US" altLang="en-US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00</ns1:t>
            </ns1:r>
            <ns1:r>
              <ns1:rPr lang="zh-CN" altLang="en-US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示例内容公</ns1:t>
            </ns1:r>
            <ns1:endParaRPr lang="zh-CN" altLang="en-US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</ns1:endParaRPr>
          </ns1:p>
        </ns0:txBody>
      </ns0:sp>
      <ns0:sp>
        <ns0:nvSpPr>
          <ns0:cNvPr id="20" name="RDV10_P03_放大框_1"/>
          <ns0:cNvSpPr/>
          <ns0:nvPr/>
        </ns0:nvSpPr>
        <ns0:spPr>
          <ns1:xfrm>
            <ns1:off x="5193665" y="2011045"/>
            <ns1:ext cx="1097280" cy="822960"/>
          </ns1:xfrm>
          <ns1:prstGeom prst="rect">
            <ns1:avLst/>
          </ns1:prstGeom>
          <ns1:solidFill>
            <ns1:srgbClr val="FFFFFF">
              <ns1:alpha val="0"/>
            </ns1:srgbClr>
          </ns1:solidFill>
          <ns1:ln w="31750">
            <ns1:solidFill>
              <ns1:srgbClr val="C00000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21" name="RDV10_P03_放大框_2"/>
          <ns0:cNvSpPr/>
          <ns0:nvPr/>
        </ns0:nvSpPr>
        <ns0:spPr>
          <ns1:xfrm>
            <ns1:off x="1919605" y="3328035"/>
            <ns1:ext cx="988060" cy="749935"/>
          </ns1:xfrm>
          <ns1:prstGeom prst="rect">
            <ns1:avLst/>
          </ns1:prstGeom>
          <ns1:solidFill>
            <ns1:srgbClr val="FFFFFF">
              <ns1:alpha val="0"/>
            </ns1:srgbClr>
          </ns1:solidFill>
          <ns1:ln w="31750">
            <ns1:solidFill>
              <ns1:srgbClr val="123A85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22" name="RDV10_P03_右轨底"/>
          <ns0:cNvSpPr/>
          <ns0:nvPr/>
        </ns0:nvSpPr>
        <ns0:spPr>
          <ns1:xfrm>
            <ns1:off x="8211185" y="1480820"/>
            <ns1:ext cx="3474720" cy="4371340"/>
          </ns1:xfrm>
          <ns1:prstGeom prst="roundRect">
            <ns1:avLst/>
          </ns1:prstGeom>
          <ns1:solidFill>
            <ns1:srgbClr val="F5F7FA"/>
          </ns1:solidFill>
          <ns1:ln w="12700">
            <ns1:solidFill>
              <ns1:srgbClr val="C8D5E8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23" name="RDV10_P03_过程标题_底"/>
          <ns0:cNvSpPr/>
          <ns0:nvPr/>
        </ns0:nvSpPr>
        <ns0:spPr>
          <ns1:xfrm>
            <ns1:off x="8394065" y="1663700"/>
            <ns1:ext cx="3108960" cy="402590"/>
          </ns1:xfrm>
          <ns1:prstGeom prst="roundRect">
            <ns1:avLst/>
          </ns1:prstGeom>
          <ns1:solidFill>
            <ns1:srgbClr val="C00000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24" name="RDV10_P03_过程标题"/>
          <ns0:cNvSpPr txBox="1"/>
          <ns0:nvPr/>
        </ns0:nvSpPr>
        <ns0:spPr>
          <ns1:xfrm>
            <ns1:off x="8485505" y="1682115"/>
            <ns1:ext cx="2925445" cy="347345"/>
          </ns1:xfrm>
          <ns1:prstGeom prst="rect">
            <ns1:avLst/>
          </ns1:prstGeom>
          <ns1:noFill/>
        </ns0:spPr>
        <ns0:txBody>
          <ns1:bodyPr wrap="none" lIns="0" tIns="0" rIns="0" bIns="0" rtlCol="0" anchor="ctr">
            <ns1:noAutofit/>
          </ns1:bodyPr>
          <ns1:p>
            <ns1:pPr algn="ctr"/>
            <ns1:r>
              <ns1:rPr lang="en-US" altLang="en-US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00</ns1:t>
            </ns1:r>
            <ns1:r>
              <ns1:rPr lang="zh-CN" altLang="en-US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示例内容公</ns1:t>
            </ns1:r>
            <ns1:endParaRPr lang="zh-CN" altLang="en-US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</ns1:endParaRPr>
          </ns1:p>
        </ns0:txBody>
      </ns0:sp>
      <ns0:sp>
        <ns0:nvSpPr>
          <ns0:cNvPr id="25" name="RDV10_P03_过程近景_图片框"/>
          <ns0:cNvSpPr/>
          <ns0:nvPr/>
        </ns0:nvSpPr>
        <ns0:spPr>
          <ns1:xfrm>
            <ns1:off x="8394065" y="2103120"/>
            <ns1:ext cx="3108960" cy="1243330"/>
          </ns1:xfrm>
          <ns1:prstGeom prst="roundRect">
            <ns1:avLst/>
          </ns1:prstGeom>
          <ns1:solidFill>
            <ns1:srgbClr val="FFFFFF"/>
          </ns1:solidFill>
          <ns1:ln w="12700">
            <ns1:solidFill>
              <ns1:srgbClr val="C8D5E8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pic>
        <ns0:nvPicPr>
          <ns0:cNvPr id="26" name="RDV10_P03_过程近景" descr="Public template placeholder"/>
          <ns0:cNvPicPr>
            <ns1:picLocks noChangeAspect="1"/>
          </ns0:cNvPicPr>
          <ns0:nvPr/>
        </ns0:nvPicPr>
        <ns0:blipFill>
          <ns1:blip ns3:embed="rId2"/>
          <ns1:stretch>
            <ns1:fillRect/>
          </ns1:stretch>
        </ns0:blipFill>
        <ns0:spPr>
          <ns1:xfrm>
            <ns1:off x="9090365" y="2148840"/>
            <ns1:ext cx="1716615" cy="1152144"/>
          </ns1:xfrm>
          <ns1:prstGeom prst="rect">
            <ns1:avLst/>
          </ns1:prstGeom>
        </ns0:spPr>
      </ns0:pic>
      <ns0:sp>
        <ns0:nvSpPr>
          <ns0:cNvPr id="27" name="RDV10_P03_过程近景_图注底"/>
          <ns0:cNvSpPr/>
          <ns0:nvPr/>
        </ns0:nvSpPr>
        <ns0:spPr>
          <ns1:xfrm>
            <ns1:off x="8394065" y="3346450"/>
            <ns1:ext cx="3108960" cy="310515"/>
          </ns1:xfrm>
          <ns1:prstGeom prst="rect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28" name="RDV10_P03_过程近景_图注"/>
          <ns0:cNvSpPr txBox="1"/>
          <ns0:nvPr/>
        </ns0:nvSpPr>
        <ns0:spPr>
          <ns1:xfrm>
            <ns1:off x="8485505" y="3364865"/>
            <ns1:ext cx="2925445" cy="264795"/>
          </ns1:xfrm>
          <ns1:prstGeom prst="rect">
            <ns1:avLst/>
          </ns1:prstGeom>
          <ns1:noFill/>
        </ns0:spPr>
        <ns0:txBody>
          <ns1:bodyPr wrap="none" lIns="0" tIns="0" rIns="0" bIns="0" rtlCol="0" anchor="ctr">
            <ns1:noAutofit/>
          </ns1:bodyPr>
          <ns1:p>
            <ns1:pPr algn="l"/>
            <ns1:r>
              <ns1:rPr lang="zh-CN" altLang="en-US" sz="95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示例内容公开</ns1:t>
            </ns1:r>
            <ns1:r>
              <ns1:rPr lang="en-US" altLang="zh-CN" sz="95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 / 示例内容, 0000</ns1:t>
            </ns1:r>
            <ns1:endParaRPr lang="en-US" altLang="zh-CN" sz="950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</ns1:endParaRPr>
          </ns1:p>
        </ns0:txBody>
      </ns0:sp>
      <ns0:sp>
        <ns0:nvSpPr>
          <ns0:cNvPr id="29" name="RDV10_P03_判据标题_底"/>
          <ns0:cNvSpPr/>
          <ns0:nvPr/>
        </ns0:nvSpPr>
        <ns0:spPr>
          <ns1:xfrm>
            <ns1:off x="8394065" y="3766820"/>
            <ns1:ext cx="3108960" cy="402590"/>
          </ns1:xfrm>
          <ns1:prstGeom prst="roundRect">
            <ns1:avLst/>
          </ns1:prstGeom>
          <ns1:solidFill>
            <ns1:srgbClr val="245BA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30" name="RDV10_P03_判据标题"/>
          <ns0:cNvSpPr txBox="1"/>
          <ns0:nvPr/>
        </ns0:nvSpPr>
        <ns0:spPr>
          <ns1:xfrm>
            <ns1:off x="8485505" y="3785235"/>
            <ns1:ext cx="2925445" cy="347345"/>
          </ns1:xfrm>
          <ns1:prstGeom prst="rect">
            <ns1:avLst/>
          </ns1:prstGeom>
          <ns1:noFill/>
        </ns0:spPr>
        <ns0:txBody>
          <ns1:bodyPr wrap="none" lIns="0" tIns="0" rIns="0" bIns="0" rtlCol="0" anchor="ctr">
            <ns1:noAutofit/>
          </ns1:bodyPr>
          <ns1:p>
            <ns1:pPr algn="ctr"/>
            <ns1:r>
              <ns1:rPr lang="en-US" altLang="en-US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00</ns1:t>
            </ns1:r>
            <ns1:r>
              <ns1:rPr lang="zh-CN" altLang="en-US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示例内容公</ns1:t>
            </ns1:r>
            <ns1:endParaRPr lang="zh-CN" altLang="en-US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</ns1:endParaRPr>
          </ns1:p>
        </ns0:txBody>
      </ns0:sp>
      <ns0:sp>
        <ns0:nvSpPr>
          <ns0:cNvPr id="31" name="RDV10_P03_缺陷判据_图片框"/>
          <ns0:cNvSpPr/>
          <ns0:nvPr/>
        </ns0:nvSpPr>
        <ns0:spPr>
          <ns1:xfrm>
            <ns1:off x="8394065" y="4206240"/>
            <ns1:ext cx="3108960" cy="1023620"/>
          </ns1:xfrm>
          <ns1:prstGeom prst="roundRect">
            <ns1:avLst/>
          </ns1:prstGeom>
          <ns1:solidFill>
            <ns1:srgbClr val="FFFFFF"/>
          </ns1:solidFill>
          <ns1:ln w="12700">
            <ns1:solidFill>
              <ns1:srgbClr val="C8D5E8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pic>
        <ns0:nvPicPr>
          <ns0:cNvPr id="32" name="RDV10_P03_缺陷判据" descr="Public template placeholder"/>
          <ns0:cNvPicPr>
            <ns1:picLocks noChangeAspect="1"/>
          </ns0:cNvPicPr>
          <ns0:nvPr/>
        </ns0:nvPicPr>
        <ns0:blipFill>
          <ns1:blip ns3:embed="rId3"/>
          <ns1:stretch>
            <ns1:fillRect/>
          </ns1:stretch>
        </ns0:blipFill>
        <ns0:spPr>
          <ns1:xfrm>
            <ns1:off x="8439912" y="4296709"/>
            <ns1:ext cx="3017520" cy="843189"/>
          </ns1:xfrm>
          <ns1:prstGeom prst="rect">
            <ns1:avLst/>
          </ns1:prstGeom>
        </ns0:spPr>
      </ns0:pic>
      <ns0:sp>
        <ns0:nvSpPr>
          <ns0:cNvPr id="33" name="RDV10_P03_缺陷判据_图注底"/>
          <ns0:cNvSpPr/>
          <ns0:nvPr/>
        </ns0:nvSpPr>
        <ns0:spPr>
          <ns1:xfrm>
            <ns1:off x="8394065" y="5229860"/>
            <ns1:ext cx="3108960" cy="311150"/>
          </ns1:xfrm>
          <ns1:prstGeom prst="rect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34" name="RDV10_P03_缺陷判据_图注"/>
          <ns0:cNvSpPr txBox="1"/>
          <ns0:nvPr/>
        </ns0:nvSpPr>
        <ns0:spPr>
          <ns1:xfrm>
            <ns1:off x="8485505" y="5248275"/>
            <ns1:ext cx="2925445" cy="264795"/>
          </ns1:xfrm>
          <ns1:prstGeom prst="rect">
            <ns1:avLst/>
          </ns1:prstGeom>
          <ns1:noFill/>
        </ns0:spPr>
        <ns0:txBody>
          <ns1:bodyPr wrap="none" lIns="0" tIns="0" rIns="0" bIns="0" rtlCol="0" anchor="ctr">
            <ns1:noAutofit/>
          </ns1:bodyPr>
          <ns1:p>
            <ns1:pPr algn="l"/>
            <ns1:r>
              <ns1:rPr lang="zh-CN" altLang="en-US" sz="95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示例内容公开</ns1:t>
            </ns1:r>
            <ns1:r>
              <ns1:rPr lang="en-US" altLang="zh-CN" sz="95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 / 示例内容, 0000</ns1:t>
            </ns1:r>
            <ns1:endParaRPr lang="en-US" altLang="zh-CN" sz="950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</ns1:endParaRPr>
          </ns1:p>
        </ns0:txBody>
      </ns0:sp>
      <ns0:cxnSp>
        <ns0:nvCxnSpPr>
          <ns0:cNvPr id="35" name="RDV10_P03_放大线_1"/>
          <ns0:cNvCxnSpPr/>
          <ns0:nvPr/>
        </ns0:nvCxnSpPr>
        <ns0:spPr>
          <ns1:xfrm>
            <ns1:off x="6290945" y="2423160"/>
            <ns1:ext cx="2011680" cy="137160"/>
          </ns1:xfrm>
          <ns1:prstGeom prst="line">
            <ns1:avLst/>
          </ns1:prstGeom>
          <ns1:ln w="25400">
            <ns1:solidFill>
              <ns1:srgbClr val="C00000"/>
            </ns1:solidFill>
            <ns1:tailEnd type="arrow"/>
          </ns1:ln>
        </ns0:spPr>
        <ns0:style>
          <ns1:lnRef idx="2">
            <ns1:schemeClr val="accent1"/>
          </ns1:lnRef>
          <ns1:fillRef idx="0">
            <ns1:srgbClr val="FFFFFF"/>
          </ns1:fillRef>
          <ns1:effectRef idx="0">
            <ns1:srgbClr val="FFFFFF"/>
          </ns1:effectRef>
          <ns1:fontRef idx="minor">
            <ns1:schemeClr val="tx1"/>
          </ns1:fontRef>
        </ns0:style>
      </ns0:cxnSp>
      <ns0:cxnSp>
        <ns0:nvCxnSpPr>
          <ns0:cNvPr id="36" name="RDV10_P03_放大线_2"/>
          <ns0:cNvCxnSpPr/>
          <ns0:nvPr/>
        </ns0:nvCxnSpPr>
        <ns0:spPr>
          <ns1:xfrm>
            <ns1:off x="2907665" y="3693795"/>
            <ns1:ext cx="5394960" cy="987425"/>
          </ns1:xfrm>
          <ns1:prstGeom prst="line">
            <ns1:avLst/>
          </ns1:prstGeom>
          <ns1:ln w="25400">
            <ns1:solidFill>
              <ns1:srgbClr val="123A85"/>
            </ns1:solidFill>
            <ns1:tailEnd type="arrow"/>
          </ns1:ln>
        </ns0:spPr>
        <ns0:style>
          <ns1:lnRef idx="2">
            <ns1:schemeClr val="accent1"/>
          </ns1:lnRef>
          <ns1:fillRef idx="0">
            <ns1:srgbClr val="FFFFFF"/>
          </ns1:fillRef>
          <ns1:effectRef idx="0">
            <ns1:srgbClr val="FFFFFF"/>
          </ns1:effectRef>
          <ns1:fontRef idx="minor">
            <ns1:schemeClr val="tx1"/>
          </ns1:fontRef>
        </ns0:style>
      </ns0:cxnSp>
      <ns0:sp>
        <ns0:nvSpPr>
          <ns0:cNvPr id="37" name="RDV10_P03_结论底"/>
          <ns0:cNvSpPr/>
          <ns0:nvPr/>
        </ns0:nvSpPr>
        <ns0:spPr>
          <ns1:xfrm>
            <ns1:off x="502285" y="5879465"/>
            <ns1:ext cx="11183620" cy="474980"/>
          </ns1:xfrm>
          <ns1:prstGeom prst="roundRect">
            <ns1:avLst/>
          </ns1:prstGeom>
          <ns1:solidFill>
            <ns1:srgbClr val="EEF3FA"/>
          </ns1:solidFill>
          <ns1:ln w="12700">
            <ns1:solidFill>
              <ns1:srgbClr val="C8D5E8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38" name="RDV10_P03_结论"/>
          <ns0:cNvSpPr txBox="1"/>
          <ns0:nvPr/>
        </ns0:nvSpPr>
        <ns0:spPr>
          <ns1:xfrm>
            <ns1:off x="749300" y="5915660"/>
            <ns1:ext cx="10698480" cy="401955"/>
          </ns1:xfrm>
          <ns1:prstGeom prst="rect">
            <ns1:avLst/>
          </ns1:prstGeom>
          <ns1:noFill/>
        </ns0:spPr>
        <ns0:txBody>
          <ns1:bodyPr wrap="none" lIns="0" tIns="0" rIns="0" bIns="0" rtlCol="0" anchor="ctr">
            <ns1:noAutofit/>
          </ns1:bodyPr>
          <ns1:p>
            <ns1:pPr algn="ctr"/>
            <ns1:r>
              <ns1:rPr lang="zh-CN" altLang="en-US" sz="185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</ns1:t>
            </ns1:r>
            <ns1:r>
              <ns1:rPr lang="zh-CN" altLang="en-US" sz="185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，</ns1:t>
            </ns1:r>
            <ns1:r>
              <ns1:rPr lang="zh-CN" altLang="en-US" sz="185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</ns1:t>
            </ns1:r>
            <ns1:r>
              <ns1:rPr lang="zh-CN" altLang="en-US" sz="185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，示例内容公开模板示例</ns1:t>
            </ns1:r>
            <ns1:r>
              <ns1:rPr lang="zh-CN" altLang="en-US" sz="185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</ns1:t>
            </ns1:r>
            <ns1:r>
              <ns1:rPr lang="zh-CN" altLang="en-US" sz="185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。</ns1:t>
            </ns1:r>
            <ns1:endParaRPr lang="zh-CN" altLang="en-US" sz="1850" b="1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</ns0:spTree>
  </ns0:cSld>
  <ns0:clrMapOvr>
    <ns1:masterClrMapping/>
  </ns0:clrMapOvr>
</ns0:sld>
</file>

<file path=ppt/tags/tag1.xml><?xml version="1.0" encoding="utf-8"?>
<ns0:tagLst xmlns:ns0="http://schemas.openxmlformats.org/presentationml/2006/main">
  <ns0:tag name="resource_record_key" val="{&quot;10&quot;:[4721390]}"/>
</ns0:tagLst>
</file>

<file path=ppt/theme/theme1.xml><?xml version="1.0" encoding="utf-8"?>
<ns0:theme xmlns:ns0="http://schemas.openxmlformats.org/drawingml/2006/main" xmlns:ns1="http://schemas.microsoft.com/office/thememl/2012/main" name="WPS">
  <ns0:themeElements>
    <ns0:clrScheme name="WPS">
      <ns0:dk1>
        <ns0:sysClr val="windowText" lastClr="000000"/>
      </ns0:dk1>
      <ns0:lt1>
        <ns0:sysClr val="window" lastClr="FFFFFF"/>
      </ns0:lt1>
      <ns0:dk2>
        <ns0:srgbClr val="44546A"/>
      </ns0:dk2>
      <ns0:lt2>
        <ns0:srgbClr val="E7E6E6"/>
      </ns0:lt2>
      <ns0:accent1>
        <ns0:srgbClr val="4874CB"/>
      </ns0:accent1>
      <ns0:accent2>
        <ns0:srgbClr val="EE822F"/>
      </ns0:accent2>
      <ns0:accent3>
        <ns0:srgbClr val="F2BA02"/>
      </ns0:accent3>
      <ns0:accent4>
        <ns0:srgbClr val="75BD42"/>
      </ns0:accent4>
      <ns0:accent5>
        <ns0:srgbClr val="30C0B4"/>
      </ns0:accent5>
      <ns0:accent6>
        <ns0:srgbClr val="E54C5E"/>
      </ns0:accent6>
      <ns0:hlink>
        <ns0:srgbClr val="0026E5"/>
      </ns0:hlink>
      <ns0:folHlink>
        <ns0:srgbClr val="7E1FAD"/>
      </ns0:folHlink>
    </ns0:clrScheme>
    <ns0:fontScheme name="WPS">
      <ns0:majorFont>
        <ns0:latin typeface="Calibri"/>
        <ns0:ea typeface=""/>
        <ns0:cs typeface=""/>
        <ns0:font script="Jpan" typeface="ＭＳ Ｐゴシック"/>
        <ns0:font script="Hang" typeface="맑은 고딕"/>
        <ns0:font script="Hans" typeface="微软雅黑"/>
        <ns0:font script="Hant" typeface="新細明體"/>
        <ns0:font script="Arab" typeface="Times New Roman"/>
        <ns0:font script="Hebr" typeface="Times New Roman"/>
        <ns0:font script="Thai" typeface="Angsana New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Calibri"/>
        <ns0:ea typeface=""/>
        <ns0:cs typeface=""/>
        <ns0:font script="Jpan" typeface="ＭＳ Ｐゴシック"/>
        <ns0:font script="Hang" typeface="맑은 고딕"/>
        <ns0:font script="Hans" typeface="微软雅黑"/>
        <ns0:font script="Hant" typeface="新細明體"/>
        <ns0:font script="Arab" typeface="Arial"/>
        <ns0:font script="Hebr" typeface="Arial"/>
        <ns0:font script="Thai" typeface="Cordia New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WPS">
      <ns0:fillStyleLst>
        <ns0:solidFill>
          <ns0:schemeClr val="phClr"/>
        </ns0:solidFill>
        <ns0:gradFill>
          <ns0:gsLst>
            <ns0:gs pos="0">
              <ns0:schemeClr val="phClr">
                <ns0:lumOff val="17500"/>
              </ns0:schemeClr>
            </ns0:gs>
            <ns0:gs pos="100000">
              <ns0:schemeClr val="phClr"/>
            </ns0:gs>
          </ns0:gsLst>
          <ns0:lin ang="2700000" scaled="0"/>
        </ns0:gradFill>
        <ns0:gradFill>
          <ns0:gsLst>
            <ns0:gs pos="0">
              <ns0:schemeClr val="phClr">
                <ns0:hueOff val="-2520000"/>
              </ns0:schemeClr>
            </ns0:gs>
            <ns0:gs pos="100000">
              <ns0:schemeClr val="phClr"/>
            </ns0:gs>
          </ns0:gsLst>
          <ns0:lin ang="2700000" scaled="0"/>
        </ns0:gradFill>
      </ns0:fillStyleLst>
      <ns0:lnStyleLst>
        <ns0:ln w="1270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gradFill>
            <ns0:gsLst>
              <ns0:gs pos="0">
                <ns0:schemeClr val="phClr">
                  <ns0:hueOff val="-4200000"/>
                </ns0:schemeClr>
              </ns0:gs>
              <ns0:gs pos="100000">
                <ns0:schemeClr val="phClr"/>
              </ns0:gs>
            </ns0:gsLst>
            <ns0:lin ang="2700000" scaled="1"/>
          </ns0:gradFill>
          <ns0:prstDash val="solid"/>
          <ns0:miter lim="800000"/>
        </ns0:ln>
      </ns0:lnStyleLst>
      <ns0:effectStyleLst>
        <ns0:effectStyle>
          <ns0:effectLst>
            <ns0:outerShdw blurRad="101600" dist="50800" dir="5400000" algn="ctr" rotWithShape="0">
              <ns0:schemeClr val="phClr">
                <ns0:alpha val="60000"/>
              </ns0:schemeClr>
            </ns0:outerShdw>
          </ns0:effectLst>
        </ns0:effectStyle>
        <ns0:effectStyle>
          <ns0:effectLst>
            <ns0:reflection stA="50000" endA="300" endPos="40000" dist="25400" dir="5400000" sy="-100000" algn="bl" rotWithShape="0"/>
          </ns0:effectLst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atMod val="150000"/>
                <ns0:shade val="98000"/>
                <ns0:lumMod val="102000"/>
              </ns0:schemeClr>
            </ns0:gs>
            <ns0:gs pos="50000">
              <ns0:schemeClr val="phClr">
                <ns0:tint val="98000"/>
                <ns0:satMod val="130000"/>
                <ns0:shade val="90000"/>
                <ns0:lumMod val="103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  <ns0:extLst>
    <ns0:ext uri="{05A4C25C-085E-4340-85A3-A5531E510DB2}">
      <ns1:themeFamily name="Office Theme" id="{62F939B6-93AF-4DB8-9C6B-D6C7DFDC589F}" vid="{4A3C46E8-61CC-4603-A589-7422A47A8E4A}"/>
    </ns0:ext>
  </ns0:extLst>
</ns0:theme>
</file>

<file path=ppt/theme/theme2.xml><?xml version="1.0" encoding="utf-8"?>
<ns0:theme xmlns:ns0="http://schemas.openxmlformats.org/drawingml/2006/main" xmlns:ns1="http://schemas.microsoft.com/office/thememl/2012/main" name="Office 主题">
  <ns0:themeElements>
    <ns0:clrScheme name="Office">
      <ns0:dk1>
        <ns0:sysClr val="windowText" lastClr="000000"/>
      </ns0:dk1>
      <ns0:lt1>
        <ns0:sysClr val="window" lastClr="FFFFFF"/>
      </ns0:lt1>
      <ns0:dk2>
        <ns0:srgbClr val="44546A"/>
      </ns0:dk2>
      <ns0:lt2>
        <ns0:srgbClr val="E7E6E6"/>
      </ns0:lt2>
      <ns0:accent1>
        <ns0:srgbClr val="5B9BD5"/>
      </ns0:accent1>
      <ns0:accent2>
        <ns0:srgbClr val="ED7D31"/>
      </ns0:accent2>
      <ns0:accent3>
        <ns0:srgbClr val="A5A5A5"/>
      </ns0:accent3>
      <ns0:accent4>
        <ns0:srgbClr val="FFC000"/>
      </ns0:accent4>
      <ns0:accent5>
        <ns0:srgbClr val="4472C4"/>
      </ns0:accent5>
      <ns0:accent6>
        <ns0:srgbClr val="70AD47"/>
      </ns0:accent6>
      <ns0:hlink>
        <ns0:srgbClr val="0563C1"/>
      </ns0:hlink>
      <ns0:folHlink>
        <ns0:srgbClr val="954F72"/>
      </ns0:folHlink>
    </ns0:clrScheme>
    <ns0:fontScheme name="Office">
      <ns0:majorFont>
        <ns0:latin typeface="Calibri Light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Times New Roman"/>
        <ns0:font script="Hebr" typeface="Times New Roman"/>
        <ns0:font script="Thai" typeface="Angsana New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Calibri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Arial"/>
        <ns0:font script="Hebr" typeface="Arial"/>
        <ns0:font script="Thai" typeface="Cordia New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Office">
      <ns0:fillStyleLst>
        <ns0:solidFill>
          <ns0:schemeClr val="phClr"/>
        </ns0:solidFill>
        <ns0:gradFill rotWithShape="1">
          <ns0:gsLst>
            <ns0:gs pos="0">
              <ns0:schemeClr val="phClr">
                <ns0:lumMod val="110000"/>
                <ns0:satMod val="105000"/>
                <ns0:tint val="67000"/>
              </ns0:schemeClr>
            </ns0:gs>
            <ns0:gs pos="50000">
              <ns0:schemeClr val="phClr">
                <ns0:lumMod val="105000"/>
                <ns0:satMod val="103000"/>
                <ns0:tint val="73000"/>
              </ns0:schemeClr>
            </ns0:gs>
            <ns0:gs pos="100000">
              <ns0:schemeClr val="phClr">
                <ns0:lumMod val="105000"/>
                <ns0:satMod val="109000"/>
                <ns0:tint val="81000"/>
              </ns0:schemeClr>
            </ns0:gs>
          </ns0:gsLst>
          <ns0:lin ang="5400000" scaled="0"/>
        </ns0:gradFill>
        <ns0:gradFill rotWithShape="1">
          <ns0:gsLst>
            <ns0:gs pos="0">
              <ns0:schemeClr val="phClr">
                <ns0:satMod val="103000"/>
                <ns0:lumMod val="102000"/>
                <ns0:tint val="94000"/>
              </ns0:schemeClr>
            </ns0:gs>
            <ns0:gs pos="50000">
              <ns0:schemeClr val="phClr">
                <ns0:satMod val="110000"/>
                <ns0:lumMod val="100000"/>
                <ns0:shade val="100000"/>
              </ns0:schemeClr>
            </ns0:gs>
            <ns0:gs pos="100000">
              <ns0:schemeClr val="phClr">
                <ns0:lumMod val="99000"/>
                <ns0:satMod val="120000"/>
                <ns0:shade val="78000"/>
              </ns0:schemeClr>
            </ns0:gs>
          </ns0:gsLst>
          <ns0:lin ang="5400000" scaled="0"/>
        </ns0:gradFill>
      </ns0:fillStyleLst>
      <ns0:lnStyleLst>
        <ns0:ln w="635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solidFill>
            <ns0:schemeClr val="phClr"/>
          </ns0:solidFill>
          <ns0:prstDash val="solid"/>
          <ns0:miter lim="800000"/>
        </ns0:ln>
        <ns0:ln w="19050" cap="flat" cmpd="sng" algn="ctr">
          <ns0:solidFill>
            <ns0:schemeClr val="phClr"/>
          </ns0:solidFill>
          <ns0:prstDash val="solid"/>
          <ns0:miter lim="800000"/>
        </ns0:ln>
      </ns0:lnStyleLst>
      <ns0:effectStyleLst>
        <ns0:effectStyle>
          <ns0:effectLst/>
        </ns0:effectStyle>
        <ns0:effectStyle>
          <ns0:effectLst/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atMod val="150000"/>
                <ns0:shade val="98000"/>
                <ns0:lumMod val="102000"/>
              </ns0:schemeClr>
            </ns0:gs>
            <ns0:gs pos="50000">
              <ns0:schemeClr val="phClr">
                <ns0:tint val="98000"/>
                <ns0:satMod val="130000"/>
                <ns0:shade val="90000"/>
                <ns0:lumMod val="103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  <ns0:extLst>
    <ns0:ext uri="{05A4C25C-085E-4340-85A3-A5531E510DB2}">
      <ns1:themeFamily name="Office Theme" id="{62F939B6-93AF-4DB8-9C6B-D6C7DFDC589F}" vid="{4A3C46E8-61CC-4603-A589-7422A47A8E4A}"/>
    </ns0:ext>
  </ns0:extLst>
</ns0:theme>
</file>

<file path=ppt/theme/theme3.xml><?xml version="1.0" encoding="utf-8"?>
<ns0:theme xmlns:ns0="http://schemas.openxmlformats.org/drawingml/2006/main" xmlns:ns1="http://schemas.microsoft.com/office/thememl/2012/main" name="Office 主题">
  <ns0:themeElements>
    <ns0:clrScheme name="Office">
      <ns0:dk1>
        <ns0:sysClr val="windowText" lastClr="000000"/>
      </ns0:dk1>
      <ns0:lt1>
        <ns0:sysClr val="window" lastClr="FFFFFF"/>
      </ns0:lt1>
      <ns0:dk2>
        <ns0:srgbClr val="44546A"/>
      </ns0:dk2>
      <ns0:lt2>
        <ns0:srgbClr val="E7E6E6"/>
      </ns0:lt2>
      <ns0:accent1>
        <ns0:srgbClr val="5B9BD5"/>
      </ns0:accent1>
      <ns0:accent2>
        <ns0:srgbClr val="ED7D31"/>
      </ns0:accent2>
      <ns0:accent3>
        <ns0:srgbClr val="A5A5A5"/>
      </ns0:accent3>
      <ns0:accent4>
        <ns0:srgbClr val="FFC000"/>
      </ns0:accent4>
      <ns0:accent5>
        <ns0:srgbClr val="4472C4"/>
      </ns0:accent5>
      <ns0:accent6>
        <ns0:srgbClr val="70AD47"/>
      </ns0:accent6>
      <ns0:hlink>
        <ns0:srgbClr val="0563C1"/>
      </ns0:hlink>
      <ns0:folHlink>
        <ns0:srgbClr val="954F72"/>
      </ns0:folHlink>
    </ns0:clrScheme>
    <ns0:fontScheme name="Office">
      <ns0:majorFont>
        <ns0:latin typeface="Calibri Light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Times New Roman"/>
        <ns0:font script="Hebr" typeface="Times New Roman"/>
        <ns0:font script="Thai" typeface="Angsana New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Calibri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Arial"/>
        <ns0:font script="Hebr" typeface="Arial"/>
        <ns0:font script="Thai" typeface="Cordia New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Office">
      <ns0:fillStyleLst>
        <ns0:solidFill>
          <ns0:schemeClr val="phClr"/>
        </ns0:solidFill>
        <ns0:gradFill rotWithShape="1">
          <ns0:gsLst>
            <ns0:gs pos="0">
              <ns0:schemeClr val="phClr">
                <ns0:lumMod val="110000"/>
                <ns0:satMod val="105000"/>
                <ns0:tint val="67000"/>
              </ns0:schemeClr>
            </ns0:gs>
            <ns0:gs pos="50000">
              <ns0:schemeClr val="phClr">
                <ns0:lumMod val="105000"/>
                <ns0:satMod val="103000"/>
                <ns0:tint val="73000"/>
              </ns0:schemeClr>
            </ns0:gs>
            <ns0:gs pos="100000">
              <ns0:schemeClr val="phClr">
                <ns0:lumMod val="105000"/>
                <ns0:satMod val="109000"/>
                <ns0:tint val="81000"/>
              </ns0:schemeClr>
            </ns0:gs>
          </ns0:gsLst>
          <ns0:lin ang="5400000" scaled="0"/>
        </ns0:gradFill>
        <ns0:gradFill rotWithShape="1">
          <ns0:gsLst>
            <ns0:gs pos="0">
              <ns0:schemeClr val="phClr">
                <ns0:satMod val="103000"/>
                <ns0:lumMod val="102000"/>
                <ns0:tint val="94000"/>
              </ns0:schemeClr>
            </ns0:gs>
            <ns0:gs pos="50000">
              <ns0:schemeClr val="phClr">
                <ns0:satMod val="110000"/>
                <ns0:lumMod val="100000"/>
                <ns0:shade val="100000"/>
              </ns0:schemeClr>
            </ns0:gs>
            <ns0:gs pos="100000">
              <ns0:schemeClr val="phClr">
                <ns0:lumMod val="99000"/>
                <ns0:satMod val="120000"/>
                <ns0:shade val="78000"/>
              </ns0:schemeClr>
            </ns0:gs>
          </ns0:gsLst>
          <ns0:lin ang="5400000" scaled="0"/>
        </ns0:gradFill>
      </ns0:fillStyleLst>
      <ns0:lnStyleLst>
        <ns0:ln w="635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solidFill>
            <ns0:schemeClr val="phClr"/>
          </ns0:solidFill>
          <ns0:prstDash val="solid"/>
          <ns0:miter lim="800000"/>
        </ns0:ln>
        <ns0:ln w="19050" cap="flat" cmpd="sng" algn="ctr">
          <ns0:solidFill>
            <ns0:schemeClr val="phClr"/>
          </ns0:solidFill>
          <ns0:prstDash val="solid"/>
          <ns0:miter lim="800000"/>
        </ns0:ln>
      </ns0:lnStyleLst>
      <ns0:effectStyleLst>
        <ns0:effectStyle>
          <ns0:effectLst/>
        </ns0:effectStyle>
        <ns0:effectStyle>
          <ns0:effectLst/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atMod val="150000"/>
                <ns0:shade val="98000"/>
                <ns0:lumMod val="102000"/>
              </ns0:schemeClr>
            </ns0:gs>
            <ns0:gs pos="50000">
              <ns0:schemeClr val="phClr">
                <ns0:tint val="98000"/>
                <ns0:satMod val="130000"/>
                <ns0:shade val="90000"/>
                <ns0:lumMod val="103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  <ns0:extLst>
    <ns0:ext uri="{05A4C25C-085E-4340-85A3-A5531E510DB2}">
      <ns1:themeFamily name="Office Theme" id="{62F939B6-93AF-4DB8-9C6B-D6C7DFDC589F}" vid="{4A3C46E8-61CC-4603-A589-7422A47A8E4A}"/>
    </ns0:ext>
  </ns0:extLst>
</ns0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0</ns0:TotalTime>
  <ns0:Words>149</ns0:Words>
  <ns0:Application>WPS 演示</ns0:Application>
  <ns0:PresentationFormat>宽屏</ns0:PresentationFormat>
  <ns0:Paragraphs>20</ns0:Paragraphs>
  <ns0:Slides>1</ns0:Slides>
  <ns0:Notes>0</ns0:Notes>
  <ns0:HiddenSlides>0</ns0:HiddenSlides>
  <ns0:MMClips>0</ns0:MMClips>
  <ns0:ScaleCrop>false</ns0:ScaleCrop>
  <ns0:HeadingPairs>
    <ns1:vector size="6" baseType="variant">
      <ns1:variant>
        <ns1:lpstr>已用的字体</ns1:lpstr>
      </ns1:variant>
      <ns1:variant>
        <ns1:i4>6</ns1:i4>
      </ns1:variant>
      <ns1:variant>
        <ns1:lpstr>主题</ns1:lpstr>
      </ns1:variant>
      <ns1:variant>
        <ns1:i4>1</ns1:i4>
      </ns1:variant>
      <ns1:variant>
        <ns1:lpstr>幻灯片标题</ns1:lpstr>
      </ns1:variant>
      <ns1:variant>
        <ns1:i4>1</ns1:i4>
      </ns1:variant>
    </ns1:vector>
  </ns0:HeadingPairs>
  <ns0:TitlesOfParts>
    <ns1:vector size="8" baseType="lpstr">
      <ns1:lpstr>Arial</ns1:lpstr>
      <ns1:lpstr>宋体</ns1:lpstr>
      <ns1:lpstr>Wingdings</ns1:lpstr>
      <ns1:lpstr>微软雅黑</ns1:lpstr>
      <ns1:lpstr>华文中宋</ns1:lpstr>
      <ns1:lpstr>Calibri</ns1:lpstr>
      <ns1:lpstr>WPS</ns1:lpstr>
      <ns1:lpstr>PowerPoint 演示文稿</ns1:lpstr>
    </ns1:vector>
  </ns0:TitlesOfParts>
  <ns0:LinksUpToDate>false</ns0:LinksUpToDate>
  <ns0:SharedDoc>false</ns0:SharedDoc>
  <ns0:HyperlinksChanged>false</ns0:HyperlinksChanged>
  <ns0:AppVersion>14.0000</ns0:AppVersion>
</ns0: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title>public template</dc:title>
  <dc:creator>pptskills</dc:creator>
  <ns0:lastModifiedBy>pptskills</ns0:lastModifiedBy>
  <ns0:revision>1</ns0:revision>
  <ns2:created xsi:type="dcterms:W3CDTF">2026-01-01T00:00:00Z</ns2:created>
  <ns2:modified xsi:type="dcterms:W3CDTF">2026-01-01T00:00:00Z</ns2:modified>
</ns0:coreProperties>
</file>

<file path=docProps/custom.xml><?xml version="1.0" encoding="utf-8"?>
<ns0:Properties xmlns:ns0="http://schemas.openxmlformats.org/officeDocument/2006/custom-properties" xmlns:ns1="http://schemas.openxmlformats.org/officeDocument/2006/docPropsVTypes">
  <ns0:property fmtid="{D5CDD505-2E9C-101B-9397-08002B2CF9AE}" pid="2" name="KSOProductBuildVer">
    <ns1:lpwstr>public</ns1:lpwstr>
  </ns0:property>
  <ns0:property fmtid="{D5CDD505-2E9C-101B-9397-08002B2CF9AE}" pid="3" name="ICV">
    <ns1:lpwstr>public</ns1:lpwstr>
  </ns0:property>
</ns0:Properties>
</file>