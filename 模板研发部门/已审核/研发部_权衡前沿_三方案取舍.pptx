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  <ns0:Default Extension="png" ContentType="image/png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7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V10_P08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V10_P08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：示例、内容公开模板示例内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0" name="RDV10_P08_生成设计图_图片框"/>
          <ns0:cNvSpPr/>
          <ns0:nvPr/>
        </ns0:nvSpPr>
        <ns0:spPr>
          <ns1:xfrm>
            <ns1:off x="502285" y="1480820"/>
            <ns1:ext cx="4810125" cy="362140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V10_P08_生成设计图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1523487" y="1527048"/>
            <ns1:ext cx="2768610" cy="3529584"/>
          </ns1:xfrm>
          <ns1:prstGeom prst="rect">
            <ns1:avLst/>
          </ns1:prstGeom>
        </ns0:spPr>
      </ns0:pic>
      <ns0:sp>
        <ns0:nvSpPr>
          <ns0:cNvPr id="16" name="RDV10_P08_生成设计图_图注底"/>
          <ns0:cNvSpPr/>
          <ns0:nvPr/>
        </ns0:nvSpPr>
        <ns0:spPr>
          <ns1:xfrm>
            <ns1:off x="502285" y="5102225"/>
            <ns1:ext cx="481012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V10_P08_生成设计图_图注"/>
          <ns0:cNvSpPr txBox="1"/>
          <ns0:nvPr/>
        </ns0:nvSpPr>
        <ns0:spPr>
          <ns1:xfrm>
            <ns1:off x="593725" y="5120640"/>
            <ns1:ext cx="4626610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zh-CN" altLang="en-US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</ns1:t>
            </ns1:r>
            <ns1:r>
              <ns1:rPr lang="en-US" altLang="zh-CN" sz="9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示例内容公开模板示 例内容公开模板示例内, 0000</ns1:t>
            </ns1:r>
            <ns1:endParaRPr lang="en-US" altLang="zh-CN" sz="9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V10_P08_权衡图底"/>
          <ns0:cNvSpPr/>
          <ns0:nvPr/>
        </ns0:nvSpPr>
        <ns0:spPr>
          <ns1:xfrm>
            <ns1:off x="5622925" y="1480820"/>
            <ns1:ext cx="6062980" cy="362140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V10_P08_权衡图标题"/>
          <ns0:cNvSpPr txBox="1"/>
          <ns0:nvPr/>
        </ns0:nvSpPr>
        <ns0:spPr>
          <ns1:xfrm>
            <ns1:off x="5897245" y="1645920"/>
            <ns1:ext cx="5513705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示例内容公，开模板示例内容公开模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0" name="RDV10_P08_横轴"/>
          <ns0:cNvCxnSpPr/>
          <ns0:nvPr/>
        </ns0:nvCxnSpPr>
        <ns0:spPr>
          <ns1:xfrm>
            <ns1:off x="6336665" y="4443730"/>
            <ns1:ext cx="4699635" cy="63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1" name="RDV10_P08_纵轴"/>
          <ns0:cNvCxnSpPr/>
          <ns0:nvPr/>
        </ns0:nvCxnSpPr>
        <ns0:spPr>
          <ns1:xfrm flipV="1">
            <ns1:off x="6336665" y="2194560"/>
            <ns1:ext cx="635" cy="2249170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2" name="RDV10_P08_横轴标题"/>
          <ns0:cNvSpPr txBox="1"/>
          <ns0:nvPr/>
        </ns0:nvSpPr>
        <ns0:spPr>
          <ns1:xfrm>
            <ns1:off x="9262745" y="4535170"/>
            <ns1:ext cx="1645920" cy="274320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示</ns1:t>
            </ns1:r>
            <ns1:endParaRPr lang="en-US" altLang="zh-CN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3" name="RDV10_P08_纵轴标题"/>
          <ns0:cNvSpPr txBox="1"/>
          <ns0:nvPr/>
        </ns0:nvSpPr>
        <ns0:spPr>
          <ns1:xfrm>
            <ns1:off x="5641340" y="2139315"/>
            <ns1:ext cx="621665" cy="135318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zh-CN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zh-CN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zh-CN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4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zh-CN" altLang="zh-CN" sz="14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4" name="RDV10_P08_前沿线_1"/>
          <ns0:cNvCxnSpPr/>
          <ns0:nvPr/>
        </ns0:nvCxnSpPr>
        <ns0:spPr>
          <ns1:xfrm flipV="1">
            <ns1:off x="6885305" y="3291840"/>
            <ns1:ext cx="1042035" cy="584835"/>
          </ns1:xfrm>
          <ns1:prstGeom prst="line">
            <ns1:avLst/>
          </ns1:prstGeom>
          <ns1:ln w="30480">
            <ns1:solidFill>
              <ns1:srgbClr val="C00000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5" name="RDV10_P08_前沿线_2"/>
          <ns0:cNvCxnSpPr/>
          <ns0:nvPr/>
        </ns0:nvCxnSpPr>
        <ns0:spPr>
          <ns1:xfrm flipV="1">
            <ns1:off x="7927340" y="2779395"/>
            <ns1:ext cx="1133475" cy="511810"/>
          </ns1:xfrm>
          <ns1:prstGeom prst="line">
            <ns1:avLst/>
          </ns1:prstGeom>
          <ns1:ln w="30480">
            <ns1:solidFill>
              <ns1:srgbClr val="C00000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cxnSp>
        <ns0:nvCxnSpPr>
          <ns0:cNvPr id="26" name="RDV10_P08_前沿线_3"/>
          <ns0:cNvCxnSpPr/>
          <ns0:nvPr/>
        </ns0:nvCxnSpPr>
        <ns0:spPr>
          <ns1:xfrm flipV="1">
            <ns1:off x="9061450" y="2505075"/>
            <ns1:ext cx="1188720" cy="274320"/>
          </ns1:xfrm>
          <ns1:prstGeom prst="line">
            <ns1:avLst/>
          </ns1:prstGeom>
          <ns1:ln w="30480">
            <ns1:solidFill>
              <ns1:srgbClr val="C00000"/>
            </ns1:solidFill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7" name="RDV10_P08_候选点_1"/>
          <ns0:cNvSpPr/>
          <ns0:nvPr/>
        </ns0:nvSpPr>
        <ns0:spPr>
          <ns1:xfrm>
            <ns1:off x="6738620" y="3730625"/>
            <ns1:ext cx="292735" cy="292735"/>
          </ns1:xfrm>
          <ns1:prstGeom prst="ellipse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V10_P08_候选代号_1"/>
          <ns0:cNvSpPr txBox="1"/>
          <ns0:nvPr/>
        </ns0:nvSpPr>
        <ns0:spPr>
          <ns1:xfrm>
            <ns1:off x="6775450" y="3766820"/>
            <ns1:ext cx="219075" cy="21907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sz="1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V10_P08_候选说明底_1"/>
          <ns0:cNvSpPr/>
          <ns0:nvPr/>
        </ns0:nvSpPr>
        <ns0:spPr>
          <ns1:xfrm>
            <ns1:off x="6391275" y="4077970"/>
            <ns1:ext cx="1335405" cy="60325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0" name="RDV10_P08_候选说明_1"/>
          <ns0:cNvSpPr txBox="1"/>
          <ns0:nvPr/>
        </ns0:nvSpPr>
        <ns0:spPr>
          <ns1:xfrm>
            <ns1:off x="6482715" y="4132580"/>
            <ns1:ext cx="115189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en-US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V10_P08_候选点_2"/>
          <ns0:cNvSpPr/>
          <ns0:nvPr/>
        </ns0:nvSpPr>
        <ns0:spPr>
          <ns1:xfrm>
            <ns1:off x="7781290" y="3145155"/>
            <ns1:ext cx="292735" cy="292735"/>
          </ns1:xfrm>
          <ns1:prstGeom prst="ellipse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2" name="RDV10_P08_候选代号_2"/>
          <ns0:cNvSpPr txBox="1"/>
          <ns0:nvPr/>
        </ns0:nvSpPr>
        <ns0:spPr>
          <ns1:xfrm>
            <ns1:off x="7817485" y="3181985"/>
            <ns1:ext cx="219075" cy="21907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sz="1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3" name="RDV10_P08_候选说明底_2"/>
          <ns0:cNvSpPr/>
          <ns0:nvPr/>
        </ns0:nvSpPr>
        <ns0:spPr>
          <ns1:xfrm>
            <ns1:off x="7433945" y="3492500"/>
            <ns1:ext cx="1334770" cy="603885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V10_P08_候选说明_2"/>
          <ns0:cNvSpPr txBox="1"/>
          <ns0:nvPr/>
        </ns0:nvSpPr>
        <ns0:spPr>
          <ns1:xfrm>
            <ns1:off x="7525385" y="3547745"/>
            <ns1:ext cx="115189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en-US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V10_P08_候选点_3"/>
          <ns0:cNvSpPr/>
          <ns0:nvPr/>
        </ns0:nvSpPr>
        <ns0:spPr>
          <ns1:xfrm>
            <ns1:off x="10103485" y="2359025"/>
            <ns1:ext cx="292735" cy="292100"/>
          </ns1:xfrm>
          <ns1:prstGeom prst="ellipse">
            <ns1:avLst/>
          </ns1:prstGeom>
          <ns1:solidFill>
            <ns1:srgbClr val="C99B24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6" name="RDV10_P08_候选代号_3"/>
          <ns0:cNvSpPr txBox="1"/>
          <ns0:nvPr/>
        </ns0:nvSpPr>
        <ns0:spPr>
          <ns1:xfrm>
            <ns1:off x="10140315" y="2395220"/>
            <ns1:ext cx="219075" cy="21907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en-US" altLang="en-US" sz="1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</ns1:t>
            </ns1:r>
            <ns1:endParaRPr lang="en-US" altLang="en-US" sz="1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7" name="RDV10_P08_候选说明底_3"/>
          <ns0:cNvSpPr/>
          <ns0:nvPr/>
        </ns0:nvSpPr>
        <ns0:spPr>
          <ns1:xfrm>
            <ns1:off x="9756140" y="2706370"/>
            <ns1:ext cx="1335405" cy="60325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99B24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8" name="RDV10_P08_候选说明_3"/>
          <ns0:cNvSpPr txBox="1"/>
          <ns0:nvPr/>
        </ns0:nvSpPr>
        <ns0:spPr>
          <ns1:xfrm>
            <ns1:off x="9847580" y="2760980"/>
            <ns1:ext cx="1151890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en-US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350" b="1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zh-CN" sz="1350" b="1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V10_P08_选择底"/>
          <ns0:cNvSpPr/>
          <ns0:nvPr/>
        </ns0:nvSpPr>
        <ns0:spPr>
          <ns1:xfrm>
            <ns1:off x="6336665" y="4726940"/>
            <ns1:ext cx="4709160" cy="22860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0" name="RDV10_P08_选择"/>
          <ns0:cNvSpPr txBox="1"/>
          <ns0:nvPr/>
        </ns0:nvSpPr>
        <ns0:spPr>
          <ns1:xfrm>
            <ns1:off x="6428105" y="4736465"/>
            <ns1:ext cx="4525645" cy="200660"/>
          </ns1:xfrm>
          <ns1:prstGeom prst="rect">
            <ns1:avLst/>
          </ns1:prstGeom>
          <ns1:noFill/>
        </ns0:spPr>
        <ns0:txBody>
          <ns1:bodyPr wrap="none" lIns="0" tIns="0" rIns="0" bIns="0" rtlCol="0" anchor="t">
            <ns1:noAutofit/>
          </ns1:bodyPr>
          <ns1:p>
            <ns1:pPr algn="ctr"/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r>
              <ns1:rPr lang="en-US" altLang="zh-CN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</ns1:t>
            </ns1:r>
            <ns1:r>
              <ns1:rPr lang="zh-CN" altLang="en-US" sz="1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：示例内容，公开模板示例内容</ns1:t>
            </ns1:r>
            <ns1:endParaRPr lang="zh-CN" altLang="en-US" sz="135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1" name="RDV10_P08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V10_P08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，示例内容公、开模板示例内容公开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178</ns0:Words>
  <ns0:Application>WPS 演示</ns0:Application>
  <ns0:PresentationFormat>宽屏</ns0:PresentationFormat>
  <ns0:Paragraphs>36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